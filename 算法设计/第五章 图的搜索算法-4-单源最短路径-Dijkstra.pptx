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2"/>
  </p:notesMasterIdLst>
  <p:sldIdLst>
    <p:sldId id="395" r:id="rId2"/>
    <p:sldId id="259" r:id="rId3"/>
    <p:sldId id="261" r:id="rId4"/>
    <p:sldId id="264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444" r:id="rId43"/>
    <p:sldId id="44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96" r:id="rId54"/>
    <p:sldId id="258" r:id="rId55"/>
    <p:sldId id="397" r:id="rId56"/>
    <p:sldId id="260" r:id="rId57"/>
    <p:sldId id="398" r:id="rId58"/>
    <p:sldId id="262" r:id="rId59"/>
    <p:sldId id="263" r:id="rId60"/>
    <p:sldId id="399" r:id="rId61"/>
    <p:sldId id="265" r:id="rId62"/>
    <p:sldId id="400" r:id="rId63"/>
    <p:sldId id="267" r:id="rId64"/>
    <p:sldId id="401" r:id="rId65"/>
    <p:sldId id="402" r:id="rId66"/>
    <p:sldId id="403" r:id="rId67"/>
    <p:sldId id="404" r:id="rId68"/>
    <p:sldId id="405" r:id="rId69"/>
    <p:sldId id="406" r:id="rId70"/>
    <p:sldId id="407" r:id="rId71"/>
    <p:sldId id="408" r:id="rId72"/>
    <p:sldId id="409" r:id="rId73"/>
    <p:sldId id="410" r:id="rId74"/>
    <p:sldId id="411" r:id="rId75"/>
    <p:sldId id="412" r:id="rId76"/>
    <p:sldId id="413" r:id="rId77"/>
    <p:sldId id="414" r:id="rId78"/>
    <p:sldId id="415" r:id="rId79"/>
    <p:sldId id="416" r:id="rId80"/>
    <p:sldId id="417" r:id="rId81"/>
    <p:sldId id="418" r:id="rId82"/>
    <p:sldId id="419" r:id="rId83"/>
    <p:sldId id="420" r:id="rId84"/>
    <p:sldId id="290" r:id="rId85"/>
    <p:sldId id="421" r:id="rId86"/>
    <p:sldId id="422" r:id="rId87"/>
    <p:sldId id="423" r:id="rId88"/>
    <p:sldId id="424" r:id="rId89"/>
    <p:sldId id="425" r:id="rId90"/>
    <p:sldId id="426" r:id="rId91"/>
    <p:sldId id="427" r:id="rId92"/>
    <p:sldId id="428" r:id="rId93"/>
    <p:sldId id="429" r:id="rId94"/>
    <p:sldId id="430" r:id="rId95"/>
    <p:sldId id="431" r:id="rId96"/>
    <p:sldId id="432" r:id="rId97"/>
    <p:sldId id="433" r:id="rId98"/>
    <p:sldId id="434" r:id="rId99"/>
    <p:sldId id="305" r:id="rId100"/>
    <p:sldId id="435" r:id="rId101"/>
    <p:sldId id="436" r:id="rId102"/>
    <p:sldId id="437" r:id="rId103"/>
    <p:sldId id="438" r:id="rId104"/>
    <p:sldId id="439" r:id="rId105"/>
    <p:sldId id="440" r:id="rId106"/>
    <p:sldId id="441" r:id="rId107"/>
    <p:sldId id="442" r:id="rId108"/>
    <p:sldId id="443" r:id="rId109"/>
    <p:sldId id="315" r:id="rId110"/>
    <p:sldId id="316" r:id="rId111"/>
    <p:sldId id="317" r:id="rId112"/>
    <p:sldId id="318" r:id="rId113"/>
    <p:sldId id="320" r:id="rId114"/>
    <p:sldId id="321" r:id="rId115"/>
    <p:sldId id="322" r:id="rId116"/>
    <p:sldId id="323" r:id="rId117"/>
    <p:sldId id="324" r:id="rId118"/>
    <p:sldId id="325" r:id="rId119"/>
    <p:sldId id="446" r:id="rId120"/>
    <p:sldId id="257" r:id="rId121"/>
    <p:sldId id="447" r:id="rId122"/>
    <p:sldId id="448" r:id="rId123"/>
    <p:sldId id="449" r:id="rId124"/>
    <p:sldId id="450" r:id="rId125"/>
    <p:sldId id="451" r:id="rId126"/>
    <p:sldId id="452" r:id="rId127"/>
    <p:sldId id="453" r:id="rId128"/>
    <p:sldId id="454" r:id="rId129"/>
    <p:sldId id="455" r:id="rId130"/>
    <p:sldId id="456" r:id="rId1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44"/>
    <p:restoredTop sz="85650"/>
  </p:normalViewPr>
  <p:slideViewPr>
    <p:cSldViewPr snapToGrid="0" snapToObjects="1">
      <p:cViewPr varScale="1">
        <p:scale>
          <a:sx n="98" d="100"/>
          <a:sy n="98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8594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贝尔曼福特算法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257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6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  <p:sldLayoutId id="2147483675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9482" y="2794468"/>
            <a:ext cx="571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第五章 图的搜索算法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7170" y="339141"/>
            <a:ext cx="256452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问题背</a:t>
            </a:r>
            <a:r>
              <a:rPr sz="3600" spc="-50" dirty="0"/>
              <a:t>景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5375" y="1667840"/>
            <a:ext cx="5103433" cy="3532654"/>
            <a:chOff x="972311" y="1250419"/>
            <a:chExt cx="5103433" cy="35326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11" y="2242566"/>
              <a:ext cx="4626864" cy="25405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30170" y="3479673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5" h="306070">
                  <a:moveTo>
                    <a:pt x="150114" y="0"/>
                  </a:moveTo>
                  <a:lnTo>
                    <a:pt x="114681" y="116712"/>
                  </a:lnTo>
                  <a:lnTo>
                    <a:pt x="0" y="116712"/>
                  </a:lnTo>
                  <a:lnTo>
                    <a:pt x="92837" y="188849"/>
                  </a:lnTo>
                  <a:lnTo>
                    <a:pt x="57277" y="305562"/>
                  </a:lnTo>
                  <a:lnTo>
                    <a:pt x="150114" y="233425"/>
                  </a:lnTo>
                  <a:lnTo>
                    <a:pt x="242951" y="305562"/>
                  </a:lnTo>
                  <a:lnTo>
                    <a:pt x="207391" y="188849"/>
                  </a:lnTo>
                  <a:lnTo>
                    <a:pt x="300228" y="116712"/>
                  </a:lnTo>
                  <a:lnTo>
                    <a:pt x="185547" y="116712"/>
                  </a:lnTo>
                  <a:lnTo>
                    <a:pt x="15011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0170" y="3479673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5" h="306070">
                  <a:moveTo>
                    <a:pt x="0" y="116712"/>
                  </a:moveTo>
                  <a:lnTo>
                    <a:pt x="114681" y="116712"/>
                  </a:lnTo>
                  <a:lnTo>
                    <a:pt x="150114" y="0"/>
                  </a:lnTo>
                  <a:lnTo>
                    <a:pt x="185547" y="116712"/>
                  </a:lnTo>
                  <a:lnTo>
                    <a:pt x="300228" y="116712"/>
                  </a:lnTo>
                  <a:lnTo>
                    <a:pt x="207391" y="188849"/>
                  </a:lnTo>
                  <a:lnTo>
                    <a:pt x="242951" y="305562"/>
                  </a:lnTo>
                  <a:lnTo>
                    <a:pt x="150114" y="233425"/>
                  </a:lnTo>
                  <a:lnTo>
                    <a:pt x="57277" y="305562"/>
                  </a:lnTo>
                  <a:lnTo>
                    <a:pt x="92837" y="188849"/>
                  </a:lnTo>
                  <a:lnTo>
                    <a:pt x="0" y="1167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98634" y="1250419"/>
              <a:ext cx="2277110" cy="937894"/>
            </a:xfrm>
            <a:custGeom>
              <a:avLst/>
              <a:gdLst/>
              <a:ahLst/>
              <a:cxnLst/>
              <a:rect l="l" t="t" r="r" b="b"/>
              <a:pathLst>
                <a:path w="2277110" h="937894">
                  <a:moveTo>
                    <a:pt x="2276855" y="0"/>
                  </a:moveTo>
                  <a:lnTo>
                    <a:pt x="108965" y="0"/>
                  </a:lnTo>
                  <a:lnTo>
                    <a:pt x="108965" y="679703"/>
                  </a:lnTo>
                  <a:lnTo>
                    <a:pt x="470280" y="679703"/>
                  </a:lnTo>
                  <a:lnTo>
                    <a:pt x="0" y="937513"/>
                  </a:lnTo>
                  <a:lnTo>
                    <a:pt x="1012189" y="679703"/>
                  </a:lnTo>
                  <a:lnTo>
                    <a:pt x="2276855" y="679703"/>
                  </a:lnTo>
                  <a:lnTo>
                    <a:pt x="2276855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2133" y="1021017"/>
            <a:ext cx="6416675" cy="120142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6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从知春路到其他站点，如何安排路线？</a:t>
            </a:r>
            <a:endParaRPr sz="2800" dirty="0">
              <a:latin typeface="宋体"/>
              <a:cs typeface="宋体"/>
            </a:endParaRPr>
          </a:p>
          <a:p>
            <a:pPr marL="3488690">
              <a:lnSpc>
                <a:spcPct val="100000"/>
              </a:lnSpc>
              <a:spcBef>
                <a:spcPts val="1270"/>
              </a:spcBef>
            </a:pP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经停最少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82392" y="2332672"/>
            <a:ext cx="1297305" cy="1404620"/>
            <a:chOff x="2382392" y="2332672"/>
            <a:chExt cx="1297305" cy="1404620"/>
          </a:xfrm>
        </p:grpSpPr>
        <p:sp>
          <p:nvSpPr>
            <p:cNvPr id="10" name="object 10"/>
            <p:cNvSpPr/>
            <p:nvPr/>
          </p:nvSpPr>
          <p:spPr>
            <a:xfrm>
              <a:off x="3374516" y="2337435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150113" y="0"/>
                  </a:moveTo>
                  <a:lnTo>
                    <a:pt x="114681" y="116712"/>
                  </a:lnTo>
                  <a:lnTo>
                    <a:pt x="0" y="116712"/>
                  </a:lnTo>
                  <a:lnTo>
                    <a:pt x="92837" y="188849"/>
                  </a:lnTo>
                  <a:lnTo>
                    <a:pt x="57277" y="305562"/>
                  </a:lnTo>
                  <a:lnTo>
                    <a:pt x="150113" y="233425"/>
                  </a:lnTo>
                  <a:lnTo>
                    <a:pt x="242950" y="305562"/>
                  </a:lnTo>
                  <a:lnTo>
                    <a:pt x="207391" y="188849"/>
                  </a:lnTo>
                  <a:lnTo>
                    <a:pt x="300228" y="116712"/>
                  </a:lnTo>
                  <a:lnTo>
                    <a:pt x="185547" y="116712"/>
                  </a:lnTo>
                  <a:lnTo>
                    <a:pt x="1501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74516" y="2337435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0" y="116712"/>
                  </a:moveTo>
                  <a:lnTo>
                    <a:pt x="114681" y="116712"/>
                  </a:lnTo>
                  <a:lnTo>
                    <a:pt x="150113" y="0"/>
                  </a:lnTo>
                  <a:lnTo>
                    <a:pt x="185547" y="116712"/>
                  </a:lnTo>
                  <a:lnTo>
                    <a:pt x="300228" y="116712"/>
                  </a:lnTo>
                  <a:lnTo>
                    <a:pt x="207391" y="188849"/>
                  </a:lnTo>
                  <a:lnTo>
                    <a:pt x="242950" y="305562"/>
                  </a:lnTo>
                  <a:lnTo>
                    <a:pt x="150113" y="233425"/>
                  </a:lnTo>
                  <a:lnTo>
                    <a:pt x="57277" y="305562"/>
                  </a:lnTo>
                  <a:lnTo>
                    <a:pt x="92837" y="188849"/>
                  </a:lnTo>
                  <a:lnTo>
                    <a:pt x="0" y="1167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2392" y="2593848"/>
              <a:ext cx="1160145" cy="1143635"/>
            </a:xfrm>
            <a:custGeom>
              <a:avLst/>
              <a:gdLst/>
              <a:ahLst/>
              <a:cxnLst/>
              <a:rect l="l" t="t" r="r" b="b"/>
              <a:pathLst>
                <a:path w="1160145" h="1143635">
                  <a:moveTo>
                    <a:pt x="171450" y="971676"/>
                  </a:moveTo>
                  <a:lnTo>
                    <a:pt x="0" y="1057402"/>
                  </a:lnTo>
                  <a:lnTo>
                    <a:pt x="171450" y="1143127"/>
                  </a:lnTo>
                  <a:lnTo>
                    <a:pt x="171450" y="1085977"/>
                  </a:lnTo>
                  <a:lnTo>
                    <a:pt x="142875" y="1085977"/>
                  </a:lnTo>
                  <a:lnTo>
                    <a:pt x="142875" y="1028826"/>
                  </a:lnTo>
                  <a:lnTo>
                    <a:pt x="171450" y="1028826"/>
                  </a:lnTo>
                  <a:lnTo>
                    <a:pt x="171450" y="971676"/>
                  </a:lnTo>
                  <a:close/>
                </a:path>
                <a:path w="1160145" h="1143635">
                  <a:moveTo>
                    <a:pt x="171450" y="1028826"/>
                  </a:moveTo>
                  <a:lnTo>
                    <a:pt x="142875" y="1028826"/>
                  </a:lnTo>
                  <a:lnTo>
                    <a:pt x="142875" y="1085977"/>
                  </a:lnTo>
                  <a:lnTo>
                    <a:pt x="171450" y="1085977"/>
                  </a:lnTo>
                  <a:lnTo>
                    <a:pt x="171450" y="1028826"/>
                  </a:lnTo>
                  <a:close/>
                </a:path>
                <a:path w="1160145" h="1143635">
                  <a:moveTo>
                    <a:pt x="1102868" y="1028826"/>
                  </a:moveTo>
                  <a:lnTo>
                    <a:pt x="171450" y="1028826"/>
                  </a:lnTo>
                  <a:lnTo>
                    <a:pt x="171450" y="1085977"/>
                  </a:lnTo>
                  <a:lnTo>
                    <a:pt x="1131443" y="1085977"/>
                  </a:lnTo>
                  <a:lnTo>
                    <a:pt x="1142605" y="1083726"/>
                  </a:lnTo>
                  <a:lnTo>
                    <a:pt x="1151683" y="1077595"/>
                  </a:lnTo>
                  <a:lnTo>
                    <a:pt x="1157785" y="1068510"/>
                  </a:lnTo>
                  <a:lnTo>
                    <a:pt x="1160018" y="1057402"/>
                  </a:lnTo>
                  <a:lnTo>
                    <a:pt x="1102868" y="1057402"/>
                  </a:lnTo>
                  <a:lnTo>
                    <a:pt x="1102868" y="1028826"/>
                  </a:lnTo>
                  <a:close/>
                </a:path>
                <a:path w="1160145" h="1143635">
                  <a:moveTo>
                    <a:pt x="1132585" y="0"/>
                  </a:moveTo>
                  <a:lnTo>
                    <a:pt x="1131443" y="0"/>
                  </a:lnTo>
                  <a:lnTo>
                    <a:pt x="1120334" y="2250"/>
                  </a:lnTo>
                  <a:lnTo>
                    <a:pt x="1111250" y="8382"/>
                  </a:lnTo>
                  <a:lnTo>
                    <a:pt x="1105118" y="17466"/>
                  </a:lnTo>
                  <a:lnTo>
                    <a:pt x="1102868" y="28575"/>
                  </a:lnTo>
                  <a:lnTo>
                    <a:pt x="1102868" y="1057402"/>
                  </a:lnTo>
                  <a:lnTo>
                    <a:pt x="1131443" y="1028826"/>
                  </a:lnTo>
                  <a:lnTo>
                    <a:pt x="1160018" y="1028826"/>
                  </a:lnTo>
                  <a:lnTo>
                    <a:pt x="1160018" y="57150"/>
                  </a:lnTo>
                  <a:lnTo>
                    <a:pt x="1131443" y="57150"/>
                  </a:lnTo>
                  <a:lnTo>
                    <a:pt x="1132585" y="56007"/>
                  </a:lnTo>
                  <a:lnTo>
                    <a:pt x="1132585" y="0"/>
                  </a:lnTo>
                  <a:close/>
                </a:path>
                <a:path w="1160145" h="1143635">
                  <a:moveTo>
                    <a:pt x="1160018" y="1028826"/>
                  </a:moveTo>
                  <a:lnTo>
                    <a:pt x="1131443" y="1028826"/>
                  </a:lnTo>
                  <a:lnTo>
                    <a:pt x="1102868" y="1057402"/>
                  </a:lnTo>
                  <a:lnTo>
                    <a:pt x="1160018" y="1057402"/>
                  </a:lnTo>
                  <a:lnTo>
                    <a:pt x="1160018" y="1028826"/>
                  </a:lnTo>
                  <a:close/>
                </a:path>
                <a:path w="1160145" h="1143635">
                  <a:moveTo>
                    <a:pt x="1132585" y="56007"/>
                  </a:moveTo>
                  <a:lnTo>
                    <a:pt x="1131443" y="57150"/>
                  </a:lnTo>
                  <a:lnTo>
                    <a:pt x="1132585" y="57150"/>
                  </a:lnTo>
                  <a:lnTo>
                    <a:pt x="1132585" y="56007"/>
                  </a:lnTo>
                  <a:close/>
                </a:path>
                <a:path w="1160145" h="1143635">
                  <a:moveTo>
                    <a:pt x="1160018" y="28575"/>
                  </a:moveTo>
                  <a:lnTo>
                    <a:pt x="1132585" y="56007"/>
                  </a:lnTo>
                  <a:lnTo>
                    <a:pt x="1132585" y="57150"/>
                  </a:lnTo>
                  <a:lnTo>
                    <a:pt x="1160018" y="57150"/>
                  </a:lnTo>
                  <a:lnTo>
                    <a:pt x="1160018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826757" y="1295400"/>
            <a:ext cx="4563110" cy="3507104"/>
            <a:chOff x="6826757" y="1295400"/>
            <a:chExt cx="4563110" cy="3507104"/>
          </a:xfrm>
        </p:grpSpPr>
        <p:sp>
          <p:nvSpPr>
            <p:cNvPr id="14" name="object 14"/>
            <p:cNvSpPr/>
            <p:nvPr/>
          </p:nvSpPr>
          <p:spPr>
            <a:xfrm>
              <a:off x="10633709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33709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70691" y="2667000"/>
              <a:ext cx="0" cy="570865"/>
            </a:xfrm>
            <a:custGeom>
              <a:avLst/>
              <a:gdLst/>
              <a:ahLst/>
              <a:cxnLst/>
              <a:rect l="l" t="t" r="r" b="b"/>
              <a:pathLst>
                <a:path h="570864">
                  <a:moveTo>
                    <a:pt x="0" y="0"/>
                  </a:moveTo>
                  <a:lnTo>
                    <a:pt x="0" y="57061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33709" y="32377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33709" y="32377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870691" y="3712464"/>
              <a:ext cx="0" cy="595630"/>
            </a:xfrm>
            <a:custGeom>
              <a:avLst/>
              <a:gdLst/>
              <a:ahLst/>
              <a:cxnLst/>
              <a:rect l="l" t="t" r="r" b="b"/>
              <a:pathLst>
                <a:path h="595629">
                  <a:moveTo>
                    <a:pt x="0" y="0"/>
                  </a:moveTo>
                  <a:lnTo>
                    <a:pt x="0" y="59512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633709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633709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45807" y="2192274"/>
              <a:ext cx="3787775" cy="1885314"/>
            </a:xfrm>
            <a:custGeom>
              <a:avLst/>
              <a:gdLst/>
              <a:ahLst/>
              <a:cxnLst/>
              <a:rect l="l" t="t" r="r" b="b"/>
              <a:pathLst>
                <a:path w="3787775" h="1885314">
                  <a:moveTo>
                    <a:pt x="995172" y="237362"/>
                  </a:moveTo>
                  <a:lnTo>
                    <a:pt x="999995" y="189534"/>
                  </a:lnTo>
                  <a:lnTo>
                    <a:pt x="1013829" y="144982"/>
                  </a:lnTo>
                  <a:lnTo>
                    <a:pt x="1035717" y="104663"/>
                  </a:lnTo>
                  <a:lnTo>
                    <a:pt x="1064704" y="69532"/>
                  </a:lnTo>
                  <a:lnTo>
                    <a:pt x="1099835" y="40545"/>
                  </a:lnTo>
                  <a:lnTo>
                    <a:pt x="1140154" y="18657"/>
                  </a:lnTo>
                  <a:lnTo>
                    <a:pt x="1184706" y="4823"/>
                  </a:lnTo>
                  <a:lnTo>
                    <a:pt x="1232535" y="0"/>
                  </a:lnTo>
                  <a:lnTo>
                    <a:pt x="1280363" y="4823"/>
                  </a:lnTo>
                  <a:lnTo>
                    <a:pt x="1324915" y="18657"/>
                  </a:lnTo>
                  <a:lnTo>
                    <a:pt x="1365234" y="40545"/>
                  </a:lnTo>
                  <a:lnTo>
                    <a:pt x="1400365" y="69532"/>
                  </a:lnTo>
                  <a:lnTo>
                    <a:pt x="1429352" y="104663"/>
                  </a:lnTo>
                  <a:lnTo>
                    <a:pt x="1451240" y="144982"/>
                  </a:lnTo>
                  <a:lnTo>
                    <a:pt x="1465074" y="189534"/>
                  </a:lnTo>
                  <a:lnTo>
                    <a:pt x="1469898" y="237362"/>
                  </a:lnTo>
                  <a:lnTo>
                    <a:pt x="1465074" y="285191"/>
                  </a:lnTo>
                  <a:lnTo>
                    <a:pt x="1451240" y="329743"/>
                  </a:lnTo>
                  <a:lnTo>
                    <a:pt x="1429352" y="370062"/>
                  </a:lnTo>
                  <a:lnTo>
                    <a:pt x="1400365" y="405193"/>
                  </a:lnTo>
                  <a:lnTo>
                    <a:pt x="1365234" y="434180"/>
                  </a:lnTo>
                  <a:lnTo>
                    <a:pt x="1324915" y="456068"/>
                  </a:lnTo>
                  <a:lnTo>
                    <a:pt x="1280363" y="469902"/>
                  </a:lnTo>
                  <a:lnTo>
                    <a:pt x="1232535" y="474725"/>
                  </a:lnTo>
                  <a:lnTo>
                    <a:pt x="1184706" y="469902"/>
                  </a:lnTo>
                  <a:lnTo>
                    <a:pt x="1140154" y="456068"/>
                  </a:lnTo>
                  <a:lnTo>
                    <a:pt x="1099835" y="434180"/>
                  </a:lnTo>
                  <a:lnTo>
                    <a:pt x="1064704" y="405193"/>
                  </a:lnTo>
                  <a:lnTo>
                    <a:pt x="1035717" y="370062"/>
                  </a:lnTo>
                  <a:lnTo>
                    <a:pt x="1013829" y="329743"/>
                  </a:lnTo>
                  <a:lnTo>
                    <a:pt x="999995" y="285191"/>
                  </a:lnTo>
                  <a:lnTo>
                    <a:pt x="995172" y="237362"/>
                  </a:lnTo>
                  <a:close/>
                </a:path>
                <a:path w="3787775" h="1885314">
                  <a:moveTo>
                    <a:pt x="3787648" y="236981"/>
                  </a:moveTo>
                  <a:lnTo>
                    <a:pt x="1469898" y="236981"/>
                  </a:lnTo>
                </a:path>
                <a:path w="3787775" h="1885314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  <a:path w="3787775" h="1885314">
                  <a:moveTo>
                    <a:pt x="994791" y="236981"/>
                  </a:moveTo>
                  <a:lnTo>
                    <a:pt x="474725" y="236981"/>
                  </a:lnTo>
                </a:path>
                <a:path w="3787775" h="1885314">
                  <a:moveTo>
                    <a:pt x="0" y="942593"/>
                  </a:moveTo>
                  <a:lnTo>
                    <a:pt x="4823" y="894675"/>
                  </a:lnTo>
                  <a:lnTo>
                    <a:pt x="18657" y="850046"/>
                  </a:lnTo>
                  <a:lnTo>
                    <a:pt x="40545" y="809662"/>
                  </a:lnTo>
                  <a:lnTo>
                    <a:pt x="69532" y="774477"/>
                  </a:lnTo>
                  <a:lnTo>
                    <a:pt x="104663" y="745448"/>
                  </a:lnTo>
                  <a:lnTo>
                    <a:pt x="144982" y="723530"/>
                  </a:lnTo>
                  <a:lnTo>
                    <a:pt x="189534" y="709679"/>
                  </a:lnTo>
                  <a:lnTo>
                    <a:pt x="237363" y="704850"/>
                  </a:lnTo>
                  <a:lnTo>
                    <a:pt x="285191" y="709679"/>
                  </a:lnTo>
                  <a:lnTo>
                    <a:pt x="329743" y="723530"/>
                  </a:lnTo>
                  <a:lnTo>
                    <a:pt x="370062" y="745448"/>
                  </a:lnTo>
                  <a:lnTo>
                    <a:pt x="405193" y="774477"/>
                  </a:lnTo>
                  <a:lnTo>
                    <a:pt x="434180" y="809662"/>
                  </a:lnTo>
                  <a:lnTo>
                    <a:pt x="456068" y="850046"/>
                  </a:lnTo>
                  <a:lnTo>
                    <a:pt x="469902" y="894675"/>
                  </a:lnTo>
                  <a:lnTo>
                    <a:pt x="474725" y="942593"/>
                  </a:lnTo>
                  <a:lnTo>
                    <a:pt x="469902" y="990512"/>
                  </a:lnTo>
                  <a:lnTo>
                    <a:pt x="456068" y="1035141"/>
                  </a:lnTo>
                  <a:lnTo>
                    <a:pt x="434180" y="1075525"/>
                  </a:lnTo>
                  <a:lnTo>
                    <a:pt x="405193" y="1110710"/>
                  </a:lnTo>
                  <a:lnTo>
                    <a:pt x="370062" y="1139739"/>
                  </a:lnTo>
                  <a:lnTo>
                    <a:pt x="329743" y="1161657"/>
                  </a:lnTo>
                  <a:lnTo>
                    <a:pt x="285191" y="1175508"/>
                  </a:lnTo>
                  <a:lnTo>
                    <a:pt x="237363" y="1180338"/>
                  </a:lnTo>
                  <a:lnTo>
                    <a:pt x="189534" y="1175508"/>
                  </a:lnTo>
                  <a:lnTo>
                    <a:pt x="144982" y="1161657"/>
                  </a:lnTo>
                  <a:lnTo>
                    <a:pt x="104663" y="1139739"/>
                  </a:lnTo>
                  <a:lnTo>
                    <a:pt x="69532" y="1110710"/>
                  </a:lnTo>
                  <a:lnTo>
                    <a:pt x="40545" y="1075525"/>
                  </a:lnTo>
                  <a:lnTo>
                    <a:pt x="18657" y="1035141"/>
                  </a:lnTo>
                  <a:lnTo>
                    <a:pt x="4823" y="990512"/>
                  </a:lnTo>
                  <a:lnTo>
                    <a:pt x="0" y="942593"/>
                  </a:lnTo>
                  <a:close/>
                </a:path>
                <a:path w="3787775" h="1885314">
                  <a:moveTo>
                    <a:pt x="236982" y="474725"/>
                  </a:moveTo>
                  <a:lnTo>
                    <a:pt x="236982" y="704976"/>
                  </a:lnTo>
                </a:path>
                <a:path w="3787775" h="1885314">
                  <a:moveTo>
                    <a:pt x="0" y="1647825"/>
                  </a:moveTo>
                  <a:lnTo>
                    <a:pt x="4823" y="1599996"/>
                  </a:lnTo>
                  <a:lnTo>
                    <a:pt x="18657" y="1555444"/>
                  </a:lnTo>
                  <a:lnTo>
                    <a:pt x="40545" y="1515125"/>
                  </a:lnTo>
                  <a:lnTo>
                    <a:pt x="69532" y="1479994"/>
                  </a:lnTo>
                  <a:lnTo>
                    <a:pt x="104663" y="1451007"/>
                  </a:lnTo>
                  <a:lnTo>
                    <a:pt x="144982" y="1429119"/>
                  </a:lnTo>
                  <a:lnTo>
                    <a:pt x="189534" y="1415285"/>
                  </a:lnTo>
                  <a:lnTo>
                    <a:pt x="237363" y="1410462"/>
                  </a:lnTo>
                  <a:lnTo>
                    <a:pt x="285191" y="1415285"/>
                  </a:lnTo>
                  <a:lnTo>
                    <a:pt x="329743" y="1429119"/>
                  </a:lnTo>
                  <a:lnTo>
                    <a:pt x="370062" y="1451007"/>
                  </a:lnTo>
                  <a:lnTo>
                    <a:pt x="405193" y="1479994"/>
                  </a:lnTo>
                  <a:lnTo>
                    <a:pt x="434180" y="1515125"/>
                  </a:lnTo>
                  <a:lnTo>
                    <a:pt x="456068" y="1555444"/>
                  </a:lnTo>
                  <a:lnTo>
                    <a:pt x="469902" y="1599996"/>
                  </a:lnTo>
                  <a:lnTo>
                    <a:pt x="474725" y="1647825"/>
                  </a:lnTo>
                  <a:lnTo>
                    <a:pt x="469902" y="1695653"/>
                  </a:lnTo>
                  <a:lnTo>
                    <a:pt x="456068" y="1740205"/>
                  </a:lnTo>
                  <a:lnTo>
                    <a:pt x="434180" y="1780524"/>
                  </a:lnTo>
                  <a:lnTo>
                    <a:pt x="405193" y="1815655"/>
                  </a:lnTo>
                  <a:lnTo>
                    <a:pt x="370062" y="1844642"/>
                  </a:lnTo>
                  <a:lnTo>
                    <a:pt x="329743" y="1866530"/>
                  </a:lnTo>
                  <a:lnTo>
                    <a:pt x="285191" y="1880364"/>
                  </a:lnTo>
                  <a:lnTo>
                    <a:pt x="237363" y="1885188"/>
                  </a:lnTo>
                  <a:lnTo>
                    <a:pt x="189534" y="1880364"/>
                  </a:lnTo>
                  <a:lnTo>
                    <a:pt x="144982" y="1866530"/>
                  </a:lnTo>
                  <a:lnTo>
                    <a:pt x="104663" y="1844642"/>
                  </a:lnTo>
                  <a:lnTo>
                    <a:pt x="69532" y="1815655"/>
                  </a:lnTo>
                  <a:lnTo>
                    <a:pt x="40545" y="1780524"/>
                  </a:lnTo>
                  <a:lnTo>
                    <a:pt x="18657" y="1740205"/>
                  </a:lnTo>
                  <a:lnTo>
                    <a:pt x="4823" y="1695653"/>
                  </a:lnTo>
                  <a:lnTo>
                    <a:pt x="0" y="1647825"/>
                  </a:lnTo>
                  <a:close/>
                </a:path>
                <a:path w="3787775" h="1885314">
                  <a:moveTo>
                    <a:pt x="236982" y="1157477"/>
                  </a:moveTo>
                  <a:lnTo>
                    <a:pt x="236982" y="138772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45807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45807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69073" y="4077461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0" y="2302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169907" y="43075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69907" y="43075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20533" y="4545329"/>
              <a:ext cx="3313429" cy="0"/>
            </a:xfrm>
            <a:custGeom>
              <a:avLst/>
              <a:gdLst/>
              <a:ahLst/>
              <a:cxnLst/>
              <a:rect l="l" t="t" r="r" b="b"/>
              <a:pathLst>
                <a:path w="3313429">
                  <a:moveTo>
                    <a:pt x="2324862" y="0"/>
                  </a:moveTo>
                  <a:lnTo>
                    <a:pt x="3313049" y="0"/>
                  </a:lnTo>
                </a:path>
                <a:path w="3313429">
                  <a:moveTo>
                    <a:pt x="0" y="0"/>
                  </a:moveTo>
                  <a:lnTo>
                    <a:pt x="1849501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9907" y="1295400"/>
              <a:ext cx="2219960" cy="904875"/>
            </a:xfrm>
            <a:custGeom>
              <a:avLst/>
              <a:gdLst/>
              <a:ahLst/>
              <a:cxnLst/>
              <a:rect l="l" t="t" r="r" b="b"/>
              <a:pathLst>
                <a:path w="2219959" h="904875">
                  <a:moveTo>
                    <a:pt x="2219706" y="0"/>
                  </a:moveTo>
                  <a:lnTo>
                    <a:pt x="0" y="0"/>
                  </a:lnTo>
                  <a:lnTo>
                    <a:pt x="0" y="679703"/>
                  </a:lnTo>
                  <a:lnTo>
                    <a:pt x="369950" y="679703"/>
                  </a:lnTo>
                  <a:lnTo>
                    <a:pt x="530987" y="904621"/>
                  </a:lnTo>
                  <a:lnTo>
                    <a:pt x="924814" y="679703"/>
                  </a:lnTo>
                  <a:lnTo>
                    <a:pt x="2219706" y="679703"/>
                  </a:lnTo>
                  <a:lnTo>
                    <a:pt x="221970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34295" y="1364234"/>
            <a:ext cx="1093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FFFF"/>
                </a:solidFill>
                <a:latin typeface="宋体"/>
                <a:cs typeface="宋体"/>
              </a:rPr>
              <a:t>无权图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2311" y="5548884"/>
            <a:ext cx="1013650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18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55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使用广度优先搜索求最短路径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72311" y="1567543"/>
            <a:ext cx="5000625" cy="3488054"/>
            <a:chOff x="972311" y="1295400"/>
            <a:chExt cx="5000625" cy="34880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11" y="2242566"/>
              <a:ext cx="4626864" cy="25405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95700" y="1295400"/>
              <a:ext cx="2277110" cy="937894"/>
            </a:xfrm>
            <a:custGeom>
              <a:avLst/>
              <a:gdLst/>
              <a:ahLst/>
              <a:cxnLst/>
              <a:rect l="l" t="t" r="r" b="b"/>
              <a:pathLst>
                <a:path w="2277110" h="937894">
                  <a:moveTo>
                    <a:pt x="2276855" y="0"/>
                  </a:moveTo>
                  <a:lnTo>
                    <a:pt x="108965" y="0"/>
                  </a:lnTo>
                  <a:lnTo>
                    <a:pt x="108965" y="679703"/>
                  </a:lnTo>
                  <a:lnTo>
                    <a:pt x="470280" y="679703"/>
                  </a:lnTo>
                  <a:lnTo>
                    <a:pt x="0" y="937513"/>
                  </a:lnTo>
                  <a:lnTo>
                    <a:pt x="1012189" y="679703"/>
                  </a:lnTo>
                  <a:lnTo>
                    <a:pt x="2276855" y="679703"/>
                  </a:lnTo>
                  <a:lnTo>
                    <a:pt x="2276855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998" y="877004"/>
            <a:ext cx="6416675" cy="120142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6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从知春路到其他站点，如何安排路线？</a:t>
            </a:r>
            <a:endParaRPr sz="2800" dirty="0">
              <a:latin typeface="宋体"/>
              <a:cs typeface="宋体"/>
            </a:endParaRPr>
          </a:p>
          <a:p>
            <a:pPr marL="3488690">
              <a:lnSpc>
                <a:spcPct val="100000"/>
              </a:lnSpc>
              <a:spcBef>
                <a:spcPts val="1270"/>
              </a:spcBef>
            </a:pP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时间最短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311" y="5548884"/>
            <a:ext cx="10109200" cy="64389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505"/>
              </a:spcBef>
            </a:pPr>
            <a:r>
              <a:rPr sz="2800" dirty="0">
                <a:latin typeface="宋体"/>
                <a:cs typeface="宋体"/>
              </a:rPr>
              <a:t>问题：如何计算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带权图</a:t>
            </a:r>
            <a:r>
              <a:rPr sz="2800" spc="15" dirty="0">
                <a:latin typeface="宋体"/>
                <a:cs typeface="宋体"/>
              </a:rPr>
              <a:t>中源点到所有其他顶点的最短路径?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0454" y="392328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0454" y="323367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0459" y="203809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26757" y="1295400"/>
            <a:ext cx="4563110" cy="3507104"/>
            <a:chOff x="6826757" y="1295400"/>
            <a:chExt cx="4563110" cy="3507104"/>
          </a:xfrm>
        </p:grpSpPr>
        <p:sp>
          <p:nvSpPr>
            <p:cNvPr id="12" name="object 12"/>
            <p:cNvSpPr/>
            <p:nvPr/>
          </p:nvSpPr>
          <p:spPr>
            <a:xfrm>
              <a:off x="10633709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33709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33709" y="2667000"/>
              <a:ext cx="474980" cy="2116455"/>
            </a:xfrm>
            <a:custGeom>
              <a:avLst/>
              <a:gdLst/>
              <a:ahLst/>
              <a:cxnLst/>
              <a:rect l="l" t="t" r="r" b="b"/>
              <a:pathLst>
                <a:path w="474979" h="2116454">
                  <a:moveTo>
                    <a:pt x="236982" y="0"/>
                  </a:moveTo>
                  <a:lnTo>
                    <a:pt x="236982" y="570611"/>
                  </a:lnTo>
                </a:path>
                <a:path w="474979" h="2116454">
                  <a:moveTo>
                    <a:pt x="0" y="808101"/>
                  </a:moveTo>
                  <a:lnTo>
                    <a:pt x="4823" y="760272"/>
                  </a:lnTo>
                  <a:lnTo>
                    <a:pt x="18657" y="715720"/>
                  </a:lnTo>
                  <a:lnTo>
                    <a:pt x="40545" y="675401"/>
                  </a:lnTo>
                  <a:lnTo>
                    <a:pt x="69532" y="640270"/>
                  </a:lnTo>
                  <a:lnTo>
                    <a:pt x="104663" y="611283"/>
                  </a:lnTo>
                  <a:lnTo>
                    <a:pt x="144982" y="589395"/>
                  </a:lnTo>
                  <a:lnTo>
                    <a:pt x="189534" y="575561"/>
                  </a:lnTo>
                  <a:lnTo>
                    <a:pt x="237363" y="570738"/>
                  </a:lnTo>
                  <a:lnTo>
                    <a:pt x="285191" y="575561"/>
                  </a:lnTo>
                  <a:lnTo>
                    <a:pt x="329743" y="589395"/>
                  </a:lnTo>
                  <a:lnTo>
                    <a:pt x="370062" y="611283"/>
                  </a:lnTo>
                  <a:lnTo>
                    <a:pt x="405193" y="640270"/>
                  </a:lnTo>
                  <a:lnTo>
                    <a:pt x="434180" y="675401"/>
                  </a:lnTo>
                  <a:lnTo>
                    <a:pt x="456068" y="715720"/>
                  </a:lnTo>
                  <a:lnTo>
                    <a:pt x="469902" y="760272"/>
                  </a:lnTo>
                  <a:lnTo>
                    <a:pt x="474725" y="808101"/>
                  </a:lnTo>
                  <a:lnTo>
                    <a:pt x="469902" y="855929"/>
                  </a:lnTo>
                  <a:lnTo>
                    <a:pt x="456068" y="900481"/>
                  </a:lnTo>
                  <a:lnTo>
                    <a:pt x="434180" y="940800"/>
                  </a:lnTo>
                  <a:lnTo>
                    <a:pt x="405193" y="975931"/>
                  </a:lnTo>
                  <a:lnTo>
                    <a:pt x="370062" y="1004918"/>
                  </a:lnTo>
                  <a:lnTo>
                    <a:pt x="329743" y="1026806"/>
                  </a:lnTo>
                  <a:lnTo>
                    <a:pt x="285191" y="1040640"/>
                  </a:lnTo>
                  <a:lnTo>
                    <a:pt x="237363" y="1045463"/>
                  </a:lnTo>
                  <a:lnTo>
                    <a:pt x="189534" y="1040640"/>
                  </a:lnTo>
                  <a:lnTo>
                    <a:pt x="144982" y="1026806"/>
                  </a:lnTo>
                  <a:lnTo>
                    <a:pt x="104663" y="1004918"/>
                  </a:lnTo>
                  <a:lnTo>
                    <a:pt x="69532" y="975931"/>
                  </a:lnTo>
                  <a:lnTo>
                    <a:pt x="40545" y="940800"/>
                  </a:lnTo>
                  <a:lnTo>
                    <a:pt x="18657" y="900481"/>
                  </a:lnTo>
                  <a:lnTo>
                    <a:pt x="4823" y="855929"/>
                  </a:lnTo>
                  <a:lnTo>
                    <a:pt x="0" y="808101"/>
                  </a:lnTo>
                  <a:close/>
                </a:path>
                <a:path w="474979" h="2116454">
                  <a:moveTo>
                    <a:pt x="236982" y="1045463"/>
                  </a:moveTo>
                  <a:lnTo>
                    <a:pt x="236982" y="1640586"/>
                  </a:lnTo>
                </a:path>
                <a:path w="474979" h="2116454">
                  <a:moveTo>
                    <a:pt x="0" y="1878330"/>
                  </a:moveTo>
                  <a:lnTo>
                    <a:pt x="4823" y="1830411"/>
                  </a:lnTo>
                  <a:lnTo>
                    <a:pt x="18657" y="1785782"/>
                  </a:lnTo>
                  <a:lnTo>
                    <a:pt x="40545" y="1745398"/>
                  </a:lnTo>
                  <a:lnTo>
                    <a:pt x="69532" y="1710213"/>
                  </a:lnTo>
                  <a:lnTo>
                    <a:pt x="104663" y="1681184"/>
                  </a:lnTo>
                  <a:lnTo>
                    <a:pt x="144982" y="1659266"/>
                  </a:lnTo>
                  <a:lnTo>
                    <a:pt x="189534" y="1645415"/>
                  </a:lnTo>
                  <a:lnTo>
                    <a:pt x="237363" y="1640586"/>
                  </a:lnTo>
                  <a:lnTo>
                    <a:pt x="285191" y="1645415"/>
                  </a:lnTo>
                  <a:lnTo>
                    <a:pt x="329743" y="1659266"/>
                  </a:lnTo>
                  <a:lnTo>
                    <a:pt x="370062" y="1681184"/>
                  </a:lnTo>
                  <a:lnTo>
                    <a:pt x="405193" y="1710213"/>
                  </a:lnTo>
                  <a:lnTo>
                    <a:pt x="434180" y="1745398"/>
                  </a:lnTo>
                  <a:lnTo>
                    <a:pt x="456068" y="1785782"/>
                  </a:lnTo>
                  <a:lnTo>
                    <a:pt x="469902" y="1830411"/>
                  </a:lnTo>
                  <a:lnTo>
                    <a:pt x="474725" y="1878330"/>
                  </a:lnTo>
                  <a:lnTo>
                    <a:pt x="469902" y="1926248"/>
                  </a:lnTo>
                  <a:lnTo>
                    <a:pt x="456068" y="1970877"/>
                  </a:lnTo>
                  <a:lnTo>
                    <a:pt x="434180" y="2011261"/>
                  </a:lnTo>
                  <a:lnTo>
                    <a:pt x="405193" y="2046446"/>
                  </a:lnTo>
                  <a:lnTo>
                    <a:pt x="370062" y="2075475"/>
                  </a:lnTo>
                  <a:lnTo>
                    <a:pt x="329743" y="2097393"/>
                  </a:lnTo>
                  <a:lnTo>
                    <a:pt x="285191" y="2111244"/>
                  </a:lnTo>
                  <a:lnTo>
                    <a:pt x="237363" y="2116074"/>
                  </a:lnTo>
                  <a:lnTo>
                    <a:pt x="189534" y="2111244"/>
                  </a:lnTo>
                  <a:lnTo>
                    <a:pt x="144982" y="2097393"/>
                  </a:lnTo>
                  <a:lnTo>
                    <a:pt x="104663" y="2075475"/>
                  </a:lnTo>
                  <a:lnTo>
                    <a:pt x="69532" y="2046446"/>
                  </a:lnTo>
                  <a:lnTo>
                    <a:pt x="40545" y="2011261"/>
                  </a:lnTo>
                  <a:lnTo>
                    <a:pt x="18657" y="1970877"/>
                  </a:lnTo>
                  <a:lnTo>
                    <a:pt x="4823" y="1926248"/>
                  </a:lnTo>
                  <a:lnTo>
                    <a:pt x="0" y="187833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31045" y="2429255"/>
              <a:ext cx="1502410" cy="0"/>
            </a:xfrm>
            <a:custGeom>
              <a:avLst/>
              <a:gdLst/>
              <a:ahLst/>
              <a:cxnLst/>
              <a:rect l="l" t="t" r="r" b="b"/>
              <a:pathLst>
                <a:path w="1502409">
                  <a:moveTo>
                    <a:pt x="150215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9907" y="4307585"/>
              <a:ext cx="1463675" cy="475615"/>
            </a:xfrm>
            <a:custGeom>
              <a:avLst/>
              <a:gdLst/>
              <a:ahLst/>
              <a:cxnLst/>
              <a:rect l="l" t="t" r="r" b="b"/>
              <a:pathLst>
                <a:path w="146367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  <a:path w="1463675" h="475614">
                  <a:moveTo>
                    <a:pt x="1463675" y="237744"/>
                  </a:moveTo>
                  <a:lnTo>
                    <a:pt x="475488" y="23774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45807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45807" y="43075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45807" y="360273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45807" y="360273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9073" y="3349751"/>
              <a:ext cx="13970" cy="958215"/>
            </a:xfrm>
            <a:custGeom>
              <a:avLst/>
              <a:gdLst/>
              <a:ahLst/>
              <a:cxnLst/>
              <a:rect l="l" t="t" r="r" b="b"/>
              <a:pathLst>
                <a:path w="13970" h="958214">
                  <a:moveTo>
                    <a:pt x="13716" y="0"/>
                  </a:moveTo>
                  <a:lnTo>
                    <a:pt x="13716" y="230250"/>
                  </a:lnTo>
                </a:path>
                <a:path w="13970" h="958214">
                  <a:moveTo>
                    <a:pt x="0" y="727710"/>
                  </a:moveTo>
                  <a:lnTo>
                    <a:pt x="0" y="957961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20533" y="4545329"/>
              <a:ext cx="1849755" cy="0"/>
            </a:xfrm>
            <a:custGeom>
              <a:avLst/>
              <a:gdLst/>
              <a:ahLst/>
              <a:cxnLst/>
              <a:rect l="l" t="t" r="r" b="b"/>
              <a:pathLst>
                <a:path w="1849754">
                  <a:moveTo>
                    <a:pt x="184950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69907" y="1295400"/>
              <a:ext cx="2219960" cy="904875"/>
            </a:xfrm>
            <a:custGeom>
              <a:avLst/>
              <a:gdLst/>
              <a:ahLst/>
              <a:cxnLst/>
              <a:rect l="l" t="t" r="r" b="b"/>
              <a:pathLst>
                <a:path w="2219959" h="904875">
                  <a:moveTo>
                    <a:pt x="2219706" y="0"/>
                  </a:moveTo>
                  <a:lnTo>
                    <a:pt x="0" y="0"/>
                  </a:lnTo>
                  <a:lnTo>
                    <a:pt x="0" y="679703"/>
                  </a:lnTo>
                  <a:lnTo>
                    <a:pt x="369950" y="679703"/>
                  </a:lnTo>
                  <a:lnTo>
                    <a:pt x="530987" y="904621"/>
                  </a:lnTo>
                  <a:lnTo>
                    <a:pt x="924814" y="679703"/>
                  </a:lnTo>
                  <a:lnTo>
                    <a:pt x="2219706" y="679703"/>
                  </a:lnTo>
                  <a:lnTo>
                    <a:pt x="2219706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45807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45807" y="219227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82789" y="2429255"/>
              <a:ext cx="1573530" cy="467995"/>
            </a:xfrm>
            <a:custGeom>
              <a:avLst/>
              <a:gdLst/>
              <a:ahLst/>
              <a:cxnLst/>
              <a:rect l="l" t="t" r="r" b="b"/>
              <a:pathLst>
                <a:path w="1573529" h="467994">
                  <a:moveTo>
                    <a:pt x="1573402" y="0"/>
                  </a:moveTo>
                  <a:lnTo>
                    <a:pt x="237743" y="0"/>
                  </a:lnTo>
                </a:path>
                <a:path w="1573529" h="467994">
                  <a:moveTo>
                    <a:pt x="0" y="237744"/>
                  </a:moveTo>
                  <a:lnTo>
                    <a:pt x="0" y="46799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734295" y="1364234"/>
            <a:ext cx="1093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FFFF"/>
                </a:solidFill>
                <a:latin typeface="宋体"/>
                <a:cs typeface="宋体"/>
              </a:rPr>
              <a:t>带权图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34068" y="203809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80454" y="254380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80902" y="273151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204702" y="385597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93121" y="457860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34857" y="457860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6757" y="2173223"/>
            <a:ext cx="2323465" cy="1218565"/>
            <a:chOff x="6826757" y="2173223"/>
            <a:chExt cx="2323465" cy="1218565"/>
          </a:xfrm>
        </p:grpSpPr>
        <p:sp>
          <p:nvSpPr>
            <p:cNvPr id="35" name="object 35"/>
            <p:cNvSpPr/>
            <p:nvPr/>
          </p:nvSpPr>
          <p:spPr>
            <a:xfrm>
              <a:off x="8656319" y="2192273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56319" y="2192273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45807" y="289712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45807" y="289712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369754" y="2604815"/>
            <a:ext cx="309880" cy="315595"/>
            <a:chOff x="3369754" y="2332672"/>
            <a:chExt cx="309880" cy="315595"/>
          </a:xfrm>
        </p:grpSpPr>
        <p:sp>
          <p:nvSpPr>
            <p:cNvPr id="40" name="object 40"/>
            <p:cNvSpPr/>
            <p:nvPr/>
          </p:nvSpPr>
          <p:spPr>
            <a:xfrm>
              <a:off x="3374516" y="2337435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150113" y="0"/>
                  </a:moveTo>
                  <a:lnTo>
                    <a:pt x="114681" y="116712"/>
                  </a:lnTo>
                  <a:lnTo>
                    <a:pt x="0" y="116712"/>
                  </a:lnTo>
                  <a:lnTo>
                    <a:pt x="92837" y="188849"/>
                  </a:lnTo>
                  <a:lnTo>
                    <a:pt x="57277" y="305562"/>
                  </a:lnTo>
                  <a:lnTo>
                    <a:pt x="150113" y="233425"/>
                  </a:lnTo>
                  <a:lnTo>
                    <a:pt x="242950" y="305562"/>
                  </a:lnTo>
                  <a:lnTo>
                    <a:pt x="207391" y="188849"/>
                  </a:lnTo>
                  <a:lnTo>
                    <a:pt x="300228" y="116712"/>
                  </a:lnTo>
                  <a:lnTo>
                    <a:pt x="185547" y="116712"/>
                  </a:lnTo>
                  <a:lnTo>
                    <a:pt x="1501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74516" y="2337435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0" y="116712"/>
                  </a:moveTo>
                  <a:lnTo>
                    <a:pt x="114681" y="116712"/>
                  </a:lnTo>
                  <a:lnTo>
                    <a:pt x="150113" y="0"/>
                  </a:lnTo>
                  <a:lnTo>
                    <a:pt x="185547" y="116712"/>
                  </a:lnTo>
                  <a:lnTo>
                    <a:pt x="300228" y="116712"/>
                  </a:lnTo>
                  <a:lnTo>
                    <a:pt x="207391" y="188849"/>
                  </a:lnTo>
                  <a:lnTo>
                    <a:pt x="242950" y="305562"/>
                  </a:lnTo>
                  <a:lnTo>
                    <a:pt x="150113" y="233425"/>
                  </a:lnTo>
                  <a:lnTo>
                    <a:pt x="57277" y="305562"/>
                  </a:lnTo>
                  <a:lnTo>
                    <a:pt x="92837" y="188849"/>
                  </a:lnTo>
                  <a:lnTo>
                    <a:pt x="0" y="1167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2">
            <a:extLst>
              <a:ext uri="{FF2B5EF4-FFF2-40B4-BE49-F238E27FC236}">
                <a16:creationId xmlns:a16="http://schemas.microsoft.com/office/drawing/2014/main" id="{02F5457F-2784-D541-8CAC-E60730AAC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7170" y="339141"/>
            <a:ext cx="256452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问题背</a:t>
            </a:r>
            <a:r>
              <a:rPr sz="3600" spc="-50" dirty="0"/>
              <a:t>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9829" y="331978"/>
            <a:ext cx="2166257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问题定</a:t>
            </a:r>
            <a:r>
              <a:rPr sz="3600" spc="-50" dirty="0"/>
              <a:t>义</a:t>
            </a:r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5088" y="1354074"/>
            <a:ext cx="10022205" cy="4169410"/>
            <a:chOff x="1085088" y="1354074"/>
            <a:chExt cx="10022205" cy="4169410"/>
          </a:xfrm>
        </p:grpSpPr>
        <p:sp>
          <p:nvSpPr>
            <p:cNvPr id="4" name="object 4"/>
            <p:cNvSpPr/>
            <p:nvPr/>
          </p:nvSpPr>
          <p:spPr>
            <a:xfrm>
              <a:off x="1473708" y="1354074"/>
              <a:ext cx="4531995" cy="445770"/>
            </a:xfrm>
            <a:custGeom>
              <a:avLst/>
              <a:gdLst/>
              <a:ahLst/>
              <a:cxnLst/>
              <a:rect l="l" t="t" r="r" b="b"/>
              <a:pathLst>
                <a:path w="4531995" h="445769">
                  <a:moveTo>
                    <a:pt x="4420234" y="0"/>
                  </a:moveTo>
                  <a:lnTo>
                    <a:pt x="111378" y="0"/>
                  </a:lnTo>
                  <a:lnTo>
                    <a:pt x="0" y="445770"/>
                  </a:lnTo>
                  <a:lnTo>
                    <a:pt x="4531614" y="445770"/>
                  </a:lnTo>
                  <a:lnTo>
                    <a:pt x="4420234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04138" y="1799844"/>
              <a:ext cx="9984105" cy="3704590"/>
            </a:xfrm>
            <a:custGeom>
              <a:avLst/>
              <a:gdLst/>
              <a:ahLst/>
              <a:cxnLst/>
              <a:rect l="l" t="t" r="r" b="b"/>
              <a:pathLst>
                <a:path w="9984105" h="3704590">
                  <a:moveTo>
                    <a:pt x="0" y="3704082"/>
                  </a:moveTo>
                  <a:lnTo>
                    <a:pt x="9983723" y="3704082"/>
                  </a:lnTo>
                  <a:lnTo>
                    <a:pt x="9983723" y="0"/>
                  </a:lnTo>
                  <a:lnTo>
                    <a:pt x="0" y="0"/>
                  </a:lnTo>
                  <a:lnTo>
                    <a:pt x="0" y="3704082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5577" y="1207426"/>
            <a:ext cx="7150734" cy="97726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49910">
              <a:lnSpc>
                <a:spcPct val="100000"/>
              </a:lnSpc>
              <a:spcBef>
                <a:spcPts val="1125"/>
              </a:spcBef>
            </a:pPr>
            <a:r>
              <a:rPr sz="2400" spc="-75" dirty="0">
                <a:solidFill>
                  <a:srgbClr val="FFFFFF"/>
                </a:solidFill>
                <a:latin typeface="宋体"/>
                <a:cs typeface="宋体"/>
              </a:rPr>
              <a:t>单源最短路径问题 (边权为正)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Single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Source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Shortest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Paths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Problem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with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Positive</a:t>
            </a:r>
            <a:r>
              <a:rPr sz="22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Weights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0079" y="2829432"/>
            <a:ext cx="4317365" cy="235585"/>
          </a:xfrm>
          <a:custGeom>
            <a:avLst/>
            <a:gdLst/>
            <a:ahLst/>
            <a:cxnLst/>
            <a:rect l="l" t="t" r="r" b="b"/>
            <a:pathLst>
              <a:path w="4317365" h="235585">
                <a:moveTo>
                  <a:pt x="78359" y="9652"/>
                </a:moveTo>
                <a:lnTo>
                  <a:pt x="75057" y="0"/>
                </a:lnTo>
                <a:lnTo>
                  <a:pt x="58000" y="6223"/>
                </a:lnTo>
                <a:lnTo>
                  <a:pt x="43040" y="15163"/>
                </a:lnTo>
                <a:lnTo>
                  <a:pt x="10922" y="57924"/>
                </a:lnTo>
                <a:lnTo>
                  <a:pt x="1206" y="96113"/>
                </a:lnTo>
                <a:lnTo>
                  <a:pt x="0" y="117602"/>
                </a:lnTo>
                <a:lnTo>
                  <a:pt x="1206" y="139230"/>
                </a:lnTo>
                <a:lnTo>
                  <a:pt x="10922" y="177431"/>
                </a:lnTo>
                <a:lnTo>
                  <a:pt x="42951" y="220052"/>
                </a:lnTo>
                <a:lnTo>
                  <a:pt x="75057" y="235077"/>
                </a:lnTo>
                <a:lnTo>
                  <a:pt x="77978" y="225552"/>
                </a:lnTo>
                <a:lnTo>
                  <a:pt x="64592" y="219633"/>
                </a:lnTo>
                <a:lnTo>
                  <a:pt x="53035" y="211366"/>
                </a:lnTo>
                <a:lnTo>
                  <a:pt x="29337" y="172859"/>
                </a:lnTo>
                <a:lnTo>
                  <a:pt x="21463" y="116459"/>
                </a:lnTo>
                <a:lnTo>
                  <a:pt x="22339" y="96393"/>
                </a:lnTo>
                <a:lnTo>
                  <a:pt x="35433" y="46863"/>
                </a:lnTo>
                <a:lnTo>
                  <a:pt x="64808" y="15544"/>
                </a:lnTo>
                <a:lnTo>
                  <a:pt x="78359" y="9652"/>
                </a:lnTo>
                <a:close/>
              </a:path>
              <a:path w="4317365" h="235585">
                <a:moveTo>
                  <a:pt x="577342" y="117602"/>
                </a:moveTo>
                <a:lnTo>
                  <a:pt x="572541" y="76200"/>
                </a:lnTo>
                <a:lnTo>
                  <a:pt x="547268" y="26847"/>
                </a:lnTo>
                <a:lnTo>
                  <a:pt x="502412" y="0"/>
                </a:lnTo>
                <a:lnTo>
                  <a:pt x="499110" y="9652"/>
                </a:lnTo>
                <a:lnTo>
                  <a:pt x="512724" y="15544"/>
                </a:lnTo>
                <a:lnTo>
                  <a:pt x="524421" y="23685"/>
                </a:lnTo>
                <a:lnTo>
                  <a:pt x="548119" y="61582"/>
                </a:lnTo>
                <a:lnTo>
                  <a:pt x="556006" y="116459"/>
                </a:lnTo>
                <a:lnTo>
                  <a:pt x="555117" y="137160"/>
                </a:lnTo>
                <a:lnTo>
                  <a:pt x="542036" y="187833"/>
                </a:lnTo>
                <a:lnTo>
                  <a:pt x="512864" y="219633"/>
                </a:lnTo>
                <a:lnTo>
                  <a:pt x="499491" y="225552"/>
                </a:lnTo>
                <a:lnTo>
                  <a:pt x="502412" y="235077"/>
                </a:lnTo>
                <a:lnTo>
                  <a:pt x="547344" y="208419"/>
                </a:lnTo>
                <a:lnTo>
                  <a:pt x="572541" y="159169"/>
                </a:lnTo>
                <a:lnTo>
                  <a:pt x="576135" y="139230"/>
                </a:lnTo>
                <a:lnTo>
                  <a:pt x="577342" y="117602"/>
                </a:lnTo>
                <a:close/>
              </a:path>
              <a:path w="4317365" h="235585">
                <a:moveTo>
                  <a:pt x="3819017" y="9652"/>
                </a:moveTo>
                <a:lnTo>
                  <a:pt x="3815715" y="0"/>
                </a:lnTo>
                <a:lnTo>
                  <a:pt x="3798659" y="6223"/>
                </a:lnTo>
                <a:lnTo>
                  <a:pt x="3783711" y="15163"/>
                </a:lnTo>
                <a:lnTo>
                  <a:pt x="3751580" y="57924"/>
                </a:lnTo>
                <a:lnTo>
                  <a:pt x="3741864" y="96113"/>
                </a:lnTo>
                <a:lnTo>
                  <a:pt x="3740658" y="117602"/>
                </a:lnTo>
                <a:lnTo>
                  <a:pt x="3741864" y="139230"/>
                </a:lnTo>
                <a:lnTo>
                  <a:pt x="3751580" y="177431"/>
                </a:lnTo>
                <a:lnTo>
                  <a:pt x="3783609" y="220052"/>
                </a:lnTo>
                <a:lnTo>
                  <a:pt x="3815715" y="235077"/>
                </a:lnTo>
                <a:lnTo>
                  <a:pt x="3818636" y="225552"/>
                </a:lnTo>
                <a:lnTo>
                  <a:pt x="3805250" y="219633"/>
                </a:lnTo>
                <a:lnTo>
                  <a:pt x="3793693" y="211366"/>
                </a:lnTo>
                <a:lnTo>
                  <a:pt x="3769995" y="172859"/>
                </a:lnTo>
                <a:lnTo>
                  <a:pt x="3762121" y="116459"/>
                </a:lnTo>
                <a:lnTo>
                  <a:pt x="3762997" y="96393"/>
                </a:lnTo>
                <a:lnTo>
                  <a:pt x="3776091" y="46863"/>
                </a:lnTo>
                <a:lnTo>
                  <a:pt x="3805466" y="15544"/>
                </a:lnTo>
                <a:lnTo>
                  <a:pt x="3819017" y="9652"/>
                </a:lnTo>
                <a:close/>
              </a:path>
              <a:path w="4317365" h="235585">
                <a:moveTo>
                  <a:pt x="4317238" y="117602"/>
                </a:moveTo>
                <a:lnTo>
                  <a:pt x="4312437" y="76200"/>
                </a:lnTo>
                <a:lnTo>
                  <a:pt x="4287164" y="26847"/>
                </a:lnTo>
                <a:lnTo>
                  <a:pt x="4242308" y="0"/>
                </a:lnTo>
                <a:lnTo>
                  <a:pt x="4239006" y="9652"/>
                </a:lnTo>
                <a:lnTo>
                  <a:pt x="4252620" y="15544"/>
                </a:lnTo>
                <a:lnTo>
                  <a:pt x="4264317" y="23685"/>
                </a:lnTo>
                <a:lnTo>
                  <a:pt x="4288015" y="61582"/>
                </a:lnTo>
                <a:lnTo>
                  <a:pt x="4295902" y="116459"/>
                </a:lnTo>
                <a:lnTo>
                  <a:pt x="4295013" y="137160"/>
                </a:lnTo>
                <a:lnTo>
                  <a:pt x="4281932" y="187833"/>
                </a:lnTo>
                <a:lnTo>
                  <a:pt x="4252760" y="219633"/>
                </a:lnTo>
                <a:lnTo>
                  <a:pt x="4239387" y="225552"/>
                </a:lnTo>
                <a:lnTo>
                  <a:pt x="4242308" y="235077"/>
                </a:lnTo>
                <a:lnTo>
                  <a:pt x="4287240" y="208419"/>
                </a:lnTo>
                <a:lnTo>
                  <a:pt x="4312437" y="159169"/>
                </a:lnTo>
                <a:lnTo>
                  <a:pt x="4316031" y="139230"/>
                </a:lnTo>
                <a:lnTo>
                  <a:pt x="4317238" y="1176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20765" y="2753106"/>
            <a:ext cx="41490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152775" algn="l"/>
                <a:tab pos="3739515" algn="l"/>
              </a:tabLst>
            </a:pPr>
            <a:r>
              <a:rPr sz="2000" dirty="0">
                <a:latin typeface="Cambria Math"/>
                <a:cs typeface="Cambria Math"/>
              </a:rPr>
              <a:t>≥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𝟎</a:t>
            </a:r>
            <a:r>
              <a:rPr sz="2000" spc="-25" dirty="0">
                <a:latin typeface="宋体"/>
                <a:cs typeface="宋体"/>
              </a:rPr>
              <a:t>（</a:t>
            </a:r>
            <a:r>
              <a:rPr sz="2000" spc="-20" dirty="0">
                <a:latin typeface="宋体"/>
                <a:cs typeface="宋体"/>
              </a:rPr>
              <a:t>图中</a:t>
            </a:r>
            <a:r>
              <a:rPr sz="2000" spc="-15" dirty="0">
                <a:latin typeface="宋体"/>
                <a:cs typeface="宋体"/>
              </a:rPr>
              <a:t>所</a:t>
            </a:r>
            <a:r>
              <a:rPr sz="2000" spc="-20" dirty="0">
                <a:latin typeface="宋体"/>
                <a:cs typeface="宋体"/>
              </a:rPr>
              <a:t>有边</a:t>
            </a:r>
            <a:r>
              <a:rPr sz="2000" spc="-15" dirty="0">
                <a:latin typeface="宋体"/>
                <a:cs typeface="宋体"/>
              </a:rPr>
              <a:t>权</a:t>
            </a:r>
            <a:r>
              <a:rPr sz="2000" spc="-20" dirty="0">
                <a:latin typeface="宋体"/>
                <a:cs typeface="宋体"/>
              </a:rPr>
              <a:t>为正</a:t>
            </a:r>
            <a:r>
              <a:rPr sz="2000" spc="-25" dirty="0">
                <a:latin typeface="宋体"/>
                <a:cs typeface="宋体"/>
              </a:rPr>
              <a:t>）</a:t>
            </a:r>
            <a:r>
              <a:rPr sz="2000" spc="-25" dirty="0">
                <a:latin typeface="Cambria Math"/>
                <a:cs typeface="Cambria Math"/>
              </a:rPr>
              <a:t>,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10" dirty="0">
                <a:latin typeface="Cambria Math"/>
                <a:cs typeface="Cambria Math"/>
              </a:rPr>
              <a:t>𝒖,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𝒗</a:t>
            </a:r>
            <a:r>
              <a:rPr sz="2000" dirty="0">
                <a:latin typeface="Cambria Math"/>
                <a:cs typeface="Cambria Math"/>
              </a:rPr>
              <a:t>	∈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𝑬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5577" y="2442210"/>
            <a:ext cx="4262120" cy="944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入</a:t>
            </a:r>
            <a:endParaRPr sz="2000">
              <a:latin typeface="宋体"/>
              <a:cs typeface="宋体"/>
            </a:endParaRPr>
          </a:p>
          <a:p>
            <a:pPr marL="285115" indent="-285115">
              <a:lnSpc>
                <a:spcPts val="2395"/>
              </a:lnSpc>
              <a:spcBef>
                <a:spcPts val="50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000" spc="-20" dirty="0">
                <a:latin typeface="宋体"/>
                <a:cs typeface="宋体"/>
              </a:rPr>
              <a:t>带权图</a:t>
            </a:r>
            <a:r>
              <a:rPr sz="2000" dirty="0">
                <a:latin typeface="Cambria Math"/>
                <a:cs typeface="Cambria Math"/>
              </a:rPr>
              <a:t>𝑮</a:t>
            </a:r>
            <a:r>
              <a:rPr sz="2000" spc="45" dirty="0">
                <a:latin typeface="Cambria Math"/>
                <a:cs typeface="Cambria Math"/>
              </a:rPr>
              <a:t> =&lt; </a:t>
            </a:r>
            <a:r>
              <a:rPr sz="2000" spc="-10" dirty="0">
                <a:latin typeface="Cambria Math"/>
                <a:cs typeface="Cambria Math"/>
              </a:rPr>
              <a:t>𝑽</a:t>
            </a:r>
            <a:r>
              <a:rPr sz="2000" spc="-60" dirty="0">
                <a:latin typeface="Cambria Math"/>
                <a:cs typeface="Cambria Math"/>
              </a:rPr>
              <a:t>, </a:t>
            </a:r>
            <a:r>
              <a:rPr sz="2000" spc="-10" dirty="0">
                <a:latin typeface="Cambria Math"/>
                <a:cs typeface="Cambria Math"/>
              </a:rPr>
              <a:t>𝑬,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𝑾</a:t>
            </a:r>
            <a:r>
              <a:rPr sz="2000" spc="40" dirty="0">
                <a:latin typeface="Cambria Math"/>
                <a:cs typeface="Cambria Math"/>
              </a:rPr>
              <a:t> &gt;</a:t>
            </a:r>
            <a:r>
              <a:rPr sz="2000" b="1" spc="-15" dirty="0">
                <a:latin typeface="Microsoft JhengHei"/>
                <a:cs typeface="Microsoft JhengHei"/>
              </a:rPr>
              <a:t>，</a:t>
            </a:r>
            <a:r>
              <a:rPr sz="2000" spc="-20" dirty="0">
                <a:latin typeface="宋体"/>
                <a:cs typeface="宋体"/>
              </a:rPr>
              <a:t>其中</a:t>
            </a:r>
            <a:r>
              <a:rPr sz="2000" dirty="0">
                <a:latin typeface="Cambria Math"/>
                <a:cs typeface="Cambria Math"/>
              </a:rPr>
              <a:t>𝒘</a:t>
            </a:r>
            <a:r>
              <a:rPr sz="2000" spc="36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𝒖,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𝒗</a:t>
            </a:r>
            <a:endParaRPr sz="2000">
              <a:latin typeface="Cambria Math"/>
              <a:cs typeface="Cambria Math"/>
            </a:endParaRPr>
          </a:p>
          <a:p>
            <a:pPr marL="285115" indent="-285115">
              <a:lnSpc>
                <a:spcPts val="2395"/>
              </a:lnSpc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000" spc="-20" dirty="0">
                <a:latin typeface="宋体"/>
                <a:cs typeface="宋体"/>
              </a:rPr>
              <a:t>源点编号</a:t>
            </a:r>
            <a:r>
              <a:rPr sz="2000" spc="-50" dirty="0">
                <a:latin typeface="Cambria Math"/>
                <a:cs typeface="Cambria Math"/>
              </a:rPr>
              <a:t>𝒔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5577" y="3661409"/>
            <a:ext cx="7400290" cy="70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出</a:t>
            </a:r>
            <a:endParaRPr sz="2000">
              <a:latin typeface="宋体"/>
              <a:cs typeface="宋体"/>
            </a:endParaRPr>
          </a:p>
          <a:p>
            <a:pPr marL="285115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000" spc="-20" dirty="0">
                <a:latin typeface="宋体"/>
                <a:cs typeface="宋体"/>
              </a:rPr>
              <a:t>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到所有其他顶</a:t>
            </a:r>
            <a:r>
              <a:rPr sz="2000" spc="-30" dirty="0">
                <a:latin typeface="宋体"/>
                <a:cs typeface="宋体"/>
              </a:rPr>
              <a:t>点</a:t>
            </a:r>
            <a:r>
              <a:rPr sz="2000" spc="-10" dirty="0">
                <a:latin typeface="Cambria Math"/>
                <a:cs typeface="Cambria Math"/>
              </a:rPr>
              <a:t>𝒕</a:t>
            </a:r>
            <a:r>
              <a:rPr sz="2000" spc="-20" dirty="0">
                <a:latin typeface="宋体"/>
                <a:cs typeface="宋体"/>
              </a:rPr>
              <a:t>的</a:t>
            </a:r>
            <a:r>
              <a:rPr sz="2000" spc="-20" dirty="0">
                <a:solidFill>
                  <a:srgbClr val="FF0000"/>
                </a:solidFill>
                <a:latin typeface="宋体"/>
                <a:cs typeface="宋体"/>
              </a:rPr>
              <a:t>最短距离</a:t>
            </a:r>
            <a:r>
              <a:rPr sz="2000" spc="-10" dirty="0">
                <a:latin typeface="Cambria Math"/>
                <a:cs typeface="Cambria Math"/>
              </a:rPr>
              <a:t>𝜹(𝒔</a:t>
            </a:r>
            <a:r>
              <a:rPr sz="2000" spc="-65" dirty="0">
                <a:latin typeface="Cambria Math"/>
                <a:cs typeface="Cambria Math"/>
              </a:rPr>
              <a:t>, </a:t>
            </a:r>
            <a:r>
              <a:rPr sz="2000" spc="-20" dirty="0">
                <a:latin typeface="Cambria Math"/>
                <a:cs typeface="Cambria Math"/>
              </a:rPr>
              <a:t>𝒕)</a:t>
            </a:r>
            <a:r>
              <a:rPr sz="2000" spc="-20" dirty="0">
                <a:latin typeface="宋体"/>
                <a:cs typeface="宋体"/>
              </a:rPr>
              <a:t>和</a:t>
            </a:r>
            <a:r>
              <a:rPr sz="2000" spc="-20" dirty="0">
                <a:solidFill>
                  <a:srgbClr val="FF0000"/>
                </a:solidFill>
                <a:latin typeface="宋体"/>
                <a:cs typeface="宋体"/>
              </a:rPr>
              <a:t>最短路径</a:t>
            </a:r>
            <a:r>
              <a:rPr sz="20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90" dirty="0">
                <a:latin typeface="Cambria Math"/>
                <a:cs typeface="Cambria Math"/>
              </a:rPr>
              <a:t> … , 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spc="45" dirty="0">
                <a:latin typeface="Cambria Math"/>
                <a:cs typeface="Cambria Math"/>
              </a:rPr>
              <a:t> &gt;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516" y="1569719"/>
            <a:ext cx="2484120" cy="3105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0967" y="4702302"/>
            <a:ext cx="3124835" cy="11068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627380" marR="619760" algn="ctr">
              <a:lnSpc>
                <a:spcPct val="97100"/>
              </a:lnSpc>
              <a:spcBef>
                <a:spcPts val="160"/>
              </a:spcBef>
            </a:pPr>
            <a:r>
              <a:rPr sz="1800" b="1" spc="-10" dirty="0">
                <a:latin typeface="Times New Roman"/>
                <a:cs typeface="Times New Roman"/>
              </a:rPr>
              <a:t>Edsger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60" dirty="0">
                <a:latin typeface="Times New Roman"/>
                <a:cs typeface="Times New Roman"/>
              </a:rPr>
              <a:t>W</a:t>
            </a:r>
            <a:r>
              <a:rPr sz="1800" b="1" spc="-40" dirty="0">
                <a:latin typeface="Times New Roman"/>
                <a:cs typeface="Times New Roman"/>
              </a:rPr>
              <a:t>. </a:t>
            </a:r>
            <a:r>
              <a:rPr sz="1800" b="1" spc="-10" dirty="0">
                <a:latin typeface="Times New Roman"/>
                <a:cs typeface="Times New Roman"/>
              </a:rPr>
              <a:t>Dijkstra </a:t>
            </a:r>
            <a:r>
              <a:rPr sz="1800" b="1" dirty="0">
                <a:latin typeface="Times New Roman"/>
                <a:cs typeface="Times New Roman"/>
              </a:rPr>
              <a:t>1972, </a:t>
            </a:r>
            <a:r>
              <a:rPr sz="1800" b="1" spc="-10" dirty="0">
                <a:latin typeface="Times New Roman"/>
                <a:cs typeface="Times New Roman"/>
              </a:rPr>
              <a:t>Netherlands </a:t>
            </a:r>
            <a:r>
              <a:rPr sz="1800" b="1" spc="-20" dirty="0">
                <a:latin typeface="Times New Roman"/>
                <a:cs typeface="Times New Roman"/>
              </a:rPr>
              <a:t>ALGOL</a:t>
            </a:r>
            <a:r>
              <a:rPr sz="1800" spc="-25" dirty="0">
                <a:latin typeface="宋体"/>
                <a:cs typeface="宋体"/>
              </a:rPr>
              <a:t>之</a:t>
            </a:r>
            <a:r>
              <a:rPr sz="1800" spc="-50" dirty="0">
                <a:latin typeface="宋体"/>
                <a:cs typeface="宋体"/>
              </a:rPr>
              <a:t>父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提出单源最短路径</a:t>
            </a:r>
            <a:r>
              <a:rPr sz="1800" b="1" spc="-10" dirty="0">
                <a:latin typeface="Times New Roman"/>
                <a:cs typeface="Times New Roman"/>
              </a:rPr>
              <a:t>Dijkstra</a:t>
            </a:r>
            <a:r>
              <a:rPr sz="1800" spc="-25" dirty="0">
                <a:latin typeface="宋体"/>
                <a:cs typeface="宋体"/>
              </a:rPr>
              <a:t>算法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49467" y="2170176"/>
            <a:ext cx="5655310" cy="3106420"/>
            <a:chOff x="5649467" y="2170176"/>
            <a:chExt cx="5655310" cy="3106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9467" y="2170176"/>
              <a:ext cx="5654801" cy="31059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61275" y="2445258"/>
              <a:ext cx="1462405" cy="1238885"/>
            </a:xfrm>
            <a:custGeom>
              <a:avLst/>
              <a:gdLst/>
              <a:ahLst/>
              <a:cxnLst/>
              <a:rect l="l" t="t" r="r" b="b"/>
              <a:pathLst>
                <a:path w="1462404" h="1238885">
                  <a:moveTo>
                    <a:pt x="57150" y="1066927"/>
                  </a:moveTo>
                  <a:lnTo>
                    <a:pt x="0" y="1066927"/>
                  </a:lnTo>
                  <a:lnTo>
                    <a:pt x="85725" y="1238377"/>
                  </a:lnTo>
                  <a:lnTo>
                    <a:pt x="157162" y="1095502"/>
                  </a:lnTo>
                  <a:lnTo>
                    <a:pt x="57150" y="1095502"/>
                  </a:lnTo>
                  <a:lnTo>
                    <a:pt x="57150" y="1066927"/>
                  </a:lnTo>
                  <a:close/>
                </a:path>
                <a:path w="1462404" h="1238885">
                  <a:moveTo>
                    <a:pt x="1461897" y="0"/>
                  </a:moveTo>
                  <a:lnTo>
                    <a:pt x="85725" y="0"/>
                  </a:lnTo>
                  <a:lnTo>
                    <a:pt x="74616" y="2250"/>
                  </a:lnTo>
                  <a:lnTo>
                    <a:pt x="65531" y="8382"/>
                  </a:lnTo>
                  <a:lnTo>
                    <a:pt x="59400" y="17466"/>
                  </a:lnTo>
                  <a:lnTo>
                    <a:pt x="57150" y="28575"/>
                  </a:lnTo>
                  <a:lnTo>
                    <a:pt x="57150" y="1095502"/>
                  </a:lnTo>
                  <a:lnTo>
                    <a:pt x="114300" y="1095502"/>
                  </a:lnTo>
                  <a:lnTo>
                    <a:pt x="114300" y="57150"/>
                  </a:lnTo>
                  <a:lnTo>
                    <a:pt x="85725" y="57150"/>
                  </a:lnTo>
                  <a:lnTo>
                    <a:pt x="114300" y="28575"/>
                  </a:lnTo>
                  <a:lnTo>
                    <a:pt x="1461897" y="28575"/>
                  </a:lnTo>
                  <a:lnTo>
                    <a:pt x="1461897" y="0"/>
                  </a:lnTo>
                  <a:close/>
                </a:path>
                <a:path w="1462404" h="1238885">
                  <a:moveTo>
                    <a:pt x="171450" y="1066927"/>
                  </a:moveTo>
                  <a:lnTo>
                    <a:pt x="114300" y="1066927"/>
                  </a:lnTo>
                  <a:lnTo>
                    <a:pt x="114300" y="1095502"/>
                  </a:lnTo>
                  <a:lnTo>
                    <a:pt x="157162" y="1095502"/>
                  </a:lnTo>
                  <a:lnTo>
                    <a:pt x="171450" y="1066927"/>
                  </a:lnTo>
                  <a:close/>
                </a:path>
                <a:path w="1462404" h="1238885">
                  <a:moveTo>
                    <a:pt x="114300" y="28575"/>
                  </a:moveTo>
                  <a:lnTo>
                    <a:pt x="85725" y="57150"/>
                  </a:lnTo>
                  <a:lnTo>
                    <a:pt x="114300" y="57150"/>
                  </a:lnTo>
                  <a:lnTo>
                    <a:pt x="114300" y="28575"/>
                  </a:lnTo>
                  <a:close/>
                </a:path>
                <a:path w="1462404" h="1238885">
                  <a:moveTo>
                    <a:pt x="1461897" y="28575"/>
                  </a:moveTo>
                  <a:lnTo>
                    <a:pt x="114300" y="28575"/>
                  </a:lnTo>
                  <a:lnTo>
                    <a:pt x="114300" y="57150"/>
                  </a:lnTo>
                  <a:lnTo>
                    <a:pt x="1461897" y="57150"/>
                  </a:lnTo>
                  <a:lnTo>
                    <a:pt x="1461897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85072" y="2287143"/>
              <a:ext cx="367030" cy="372745"/>
            </a:xfrm>
            <a:custGeom>
              <a:avLst/>
              <a:gdLst/>
              <a:ahLst/>
              <a:cxnLst/>
              <a:rect l="l" t="t" r="r" b="b"/>
              <a:pathLst>
                <a:path w="367029" h="372744">
                  <a:moveTo>
                    <a:pt x="183260" y="0"/>
                  </a:moveTo>
                  <a:lnTo>
                    <a:pt x="139953" y="142367"/>
                  </a:lnTo>
                  <a:lnTo>
                    <a:pt x="0" y="142367"/>
                  </a:lnTo>
                  <a:lnTo>
                    <a:pt x="113283" y="230251"/>
                  </a:lnTo>
                  <a:lnTo>
                    <a:pt x="69976" y="372618"/>
                  </a:lnTo>
                  <a:lnTo>
                    <a:pt x="183260" y="284607"/>
                  </a:lnTo>
                  <a:lnTo>
                    <a:pt x="296545" y="372618"/>
                  </a:lnTo>
                  <a:lnTo>
                    <a:pt x="253237" y="230251"/>
                  </a:lnTo>
                  <a:lnTo>
                    <a:pt x="366522" y="142367"/>
                  </a:lnTo>
                  <a:lnTo>
                    <a:pt x="226568" y="142367"/>
                  </a:lnTo>
                  <a:lnTo>
                    <a:pt x="1832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85072" y="2287143"/>
              <a:ext cx="367030" cy="372745"/>
            </a:xfrm>
            <a:custGeom>
              <a:avLst/>
              <a:gdLst/>
              <a:ahLst/>
              <a:cxnLst/>
              <a:rect l="l" t="t" r="r" b="b"/>
              <a:pathLst>
                <a:path w="367029" h="372744">
                  <a:moveTo>
                    <a:pt x="0" y="142367"/>
                  </a:moveTo>
                  <a:lnTo>
                    <a:pt x="139953" y="142367"/>
                  </a:lnTo>
                  <a:lnTo>
                    <a:pt x="183260" y="0"/>
                  </a:lnTo>
                  <a:lnTo>
                    <a:pt x="226568" y="142367"/>
                  </a:lnTo>
                  <a:lnTo>
                    <a:pt x="366522" y="142367"/>
                  </a:lnTo>
                  <a:lnTo>
                    <a:pt x="253237" y="230251"/>
                  </a:lnTo>
                  <a:lnTo>
                    <a:pt x="296545" y="372618"/>
                  </a:lnTo>
                  <a:lnTo>
                    <a:pt x="183260" y="284607"/>
                  </a:lnTo>
                  <a:lnTo>
                    <a:pt x="69976" y="372618"/>
                  </a:lnTo>
                  <a:lnTo>
                    <a:pt x="113283" y="230251"/>
                  </a:lnTo>
                  <a:lnTo>
                    <a:pt x="0" y="142367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64120" y="3683127"/>
              <a:ext cx="367030" cy="373380"/>
            </a:xfrm>
            <a:custGeom>
              <a:avLst/>
              <a:gdLst/>
              <a:ahLst/>
              <a:cxnLst/>
              <a:rect l="l" t="t" r="r" b="b"/>
              <a:pathLst>
                <a:path w="367029" h="373379">
                  <a:moveTo>
                    <a:pt x="183260" y="0"/>
                  </a:moveTo>
                  <a:lnTo>
                    <a:pt x="139953" y="142621"/>
                  </a:lnTo>
                  <a:lnTo>
                    <a:pt x="0" y="142621"/>
                  </a:lnTo>
                  <a:lnTo>
                    <a:pt x="113283" y="230759"/>
                  </a:lnTo>
                  <a:lnTo>
                    <a:pt x="69976" y="373380"/>
                  </a:lnTo>
                  <a:lnTo>
                    <a:pt x="183260" y="285242"/>
                  </a:lnTo>
                  <a:lnTo>
                    <a:pt x="296545" y="373380"/>
                  </a:lnTo>
                  <a:lnTo>
                    <a:pt x="253237" y="230759"/>
                  </a:lnTo>
                  <a:lnTo>
                    <a:pt x="366522" y="142621"/>
                  </a:lnTo>
                  <a:lnTo>
                    <a:pt x="226568" y="142621"/>
                  </a:lnTo>
                  <a:lnTo>
                    <a:pt x="18326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4120" y="3683127"/>
              <a:ext cx="367030" cy="373380"/>
            </a:xfrm>
            <a:custGeom>
              <a:avLst/>
              <a:gdLst/>
              <a:ahLst/>
              <a:cxnLst/>
              <a:rect l="l" t="t" r="r" b="b"/>
              <a:pathLst>
                <a:path w="367029" h="373379">
                  <a:moveTo>
                    <a:pt x="0" y="142621"/>
                  </a:moveTo>
                  <a:lnTo>
                    <a:pt x="139953" y="142621"/>
                  </a:lnTo>
                  <a:lnTo>
                    <a:pt x="183260" y="0"/>
                  </a:lnTo>
                  <a:lnTo>
                    <a:pt x="226568" y="142621"/>
                  </a:lnTo>
                  <a:lnTo>
                    <a:pt x="366522" y="142621"/>
                  </a:lnTo>
                  <a:lnTo>
                    <a:pt x="253237" y="230759"/>
                  </a:lnTo>
                  <a:lnTo>
                    <a:pt x="296545" y="373380"/>
                  </a:lnTo>
                  <a:lnTo>
                    <a:pt x="183260" y="285242"/>
                  </a:lnTo>
                  <a:lnTo>
                    <a:pt x="69976" y="373380"/>
                  </a:lnTo>
                  <a:lnTo>
                    <a:pt x="113283" y="230759"/>
                  </a:lnTo>
                  <a:lnTo>
                    <a:pt x="0" y="14262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94388" y="2101124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81917" y="2101124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20" y="248920"/>
                </a:lnTo>
                <a:lnTo>
                  <a:pt x="22720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7709" y="979614"/>
            <a:ext cx="7529830" cy="14109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辅助数组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𝒅𝒊𝒔𝒕</a:t>
            </a:r>
            <a:r>
              <a:rPr sz="2400" dirty="0">
                <a:latin typeface="宋体"/>
                <a:cs typeface="宋体"/>
              </a:rPr>
              <a:t>表示距离上界（估计距离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35"/>
              </a:spcBef>
              <a:tabLst>
                <a:tab pos="1000125" algn="l"/>
                <a:tab pos="2931160" algn="l"/>
              </a:tabLst>
            </a:pPr>
            <a:r>
              <a:rPr sz="1550" spc="-50" dirty="0">
                <a:solidFill>
                  <a:srgbClr val="EB91D7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EB91D7"/>
                </a:solidFill>
                <a:latin typeface="Arial"/>
                <a:cs typeface="Arial"/>
              </a:rPr>
              <a:t>	</a:t>
            </a:r>
            <a:r>
              <a:rPr sz="2200" dirty="0">
                <a:latin typeface="宋体"/>
                <a:cs typeface="宋体"/>
              </a:rPr>
              <a:t>源点</a:t>
            </a:r>
            <a:r>
              <a:rPr sz="220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，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25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204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𝟎</a:t>
            </a:r>
            <a:r>
              <a:rPr sz="2200" spc="-10" dirty="0">
                <a:latin typeface="宋体"/>
                <a:cs typeface="宋体"/>
              </a:rPr>
              <a:t>；</a:t>
            </a:r>
            <a:r>
              <a:rPr sz="2200" dirty="0">
                <a:latin typeface="宋体"/>
                <a:cs typeface="宋体"/>
              </a:rPr>
              <a:t>其他顶点</a:t>
            </a:r>
            <a:r>
              <a:rPr sz="2200" spc="-1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dirty="0">
                <a:latin typeface="宋体"/>
                <a:cs typeface="宋体"/>
              </a:rPr>
              <a:t>初始化</a:t>
            </a:r>
            <a:r>
              <a:rPr sz="2200" spc="-10" dirty="0">
                <a:latin typeface="宋体"/>
                <a:cs typeface="宋体"/>
              </a:rPr>
              <a:t>为</a:t>
            </a:r>
            <a:r>
              <a:rPr sz="2200" spc="-50" dirty="0">
                <a:latin typeface="Cambria Math"/>
                <a:cs typeface="Cambria Math"/>
              </a:rPr>
              <a:t>∞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88719" y="3751326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79">
                <a:moveTo>
                  <a:pt x="0" y="237362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3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2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3" y="474725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37310" y="375310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69313" y="3713988"/>
            <a:ext cx="2451735" cy="1985010"/>
            <a:chOff x="1369313" y="3713988"/>
            <a:chExt cx="2451735" cy="1985010"/>
          </a:xfrm>
        </p:grpSpPr>
        <p:sp>
          <p:nvSpPr>
            <p:cNvPr id="9" name="object 9"/>
            <p:cNvSpPr/>
            <p:nvPr/>
          </p:nvSpPr>
          <p:spPr>
            <a:xfrm>
              <a:off x="3326891" y="37330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69314" y="3914139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26891" y="5205222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07486" y="420776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06827" y="35610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7367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6082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43327" y="5664657"/>
            <a:ext cx="1332230" cy="1107440"/>
            <a:chOff x="2243327" y="5664657"/>
            <a:chExt cx="1332230" cy="1107440"/>
          </a:xfrm>
        </p:grpSpPr>
        <p:sp>
          <p:nvSpPr>
            <p:cNvPr id="17" name="object 17"/>
            <p:cNvSpPr/>
            <p:nvPr/>
          </p:nvSpPr>
          <p:spPr>
            <a:xfrm>
              <a:off x="2262377" y="627735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5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6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67761" y="566465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8045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78" y="640562"/>
                  </a:lnTo>
                  <a:lnTo>
                    <a:pt x="87756" y="640562"/>
                  </a:lnTo>
                  <a:lnTo>
                    <a:pt x="65024" y="609993"/>
                  </a:lnTo>
                  <a:lnTo>
                    <a:pt x="80364" y="598582"/>
                  </a:lnTo>
                  <a:lnTo>
                    <a:pt x="57657" y="568045"/>
                  </a:lnTo>
                  <a:close/>
                </a:path>
                <a:path w="908050" h="682625">
                  <a:moveTo>
                    <a:pt x="80364" y="598582"/>
                  </a:moveTo>
                  <a:lnTo>
                    <a:pt x="65024" y="609993"/>
                  </a:lnTo>
                  <a:lnTo>
                    <a:pt x="87756" y="640562"/>
                  </a:lnTo>
                  <a:lnTo>
                    <a:pt x="103095" y="629153"/>
                  </a:lnTo>
                  <a:lnTo>
                    <a:pt x="80364" y="598582"/>
                  </a:lnTo>
                  <a:close/>
                </a:path>
                <a:path w="908050" h="682625">
                  <a:moveTo>
                    <a:pt x="103095" y="629153"/>
                  </a:moveTo>
                  <a:lnTo>
                    <a:pt x="87756" y="640562"/>
                  </a:lnTo>
                  <a:lnTo>
                    <a:pt x="111578" y="640562"/>
                  </a:lnTo>
                  <a:lnTo>
                    <a:pt x="103095" y="629153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82"/>
                  </a:lnTo>
                  <a:lnTo>
                    <a:pt x="103095" y="629153"/>
                  </a:lnTo>
                  <a:lnTo>
                    <a:pt x="907796" y="30568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05000" y="559282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69669" y="5180076"/>
            <a:ext cx="1162685" cy="1167130"/>
            <a:chOff x="1169669" y="5180076"/>
            <a:chExt cx="1162685" cy="1167130"/>
          </a:xfrm>
        </p:grpSpPr>
        <p:sp>
          <p:nvSpPr>
            <p:cNvPr id="21" name="object 21"/>
            <p:cNvSpPr/>
            <p:nvPr/>
          </p:nvSpPr>
          <p:spPr>
            <a:xfrm>
              <a:off x="1188719" y="51991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15160" y="565856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311"/>
                  </a:moveTo>
                  <a:lnTo>
                    <a:pt x="791209" y="665873"/>
                  </a:lnTo>
                  <a:lnTo>
                    <a:pt x="917066" y="688162"/>
                  </a:lnTo>
                  <a:lnTo>
                    <a:pt x="896075" y="646645"/>
                  </a:lnTo>
                  <a:lnTo>
                    <a:pt x="829182" y="646645"/>
                  </a:lnTo>
                  <a:lnTo>
                    <a:pt x="813928" y="635311"/>
                  </a:lnTo>
                  <a:close/>
                </a:path>
                <a:path w="917575" h="688339">
                  <a:moveTo>
                    <a:pt x="836660" y="604731"/>
                  </a:moveTo>
                  <a:lnTo>
                    <a:pt x="813928" y="635311"/>
                  </a:lnTo>
                  <a:lnTo>
                    <a:pt x="829182" y="646645"/>
                  </a:lnTo>
                  <a:lnTo>
                    <a:pt x="851915" y="616064"/>
                  </a:lnTo>
                  <a:lnTo>
                    <a:pt x="836660" y="604731"/>
                  </a:lnTo>
                  <a:close/>
                </a:path>
                <a:path w="917575" h="688339">
                  <a:moveTo>
                    <a:pt x="859408" y="574128"/>
                  </a:moveTo>
                  <a:lnTo>
                    <a:pt x="836660" y="604731"/>
                  </a:lnTo>
                  <a:lnTo>
                    <a:pt x="851915" y="616064"/>
                  </a:lnTo>
                  <a:lnTo>
                    <a:pt x="829182" y="646645"/>
                  </a:lnTo>
                  <a:lnTo>
                    <a:pt x="896075" y="646645"/>
                  </a:lnTo>
                  <a:lnTo>
                    <a:pt x="859408" y="574128"/>
                  </a:lnTo>
                  <a:close/>
                </a:path>
                <a:path w="917575" h="688339">
                  <a:moveTo>
                    <a:pt x="22605" y="0"/>
                  </a:moveTo>
                  <a:lnTo>
                    <a:pt x="0" y="30581"/>
                  </a:lnTo>
                  <a:lnTo>
                    <a:pt x="813928" y="635311"/>
                  </a:lnTo>
                  <a:lnTo>
                    <a:pt x="836660" y="604731"/>
                  </a:lnTo>
                  <a:lnTo>
                    <a:pt x="22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939542" y="56004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8171" y="370992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3650" y="519455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6357" y="6265926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480303" y="4390390"/>
          <a:ext cx="5864858" cy="103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727709" y="37076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42917" y="3707638"/>
            <a:ext cx="1581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6655" y="5174488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58010" y="6312661"/>
            <a:ext cx="2393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08171" y="5180584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170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6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BBCEBE84-1C8E-434C-A5D8-8401CBF8B7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0844" y="206846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373" y="206846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20" y="248920"/>
                </a:lnTo>
                <a:lnTo>
                  <a:pt x="22720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89544" y="246978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36687" y="246978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143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935783"/>
            <a:ext cx="7608570" cy="181356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辅助数组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𝒅𝒊𝒔𝒕</a:t>
            </a:r>
            <a:r>
              <a:rPr sz="2400" dirty="0">
                <a:latin typeface="宋体"/>
                <a:cs typeface="宋体"/>
              </a:rPr>
              <a:t>表示距离上界（估计距离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35"/>
              </a:spcBef>
              <a:tabLst>
                <a:tab pos="1000125" algn="l"/>
                <a:tab pos="2931160" algn="l"/>
              </a:tabLst>
            </a:pPr>
            <a:r>
              <a:rPr sz="1550" spc="-50" dirty="0">
                <a:solidFill>
                  <a:srgbClr val="EB91D7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EB91D7"/>
                </a:solidFill>
                <a:latin typeface="Arial"/>
                <a:cs typeface="Arial"/>
              </a:rPr>
              <a:t>	</a:t>
            </a:r>
            <a:r>
              <a:rPr sz="2200" dirty="0">
                <a:latin typeface="宋体"/>
                <a:cs typeface="宋体"/>
              </a:rPr>
              <a:t>源点</a:t>
            </a:r>
            <a:r>
              <a:rPr sz="220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，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25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204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𝟎</a:t>
            </a:r>
            <a:r>
              <a:rPr sz="2200" spc="-10" dirty="0">
                <a:latin typeface="宋体"/>
                <a:cs typeface="宋体"/>
              </a:rPr>
              <a:t>；</a:t>
            </a:r>
            <a:r>
              <a:rPr sz="2200" dirty="0">
                <a:latin typeface="宋体"/>
                <a:cs typeface="宋体"/>
              </a:rPr>
              <a:t>其他顶点</a:t>
            </a:r>
            <a:r>
              <a:rPr sz="2200" spc="-1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dirty="0">
                <a:latin typeface="宋体"/>
                <a:cs typeface="宋体"/>
              </a:rPr>
              <a:t>初始化</a:t>
            </a:r>
            <a:r>
              <a:rPr sz="2200" spc="-10" dirty="0">
                <a:latin typeface="宋体"/>
                <a:cs typeface="宋体"/>
              </a:rPr>
              <a:t>为</a:t>
            </a:r>
            <a:r>
              <a:rPr sz="2200" spc="-50" dirty="0">
                <a:latin typeface="Cambria Math"/>
                <a:cs typeface="Cambria Math"/>
              </a:rPr>
              <a:t>∞</a:t>
            </a:r>
            <a:endParaRPr sz="220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3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Cambria Math"/>
                <a:cs typeface="Cambria Math"/>
              </a:rPr>
              <a:t>o</a:t>
            </a:r>
            <a:r>
              <a:rPr sz="1550" dirty="0">
                <a:solidFill>
                  <a:srgbClr val="EB91D7"/>
                </a:solidFill>
                <a:latin typeface="Cambria Math"/>
                <a:cs typeface="Cambria Math"/>
              </a:rPr>
              <a:t>	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spc="-5" dirty="0">
                <a:latin typeface="宋体"/>
                <a:cs typeface="宋体"/>
              </a:rPr>
              <a:t>：源点</a:t>
            </a:r>
            <a:r>
              <a:rPr sz="2200" spc="-1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5" dirty="0">
                <a:latin typeface="宋体"/>
                <a:cs typeface="宋体"/>
              </a:rPr>
              <a:t>的距离上界</a:t>
            </a:r>
            <a:r>
              <a:rPr sz="2200" b="1" spc="-10" dirty="0">
                <a:latin typeface="Microsoft JhengHei"/>
                <a:cs typeface="Microsoft JhengHei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𝜹(𝒔</a:t>
            </a:r>
            <a:r>
              <a:rPr sz="2200" spc="-65" dirty="0">
                <a:latin typeface="Cambria Math"/>
                <a:cs typeface="Cambria Math"/>
              </a:rPr>
              <a:t>, </a:t>
            </a:r>
            <a:r>
              <a:rPr sz="2200" dirty="0">
                <a:latin typeface="Cambria Math"/>
                <a:cs typeface="Cambria Math"/>
              </a:rPr>
              <a:t>𝒖)</a:t>
            </a:r>
            <a:r>
              <a:rPr sz="2200" spc="100" dirty="0">
                <a:latin typeface="Cambria Math"/>
                <a:cs typeface="Cambria Math"/>
              </a:rPr>
              <a:t> ≤ 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31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𝒖</a:t>
            </a:r>
            <a:endParaRPr sz="22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8719" y="3751326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80" h="474979">
                <a:moveTo>
                  <a:pt x="0" y="237362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3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2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3" y="474725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37310" y="375310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69313" y="3713988"/>
            <a:ext cx="2451735" cy="1985010"/>
            <a:chOff x="1369313" y="3713988"/>
            <a:chExt cx="2451735" cy="1985010"/>
          </a:xfrm>
        </p:grpSpPr>
        <p:sp>
          <p:nvSpPr>
            <p:cNvPr id="13" name="object 13"/>
            <p:cNvSpPr/>
            <p:nvPr/>
          </p:nvSpPr>
          <p:spPr>
            <a:xfrm>
              <a:off x="3326891" y="37330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9314" y="3914139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26891" y="5205222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07486" y="420776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06827" y="35610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7367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96082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43327" y="5664657"/>
            <a:ext cx="1332230" cy="1107440"/>
            <a:chOff x="2243327" y="5664657"/>
            <a:chExt cx="1332230" cy="1107440"/>
          </a:xfrm>
        </p:grpSpPr>
        <p:sp>
          <p:nvSpPr>
            <p:cNvPr id="21" name="object 21"/>
            <p:cNvSpPr/>
            <p:nvPr/>
          </p:nvSpPr>
          <p:spPr>
            <a:xfrm>
              <a:off x="2262377" y="627735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5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6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67761" y="566465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8045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78" y="640562"/>
                  </a:lnTo>
                  <a:lnTo>
                    <a:pt x="87756" y="640562"/>
                  </a:lnTo>
                  <a:lnTo>
                    <a:pt x="65024" y="609993"/>
                  </a:lnTo>
                  <a:lnTo>
                    <a:pt x="80364" y="598582"/>
                  </a:lnTo>
                  <a:lnTo>
                    <a:pt x="57657" y="568045"/>
                  </a:lnTo>
                  <a:close/>
                </a:path>
                <a:path w="908050" h="682625">
                  <a:moveTo>
                    <a:pt x="80364" y="598582"/>
                  </a:moveTo>
                  <a:lnTo>
                    <a:pt x="65024" y="609993"/>
                  </a:lnTo>
                  <a:lnTo>
                    <a:pt x="87756" y="640562"/>
                  </a:lnTo>
                  <a:lnTo>
                    <a:pt x="103095" y="629153"/>
                  </a:lnTo>
                  <a:lnTo>
                    <a:pt x="80364" y="598582"/>
                  </a:lnTo>
                  <a:close/>
                </a:path>
                <a:path w="908050" h="682625">
                  <a:moveTo>
                    <a:pt x="103095" y="629153"/>
                  </a:moveTo>
                  <a:lnTo>
                    <a:pt x="87756" y="640562"/>
                  </a:lnTo>
                  <a:lnTo>
                    <a:pt x="111578" y="640562"/>
                  </a:lnTo>
                  <a:lnTo>
                    <a:pt x="103095" y="629153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82"/>
                  </a:lnTo>
                  <a:lnTo>
                    <a:pt x="103095" y="629153"/>
                  </a:lnTo>
                  <a:lnTo>
                    <a:pt x="907796" y="30568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05000" y="559282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69669" y="5180076"/>
            <a:ext cx="1162685" cy="1167130"/>
            <a:chOff x="1169669" y="5180076"/>
            <a:chExt cx="1162685" cy="1167130"/>
          </a:xfrm>
        </p:grpSpPr>
        <p:sp>
          <p:nvSpPr>
            <p:cNvPr id="25" name="object 25"/>
            <p:cNvSpPr/>
            <p:nvPr/>
          </p:nvSpPr>
          <p:spPr>
            <a:xfrm>
              <a:off x="1188719" y="51991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15160" y="565856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311"/>
                  </a:moveTo>
                  <a:lnTo>
                    <a:pt x="791209" y="665873"/>
                  </a:lnTo>
                  <a:lnTo>
                    <a:pt x="917066" y="688162"/>
                  </a:lnTo>
                  <a:lnTo>
                    <a:pt x="896075" y="646645"/>
                  </a:lnTo>
                  <a:lnTo>
                    <a:pt x="829182" y="646645"/>
                  </a:lnTo>
                  <a:lnTo>
                    <a:pt x="813928" y="635311"/>
                  </a:lnTo>
                  <a:close/>
                </a:path>
                <a:path w="917575" h="688339">
                  <a:moveTo>
                    <a:pt x="836660" y="604731"/>
                  </a:moveTo>
                  <a:lnTo>
                    <a:pt x="813928" y="635311"/>
                  </a:lnTo>
                  <a:lnTo>
                    <a:pt x="829182" y="646645"/>
                  </a:lnTo>
                  <a:lnTo>
                    <a:pt x="851915" y="616064"/>
                  </a:lnTo>
                  <a:lnTo>
                    <a:pt x="836660" y="604731"/>
                  </a:lnTo>
                  <a:close/>
                </a:path>
                <a:path w="917575" h="688339">
                  <a:moveTo>
                    <a:pt x="859408" y="574128"/>
                  </a:moveTo>
                  <a:lnTo>
                    <a:pt x="836660" y="604731"/>
                  </a:lnTo>
                  <a:lnTo>
                    <a:pt x="851915" y="616064"/>
                  </a:lnTo>
                  <a:lnTo>
                    <a:pt x="829182" y="646645"/>
                  </a:lnTo>
                  <a:lnTo>
                    <a:pt x="896075" y="646645"/>
                  </a:lnTo>
                  <a:lnTo>
                    <a:pt x="859408" y="574128"/>
                  </a:lnTo>
                  <a:close/>
                </a:path>
                <a:path w="917575" h="688339">
                  <a:moveTo>
                    <a:pt x="22605" y="0"/>
                  </a:moveTo>
                  <a:lnTo>
                    <a:pt x="0" y="30581"/>
                  </a:lnTo>
                  <a:lnTo>
                    <a:pt x="813928" y="635311"/>
                  </a:lnTo>
                  <a:lnTo>
                    <a:pt x="836660" y="604731"/>
                  </a:lnTo>
                  <a:lnTo>
                    <a:pt x="22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39542" y="56004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08171" y="370992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63650" y="519455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56357" y="6265926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7709" y="37076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42917" y="3707638"/>
            <a:ext cx="1581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480303" y="4390390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76655" y="5174488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58010" y="6312661"/>
            <a:ext cx="2393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08171" y="5180584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170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6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55591" y="5955753"/>
            <a:ext cx="2262505" cy="825500"/>
          </a:xfrm>
          <a:custGeom>
            <a:avLst/>
            <a:gdLst/>
            <a:ahLst/>
            <a:cxnLst/>
            <a:rect l="l" t="t" r="r" b="b"/>
            <a:pathLst>
              <a:path w="2262504" h="825500">
                <a:moveTo>
                  <a:pt x="1736471" y="0"/>
                </a:moveTo>
                <a:lnTo>
                  <a:pt x="1319657" y="332270"/>
                </a:lnTo>
                <a:lnTo>
                  <a:pt x="0" y="332270"/>
                </a:lnTo>
                <a:lnTo>
                  <a:pt x="0" y="825282"/>
                </a:lnTo>
                <a:lnTo>
                  <a:pt x="2262378" y="825282"/>
                </a:lnTo>
                <a:lnTo>
                  <a:pt x="2262378" y="332270"/>
                </a:lnTo>
                <a:lnTo>
                  <a:pt x="1885315" y="332270"/>
                </a:lnTo>
                <a:lnTo>
                  <a:pt x="1736471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559553" y="6301485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真实最短距离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1" name="object 2">
            <a:extLst>
              <a:ext uri="{FF2B5EF4-FFF2-40B4-BE49-F238E27FC236}">
                <a16:creationId xmlns:a16="http://schemas.microsoft.com/office/drawing/2014/main" id="{E88CD72B-3C6C-7745-A520-FF3F287B6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0844" y="205758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373" y="205758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20" y="248920"/>
                </a:lnTo>
                <a:lnTo>
                  <a:pt x="22720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89544" y="245890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36687" y="245890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143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924896"/>
            <a:ext cx="7608570" cy="181356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辅助数组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𝒅𝒊𝒔𝒕</a:t>
            </a:r>
            <a:r>
              <a:rPr sz="2400" dirty="0">
                <a:latin typeface="宋体"/>
                <a:cs typeface="宋体"/>
              </a:rPr>
              <a:t>表示距离上界（估计距离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35"/>
              </a:spcBef>
              <a:tabLst>
                <a:tab pos="1000125" algn="l"/>
                <a:tab pos="2931160" algn="l"/>
              </a:tabLst>
            </a:pPr>
            <a:r>
              <a:rPr sz="1550" spc="-50" dirty="0">
                <a:solidFill>
                  <a:srgbClr val="EB91D7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EB91D7"/>
                </a:solidFill>
                <a:latin typeface="Arial"/>
                <a:cs typeface="Arial"/>
              </a:rPr>
              <a:t>	</a:t>
            </a:r>
            <a:r>
              <a:rPr sz="2200" dirty="0">
                <a:latin typeface="宋体"/>
                <a:cs typeface="宋体"/>
              </a:rPr>
              <a:t>源点</a:t>
            </a:r>
            <a:r>
              <a:rPr sz="220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，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25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204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𝟎</a:t>
            </a:r>
            <a:r>
              <a:rPr sz="2200" spc="-10" dirty="0">
                <a:latin typeface="宋体"/>
                <a:cs typeface="宋体"/>
              </a:rPr>
              <a:t>；</a:t>
            </a:r>
            <a:r>
              <a:rPr sz="2200" dirty="0">
                <a:latin typeface="宋体"/>
                <a:cs typeface="宋体"/>
              </a:rPr>
              <a:t>其他顶点</a:t>
            </a:r>
            <a:r>
              <a:rPr sz="2200" spc="-1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dirty="0">
                <a:latin typeface="宋体"/>
                <a:cs typeface="宋体"/>
              </a:rPr>
              <a:t>初始化</a:t>
            </a:r>
            <a:r>
              <a:rPr sz="2200" spc="-10" dirty="0">
                <a:latin typeface="宋体"/>
                <a:cs typeface="宋体"/>
              </a:rPr>
              <a:t>为</a:t>
            </a:r>
            <a:r>
              <a:rPr sz="2200" spc="-50" dirty="0">
                <a:latin typeface="Cambria Math"/>
                <a:cs typeface="Cambria Math"/>
              </a:rPr>
              <a:t>∞</a:t>
            </a:r>
            <a:endParaRPr sz="220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3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Cambria Math"/>
                <a:cs typeface="Cambria Math"/>
              </a:rPr>
              <a:t>o</a:t>
            </a:r>
            <a:r>
              <a:rPr sz="1550" dirty="0">
                <a:solidFill>
                  <a:srgbClr val="EB91D7"/>
                </a:solidFill>
                <a:latin typeface="Cambria Math"/>
                <a:cs typeface="Cambria Math"/>
              </a:rPr>
              <a:t>	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spc="-5" dirty="0">
                <a:latin typeface="宋体"/>
                <a:cs typeface="宋体"/>
              </a:rPr>
              <a:t>：源点</a:t>
            </a:r>
            <a:r>
              <a:rPr sz="2200" spc="-1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5" dirty="0">
                <a:latin typeface="宋体"/>
                <a:cs typeface="宋体"/>
              </a:rPr>
              <a:t>的距离上界</a:t>
            </a:r>
            <a:r>
              <a:rPr sz="2200" b="1" spc="-10" dirty="0">
                <a:latin typeface="Microsoft JhengHei"/>
                <a:cs typeface="Microsoft JhengHei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𝜹(𝒔</a:t>
            </a:r>
            <a:r>
              <a:rPr sz="2200" spc="-65" dirty="0">
                <a:latin typeface="Cambria Math"/>
                <a:cs typeface="Cambria Math"/>
              </a:rPr>
              <a:t>, </a:t>
            </a:r>
            <a:r>
              <a:rPr sz="2200" dirty="0">
                <a:latin typeface="Cambria Math"/>
                <a:cs typeface="Cambria Math"/>
              </a:rPr>
              <a:t>𝒖)</a:t>
            </a:r>
            <a:r>
              <a:rPr sz="2200" spc="100" dirty="0">
                <a:latin typeface="Cambria Math"/>
                <a:cs typeface="Cambria Math"/>
              </a:rPr>
              <a:t> ≤ 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31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𝒖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763" y="2707143"/>
            <a:ext cx="4485640" cy="8724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dirty="0">
                <a:latin typeface="Cambria Math"/>
                <a:cs typeface="Cambria Math"/>
              </a:rPr>
              <a:t>𝒄𝒐𝒍𝒐𝒓</a:t>
            </a:r>
            <a:r>
              <a:rPr sz="2400" spc="-20" dirty="0">
                <a:latin typeface="宋体"/>
                <a:cs typeface="宋体"/>
              </a:rPr>
              <a:t>表示顶点状态</a:t>
            </a:r>
            <a:endParaRPr sz="2400">
              <a:latin typeface="宋体"/>
              <a:cs typeface="宋体"/>
            </a:endParaRPr>
          </a:p>
          <a:p>
            <a:pPr marL="361315">
              <a:lnSpc>
                <a:spcPct val="100000"/>
              </a:lnSpc>
              <a:spcBef>
                <a:spcPts val="550"/>
              </a:spcBef>
              <a:tabLst>
                <a:tab pos="655320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spc="-5" dirty="0">
                <a:latin typeface="宋体"/>
                <a:cs typeface="宋体"/>
              </a:rPr>
              <a:t>黑色：到顶点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最短路已被确定</a:t>
            </a:r>
            <a:endParaRPr sz="2200">
              <a:latin typeface="宋体"/>
              <a:cs typeface="宋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480303" y="4390390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169669" y="3732276"/>
            <a:ext cx="513080" cy="513080"/>
            <a:chOff x="1169669" y="3732276"/>
            <a:chExt cx="513080" cy="513080"/>
          </a:xfrm>
        </p:grpSpPr>
        <p:sp>
          <p:nvSpPr>
            <p:cNvPr id="11" name="object 11"/>
            <p:cNvSpPr/>
            <p:nvPr/>
          </p:nvSpPr>
          <p:spPr>
            <a:xfrm>
              <a:off x="1188719" y="3751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88719" y="3751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37310" y="375310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69313" y="3713988"/>
            <a:ext cx="2451735" cy="1985010"/>
            <a:chOff x="1369313" y="3713988"/>
            <a:chExt cx="2451735" cy="1985010"/>
          </a:xfrm>
        </p:grpSpPr>
        <p:sp>
          <p:nvSpPr>
            <p:cNvPr id="15" name="object 15"/>
            <p:cNvSpPr/>
            <p:nvPr/>
          </p:nvSpPr>
          <p:spPr>
            <a:xfrm>
              <a:off x="3326891" y="37330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69314" y="3914139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26891" y="5205222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7486" y="420776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06827" y="35610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7367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96082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43327" y="5664657"/>
            <a:ext cx="1332230" cy="1107440"/>
            <a:chOff x="2243327" y="5664657"/>
            <a:chExt cx="1332230" cy="1107440"/>
          </a:xfrm>
        </p:grpSpPr>
        <p:sp>
          <p:nvSpPr>
            <p:cNvPr id="23" name="object 23"/>
            <p:cNvSpPr/>
            <p:nvPr/>
          </p:nvSpPr>
          <p:spPr>
            <a:xfrm>
              <a:off x="2262377" y="627735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5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6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67761" y="566465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8045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78" y="640562"/>
                  </a:lnTo>
                  <a:lnTo>
                    <a:pt x="87756" y="640562"/>
                  </a:lnTo>
                  <a:lnTo>
                    <a:pt x="65024" y="609993"/>
                  </a:lnTo>
                  <a:lnTo>
                    <a:pt x="80364" y="598582"/>
                  </a:lnTo>
                  <a:lnTo>
                    <a:pt x="57657" y="568045"/>
                  </a:lnTo>
                  <a:close/>
                </a:path>
                <a:path w="908050" h="682625">
                  <a:moveTo>
                    <a:pt x="80364" y="598582"/>
                  </a:moveTo>
                  <a:lnTo>
                    <a:pt x="65024" y="609993"/>
                  </a:lnTo>
                  <a:lnTo>
                    <a:pt x="87756" y="640562"/>
                  </a:lnTo>
                  <a:lnTo>
                    <a:pt x="103095" y="629153"/>
                  </a:lnTo>
                  <a:lnTo>
                    <a:pt x="80364" y="598582"/>
                  </a:lnTo>
                  <a:close/>
                </a:path>
                <a:path w="908050" h="682625">
                  <a:moveTo>
                    <a:pt x="103095" y="629153"/>
                  </a:moveTo>
                  <a:lnTo>
                    <a:pt x="87756" y="640562"/>
                  </a:lnTo>
                  <a:lnTo>
                    <a:pt x="111578" y="640562"/>
                  </a:lnTo>
                  <a:lnTo>
                    <a:pt x="103095" y="629153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82"/>
                  </a:lnTo>
                  <a:lnTo>
                    <a:pt x="103095" y="629153"/>
                  </a:lnTo>
                  <a:lnTo>
                    <a:pt x="907796" y="30568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05000" y="559282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69669" y="5180076"/>
            <a:ext cx="1162685" cy="1167130"/>
            <a:chOff x="1169669" y="5180076"/>
            <a:chExt cx="1162685" cy="1167130"/>
          </a:xfrm>
        </p:grpSpPr>
        <p:sp>
          <p:nvSpPr>
            <p:cNvPr id="27" name="object 27"/>
            <p:cNvSpPr/>
            <p:nvPr/>
          </p:nvSpPr>
          <p:spPr>
            <a:xfrm>
              <a:off x="1188719" y="51991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15160" y="565856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311"/>
                  </a:moveTo>
                  <a:lnTo>
                    <a:pt x="791209" y="665873"/>
                  </a:lnTo>
                  <a:lnTo>
                    <a:pt x="917066" y="688162"/>
                  </a:lnTo>
                  <a:lnTo>
                    <a:pt x="896075" y="646645"/>
                  </a:lnTo>
                  <a:lnTo>
                    <a:pt x="829182" y="646645"/>
                  </a:lnTo>
                  <a:lnTo>
                    <a:pt x="813928" y="635311"/>
                  </a:lnTo>
                  <a:close/>
                </a:path>
                <a:path w="917575" h="688339">
                  <a:moveTo>
                    <a:pt x="836660" y="604731"/>
                  </a:moveTo>
                  <a:lnTo>
                    <a:pt x="813928" y="635311"/>
                  </a:lnTo>
                  <a:lnTo>
                    <a:pt x="829182" y="646645"/>
                  </a:lnTo>
                  <a:lnTo>
                    <a:pt x="851915" y="616064"/>
                  </a:lnTo>
                  <a:lnTo>
                    <a:pt x="836660" y="604731"/>
                  </a:lnTo>
                  <a:close/>
                </a:path>
                <a:path w="917575" h="688339">
                  <a:moveTo>
                    <a:pt x="859408" y="574128"/>
                  </a:moveTo>
                  <a:lnTo>
                    <a:pt x="836660" y="604731"/>
                  </a:lnTo>
                  <a:lnTo>
                    <a:pt x="851915" y="616064"/>
                  </a:lnTo>
                  <a:lnTo>
                    <a:pt x="829182" y="646645"/>
                  </a:lnTo>
                  <a:lnTo>
                    <a:pt x="896075" y="646645"/>
                  </a:lnTo>
                  <a:lnTo>
                    <a:pt x="859408" y="574128"/>
                  </a:lnTo>
                  <a:close/>
                </a:path>
                <a:path w="917575" h="688339">
                  <a:moveTo>
                    <a:pt x="22605" y="0"/>
                  </a:moveTo>
                  <a:lnTo>
                    <a:pt x="0" y="30581"/>
                  </a:lnTo>
                  <a:lnTo>
                    <a:pt x="813928" y="635311"/>
                  </a:lnTo>
                  <a:lnTo>
                    <a:pt x="836660" y="604731"/>
                  </a:lnTo>
                  <a:lnTo>
                    <a:pt x="22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939542" y="56004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7709" y="37076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8171" y="3709670"/>
            <a:ext cx="792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065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41372" y="6331683"/>
            <a:ext cx="3282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58010" y="6391430"/>
            <a:ext cx="23939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3650" y="519455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08171" y="5180584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170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6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6655" y="5174488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2">
            <a:extLst>
              <a:ext uri="{FF2B5EF4-FFF2-40B4-BE49-F238E27FC236}">
                <a16:creationId xmlns:a16="http://schemas.microsoft.com/office/drawing/2014/main" id="{FA925B36-8892-3442-898C-66363D171F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0844" y="203580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373" y="203580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20" y="248920"/>
                </a:lnTo>
                <a:lnTo>
                  <a:pt x="22720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89544" y="243712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36687" y="243712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143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903124"/>
            <a:ext cx="7608570" cy="181356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辅助数组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𝒅𝒊𝒔𝒕</a:t>
            </a:r>
            <a:r>
              <a:rPr sz="2400" dirty="0">
                <a:latin typeface="宋体"/>
                <a:cs typeface="宋体"/>
              </a:rPr>
              <a:t>表示距离上界（估计距离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35"/>
              </a:spcBef>
              <a:tabLst>
                <a:tab pos="1000125" algn="l"/>
                <a:tab pos="2931160" algn="l"/>
              </a:tabLst>
            </a:pPr>
            <a:r>
              <a:rPr sz="1550" spc="-50" dirty="0">
                <a:solidFill>
                  <a:srgbClr val="EB91D7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EB91D7"/>
                </a:solidFill>
                <a:latin typeface="Arial"/>
                <a:cs typeface="Arial"/>
              </a:rPr>
              <a:t>	</a:t>
            </a:r>
            <a:r>
              <a:rPr sz="2200" dirty="0">
                <a:latin typeface="宋体"/>
                <a:cs typeface="宋体"/>
              </a:rPr>
              <a:t>源点</a:t>
            </a:r>
            <a:r>
              <a:rPr sz="220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，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25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204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𝟎</a:t>
            </a:r>
            <a:r>
              <a:rPr sz="2200" spc="-10" dirty="0">
                <a:latin typeface="宋体"/>
                <a:cs typeface="宋体"/>
              </a:rPr>
              <a:t>；</a:t>
            </a:r>
            <a:r>
              <a:rPr sz="2200" dirty="0">
                <a:latin typeface="宋体"/>
                <a:cs typeface="宋体"/>
              </a:rPr>
              <a:t>其他顶点</a:t>
            </a:r>
            <a:r>
              <a:rPr sz="2200" spc="-1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dirty="0">
                <a:latin typeface="宋体"/>
                <a:cs typeface="宋体"/>
              </a:rPr>
              <a:t>初始化</a:t>
            </a:r>
            <a:r>
              <a:rPr sz="2200" spc="-10" dirty="0">
                <a:latin typeface="宋体"/>
                <a:cs typeface="宋体"/>
              </a:rPr>
              <a:t>为</a:t>
            </a:r>
            <a:r>
              <a:rPr sz="2200" spc="-50" dirty="0">
                <a:latin typeface="Cambria Math"/>
                <a:cs typeface="Cambria Math"/>
              </a:rPr>
              <a:t>∞</a:t>
            </a:r>
            <a:endParaRPr sz="220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3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Cambria Math"/>
                <a:cs typeface="Cambria Math"/>
              </a:rPr>
              <a:t>o</a:t>
            </a:r>
            <a:r>
              <a:rPr sz="1550" dirty="0">
                <a:solidFill>
                  <a:srgbClr val="EB91D7"/>
                </a:solidFill>
                <a:latin typeface="Cambria Math"/>
                <a:cs typeface="Cambria Math"/>
              </a:rPr>
              <a:t>	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spc="-5" dirty="0">
                <a:latin typeface="宋体"/>
                <a:cs typeface="宋体"/>
              </a:rPr>
              <a:t>：源点</a:t>
            </a:r>
            <a:r>
              <a:rPr sz="2200" spc="-1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5" dirty="0">
                <a:latin typeface="宋体"/>
                <a:cs typeface="宋体"/>
              </a:rPr>
              <a:t>的距离上界</a:t>
            </a:r>
            <a:r>
              <a:rPr sz="2200" b="1" spc="-10" dirty="0">
                <a:latin typeface="Microsoft JhengHei"/>
                <a:cs typeface="Microsoft JhengHei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𝜹(𝒔</a:t>
            </a:r>
            <a:r>
              <a:rPr sz="2200" spc="-65" dirty="0">
                <a:latin typeface="Cambria Math"/>
                <a:cs typeface="Cambria Math"/>
              </a:rPr>
              <a:t>, </a:t>
            </a:r>
            <a:r>
              <a:rPr sz="2200" dirty="0">
                <a:latin typeface="Cambria Math"/>
                <a:cs typeface="Cambria Math"/>
              </a:rPr>
              <a:t>𝒖)</a:t>
            </a:r>
            <a:r>
              <a:rPr sz="2200" spc="100" dirty="0">
                <a:latin typeface="Cambria Math"/>
                <a:cs typeface="Cambria Math"/>
              </a:rPr>
              <a:t> ≤ 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31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𝒖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763" y="2685371"/>
            <a:ext cx="4485640" cy="8724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dirty="0">
                <a:latin typeface="Cambria Math"/>
                <a:cs typeface="Cambria Math"/>
              </a:rPr>
              <a:t>𝒄𝒐𝒍𝒐𝒓</a:t>
            </a:r>
            <a:r>
              <a:rPr sz="2400" spc="-20" dirty="0">
                <a:latin typeface="宋体"/>
                <a:cs typeface="宋体"/>
              </a:rPr>
              <a:t>表示顶点状态</a:t>
            </a:r>
            <a:endParaRPr sz="2400">
              <a:latin typeface="宋体"/>
              <a:cs typeface="宋体"/>
            </a:endParaRPr>
          </a:p>
          <a:p>
            <a:pPr marL="361315">
              <a:lnSpc>
                <a:spcPct val="100000"/>
              </a:lnSpc>
              <a:spcBef>
                <a:spcPts val="550"/>
              </a:spcBef>
              <a:tabLst>
                <a:tab pos="655320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spc="-5" dirty="0">
                <a:latin typeface="宋体"/>
                <a:cs typeface="宋体"/>
              </a:rPr>
              <a:t>黑色：到顶点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最短路已被确定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54737" y="3191206"/>
            <a:ext cx="41370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spc="-5" dirty="0">
                <a:latin typeface="宋体"/>
                <a:cs typeface="宋体"/>
              </a:rPr>
              <a:t>白色：到顶点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最短路尚未确定</a:t>
            </a:r>
            <a:endParaRPr sz="2200" dirty="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80303" y="4390390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1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69669" y="3732276"/>
            <a:ext cx="513080" cy="513080"/>
            <a:chOff x="1169669" y="3732276"/>
            <a:chExt cx="513080" cy="513080"/>
          </a:xfrm>
        </p:grpSpPr>
        <p:sp>
          <p:nvSpPr>
            <p:cNvPr id="14" name="object 14"/>
            <p:cNvSpPr/>
            <p:nvPr/>
          </p:nvSpPr>
          <p:spPr>
            <a:xfrm>
              <a:off x="1188719" y="3751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8719" y="3751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37310" y="375310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69313" y="3713988"/>
            <a:ext cx="2451735" cy="1985010"/>
            <a:chOff x="1369313" y="3713988"/>
            <a:chExt cx="2451735" cy="1985010"/>
          </a:xfrm>
        </p:grpSpPr>
        <p:sp>
          <p:nvSpPr>
            <p:cNvPr id="18" name="object 18"/>
            <p:cNvSpPr/>
            <p:nvPr/>
          </p:nvSpPr>
          <p:spPr>
            <a:xfrm>
              <a:off x="3326891" y="37330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26891" y="373303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69314" y="3914139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26891" y="5205222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7486" y="420776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06827" y="35610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7367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6082" y="453364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43327" y="5664657"/>
            <a:ext cx="1332230" cy="1107440"/>
            <a:chOff x="2243327" y="5664657"/>
            <a:chExt cx="1332230" cy="1107440"/>
          </a:xfrm>
        </p:grpSpPr>
        <p:sp>
          <p:nvSpPr>
            <p:cNvPr id="27" name="object 27"/>
            <p:cNvSpPr/>
            <p:nvPr/>
          </p:nvSpPr>
          <p:spPr>
            <a:xfrm>
              <a:off x="2262377" y="627735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5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6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67761" y="566465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8045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78" y="640562"/>
                  </a:lnTo>
                  <a:lnTo>
                    <a:pt x="87756" y="640562"/>
                  </a:lnTo>
                  <a:lnTo>
                    <a:pt x="65024" y="609993"/>
                  </a:lnTo>
                  <a:lnTo>
                    <a:pt x="80364" y="598582"/>
                  </a:lnTo>
                  <a:lnTo>
                    <a:pt x="57657" y="568045"/>
                  </a:lnTo>
                  <a:close/>
                </a:path>
                <a:path w="908050" h="682625">
                  <a:moveTo>
                    <a:pt x="80364" y="598582"/>
                  </a:moveTo>
                  <a:lnTo>
                    <a:pt x="65024" y="609993"/>
                  </a:lnTo>
                  <a:lnTo>
                    <a:pt x="87756" y="640562"/>
                  </a:lnTo>
                  <a:lnTo>
                    <a:pt x="103095" y="629153"/>
                  </a:lnTo>
                  <a:lnTo>
                    <a:pt x="80364" y="598582"/>
                  </a:lnTo>
                  <a:close/>
                </a:path>
                <a:path w="908050" h="682625">
                  <a:moveTo>
                    <a:pt x="103095" y="629153"/>
                  </a:moveTo>
                  <a:lnTo>
                    <a:pt x="87756" y="640562"/>
                  </a:lnTo>
                  <a:lnTo>
                    <a:pt x="111578" y="640562"/>
                  </a:lnTo>
                  <a:lnTo>
                    <a:pt x="103095" y="629153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82"/>
                  </a:lnTo>
                  <a:lnTo>
                    <a:pt x="103095" y="629153"/>
                  </a:lnTo>
                  <a:lnTo>
                    <a:pt x="907796" y="30568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6655" y="5174488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5000" y="559282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69669" y="5180076"/>
            <a:ext cx="1162685" cy="1167130"/>
            <a:chOff x="1169669" y="5180076"/>
            <a:chExt cx="1162685" cy="1167130"/>
          </a:xfrm>
        </p:grpSpPr>
        <p:sp>
          <p:nvSpPr>
            <p:cNvPr id="32" name="object 32"/>
            <p:cNvSpPr/>
            <p:nvPr/>
          </p:nvSpPr>
          <p:spPr>
            <a:xfrm>
              <a:off x="1188719" y="51991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15160" y="565856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311"/>
                  </a:moveTo>
                  <a:lnTo>
                    <a:pt x="791209" y="665873"/>
                  </a:lnTo>
                  <a:lnTo>
                    <a:pt x="917066" y="688162"/>
                  </a:lnTo>
                  <a:lnTo>
                    <a:pt x="896075" y="646645"/>
                  </a:lnTo>
                  <a:lnTo>
                    <a:pt x="829182" y="646645"/>
                  </a:lnTo>
                  <a:lnTo>
                    <a:pt x="813928" y="635311"/>
                  </a:lnTo>
                  <a:close/>
                </a:path>
                <a:path w="917575" h="688339">
                  <a:moveTo>
                    <a:pt x="836660" y="604731"/>
                  </a:moveTo>
                  <a:lnTo>
                    <a:pt x="813928" y="635311"/>
                  </a:lnTo>
                  <a:lnTo>
                    <a:pt x="829182" y="646645"/>
                  </a:lnTo>
                  <a:lnTo>
                    <a:pt x="851915" y="616064"/>
                  </a:lnTo>
                  <a:lnTo>
                    <a:pt x="836660" y="604731"/>
                  </a:lnTo>
                  <a:close/>
                </a:path>
                <a:path w="917575" h="688339">
                  <a:moveTo>
                    <a:pt x="859408" y="574128"/>
                  </a:moveTo>
                  <a:lnTo>
                    <a:pt x="836660" y="604731"/>
                  </a:lnTo>
                  <a:lnTo>
                    <a:pt x="851915" y="616064"/>
                  </a:lnTo>
                  <a:lnTo>
                    <a:pt x="829182" y="646645"/>
                  </a:lnTo>
                  <a:lnTo>
                    <a:pt x="896075" y="646645"/>
                  </a:lnTo>
                  <a:lnTo>
                    <a:pt x="859408" y="574128"/>
                  </a:lnTo>
                  <a:close/>
                </a:path>
                <a:path w="917575" h="688339">
                  <a:moveTo>
                    <a:pt x="22605" y="0"/>
                  </a:moveTo>
                  <a:lnTo>
                    <a:pt x="0" y="30581"/>
                  </a:lnTo>
                  <a:lnTo>
                    <a:pt x="813928" y="635311"/>
                  </a:lnTo>
                  <a:lnTo>
                    <a:pt x="836660" y="604731"/>
                  </a:lnTo>
                  <a:lnTo>
                    <a:pt x="22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39542" y="56004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41372" y="6331683"/>
            <a:ext cx="328295" cy="365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58010" y="6391430"/>
            <a:ext cx="239395" cy="365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7709" y="37076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08171" y="5180584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170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6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08171" y="3709670"/>
            <a:ext cx="792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065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63650" y="519455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2">
            <a:extLst>
              <a:ext uri="{FF2B5EF4-FFF2-40B4-BE49-F238E27FC236}">
                <a16:creationId xmlns:a16="http://schemas.microsoft.com/office/drawing/2014/main" id="{8147DF8D-0A17-E24B-8698-3E7A916770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0844" y="207935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373" y="207935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20" y="248920"/>
                </a:lnTo>
                <a:lnTo>
                  <a:pt x="22720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89544" y="248067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36687" y="248067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9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143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946666"/>
            <a:ext cx="7608570" cy="181356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辅助数组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Cambria Math"/>
                <a:cs typeface="Cambria Math"/>
              </a:rPr>
              <a:t>𝒅𝒊𝒔𝒕</a:t>
            </a:r>
            <a:r>
              <a:rPr sz="2400" dirty="0">
                <a:latin typeface="宋体"/>
                <a:cs typeface="宋体"/>
              </a:rPr>
              <a:t>表示距离上界（估计距离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35"/>
              </a:spcBef>
              <a:tabLst>
                <a:tab pos="1000125" algn="l"/>
                <a:tab pos="2931160" algn="l"/>
              </a:tabLst>
            </a:pPr>
            <a:r>
              <a:rPr sz="1550" spc="-50" dirty="0">
                <a:solidFill>
                  <a:srgbClr val="EB91D7"/>
                </a:solidFill>
                <a:latin typeface="Arial"/>
                <a:cs typeface="Arial"/>
              </a:rPr>
              <a:t>o</a:t>
            </a:r>
            <a:r>
              <a:rPr sz="1550" dirty="0">
                <a:solidFill>
                  <a:srgbClr val="EB91D7"/>
                </a:solidFill>
                <a:latin typeface="Arial"/>
                <a:cs typeface="Arial"/>
              </a:rPr>
              <a:t>	</a:t>
            </a:r>
            <a:r>
              <a:rPr sz="2200" dirty="0">
                <a:latin typeface="宋体"/>
                <a:cs typeface="宋体"/>
              </a:rPr>
              <a:t>源点</a:t>
            </a:r>
            <a:r>
              <a:rPr sz="220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，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25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204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𝟎</a:t>
            </a:r>
            <a:r>
              <a:rPr sz="2200" spc="-10" dirty="0">
                <a:latin typeface="宋体"/>
                <a:cs typeface="宋体"/>
              </a:rPr>
              <a:t>；</a:t>
            </a:r>
            <a:r>
              <a:rPr sz="2200" dirty="0">
                <a:latin typeface="宋体"/>
                <a:cs typeface="宋体"/>
              </a:rPr>
              <a:t>其他顶点</a:t>
            </a:r>
            <a:r>
              <a:rPr sz="2200" spc="-1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dirty="0">
                <a:latin typeface="宋体"/>
                <a:cs typeface="宋体"/>
              </a:rPr>
              <a:t>初始化</a:t>
            </a:r>
            <a:r>
              <a:rPr sz="2200" spc="-10" dirty="0">
                <a:latin typeface="宋体"/>
                <a:cs typeface="宋体"/>
              </a:rPr>
              <a:t>为</a:t>
            </a:r>
            <a:r>
              <a:rPr sz="2200" spc="-50" dirty="0">
                <a:latin typeface="Cambria Math"/>
                <a:cs typeface="Cambria Math"/>
              </a:rPr>
              <a:t>∞</a:t>
            </a:r>
            <a:endParaRPr sz="2200" dirty="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3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Cambria Math"/>
                <a:cs typeface="Cambria Math"/>
              </a:rPr>
              <a:t>o</a:t>
            </a:r>
            <a:r>
              <a:rPr sz="1550" dirty="0">
                <a:solidFill>
                  <a:srgbClr val="EB91D7"/>
                </a:solidFill>
                <a:latin typeface="Cambria Math"/>
                <a:cs typeface="Cambria Math"/>
              </a:rPr>
              <a:t>	</a:t>
            </a:r>
            <a:r>
              <a:rPr sz="2200" spc="-10" dirty="0">
                <a:latin typeface="Cambria Math"/>
                <a:cs typeface="Cambria Math"/>
              </a:rPr>
              <a:t>𝒅𝒊𝒔𝒕[𝒖]</a:t>
            </a:r>
            <a:r>
              <a:rPr sz="2200" spc="-5" dirty="0">
                <a:latin typeface="宋体"/>
                <a:cs typeface="宋体"/>
              </a:rPr>
              <a:t>：源点</a:t>
            </a:r>
            <a:r>
              <a:rPr sz="2200" spc="-10" dirty="0">
                <a:latin typeface="Cambria Math"/>
                <a:cs typeface="Cambria Math"/>
              </a:rPr>
              <a:t>𝒔</a:t>
            </a:r>
            <a:r>
              <a:rPr sz="2200" dirty="0">
                <a:latin typeface="宋体"/>
                <a:cs typeface="宋体"/>
              </a:rPr>
              <a:t>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5" dirty="0">
                <a:latin typeface="宋体"/>
                <a:cs typeface="宋体"/>
              </a:rPr>
              <a:t>的距离上界</a:t>
            </a:r>
            <a:r>
              <a:rPr sz="2200" b="1" spc="-10" dirty="0">
                <a:latin typeface="Microsoft JhengHei"/>
                <a:cs typeface="Microsoft JhengHei"/>
              </a:rPr>
              <a:t>，</a:t>
            </a:r>
            <a:r>
              <a:rPr sz="2200" spc="-10" dirty="0">
                <a:latin typeface="Cambria Math"/>
                <a:cs typeface="Cambria Math"/>
              </a:rPr>
              <a:t>𝜹(𝒔</a:t>
            </a:r>
            <a:r>
              <a:rPr sz="2200" spc="-65" dirty="0">
                <a:latin typeface="Cambria Math"/>
                <a:cs typeface="Cambria Math"/>
              </a:rPr>
              <a:t>, </a:t>
            </a:r>
            <a:r>
              <a:rPr sz="2200" dirty="0">
                <a:latin typeface="Cambria Math"/>
                <a:cs typeface="Cambria Math"/>
              </a:rPr>
              <a:t>𝒖)</a:t>
            </a:r>
            <a:r>
              <a:rPr sz="2200" spc="100" dirty="0">
                <a:latin typeface="Cambria Math"/>
                <a:cs typeface="Cambria Math"/>
              </a:rPr>
              <a:t> ≤ </a:t>
            </a:r>
            <a:r>
              <a:rPr sz="2200" dirty="0">
                <a:latin typeface="Cambria Math"/>
                <a:cs typeface="Cambria Math"/>
              </a:rPr>
              <a:t>𝒅𝒊𝒔𝒕</a:t>
            </a:r>
            <a:r>
              <a:rPr sz="2200" spc="31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𝒖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4470" y="456601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91613" y="456601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32763" y="2728913"/>
            <a:ext cx="4485640" cy="21164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dirty="0">
                <a:latin typeface="Cambria Math"/>
                <a:cs typeface="Cambria Math"/>
              </a:rPr>
              <a:t>𝒄𝒐𝒍𝒐𝒓</a:t>
            </a:r>
            <a:r>
              <a:rPr sz="2400" spc="-20" dirty="0">
                <a:latin typeface="宋体"/>
                <a:cs typeface="宋体"/>
              </a:rPr>
              <a:t>表示顶点状态</a:t>
            </a:r>
            <a:endParaRPr sz="2400">
              <a:latin typeface="宋体"/>
              <a:cs typeface="宋体"/>
            </a:endParaRPr>
          </a:p>
          <a:p>
            <a:pPr marL="655320" lvl="1" indent="-294640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655320" algn="l"/>
                <a:tab pos="655955" algn="l"/>
              </a:tabLst>
            </a:pPr>
            <a:r>
              <a:rPr sz="2200" spc="-5" dirty="0">
                <a:latin typeface="宋体"/>
                <a:cs typeface="宋体"/>
              </a:rPr>
              <a:t>黑色：到顶点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最短路已被确定</a:t>
            </a:r>
            <a:endParaRPr sz="2200">
              <a:latin typeface="宋体"/>
              <a:cs typeface="宋体"/>
            </a:endParaRPr>
          </a:p>
          <a:p>
            <a:pPr marL="655320" lvl="1" indent="-294640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655320" algn="l"/>
                <a:tab pos="655955" algn="l"/>
              </a:tabLst>
            </a:pPr>
            <a:r>
              <a:rPr sz="2200" spc="-5" dirty="0">
                <a:latin typeface="宋体"/>
                <a:cs typeface="宋体"/>
              </a:rPr>
              <a:t>白色：到顶点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-10" dirty="0">
                <a:latin typeface="宋体"/>
                <a:cs typeface="宋体"/>
              </a:rPr>
              <a:t>最短路尚未确定</a:t>
            </a:r>
            <a:endParaRPr sz="2200">
              <a:latin typeface="宋体"/>
              <a:cs typeface="宋体"/>
            </a:endParaRPr>
          </a:p>
          <a:p>
            <a:pPr marL="360045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10" dirty="0">
                <a:latin typeface="Cambria Math"/>
                <a:cs typeface="Cambria Math"/>
              </a:rPr>
              <a:t>𝒑𝒓𝒆𝒅</a:t>
            </a:r>
            <a:r>
              <a:rPr sz="2400" spc="-10" dirty="0">
                <a:latin typeface="宋体"/>
                <a:cs typeface="宋体"/>
              </a:rPr>
              <a:t>表示前驱顶点</a:t>
            </a:r>
            <a:endParaRPr sz="2400">
              <a:latin typeface="宋体"/>
              <a:cs typeface="宋体"/>
            </a:endParaRPr>
          </a:p>
          <a:p>
            <a:pPr marL="655320" lvl="1" indent="-294640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655320" algn="l"/>
                <a:tab pos="655955" algn="l"/>
              </a:tabLst>
            </a:pPr>
            <a:r>
              <a:rPr sz="2200" dirty="0">
                <a:latin typeface="Cambria Math"/>
                <a:cs typeface="Cambria Math"/>
              </a:rPr>
              <a:t>(𝒑𝒓𝒆𝒅</a:t>
            </a:r>
            <a:r>
              <a:rPr sz="2200" spc="26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𝒖</a:t>
            </a:r>
            <a:r>
              <a:rPr sz="2200" spc="55" dirty="0">
                <a:latin typeface="Cambria Math"/>
                <a:cs typeface="Cambria Math"/>
              </a:rPr>
              <a:t> , </a:t>
            </a:r>
            <a:r>
              <a:rPr sz="2200" spc="-10" dirty="0">
                <a:latin typeface="Cambria Math"/>
                <a:cs typeface="Cambria Math"/>
              </a:rPr>
              <a:t>𝒖)</a:t>
            </a:r>
            <a:r>
              <a:rPr sz="2200" spc="-10" dirty="0">
                <a:latin typeface="宋体"/>
                <a:cs typeface="宋体"/>
              </a:rPr>
              <a:t>为最短路径上的边</a:t>
            </a:r>
            <a:endParaRPr sz="2200">
              <a:latin typeface="宋体"/>
              <a:cs typeface="宋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869680" y="3772661"/>
            <a:ext cx="513080" cy="513715"/>
            <a:chOff x="8869680" y="3772661"/>
            <a:chExt cx="513080" cy="513715"/>
          </a:xfrm>
        </p:grpSpPr>
        <p:sp>
          <p:nvSpPr>
            <p:cNvPr id="12" name="object 12"/>
            <p:cNvSpPr/>
            <p:nvPr/>
          </p:nvSpPr>
          <p:spPr>
            <a:xfrm>
              <a:off x="8888730" y="3791711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88730" y="3791711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37573" y="3793744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026902" y="3773423"/>
            <a:ext cx="474980" cy="1948180"/>
          </a:xfrm>
          <a:custGeom>
            <a:avLst/>
            <a:gdLst/>
            <a:ahLst/>
            <a:cxnLst/>
            <a:rect l="l" t="t" r="r" b="b"/>
            <a:pathLst>
              <a:path w="474979" h="1948179">
                <a:moveTo>
                  <a:pt x="0" y="237744"/>
                </a:moveTo>
                <a:lnTo>
                  <a:pt x="4823" y="189825"/>
                </a:lnTo>
                <a:lnTo>
                  <a:pt x="18657" y="145196"/>
                </a:lnTo>
                <a:lnTo>
                  <a:pt x="40545" y="104812"/>
                </a:lnTo>
                <a:lnTo>
                  <a:pt x="69532" y="69627"/>
                </a:lnTo>
                <a:lnTo>
                  <a:pt x="104663" y="40598"/>
                </a:lnTo>
                <a:lnTo>
                  <a:pt x="144982" y="18680"/>
                </a:lnTo>
                <a:lnTo>
                  <a:pt x="189534" y="4829"/>
                </a:lnTo>
                <a:lnTo>
                  <a:pt x="237363" y="0"/>
                </a:lnTo>
                <a:lnTo>
                  <a:pt x="285191" y="4829"/>
                </a:lnTo>
                <a:lnTo>
                  <a:pt x="329743" y="18680"/>
                </a:lnTo>
                <a:lnTo>
                  <a:pt x="370062" y="40598"/>
                </a:lnTo>
                <a:lnTo>
                  <a:pt x="405193" y="69627"/>
                </a:lnTo>
                <a:lnTo>
                  <a:pt x="434180" y="104812"/>
                </a:lnTo>
                <a:lnTo>
                  <a:pt x="456068" y="145196"/>
                </a:lnTo>
                <a:lnTo>
                  <a:pt x="469902" y="189825"/>
                </a:lnTo>
                <a:lnTo>
                  <a:pt x="474725" y="237744"/>
                </a:lnTo>
                <a:lnTo>
                  <a:pt x="469902" y="285662"/>
                </a:lnTo>
                <a:lnTo>
                  <a:pt x="456068" y="330291"/>
                </a:lnTo>
                <a:lnTo>
                  <a:pt x="434180" y="370675"/>
                </a:lnTo>
                <a:lnTo>
                  <a:pt x="405193" y="405860"/>
                </a:lnTo>
                <a:lnTo>
                  <a:pt x="370062" y="434889"/>
                </a:lnTo>
                <a:lnTo>
                  <a:pt x="329743" y="456807"/>
                </a:lnTo>
                <a:lnTo>
                  <a:pt x="285191" y="470658"/>
                </a:lnTo>
                <a:lnTo>
                  <a:pt x="237363" y="475488"/>
                </a:lnTo>
                <a:lnTo>
                  <a:pt x="189534" y="470658"/>
                </a:lnTo>
                <a:lnTo>
                  <a:pt x="144982" y="456807"/>
                </a:lnTo>
                <a:lnTo>
                  <a:pt x="104663" y="434889"/>
                </a:lnTo>
                <a:lnTo>
                  <a:pt x="69532" y="405860"/>
                </a:lnTo>
                <a:lnTo>
                  <a:pt x="40545" y="370675"/>
                </a:lnTo>
                <a:lnTo>
                  <a:pt x="18657" y="330291"/>
                </a:lnTo>
                <a:lnTo>
                  <a:pt x="4823" y="285662"/>
                </a:lnTo>
                <a:lnTo>
                  <a:pt x="0" y="237744"/>
                </a:lnTo>
                <a:close/>
              </a:path>
              <a:path w="474979" h="1948179">
                <a:moveTo>
                  <a:pt x="0" y="1710309"/>
                </a:moveTo>
                <a:lnTo>
                  <a:pt x="4823" y="1662480"/>
                </a:lnTo>
                <a:lnTo>
                  <a:pt x="18657" y="1617928"/>
                </a:lnTo>
                <a:lnTo>
                  <a:pt x="40545" y="1577609"/>
                </a:lnTo>
                <a:lnTo>
                  <a:pt x="69532" y="1542478"/>
                </a:lnTo>
                <a:lnTo>
                  <a:pt x="104663" y="1513491"/>
                </a:lnTo>
                <a:lnTo>
                  <a:pt x="144982" y="1491603"/>
                </a:lnTo>
                <a:lnTo>
                  <a:pt x="189534" y="1477769"/>
                </a:lnTo>
                <a:lnTo>
                  <a:pt x="237363" y="1472945"/>
                </a:lnTo>
                <a:lnTo>
                  <a:pt x="285191" y="1477769"/>
                </a:lnTo>
                <a:lnTo>
                  <a:pt x="329743" y="1491603"/>
                </a:lnTo>
                <a:lnTo>
                  <a:pt x="370062" y="1513491"/>
                </a:lnTo>
                <a:lnTo>
                  <a:pt x="405193" y="1542478"/>
                </a:lnTo>
                <a:lnTo>
                  <a:pt x="434180" y="1577609"/>
                </a:lnTo>
                <a:lnTo>
                  <a:pt x="456068" y="1617928"/>
                </a:lnTo>
                <a:lnTo>
                  <a:pt x="469902" y="1662480"/>
                </a:lnTo>
                <a:lnTo>
                  <a:pt x="474725" y="1710309"/>
                </a:lnTo>
                <a:lnTo>
                  <a:pt x="469902" y="1758145"/>
                </a:lnTo>
                <a:lnTo>
                  <a:pt x="456068" y="1802700"/>
                </a:lnTo>
                <a:lnTo>
                  <a:pt x="434180" y="1843019"/>
                </a:lnTo>
                <a:lnTo>
                  <a:pt x="405193" y="1878149"/>
                </a:lnTo>
                <a:lnTo>
                  <a:pt x="370062" y="1907133"/>
                </a:lnTo>
                <a:lnTo>
                  <a:pt x="329743" y="1929018"/>
                </a:lnTo>
                <a:lnTo>
                  <a:pt x="285191" y="1942849"/>
                </a:lnTo>
                <a:lnTo>
                  <a:pt x="237363" y="1947672"/>
                </a:lnTo>
                <a:lnTo>
                  <a:pt x="189534" y="1942849"/>
                </a:lnTo>
                <a:lnTo>
                  <a:pt x="144982" y="1929018"/>
                </a:lnTo>
                <a:lnTo>
                  <a:pt x="104663" y="1907133"/>
                </a:lnTo>
                <a:lnTo>
                  <a:pt x="69532" y="1878149"/>
                </a:lnTo>
                <a:lnTo>
                  <a:pt x="40545" y="1843019"/>
                </a:lnTo>
                <a:lnTo>
                  <a:pt x="18657" y="1802700"/>
                </a:lnTo>
                <a:lnTo>
                  <a:pt x="4823" y="1758145"/>
                </a:lnTo>
                <a:lnTo>
                  <a:pt x="0" y="171030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75745" y="3775455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69323" y="3955288"/>
            <a:ext cx="2251710" cy="1291590"/>
            <a:chOff x="9069323" y="3955288"/>
            <a:chExt cx="2251710" cy="1291590"/>
          </a:xfrm>
        </p:grpSpPr>
        <p:sp>
          <p:nvSpPr>
            <p:cNvPr id="18" name="object 18"/>
            <p:cNvSpPr/>
            <p:nvPr/>
          </p:nvSpPr>
          <p:spPr>
            <a:xfrm>
              <a:off x="9363201" y="3955288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9" y="55880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8"/>
                  </a:lnTo>
                  <a:lnTo>
                    <a:pt x="507" y="93218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69323" y="4267200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206733" y="4248912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007092" y="360197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47885" y="457454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96345" y="457454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943338" y="5705805"/>
            <a:ext cx="1332230" cy="1106805"/>
            <a:chOff x="9943338" y="5705805"/>
            <a:chExt cx="1332230" cy="1106805"/>
          </a:xfrm>
        </p:grpSpPr>
        <p:sp>
          <p:nvSpPr>
            <p:cNvPr id="25" name="object 25"/>
            <p:cNvSpPr/>
            <p:nvPr/>
          </p:nvSpPr>
          <p:spPr>
            <a:xfrm>
              <a:off x="9962388" y="631850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67772" y="5705805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8045"/>
                  </a:moveTo>
                  <a:lnTo>
                    <a:pt x="0" y="682116"/>
                  </a:lnTo>
                  <a:lnTo>
                    <a:pt x="125856" y="659764"/>
                  </a:lnTo>
                  <a:lnTo>
                    <a:pt x="111578" y="640562"/>
                  </a:lnTo>
                  <a:lnTo>
                    <a:pt x="87756" y="640562"/>
                  </a:lnTo>
                  <a:lnTo>
                    <a:pt x="65024" y="609993"/>
                  </a:lnTo>
                  <a:lnTo>
                    <a:pt x="80364" y="598582"/>
                  </a:lnTo>
                  <a:lnTo>
                    <a:pt x="57657" y="568045"/>
                  </a:lnTo>
                  <a:close/>
                </a:path>
                <a:path w="908050" h="682625">
                  <a:moveTo>
                    <a:pt x="80364" y="598582"/>
                  </a:moveTo>
                  <a:lnTo>
                    <a:pt x="65024" y="609993"/>
                  </a:lnTo>
                  <a:lnTo>
                    <a:pt x="87756" y="640562"/>
                  </a:lnTo>
                  <a:lnTo>
                    <a:pt x="103095" y="629153"/>
                  </a:lnTo>
                  <a:lnTo>
                    <a:pt x="80364" y="598582"/>
                  </a:lnTo>
                  <a:close/>
                </a:path>
                <a:path w="908050" h="682625">
                  <a:moveTo>
                    <a:pt x="103095" y="629153"/>
                  </a:moveTo>
                  <a:lnTo>
                    <a:pt x="87756" y="640562"/>
                  </a:lnTo>
                  <a:lnTo>
                    <a:pt x="111578" y="640562"/>
                  </a:lnTo>
                  <a:lnTo>
                    <a:pt x="103095" y="629153"/>
                  </a:lnTo>
                  <a:close/>
                </a:path>
                <a:path w="908050" h="682625">
                  <a:moveTo>
                    <a:pt x="885062" y="0"/>
                  </a:moveTo>
                  <a:lnTo>
                    <a:pt x="80364" y="598582"/>
                  </a:lnTo>
                  <a:lnTo>
                    <a:pt x="103095" y="629153"/>
                  </a:lnTo>
                  <a:lnTo>
                    <a:pt x="907796" y="30568"/>
                  </a:lnTo>
                  <a:lnTo>
                    <a:pt x="885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76919" y="5215382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05518" y="563346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58528" y="6353809"/>
            <a:ext cx="2393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869680" y="5221223"/>
            <a:ext cx="513080" cy="513080"/>
            <a:chOff x="8869680" y="5221223"/>
            <a:chExt cx="513080" cy="513080"/>
          </a:xfrm>
        </p:grpSpPr>
        <p:sp>
          <p:nvSpPr>
            <p:cNvPr id="31" name="object 31"/>
            <p:cNvSpPr/>
            <p:nvPr/>
          </p:nvSpPr>
          <p:spPr>
            <a:xfrm>
              <a:off x="8888730" y="5240273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9"/>
                  </a:lnTo>
                  <a:lnTo>
                    <a:pt x="18657" y="329754"/>
                  </a:lnTo>
                  <a:lnTo>
                    <a:pt x="40545" y="370073"/>
                  </a:lnTo>
                  <a:lnTo>
                    <a:pt x="69532" y="405203"/>
                  </a:lnTo>
                  <a:lnTo>
                    <a:pt x="104663" y="434187"/>
                  </a:lnTo>
                  <a:lnTo>
                    <a:pt x="144982" y="456072"/>
                  </a:lnTo>
                  <a:lnTo>
                    <a:pt x="189534" y="469903"/>
                  </a:lnTo>
                  <a:lnTo>
                    <a:pt x="237363" y="474725"/>
                  </a:lnTo>
                  <a:lnTo>
                    <a:pt x="285191" y="469903"/>
                  </a:lnTo>
                  <a:lnTo>
                    <a:pt x="329743" y="456072"/>
                  </a:lnTo>
                  <a:lnTo>
                    <a:pt x="370062" y="434187"/>
                  </a:lnTo>
                  <a:lnTo>
                    <a:pt x="405193" y="405203"/>
                  </a:lnTo>
                  <a:lnTo>
                    <a:pt x="434180" y="370073"/>
                  </a:lnTo>
                  <a:lnTo>
                    <a:pt x="456068" y="329754"/>
                  </a:lnTo>
                  <a:lnTo>
                    <a:pt x="469902" y="285199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88730" y="5240273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3" y="474725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037573" y="524205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15170" y="5699709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28" y="635311"/>
                </a:moveTo>
                <a:lnTo>
                  <a:pt x="791209" y="665873"/>
                </a:lnTo>
                <a:lnTo>
                  <a:pt x="917067" y="688162"/>
                </a:lnTo>
                <a:lnTo>
                  <a:pt x="896075" y="646645"/>
                </a:lnTo>
                <a:lnTo>
                  <a:pt x="829182" y="646645"/>
                </a:lnTo>
                <a:lnTo>
                  <a:pt x="813928" y="635311"/>
                </a:lnTo>
                <a:close/>
              </a:path>
              <a:path w="917575" h="688339">
                <a:moveTo>
                  <a:pt x="836660" y="604731"/>
                </a:moveTo>
                <a:lnTo>
                  <a:pt x="813928" y="635311"/>
                </a:lnTo>
                <a:lnTo>
                  <a:pt x="829182" y="646645"/>
                </a:lnTo>
                <a:lnTo>
                  <a:pt x="851915" y="616064"/>
                </a:lnTo>
                <a:lnTo>
                  <a:pt x="836660" y="604731"/>
                </a:lnTo>
                <a:close/>
              </a:path>
              <a:path w="917575" h="688339">
                <a:moveTo>
                  <a:pt x="859408" y="574128"/>
                </a:moveTo>
                <a:lnTo>
                  <a:pt x="836660" y="604731"/>
                </a:lnTo>
                <a:lnTo>
                  <a:pt x="851915" y="616064"/>
                </a:lnTo>
                <a:lnTo>
                  <a:pt x="829182" y="646645"/>
                </a:lnTo>
                <a:lnTo>
                  <a:pt x="896075" y="646645"/>
                </a:lnTo>
                <a:lnTo>
                  <a:pt x="859408" y="574128"/>
                </a:lnTo>
                <a:close/>
              </a:path>
              <a:path w="917575" h="688339">
                <a:moveTo>
                  <a:pt x="22605" y="0"/>
                </a:moveTo>
                <a:lnTo>
                  <a:pt x="0" y="30581"/>
                </a:lnTo>
                <a:lnTo>
                  <a:pt x="813928" y="635311"/>
                </a:lnTo>
                <a:lnTo>
                  <a:pt x="836660" y="604731"/>
                </a:lnTo>
                <a:lnTo>
                  <a:pt x="22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639806" y="564134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27973" y="3705240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43181" y="3748785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694414" y="5215382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108435" y="5221478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041635" y="6293865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35190" y="4511040"/>
            <a:ext cx="1743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8AEEF"/>
                </a:solidFill>
                <a:latin typeface="Cambria Math"/>
                <a:cs typeface="Cambria Math"/>
              </a:rPr>
              <a:t>𝒑𝒓𝒆𝒅[𝒘]</a:t>
            </a:r>
            <a:r>
              <a:rPr sz="2400" spc="105" dirty="0">
                <a:solidFill>
                  <a:srgbClr val="18AEE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18AEEF"/>
                </a:solidFill>
                <a:latin typeface="Cambria Math"/>
                <a:cs typeface="Cambria Math"/>
              </a:rPr>
              <a:t>=</a:t>
            </a:r>
            <a:r>
              <a:rPr sz="2400" spc="120" dirty="0">
                <a:solidFill>
                  <a:srgbClr val="18AEE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18AEEF"/>
                </a:solidFill>
                <a:latin typeface="Cambria Math"/>
                <a:cs typeface="Cambria Math"/>
              </a:rPr>
              <a:t>𝒔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F7BC91C4-F8CF-444D-B1A6-44704E3CB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826" y="925786"/>
            <a:ext cx="4923790" cy="10058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 err="1">
                <a:latin typeface="宋体"/>
                <a:cs typeface="宋体"/>
              </a:rPr>
              <a:t>核心思想</a:t>
            </a:r>
            <a:r>
              <a:rPr lang="zh-CN" altLang="en-US" sz="2800" spc="-15" dirty="0">
                <a:latin typeface="宋体"/>
                <a:cs typeface="宋体"/>
              </a:rPr>
              <a:t>（通用框架）</a:t>
            </a:r>
            <a:endParaRPr sz="28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 dirty="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4754" y="29359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79" h="475614">
                <a:moveTo>
                  <a:pt x="0" y="237743"/>
                </a:moveTo>
                <a:lnTo>
                  <a:pt x="4823" y="189825"/>
                </a:lnTo>
                <a:lnTo>
                  <a:pt x="18657" y="145196"/>
                </a:lnTo>
                <a:lnTo>
                  <a:pt x="40545" y="104812"/>
                </a:lnTo>
                <a:lnTo>
                  <a:pt x="69532" y="69627"/>
                </a:lnTo>
                <a:lnTo>
                  <a:pt x="104663" y="40598"/>
                </a:lnTo>
                <a:lnTo>
                  <a:pt x="144982" y="18680"/>
                </a:lnTo>
                <a:lnTo>
                  <a:pt x="189534" y="4829"/>
                </a:lnTo>
                <a:lnTo>
                  <a:pt x="237362" y="0"/>
                </a:lnTo>
                <a:lnTo>
                  <a:pt x="285191" y="4829"/>
                </a:lnTo>
                <a:lnTo>
                  <a:pt x="329743" y="18680"/>
                </a:lnTo>
                <a:lnTo>
                  <a:pt x="370062" y="40598"/>
                </a:lnTo>
                <a:lnTo>
                  <a:pt x="405193" y="69627"/>
                </a:lnTo>
                <a:lnTo>
                  <a:pt x="434180" y="104812"/>
                </a:lnTo>
                <a:lnTo>
                  <a:pt x="456068" y="145196"/>
                </a:lnTo>
                <a:lnTo>
                  <a:pt x="469902" y="189825"/>
                </a:lnTo>
                <a:lnTo>
                  <a:pt x="474725" y="237743"/>
                </a:lnTo>
                <a:lnTo>
                  <a:pt x="469902" y="285662"/>
                </a:lnTo>
                <a:lnTo>
                  <a:pt x="456068" y="330291"/>
                </a:lnTo>
                <a:lnTo>
                  <a:pt x="434180" y="370675"/>
                </a:lnTo>
                <a:lnTo>
                  <a:pt x="405193" y="405860"/>
                </a:lnTo>
                <a:lnTo>
                  <a:pt x="370062" y="434889"/>
                </a:lnTo>
                <a:lnTo>
                  <a:pt x="329743" y="456807"/>
                </a:lnTo>
                <a:lnTo>
                  <a:pt x="285191" y="470658"/>
                </a:lnTo>
                <a:lnTo>
                  <a:pt x="237362" y="475488"/>
                </a:lnTo>
                <a:lnTo>
                  <a:pt x="189534" y="470658"/>
                </a:lnTo>
                <a:lnTo>
                  <a:pt x="144982" y="456807"/>
                </a:lnTo>
                <a:lnTo>
                  <a:pt x="104663" y="434889"/>
                </a:lnTo>
                <a:lnTo>
                  <a:pt x="69532" y="405860"/>
                </a:lnTo>
                <a:lnTo>
                  <a:pt x="40545" y="370675"/>
                </a:lnTo>
                <a:lnTo>
                  <a:pt x="18657" y="330291"/>
                </a:lnTo>
                <a:lnTo>
                  <a:pt x="4823" y="285662"/>
                </a:lnTo>
                <a:lnTo>
                  <a:pt x="0" y="23774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33089" y="293801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65348" y="2898648"/>
            <a:ext cx="2451735" cy="1986280"/>
            <a:chOff x="3165348" y="2898648"/>
            <a:chExt cx="2451735" cy="1986280"/>
          </a:xfrm>
        </p:grpSpPr>
        <p:sp>
          <p:nvSpPr>
            <p:cNvPr id="9" name="object 9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5348" y="3099561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02758" y="339242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4"/>
                  </a:moveTo>
                  <a:lnTo>
                    <a:pt x="0" y="883284"/>
                  </a:lnTo>
                  <a:lnTo>
                    <a:pt x="57150" y="997584"/>
                  </a:lnTo>
                  <a:lnTo>
                    <a:pt x="104775" y="902334"/>
                  </a:lnTo>
                  <a:lnTo>
                    <a:pt x="38100" y="902334"/>
                  </a:lnTo>
                  <a:lnTo>
                    <a:pt x="38100" y="883284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4"/>
                  </a:lnTo>
                  <a:lnTo>
                    <a:pt x="76200" y="902334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4"/>
                  </a:moveTo>
                  <a:lnTo>
                    <a:pt x="76200" y="883284"/>
                  </a:lnTo>
                  <a:lnTo>
                    <a:pt x="76200" y="902334"/>
                  </a:lnTo>
                  <a:lnTo>
                    <a:pt x="104775" y="902334"/>
                  </a:lnTo>
                  <a:lnTo>
                    <a:pt x="114300" y="883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02861" y="27459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3402" y="37185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2115" y="37185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39361" y="4850129"/>
            <a:ext cx="1332230" cy="1106805"/>
            <a:chOff x="4039361" y="4850129"/>
            <a:chExt cx="1332230" cy="1106805"/>
          </a:xfrm>
        </p:grpSpPr>
        <p:sp>
          <p:nvSpPr>
            <p:cNvPr id="17" name="object 17"/>
            <p:cNvSpPr/>
            <p:nvPr/>
          </p:nvSpPr>
          <p:spPr>
            <a:xfrm>
              <a:off x="4058411" y="54627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3795" y="4850129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7944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19" y="640461"/>
                  </a:lnTo>
                  <a:lnTo>
                    <a:pt x="87756" y="640461"/>
                  </a:lnTo>
                  <a:lnTo>
                    <a:pt x="65024" y="609981"/>
                  </a:lnTo>
                  <a:lnTo>
                    <a:pt x="80390" y="598550"/>
                  </a:lnTo>
                  <a:lnTo>
                    <a:pt x="57657" y="567944"/>
                  </a:lnTo>
                  <a:close/>
                </a:path>
                <a:path w="908050" h="682625">
                  <a:moveTo>
                    <a:pt x="80390" y="598550"/>
                  </a:moveTo>
                  <a:lnTo>
                    <a:pt x="65024" y="609981"/>
                  </a:lnTo>
                  <a:lnTo>
                    <a:pt x="87756" y="640461"/>
                  </a:lnTo>
                  <a:lnTo>
                    <a:pt x="103062" y="629075"/>
                  </a:lnTo>
                  <a:lnTo>
                    <a:pt x="80390" y="598550"/>
                  </a:lnTo>
                  <a:close/>
                </a:path>
                <a:path w="908050" h="682625">
                  <a:moveTo>
                    <a:pt x="103062" y="629075"/>
                  </a:moveTo>
                  <a:lnTo>
                    <a:pt x="87756" y="640461"/>
                  </a:lnTo>
                  <a:lnTo>
                    <a:pt x="111519" y="640461"/>
                  </a:lnTo>
                  <a:lnTo>
                    <a:pt x="103062" y="629075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90" y="598550"/>
                  </a:lnTo>
                  <a:lnTo>
                    <a:pt x="103062" y="629075"/>
                  </a:lnTo>
                  <a:lnTo>
                    <a:pt x="907795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01034" y="477774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65704" y="4365497"/>
            <a:ext cx="1162685" cy="1167130"/>
            <a:chOff x="2965704" y="4365497"/>
            <a:chExt cx="1162685" cy="1167130"/>
          </a:xfrm>
        </p:grpSpPr>
        <p:sp>
          <p:nvSpPr>
            <p:cNvPr id="21" name="object 21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11195" y="4844033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52" y="635240"/>
                  </a:moveTo>
                  <a:lnTo>
                    <a:pt x="791209" y="665861"/>
                  </a:lnTo>
                  <a:lnTo>
                    <a:pt x="917067" y="688086"/>
                  </a:lnTo>
                  <a:lnTo>
                    <a:pt x="896071" y="646557"/>
                  </a:lnTo>
                  <a:lnTo>
                    <a:pt x="829182" y="646557"/>
                  </a:lnTo>
                  <a:lnTo>
                    <a:pt x="813952" y="635240"/>
                  </a:lnTo>
                  <a:close/>
                </a:path>
                <a:path w="917575" h="688339">
                  <a:moveTo>
                    <a:pt x="836624" y="604716"/>
                  </a:moveTo>
                  <a:lnTo>
                    <a:pt x="813952" y="635240"/>
                  </a:lnTo>
                  <a:lnTo>
                    <a:pt x="829182" y="646557"/>
                  </a:lnTo>
                  <a:lnTo>
                    <a:pt x="851916" y="616077"/>
                  </a:lnTo>
                  <a:lnTo>
                    <a:pt x="836624" y="604716"/>
                  </a:lnTo>
                  <a:close/>
                </a:path>
                <a:path w="917575" h="688339">
                  <a:moveTo>
                    <a:pt x="859408" y="574040"/>
                  </a:moveTo>
                  <a:lnTo>
                    <a:pt x="836624" y="604716"/>
                  </a:lnTo>
                  <a:lnTo>
                    <a:pt x="851916" y="616077"/>
                  </a:lnTo>
                  <a:lnTo>
                    <a:pt x="829182" y="646557"/>
                  </a:lnTo>
                  <a:lnTo>
                    <a:pt x="896071" y="646557"/>
                  </a:lnTo>
                  <a:lnTo>
                    <a:pt x="859408" y="574040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52" y="635240"/>
                  </a:lnTo>
                  <a:lnTo>
                    <a:pt x="836624" y="604716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35576" y="47853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23744" y="2893060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38952" y="2893060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37405" y="5437885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03952" y="292633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72689" y="4365497"/>
            <a:ext cx="89979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sz="2800" spc="-50" dirty="0">
                <a:latin typeface="Cambria Math"/>
                <a:cs typeface="Cambria Math"/>
              </a:rPr>
              <a:t>𝒘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30" name="object 30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686047" y="5498084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03952" y="4365497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C45D7C78-AF1E-8D4C-8DAB-0D5CAFBA9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25786"/>
            <a:ext cx="915035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>
                <a:latin typeface="宋体"/>
                <a:cs typeface="宋体"/>
              </a:rPr>
              <a:t>核心思想</a:t>
            </a:r>
            <a:endParaRPr sz="280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：选择一个白色顶点变为黑色（到该顶点最短路被确定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65704" y="2916935"/>
            <a:ext cx="513080" cy="513715"/>
            <a:chOff x="2965704" y="2916935"/>
            <a:chExt cx="513080" cy="513715"/>
          </a:xfrm>
        </p:grpSpPr>
        <p:sp>
          <p:nvSpPr>
            <p:cNvPr id="7" name="object 7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3089" y="293801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65348" y="2898648"/>
            <a:ext cx="2451735" cy="1986280"/>
            <a:chOff x="3165348" y="2898648"/>
            <a:chExt cx="2451735" cy="1986280"/>
          </a:xfrm>
        </p:grpSpPr>
        <p:sp>
          <p:nvSpPr>
            <p:cNvPr id="11" name="object 11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65348" y="3099561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2758" y="339242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4"/>
                  </a:moveTo>
                  <a:lnTo>
                    <a:pt x="0" y="883284"/>
                  </a:lnTo>
                  <a:lnTo>
                    <a:pt x="57150" y="997584"/>
                  </a:lnTo>
                  <a:lnTo>
                    <a:pt x="104775" y="902334"/>
                  </a:lnTo>
                  <a:lnTo>
                    <a:pt x="38100" y="902334"/>
                  </a:lnTo>
                  <a:lnTo>
                    <a:pt x="38100" y="883284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4"/>
                  </a:lnTo>
                  <a:lnTo>
                    <a:pt x="76200" y="902334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4"/>
                  </a:moveTo>
                  <a:lnTo>
                    <a:pt x="76200" y="883284"/>
                  </a:lnTo>
                  <a:lnTo>
                    <a:pt x="76200" y="902334"/>
                  </a:lnTo>
                  <a:lnTo>
                    <a:pt x="104775" y="902334"/>
                  </a:lnTo>
                  <a:lnTo>
                    <a:pt x="114300" y="883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02861" y="27459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3402" y="37185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2115" y="37185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39361" y="4850129"/>
            <a:ext cx="1332230" cy="1106805"/>
            <a:chOff x="4039361" y="4850129"/>
            <a:chExt cx="1332230" cy="1106805"/>
          </a:xfrm>
        </p:grpSpPr>
        <p:sp>
          <p:nvSpPr>
            <p:cNvPr id="19" name="object 19"/>
            <p:cNvSpPr/>
            <p:nvPr/>
          </p:nvSpPr>
          <p:spPr>
            <a:xfrm>
              <a:off x="4058411" y="54627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63795" y="4850129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7944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19" y="640461"/>
                  </a:lnTo>
                  <a:lnTo>
                    <a:pt x="87756" y="640461"/>
                  </a:lnTo>
                  <a:lnTo>
                    <a:pt x="65024" y="609981"/>
                  </a:lnTo>
                  <a:lnTo>
                    <a:pt x="80390" y="598550"/>
                  </a:lnTo>
                  <a:lnTo>
                    <a:pt x="57657" y="567944"/>
                  </a:lnTo>
                  <a:close/>
                </a:path>
                <a:path w="908050" h="682625">
                  <a:moveTo>
                    <a:pt x="80390" y="598550"/>
                  </a:moveTo>
                  <a:lnTo>
                    <a:pt x="65024" y="609981"/>
                  </a:lnTo>
                  <a:lnTo>
                    <a:pt x="87756" y="640461"/>
                  </a:lnTo>
                  <a:lnTo>
                    <a:pt x="103062" y="629075"/>
                  </a:lnTo>
                  <a:lnTo>
                    <a:pt x="80390" y="598550"/>
                  </a:lnTo>
                  <a:close/>
                </a:path>
                <a:path w="908050" h="682625">
                  <a:moveTo>
                    <a:pt x="103062" y="629075"/>
                  </a:moveTo>
                  <a:lnTo>
                    <a:pt x="87756" y="640461"/>
                  </a:lnTo>
                  <a:lnTo>
                    <a:pt x="111519" y="640461"/>
                  </a:lnTo>
                  <a:lnTo>
                    <a:pt x="103062" y="629075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90" y="598550"/>
                  </a:lnTo>
                  <a:lnTo>
                    <a:pt x="103062" y="629075"/>
                  </a:lnTo>
                  <a:lnTo>
                    <a:pt x="907795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01034" y="477774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65704" y="4365497"/>
            <a:ext cx="1162685" cy="1167130"/>
            <a:chOff x="2965704" y="4365497"/>
            <a:chExt cx="1162685" cy="1167130"/>
          </a:xfrm>
        </p:grpSpPr>
        <p:sp>
          <p:nvSpPr>
            <p:cNvPr id="23" name="object 23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11195" y="4844033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52" y="635240"/>
                  </a:moveTo>
                  <a:lnTo>
                    <a:pt x="791209" y="665861"/>
                  </a:lnTo>
                  <a:lnTo>
                    <a:pt x="917067" y="688086"/>
                  </a:lnTo>
                  <a:lnTo>
                    <a:pt x="896071" y="646557"/>
                  </a:lnTo>
                  <a:lnTo>
                    <a:pt x="829182" y="646557"/>
                  </a:lnTo>
                  <a:lnTo>
                    <a:pt x="813952" y="635240"/>
                  </a:lnTo>
                  <a:close/>
                </a:path>
                <a:path w="917575" h="688339">
                  <a:moveTo>
                    <a:pt x="836624" y="604716"/>
                  </a:moveTo>
                  <a:lnTo>
                    <a:pt x="813952" y="635240"/>
                  </a:lnTo>
                  <a:lnTo>
                    <a:pt x="829182" y="646557"/>
                  </a:lnTo>
                  <a:lnTo>
                    <a:pt x="851916" y="616077"/>
                  </a:lnTo>
                  <a:lnTo>
                    <a:pt x="836624" y="604716"/>
                  </a:lnTo>
                  <a:close/>
                </a:path>
                <a:path w="917575" h="688339">
                  <a:moveTo>
                    <a:pt x="859408" y="574040"/>
                  </a:moveTo>
                  <a:lnTo>
                    <a:pt x="836624" y="604716"/>
                  </a:lnTo>
                  <a:lnTo>
                    <a:pt x="851916" y="616077"/>
                  </a:lnTo>
                  <a:lnTo>
                    <a:pt x="829182" y="646557"/>
                  </a:lnTo>
                  <a:lnTo>
                    <a:pt x="896071" y="646557"/>
                  </a:lnTo>
                  <a:lnTo>
                    <a:pt x="859408" y="574040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52" y="635240"/>
                  </a:lnTo>
                  <a:lnTo>
                    <a:pt x="836624" y="604716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35576" y="478535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3744" y="2893060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8952" y="2893060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37405" y="5437885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03952" y="292633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72689" y="4365497"/>
            <a:ext cx="89979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sz="2800" spc="-50" dirty="0">
                <a:latin typeface="Cambria Math"/>
                <a:cs typeface="Cambria Math"/>
              </a:rPr>
              <a:t>𝒘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32" name="object 32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686047" y="5498084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03952" y="4365497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79CDEDBD-0082-D740-8533-A2D88EE24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36670"/>
            <a:ext cx="9150350" cy="18840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>
                <a:latin typeface="宋体"/>
                <a:cs typeface="宋体"/>
              </a:rPr>
              <a:t>核心思想</a:t>
            </a:r>
            <a:endParaRPr sz="280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：选择一个白色顶点变为黑色（到该顶点最短路被确定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宋体"/>
                <a:cs typeface="宋体"/>
              </a:rPr>
              <a:t>：重复步骤</a:t>
            </a:r>
            <a:r>
              <a:rPr sz="2400" b="1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65704" y="3149021"/>
            <a:ext cx="2651125" cy="1986280"/>
            <a:chOff x="2965704" y="2898648"/>
            <a:chExt cx="2651125" cy="1986280"/>
          </a:xfrm>
        </p:grpSpPr>
        <p:sp>
          <p:nvSpPr>
            <p:cNvPr id="7" name="object 7"/>
            <p:cNvSpPr/>
            <p:nvPr/>
          </p:nvSpPr>
          <p:spPr>
            <a:xfrm>
              <a:off x="2984754" y="293598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4754" y="293598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5348" y="3099561"/>
              <a:ext cx="1957705" cy="1285240"/>
            </a:xfrm>
            <a:custGeom>
              <a:avLst/>
              <a:gdLst/>
              <a:ahLst/>
              <a:cxnLst/>
              <a:rect l="l" t="t" r="r" b="b"/>
              <a:pathLst>
                <a:path w="1957704" h="1285239">
                  <a:moveTo>
                    <a:pt x="114300" y="1170813"/>
                  </a:moveTo>
                  <a:lnTo>
                    <a:pt x="76200" y="1170813"/>
                  </a:lnTo>
                  <a:lnTo>
                    <a:pt x="76200" y="311912"/>
                  </a:lnTo>
                  <a:lnTo>
                    <a:pt x="38100" y="311912"/>
                  </a:lnTo>
                  <a:lnTo>
                    <a:pt x="38100" y="1170813"/>
                  </a:lnTo>
                  <a:lnTo>
                    <a:pt x="0" y="1170813"/>
                  </a:lnTo>
                  <a:lnTo>
                    <a:pt x="57150" y="1285113"/>
                  </a:lnTo>
                  <a:lnTo>
                    <a:pt x="104775" y="1189863"/>
                  </a:lnTo>
                  <a:lnTo>
                    <a:pt x="114300" y="1170813"/>
                  </a:lnTo>
                  <a:close/>
                </a:path>
                <a:path w="1957704" h="1285239">
                  <a:moveTo>
                    <a:pt x="1957197" y="55880"/>
                  </a:moveTo>
                  <a:lnTo>
                    <a:pt x="1920100" y="37846"/>
                  </a:lnTo>
                  <a:lnTo>
                    <a:pt x="1842262" y="0"/>
                  </a:lnTo>
                  <a:lnTo>
                    <a:pt x="1842681" y="38061"/>
                  </a:lnTo>
                  <a:lnTo>
                    <a:pt x="293878" y="55118"/>
                  </a:lnTo>
                  <a:lnTo>
                    <a:pt x="294386" y="93218"/>
                  </a:lnTo>
                  <a:lnTo>
                    <a:pt x="1843100" y="76161"/>
                  </a:lnTo>
                  <a:lnTo>
                    <a:pt x="1843532" y="114300"/>
                  </a:lnTo>
                  <a:lnTo>
                    <a:pt x="1957197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02758" y="3392424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4"/>
                  </a:moveTo>
                  <a:lnTo>
                    <a:pt x="0" y="883284"/>
                  </a:lnTo>
                  <a:lnTo>
                    <a:pt x="57150" y="997584"/>
                  </a:lnTo>
                  <a:lnTo>
                    <a:pt x="104775" y="902334"/>
                  </a:lnTo>
                  <a:lnTo>
                    <a:pt x="38100" y="902334"/>
                  </a:lnTo>
                  <a:lnTo>
                    <a:pt x="38100" y="883284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4"/>
                  </a:lnTo>
                  <a:lnTo>
                    <a:pt x="76200" y="902334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4"/>
                  </a:moveTo>
                  <a:lnTo>
                    <a:pt x="76200" y="883284"/>
                  </a:lnTo>
                  <a:lnTo>
                    <a:pt x="76200" y="902334"/>
                  </a:lnTo>
                  <a:lnTo>
                    <a:pt x="104775" y="902334"/>
                  </a:lnTo>
                  <a:lnTo>
                    <a:pt x="114300" y="883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02861" y="2996367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3402" y="3968932"/>
            <a:ext cx="18567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1160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39361" y="5100502"/>
            <a:ext cx="1332230" cy="1106805"/>
            <a:chOff x="4039361" y="4850129"/>
            <a:chExt cx="1332230" cy="1106805"/>
          </a:xfrm>
        </p:grpSpPr>
        <p:sp>
          <p:nvSpPr>
            <p:cNvPr id="16" name="object 16"/>
            <p:cNvSpPr/>
            <p:nvPr/>
          </p:nvSpPr>
          <p:spPr>
            <a:xfrm>
              <a:off x="4058411" y="54627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63795" y="4850129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7" y="567944"/>
                  </a:moveTo>
                  <a:lnTo>
                    <a:pt x="0" y="682117"/>
                  </a:lnTo>
                  <a:lnTo>
                    <a:pt x="125856" y="659765"/>
                  </a:lnTo>
                  <a:lnTo>
                    <a:pt x="111519" y="640461"/>
                  </a:lnTo>
                  <a:lnTo>
                    <a:pt x="87756" y="640461"/>
                  </a:lnTo>
                  <a:lnTo>
                    <a:pt x="65024" y="609981"/>
                  </a:lnTo>
                  <a:lnTo>
                    <a:pt x="80390" y="598550"/>
                  </a:lnTo>
                  <a:lnTo>
                    <a:pt x="57657" y="567944"/>
                  </a:lnTo>
                  <a:close/>
                </a:path>
                <a:path w="908050" h="682625">
                  <a:moveTo>
                    <a:pt x="80390" y="598550"/>
                  </a:moveTo>
                  <a:lnTo>
                    <a:pt x="65024" y="609981"/>
                  </a:lnTo>
                  <a:lnTo>
                    <a:pt x="87756" y="640461"/>
                  </a:lnTo>
                  <a:lnTo>
                    <a:pt x="103062" y="629075"/>
                  </a:lnTo>
                  <a:lnTo>
                    <a:pt x="80390" y="598550"/>
                  </a:lnTo>
                  <a:close/>
                </a:path>
                <a:path w="908050" h="682625">
                  <a:moveTo>
                    <a:pt x="103062" y="629075"/>
                  </a:moveTo>
                  <a:lnTo>
                    <a:pt x="87756" y="640461"/>
                  </a:lnTo>
                  <a:lnTo>
                    <a:pt x="111519" y="640461"/>
                  </a:lnTo>
                  <a:lnTo>
                    <a:pt x="103062" y="629075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90" y="598550"/>
                  </a:lnTo>
                  <a:lnTo>
                    <a:pt x="103062" y="629075"/>
                  </a:lnTo>
                  <a:lnTo>
                    <a:pt x="907795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01034" y="502811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65704" y="4615870"/>
            <a:ext cx="513080" cy="513080"/>
            <a:chOff x="2965704" y="4365497"/>
            <a:chExt cx="513080" cy="513080"/>
          </a:xfrm>
        </p:grpSpPr>
        <p:sp>
          <p:nvSpPr>
            <p:cNvPr id="20" name="object 20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33089" y="463669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11195" y="5094407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52" y="635240"/>
                </a:moveTo>
                <a:lnTo>
                  <a:pt x="791209" y="665861"/>
                </a:lnTo>
                <a:lnTo>
                  <a:pt x="917067" y="688086"/>
                </a:lnTo>
                <a:lnTo>
                  <a:pt x="896071" y="646557"/>
                </a:lnTo>
                <a:lnTo>
                  <a:pt x="829182" y="646557"/>
                </a:lnTo>
                <a:lnTo>
                  <a:pt x="813952" y="635240"/>
                </a:lnTo>
                <a:close/>
              </a:path>
              <a:path w="917575" h="688339">
                <a:moveTo>
                  <a:pt x="836624" y="604716"/>
                </a:moveTo>
                <a:lnTo>
                  <a:pt x="813952" y="635240"/>
                </a:lnTo>
                <a:lnTo>
                  <a:pt x="829182" y="646557"/>
                </a:lnTo>
                <a:lnTo>
                  <a:pt x="851916" y="616077"/>
                </a:lnTo>
                <a:lnTo>
                  <a:pt x="836624" y="604716"/>
                </a:lnTo>
                <a:close/>
              </a:path>
              <a:path w="917575" h="688339">
                <a:moveTo>
                  <a:pt x="859408" y="574040"/>
                </a:moveTo>
                <a:lnTo>
                  <a:pt x="836624" y="604716"/>
                </a:lnTo>
                <a:lnTo>
                  <a:pt x="851916" y="616077"/>
                </a:lnTo>
                <a:lnTo>
                  <a:pt x="829182" y="646557"/>
                </a:lnTo>
                <a:lnTo>
                  <a:pt x="896071" y="646557"/>
                </a:lnTo>
                <a:lnTo>
                  <a:pt x="859408" y="574040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52" y="635240"/>
                </a:lnTo>
                <a:lnTo>
                  <a:pt x="836624" y="604716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35576" y="503573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23744" y="3143433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38952" y="3143433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7405" y="5688258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3089" y="3188390"/>
            <a:ext cx="23990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3435" algn="l"/>
              </a:tabLst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4200" spc="-75" baseline="1984" dirty="0">
                <a:latin typeface="Cambria Math"/>
                <a:cs typeface="Cambria Math"/>
              </a:rPr>
              <a:t>∞</a:t>
            </a:r>
            <a:endParaRPr sz="4200" baseline="1984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30" name="object 30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472689" y="4610028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86047" y="5748457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03952" y="4615870"/>
            <a:ext cx="841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800" spc="-50" dirty="0">
                <a:latin typeface="Cambria Math"/>
                <a:cs typeface="Cambria Math"/>
              </a:rPr>
              <a:t>∞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22F06D22-C044-BA45-A2A9-B6AD52F83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7558"/>
            <a:ext cx="9150350" cy="18840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>
                <a:latin typeface="宋体"/>
                <a:cs typeface="宋体"/>
              </a:rPr>
              <a:t>核心思想</a:t>
            </a:r>
            <a:endParaRPr sz="28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：选择一个白色顶点变为黑色（到该顶点最短路被确定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宋体"/>
                <a:cs typeface="宋体"/>
              </a:rPr>
              <a:t>：重复步骤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宋体"/>
                <a:cs typeface="宋体"/>
              </a:rPr>
              <a:t>，直至所有顶点均为黑色</a:t>
            </a:r>
            <a:endParaRPr sz="2400" dirty="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65704" y="3243507"/>
            <a:ext cx="513080" cy="513715"/>
            <a:chOff x="2965704" y="2916935"/>
            <a:chExt cx="513080" cy="513715"/>
          </a:xfrm>
        </p:grpSpPr>
        <p:sp>
          <p:nvSpPr>
            <p:cNvPr id="7" name="object 7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3089" y="326458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03876" y="4698166"/>
            <a:ext cx="513080" cy="513080"/>
            <a:chOff x="5103876" y="4371594"/>
            <a:chExt cx="513080" cy="513080"/>
          </a:xfrm>
        </p:grpSpPr>
        <p:sp>
          <p:nvSpPr>
            <p:cNvPr id="11" name="object 11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71515" y="4718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03876" y="3225220"/>
            <a:ext cx="513080" cy="513080"/>
            <a:chOff x="5103876" y="2898648"/>
            <a:chExt cx="513080" cy="513080"/>
          </a:xfrm>
        </p:grpSpPr>
        <p:sp>
          <p:nvSpPr>
            <p:cNvPr id="15" name="object 15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71515" y="324630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5348" y="3426133"/>
            <a:ext cx="2251710" cy="1290955"/>
          </a:xfrm>
          <a:custGeom>
            <a:avLst/>
            <a:gdLst/>
            <a:ahLst/>
            <a:cxnLst/>
            <a:rect l="l" t="t" r="r" b="b"/>
            <a:pathLst>
              <a:path w="2251710" h="1290954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1710" h="1290954">
                <a:moveTo>
                  <a:pt x="1957197" y="55880"/>
                </a:moveTo>
                <a:lnTo>
                  <a:pt x="1920100" y="37846"/>
                </a:lnTo>
                <a:lnTo>
                  <a:pt x="1842262" y="0"/>
                </a:lnTo>
                <a:lnTo>
                  <a:pt x="1842681" y="38061"/>
                </a:lnTo>
                <a:lnTo>
                  <a:pt x="293878" y="55118"/>
                </a:lnTo>
                <a:lnTo>
                  <a:pt x="294386" y="93218"/>
                </a:lnTo>
                <a:lnTo>
                  <a:pt x="1843100" y="76161"/>
                </a:lnTo>
                <a:lnTo>
                  <a:pt x="1843532" y="114300"/>
                </a:lnTo>
                <a:lnTo>
                  <a:pt x="1957197" y="55880"/>
                </a:lnTo>
                <a:close/>
              </a:path>
              <a:path w="2251710" h="1290954">
                <a:moveTo>
                  <a:pt x="2251710" y="1176147"/>
                </a:moveTo>
                <a:lnTo>
                  <a:pt x="2213610" y="1176147"/>
                </a:lnTo>
                <a:lnTo>
                  <a:pt x="2213610" y="292862"/>
                </a:lnTo>
                <a:lnTo>
                  <a:pt x="2175510" y="292862"/>
                </a:lnTo>
                <a:lnTo>
                  <a:pt x="2175510" y="1176147"/>
                </a:lnTo>
                <a:lnTo>
                  <a:pt x="2137410" y="1176147"/>
                </a:lnTo>
                <a:lnTo>
                  <a:pt x="2194560" y="1290447"/>
                </a:lnTo>
                <a:lnTo>
                  <a:pt x="2242185" y="1195197"/>
                </a:lnTo>
                <a:lnTo>
                  <a:pt x="2251710" y="1176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02861" y="307256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3402" y="404513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2115" y="404513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9361" y="5770300"/>
            <a:ext cx="513080" cy="513080"/>
            <a:chOff x="4039361" y="5443728"/>
            <a:chExt cx="513080" cy="513080"/>
          </a:xfrm>
        </p:grpSpPr>
        <p:sp>
          <p:nvSpPr>
            <p:cNvPr id="23" name="object 23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3"/>
                  </a:lnTo>
                  <a:lnTo>
                    <a:pt x="4823" y="285199"/>
                  </a:lnTo>
                  <a:lnTo>
                    <a:pt x="18657" y="329754"/>
                  </a:lnTo>
                  <a:lnTo>
                    <a:pt x="40545" y="370073"/>
                  </a:lnTo>
                  <a:lnTo>
                    <a:pt x="69532" y="405203"/>
                  </a:lnTo>
                  <a:lnTo>
                    <a:pt x="104663" y="434187"/>
                  </a:lnTo>
                  <a:lnTo>
                    <a:pt x="144982" y="456072"/>
                  </a:lnTo>
                  <a:lnTo>
                    <a:pt x="189534" y="469903"/>
                  </a:lnTo>
                  <a:lnTo>
                    <a:pt x="237362" y="474726"/>
                  </a:lnTo>
                  <a:lnTo>
                    <a:pt x="285191" y="469903"/>
                  </a:lnTo>
                  <a:lnTo>
                    <a:pt x="329743" y="456072"/>
                  </a:lnTo>
                  <a:lnTo>
                    <a:pt x="370062" y="434187"/>
                  </a:lnTo>
                  <a:lnTo>
                    <a:pt x="405193" y="405203"/>
                  </a:lnTo>
                  <a:lnTo>
                    <a:pt x="434180" y="370073"/>
                  </a:lnTo>
                  <a:lnTo>
                    <a:pt x="456068" y="329754"/>
                  </a:lnTo>
                  <a:lnTo>
                    <a:pt x="469902" y="285199"/>
                  </a:lnTo>
                  <a:lnTo>
                    <a:pt x="474725" y="237363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07002" y="579112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63796" y="5176701"/>
            <a:ext cx="908050" cy="682625"/>
          </a:xfrm>
          <a:custGeom>
            <a:avLst/>
            <a:gdLst/>
            <a:ahLst/>
            <a:cxnLst/>
            <a:rect l="l" t="t" r="r" b="b"/>
            <a:pathLst>
              <a:path w="908050" h="682625">
                <a:moveTo>
                  <a:pt x="57657" y="567944"/>
                </a:moveTo>
                <a:lnTo>
                  <a:pt x="0" y="682117"/>
                </a:lnTo>
                <a:lnTo>
                  <a:pt x="125856" y="659765"/>
                </a:lnTo>
                <a:lnTo>
                  <a:pt x="111519" y="640461"/>
                </a:lnTo>
                <a:lnTo>
                  <a:pt x="87756" y="640461"/>
                </a:lnTo>
                <a:lnTo>
                  <a:pt x="65024" y="609981"/>
                </a:lnTo>
                <a:lnTo>
                  <a:pt x="80390" y="598550"/>
                </a:lnTo>
                <a:lnTo>
                  <a:pt x="57657" y="567944"/>
                </a:lnTo>
                <a:close/>
              </a:path>
              <a:path w="908050" h="682625">
                <a:moveTo>
                  <a:pt x="80390" y="598550"/>
                </a:moveTo>
                <a:lnTo>
                  <a:pt x="65024" y="609981"/>
                </a:lnTo>
                <a:lnTo>
                  <a:pt x="87756" y="640461"/>
                </a:lnTo>
                <a:lnTo>
                  <a:pt x="103062" y="629075"/>
                </a:lnTo>
                <a:lnTo>
                  <a:pt x="80390" y="598550"/>
                </a:lnTo>
                <a:close/>
              </a:path>
              <a:path w="908050" h="682625">
                <a:moveTo>
                  <a:pt x="103062" y="629075"/>
                </a:moveTo>
                <a:lnTo>
                  <a:pt x="87756" y="640461"/>
                </a:lnTo>
                <a:lnTo>
                  <a:pt x="111519" y="640461"/>
                </a:lnTo>
                <a:lnTo>
                  <a:pt x="103062" y="629075"/>
                </a:lnTo>
                <a:close/>
              </a:path>
              <a:path w="908050" h="682625">
                <a:moveTo>
                  <a:pt x="885063" y="0"/>
                </a:moveTo>
                <a:lnTo>
                  <a:pt x="80390" y="598550"/>
                </a:lnTo>
                <a:lnTo>
                  <a:pt x="103062" y="629075"/>
                </a:lnTo>
                <a:lnTo>
                  <a:pt x="907795" y="30480"/>
                </a:lnTo>
                <a:lnTo>
                  <a:pt x="885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701034" y="510431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65704" y="4692069"/>
            <a:ext cx="513080" cy="513080"/>
            <a:chOff x="2965704" y="4365497"/>
            <a:chExt cx="513080" cy="513080"/>
          </a:xfrm>
        </p:grpSpPr>
        <p:sp>
          <p:nvSpPr>
            <p:cNvPr id="29" name="object 29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133089" y="471289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211195" y="5170606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52" y="635240"/>
                </a:moveTo>
                <a:lnTo>
                  <a:pt x="791209" y="665861"/>
                </a:lnTo>
                <a:lnTo>
                  <a:pt x="917067" y="688086"/>
                </a:lnTo>
                <a:lnTo>
                  <a:pt x="896071" y="646557"/>
                </a:lnTo>
                <a:lnTo>
                  <a:pt x="829182" y="646557"/>
                </a:lnTo>
                <a:lnTo>
                  <a:pt x="813952" y="635240"/>
                </a:lnTo>
                <a:close/>
              </a:path>
              <a:path w="917575" h="688339">
                <a:moveTo>
                  <a:pt x="836624" y="604716"/>
                </a:moveTo>
                <a:lnTo>
                  <a:pt x="813952" y="635240"/>
                </a:lnTo>
                <a:lnTo>
                  <a:pt x="829182" y="646557"/>
                </a:lnTo>
                <a:lnTo>
                  <a:pt x="851916" y="616077"/>
                </a:lnTo>
                <a:lnTo>
                  <a:pt x="836624" y="604716"/>
                </a:lnTo>
                <a:close/>
              </a:path>
              <a:path w="917575" h="688339">
                <a:moveTo>
                  <a:pt x="859408" y="574040"/>
                </a:moveTo>
                <a:lnTo>
                  <a:pt x="836624" y="604716"/>
                </a:lnTo>
                <a:lnTo>
                  <a:pt x="851916" y="616077"/>
                </a:lnTo>
                <a:lnTo>
                  <a:pt x="829182" y="646557"/>
                </a:lnTo>
                <a:lnTo>
                  <a:pt x="896071" y="646557"/>
                </a:lnTo>
                <a:lnTo>
                  <a:pt x="859408" y="574040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52" y="635240"/>
                </a:lnTo>
                <a:lnTo>
                  <a:pt x="836624" y="604716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35576" y="511193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23744" y="3219632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38952" y="3219632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37" name="object 37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472689" y="4686227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86047" y="5824656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0184" y="4686227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2">
            <a:extLst>
              <a:ext uri="{FF2B5EF4-FFF2-40B4-BE49-F238E27FC236}">
                <a16:creationId xmlns:a16="http://schemas.microsoft.com/office/drawing/2014/main" id="{C006B71F-9964-6247-A4C1-4FF7C463C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36673"/>
            <a:ext cx="9150350" cy="18840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>
                <a:latin typeface="宋体"/>
                <a:cs typeface="宋体"/>
              </a:rPr>
              <a:t>核心思想</a:t>
            </a:r>
            <a:endParaRPr sz="28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选择一个白色顶点</a:t>
            </a:r>
            <a:r>
              <a:rPr sz="2400" dirty="0">
                <a:latin typeface="宋体"/>
                <a:cs typeface="宋体"/>
              </a:rPr>
              <a:t>变为黑色（到该顶点最短路被确定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宋体"/>
                <a:cs typeface="宋体"/>
              </a:rPr>
              <a:t>：重复步骤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宋体"/>
                <a:cs typeface="宋体"/>
              </a:rPr>
              <a:t>，直至所有顶点均为黑色</a:t>
            </a:r>
            <a:endParaRPr sz="2400" dirty="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3159" y="4068317"/>
            <a:ext cx="5826760" cy="6451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505"/>
              </a:spcBef>
            </a:pPr>
            <a:r>
              <a:rPr sz="2800" spc="15" dirty="0">
                <a:latin typeface="宋体"/>
                <a:cs typeface="宋体"/>
              </a:rPr>
              <a:t>问题：选择哪个白色顶点变为黑色?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65704" y="3189079"/>
            <a:ext cx="513080" cy="513715"/>
            <a:chOff x="2965704" y="2916935"/>
            <a:chExt cx="513080" cy="513715"/>
          </a:xfrm>
        </p:grpSpPr>
        <p:sp>
          <p:nvSpPr>
            <p:cNvPr id="8" name="object 8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33089" y="321016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03876" y="4643738"/>
            <a:ext cx="513080" cy="513080"/>
            <a:chOff x="5103876" y="4371594"/>
            <a:chExt cx="513080" cy="513080"/>
          </a:xfrm>
        </p:grpSpPr>
        <p:sp>
          <p:nvSpPr>
            <p:cNvPr id="12" name="object 12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71515" y="466431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03876" y="3170792"/>
            <a:ext cx="513080" cy="513080"/>
            <a:chOff x="5103876" y="2898648"/>
            <a:chExt cx="513080" cy="513080"/>
          </a:xfrm>
        </p:grpSpPr>
        <p:sp>
          <p:nvSpPr>
            <p:cNvPr id="16" name="object 16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71515" y="3191874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65348" y="3371705"/>
            <a:ext cx="2251710" cy="1290955"/>
          </a:xfrm>
          <a:custGeom>
            <a:avLst/>
            <a:gdLst/>
            <a:ahLst/>
            <a:cxnLst/>
            <a:rect l="l" t="t" r="r" b="b"/>
            <a:pathLst>
              <a:path w="2251710" h="1290954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1710" h="1290954">
                <a:moveTo>
                  <a:pt x="1957197" y="55880"/>
                </a:moveTo>
                <a:lnTo>
                  <a:pt x="1920100" y="37846"/>
                </a:lnTo>
                <a:lnTo>
                  <a:pt x="1842262" y="0"/>
                </a:lnTo>
                <a:lnTo>
                  <a:pt x="1842681" y="38061"/>
                </a:lnTo>
                <a:lnTo>
                  <a:pt x="293878" y="55118"/>
                </a:lnTo>
                <a:lnTo>
                  <a:pt x="294386" y="93218"/>
                </a:lnTo>
                <a:lnTo>
                  <a:pt x="1843100" y="76161"/>
                </a:lnTo>
                <a:lnTo>
                  <a:pt x="1843532" y="114300"/>
                </a:lnTo>
                <a:lnTo>
                  <a:pt x="1957197" y="55880"/>
                </a:lnTo>
                <a:close/>
              </a:path>
              <a:path w="2251710" h="1290954">
                <a:moveTo>
                  <a:pt x="2251710" y="1176147"/>
                </a:moveTo>
                <a:lnTo>
                  <a:pt x="2213610" y="1176147"/>
                </a:lnTo>
                <a:lnTo>
                  <a:pt x="2213610" y="292862"/>
                </a:lnTo>
                <a:lnTo>
                  <a:pt x="2175510" y="292862"/>
                </a:lnTo>
                <a:lnTo>
                  <a:pt x="2175510" y="1176147"/>
                </a:lnTo>
                <a:lnTo>
                  <a:pt x="2137410" y="1176147"/>
                </a:lnTo>
                <a:lnTo>
                  <a:pt x="2194560" y="1290447"/>
                </a:lnTo>
                <a:lnTo>
                  <a:pt x="2242185" y="1195197"/>
                </a:lnTo>
                <a:lnTo>
                  <a:pt x="2251710" y="1176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02861" y="301813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43402" y="399070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92115" y="399070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39361" y="5715872"/>
            <a:ext cx="513080" cy="513080"/>
            <a:chOff x="4039361" y="5443728"/>
            <a:chExt cx="513080" cy="513080"/>
          </a:xfrm>
        </p:grpSpPr>
        <p:sp>
          <p:nvSpPr>
            <p:cNvPr id="24" name="object 24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3"/>
                  </a:lnTo>
                  <a:lnTo>
                    <a:pt x="4823" y="285199"/>
                  </a:lnTo>
                  <a:lnTo>
                    <a:pt x="18657" y="329754"/>
                  </a:lnTo>
                  <a:lnTo>
                    <a:pt x="40545" y="370073"/>
                  </a:lnTo>
                  <a:lnTo>
                    <a:pt x="69532" y="405203"/>
                  </a:lnTo>
                  <a:lnTo>
                    <a:pt x="104663" y="434187"/>
                  </a:lnTo>
                  <a:lnTo>
                    <a:pt x="144982" y="456072"/>
                  </a:lnTo>
                  <a:lnTo>
                    <a:pt x="189534" y="469903"/>
                  </a:lnTo>
                  <a:lnTo>
                    <a:pt x="237362" y="474726"/>
                  </a:lnTo>
                  <a:lnTo>
                    <a:pt x="285191" y="469903"/>
                  </a:lnTo>
                  <a:lnTo>
                    <a:pt x="329743" y="456072"/>
                  </a:lnTo>
                  <a:lnTo>
                    <a:pt x="370062" y="434187"/>
                  </a:lnTo>
                  <a:lnTo>
                    <a:pt x="405193" y="405203"/>
                  </a:lnTo>
                  <a:lnTo>
                    <a:pt x="434180" y="370073"/>
                  </a:lnTo>
                  <a:lnTo>
                    <a:pt x="456068" y="329754"/>
                  </a:lnTo>
                  <a:lnTo>
                    <a:pt x="469902" y="285199"/>
                  </a:lnTo>
                  <a:lnTo>
                    <a:pt x="474725" y="237363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07002" y="573669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463796" y="5122273"/>
            <a:ext cx="908050" cy="682625"/>
          </a:xfrm>
          <a:custGeom>
            <a:avLst/>
            <a:gdLst/>
            <a:ahLst/>
            <a:cxnLst/>
            <a:rect l="l" t="t" r="r" b="b"/>
            <a:pathLst>
              <a:path w="908050" h="682625">
                <a:moveTo>
                  <a:pt x="57657" y="567944"/>
                </a:moveTo>
                <a:lnTo>
                  <a:pt x="0" y="682117"/>
                </a:lnTo>
                <a:lnTo>
                  <a:pt x="125856" y="659765"/>
                </a:lnTo>
                <a:lnTo>
                  <a:pt x="111519" y="640461"/>
                </a:lnTo>
                <a:lnTo>
                  <a:pt x="87756" y="640461"/>
                </a:lnTo>
                <a:lnTo>
                  <a:pt x="65024" y="609981"/>
                </a:lnTo>
                <a:lnTo>
                  <a:pt x="80390" y="598550"/>
                </a:lnTo>
                <a:lnTo>
                  <a:pt x="57657" y="567944"/>
                </a:lnTo>
                <a:close/>
              </a:path>
              <a:path w="908050" h="682625">
                <a:moveTo>
                  <a:pt x="80390" y="598550"/>
                </a:moveTo>
                <a:lnTo>
                  <a:pt x="65024" y="609981"/>
                </a:lnTo>
                <a:lnTo>
                  <a:pt x="87756" y="640461"/>
                </a:lnTo>
                <a:lnTo>
                  <a:pt x="103062" y="629075"/>
                </a:lnTo>
                <a:lnTo>
                  <a:pt x="80390" y="598550"/>
                </a:lnTo>
                <a:close/>
              </a:path>
              <a:path w="908050" h="682625">
                <a:moveTo>
                  <a:pt x="103062" y="629075"/>
                </a:moveTo>
                <a:lnTo>
                  <a:pt x="87756" y="640461"/>
                </a:lnTo>
                <a:lnTo>
                  <a:pt x="111519" y="640461"/>
                </a:lnTo>
                <a:lnTo>
                  <a:pt x="103062" y="629075"/>
                </a:lnTo>
                <a:close/>
              </a:path>
              <a:path w="908050" h="682625">
                <a:moveTo>
                  <a:pt x="885063" y="0"/>
                </a:moveTo>
                <a:lnTo>
                  <a:pt x="80390" y="598550"/>
                </a:lnTo>
                <a:lnTo>
                  <a:pt x="103062" y="629075"/>
                </a:lnTo>
                <a:lnTo>
                  <a:pt x="907795" y="30480"/>
                </a:lnTo>
                <a:lnTo>
                  <a:pt x="885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72689" y="4631799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01034" y="504988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86047" y="5770228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965704" y="4637641"/>
            <a:ext cx="513080" cy="513080"/>
            <a:chOff x="2965704" y="4365497"/>
            <a:chExt cx="513080" cy="513080"/>
          </a:xfrm>
        </p:grpSpPr>
        <p:sp>
          <p:nvSpPr>
            <p:cNvPr id="32" name="object 32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133089" y="465847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1195" y="5116178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52" y="635240"/>
                </a:moveTo>
                <a:lnTo>
                  <a:pt x="791209" y="665861"/>
                </a:lnTo>
                <a:lnTo>
                  <a:pt x="917067" y="688086"/>
                </a:lnTo>
                <a:lnTo>
                  <a:pt x="896071" y="646557"/>
                </a:lnTo>
                <a:lnTo>
                  <a:pt x="829182" y="646557"/>
                </a:lnTo>
                <a:lnTo>
                  <a:pt x="813952" y="635240"/>
                </a:lnTo>
                <a:close/>
              </a:path>
              <a:path w="917575" h="688339">
                <a:moveTo>
                  <a:pt x="836624" y="604716"/>
                </a:moveTo>
                <a:lnTo>
                  <a:pt x="813952" y="635240"/>
                </a:lnTo>
                <a:lnTo>
                  <a:pt x="829182" y="646557"/>
                </a:lnTo>
                <a:lnTo>
                  <a:pt x="851916" y="616077"/>
                </a:lnTo>
                <a:lnTo>
                  <a:pt x="836624" y="604716"/>
                </a:lnTo>
                <a:close/>
              </a:path>
              <a:path w="917575" h="688339">
                <a:moveTo>
                  <a:pt x="859408" y="574040"/>
                </a:moveTo>
                <a:lnTo>
                  <a:pt x="836624" y="604716"/>
                </a:lnTo>
                <a:lnTo>
                  <a:pt x="851916" y="616077"/>
                </a:lnTo>
                <a:lnTo>
                  <a:pt x="829182" y="646557"/>
                </a:lnTo>
                <a:lnTo>
                  <a:pt x="896071" y="646557"/>
                </a:lnTo>
                <a:lnTo>
                  <a:pt x="859408" y="574040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52" y="635240"/>
                </a:lnTo>
                <a:lnTo>
                  <a:pt x="836624" y="604716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735576" y="5057503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23744" y="3165204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38952" y="3165204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90184" y="4631799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41" name="object 41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22E683B6-A883-2349-9EB4-9BEF66A25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91100"/>
            <a:ext cx="9150350" cy="18840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5" dirty="0">
                <a:latin typeface="宋体"/>
                <a:cs typeface="宋体"/>
              </a:rPr>
              <a:t>核心思想</a:t>
            </a:r>
            <a:endParaRPr sz="280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宋体"/>
                <a:cs typeface="宋体"/>
              </a:rPr>
              <a:t>：新建空的黑色顶点集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选择一个白色顶点</a:t>
            </a:r>
            <a:r>
              <a:rPr sz="2400" dirty="0">
                <a:latin typeface="宋体"/>
                <a:cs typeface="宋体"/>
              </a:rPr>
              <a:t>变为黑色（到该顶点最短路被确定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宋体"/>
                <a:cs typeface="宋体"/>
              </a:rPr>
              <a:t>步骤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宋体"/>
                <a:cs typeface="宋体"/>
              </a:rPr>
              <a:t>：重复步骤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宋体"/>
                <a:cs typeface="宋体"/>
              </a:rPr>
              <a:t>，直至所有顶点均为黑色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65704" y="3254392"/>
            <a:ext cx="513080" cy="513715"/>
            <a:chOff x="2965704" y="2916935"/>
            <a:chExt cx="513080" cy="513715"/>
          </a:xfrm>
        </p:grpSpPr>
        <p:sp>
          <p:nvSpPr>
            <p:cNvPr id="7" name="object 7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4754" y="293598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3089" y="3275474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03876" y="4709051"/>
            <a:ext cx="513080" cy="513080"/>
            <a:chOff x="5103876" y="4371594"/>
            <a:chExt cx="513080" cy="513080"/>
          </a:xfrm>
        </p:grpSpPr>
        <p:sp>
          <p:nvSpPr>
            <p:cNvPr id="11" name="object 11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2926" y="4390644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71515" y="4729624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03876" y="3236105"/>
            <a:ext cx="513080" cy="513080"/>
            <a:chOff x="5103876" y="2898648"/>
            <a:chExt cx="513080" cy="513080"/>
          </a:xfrm>
        </p:grpSpPr>
        <p:sp>
          <p:nvSpPr>
            <p:cNvPr id="15" name="object 15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2926" y="291769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71515" y="325718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65348" y="3437018"/>
            <a:ext cx="2251710" cy="1290955"/>
          </a:xfrm>
          <a:custGeom>
            <a:avLst/>
            <a:gdLst/>
            <a:ahLst/>
            <a:cxnLst/>
            <a:rect l="l" t="t" r="r" b="b"/>
            <a:pathLst>
              <a:path w="2251710" h="1290954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1710" h="1290954">
                <a:moveTo>
                  <a:pt x="1957197" y="55880"/>
                </a:moveTo>
                <a:lnTo>
                  <a:pt x="1920100" y="37846"/>
                </a:lnTo>
                <a:lnTo>
                  <a:pt x="1842262" y="0"/>
                </a:lnTo>
                <a:lnTo>
                  <a:pt x="1842681" y="38061"/>
                </a:lnTo>
                <a:lnTo>
                  <a:pt x="293878" y="55118"/>
                </a:lnTo>
                <a:lnTo>
                  <a:pt x="294386" y="93218"/>
                </a:lnTo>
                <a:lnTo>
                  <a:pt x="1843100" y="76161"/>
                </a:lnTo>
                <a:lnTo>
                  <a:pt x="1843532" y="114300"/>
                </a:lnTo>
                <a:lnTo>
                  <a:pt x="1957197" y="55880"/>
                </a:lnTo>
                <a:close/>
              </a:path>
              <a:path w="2251710" h="1290954">
                <a:moveTo>
                  <a:pt x="2251710" y="1176147"/>
                </a:moveTo>
                <a:lnTo>
                  <a:pt x="2213610" y="1176147"/>
                </a:lnTo>
                <a:lnTo>
                  <a:pt x="2213610" y="292862"/>
                </a:lnTo>
                <a:lnTo>
                  <a:pt x="2175510" y="292862"/>
                </a:lnTo>
                <a:lnTo>
                  <a:pt x="2175510" y="1176147"/>
                </a:lnTo>
                <a:lnTo>
                  <a:pt x="2137410" y="1176147"/>
                </a:lnTo>
                <a:lnTo>
                  <a:pt x="2194560" y="1290447"/>
                </a:lnTo>
                <a:lnTo>
                  <a:pt x="2242185" y="1195197"/>
                </a:lnTo>
                <a:lnTo>
                  <a:pt x="2251710" y="1176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02861" y="308345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3402" y="405601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2115" y="405601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9361" y="5781185"/>
            <a:ext cx="513080" cy="513080"/>
            <a:chOff x="4039361" y="5443728"/>
            <a:chExt cx="513080" cy="513080"/>
          </a:xfrm>
        </p:grpSpPr>
        <p:sp>
          <p:nvSpPr>
            <p:cNvPr id="23" name="object 23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3"/>
                  </a:lnTo>
                  <a:lnTo>
                    <a:pt x="4823" y="285199"/>
                  </a:lnTo>
                  <a:lnTo>
                    <a:pt x="18657" y="329754"/>
                  </a:lnTo>
                  <a:lnTo>
                    <a:pt x="40545" y="370073"/>
                  </a:lnTo>
                  <a:lnTo>
                    <a:pt x="69532" y="405203"/>
                  </a:lnTo>
                  <a:lnTo>
                    <a:pt x="104663" y="434187"/>
                  </a:lnTo>
                  <a:lnTo>
                    <a:pt x="144982" y="456072"/>
                  </a:lnTo>
                  <a:lnTo>
                    <a:pt x="189534" y="469903"/>
                  </a:lnTo>
                  <a:lnTo>
                    <a:pt x="237362" y="474726"/>
                  </a:lnTo>
                  <a:lnTo>
                    <a:pt x="285191" y="469903"/>
                  </a:lnTo>
                  <a:lnTo>
                    <a:pt x="329743" y="456072"/>
                  </a:lnTo>
                  <a:lnTo>
                    <a:pt x="370062" y="434187"/>
                  </a:lnTo>
                  <a:lnTo>
                    <a:pt x="405193" y="405203"/>
                  </a:lnTo>
                  <a:lnTo>
                    <a:pt x="434180" y="370073"/>
                  </a:lnTo>
                  <a:lnTo>
                    <a:pt x="456068" y="329754"/>
                  </a:lnTo>
                  <a:lnTo>
                    <a:pt x="469902" y="285199"/>
                  </a:lnTo>
                  <a:lnTo>
                    <a:pt x="474725" y="237363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58411" y="546277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07002" y="580201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63796" y="5187586"/>
            <a:ext cx="908050" cy="682625"/>
          </a:xfrm>
          <a:custGeom>
            <a:avLst/>
            <a:gdLst/>
            <a:ahLst/>
            <a:cxnLst/>
            <a:rect l="l" t="t" r="r" b="b"/>
            <a:pathLst>
              <a:path w="908050" h="682625">
                <a:moveTo>
                  <a:pt x="57657" y="567944"/>
                </a:moveTo>
                <a:lnTo>
                  <a:pt x="0" y="682117"/>
                </a:lnTo>
                <a:lnTo>
                  <a:pt x="125856" y="659765"/>
                </a:lnTo>
                <a:lnTo>
                  <a:pt x="111519" y="640461"/>
                </a:lnTo>
                <a:lnTo>
                  <a:pt x="87756" y="640461"/>
                </a:lnTo>
                <a:lnTo>
                  <a:pt x="65024" y="609981"/>
                </a:lnTo>
                <a:lnTo>
                  <a:pt x="80390" y="598550"/>
                </a:lnTo>
                <a:lnTo>
                  <a:pt x="57657" y="567944"/>
                </a:lnTo>
                <a:close/>
              </a:path>
              <a:path w="908050" h="682625">
                <a:moveTo>
                  <a:pt x="80390" y="598550"/>
                </a:moveTo>
                <a:lnTo>
                  <a:pt x="65024" y="609981"/>
                </a:lnTo>
                <a:lnTo>
                  <a:pt x="87756" y="640461"/>
                </a:lnTo>
                <a:lnTo>
                  <a:pt x="103062" y="629075"/>
                </a:lnTo>
                <a:lnTo>
                  <a:pt x="80390" y="598550"/>
                </a:lnTo>
                <a:close/>
              </a:path>
              <a:path w="908050" h="682625">
                <a:moveTo>
                  <a:pt x="103062" y="629075"/>
                </a:moveTo>
                <a:lnTo>
                  <a:pt x="87756" y="640461"/>
                </a:lnTo>
                <a:lnTo>
                  <a:pt x="111519" y="640461"/>
                </a:lnTo>
                <a:lnTo>
                  <a:pt x="103062" y="629075"/>
                </a:lnTo>
                <a:close/>
              </a:path>
              <a:path w="908050" h="682625">
                <a:moveTo>
                  <a:pt x="885063" y="0"/>
                </a:moveTo>
                <a:lnTo>
                  <a:pt x="80390" y="598550"/>
                </a:lnTo>
                <a:lnTo>
                  <a:pt x="103062" y="629075"/>
                </a:lnTo>
                <a:lnTo>
                  <a:pt x="907795" y="30480"/>
                </a:lnTo>
                <a:lnTo>
                  <a:pt x="885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72689" y="4697112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01034" y="5115197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86047" y="5835541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965704" y="4702954"/>
            <a:ext cx="513080" cy="513080"/>
            <a:chOff x="2965704" y="4365497"/>
            <a:chExt cx="513080" cy="513080"/>
          </a:xfrm>
        </p:grpSpPr>
        <p:sp>
          <p:nvSpPr>
            <p:cNvPr id="31" name="object 31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84754" y="438454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133089" y="472378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11195" y="5181491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52" y="635240"/>
                </a:moveTo>
                <a:lnTo>
                  <a:pt x="791209" y="665861"/>
                </a:lnTo>
                <a:lnTo>
                  <a:pt x="917067" y="688086"/>
                </a:lnTo>
                <a:lnTo>
                  <a:pt x="896071" y="646557"/>
                </a:lnTo>
                <a:lnTo>
                  <a:pt x="829182" y="646557"/>
                </a:lnTo>
                <a:lnTo>
                  <a:pt x="813952" y="635240"/>
                </a:lnTo>
                <a:close/>
              </a:path>
              <a:path w="917575" h="688339">
                <a:moveTo>
                  <a:pt x="836624" y="604716"/>
                </a:moveTo>
                <a:lnTo>
                  <a:pt x="813952" y="635240"/>
                </a:lnTo>
                <a:lnTo>
                  <a:pt x="829182" y="646557"/>
                </a:lnTo>
                <a:lnTo>
                  <a:pt x="851916" y="616077"/>
                </a:lnTo>
                <a:lnTo>
                  <a:pt x="836624" y="604716"/>
                </a:lnTo>
                <a:close/>
              </a:path>
              <a:path w="917575" h="688339">
                <a:moveTo>
                  <a:pt x="859408" y="574040"/>
                </a:moveTo>
                <a:lnTo>
                  <a:pt x="836624" y="604716"/>
                </a:lnTo>
                <a:lnTo>
                  <a:pt x="851916" y="616077"/>
                </a:lnTo>
                <a:lnTo>
                  <a:pt x="829182" y="646557"/>
                </a:lnTo>
                <a:lnTo>
                  <a:pt x="896071" y="646557"/>
                </a:lnTo>
                <a:lnTo>
                  <a:pt x="859408" y="574040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52" y="635240"/>
                </a:lnTo>
                <a:lnTo>
                  <a:pt x="836624" y="604716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735576" y="512281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23744" y="323051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38952" y="323051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0184" y="4697112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33159" y="4068317"/>
            <a:ext cx="5826760" cy="6451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505"/>
              </a:spcBef>
            </a:pPr>
            <a:r>
              <a:rPr sz="2800" spc="15" dirty="0">
                <a:latin typeface="宋体"/>
                <a:cs typeface="宋体"/>
              </a:rPr>
              <a:t>问题：选择哪个白色顶点变为黑色?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33159" y="5353050"/>
            <a:ext cx="5826760" cy="6451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09"/>
              </a:spcBef>
            </a:pPr>
            <a:r>
              <a:rPr sz="2800" spc="15" dirty="0">
                <a:latin typeface="宋体"/>
                <a:cs typeface="宋体"/>
              </a:rPr>
              <a:t>问题：如何更新每顶点的估计距离?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42" name="object 42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75966" y="3121042"/>
            <a:ext cx="2980690" cy="3214370"/>
          </a:xfrm>
          <a:custGeom>
            <a:avLst/>
            <a:gdLst/>
            <a:ahLst/>
            <a:cxnLst/>
            <a:rect l="l" t="t" r="r" b="b"/>
            <a:pathLst>
              <a:path w="2980690" h="3214370">
                <a:moveTo>
                  <a:pt x="0" y="496697"/>
                </a:moveTo>
                <a:lnTo>
                  <a:pt x="2273" y="448861"/>
                </a:lnTo>
                <a:lnTo>
                  <a:pt x="8956" y="402312"/>
                </a:lnTo>
                <a:lnTo>
                  <a:pt x="19839" y="357258"/>
                </a:lnTo>
                <a:lnTo>
                  <a:pt x="34714" y="313906"/>
                </a:lnTo>
                <a:lnTo>
                  <a:pt x="53373" y="272466"/>
                </a:lnTo>
                <a:lnTo>
                  <a:pt x="75609" y="233144"/>
                </a:lnTo>
                <a:lnTo>
                  <a:pt x="101213" y="196150"/>
                </a:lnTo>
                <a:lnTo>
                  <a:pt x="129976" y="161692"/>
                </a:lnTo>
                <a:lnTo>
                  <a:pt x="161692" y="129976"/>
                </a:lnTo>
                <a:lnTo>
                  <a:pt x="196150" y="101213"/>
                </a:lnTo>
                <a:lnTo>
                  <a:pt x="233144" y="75609"/>
                </a:lnTo>
                <a:lnTo>
                  <a:pt x="272466" y="53373"/>
                </a:lnTo>
                <a:lnTo>
                  <a:pt x="313906" y="34714"/>
                </a:lnTo>
                <a:lnTo>
                  <a:pt x="357258" y="19839"/>
                </a:lnTo>
                <a:lnTo>
                  <a:pt x="402312" y="8956"/>
                </a:lnTo>
                <a:lnTo>
                  <a:pt x="448861" y="2273"/>
                </a:lnTo>
                <a:lnTo>
                  <a:pt x="496696" y="0"/>
                </a:lnTo>
                <a:lnTo>
                  <a:pt x="2483485" y="0"/>
                </a:lnTo>
                <a:lnTo>
                  <a:pt x="2531320" y="2273"/>
                </a:lnTo>
                <a:lnTo>
                  <a:pt x="2577869" y="8956"/>
                </a:lnTo>
                <a:lnTo>
                  <a:pt x="2622923" y="19839"/>
                </a:lnTo>
                <a:lnTo>
                  <a:pt x="2666275" y="34714"/>
                </a:lnTo>
                <a:lnTo>
                  <a:pt x="2707715" y="53373"/>
                </a:lnTo>
                <a:lnTo>
                  <a:pt x="2747037" y="75609"/>
                </a:lnTo>
                <a:lnTo>
                  <a:pt x="2784031" y="101213"/>
                </a:lnTo>
                <a:lnTo>
                  <a:pt x="2818489" y="129976"/>
                </a:lnTo>
                <a:lnTo>
                  <a:pt x="2850205" y="161692"/>
                </a:lnTo>
                <a:lnTo>
                  <a:pt x="2878968" y="196150"/>
                </a:lnTo>
                <a:lnTo>
                  <a:pt x="2904572" y="233144"/>
                </a:lnTo>
                <a:lnTo>
                  <a:pt x="2926808" y="272466"/>
                </a:lnTo>
                <a:lnTo>
                  <a:pt x="2945467" y="313906"/>
                </a:lnTo>
                <a:lnTo>
                  <a:pt x="2960342" y="357258"/>
                </a:lnTo>
                <a:lnTo>
                  <a:pt x="2971225" y="402312"/>
                </a:lnTo>
                <a:lnTo>
                  <a:pt x="2977908" y="448861"/>
                </a:lnTo>
                <a:lnTo>
                  <a:pt x="2980182" y="496697"/>
                </a:lnTo>
                <a:lnTo>
                  <a:pt x="2980182" y="2717419"/>
                </a:lnTo>
                <a:lnTo>
                  <a:pt x="2977908" y="2765254"/>
                </a:lnTo>
                <a:lnTo>
                  <a:pt x="2971225" y="2811803"/>
                </a:lnTo>
                <a:lnTo>
                  <a:pt x="2960342" y="2856857"/>
                </a:lnTo>
                <a:lnTo>
                  <a:pt x="2945467" y="2900209"/>
                </a:lnTo>
                <a:lnTo>
                  <a:pt x="2926808" y="2941649"/>
                </a:lnTo>
                <a:lnTo>
                  <a:pt x="2904572" y="2980971"/>
                </a:lnTo>
                <a:lnTo>
                  <a:pt x="2878968" y="3017965"/>
                </a:lnTo>
                <a:lnTo>
                  <a:pt x="2850205" y="3052423"/>
                </a:lnTo>
                <a:lnTo>
                  <a:pt x="2818489" y="3084139"/>
                </a:lnTo>
                <a:lnTo>
                  <a:pt x="2784031" y="3112902"/>
                </a:lnTo>
                <a:lnTo>
                  <a:pt x="2747037" y="3138506"/>
                </a:lnTo>
                <a:lnTo>
                  <a:pt x="2707715" y="3160742"/>
                </a:lnTo>
                <a:lnTo>
                  <a:pt x="2666275" y="3179401"/>
                </a:lnTo>
                <a:lnTo>
                  <a:pt x="2622923" y="3194276"/>
                </a:lnTo>
                <a:lnTo>
                  <a:pt x="2577869" y="3205159"/>
                </a:lnTo>
                <a:lnTo>
                  <a:pt x="2531320" y="3211842"/>
                </a:lnTo>
                <a:lnTo>
                  <a:pt x="2483485" y="3214116"/>
                </a:lnTo>
                <a:lnTo>
                  <a:pt x="496696" y="3214116"/>
                </a:lnTo>
                <a:lnTo>
                  <a:pt x="448861" y="3211842"/>
                </a:lnTo>
                <a:lnTo>
                  <a:pt x="402312" y="3205159"/>
                </a:lnTo>
                <a:lnTo>
                  <a:pt x="357258" y="3194276"/>
                </a:lnTo>
                <a:lnTo>
                  <a:pt x="313906" y="3179401"/>
                </a:lnTo>
                <a:lnTo>
                  <a:pt x="272466" y="3160742"/>
                </a:lnTo>
                <a:lnTo>
                  <a:pt x="233144" y="3138506"/>
                </a:lnTo>
                <a:lnTo>
                  <a:pt x="196150" y="3112902"/>
                </a:lnTo>
                <a:lnTo>
                  <a:pt x="161692" y="3084139"/>
                </a:lnTo>
                <a:lnTo>
                  <a:pt x="129976" y="3052423"/>
                </a:lnTo>
                <a:lnTo>
                  <a:pt x="101213" y="3017965"/>
                </a:lnTo>
                <a:lnTo>
                  <a:pt x="75609" y="2980971"/>
                </a:lnTo>
                <a:lnTo>
                  <a:pt x="53373" y="2941649"/>
                </a:lnTo>
                <a:lnTo>
                  <a:pt x="34714" y="2900209"/>
                </a:lnTo>
                <a:lnTo>
                  <a:pt x="19839" y="2856857"/>
                </a:lnTo>
                <a:lnTo>
                  <a:pt x="8956" y="2811803"/>
                </a:lnTo>
                <a:lnTo>
                  <a:pt x="2273" y="2765254"/>
                </a:lnTo>
                <a:lnTo>
                  <a:pt x="0" y="2717419"/>
                </a:lnTo>
                <a:lnTo>
                  <a:pt x="0" y="49669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8" name="object 2">
            <a:extLst>
              <a:ext uri="{FF2B5EF4-FFF2-40B4-BE49-F238E27FC236}">
                <a16:creationId xmlns:a16="http://schemas.microsoft.com/office/drawing/2014/main" id="{41CEC2BB-8802-DF4C-AB19-1E8B3C22F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35231"/>
            <a:ext cx="83731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宋体"/>
                <a:cs typeface="宋体"/>
              </a:rPr>
              <a:t>：选择哪个白色顶点变为黑色？采用贪心策略</a:t>
            </a:r>
            <a:endParaRPr sz="280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7" name="object 7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10584" y="3263646"/>
            <a:ext cx="474980" cy="1948180"/>
          </a:xfrm>
          <a:custGeom>
            <a:avLst/>
            <a:gdLst/>
            <a:ahLst/>
            <a:cxnLst/>
            <a:rect l="l" t="t" r="r" b="b"/>
            <a:pathLst>
              <a:path w="474979" h="1948179">
                <a:moveTo>
                  <a:pt x="0" y="237743"/>
                </a:moveTo>
                <a:lnTo>
                  <a:pt x="4823" y="189825"/>
                </a:lnTo>
                <a:lnTo>
                  <a:pt x="18657" y="145196"/>
                </a:lnTo>
                <a:lnTo>
                  <a:pt x="40545" y="104812"/>
                </a:lnTo>
                <a:lnTo>
                  <a:pt x="69532" y="69627"/>
                </a:lnTo>
                <a:lnTo>
                  <a:pt x="104663" y="40598"/>
                </a:lnTo>
                <a:lnTo>
                  <a:pt x="144982" y="18680"/>
                </a:lnTo>
                <a:lnTo>
                  <a:pt x="189534" y="4829"/>
                </a:lnTo>
                <a:lnTo>
                  <a:pt x="237362" y="0"/>
                </a:lnTo>
                <a:lnTo>
                  <a:pt x="285191" y="4829"/>
                </a:lnTo>
                <a:lnTo>
                  <a:pt x="329743" y="18680"/>
                </a:lnTo>
                <a:lnTo>
                  <a:pt x="370062" y="40598"/>
                </a:lnTo>
                <a:lnTo>
                  <a:pt x="405193" y="69627"/>
                </a:lnTo>
                <a:lnTo>
                  <a:pt x="434180" y="104812"/>
                </a:lnTo>
                <a:lnTo>
                  <a:pt x="456068" y="145196"/>
                </a:lnTo>
                <a:lnTo>
                  <a:pt x="469902" y="189825"/>
                </a:lnTo>
                <a:lnTo>
                  <a:pt x="474725" y="237743"/>
                </a:lnTo>
                <a:lnTo>
                  <a:pt x="469902" y="285662"/>
                </a:lnTo>
                <a:lnTo>
                  <a:pt x="456068" y="330291"/>
                </a:lnTo>
                <a:lnTo>
                  <a:pt x="434180" y="370675"/>
                </a:lnTo>
                <a:lnTo>
                  <a:pt x="405193" y="405860"/>
                </a:lnTo>
                <a:lnTo>
                  <a:pt x="370062" y="434889"/>
                </a:lnTo>
                <a:lnTo>
                  <a:pt x="329743" y="456807"/>
                </a:lnTo>
                <a:lnTo>
                  <a:pt x="285191" y="470658"/>
                </a:lnTo>
                <a:lnTo>
                  <a:pt x="237362" y="475487"/>
                </a:lnTo>
                <a:lnTo>
                  <a:pt x="189534" y="470658"/>
                </a:lnTo>
                <a:lnTo>
                  <a:pt x="144982" y="456807"/>
                </a:lnTo>
                <a:lnTo>
                  <a:pt x="104663" y="434889"/>
                </a:lnTo>
                <a:lnTo>
                  <a:pt x="69532" y="405860"/>
                </a:lnTo>
                <a:lnTo>
                  <a:pt x="40545" y="370675"/>
                </a:lnTo>
                <a:lnTo>
                  <a:pt x="18657" y="330291"/>
                </a:lnTo>
                <a:lnTo>
                  <a:pt x="4823" y="285662"/>
                </a:lnTo>
                <a:lnTo>
                  <a:pt x="0" y="237743"/>
                </a:lnTo>
                <a:close/>
              </a:path>
              <a:path w="474979" h="1948179">
                <a:moveTo>
                  <a:pt x="0" y="1710308"/>
                </a:moveTo>
                <a:lnTo>
                  <a:pt x="4823" y="1662480"/>
                </a:lnTo>
                <a:lnTo>
                  <a:pt x="18657" y="1617928"/>
                </a:lnTo>
                <a:lnTo>
                  <a:pt x="40545" y="1577609"/>
                </a:lnTo>
                <a:lnTo>
                  <a:pt x="69532" y="1542478"/>
                </a:lnTo>
                <a:lnTo>
                  <a:pt x="104663" y="1513491"/>
                </a:lnTo>
                <a:lnTo>
                  <a:pt x="144982" y="1491603"/>
                </a:lnTo>
                <a:lnTo>
                  <a:pt x="189534" y="1477769"/>
                </a:lnTo>
                <a:lnTo>
                  <a:pt x="237362" y="1472945"/>
                </a:lnTo>
                <a:lnTo>
                  <a:pt x="285191" y="1477769"/>
                </a:lnTo>
                <a:lnTo>
                  <a:pt x="329743" y="1491603"/>
                </a:lnTo>
                <a:lnTo>
                  <a:pt x="370062" y="1513491"/>
                </a:lnTo>
                <a:lnTo>
                  <a:pt x="405193" y="1542478"/>
                </a:lnTo>
                <a:lnTo>
                  <a:pt x="434180" y="1577609"/>
                </a:lnTo>
                <a:lnTo>
                  <a:pt x="456068" y="1617928"/>
                </a:lnTo>
                <a:lnTo>
                  <a:pt x="469902" y="1662480"/>
                </a:lnTo>
                <a:lnTo>
                  <a:pt x="474725" y="1710308"/>
                </a:lnTo>
                <a:lnTo>
                  <a:pt x="469902" y="1758137"/>
                </a:lnTo>
                <a:lnTo>
                  <a:pt x="456068" y="1802689"/>
                </a:lnTo>
                <a:lnTo>
                  <a:pt x="434180" y="1843008"/>
                </a:lnTo>
                <a:lnTo>
                  <a:pt x="405193" y="1878139"/>
                </a:lnTo>
                <a:lnTo>
                  <a:pt x="370062" y="1907126"/>
                </a:lnTo>
                <a:lnTo>
                  <a:pt x="329743" y="1929014"/>
                </a:lnTo>
                <a:lnTo>
                  <a:pt x="285191" y="1942848"/>
                </a:lnTo>
                <a:lnTo>
                  <a:pt x="237362" y="1947671"/>
                </a:lnTo>
                <a:lnTo>
                  <a:pt x="189534" y="1942848"/>
                </a:lnTo>
                <a:lnTo>
                  <a:pt x="144982" y="1929014"/>
                </a:lnTo>
                <a:lnTo>
                  <a:pt x="104663" y="1907126"/>
                </a:lnTo>
                <a:lnTo>
                  <a:pt x="69532" y="1878139"/>
                </a:lnTo>
                <a:lnTo>
                  <a:pt x="40545" y="1843008"/>
                </a:lnTo>
                <a:lnTo>
                  <a:pt x="18657" y="1802689"/>
                </a:lnTo>
                <a:lnTo>
                  <a:pt x="4823" y="1758137"/>
                </a:lnTo>
                <a:lnTo>
                  <a:pt x="0" y="171030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52244" y="3445509"/>
            <a:ext cx="2252980" cy="1291590"/>
          </a:xfrm>
          <a:custGeom>
            <a:avLst/>
            <a:gdLst/>
            <a:ahLst/>
            <a:cxnLst/>
            <a:rect l="l" t="t" r="r" b="b"/>
            <a:pathLst>
              <a:path w="2252979" h="1291589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2979" h="1291589">
                <a:moveTo>
                  <a:pt x="1957959" y="55880"/>
                </a:moveTo>
                <a:lnTo>
                  <a:pt x="1920862" y="37846"/>
                </a:lnTo>
                <a:lnTo>
                  <a:pt x="1843024" y="0"/>
                </a:lnTo>
                <a:lnTo>
                  <a:pt x="1843443" y="38061"/>
                </a:lnTo>
                <a:lnTo>
                  <a:pt x="294640" y="55118"/>
                </a:lnTo>
                <a:lnTo>
                  <a:pt x="295148" y="93218"/>
                </a:lnTo>
                <a:lnTo>
                  <a:pt x="1843862" y="76161"/>
                </a:lnTo>
                <a:lnTo>
                  <a:pt x="1844294" y="114300"/>
                </a:lnTo>
                <a:lnTo>
                  <a:pt x="1957959" y="55880"/>
                </a:lnTo>
                <a:close/>
              </a:path>
              <a:path w="2252979" h="1291589">
                <a:moveTo>
                  <a:pt x="2252472" y="1176909"/>
                </a:moveTo>
                <a:lnTo>
                  <a:pt x="2214372" y="1176909"/>
                </a:lnTo>
                <a:lnTo>
                  <a:pt x="2214372" y="293624"/>
                </a:lnTo>
                <a:lnTo>
                  <a:pt x="2176272" y="293624"/>
                </a:lnTo>
                <a:lnTo>
                  <a:pt x="2176272" y="1176909"/>
                </a:lnTo>
                <a:lnTo>
                  <a:pt x="2138172" y="1176909"/>
                </a:lnTo>
                <a:lnTo>
                  <a:pt x="2195322" y="1291209"/>
                </a:lnTo>
                <a:lnTo>
                  <a:pt x="2242947" y="1195959"/>
                </a:lnTo>
                <a:lnTo>
                  <a:pt x="2252472" y="11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53361" y="4711446"/>
            <a:ext cx="2406015" cy="1591310"/>
            <a:chOff x="1753361" y="4711446"/>
            <a:chExt cx="2406015" cy="1591310"/>
          </a:xfrm>
        </p:grpSpPr>
        <p:sp>
          <p:nvSpPr>
            <p:cNvPr id="17" name="object 17"/>
            <p:cNvSpPr/>
            <p:nvPr/>
          </p:nvSpPr>
          <p:spPr>
            <a:xfrm>
              <a:off x="2846069" y="58087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51453" y="5196078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98090" y="5189982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25" name="object 25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60094" y="4784315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1609" y="4790411"/>
            <a:ext cx="3282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7588" y="4784315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0748" y="4810985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C0C457EE-3987-E34A-986B-9F555C8CF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8747" y="979297"/>
            <a:ext cx="8423910" cy="9861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宋体"/>
                <a:cs typeface="宋体"/>
              </a:rPr>
              <a:t>：选择哪个白色顶点变为黑色？采用贪心策略</a:t>
            </a:r>
            <a:endParaRPr sz="2800" dirty="0">
              <a:latin typeface="宋体"/>
              <a:cs typeface="宋体"/>
            </a:endParaRPr>
          </a:p>
          <a:p>
            <a:pPr marL="7296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  <a:tab pos="3472815" algn="l"/>
              </a:tabLst>
            </a:pPr>
            <a:r>
              <a:rPr sz="2400" dirty="0">
                <a:latin typeface="宋体"/>
                <a:cs typeface="宋体"/>
              </a:rPr>
              <a:t>对每个白色顶点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∈</a:t>
            </a:r>
            <a:r>
              <a:rPr sz="2400" dirty="0">
                <a:latin typeface="Cambria Math"/>
                <a:cs typeface="Cambria Math"/>
              </a:rPr>
              <a:t>	𝑽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𝑨</a:t>
            </a:r>
            <a:r>
              <a:rPr sz="2400" dirty="0">
                <a:latin typeface="宋体"/>
                <a:cs typeface="宋体"/>
              </a:rPr>
              <a:t>，都有一个估计距离</a:t>
            </a:r>
            <a:r>
              <a:rPr sz="2400" spc="-10" dirty="0">
                <a:latin typeface="Cambria Math"/>
                <a:cs typeface="Cambria Math"/>
              </a:rPr>
              <a:t>𝒅𝒊𝒔𝒕[𝒚]</a:t>
            </a:r>
            <a:endParaRPr sz="2400" dirty="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6" name="object 6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10584" y="3263646"/>
            <a:ext cx="474980" cy="1948180"/>
          </a:xfrm>
          <a:custGeom>
            <a:avLst/>
            <a:gdLst/>
            <a:ahLst/>
            <a:cxnLst/>
            <a:rect l="l" t="t" r="r" b="b"/>
            <a:pathLst>
              <a:path w="474979" h="1948179">
                <a:moveTo>
                  <a:pt x="0" y="237743"/>
                </a:moveTo>
                <a:lnTo>
                  <a:pt x="4823" y="189825"/>
                </a:lnTo>
                <a:lnTo>
                  <a:pt x="18657" y="145196"/>
                </a:lnTo>
                <a:lnTo>
                  <a:pt x="40545" y="104812"/>
                </a:lnTo>
                <a:lnTo>
                  <a:pt x="69532" y="69627"/>
                </a:lnTo>
                <a:lnTo>
                  <a:pt x="104663" y="40598"/>
                </a:lnTo>
                <a:lnTo>
                  <a:pt x="144982" y="18680"/>
                </a:lnTo>
                <a:lnTo>
                  <a:pt x="189534" y="4829"/>
                </a:lnTo>
                <a:lnTo>
                  <a:pt x="237362" y="0"/>
                </a:lnTo>
                <a:lnTo>
                  <a:pt x="285191" y="4829"/>
                </a:lnTo>
                <a:lnTo>
                  <a:pt x="329743" y="18680"/>
                </a:lnTo>
                <a:lnTo>
                  <a:pt x="370062" y="40598"/>
                </a:lnTo>
                <a:lnTo>
                  <a:pt x="405193" y="69627"/>
                </a:lnTo>
                <a:lnTo>
                  <a:pt x="434180" y="104812"/>
                </a:lnTo>
                <a:lnTo>
                  <a:pt x="456068" y="145196"/>
                </a:lnTo>
                <a:lnTo>
                  <a:pt x="469902" y="189825"/>
                </a:lnTo>
                <a:lnTo>
                  <a:pt x="474725" y="237743"/>
                </a:lnTo>
                <a:lnTo>
                  <a:pt x="469902" y="285662"/>
                </a:lnTo>
                <a:lnTo>
                  <a:pt x="456068" y="330291"/>
                </a:lnTo>
                <a:lnTo>
                  <a:pt x="434180" y="370675"/>
                </a:lnTo>
                <a:lnTo>
                  <a:pt x="405193" y="405860"/>
                </a:lnTo>
                <a:lnTo>
                  <a:pt x="370062" y="434889"/>
                </a:lnTo>
                <a:lnTo>
                  <a:pt x="329743" y="456807"/>
                </a:lnTo>
                <a:lnTo>
                  <a:pt x="285191" y="470658"/>
                </a:lnTo>
                <a:lnTo>
                  <a:pt x="237362" y="475487"/>
                </a:lnTo>
                <a:lnTo>
                  <a:pt x="189534" y="470658"/>
                </a:lnTo>
                <a:lnTo>
                  <a:pt x="144982" y="456807"/>
                </a:lnTo>
                <a:lnTo>
                  <a:pt x="104663" y="434889"/>
                </a:lnTo>
                <a:lnTo>
                  <a:pt x="69532" y="405860"/>
                </a:lnTo>
                <a:lnTo>
                  <a:pt x="40545" y="370675"/>
                </a:lnTo>
                <a:lnTo>
                  <a:pt x="18657" y="330291"/>
                </a:lnTo>
                <a:lnTo>
                  <a:pt x="4823" y="285662"/>
                </a:lnTo>
                <a:lnTo>
                  <a:pt x="0" y="237743"/>
                </a:lnTo>
                <a:close/>
              </a:path>
              <a:path w="474979" h="1948179">
                <a:moveTo>
                  <a:pt x="0" y="1710308"/>
                </a:moveTo>
                <a:lnTo>
                  <a:pt x="4823" y="1662480"/>
                </a:lnTo>
                <a:lnTo>
                  <a:pt x="18657" y="1617928"/>
                </a:lnTo>
                <a:lnTo>
                  <a:pt x="40545" y="1577609"/>
                </a:lnTo>
                <a:lnTo>
                  <a:pt x="69532" y="1542478"/>
                </a:lnTo>
                <a:lnTo>
                  <a:pt x="104663" y="1513491"/>
                </a:lnTo>
                <a:lnTo>
                  <a:pt x="144982" y="1491603"/>
                </a:lnTo>
                <a:lnTo>
                  <a:pt x="189534" y="1477769"/>
                </a:lnTo>
                <a:lnTo>
                  <a:pt x="237362" y="1472945"/>
                </a:lnTo>
                <a:lnTo>
                  <a:pt x="285191" y="1477769"/>
                </a:lnTo>
                <a:lnTo>
                  <a:pt x="329743" y="1491603"/>
                </a:lnTo>
                <a:lnTo>
                  <a:pt x="370062" y="1513491"/>
                </a:lnTo>
                <a:lnTo>
                  <a:pt x="405193" y="1542478"/>
                </a:lnTo>
                <a:lnTo>
                  <a:pt x="434180" y="1577609"/>
                </a:lnTo>
                <a:lnTo>
                  <a:pt x="456068" y="1617928"/>
                </a:lnTo>
                <a:lnTo>
                  <a:pt x="469902" y="1662480"/>
                </a:lnTo>
                <a:lnTo>
                  <a:pt x="474725" y="1710308"/>
                </a:lnTo>
                <a:lnTo>
                  <a:pt x="469902" y="1758137"/>
                </a:lnTo>
                <a:lnTo>
                  <a:pt x="456068" y="1802689"/>
                </a:lnTo>
                <a:lnTo>
                  <a:pt x="434180" y="1843008"/>
                </a:lnTo>
                <a:lnTo>
                  <a:pt x="405193" y="1878139"/>
                </a:lnTo>
                <a:lnTo>
                  <a:pt x="370062" y="1907126"/>
                </a:lnTo>
                <a:lnTo>
                  <a:pt x="329743" y="1929014"/>
                </a:lnTo>
                <a:lnTo>
                  <a:pt x="285191" y="1942848"/>
                </a:lnTo>
                <a:lnTo>
                  <a:pt x="237362" y="1947671"/>
                </a:lnTo>
                <a:lnTo>
                  <a:pt x="189534" y="1942848"/>
                </a:lnTo>
                <a:lnTo>
                  <a:pt x="144982" y="1929014"/>
                </a:lnTo>
                <a:lnTo>
                  <a:pt x="104663" y="1907126"/>
                </a:lnTo>
                <a:lnTo>
                  <a:pt x="69532" y="1878139"/>
                </a:lnTo>
                <a:lnTo>
                  <a:pt x="40545" y="1843008"/>
                </a:lnTo>
                <a:lnTo>
                  <a:pt x="18657" y="1802689"/>
                </a:lnTo>
                <a:lnTo>
                  <a:pt x="4823" y="1758137"/>
                </a:lnTo>
                <a:lnTo>
                  <a:pt x="0" y="171030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52244" y="3445509"/>
            <a:ext cx="2252980" cy="1291590"/>
          </a:xfrm>
          <a:custGeom>
            <a:avLst/>
            <a:gdLst/>
            <a:ahLst/>
            <a:cxnLst/>
            <a:rect l="l" t="t" r="r" b="b"/>
            <a:pathLst>
              <a:path w="2252979" h="1291589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2979" h="1291589">
                <a:moveTo>
                  <a:pt x="1957959" y="55880"/>
                </a:moveTo>
                <a:lnTo>
                  <a:pt x="1920862" y="37846"/>
                </a:lnTo>
                <a:lnTo>
                  <a:pt x="1843024" y="0"/>
                </a:lnTo>
                <a:lnTo>
                  <a:pt x="1843443" y="38061"/>
                </a:lnTo>
                <a:lnTo>
                  <a:pt x="294640" y="55118"/>
                </a:lnTo>
                <a:lnTo>
                  <a:pt x="295148" y="93218"/>
                </a:lnTo>
                <a:lnTo>
                  <a:pt x="1843862" y="76161"/>
                </a:lnTo>
                <a:lnTo>
                  <a:pt x="1844294" y="114300"/>
                </a:lnTo>
                <a:lnTo>
                  <a:pt x="1957959" y="55880"/>
                </a:lnTo>
                <a:close/>
              </a:path>
              <a:path w="2252979" h="1291589">
                <a:moveTo>
                  <a:pt x="2252472" y="1176909"/>
                </a:moveTo>
                <a:lnTo>
                  <a:pt x="2214372" y="1176909"/>
                </a:lnTo>
                <a:lnTo>
                  <a:pt x="2214372" y="293624"/>
                </a:lnTo>
                <a:lnTo>
                  <a:pt x="2176272" y="293624"/>
                </a:lnTo>
                <a:lnTo>
                  <a:pt x="2176272" y="1176909"/>
                </a:lnTo>
                <a:lnTo>
                  <a:pt x="2138172" y="1176909"/>
                </a:lnTo>
                <a:lnTo>
                  <a:pt x="2195322" y="1291209"/>
                </a:lnTo>
                <a:lnTo>
                  <a:pt x="2242947" y="1195959"/>
                </a:lnTo>
                <a:lnTo>
                  <a:pt x="2252472" y="11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53361" y="4711446"/>
            <a:ext cx="2406015" cy="1591310"/>
            <a:chOff x="1753361" y="4711446"/>
            <a:chExt cx="2406015" cy="1591310"/>
          </a:xfrm>
        </p:grpSpPr>
        <p:sp>
          <p:nvSpPr>
            <p:cNvPr id="16" name="object 16"/>
            <p:cNvSpPr/>
            <p:nvPr/>
          </p:nvSpPr>
          <p:spPr>
            <a:xfrm>
              <a:off x="2846069" y="58087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51453" y="5196078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98090" y="5189982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25" name="object 25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065265" y="3575430"/>
          <a:ext cx="5861050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1260094" y="4784315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91609" y="4790411"/>
            <a:ext cx="3282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7588" y="4784315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20748" y="4810985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1" name="object 2">
            <a:extLst>
              <a:ext uri="{FF2B5EF4-FFF2-40B4-BE49-F238E27FC236}">
                <a16:creationId xmlns:a16="http://schemas.microsoft.com/office/drawing/2014/main" id="{E094FFAE-A0F2-C84D-8303-C0813BB9B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9876" y="211830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57875" y="211830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03668" y="211830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42429" y="211830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240" y="995412"/>
            <a:ext cx="8976360" cy="1424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宋体"/>
                <a:cs typeface="宋体"/>
              </a:rPr>
              <a:t>：选择哪个白色顶点变为黑色？采用贪心策略</a:t>
            </a:r>
            <a:endParaRPr sz="2800" dirty="0">
              <a:latin typeface="宋体"/>
              <a:cs typeface="宋体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  <a:tab pos="3485515" algn="l"/>
              </a:tabLst>
            </a:pPr>
            <a:r>
              <a:rPr sz="2400" dirty="0">
                <a:latin typeface="宋体"/>
                <a:cs typeface="宋体"/>
              </a:rPr>
              <a:t>对每个白色顶点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∈</a:t>
            </a:r>
            <a:r>
              <a:rPr sz="2400" dirty="0">
                <a:latin typeface="Cambria Math"/>
                <a:cs typeface="Cambria Math"/>
              </a:rPr>
              <a:t>	𝑽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𝑨</a:t>
            </a:r>
            <a:r>
              <a:rPr sz="2400" dirty="0">
                <a:latin typeface="宋体"/>
                <a:cs typeface="宋体"/>
              </a:rPr>
              <a:t>，都有一个估计距离</a:t>
            </a:r>
            <a:r>
              <a:rPr sz="2400" spc="-10" dirty="0">
                <a:latin typeface="Cambria Math"/>
                <a:cs typeface="Cambria Math"/>
              </a:rPr>
              <a:t>𝒅𝒊𝒔𝒕[𝒚]</a:t>
            </a:r>
            <a:endParaRPr sz="2400" dirty="0">
              <a:latin typeface="Cambria Math"/>
              <a:cs typeface="Cambria Math"/>
            </a:endParaRPr>
          </a:p>
          <a:p>
            <a:pPr marL="7423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  <a:tab pos="5654675" algn="l"/>
                <a:tab pos="7168515" algn="l"/>
              </a:tabLst>
            </a:pPr>
            <a:r>
              <a:rPr sz="2400" dirty="0">
                <a:latin typeface="宋体"/>
                <a:cs typeface="宋体"/>
              </a:rPr>
              <a:t>选择估计距离最小的顶点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Cambria Math"/>
                <a:cs typeface="Cambria Math"/>
              </a:rPr>
              <a:t>𝒅𝒊𝒔𝒕</a:t>
            </a:r>
            <a:r>
              <a:rPr sz="2400" spc="29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Cambria Math"/>
                <a:cs typeface="Cambria Math"/>
              </a:rPr>
              <a:t>	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𝒅𝒊𝒔𝒕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𝒗,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 dirty="0">
              <a:latin typeface="Cambria Math"/>
              <a:cs typeface="Cambria Math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65265" y="3575430"/>
          <a:ext cx="5861050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43366" y="3477005"/>
            <a:ext cx="886460" cy="1179830"/>
          </a:xfrm>
          <a:custGeom>
            <a:avLst/>
            <a:gdLst/>
            <a:ahLst/>
            <a:cxnLst/>
            <a:rect l="l" t="t" r="r" b="b"/>
            <a:pathLst>
              <a:path w="886459" h="1179829">
                <a:moveTo>
                  <a:pt x="0" y="147701"/>
                </a:moveTo>
                <a:lnTo>
                  <a:pt x="7533" y="101031"/>
                </a:lnTo>
                <a:lnTo>
                  <a:pt x="28508" y="60487"/>
                </a:lnTo>
                <a:lnTo>
                  <a:pt x="60487" y="28508"/>
                </a:lnTo>
                <a:lnTo>
                  <a:pt x="101031" y="7533"/>
                </a:lnTo>
                <a:lnTo>
                  <a:pt x="147700" y="0"/>
                </a:lnTo>
                <a:lnTo>
                  <a:pt x="738504" y="0"/>
                </a:lnTo>
                <a:lnTo>
                  <a:pt x="785174" y="7533"/>
                </a:lnTo>
                <a:lnTo>
                  <a:pt x="825718" y="28508"/>
                </a:lnTo>
                <a:lnTo>
                  <a:pt x="857697" y="60487"/>
                </a:lnTo>
                <a:lnTo>
                  <a:pt x="878672" y="101031"/>
                </a:lnTo>
                <a:lnTo>
                  <a:pt x="886205" y="147701"/>
                </a:lnTo>
                <a:lnTo>
                  <a:pt x="886205" y="1031875"/>
                </a:lnTo>
                <a:lnTo>
                  <a:pt x="878672" y="1078544"/>
                </a:lnTo>
                <a:lnTo>
                  <a:pt x="857697" y="1119088"/>
                </a:lnTo>
                <a:lnTo>
                  <a:pt x="825718" y="1151067"/>
                </a:lnTo>
                <a:lnTo>
                  <a:pt x="785174" y="1172042"/>
                </a:lnTo>
                <a:lnTo>
                  <a:pt x="738504" y="1179576"/>
                </a:lnTo>
                <a:lnTo>
                  <a:pt x="147700" y="1179576"/>
                </a:lnTo>
                <a:lnTo>
                  <a:pt x="101031" y="1172042"/>
                </a:lnTo>
                <a:lnTo>
                  <a:pt x="60487" y="1151067"/>
                </a:lnTo>
                <a:lnTo>
                  <a:pt x="28508" y="1119088"/>
                </a:lnTo>
                <a:lnTo>
                  <a:pt x="7533" y="1078544"/>
                </a:lnTo>
                <a:lnTo>
                  <a:pt x="0" y="1031875"/>
                </a:lnTo>
                <a:lnTo>
                  <a:pt x="0" y="147701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13" name="object 13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8783" y="571677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8001" y="6373114"/>
            <a:ext cx="16046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19" name="object 19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91534" y="3244595"/>
            <a:ext cx="513080" cy="1986280"/>
            <a:chOff x="3891534" y="3244595"/>
            <a:chExt cx="513080" cy="1986280"/>
          </a:xfrm>
        </p:grpSpPr>
        <p:sp>
          <p:nvSpPr>
            <p:cNvPr id="23" name="object 23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52244" y="3445509"/>
            <a:ext cx="2252980" cy="1291590"/>
          </a:xfrm>
          <a:custGeom>
            <a:avLst/>
            <a:gdLst/>
            <a:ahLst/>
            <a:cxnLst/>
            <a:rect l="l" t="t" r="r" b="b"/>
            <a:pathLst>
              <a:path w="2252979" h="1291589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2979" h="1291589">
                <a:moveTo>
                  <a:pt x="1957959" y="55880"/>
                </a:moveTo>
                <a:lnTo>
                  <a:pt x="1920862" y="37846"/>
                </a:lnTo>
                <a:lnTo>
                  <a:pt x="1843024" y="0"/>
                </a:lnTo>
                <a:lnTo>
                  <a:pt x="1843443" y="38061"/>
                </a:lnTo>
                <a:lnTo>
                  <a:pt x="294640" y="55118"/>
                </a:lnTo>
                <a:lnTo>
                  <a:pt x="295148" y="93218"/>
                </a:lnTo>
                <a:lnTo>
                  <a:pt x="1843862" y="76161"/>
                </a:lnTo>
                <a:lnTo>
                  <a:pt x="1844294" y="114300"/>
                </a:lnTo>
                <a:lnTo>
                  <a:pt x="1957959" y="55880"/>
                </a:lnTo>
                <a:close/>
              </a:path>
              <a:path w="2252979" h="1291589">
                <a:moveTo>
                  <a:pt x="2252472" y="1176909"/>
                </a:moveTo>
                <a:lnTo>
                  <a:pt x="2214372" y="1176909"/>
                </a:lnTo>
                <a:lnTo>
                  <a:pt x="2214372" y="293624"/>
                </a:lnTo>
                <a:lnTo>
                  <a:pt x="2176272" y="293624"/>
                </a:lnTo>
                <a:lnTo>
                  <a:pt x="2176272" y="1176909"/>
                </a:lnTo>
                <a:lnTo>
                  <a:pt x="2138172" y="1176909"/>
                </a:lnTo>
                <a:lnTo>
                  <a:pt x="2195322" y="1291209"/>
                </a:lnTo>
                <a:lnTo>
                  <a:pt x="2242947" y="1195959"/>
                </a:lnTo>
                <a:lnTo>
                  <a:pt x="2252472" y="11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46070" y="5808726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26"/>
                </a:lnTo>
                <a:lnTo>
                  <a:pt x="18657" y="144971"/>
                </a:lnTo>
                <a:lnTo>
                  <a:pt x="40545" y="104652"/>
                </a:lnTo>
                <a:lnTo>
                  <a:pt x="69532" y="69522"/>
                </a:lnTo>
                <a:lnTo>
                  <a:pt x="104663" y="40538"/>
                </a:lnTo>
                <a:lnTo>
                  <a:pt x="144982" y="18653"/>
                </a:lnTo>
                <a:lnTo>
                  <a:pt x="189534" y="4822"/>
                </a:lnTo>
                <a:lnTo>
                  <a:pt x="237362" y="0"/>
                </a:lnTo>
                <a:lnTo>
                  <a:pt x="285191" y="4822"/>
                </a:lnTo>
                <a:lnTo>
                  <a:pt x="329743" y="18653"/>
                </a:lnTo>
                <a:lnTo>
                  <a:pt x="370062" y="40538"/>
                </a:lnTo>
                <a:lnTo>
                  <a:pt x="405193" y="69522"/>
                </a:lnTo>
                <a:lnTo>
                  <a:pt x="434180" y="104652"/>
                </a:lnTo>
                <a:lnTo>
                  <a:pt x="456068" y="144971"/>
                </a:lnTo>
                <a:lnTo>
                  <a:pt x="469902" y="189526"/>
                </a:lnTo>
                <a:lnTo>
                  <a:pt x="474726" y="237363"/>
                </a:lnTo>
                <a:lnTo>
                  <a:pt x="469902" y="285199"/>
                </a:lnTo>
                <a:lnTo>
                  <a:pt x="456068" y="329754"/>
                </a:lnTo>
                <a:lnTo>
                  <a:pt x="434180" y="370073"/>
                </a:lnTo>
                <a:lnTo>
                  <a:pt x="405193" y="405203"/>
                </a:lnTo>
                <a:lnTo>
                  <a:pt x="370062" y="434187"/>
                </a:lnTo>
                <a:lnTo>
                  <a:pt x="329743" y="456072"/>
                </a:lnTo>
                <a:lnTo>
                  <a:pt x="285191" y="469903"/>
                </a:lnTo>
                <a:lnTo>
                  <a:pt x="237362" y="474726"/>
                </a:lnTo>
                <a:lnTo>
                  <a:pt x="189534" y="469903"/>
                </a:lnTo>
                <a:lnTo>
                  <a:pt x="144982" y="456072"/>
                </a:lnTo>
                <a:lnTo>
                  <a:pt x="104663" y="434187"/>
                </a:lnTo>
                <a:lnTo>
                  <a:pt x="69532" y="405203"/>
                </a:lnTo>
                <a:lnTo>
                  <a:pt x="40545" y="370073"/>
                </a:lnTo>
                <a:lnTo>
                  <a:pt x="18657" y="329754"/>
                </a:lnTo>
                <a:lnTo>
                  <a:pt x="4823" y="285199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94405" y="581025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51453" y="5196078"/>
            <a:ext cx="908050" cy="682625"/>
          </a:xfrm>
          <a:custGeom>
            <a:avLst/>
            <a:gdLst/>
            <a:ahLst/>
            <a:cxnLst/>
            <a:rect l="l" t="t" r="r" b="b"/>
            <a:pathLst>
              <a:path w="908050" h="682625">
                <a:moveTo>
                  <a:pt x="57658" y="567994"/>
                </a:moveTo>
                <a:lnTo>
                  <a:pt x="0" y="682066"/>
                </a:lnTo>
                <a:lnTo>
                  <a:pt x="125857" y="659714"/>
                </a:lnTo>
                <a:lnTo>
                  <a:pt x="111578" y="640511"/>
                </a:lnTo>
                <a:lnTo>
                  <a:pt x="87757" y="640511"/>
                </a:lnTo>
                <a:lnTo>
                  <a:pt x="65024" y="609942"/>
                </a:lnTo>
                <a:lnTo>
                  <a:pt x="80364" y="598532"/>
                </a:lnTo>
                <a:lnTo>
                  <a:pt x="57658" y="567994"/>
                </a:lnTo>
                <a:close/>
              </a:path>
              <a:path w="908050" h="682625">
                <a:moveTo>
                  <a:pt x="80364" y="598532"/>
                </a:moveTo>
                <a:lnTo>
                  <a:pt x="65024" y="609942"/>
                </a:lnTo>
                <a:lnTo>
                  <a:pt x="87757" y="640511"/>
                </a:lnTo>
                <a:lnTo>
                  <a:pt x="103094" y="629101"/>
                </a:lnTo>
                <a:lnTo>
                  <a:pt x="80364" y="598532"/>
                </a:lnTo>
                <a:close/>
              </a:path>
              <a:path w="908050" h="682625">
                <a:moveTo>
                  <a:pt x="103094" y="629101"/>
                </a:moveTo>
                <a:lnTo>
                  <a:pt x="87757" y="640511"/>
                </a:lnTo>
                <a:lnTo>
                  <a:pt x="111578" y="640511"/>
                </a:lnTo>
                <a:lnTo>
                  <a:pt x="103094" y="629101"/>
                </a:lnTo>
                <a:close/>
              </a:path>
              <a:path w="908050" h="682625">
                <a:moveTo>
                  <a:pt x="885063" y="0"/>
                </a:moveTo>
                <a:lnTo>
                  <a:pt x="80364" y="598532"/>
                </a:lnTo>
                <a:lnTo>
                  <a:pt x="103094" y="629101"/>
                </a:lnTo>
                <a:lnTo>
                  <a:pt x="907796" y="30480"/>
                </a:lnTo>
                <a:lnTo>
                  <a:pt x="885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488692" y="512368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53361" y="4711446"/>
            <a:ext cx="513080" cy="513080"/>
            <a:chOff x="1753361" y="4711446"/>
            <a:chExt cx="513080" cy="513080"/>
          </a:xfrm>
        </p:grpSpPr>
        <p:sp>
          <p:nvSpPr>
            <p:cNvPr id="36" name="object 36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20748" y="47322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98091" y="5189982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28" y="635260"/>
                </a:moveTo>
                <a:lnTo>
                  <a:pt x="791209" y="665822"/>
                </a:lnTo>
                <a:lnTo>
                  <a:pt x="917066" y="688111"/>
                </a:lnTo>
                <a:lnTo>
                  <a:pt x="896075" y="646595"/>
                </a:lnTo>
                <a:lnTo>
                  <a:pt x="829182" y="646595"/>
                </a:lnTo>
                <a:lnTo>
                  <a:pt x="813928" y="635260"/>
                </a:lnTo>
                <a:close/>
              </a:path>
              <a:path w="917575" h="688339">
                <a:moveTo>
                  <a:pt x="836659" y="604681"/>
                </a:moveTo>
                <a:lnTo>
                  <a:pt x="813928" y="635260"/>
                </a:lnTo>
                <a:lnTo>
                  <a:pt x="829182" y="646595"/>
                </a:lnTo>
                <a:lnTo>
                  <a:pt x="851915" y="616013"/>
                </a:lnTo>
                <a:lnTo>
                  <a:pt x="836659" y="604681"/>
                </a:lnTo>
                <a:close/>
              </a:path>
              <a:path w="917575" h="688339">
                <a:moveTo>
                  <a:pt x="859408" y="574078"/>
                </a:moveTo>
                <a:lnTo>
                  <a:pt x="836659" y="604681"/>
                </a:lnTo>
                <a:lnTo>
                  <a:pt x="851915" y="616013"/>
                </a:lnTo>
                <a:lnTo>
                  <a:pt x="829182" y="646595"/>
                </a:lnTo>
                <a:lnTo>
                  <a:pt x="896075" y="646595"/>
                </a:lnTo>
                <a:lnTo>
                  <a:pt x="859408" y="574078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28" y="635260"/>
                </a:lnTo>
                <a:lnTo>
                  <a:pt x="836659" y="604681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522979" y="51315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91609" y="4711700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77588" y="4705603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41701" y="5844032"/>
            <a:ext cx="2393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60094" y="4705603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9" name="object 2">
            <a:extLst>
              <a:ext uri="{FF2B5EF4-FFF2-40B4-BE49-F238E27FC236}">
                <a16:creationId xmlns:a16="http://schemas.microsoft.com/office/drawing/2014/main" id="{31C305DB-7678-C740-87FD-4986CE422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9876" y="211831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57875" y="211831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03668" y="211831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42429" y="211831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240" y="995416"/>
            <a:ext cx="8976360" cy="1424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宋体"/>
                <a:cs typeface="宋体"/>
              </a:rPr>
              <a:t>：选择哪个白色顶点变为黑色？采用贪心策略</a:t>
            </a:r>
            <a:endParaRPr sz="2800">
              <a:latin typeface="宋体"/>
              <a:cs typeface="宋体"/>
            </a:endParaRPr>
          </a:p>
          <a:p>
            <a:pPr marL="7423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  <a:tab pos="3485515" algn="l"/>
              </a:tabLst>
            </a:pPr>
            <a:r>
              <a:rPr sz="2400" dirty="0">
                <a:latin typeface="宋体"/>
                <a:cs typeface="宋体"/>
              </a:rPr>
              <a:t>对每个白色顶点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∈</a:t>
            </a:r>
            <a:r>
              <a:rPr sz="2400" dirty="0">
                <a:latin typeface="Cambria Math"/>
                <a:cs typeface="Cambria Math"/>
              </a:rPr>
              <a:t>	𝑽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625" baseline="-15873" dirty="0">
                <a:latin typeface="Cambria Math"/>
                <a:cs typeface="Cambria Math"/>
              </a:rPr>
              <a:t>𝑨</a:t>
            </a:r>
            <a:r>
              <a:rPr sz="2400" dirty="0">
                <a:latin typeface="宋体"/>
                <a:cs typeface="宋体"/>
              </a:rPr>
              <a:t>，都有一个估计距离</a:t>
            </a:r>
            <a:r>
              <a:rPr sz="2400" spc="-10" dirty="0">
                <a:latin typeface="Cambria Math"/>
                <a:cs typeface="Cambria Math"/>
              </a:rPr>
              <a:t>𝒅𝒊𝒔𝒕[𝒚]</a:t>
            </a:r>
            <a:endParaRPr sz="2400">
              <a:latin typeface="Cambria Math"/>
              <a:cs typeface="Cambria Math"/>
            </a:endParaRPr>
          </a:p>
          <a:p>
            <a:pPr marL="7423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  <a:tab pos="5654675" algn="l"/>
                <a:tab pos="7168515" algn="l"/>
              </a:tabLst>
            </a:pPr>
            <a:r>
              <a:rPr sz="2400" dirty="0">
                <a:latin typeface="宋体"/>
                <a:cs typeface="宋体"/>
              </a:rPr>
              <a:t>选择估计距离最小的顶点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Cambria Math"/>
                <a:cs typeface="Cambria Math"/>
              </a:rPr>
              <a:t>𝒅𝒊𝒔𝒕</a:t>
            </a:r>
            <a:r>
              <a:rPr sz="2400" spc="29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Cambria Math"/>
                <a:cs typeface="Cambria Math"/>
              </a:rPr>
              <a:t>	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𝒅𝒊𝒔𝒕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𝒗,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𝑽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𝑽</a:t>
            </a:r>
            <a:r>
              <a:rPr sz="2625" spc="-37" baseline="-15873" dirty="0">
                <a:latin typeface="Cambria Math"/>
                <a:cs typeface="Cambria Math"/>
              </a:rPr>
              <a:t>𝑨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11" name="object 11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065265" y="3575430"/>
          <a:ext cx="5861050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𝒘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𝒖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𝒗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𝜹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16" name="object 16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91534" y="3244595"/>
            <a:ext cx="513080" cy="1986280"/>
            <a:chOff x="3891534" y="3244595"/>
            <a:chExt cx="513080" cy="1986280"/>
          </a:xfrm>
        </p:grpSpPr>
        <p:sp>
          <p:nvSpPr>
            <p:cNvPr id="20" name="object 20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52244" y="3445509"/>
            <a:ext cx="2252980" cy="1291590"/>
          </a:xfrm>
          <a:custGeom>
            <a:avLst/>
            <a:gdLst/>
            <a:ahLst/>
            <a:cxnLst/>
            <a:rect l="l" t="t" r="r" b="b"/>
            <a:pathLst>
              <a:path w="2252979" h="1291589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2979" h="1291589">
                <a:moveTo>
                  <a:pt x="1957959" y="55880"/>
                </a:moveTo>
                <a:lnTo>
                  <a:pt x="1920862" y="37846"/>
                </a:lnTo>
                <a:lnTo>
                  <a:pt x="1843024" y="0"/>
                </a:lnTo>
                <a:lnTo>
                  <a:pt x="1843443" y="38061"/>
                </a:lnTo>
                <a:lnTo>
                  <a:pt x="294640" y="55118"/>
                </a:lnTo>
                <a:lnTo>
                  <a:pt x="295148" y="93218"/>
                </a:lnTo>
                <a:lnTo>
                  <a:pt x="1843862" y="76161"/>
                </a:lnTo>
                <a:lnTo>
                  <a:pt x="1844294" y="114300"/>
                </a:lnTo>
                <a:lnTo>
                  <a:pt x="1957959" y="55880"/>
                </a:lnTo>
                <a:close/>
              </a:path>
              <a:path w="2252979" h="1291589">
                <a:moveTo>
                  <a:pt x="2252472" y="1176909"/>
                </a:moveTo>
                <a:lnTo>
                  <a:pt x="2214372" y="1176909"/>
                </a:lnTo>
                <a:lnTo>
                  <a:pt x="2214372" y="293624"/>
                </a:lnTo>
                <a:lnTo>
                  <a:pt x="2176272" y="293624"/>
                </a:lnTo>
                <a:lnTo>
                  <a:pt x="2176272" y="1176909"/>
                </a:lnTo>
                <a:lnTo>
                  <a:pt x="2138172" y="1176909"/>
                </a:lnTo>
                <a:lnTo>
                  <a:pt x="2195322" y="1291209"/>
                </a:lnTo>
                <a:lnTo>
                  <a:pt x="2242947" y="1195959"/>
                </a:lnTo>
                <a:lnTo>
                  <a:pt x="2252472" y="11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53361" y="4711446"/>
            <a:ext cx="2406015" cy="1591310"/>
            <a:chOff x="1753361" y="4711446"/>
            <a:chExt cx="2406015" cy="1591310"/>
          </a:xfrm>
        </p:grpSpPr>
        <p:sp>
          <p:nvSpPr>
            <p:cNvPr id="29" name="object 29"/>
            <p:cNvSpPr/>
            <p:nvPr/>
          </p:nvSpPr>
          <p:spPr>
            <a:xfrm>
              <a:off x="2846069" y="58087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51453" y="5196078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920748" y="47322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98091" y="5189982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28" y="635260"/>
                </a:moveTo>
                <a:lnTo>
                  <a:pt x="791209" y="665822"/>
                </a:lnTo>
                <a:lnTo>
                  <a:pt x="917066" y="688111"/>
                </a:lnTo>
                <a:lnTo>
                  <a:pt x="896075" y="646595"/>
                </a:lnTo>
                <a:lnTo>
                  <a:pt x="829182" y="646595"/>
                </a:lnTo>
                <a:lnTo>
                  <a:pt x="813928" y="635260"/>
                </a:lnTo>
                <a:close/>
              </a:path>
              <a:path w="917575" h="688339">
                <a:moveTo>
                  <a:pt x="836659" y="604681"/>
                </a:moveTo>
                <a:lnTo>
                  <a:pt x="813928" y="635260"/>
                </a:lnTo>
                <a:lnTo>
                  <a:pt x="829182" y="646595"/>
                </a:lnTo>
                <a:lnTo>
                  <a:pt x="851915" y="616013"/>
                </a:lnTo>
                <a:lnTo>
                  <a:pt x="836659" y="604681"/>
                </a:lnTo>
                <a:close/>
              </a:path>
              <a:path w="917575" h="688339">
                <a:moveTo>
                  <a:pt x="859408" y="574078"/>
                </a:moveTo>
                <a:lnTo>
                  <a:pt x="836659" y="604681"/>
                </a:lnTo>
                <a:lnTo>
                  <a:pt x="851915" y="616013"/>
                </a:lnTo>
                <a:lnTo>
                  <a:pt x="829182" y="646595"/>
                </a:lnTo>
                <a:lnTo>
                  <a:pt x="896075" y="646595"/>
                </a:lnTo>
                <a:lnTo>
                  <a:pt x="859408" y="574078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28" y="635260"/>
                </a:lnTo>
                <a:lnTo>
                  <a:pt x="836659" y="604681"/>
                </a:lnTo>
                <a:lnTo>
                  <a:pt x="2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91609" y="4711700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77588" y="4705603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60094" y="4705603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2">
            <a:extLst>
              <a:ext uri="{FF2B5EF4-FFF2-40B4-BE49-F238E27FC236}">
                <a16:creationId xmlns:a16="http://schemas.microsoft.com/office/drawing/2014/main" id="{FEAF54E7-A042-6145-A3C5-B5ED36229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51078"/>
            <a:ext cx="61093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7" name="object 7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11" name="object 11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91534" y="3244595"/>
            <a:ext cx="513080" cy="1986280"/>
            <a:chOff x="3891534" y="3244595"/>
            <a:chExt cx="513080" cy="1986280"/>
          </a:xfrm>
        </p:grpSpPr>
        <p:sp>
          <p:nvSpPr>
            <p:cNvPr id="15" name="object 15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52244" y="3445509"/>
            <a:ext cx="2252980" cy="1291590"/>
          </a:xfrm>
          <a:custGeom>
            <a:avLst/>
            <a:gdLst/>
            <a:ahLst/>
            <a:cxnLst/>
            <a:rect l="l" t="t" r="r" b="b"/>
            <a:pathLst>
              <a:path w="2252979" h="1291589">
                <a:moveTo>
                  <a:pt x="114300" y="1170813"/>
                </a:moveTo>
                <a:lnTo>
                  <a:pt x="76200" y="1170813"/>
                </a:lnTo>
                <a:lnTo>
                  <a:pt x="76200" y="311912"/>
                </a:lnTo>
                <a:lnTo>
                  <a:pt x="38100" y="311912"/>
                </a:lnTo>
                <a:lnTo>
                  <a:pt x="38100" y="1170813"/>
                </a:lnTo>
                <a:lnTo>
                  <a:pt x="0" y="1170813"/>
                </a:lnTo>
                <a:lnTo>
                  <a:pt x="57150" y="1285113"/>
                </a:lnTo>
                <a:lnTo>
                  <a:pt x="104775" y="1189863"/>
                </a:lnTo>
                <a:lnTo>
                  <a:pt x="114300" y="1170813"/>
                </a:lnTo>
                <a:close/>
              </a:path>
              <a:path w="2252979" h="1291589">
                <a:moveTo>
                  <a:pt x="1957959" y="55880"/>
                </a:moveTo>
                <a:lnTo>
                  <a:pt x="1920862" y="37846"/>
                </a:lnTo>
                <a:lnTo>
                  <a:pt x="1843024" y="0"/>
                </a:lnTo>
                <a:lnTo>
                  <a:pt x="1843443" y="38061"/>
                </a:lnTo>
                <a:lnTo>
                  <a:pt x="294640" y="55118"/>
                </a:lnTo>
                <a:lnTo>
                  <a:pt x="295148" y="93218"/>
                </a:lnTo>
                <a:lnTo>
                  <a:pt x="1843862" y="76161"/>
                </a:lnTo>
                <a:lnTo>
                  <a:pt x="1844294" y="114300"/>
                </a:lnTo>
                <a:lnTo>
                  <a:pt x="1957959" y="55880"/>
                </a:lnTo>
                <a:close/>
              </a:path>
              <a:path w="2252979" h="1291589">
                <a:moveTo>
                  <a:pt x="2252472" y="1176909"/>
                </a:moveTo>
                <a:lnTo>
                  <a:pt x="2214372" y="1176909"/>
                </a:lnTo>
                <a:lnTo>
                  <a:pt x="2214372" y="293624"/>
                </a:lnTo>
                <a:lnTo>
                  <a:pt x="2176272" y="293624"/>
                </a:lnTo>
                <a:lnTo>
                  <a:pt x="2176272" y="1176909"/>
                </a:lnTo>
                <a:lnTo>
                  <a:pt x="2138172" y="1176909"/>
                </a:lnTo>
                <a:lnTo>
                  <a:pt x="2195322" y="1291209"/>
                </a:lnTo>
                <a:lnTo>
                  <a:pt x="2242947" y="1195959"/>
                </a:lnTo>
                <a:lnTo>
                  <a:pt x="2252472" y="1176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53361" y="3944873"/>
            <a:ext cx="4310380" cy="2357755"/>
            <a:chOff x="1753361" y="3944873"/>
            <a:chExt cx="4310380" cy="2357755"/>
          </a:xfrm>
        </p:grpSpPr>
        <p:sp>
          <p:nvSpPr>
            <p:cNvPr id="25" name="object 25"/>
            <p:cNvSpPr/>
            <p:nvPr/>
          </p:nvSpPr>
          <p:spPr>
            <a:xfrm>
              <a:off x="2846069" y="580872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51453" y="519607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98090" y="518998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13860" y="3944873"/>
              <a:ext cx="1849755" cy="713740"/>
            </a:xfrm>
            <a:custGeom>
              <a:avLst/>
              <a:gdLst/>
              <a:ahLst/>
              <a:cxnLst/>
              <a:rect l="l" t="t" r="r" b="b"/>
              <a:pathLst>
                <a:path w="1849754" h="713739">
                  <a:moveTo>
                    <a:pt x="1849374" y="0"/>
                  </a:moveTo>
                  <a:lnTo>
                    <a:pt x="0" y="0"/>
                  </a:lnTo>
                  <a:lnTo>
                    <a:pt x="0" y="493013"/>
                  </a:lnTo>
                  <a:lnTo>
                    <a:pt x="308228" y="493013"/>
                  </a:lnTo>
                  <a:lnTo>
                    <a:pt x="324738" y="713613"/>
                  </a:lnTo>
                  <a:lnTo>
                    <a:pt x="770509" y="493013"/>
                  </a:lnTo>
                  <a:lnTo>
                    <a:pt x="1849374" y="493013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0094" y="4784315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7588" y="4784315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20748" y="4810985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58920" y="4817081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3720" y="395808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7C2424A2-FA2B-B649-851C-534A362298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72266"/>
            <a:ext cx="7886065" cy="9861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当前到顶点</a:t>
            </a:r>
            <a:r>
              <a:rPr sz="2400" spc="-1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的最短路径：</a:t>
            </a:r>
            <a:r>
              <a:rPr sz="24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70" dirty="0">
                <a:latin typeface="Cambria Math"/>
                <a:cs typeface="Cambria Math"/>
              </a:rPr>
              <a:t> &gt;</a:t>
            </a:r>
            <a:r>
              <a:rPr sz="2400" dirty="0">
                <a:latin typeface="宋体"/>
                <a:cs typeface="宋体"/>
              </a:rPr>
              <a:t>，距离为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𝒅𝒊𝒔𝒕[𝒗]</a:t>
            </a:r>
            <a:endParaRPr sz="2400" dirty="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7" name="object 7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11" name="object 11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91534" y="3244595"/>
            <a:ext cx="513080" cy="1986280"/>
            <a:chOff x="3891534" y="3244595"/>
            <a:chExt cx="513080" cy="1986280"/>
          </a:xfrm>
        </p:grpSpPr>
        <p:sp>
          <p:nvSpPr>
            <p:cNvPr id="15" name="object 15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52244" y="3445509"/>
            <a:ext cx="2252980" cy="1291590"/>
            <a:chOff x="1952244" y="3445509"/>
            <a:chExt cx="2252980" cy="1291590"/>
          </a:xfrm>
        </p:grpSpPr>
        <p:sp>
          <p:nvSpPr>
            <p:cNvPr id="21" name="object 21"/>
            <p:cNvSpPr/>
            <p:nvPr/>
          </p:nvSpPr>
          <p:spPr>
            <a:xfrm>
              <a:off x="2246884" y="3445509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4" y="114300"/>
                  </a:lnTo>
                  <a:lnTo>
                    <a:pt x="1663319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52244" y="3757421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0416" y="3739133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53361" y="3944873"/>
            <a:ext cx="4310380" cy="2357755"/>
            <a:chOff x="1753361" y="3944873"/>
            <a:chExt cx="4310380" cy="2357755"/>
          </a:xfrm>
        </p:grpSpPr>
        <p:sp>
          <p:nvSpPr>
            <p:cNvPr id="28" name="object 28"/>
            <p:cNvSpPr/>
            <p:nvPr/>
          </p:nvSpPr>
          <p:spPr>
            <a:xfrm>
              <a:off x="2846069" y="580872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51453" y="519607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98090" y="518998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13860" y="3944873"/>
              <a:ext cx="1849755" cy="713740"/>
            </a:xfrm>
            <a:custGeom>
              <a:avLst/>
              <a:gdLst/>
              <a:ahLst/>
              <a:cxnLst/>
              <a:rect l="l" t="t" r="r" b="b"/>
              <a:pathLst>
                <a:path w="1849754" h="713739">
                  <a:moveTo>
                    <a:pt x="1849374" y="0"/>
                  </a:moveTo>
                  <a:lnTo>
                    <a:pt x="0" y="0"/>
                  </a:lnTo>
                  <a:lnTo>
                    <a:pt x="0" y="493013"/>
                  </a:lnTo>
                  <a:lnTo>
                    <a:pt x="308228" y="493013"/>
                  </a:lnTo>
                  <a:lnTo>
                    <a:pt x="324738" y="713613"/>
                  </a:lnTo>
                  <a:lnTo>
                    <a:pt x="770509" y="493013"/>
                  </a:lnTo>
                  <a:lnTo>
                    <a:pt x="1849374" y="493013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60094" y="4784315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77588" y="4784315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20748" y="4810985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58920" y="4817081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63720" y="395808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9" name="object 2">
            <a:extLst>
              <a:ext uri="{FF2B5EF4-FFF2-40B4-BE49-F238E27FC236}">
                <a16:creationId xmlns:a16="http://schemas.microsoft.com/office/drawing/2014/main" id="{ECBD3B7A-AD1B-6D45-899F-4B7631848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29092" y="209516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53375" y="209516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972266"/>
            <a:ext cx="9003665" cy="1424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当前到顶点</a:t>
            </a:r>
            <a:r>
              <a:rPr sz="2400" spc="-1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的最短路径：</a:t>
            </a:r>
            <a:r>
              <a:rPr sz="24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70" dirty="0">
                <a:latin typeface="Cambria Math"/>
                <a:cs typeface="Cambria Math"/>
              </a:rPr>
              <a:t> &gt;</a:t>
            </a:r>
            <a:r>
              <a:rPr sz="2400" dirty="0">
                <a:latin typeface="宋体"/>
                <a:cs typeface="宋体"/>
              </a:rPr>
              <a:t>，距离为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𝒅𝒊𝒔𝒕[𝒗]</a:t>
            </a:r>
            <a:endParaRPr sz="240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7709534" algn="l"/>
              </a:tabLst>
            </a:pPr>
            <a:r>
              <a:rPr sz="2400" dirty="0">
                <a:latin typeface="宋体"/>
                <a:cs typeface="宋体"/>
              </a:rPr>
              <a:t>通过顶点</a:t>
            </a:r>
            <a:r>
              <a:rPr sz="2400" spc="-10" dirty="0">
                <a:latin typeface="Cambria Math"/>
                <a:cs typeface="Cambria Math"/>
              </a:rPr>
              <a:t>𝒖</a:t>
            </a:r>
            <a:r>
              <a:rPr sz="2400" dirty="0">
                <a:latin typeface="宋体"/>
                <a:cs typeface="宋体"/>
              </a:rPr>
              <a:t>的新路径：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𝒖,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dirty="0">
                <a:latin typeface="宋体"/>
                <a:cs typeface="宋体"/>
              </a:rPr>
              <a:t>距离为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𝒘(𝒖,</a:t>
            </a:r>
            <a:r>
              <a:rPr sz="24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𝒗)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9" name="object 9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753361" y="3262884"/>
            <a:ext cx="513080" cy="513715"/>
            <a:chOff x="1753361" y="3262884"/>
            <a:chExt cx="513080" cy="513715"/>
          </a:xfrm>
        </p:grpSpPr>
        <p:sp>
          <p:nvSpPr>
            <p:cNvPr id="13" name="object 13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20748" y="328396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91534" y="3244595"/>
            <a:ext cx="513080" cy="1986280"/>
            <a:chOff x="3891534" y="3244595"/>
            <a:chExt cx="513080" cy="1986280"/>
          </a:xfrm>
        </p:grpSpPr>
        <p:sp>
          <p:nvSpPr>
            <p:cNvPr id="17" name="object 17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58920" y="326567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52244" y="3445509"/>
            <a:ext cx="2252980" cy="1291590"/>
            <a:chOff x="1952244" y="3445509"/>
            <a:chExt cx="2252980" cy="1291590"/>
          </a:xfrm>
        </p:grpSpPr>
        <p:sp>
          <p:nvSpPr>
            <p:cNvPr id="23" name="object 23"/>
            <p:cNvSpPr/>
            <p:nvPr/>
          </p:nvSpPr>
          <p:spPr>
            <a:xfrm>
              <a:off x="2246884" y="3445509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4" y="114300"/>
                  </a:lnTo>
                  <a:lnTo>
                    <a:pt x="1663319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52244" y="3757421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90416" y="3739133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90266" y="3091687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3106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9520" y="406476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53361" y="3944873"/>
            <a:ext cx="4310380" cy="2357755"/>
            <a:chOff x="1753361" y="3944873"/>
            <a:chExt cx="4310380" cy="2357755"/>
          </a:xfrm>
        </p:grpSpPr>
        <p:sp>
          <p:nvSpPr>
            <p:cNvPr id="30" name="object 30"/>
            <p:cNvSpPr/>
            <p:nvPr/>
          </p:nvSpPr>
          <p:spPr>
            <a:xfrm>
              <a:off x="2846069" y="580872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51453" y="519607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98090" y="518998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13860" y="3944873"/>
              <a:ext cx="1849755" cy="713740"/>
            </a:xfrm>
            <a:custGeom>
              <a:avLst/>
              <a:gdLst/>
              <a:ahLst/>
              <a:cxnLst/>
              <a:rect l="l" t="t" r="r" b="b"/>
              <a:pathLst>
                <a:path w="1849754" h="713739">
                  <a:moveTo>
                    <a:pt x="1849374" y="0"/>
                  </a:moveTo>
                  <a:lnTo>
                    <a:pt x="0" y="0"/>
                  </a:lnTo>
                  <a:lnTo>
                    <a:pt x="0" y="493013"/>
                  </a:lnTo>
                  <a:lnTo>
                    <a:pt x="308228" y="493013"/>
                  </a:lnTo>
                  <a:lnTo>
                    <a:pt x="324738" y="713613"/>
                  </a:lnTo>
                  <a:lnTo>
                    <a:pt x="770509" y="493013"/>
                  </a:lnTo>
                  <a:lnTo>
                    <a:pt x="1849374" y="493013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311147" y="32390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60094" y="4784315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7588" y="4784315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20748" y="4810985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58920" y="4817081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88692" y="5191107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22979" y="519898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94405" y="5889018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41701" y="5922743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26355" y="3239007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63720" y="395808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1" name="object 2">
            <a:extLst>
              <a:ext uri="{FF2B5EF4-FFF2-40B4-BE49-F238E27FC236}">
                <a16:creationId xmlns:a16="http://schemas.microsoft.com/office/drawing/2014/main" id="{F69BE6B5-579F-4A43-86F6-8FB6D4C03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29092" y="208358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53375" y="208358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53333" y="2524278"/>
            <a:ext cx="3932554" cy="283210"/>
          </a:xfrm>
          <a:custGeom>
            <a:avLst/>
            <a:gdLst/>
            <a:ahLst/>
            <a:cxnLst/>
            <a:rect l="l" t="t" r="r" b="b"/>
            <a:pathLst>
              <a:path w="3932554" h="283210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06"/>
                </a:lnTo>
                <a:lnTo>
                  <a:pt x="13068" y="212966"/>
                </a:lnTo>
                <a:lnTo>
                  <a:pt x="36118" y="250215"/>
                </a:lnTo>
                <a:lnTo>
                  <a:pt x="69507" y="2748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0" y="263652"/>
                </a:lnTo>
                <a:lnTo>
                  <a:pt x="63639" y="253733"/>
                </a:lnTo>
                <a:lnTo>
                  <a:pt x="35204" y="207530"/>
                </a:lnTo>
                <a:lnTo>
                  <a:pt x="26822" y="16459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08"/>
                </a:lnTo>
                <a:lnTo>
                  <a:pt x="77787" y="18516"/>
                </a:lnTo>
                <a:lnTo>
                  <a:pt x="94107" y="11430"/>
                </a:lnTo>
                <a:close/>
              </a:path>
              <a:path w="3932554" h="283210">
                <a:moveTo>
                  <a:pt x="790575" y="0"/>
                </a:moveTo>
                <a:lnTo>
                  <a:pt x="724154" y="0"/>
                </a:lnTo>
                <a:lnTo>
                  <a:pt x="724154" y="11430"/>
                </a:lnTo>
                <a:lnTo>
                  <a:pt x="724154" y="271780"/>
                </a:lnTo>
                <a:lnTo>
                  <a:pt x="724154" y="283210"/>
                </a:lnTo>
                <a:lnTo>
                  <a:pt x="790575" y="283210"/>
                </a:lnTo>
                <a:lnTo>
                  <a:pt x="790575" y="271780"/>
                </a:lnTo>
                <a:lnTo>
                  <a:pt x="748919" y="271780"/>
                </a:lnTo>
                <a:lnTo>
                  <a:pt x="748919" y="11430"/>
                </a:lnTo>
                <a:lnTo>
                  <a:pt x="790575" y="11430"/>
                </a:lnTo>
                <a:lnTo>
                  <a:pt x="790575" y="0"/>
                </a:lnTo>
                <a:close/>
              </a:path>
              <a:path w="3932554" h="283210">
                <a:moveTo>
                  <a:pt x="1066292" y="0"/>
                </a:moveTo>
                <a:lnTo>
                  <a:pt x="999871" y="0"/>
                </a:lnTo>
                <a:lnTo>
                  <a:pt x="999871" y="11430"/>
                </a:lnTo>
                <a:lnTo>
                  <a:pt x="1041654" y="11430"/>
                </a:lnTo>
                <a:lnTo>
                  <a:pt x="1041654" y="271780"/>
                </a:lnTo>
                <a:lnTo>
                  <a:pt x="999871" y="271780"/>
                </a:lnTo>
                <a:lnTo>
                  <a:pt x="999871" y="283210"/>
                </a:lnTo>
                <a:lnTo>
                  <a:pt x="1066292" y="283210"/>
                </a:lnTo>
                <a:lnTo>
                  <a:pt x="1066292" y="271780"/>
                </a:lnTo>
                <a:lnTo>
                  <a:pt x="1066292" y="11430"/>
                </a:lnTo>
                <a:lnTo>
                  <a:pt x="1066292" y="0"/>
                </a:lnTo>
                <a:close/>
              </a:path>
              <a:path w="3932554" h="283210">
                <a:moveTo>
                  <a:pt x="1823847" y="11430"/>
                </a:moveTo>
                <a:lnTo>
                  <a:pt x="1819783" y="0"/>
                </a:lnTo>
                <a:lnTo>
                  <a:pt x="1799323" y="7391"/>
                </a:lnTo>
                <a:lnTo>
                  <a:pt x="1781378" y="18084"/>
                </a:lnTo>
                <a:lnTo>
                  <a:pt x="1752981" y="49403"/>
                </a:lnTo>
                <a:lnTo>
                  <a:pt x="1735543" y="91414"/>
                </a:lnTo>
                <a:lnTo>
                  <a:pt x="1729740" y="141224"/>
                </a:lnTo>
                <a:lnTo>
                  <a:pt x="1731187" y="167106"/>
                </a:lnTo>
                <a:lnTo>
                  <a:pt x="1742808" y="212966"/>
                </a:lnTo>
                <a:lnTo>
                  <a:pt x="1765858" y="250215"/>
                </a:lnTo>
                <a:lnTo>
                  <a:pt x="1799247" y="274891"/>
                </a:lnTo>
                <a:lnTo>
                  <a:pt x="1819783" y="282321"/>
                </a:lnTo>
                <a:lnTo>
                  <a:pt x="1823339" y="270764"/>
                </a:lnTo>
                <a:lnTo>
                  <a:pt x="1807260" y="263652"/>
                </a:lnTo>
                <a:lnTo>
                  <a:pt x="1793379" y="253733"/>
                </a:lnTo>
                <a:lnTo>
                  <a:pt x="1764944" y="207530"/>
                </a:lnTo>
                <a:lnTo>
                  <a:pt x="1756562" y="164592"/>
                </a:lnTo>
                <a:lnTo>
                  <a:pt x="1755521" y="139700"/>
                </a:lnTo>
                <a:lnTo>
                  <a:pt x="1756562" y="115633"/>
                </a:lnTo>
                <a:lnTo>
                  <a:pt x="1764944" y="73863"/>
                </a:lnTo>
                <a:lnTo>
                  <a:pt x="1793494" y="28308"/>
                </a:lnTo>
                <a:lnTo>
                  <a:pt x="1807527" y="18516"/>
                </a:lnTo>
                <a:lnTo>
                  <a:pt x="1823847" y="11430"/>
                </a:lnTo>
                <a:close/>
              </a:path>
              <a:path w="3932554" h="283210">
                <a:moveTo>
                  <a:pt x="2421382" y="141224"/>
                </a:moveTo>
                <a:lnTo>
                  <a:pt x="2415565" y="91414"/>
                </a:lnTo>
                <a:lnTo>
                  <a:pt x="2398141" y="49403"/>
                </a:lnTo>
                <a:lnTo>
                  <a:pt x="2369731" y="18084"/>
                </a:lnTo>
                <a:lnTo>
                  <a:pt x="2331339" y="0"/>
                </a:lnTo>
                <a:lnTo>
                  <a:pt x="2327402" y="11430"/>
                </a:lnTo>
                <a:lnTo>
                  <a:pt x="2343708" y="18516"/>
                </a:lnTo>
                <a:lnTo>
                  <a:pt x="2357755" y="28308"/>
                </a:lnTo>
                <a:lnTo>
                  <a:pt x="2386266" y="73863"/>
                </a:lnTo>
                <a:lnTo>
                  <a:pt x="2394572" y="115633"/>
                </a:lnTo>
                <a:lnTo>
                  <a:pt x="2395601" y="139700"/>
                </a:lnTo>
                <a:lnTo>
                  <a:pt x="2394547" y="164592"/>
                </a:lnTo>
                <a:lnTo>
                  <a:pt x="2386215" y="207530"/>
                </a:lnTo>
                <a:lnTo>
                  <a:pt x="2357793" y="253733"/>
                </a:lnTo>
                <a:lnTo>
                  <a:pt x="2327783" y="270764"/>
                </a:lnTo>
                <a:lnTo>
                  <a:pt x="2331339" y="282321"/>
                </a:lnTo>
                <a:lnTo>
                  <a:pt x="2369832" y="264198"/>
                </a:lnTo>
                <a:lnTo>
                  <a:pt x="2398141" y="232918"/>
                </a:lnTo>
                <a:lnTo>
                  <a:pt x="2415565" y="191033"/>
                </a:lnTo>
                <a:lnTo>
                  <a:pt x="2419921" y="167106"/>
                </a:lnTo>
                <a:lnTo>
                  <a:pt x="2421382" y="141224"/>
                </a:lnTo>
                <a:close/>
              </a:path>
              <a:path w="3932554" h="283210">
                <a:moveTo>
                  <a:pt x="3536823" y="0"/>
                </a:moveTo>
                <a:lnTo>
                  <a:pt x="3470402" y="0"/>
                </a:lnTo>
                <a:lnTo>
                  <a:pt x="3470402" y="11430"/>
                </a:lnTo>
                <a:lnTo>
                  <a:pt x="3470402" y="271780"/>
                </a:lnTo>
                <a:lnTo>
                  <a:pt x="3470402" y="283210"/>
                </a:lnTo>
                <a:lnTo>
                  <a:pt x="3536823" y="283210"/>
                </a:lnTo>
                <a:lnTo>
                  <a:pt x="3536823" y="271780"/>
                </a:lnTo>
                <a:lnTo>
                  <a:pt x="3495167" y="271780"/>
                </a:lnTo>
                <a:lnTo>
                  <a:pt x="3495167" y="11430"/>
                </a:lnTo>
                <a:lnTo>
                  <a:pt x="3536823" y="11430"/>
                </a:lnTo>
                <a:lnTo>
                  <a:pt x="3536823" y="0"/>
                </a:lnTo>
                <a:close/>
              </a:path>
              <a:path w="3932554" h="283210">
                <a:moveTo>
                  <a:pt x="3798824" y="0"/>
                </a:moveTo>
                <a:lnTo>
                  <a:pt x="3732403" y="0"/>
                </a:lnTo>
                <a:lnTo>
                  <a:pt x="3732403" y="11430"/>
                </a:lnTo>
                <a:lnTo>
                  <a:pt x="3774186" y="11430"/>
                </a:lnTo>
                <a:lnTo>
                  <a:pt x="3774186" y="271780"/>
                </a:lnTo>
                <a:lnTo>
                  <a:pt x="3732403" y="271780"/>
                </a:lnTo>
                <a:lnTo>
                  <a:pt x="3732403" y="283210"/>
                </a:lnTo>
                <a:lnTo>
                  <a:pt x="3798824" y="283210"/>
                </a:lnTo>
                <a:lnTo>
                  <a:pt x="3798824" y="271780"/>
                </a:lnTo>
                <a:lnTo>
                  <a:pt x="3798824" y="11430"/>
                </a:lnTo>
                <a:lnTo>
                  <a:pt x="3798824" y="0"/>
                </a:lnTo>
                <a:close/>
              </a:path>
              <a:path w="3932554" h="283210">
                <a:moveTo>
                  <a:pt x="3932428" y="141224"/>
                </a:moveTo>
                <a:lnTo>
                  <a:pt x="3926611" y="91414"/>
                </a:lnTo>
                <a:lnTo>
                  <a:pt x="3909187" y="49403"/>
                </a:lnTo>
                <a:lnTo>
                  <a:pt x="3880777" y="18084"/>
                </a:lnTo>
                <a:lnTo>
                  <a:pt x="3842385" y="0"/>
                </a:lnTo>
                <a:lnTo>
                  <a:pt x="3838448" y="11430"/>
                </a:lnTo>
                <a:lnTo>
                  <a:pt x="3854754" y="18516"/>
                </a:lnTo>
                <a:lnTo>
                  <a:pt x="3868801" y="28308"/>
                </a:lnTo>
                <a:lnTo>
                  <a:pt x="3897312" y="73863"/>
                </a:lnTo>
                <a:lnTo>
                  <a:pt x="3905618" y="115633"/>
                </a:lnTo>
                <a:lnTo>
                  <a:pt x="3906647" y="139700"/>
                </a:lnTo>
                <a:lnTo>
                  <a:pt x="3905593" y="164592"/>
                </a:lnTo>
                <a:lnTo>
                  <a:pt x="3897261" y="207530"/>
                </a:lnTo>
                <a:lnTo>
                  <a:pt x="3868839" y="253733"/>
                </a:lnTo>
                <a:lnTo>
                  <a:pt x="3838829" y="270764"/>
                </a:lnTo>
                <a:lnTo>
                  <a:pt x="3842385" y="282321"/>
                </a:lnTo>
                <a:lnTo>
                  <a:pt x="3880878" y="264198"/>
                </a:lnTo>
                <a:lnTo>
                  <a:pt x="3909187" y="232918"/>
                </a:lnTo>
                <a:lnTo>
                  <a:pt x="3926611" y="191033"/>
                </a:lnTo>
                <a:lnTo>
                  <a:pt x="3930967" y="167106"/>
                </a:lnTo>
                <a:lnTo>
                  <a:pt x="3932428" y="1412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44848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4945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24246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71389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93790" y="2951126"/>
            <a:ext cx="635635" cy="259079"/>
          </a:xfrm>
          <a:custGeom>
            <a:avLst/>
            <a:gdLst/>
            <a:ahLst/>
            <a:cxnLst/>
            <a:rect l="l" t="t" r="r" b="b"/>
            <a:pathLst>
              <a:path w="635634" h="259080">
                <a:moveTo>
                  <a:pt x="552704" y="0"/>
                </a:moveTo>
                <a:lnTo>
                  <a:pt x="549020" y="10540"/>
                </a:lnTo>
                <a:lnTo>
                  <a:pt x="563995" y="17039"/>
                </a:lnTo>
                <a:lnTo>
                  <a:pt x="576897" y="26050"/>
                </a:lnTo>
                <a:lnTo>
                  <a:pt x="603059" y="67798"/>
                </a:lnTo>
                <a:lnTo>
                  <a:pt x="610679" y="106175"/>
                </a:lnTo>
                <a:lnTo>
                  <a:pt x="611632" y="128269"/>
                </a:lnTo>
                <a:lnTo>
                  <a:pt x="610677" y="151128"/>
                </a:lnTo>
                <a:lnTo>
                  <a:pt x="603005" y="190509"/>
                </a:lnTo>
                <a:lnTo>
                  <a:pt x="576929" y="232917"/>
                </a:lnTo>
                <a:lnTo>
                  <a:pt x="549402" y="248538"/>
                </a:lnTo>
                <a:lnTo>
                  <a:pt x="552704" y="259079"/>
                </a:lnTo>
                <a:lnTo>
                  <a:pt x="588041" y="242506"/>
                </a:lnTo>
                <a:lnTo>
                  <a:pt x="614044" y="213740"/>
                </a:lnTo>
                <a:lnTo>
                  <a:pt x="629935" y="175371"/>
                </a:lnTo>
                <a:lnTo>
                  <a:pt x="635254" y="129666"/>
                </a:lnTo>
                <a:lnTo>
                  <a:pt x="633920" y="105902"/>
                </a:lnTo>
                <a:lnTo>
                  <a:pt x="623252" y="63801"/>
                </a:lnTo>
                <a:lnTo>
                  <a:pt x="602085" y="29539"/>
                </a:lnTo>
                <a:lnTo>
                  <a:pt x="571466" y="6782"/>
                </a:lnTo>
                <a:lnTo>
                  <a:pt x="552704" y="0"/>
                </a:lnTo>
                <a:close/>
              </a:path>
              <a:path w="635634" h="259080">
                <a:moveTo>
                  <a:pt x="82550" y="0"/>
                </a:moveTo>
                <a:lnTo>
                  <a:pt x="47323" y="16637"/>
                </a:lnTo>
                <a:lnTo>
                  <a:pt x="21336" y="45465"/>
                </a:lnTo>
                <a:lnTo>
                  <a:pt x="5334" y="83946"/>
                </a:lnTo>
                <a:lnTo>
                  <a:pt x="0" y="129666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509"/>
                </a:lnTo>
                <a:lnTo>
                  <a:pt x="24576" y="151128"/>
                </a:lnTo>
                <a:lnTo>
                  <a:pt x="23622" y="128269"/>
                </a:lnTo>
                <a:lnTo>
                  <a:pt x="24576" y="106175"/>
                </a:lnTo>
                <a:lnTo>
                  <a:pt x="32248" y="67798"/>
                </a:lnTo>
                <a:lnTo>
                  <a:pt x="58420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8340" y="960692"/>
            <a:ext cx="9003665" cy="22694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当前到顶点</a:t>
            </a:r>
            <a:r>
              <a:rPr sz="2400" spc="-1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的最短路径：</a:t>
            </a:r>
            <a:r>
              <a:rPr sz="24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70" dirty="0">
                <a:latin typeface="Cambria Math"/>
                <a:cs typeface="Cambria Math"/>
              </a:rPr>
              <a:t> &gt;</a:t>
            </a:r>
            <a:r>
              <a:rPr sz="2400" dirty="0">
                <a:latin typeface="宋体"/>
                <a:cs typeface="宋体"/>
              </a:rPr>
              <a:t>，距离为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𝒅𝒊𝒔𝒕[𝒗]</a:t>
            </a:r>
            <a:endParaRPr sz="240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7709534" algn="l"/>
              </a:tabLst>
            </a:pPr>
            <a:r>
              <a:rPr sz="2400" dirty="0">
                <a:latin typeface="宋体"/>
                <a:cs typeface="宋体"/>
              </a:rPr>
              <a:t>通过顶点</a:t>
            </a:r>
            <a:r>
              <a:rPr sz="2400" spc="-10" dirty="0">
                <a:latin typeface="Cambria Math"/>
                <a:cs typeface="Cambria Math"/>
              </a:rPr>
              <a:t>𝒖</a:t>
            </a:r>
            <a:r>
              <a:rPr sz="2400" dirty="0">
                <a:latin typeface="宋体"/>
                <a:cs typeface="宋体"/>
              </a:rPr>
              <a:t>的新路径：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𝒖,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dirty="0">
                <a:latin typeface="宋体"/>
                <a:cs typeface="宋体"/>
              </a:rPr>
              <a:t>距离为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𝒘(𝒖,</a:t>
            </a:r>
            <a:r>
              <a:rPr sz="24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𝒗)</a:t>
            </a:r>
            <a:endParaRPr sz="240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4033520" algn="l"/>
                <a:tab pos="5398135" algn="l"/>
              </a:tabLst>
            </a:pPr>
            <a:r>
              <a:rPr sz="2400" dirty="0">
                <a:latin typeface="宋体"/>
                <a:cs typeface="宋体"/>
              </a:rPr>
              <a:t>如果新路径更短</a:t>
            </a:r>
            <a:r>
              <a:rPr sz="2400" spc="-215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400" spc="4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&lt;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400">
              <a:latin typeface="Cambria Math"/>
              <a:cs typeface="Cambria Math"/>
            </a:endParaRPr>
          </a:p>
          <a:p>
            <a:pPr marL="705485">
              <a:lnSpc>
                <a:spcPct val="100000"/>
              </a:lnSpc>
              <a:spcBef>
                <a:spcPts val="540"/>
              </a:spcBef>
              <a:tabLst>
                <a:tab pos="1000125" algn="l"/>
                <a:tab pos="3725545" algn="l"/>
                <a:tab pos="4989830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dirty="0">
                <a:latin typeface="宋体"/>
                <a:cs typeface="宋体"/>
              </a:rPr>
              <a:t>更新</a:t>
            </a:r>
            <a:r>
              <a:rPr sz="2200" dirty="0">
                <a:latin typeface="Cambria Math"/>
                <a:cs typeface="Cambria Math"/>
              </a:rPr>
              <a:t>𝒅𝒊𝒔𝒕[𝒗]</a:t>
            </a:r>
            <a:r>
              <a:rPr sz="2200" dirty="0">
                <a:latin typeface="宋体"/>
                <a:cs typeface="宋体"/>
              </a:rPr>
              <a:t>：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5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2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200" spc="4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2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20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97318" y="4630279"/>
            <a:ext cx="513080" cy="513080"/>
            <a:chOff x="35813" y="5637276"/>
            <a:chExt cx="513080" cy="513080"/>
          </a:xfrm>
        </p:grpSpPr>
        <p:sp>
          <p:nvSpPr>
            <p:cNvPr id="15" name="object 15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416369" y="5319888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753361" y="3494379"/>
            <a:ext cx="513080" cy="513715"/>
            <a:chOff x="1753361" y="3262884"/>
            <a:chExt cx="513080" cy="513715"/>
          </a:xfrm>
        </p:grpSpPr>
        <p:sp>
          <p:nvSpPr>
            <p:cNvPr id="19" name="object 19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20748" y="351546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91534" y="3476090"/>
            <a:ext cx="513080" cy="1986280"/>
            <a:chOff x="3891534" y="3244595"/>
            <a:chExt cx="513080" cy="1986280"/>
          </a:xfrm>
        </p:grpSpPr>
        <p:sp>
          <p:nvSpPr>
            <p:cNvPr id="23" name="object 23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58920" y="34971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52244" y="3677004"/>
            <a:ext cx="2252980" cy="1291590"/>
            <a:chOff x="1952244" y="3445509"/>
            <a:chExt cx="2252980" cy="1291590"/>
          </a:xfrm>
        </p:grpSpPr>
        <p:sp>
          <p:nvSpPr>
            <p:cNvPr id="29" name="object 29"/>
            <p:cNvSpPr/>
            <p:nvPr/>
          </p:nvSpPr>
          <p:spPr>
            <a:xfrm>
              <a:off x="2246884" y="3445509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4" y="114300"/>
                  </a:lnTo>
                  <a:lnTo>
                    <a:pt x="1663319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52244" y="3757421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90416" y="3739133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890266" y="3323182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31060" y="429625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79520" y="429625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53361" y="4176368"/>
            <a:ext cx="4310380" cy="2357755"/>
            <a:chOff x="1753361" y="3944873"/>
            <a:chExt cx="4310380" cy="2357755"/>
          </a:xfrm>
        </p:grpSpPr>
        <p:sp>
          <p:nvSpPr>
            <p:cNvPr id="36" name="object 36"/>
            <p:cNvSpPr/>
            <p:nvPr/>
          </p:nvSpPr>
          <p:spPr>
            <a:xfrm>
              <a:off x="2846069" y="580872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51453" y="5196077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72411" y="4730495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8090" y="518998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13860" y="3944873"/>
              <a:ext cx="1849755" cy="713740"/>
            </a:xfrm>
            <a:custGeom>
              <a:avLst/>
              <a:gdLst/>
              <a:ahLst/>
              <a:cxnLst/>
              <a:rect l="l" t="t" r="r" b="b"/>
              <a:pathLst>
                <a:path w="1849754" h="713739">
                  <a:moveTo>
                    <a:pt x="1849374" y="0"/>
                  </a:moveTo>
                  <a:lnTo>
                    <a:pt x="0" y="0"/>
                  </a:lnTo>
                  <a:lnTo>
                    <a:pt x="0" y="493013"/>
                  </a:lnTo>
                  <a:lnTo>
                    <a:pt x="308228" y="493013"/>
                  </a:lnTo>
                  <a:lnTo>
                    <a:pt x="324738" y="713613"/>
                  </a:lnTo>
                  <a:lnTo>
                    <a:pt x="770509" y="493013"/>
                  </a:lnTo>
                  <a:lnTo>
                    <a:pt x="1849374" y="493013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11147" y="3470502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60094" y="5015810"/>
            <a:ext cx="3060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77588" y="5015810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20748" y="5042480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58920" y="5048576"/>
            <a:ext cx="23876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88692" y="5422602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22979" y="5430476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325688" y="4736543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94405" y="6120513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41701" y="6154238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64906" y="5392879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6355" y="3470502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63720" y="4189577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7" name="object 2">
            <a:extLst>
              <a:ext uri="{FF2B5EF4-FFF2-40B4-BE49-F238E27FC236}">
                <a16:creationId xmlns:a16="http://schemas.microsoft.com/office/drawing/2014/main" id="{189F93EE-2CF4-5F46-B112-0A8F23A90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29092" y="206043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53375" y="206043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937542"/>
            <a:ext cx="9003665" cy="1424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当前到顶点</a:t>
            </a:r>
            <a:r>
              <a:rPr sz="2400" spc="-1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的最短路径：</a:t>
            </a:r>
            <a:r>
              <a:rPr sz="24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70" dirty="0">
                <a:latin typeface="Cambria Math"/>
                <a:cs typeface="Cambria Math"/>
              </a:rPr>
              <a:t> &gt;</a:t>
            </a:r>
            <a:r>
              <a:rPr sz="2400" dirty="0">
                <a:latin typeface="宋体"/>
                <a:cs typeface="宋体"/>
              </a:rPr>
              <a:t>，距离为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𝒅𝒊𝒔𝒕[𝒗]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7709534" algn="l"/>
              </a:tabLst>
            </a:pPr>
            <a:r>
              <a:rPr sz="2400" dirty="0">
                <a:latin typeface="宋体"/>
                <a:cs typeface="宋体"/>
              </a:rPr>
              <a:t>通过顶点</a:t>
            </a:r>
            <a:r>
              <a:rPr sz="2400" spc="-10" dirty="0">
                <a:latin typeface="Cambria Math"/>
                <a:cs typeface="Cambria Math"/>
              </a:rPr>
              <a:t>𝒖</a:t>
            </a:r>
            <a:r>
              <a:rPr sz="2400" dirty="0">
                <a:latin typeface="宋体"/>
                <a:cs typeface="宋体"/>
              </a:rPr>
              <a:t>的新路径：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𝒖,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dirty="0">
                <a:latin typeface="宋体"/>
                <a:cs typeface="宋体"/>
              </a:rPr>
              <a:t>距离为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𝒘(𝒖,</a:t>
            </a:r>
            <a:r>
              <a:rPr sz="24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𝒗)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53333" y="2501128"/>
            <a:ext cx="3932554" cy="283210"/>
          </a:xfrm>
          <a:custGeom>
            <a:avLst/>
            <a:gdLst/>
            <a:ahLst/>
            <a:cxnLst/>
            <a:rect l="l" t="t" r="r" b="b"/>
            <a:pathLst>
              <a:path w="3932554" h="283210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06"/>
                </a:lnTo>
                <a:lnTo>
                  <a:pt x="13068" y="212966"/>
                </a:lnTo>
                <a:lnTo>
                  <a:pt x="36118" y="250215"/>
                </a:lnTo>
                <a:lnTo>
                  <a:pt x="69507" y="2748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0" y="263652"/>
                </a:lnTo>
                <a:lnTo>
                  <a:pt x="63639" y="253733"/>
                </a:lnTo>
                <a:lnTo>
                  <a:pt x="35204" y="207530"/>
                </a:lnTo>
                <a:lnTo>
                  <a:pt x="26822" y="16459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08"/>
                </a:lnTo>
                <a:lnTo>
                  <a:pt x="77787" y="18516"/>
                </a:lnTo>
                <a:lnTo>
                  <a:pt x="94107" y="11430"/>
                </a:lnTo>
                <a:close/>
              </a:path>
              <a:path w="3932554" h="283210">
                <a:moveTo>
                  <a:pt x="790575" y="0"/>
                </a:moveTo>
                <a:lnTo>
                  <a:pt x="724154" y="0"/>
                </a:lnTo>
                <a:lnTo>
                  <a:pt x="724154" y="11430"/>
                </a:lnTo>
                <a:lnTo>
                  <a:pt x="724154" y="271780"/>
                </a:lnTo>
                <a:lnTo>
                  <a:pt x="724154" y="283210"/>
                </a:lnTo>
                <a:lnTo>
                  <a:pt x="790575" y="283210"/>
                </a:lnTo>
                <a:lnTo>
                  <a:pt x="790575" y="271780"/>
                </a:lnTo>
                <a:lnTo>
                  <a:pt x="748919" y="271780"/>
                </a:lnTo>
                <a:lnTo>
                  <a:pt x="748919" y="11430"/>
                </a:lnTo>
                <a:lnTo>
                  <a:pt x="790575" y="11430"/>
                </a:lnTo>
                <a:lnTo>
                  <a:pt x="790575" y="0"/>
                </a:lnTo>
                <a:close/>
              </a:path>
              <a:path w="3932554" h="283210">
                <a:moveTo>
                  <a:pt x="1066292" y="0"/>
                </a:moveTo>
                <a:lnTo>
                  <a:pt x="999871" y="0"/>
                </a:lnTo>
                <a:lnTo>
                  <a:pt x="999871" y="11430"/>
                </a:lnTo>
                <a:lnTo>
                  <a:pt x="1041654" y="11430"/>
                </a:lnTo>
                <a:lnTo>
                  <a:pt x="1041654" y="271780"/>
                </a:lnTo>
                <a:lnTo>
                  <a:pt x="999871" y="271780"/>
                </a:lnTo>
                <a:lnTo>
                  <a:pt x="999871" y="283210"/>
                </a:lnTo>
                <a:lnTo>
                  <a:pt x="1066292" y="283210"/>
                </a:lnTo>
                <a:lnTo>
                  <a:pt x="1066292" y="271780"/>
                </a:lnTo>
                <a:lnTo>
                  <a:pt x="1066292" y="11430"/>
                </a:lnTo>
                <a:lnTo>
                  <a:pt x="1066292" y="0"/>
                </a:lnTo>
                <a:close/>
              </a:path>
              <a:path w="3932554" h="283210">
                <a:moveTo>
                  <a:pt x="1823847" y="11430"/>
                </a:moveTo>
                <a:lnTo>
                  <a:pt x="1819783" y="0"/>
                </a:lnTo>
                <a:lnTo>
                  <a:pt x="1799323" y="7391"/>
                </a:lnTo>
                <a:lnTo>
                  <a:pt x="1781378" y="18084"/>
                </a:lnTo>
                <a:lnTo>
                  <a:pt x="1752981" y="49403"/>
                </a:lnTo>
                <a:lnTo>
                  <a:pt x="1735543" y="91414"/>
                </a:lnTo>
                <a:lnTo>
                  <a:pt x="1729740" y="141224"/>
                </a:lnTo>
                <a:lnTo>
                  <a:pt x="1731187" y="167106"/>
                </a:lnTo>
                <a:lnTo>
                  <a:pt x="1742808" y="212966"/>
                </a:lnTo>
                <a:lnTo>
                  <a:pt x="1765858" y="250215"/>
                </a:lnTo>
                <a:lnTo>
                  <a:pt x="1799247" y="274891"/>
                </a:lnTo>
                <a:lnTo>
                  <a:pt x="1819783" y="282321"/>
                </a:lnTo>
                <a:lnTo>
                  <a:pt x="1823339" y="270764"/>
                </a:lnTo>
                <a:lnTo>
                  <a:pt x="1807260" y="263652"/>
                </a:lnTo>
                <a:lnTo>
                  <a:pt x="1793379" y="253733"/>
                </a:lnTo>
                <a:lnTo>
                  <a:pt x="1764944" y="207530"/>
                </a:lnTo>
                <a:lnTo>
                  <a:pt x="1756562" y="164592"/>
                </a:lnTo>
                <a:lnTo>
                  <a:pt x="1755521" y="139700"/>
                </a:lnTo>
                <a:lnTo>
                  <a:pt x="1756562" y="115633"/>
                </a:lnTo>
                <a:lnTo>
                  <a:pt x="1764944" y="73863"/>
                </a:lnTo>
                <a:lnTo>
                  <a:pt x="1793494" y="28308"/>
                </a:lnTo>
                <a:lnTo>
                  <a:pt x="1807527" y="18516"/>
                </a:lnTo>
                <a:lnTo>
                  <a:pt x="1823847" y="11430"/>
                </a:lnTo>
                <a:close/>
              </a:path>
              <a:path w="3932554" h="283210">
                <a:moveTo>
                  <a:pt x="2421382" y="141224"/>
                </a:moveTo>
                <a:lnTo>
                  <a:pt x="2415565" y="91414"/>
                </a:lnTo>
                <a:lnTo>
                  <a:pt x="2398141" y="49403"/>
                </a:lnTo>
                <a:lnTo>
                  <a:pt x="2369731" y="18084"/>
                </a:lnTo>
                <a:lnTo>
                  <a:pt x="2331339" y="0"/>
                </a:lnTo>
                <a:lnTo>
                  <a:pt x="2327402" y="11430"/>
                </a:lnTo>
                <a:lnTo>
                  <a:pt x="2343708" y="18516"/>
                </a:lnTo>
                <a:lnTo>
                  <a:pt x="2357755" y="28308"/>
                </a:lnTo>
                <a:lnTo>
                  <a:pt x="2386266" y="73863"/>
                </a:lnTo>
                <a:lnTo>
                  <a:pt x="2394572" y="115633"/>
                </a:lnTo>
                <a:lnTo>
                  <a:pt x="2395601" y="139700"/>
                </a:lnTo>
                <a:lnTo>
                  <a:pt x="2394547" y="164592"/>
                </a:lnTo>
                <a:lnTo>
                  <a:pt x="2386215" y="207530"/>
                </a:lnTo>
                <a:lnTo>
                  <a:pt x="2357793" y="253733"/>
                </a:lnTo>
                <a:lnTo>
                  <a:pt x="2327783" y="270764"/>
                </a:lnTo>
                <a:lnTo>
                  <a:pt x="2331339" y="282321"/>
                </a:lnTo>
                <a:lnTo>
                  <a:pt x="2369832" y="264198"/>
                </a:lnTo>
                <a:lnTo>
                  <a:pt x="2398141" y="232918"/>
                </a:lnTo>
                <a:lnTo>
                  <a:pt x="2415565" y="191033"/>
                </a:lnTo>
                <a:lnTo>
                  <a:pt x="2419921" y="167106"/>
                </a:lnTo>
                <a:lnTo>
                  <a:pt x="2421382" y="141224"/>
                </a:lnTo>
                <a:close/>
              </a:path>
              <a:path w="3932554" h="283210">
                <a:moveTo>
                  <a:pt x="3536823" y="0"/>
                </a:moveTo>
                <a:lnTo>
                  <a:pt x="3470402" y="0"/>
                </a:lnTo>
                <a:lnTo>
                  <a:pt x="3470402" y="11430"/>
                </a:lnTo>
                <a:lnTo>
                  <a:pt x="3470402" y="271780"/>
                </a:lnTo>
                <a:lnTo>
                  <a:pt x="3470402" y="283210"/>
                </a:lnTo>
                <a:lnTo>
                  <a:pt x="3536823" y="283210"/>
                </a:lnTo>
                <a:lnTo>
                  <a:pt x="3536823" y="271780"/>
                </a:lnTo>
                <a:lnTo>
                  <a:pt x="3495167" y="271780"/>
                </a:lnTo>
                <a:lnTo>
                  <a:pt x="3495167" y="11430"/>
                </a:lnTo>
                <a:lnTo>
                  <a:pt x="3536823" y="11430"/>
                </a:lnTo>
                <a:lnTo>
                  <a:pt x="3536823" y="0"/>
                </a:lnTo>
                <a:close/>
              </a:path>
              <a:path w="3932554" h="283210">
                <a:moveTo>
                  <a:pt x="3798824" y="0"/>
                </a:moveTo>
                <a:lnTo>
                  <a:pt x="3732403" y="0"/>
                </a:lnTo>
                <a:lnTo>
                  <a:pt x="3732403" y="11430"/>
                </a:lnTo>
                <a:lnTo>
                  <a:pt x="3774186" y="11430"/>
                </a:lnTo>
                <a:lnTo>
                  <a:pt x="3774186" y="271780"/>
                </a:lnTo>
                <a:lnTo>
                  <a:pt x="3732403" y="271780"/>
                </a:lnTo>
                <a:lnTo>
                  <a:pt x="3732403" y="283210"/>
                </a:lnTo>
                <a:lnTo>
                  <a:pt x="3798824" y="283210"/>
                </a:lnTo>
                <a:lnTo>
                  <a:pt x="3798824" y="271780"/>
                </a:lnTo>
                <a:lnTo>
                  <a:pt x="3798824" y="11430"/>
                </a:lnTo>
                <a:lnTo>
                  <a:pt x="3798824" y="0"/>
                </a:lnTo>
                <a:close/>
              </a:path>
              <a:path w="3932554" h="283210">
                <a:moveTo>
                  <a:pt x="3932428" y="141224"/>
                </a:moveTo>
                <a:lnTo>
                  <a:pt x="3926611" y="91414"/>
                </a:lnTo>
                <a:lnTo>
                  <a:pt x="3909187" y="49403"/>
                </a:lnTo>
                <a:lnTo>
                  <a:pt x="3880777" y="18084"/>
                </a:lnTo>
                <a:lnTo>
                  <a:pt x="3842385" y="0"/>
                </a:lnTo>
                <a:lnTo>
                  <a:pt x="3838448" y="11430"/>
                </a:lnTo>
                <a:lnTo>
                  <a:pt x="3854754" y="18516"/>
                </a:lnTo>
                <a:lnTo>
                  <a:pt x="3868801" y="28308"/>
                </a:lnTo>
                <a:lnTo>
                  <a:pt x="3897312" y="73863"/>
                </a:lnTo>
                <a:lnTo>
                  <a:pt x="3905618" y="115633"/>
                </a:lnTo>
                <a:lnTo>
                  <a:pt x="3906647" y="139700"/>
                </a:lnTo>
                <a:lnTo>
                  <a:pt x="3905593" y="164592"/>
                </a:lnTo>
                <a:lnTo>
                  <a:pt x="3897261" y="207530"/>
                </a:lnTo>
                <a:lnTo>
                  <a:pt x="3868839" y="253733"/>
                </a:lnTo>
                <a:lnTo>
                  <a:pt x="3838829" y="270764"/>
                </a:lnTo>
                <a:lnTo>
                  <a:pt x="3842385" y="282321"/>
                </a:lnTo>
                <a:lnTo>
                  <a:pt x="3880878" y="264198"/>
                </a:lnTo>
                <a:lnTo>
                  <a:pt x="3909187" y="232918"/>
                </a:lnTo>
                <a:lnTo>
                  <a:pt x="3926611" y="191033"/>
                </a:lnTo>
                <a:lnTo>
                  <a:pt x="3930967" y="167106"/>
                </a:lnTo>
                <a:lnTo>
                  <a:pt x="3932428" y="1412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44848" y="292784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04945" y="292784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24246" y="292784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71389" y="292784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3790" y="2927976"/>
            <a:ext cx="635635" cy="259079"/>
          </a:xfrm>
          <a:custGeom>
            <a:avLst/>
            <a:gdLst/>
            <a:ahLst/>
            <a:cxnLst/>
            <a:rect l="l" t="t" r="r" b="b"/>
            <a:pathLst>
              <a:path w="635634" h="259080">
                <a:moveTo>
                  <a:pt x="552704" y="0"/>
                </a:moveTo>
                <a:lnTo>
                  <a:pt x="549020" y="10540"/>
                </a:lnTo>
                <a:lnTo>
                  <a:pt x="563995" y="17039"/>
                </a:lnTo>
                <a:lnTo>
                  <a:pt x="576897" y="26050"/>
                </a:lnTo>
                <a:lnTo>
                  <a:pt x="603059" y="67798"/>
                </a:lnTo>
                <a:lnTo>
                  <a:pt x="610679" y="106175"/>
                </a:lnTo>
                <a:lnTo>
                  <a:pt x="611632" y="128269"/>
                </a:lnTo>
                <a:lnTo>
                  <a:pt x="610677" y="151128"/>
                </a:lnTo>
                <a:lnTo>
                  <a:pt x="603005" y="190509"/>
                </a:lnTo>
                <a:lnTo>
                  <a:pt x="576929" y="232917"/>
                </a:lnTo>
                <a:lnTo>
                  <a:pt x="549402" y="248538"/>
                </a:lnTo>
                <a:lnTo>
                  <a:pt x="552704" y="259079"/>
                </a:lnTo>
                <a:lnTo>
                  <a:pt x="588041" y="242506"/>
                </a:lnTo>
                <a:lnTo>
                  <a:pt x="614044" y="213740"/>
                </a:lnTo>
                <a:lnTo>
                  <a:pt x="629935" y="175371"/>
                </a:lnTo>
                <a:lnTo>
                  <a:pt x="635254" y="129666"/>
                </a:lnTo>
                <a:lnTo>
                  <a:pt x="633920" y="105902"/>
                </a:lnTo>
                <a:lnTo>
                  <a:pt x="623252" y="63801"/>
                </a:lnTo>
                <a:lnTo>
                  <a:pt x="602085" y="29539"/>
                </a:lnTo>
                <a:lnTo>
                  <a:pt x="571466" y="6782"/>
                </a:lnTo>
                <a:lnTo>
                  <a:pt x="552704" y="0"/>
                </a:lnTo>
                <a:close/>
              </a:path>
              <a:path w="635634" h="259080">
                <a:moveTo>
                  <a:pt x="82550" y="0"/>
                </a:moveTo>
                <a:lnTo>
                  <a:pt x="47323" y="16637"/>
                </a:lnTo>
                <a:lnTo>
                  <a:pt x="21336" y="45465"/>
                </a:lnTo>
                <a:lnTo>
                  <a:pt x="5334" y="83946"/>
                </a:lnTo>
                <a:lnTo>
                  <a:pt x="0" y="129666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509"/>
                </a:lnTo>
                <a:lnTo>
                  <a:pt x="24576" y="151128"/>
                </a:lnTo>
                <a:lnTo>
                  <a:pt x="23622" y="128269"/>
                </a:lnTo>
                <a:lnTo>
                  <a:pt x="24576" y="106175"/>
                </a:lnTo>
                <a:lnTo>
                  <a:pt x="32248" y="67798"/>
                </a:lnTo>
                <a:lnTo>
                  <a:pt x="58420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32763" y="2337528"/>
            <a:ext cx="6260465" cy="869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  <a:tab pos="3689350" algn="l"/>
                <a:tab pos="5053330" algn="l"/>
              </a:tabLst>
            </a:pPr>
            <a:r>
              <a:rPr sz="2400" dirty="0">
                <a:latin typeface="宋体"/>
                <a:cs typeface="宋体"/>
              </a:rPr>
              <a:t>如果新路径更短</a:t>
            </a:r>
            <a:r>
              <a:rPr sz="2400" spc="-215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400" spc="4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&lt;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400">
              <a:latin typeface="Cambria Math"/>
              <a:cs typeface="Cambria Math"/>
            </a:endParaRPr>
          </a:p>
          <a:p>
            <a:pPr marL="361315">
              <a:lnSpc>
                <a:spcPct val="100000"/>
              </a:lnSpc>
              <a:spcBef>
                <a:spcPts val="535"/>
              </a:spcBef>
              <a:tabLst>
                <a:tab pos="655320" algn="l"/>
                <a:tab pos="3381375" algn="l"/>
                <a:tab pos="4645660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dirty="0">
                <a:latin typeface="宋体"/>
                <a:cs typeface="宋体"/>
              </a:rPr>
              <a:t>更新</a:t>
            </a:r>
            <a:r>
              <a:rPr sz="2200" dirty="0">
                <a:latin typeface="Cambria Math"/>
                <a:cs typeface="Cambria Math"/>
              </a:rPr>
              <a:t>𝒅𝒊𝒔𝒕[𝒗]</a:t>
            </a:r>
            <a:r>
              <a:rPr sz="2200" dirty="0">
                <a:latin typeface="宋体"/>
                <a:cs typeface="宋体"/>
              </a:rPr>
              <a:t>：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2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200" spc="4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2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2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16" name="object 16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753361" y="3540678"/>
            <a:ext cx="513080" cy="513715"/>
            <a:chOff x="1753361" y="3262884"/>
            <a:chExt cx="513080" cy="513715"/>
          </a:xfrm>
        </p:grpSpPr>
        <p:sp>
          <p:nvSpPr>
            <p:cNvPr id="20" name="object 20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20748" y="356176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91534" y="4995335"/>
            <a:ext cx="513080" cy="513080"/>
            <a:chOff x="3891534" y="4717541"/>
            <a:chExt cx="513080" cy="513080"/>
          </a:xfrm>
        </p:grpSpPr>
        <p:sp>
          <p:nvSpPr>
            <p:cNvPr id="24" name="object 24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58920" y="5016164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91534" y="3522389"/>
            <a:ext cx="513080" cy="513715"/>
            <a:chOff x="3891534" y="3244595"/>
            <a:chExt cx="513080" cy="513715"/>
          </a:xfrm>
        </p:grpSpPr>
        <p:sp>
          <p:nvSpPr>
            <p:cNvPr id="28" name="object 28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058920" y="35434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52244" y="3723303"/>
            <a:ext cx="2252980" cy="1291590"/>
            <a:chOff x="1952244" y="3445509"/>
            <a:chExt cx="2252980" cy="1291590"/>
          </a:xfrm>
        </p:grpSpPr>
        <p:sp>
          <p:nvSpPr>
            <p:cNvPr id="32" name="object 32"/>
            <p:cNvSpPr/>
            <p:nvPr/>
          </p:nvSpPr>
          <p:spPr>
            <a:xfrm>
              <a:off x="2246884" y="3445509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4" y="114300"/>
                  </a:lnTo>
                  <a:lnTo>
                    <a:pt x="1663319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52244" y="3757421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90416" y="3739133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890266" y="3369481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31060" y="434255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79520" y="434255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827020" y="5473872"/>
            <a:ext cx="1332230" cy="1106805"/>
            <a:chOff x="2827020" y="5196078"/>
            <a:chExt cx="1332230" cy="1106805"/>
          </a:xfrm>
        </p:grpSpPr>
        <p:sp>
          <p:nvSpPr>
            <p:cNvPr id="39" name="object 39"/>
            <p:cNvSpPr/>
            <p:nvPr/>
          </p:nvSpPr>
          <p:spPr>
            <a:xfrm>
              <a:off x="2846070" y="58087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26"/>
                  </a:lnTo>
                  <a:lnTo>
                    <a:pt x="18657" y="144971"/>
                  </a:lnTo>
                  <a:lnTo>
                    <a:pt x="40545" y="104652"/>
                  </a:lnTo>
                  <a:lnTo>
                    <a:pt x="69532" y="69522"/>
                  </a:lnTo>
                  <a:lnTo>
                    <a:pt x="104663" y="40538"/>
                  </a:lnTo>
                  <a:lnTo>
                    <a:pt x="144982" y="18653"/>
                  </a:lnTo>
                  <a:lnTo>
                    <a:pt x="189534" y="4822"/>
                  </a:lnTo>
                  <a:lnTo>
                    <a:pt x="237362" y="0"/>
                  </a:lnTo>
                  <a:lnTo>
                    <a:pt x="285191" y="4822"/>
                  </a:lnTo>
                  <a:lnTo>
                    <a:pt x="329743" y="18653"/>
                  </a:lnTo>
                  <a:lnTo>
                    <a:pt x="370062" y="40538"/>
                  </a:lnTo>
                  <a:lnTo>
                    <a:pt x="405193" y="69522"/>
                  </a:lnTo>
                  <a:lnTo>
                    <a:pt x="434180" y="104652"/>
                  </a:lnTo>
                  <a:lnTo>
                    <a:pt x="456068" y="144971"/>
                  </a:lnTo>
                  <a:lnTo>
                    <a:pt x="469902" y="189526"/>
                  </a:lnTo>
                  <a:lnTo>
                    <a:pt x="474726" y="237363"/>
                  </a:lnTo>
                  <a:lnTo>
                    <a:pt x="469902" y="285199"/>
                  </a:lnTo>
                  <a:lnTo>
                    <a:pt x="456068" y="329754"/>
                  </a:lnTo>
                  <a:lnTo>
                    <a:pt x="434180" y="370073"/>
                  </a:lnTo>
                  <a:lnTo>
                    <a:pt x="405193" y="405203"/>
                  </a:lnTo>
                  <a:lnTo>
                    <a:pt x="370062" y="434187"/>
                  </a:lnTo>
                  <a:lnTo>
                    <a:pt x="329743" y="456072"/>
                  </a:lnTo>
                  <a:lnTo>
                    <a:pt x="285191" y="469903"/>
                  </a:lnTo>
                  <a:lnTo>
                    <a:pt x="237362" y="474726"/>
                  </a:lnTo>
                  <a:lnTo>
                    <a:pt x="189534" y="469903"/>
                  </a:lnTo>
                  <a:lnTo>
                    <a:pt x="144982" y="456072"/>
                  </a:lnTo>
                  <a:lnTo>
                    <a:pt x="104663" y="434187"/>
                  </a:lnTo>
                  <a:lnTo>
                    <a:pt x="69532" y="405203"/>
                  </a:lnTo>
                  <a:lnTo>
                    <a:pt x="40545" y="370073"/>
                  </a:lnTo>
                  <a:lnTo>
                    <a:pt x="18657" y="329754"/>
                  </a:lnTo>
                  <a:lnTo>
                    <a:pt x="4823" y="285199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51454" y="5196078"/>
              <a:ext cx="908050" cy="682625"/>
            </a:xfrm>
            <a:custGeom>
              <a:avLst/>
              <a:gdLst/>
              <a:ahLst/>
              <a:cxnLst/>
              <a:rect l="l" t="t" r="r" b="b"/>
              <a:pathLst>
                <a:path w="908050" h="682625">
                  <a:moveTo>
                    <a:pt x="57658" y="567994"/>
                  </a:moveTo>
                  <a:lnTo>
                    <a:pt x="0" y="682066"/>
                  </a:lnTo>
                  <a:lnTo>
                    <a:pt x="125857" y="659714"/>
                  </a:lnTo>
                  <a:lnTo>
                    <a:pt x="111578" y="640511"/>
                  </a:lnTo>
                  <a:lnTo>
                    <a:pt x="87757" y="640511"/>
                  </a:lnTo>
                  <a:lnTo>
                    <a:pt x="65024" y="609942"/>
                  </a:lnTo>
                  <a:lnTo>
                    <a:pt x="80364" y="598532"/>
                  </a:lnTo>
                  <a:lnTo>
                    <a:pt x="57658" y="567994"/>
                  </a:lnTo>
                  <a:close/>
                </a:path>
                <a:path w="908050" h="682625">
                  <a:moveTo>
                    <a:pt x="80364" y="598532"/>
                  </a:moveTo>
                  <a:lnTo>
                    <a:pt x="65024" y="609942"/>
                  </a:lnTo>
                  <a:lnTo>
                    <a:pt x="87757" y="640511"/>
                  </a:lnTo>
                  <a:lnTo>
                    <a:pt x="103094" y="629101"/>
                  </a:lnTo>
                  <a:lnTo>
                    <a:pt x="80364" y="598532"/>
                  </a:lnTo>
                  <a:close/>
                </a:path>
                <a:path w="908050" h="682625">
                  <a:moveTo>
                    <a:pt x="103094" y="629101"/>
                  </a:moveTo>
                  <a:lnTo>
                    <a:pt x="87757" y="640511"/>
                  </a:lnTo>
                  <a:lnTo>
                    <a:pt x="111578" y="640511"/>
                  </a:lnTo>
                  <a:lnTo>
                    <a:pt x="103094" y="629101"/>
                  </a:lnTo>
                  <a:close/>
                </a:path>
                <a:path w="908050" h="682625">
                  <a:moveTo>
                    <a:pt x="885063" y="0"/>
                  </a:moveTo>
                  <a:lnTo>
                    <a:pt x="80364" y="598532"/>
                  </a:lnTo>
                  <a:lnTo>
                    <a:pt x="103094" y="629101"/>
                  </a:lnTo>
                  <a:lnTo>
                    <a:pt x="907796" y="30480"/>
                  </a:lnTo>
                  <a:lnTo>
                    <a:pt x="8850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488692" y="540148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753361" y="4989240"/>
            <a:ext cx="513080" cy="513080"/>
            <a:chOff x="1753361" y="4711446"/>
            <a:chExt cx="513080" cy="513080"/>
          </a:xfrm>
        </p:grpSpPr>
        <p:sp>
          <p:nvSpPr>
            <p:cNvPr id="43" name="object 43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920748" y="501006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998091" y="4222667"/>
            <a:ext cx="4065270" cy="1933575"/>
            <a:chOff x="1998091" y="3944873"/>
            <a:chExt cx="4065270" cy="1933575"/>
          </a:xfrm>
        </p:grpSpPr>
        <p:sp>
          <p:nvSpPr>
            <p:cNvPr id="47" name="object 47"/>
            <p:cNvSpPr/>
            <p:nvPr/>
          </p:nvSpPr>
          <p:spPr>
            <a:xfrm>
              <a:off x="1998091" y="5189981"/>
              <a:ext cx="917575" cy="688340"/>
            </a:xfrm>
            <a:custGeom>
              <a:avLst/>
              <a:gdLst/>
              <a:ahLst/>
              <a:cxnLst/>
              <a:rect l="l" t="t" r="r" b="b"/>
              <a:pathLst>
                <a:path w="917575" h="688339">
                  <a:moveTo>
                    <a:pt x="813928" y="635260"/>
                  </a:moveTo>
                  <a:lnTo>
                    <a:pt x="791209" y="665822"/>
                  </a:lnTo>
                  <a:lnTo>
                    <a:pt x="917066" y="688111"/>
                  </a:lnTo>
                  <a:lnTo>
                    <a:pt x="896075" y="646595"/>
                  </a:lnTo>
                  <a:lnTo>
                    <a:pt x="829182" y="646595"/>
                  </a:lnTo>
                  <a:lnTo>
                    <a:pt x="813928" y="635260"/>
                  </a:lnTo>
                  <a:close/>
                </a:path>
                <a:path w="917575" h="688339">
                  <a:moveTo>
                    <a:pt x="836659" y="604681"/>
                  </a:moveTo>
                  <a:lnTo>
                    <a:pt x="813928" y="635260"/>
                  </a:lnTo>
                  <a:lnTo>
                    <a:pt x="829182" y="646595"/>
                  </a:lnTo>
                  <a:lnTo>
                    <a:pt x="851915" y="616013"/>
                  </a:lnTo>
                  <a:lnTo>
                    <a:pt x="836659" y="604681"/>
                  </a:lnTo>
                  <a:close/>
                </a:path>
                <a:path w="917575" h="688339">
                  <a:moveTo>
                    <a:pt x="859408" y="574078"/>
                  </a:moveTo>
                  <a:lnTo>
                    <a:pt x="836659" y="604681"/>
                  </a:lnTo>
                  <a:lnTo>
                    <a:pt x="851915" y="616013"/>
                  </a:lnTo>
                  <a:lnTo>
                    <a:pt x="829182" y="646595"/>
                  </a:lnTo>
                  <a:lnTo>
                    <a:pt x="896075" y="646595"/>
                  </a:lnTo>
                  <a:lnTo>
                    <a:pt x="859408" y="574078"/>
                  </a:lnTo>
                  <a:close/>
                </a:path>
                <a:path w="917575" h="688339">
                  <a:moveTo>
                    <a:pt x="22606" y="0"/>
                  </a:moveTo>
                  <a:lnTo>
                    <a:pt x="0" y="30480"/>
                  </a:lnTo>
                  <a:lnTo>
                    <a:pt x="813928" y="635260"/>
                  </a:lnTo>
                  <a:lnTo>
                    <a:pt x="836659" y="604681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13860" y="3944873"/>
              <a:ext cx="1849755" cy="713740"/>
            </a:xfrm>
            <a:custGeom>
              <a:avLst/>
              <a:gdLst/>
              <a:ahLst/>
              <a:cxnLst/>
              <a:rect l="l" t="t" r="r" b="b"/>
              <a:pathLst>
                <a:path w="1849754" h="713739">
                  <a:moveTo>
                    <a:pt x="1849374" y="0"/>
                  </a:moveTo>
                  <a:lnTo>
                    <a:pt x="0" y="0"/>
                  </a:lnTo>
                  <a:lnTo>
                    <a:pt x="0" y="493013"/>
                  </a:lnTo>
                  <a:lnTo>
                    <a:pt x="308228" y="493013"/>
                  </a:lnTo>
                  <a:lnTo>
                    <a:pt x="324738" y="713613"/>
                  </a:lnTo>
                  <a:lnTo>
                    <a:pt x="770509" y="493013"/>
                  </a:lnTo>
                  <a:lnTo>
                    <a:pt x="1849374" y="493013"/>
                  </a:lnTo>
                  <a:lnTo>
                    <a:pt x="184937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522979" y="540935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11147" y="3516801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6355" y="3516801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77588" y="4983397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60094" y="4983397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63720" y="4235876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557771" y="3771900"/>
            <a:ext cx="2057400" cy="513080"/>
            <a:chOff x="6557771" y="3771900"/>
            <a:chExt cx="2057400" cy="513080"/>
          </a:xfrm>
        </p:grpSpPr>
        <p:sp>
          <p:nvSpPr>
            <p:cNvPr id="56" name="object 56"/>
            <p:cNvSpPr/>
            <p:nvPr/>
          </p:nvSpPr>
          <p:spPr>
            <a:xfrm>
              <a:off x="6576821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76821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121395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21395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51547" y="39715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6558533" y="5120640"/>
            <a:ext cx="2057400" cy="513715"/>
            <a:chOff x="6558533" y="5120640"/>
            <a:chExt cx="2057400" cy="513715"/>
          </a:xfrm>
        </p:grpSpPr>
        <p:sp>
          <p:nvSpPr>
            <p:cNvPr id="62" name="object 62"/>
            <p:cNvSpPr/>
            <p:nvPr/>
          </p:nvSpPr>
          <p:spPr>
            <a:xfrm>
              <a:off x="6577583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77583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22157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122157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052309" y="5326380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9" y="0"/>
                  </a:moveTo>
                  <a:lnTo>
                    <a:pt x="969899" y="114300"/>
                  </a:lnTo>
                  <a:lnTo>
                    <a:pt x="1046099" y="76200"/>
                  </a:lnTo>
                  <a:lnTo>
                    <a:pt x="988949" y="76200"/>
                  </a:lnTo>
                  <a:lnTo>
                    <a:pt x="988949" y="38100"/>
                  </a:lnTo>
                  <a:lnTo>
                    <a:pt x="1046099" y="38100"/>
                  </a:lnTo>
                  <a:lnTo>
                    <a:pt x="969899" y="0"/>
                  </a:lnTo>
                  <a:close/>
                </a:path>
                <a:path w="1084579" h="114300">
                  <a:moveTo>
                    <a:pt x="96989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9" y="76200"/>
                  </a:lnTo>
                  <a:lnTo>
                    <a:pt x="969899" y="38100"/>
                  </a:lnTo>
                  <a:close/>
                </a:path>
                <a:path w="1084579" h="114300">
                  <a:moveTo>
                    <a:pt x="1046099" y="38100"/>
                  </a:moveTo>
                  <a:lnTo>
                    <a:pt x="988949" y="38100"/>
                  </a:lnTo>
                  <a:lnTo>
                    <a:pt x="988949" y="76200"/>
                  </a:lnTo>
                  <a:lnTo>
                    <a:pt x="1046099" y="76200"/>
                  </a:lnTo>
                  <a:lnTo>
                    <a:pt x="1084199" y="57150"/>
                  </a:lnTo>
                  <a:lnTo>
                    <a:pt x="104609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685026" y="3112656"/>
            <a:ext cx="27876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240268" y="3112656"/>
            <a:ext cx="26860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684009" y="4474988"/>
            <a:ext cx="28067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39252" y="4474988"/>
            <a:ext cx="27051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77506" y="3516884"/>
            <a:ext cx="2387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77506" y="490194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96556" y="4133850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9144000" y="3771900"/>
            <a:ext cx="2057400" cy="513080"/>
            <a:chOff x="9144000" y="3771900"/>
            <a:chExt cx="2057400" cy="513080"/>
          </a:xfrm>
        </p:grpSpPr>
        <p:sp>
          <p:nvSpPr>
            <p:cNvPr id="75" name="object 75"/>
            <p:cNvSpPr/>
            <p:nvPr/>
          </p:nvSpPr>
          <p:spPr>
            <a:xfrm>
              <a:off x="9163050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163050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707624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707624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637776" y="39715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9638538" y="5120640"/>
            <a:ext cx="1564005" cy="513715"/>
            <a:chOff x="9638538" y="5120640"/>
            <a:chExt cx="1564005" cy="513715"/>
          </a:xfrm>
        </p:grpSpPr>
        <p:sp>
          <p:nvSpPr>
            <p:cNvPr id="81" name="object 81"/>
            <p:cNvSpPr/>
            <p:nvPr/>
          </p:nvSpPr>
          <p:spPr>
            <a:xfrm>
              <a:off x="10708386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708386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638538" y="5326380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300"/>
                  </a:lnTo>
                  <a:lnTo>
                    <a:pt x="1046098" y="76200"/>
                  </a:lnTo>
                  <a:lnTo>
                    <a:pt x="988948" y="76200"/>
                  </a:lnTo>
                  <a:lnTo>
                    <a:pt x="988948" y="38100"/>
                  </a:lnTo>
                  <a:lnTo>
                    <a:pt x="1046098" y="38100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8" y="76200"/>
                  </a:lnTo>
                  <a:lnTo>
                    <a:pt x="969898" y="38100"/>
                  </a:lnTo>
                  <a:close/>
                </a:path>
                <a:path w="1084579" h="114300">
                  <a:moveTo>
                    <a:pt x="1046098" y="38100"/>
                  </a:moveTo>
                  <a:lnTo>
                    <a:pt x="988948" y="38100"/>
                  </a:lnTo>
                  <a:lnTo>
                    <a:pt x="988948" y="76200"/>
                  </a:lnTo>
                  <a:lnTo>
                    <a:pt x="1046098" y="76200"/>
                  </a:lnTo>
                  <a:lnTo>
                    <a:pt x="1084198" y="57150"/>
                  </a:lnTo>
                  <a:lnTo>
                    <a:pt x="104609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9271507" y="3112656"/>
            <a:ext cx="27876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826750" y="3112656"/>
            <a:ext cx="26860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825733" y="4474988"/>
            <a:ext cx="27051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063733" y="3516884"/>
            <a:ext cx="2387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063733" y="490194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082783" y="4133850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699770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699770">
                <a:moveTo>
                  <a:pt x="152400" y="304800"/>
                </a:moveTo>
                <a:lnTo>
                  <a:pt x="76200" y="304800"/>
                </a:lnTo>
                <a:lnTo>
                  <a:pt x="76200" y="381000"/>
                </a:lnTo>
                <a:lnTo>
                  <a:pt x="152400" y="381000"/>
                </a:lnTo>
                <a:lnTo>
                  <a:pt x="152400" y="304800"/>
                </a:lnTo>
                <a:close/>
              </a:path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457200"/>
                </a:moveTo>
                <a:lnTo>
                  <a:pt x="76200" y="45720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45720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0" name="object 90"/>
          <p:cNvGrpSpPr/>
          <p:nvPr/>
        </p:nvGrpSpPr>
        <p:grpSpPr>
          <a:xfrm>
            <a:off x="9144761" y="5120640"/>
            <a:ext cx="513080" cy="513715"/>
            <a:chOff x="9144761" y="5120640"/>
            <a:chExt cx="513080" cy="513715"/>
          </a:xfrm>
        </p:grpSpPr>
        <p:sp>
          <p:nvSpPr>
            <p:cNvPr id="91" name="object 91"/>
            <p:cNvSpPr/>
            <p:nvPr/>
          </p:nvSpPr>
          <p:spPr>
            <a:xfrm>
              <a:off x="9163811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6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163811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6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9270238" y="4474988"/>
            <a:ext cx="281305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5244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64183" y="5743540"/>
            <a:ext cx="108458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969506" y="5841381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松弛成功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9555733" y="5841381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松弛失败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994405" y="6166812"/>
            <a:ext cx="23876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5"/>
              </a:lnSpc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441701" y="6200537"/>
            <a:ext cx="23939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03401" y="6399876"/>
            <a:ext cx="155384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610856" y="2461251"/>
            <a:ext cx="2025014" cy="7988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4922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175"/>
              </a:spcBef>
            </a:pP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松弛操作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3" name="object 2">
            <a:extLst>
              <a:ext uri="{FF2B5EF4-FFF2-40B4-BE49-F238E27FC236}">
                <a16:creationId xmlns:a16="http://schemas.microsoft.com/office/drawing/2014/main" id="{08D4F9EF-1563-D049-9FC1-94EAF84EB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29092" y="208358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53375" y="2083588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960692"/>
            <a:ext cx="9003665" cy="1424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问题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宋体"/>
                <a:cs typeface="宋体"/>
              </a:rPr>
              <a:t>：如何更新每顶点的估计距离?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当前到顶点</a:t>
            </a:r>
            <a:r>
              <a:rPr sz="2400" spc="-10" dirty="0">
                <a:latin typeface="Cambria Math"/>
                <a:cs typeface="Cambria Math"/>
              </a:rPr>
              <a:t>𝒗</a:t>
            </a:r>
            <a:r>
              <a:rPr sz="2400" dirty="0">
                <a:latin typeface="宋体"/>
                <a:cs typeface="宋体"/>
              </a:rPr>
              <a:t>的最短路径：</a:t>
            </a:r>
            <a:r>
              <a:rPr sz="2400" spc="60" dirty="0">
                <a:latin typeface="Cambria Math"/>
                <a:cs typeface="Cambria Math"/>
              </a:rPr>
              <a:t>&lt;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𝒘,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70" dirty="0">
                <a:latin typeface="Cambria Math"/>
                <a:cs typeface="Cambria Math"/>
              </a:rPr>
              <a:t> &gt;</a:t>
            </a:r>
            <a:r>
              <a:rPr sz="2400" dirty="0">
                <a:latin typeface="宋体"/>
                <a:cs typeface="宋体"/>
              </a:rPr>
              <a:t>，距离为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𝒅𝒊𝒔𝒕[𝒗]</a:t>
            </a:r>
            <a:endParaRPr sz="240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  <a:tab pos="7709534" algn="l"/>
              </a:tabLst>
            </a:pPr>
            <a:r>
              <a:rPr sz="2400" dirty="0">
                <a:latin typeface="宋体"/>
                <a:cs typeface="宋体"/>
              </a:rPr>
              <a:t>通过顶点</a:t>
            </a:r>
            <a:r>
              <a:rPr sz="2400" spc="-10" dirty="0">
                <a:latin typeface="Cambria Math"/>
                <a:cs typeface="Cambria Math"/>
              </a:rPr>
              <a:t>𝒖</a:t>
            </a:r>
            <a:r>
              <a:rPr sz="2400" dirty="0">
                <a:latin typeface="宋体"/>
                <a:cs typeface="宋体"/>
              </a:rPr>
              <a:t>的新路径：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𝒖,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dirty="0">
                <a:latin typeface="宋体"/>
                <a:cs typeface="宋体"/>
              </a:rPr>
              <a:t>距离为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𝒘(𝒖,</a:t>
            </a:r>
            <a:r>
              <a:rPr sz="24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𝒗)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53333" y="2524278"/>
            <a:ext cx="3932554" cy="283210"/>
          </a:xfrm>
          <a:custGeom>
            <a:avLst/>
            <a:gdLst/>
            <a:ahLst/>
            <a:cxnLst/>
            <a:rect l="l" t="t" r="r" b="b"/>
            <a:pathLst>
              <a:path w="3932554" h="283210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06"/>
                </a:lnTo>
                <a:lnTo>
                  <a:pt x="13068" y="212966"/>
                </a:lnTo>
                <a:lnTo>
                  <a:pt x="36118" y="250215"/>
                </a:lnTo>
                <a:lnTo>
                  <a:pt x="69507" y="2748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0" y="263652"/>
                </a:lnTo>
                <a:lnTo>
                  <a:pt x="63639" y="253733"/>
                </a:lnTo>
                <a:lnTo>
                  <a:pt x="35204" y="207530"/>
                </a:lnTo>
                <a:lnTo>
                  <a:pt x="26822" y="16459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08"/>
                </a:lnTo>
                <a:lnTo>
                  <a:pt x="77787" y="18516"/>
                </a:lnTo>
                <a:lnTo>
                  <a:pt x="94107" y="11430"/>
                </a:lnTo>
                <a:close/>
              </a:path>
              <a:path w="3932554" h="283210">
                <a:moveTo>
                  <a:pt x="790575" y="0"/>
                </a:moveTo>
                <a:lnTo>
                  <a:pt x="724154" y="0"/>
                </a:lnTo>
                <a:lnTo>
                  <a:pt x="724154" y="11430"/>
                </a:lnTo>
                <a:lnTo>
                  <a:pt x="724154" y="271780"/>
                </a:lnTo>
                <a:lnTo>
                  <a:pt x="724154" y="283210"/>
                </a:lnTo>
                <a:lnTo>
                  <a:pt x="790575" y="283210"/>
                </a:lnTo>
                <a:lnTo>
                  <a:pt x="790575" y="271780"/>
                </a:lnTo>
                <a:lnTo>
                  <a:pt x="748919" y="271780"/>
                </a:lnTo>
                <a:lnTo>
                  <a:pt x="748919" y="11430"/>
                </a:lnTo>
                <a:lnTo>
                  <a:pt x="790575" y="11430"/>
                </a:lnTo>
                <a:lnTo>
                  <a:pt x="790575" y="0"/>
                </a:lnTo>
                <a:close/>
              </a:path>
              <a:path w="3932554" h="283210">
                <a:moveTo>
                  <a:pt x="1066292" y="0"/>
                </a:moveTo>
                <a:lnTo>
                  <a:pt x="999871" y="0"/>
                </a:lnTo>
                <a:lnTo>
                  <a:pt x="999871" y="11430"/>
                </a:lnTo>
                <a:lnTo>
                  <a:pt x="1041654" y="11430"/>
                </a:lnTo>
                <a:lnTo>
                  <a:pt x="1041654" y="271780"/>
                </a:lnTo>
                <a:lnTo>
                  <a:pt x="999871" y="271780"/>
                </a:lnTo>
                <a:lnTo>
                  <a:pt x="999871" y="283210"/>
                </a:lnTo>
                <a:lnTo>
                  <a:pt x="1066292" y="283210"/>
                </a:lnTo>
                <a:lnTo>
                  <a:pt x="1066292" y="271780"/>
                </a:lnTo>
                <a:lnTo>
                  <a:pt x="1066292" y="11430"/>
                </a:lnTo>
                <a:lnTo>
                  <a:pt x="1066292" y="0"/>
                </a:lnTo>
                <a:close/>
              </a:path>
              <a:path w="3932554" h="283210">
                <a:moveTo>
                  <a:pt x="1823847" y="11430"/>
                </a:moveTo>
                <a:lnTo>
                  <a:pt x="1819783" y="0"/>
                </a:lnTo>
                <a:lnTo>
                  <a:pt x="1799323" y="7391"/>
                </a:lnTo>
                <a:lnTo>
                  <a:pt x="1781378" y="18084"/>
                </a:lnTo>
                <a:lnTo>
                  <a:pt x="1752981" y="49403"/>
                </a:lnTo>
                <a:lnTo>
                  <a:pt x="1735543" y="91414"/>
                </a:lnTo>
                <a:lnTo>
                  <a:pt x="1729740" y="141224"/>
                </a:lnTo>
                <a:lnTo>
                  <a:pt x="1731187" y="167106"/>
                </a:lnTo>
                <a:lnTo>
                  <a:pt x="1742808" y="212966"/>
                </a:lnTo>
                <a:lnTo>
                  <a:pt x="1765858" y="250215"/>
                </a:lnTo>
                <a:lnTo>
                  <a:pt x="1799247" y="274891"/>
                </a:lnTo>
                <a:lnTo>
                  <a:pt x="1819783" y="282321"/>
                </a:lnTo>
                <a:lnTo>
                  <a:pt x="1823339" y="270764"/>
                </a:lnTo>
                <a:lnTo>
                  <a:pt x="1807260" y="263652"/>
                </a:lnTo>
                <a:lnTo>
                  <a:pt x="1793379" y="253733"/>
                </a:lnTo>
                <a:lnTo>
                  <a:pt x="1764944" y="207530"/>
                </a:lnTo>
                <a:lnTo>
                  <a:pt x="1756562" y="164592"/>
                </a:lnTo>
                <a:lnTo>
                  <a:pt x="1755521" y="139700"/>
                </a:lnTo>
                <a:lnTo>
                  <a:pt x="1756562" y="115633"/>
                </a:lnTo>
                <a:lnTo>
                  <a:pt x="1764944" y="73863"/>
                </a:lnTo>
                <a:lnTo>
                  <a:pt x="1793494" y="28308"/>
                </a:lnTo>
                <a:lnTo>
                  <a:pt x="1807527" y="18516"/>
                </a:lnTo>
                <a:lnTo>
                  <a:pt x="1823847" y="11430"/>
                </a:lnTo>
                <a:close/>
              </a:path>
              <a:path w="3932554" h="283210">
                <a:moveTo>
                  <a:pt x="2421382" y="141224"/>
                </a:moveTo>
                <a:lnTo>
                  <a:pt x="2415565" y="91414"/>
                </a:lnTo>
                <a:lnTo>
                  <a:pt x="2398141" y="49403"/>
                </a:lnTo>
                <a:lnTo>
                  <a:pt x="2369731" y="18084"/>
                </a:lnTo>
                <a:lnTo>
                  <a:pt x="2331339" y="0"/>
                </a:lnTo>
                <a:lnTo>
                  <a:pt x="2327402" y="11430"/>
                </a:lnTo>
                <a:lnTo>
                  <a:pt x="2343708" y="18516"/>
                </a:lnTo>
                <a:lnTo>
                  <a:pt x="2357755" y="28308"/>
                </a:lnTo>
                <a:lnTo>
                  <a:pt x="2386266" y="73863"/>
                </a:lnTo>
                <a:lnTo>
                  <a:pt x="2394572" y="115633"/>
                </a:lnTo>
                <a:lnTo>
                  <a:pt x="2395601" y="139700"/>
                </a:lnTo>
                <a:lnTo>
                  <a:pt x="2394547" y="164592"/>
                </a:lnTo>
                <a:lnTo>
                  <a:pt x="2386215" y="207530"/>
                </a:lnTo>
                <a:lnTo>
                  <a:pt x="2357793" y="253733"/>
                </a:lnTo>
                <a:lnTo>
                  <a:pt x="2327783" y="270764"/>
                </a:lnTo>
                <a:lnTo>
                  <a:pt x="2331339" y="282321"/>
                </a:lnTo>
                <a:lnTo>
                  <a:pt x="2369832" y="264198"/>
                </a:lnTo>
                <a:lnTo>
                  <a:pt x="2398141" y="232918"/>
                </a:lnTo>
                <a:lnTo>
                  <a:pt x="2415565" y="191033"/>
                </a:lnTo>
                <a:lnTo>
                  <a:pt x="2419921" y="167106"/>
                </a:lnTo>
                <a:lnTo>
                  <a:pt x="2421382" y="141224"/>
                </a:lnTo>
                <a:close/>
              </a:path>
              <a:path w="3932554" h="283210">
                <a:moveTo>
                  <a:pt x="3536823" y="0"/>
                </a:moveTo>
                <a:lnTo>
                  <a:pt x="3470402" y="0"/>
                </a:lnTo>
                <a:lnTo>
                  <a:pt x="3470402" y="11430"/>
                </a:lnTo>
                <a:lnTo>
                  <a:pt x="3470402" y="271780"/>
                </a:lnTo>
                <a:lnTo>
                  <a:pt x="3470402" y="283210"/>
                </a:lnTo>
                <a:lnTo>
                  <a:pt x="3536823" y="283210"/>
                </a:lnTo>
                <a:lnTo>
                  <a:pt x="3536823" y="271780"/>
                </a:lnTo>
                <a:lnTo>
                  <a:pt x="3495167" y="271780"/>
                </a:lnTo>
                <a:lnTo>
                  <a:pt x="3495167" y="11430"/>
                </a:lnTo>
                <a:lnTo>
                  <a:pt x="3536823" y="11430"/>
                </a:lnTo>
                <a:lnTo>
                  <a:pt x="3536823" y="0"/>
                </a:lnTo>
                <a:close/>
              </a:path>
              <a:path w="3932554" h="283210">
                <a:moveTo>
                  <a:pt x="3798824" y="0"/>
                </a:moveTo>
                <a:lnTo>
                  <a:pt x="3732403" y="0"/>
                </a:lnTo>
                <a:lnTo>
                  <a:pt x="3732403" y="11430"/>
                </a:lnTo>
                <a:lnTo>
                  <a:pt x="3774186" y="11430"/>
                </a:lnTo>
                <a:lnTo>
                  <a:pt x="3774186" y="271780"/>
                </a:lnTo>
                <a:lnTo>
                  <a:pt x="3732403" y="271780"/>
                </a:lnTo>
                <a:lnTo>
                  <a:pt x="3732403" y="283210"/>
                </a:lnTo>
                <a:lnTo>
                  <a:pt x="3798824" y="283210"/>
                </a:lnTo>
                <a:lnTo>
                  <a:pt x="3798824" y="271780"/>
                </a:lnTo>
                <a:lnTo>
                  <a:pt x="3798824" y="11430"/>
                </a:lnTo>
                <a:lnTo>
                  <a:pt x="3798824" y="0"/>
                </a:lnTo>
                <a:close/>
              </a:path>
              <a:path w="3932554" h="283210">
                <a:moveTo>
                  <a:pt x="3932428" y="141224"/>
                </a:moveTo>
                <a:lnTo>
                  <a:pt x="3926611" y="91414"/>
                </a:lnTo>
                <a:lnTo>
                  <a:pt x="3909187" y="49403"/>
                </a:lnTo>
                <a:lnTo>
                  <a:pt x="3880777" y="18084"/>
                </a:lnTo>
                <a:lnTo>
                  <a:pt x="3842385" y="0"/>
                </a:lnTo>
                <a:lnTo>
                  <a:pt x="3838448" y="11430"/>
                </a:lnTo>
                <a:lnTo>
                  <a:pt x="3854754" y="18516"/>
                </a:lnTo>
                <a:lnTo>
                  <a:pt x="3868801" y="28308"/>
                </a:lnTo>
                <a:lnTo>
                  <a:pt x="3897312" y="73863"/>
                </a:lnTo>
                <a:lnTo>
                  <a:pt x="3905618" y="115633"/>
                </a:lnTo>
                <a:lnTo>
                  <a:pt x="3906647" y="139700"/>
                </a:lnTo>
                <a:lnTo>
                  <a:pt x="3905593" y="164592"/>
                </a:lnTo>
                <a:lnTo>
                  <a:pt x="3897261" y="207530"/>
                </a:lnTo>
                <a:lnTo>
                  <a:pt x="3868839" y="253733"/>
                </a:lnTo>
                <a:lnTo>
                  <a:pt x="3838829" y="270764"/>
                </a:lnTo>
                <a:lnTo>
                  <a:pt x="3842385" y="282321"/>
                </a:lnTo>
                <a:lnTo>
                  <a:pt x="3880878" y="264198"/>
                </a:lnTo>
                <a:lnTo>
                  <a:pt x="3909187" y="232918"/>
                </a:lnTo>
                <a:lnTo>
                  <a:pt x="3926611" y="191033"/>
                </a:lnTo>
                <a:lnTo>
                  <a:pt x="3930967" y="167106"/>
                </a:lnTo>
                <a:lnTo>
                  <a:pt x="3932428" y="1412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44848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04945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24246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71389" y="295099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3790" y="2951126"/>
            <a:ext cx="635635" cy="259079"/>
          </a:xfrm>
          <a:custGeom>
            <a:avLst/>
            <a:gdLst/>
            <a:ahLst/>
            <a:cxnLst/>
            <a:rect l="l" t="t" r="r" b="b"/>
            <a:pathLst>
              <a:path w="635634" h="259080">
                <a:moveTo>
                  <a:pt x="552704" y="0"/>
                </a:moveTo>
                <a:lnTo>
                  <a:pt x="549020" y="10540"/>
                </a:lnTo>
                <a:lnTo>
                  <a:pt x="563995" y="17039"/>
                </a:lnTo>
                <a:lnTo>
                  <a:pt x="576897" y="26050"/>
                </a:lnTo>
                <a:lnTo>
                  <a:pt x="603059" y="67798"/>
                </a:lnTo>
                <a:lnTo>
                  <a:pt x="610679" y="106175"/>
                </a:lnTo>
                <a:lnTo>
                  <a:pt x="611632" y="128269"/>
                </a:lnTo>
                <a:lnTo>
                  <a:pt x="610677" y="151128"/>
                </a:lnTo>
                <a:lnTo>
                  <a:pt x="603005" y="190509"/>
                </a:lnTo>
                <a:lnTo>
                  <a:pt x="576929" y="232917"/>
                </a:lnTo>
                <a:lnTo>
                  <a:pt x="549402" y="248538"/>
                </a:lnTo>
                <a:lnTo>
                  <a:pt x="552704" y="259079"/>
                </a:lnTo>
                <a:lnTo>
                  <a:pt x="588041" y="242506"/>
                </a:lnTo>
                <a:lnTo>
                  <a:pt x="614044" y="213740"/>
                </a:lnTo>
                <a:lnTo>
                  <a:pt x="629935" y="175371"/>
                </a:lnTo>
                <a:lnTo>
                  <a:pt x="635254" y="129666"/>
                </a:lnTo>
                <a:lnTo>
                  <a:pt x="633920" y="105902"/>
                </a:lnTo>
                <a:lnTo>
                  <a:pt x="623252" y="63801"/>
                </a:lnTo>
                <a:lnTo>
                  <a:pt x="602085" y="29539"/>
                </a:lnTo>
                <a:lnTo>
                  <a:pt x="571466" y="6782"/>
                </a:lnTo>
                <a:lnTo>
                  <a:pt x="552704" y="0"/>
                </a:lnTo>
                <a:close/>
              </a:path>
              <a:path w="635634" h="259080">
                <a:moveTo>
                  <a:pt x="82550" y="0"/>
                </a:moveTo>
                <a:lnTo>
                  <a:pt x="47323" y="16637"/>
                </a:lnTo>
                <a:lnTo>
                  <a:pt x="21336" y="45465"/>
                </a:lnTo>
                <a:lnTo>
                  <a:pt x="5334" y="83946"/>
                </a:lnTo>
                <a:lnTo>
                  <a:pt x="0" y="129666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509"/>
                </a:lnTo>
                <a:lnTo>
                  <a:pt x="24576" y="151128"/>
                </a:lnTo>
                <a:lnTo>
                  <a:pt x="23622" y="128269"/>
                </a:lnTo>
                <a:lnTo>
                  <a:pt x="24576" y="106175"/>
                </a:lnTo>
                <a:lnTo>
                  <a:pt x="32248" y="67798"/>
                </a:lnTo>
                <a:lnTo>
                  <a:pt x="58420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32763" y="2360678"/>
            <a:ext cx="6260465" cy="869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  <a:tab pos="3689350" algn="l"/>
                <a:tab pos="5053330" algn="l"/>
              </a:tabLst>
            </a:pPr>
            <a:r>
              <a:rPr sz="2400" dirty="0">
                <a:latin typeface="宋体"/>
                <a:cs typeface="宋体"/>
              </a:rPr>
              <a:t>如果新路径更短</a:t>
            </a:r>
            <a:r>
              <a:rPr sz="2400" spc="-215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400" spc="4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&lt;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4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400" dirty="0">
              <a:latin typeface="Cambria Math"/>
              <a:cs typeface="Cambria Math"/>
            </a:endParaRPr>
          </a:p>
          <a:p>
            <a:pPr marL="361315">
              <a:lnSpc>
                <a:spcPct val="100000"/>
              </a:lnSpc>
              <a:spcBef>
                <a:spcPts val="535"/>
              </a:spcBef>
              <a:tabLst>
                <a:tab pos="655320" algn="l"/>
                <a:tab pos="3381375" algn="l"/>
                <a:tab pos="4645660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dirty="0">
                <a:latin typeface="宋体"/>
                <a:cs typeface="宋体"/>
              </a:rPr>
              <a:t>更新</a:t>
            </a:r>
            <a:r>
              <a:rPr sz="2200" dirty="0">
                <a:latin typeface="Cambria Math"/>
                <a:cs typeface="Cambria Math"/>
              </a:rPr>
              <a:t>𝒅𝒊𝒔𝒕[𝒗]</a:t>
            </a:r>
            <a:r>
              <a:rPr sz="2200" dirty="0">
                <a:latin typeface="宋体"/>
                <a:cs typeface="宋体"/>
              </a:rPr>
              <a:t>：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2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𝒅𝒊𝒔𝒕</a:t>
            </a:r>
            <a:r>
              <a:rPr sz="2200" spc="2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𝒖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2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𝒘</a:t>
            </a:r>
            <a:r>
              <a:rPr sz="2200" spc="4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𝒖,</a:t>
            </a:r>
            <a:r>
              <a:rPr sz="2200" spc="-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endParaRPr sz="2200" dirty="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8097" y="787908"/>
            <a:ext cx="1654302" cy="199415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911588" y="2810001"/>
            <a:ext cx="16884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Edsger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60" dirty="0">
                <a:latin typeface="Times New Roman"/>
                <a:cs typeface="Times New Roman"/>
              </a:rPr>
              <a:t>W.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Dijkstra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813" y="5637276"/>
            <a:ext cx="513080" cy="513080"/>
            <a:chOff x="35813" y="5637276"/>
            <a:chExt cx="513080" cy="513080"/>
          </a:xfrm>
        </p:grpSpPr>
        <p:sp>
          <p:nvSpPr>
            <p:cNvPr id="16" name="object 16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3" y="0"/>
                  </a:moveTo>
                  <a:lnTo>
                    <a:pt x="189526" y="4822"/>
                  </a:lnTo>
                  <a:lnTo>
                    <a:pt x="144971" y="18653"/>
                  </a:lnTo>
                  <a:lnTo>
                    <a:pt x="104652" y="40538"/>
                  </a:lnTo>
                  <a:lnTo>
                    <a:pt x="69522" y="69522"/>
                  </a:lnTo>
                  <a:lnTo>
                    <a:pt x="40538" y="104652"/>
                  </a:lnTo>
                  <a:lnTo>
                    <a:pt x="18653" y="144971"/>
                  </a:lnTo>
                  <a:lnTo>
                    <a:pt x="4822" y="189526"/>
                  </a:lnTo>
                  <a:lnTo>
                    <a:pt x="0" y="237362"/>
                  </a:lnTo>
                  <a:lnTo>
                    <a:pt x="4822" y="285199"/>
                  </a:lnTo>
                  <a:lnTo>
                    <a:pt x="18653" y="329754"/>
                  </a:lnTo>
                  <a:lnTo>
                    <a:pt x="40538" y="370073"/>
                  </a:lnTo>
                  <a:lnTo>
                    <a:pt x="69522" y="405203"/>
                  </a:lnTo>
                  <a:lnTo>
                    <a:pt x="104652" y="434187"/>
                  </a:lnTo>
                  <a:lnTo>
                    <a:pt x="144971" y="456072"/>
                  </a:lnTo>
                  <a:lnTo>
                    <a:pt x="189526" y="469903"/>
                  </a:lnTo>
                  <a:lnTo>
                    <a:pt x="237363" y="474726"/>
                  </a:lnTo>
                  <a:lnTo>
                    <a:pt x="285199" y="469903"/>
                  </a:lnTo>
                  <a:lnTo>
                    <a:pt x="329754" y="456072"/>
                  </a:lnTo>
                  <a:lnTo>
                    <a:pt x="370073" y="434187"/>
                  </a:lnTo>
                  <a:lnTo>
                    <a:pt x="405203" y="405203"/>
                  </a:lnTo>
                  <a:lnTo>
                    <a:pt x="434187" y="370073"/>
                  </a:lnTo>
                  <a:lnTo>
                    <a:pt x="456072" y="329754"/>
                  </a:lnTo>
                  <a:lnTo>
                    <a:pt x="469903" y="285199"/>
                  </a:lnTo>
                  <a:lnTo>
                    <a:pt x="474726" y="237362"/>
                  </a:lnTo>
                  <a:lnTo>
                    <a:pt x="469903" y="189526"/>
                  </a:lnTo>
                  <a:lnTo>
                    <a:pt x="456072" y="144971"/>
                  </a:lnTo>
                  <a:lnTo>
                    <a:pt x="434187" y="104652"/>
                  </a:lnTo>
                  <a:lnTo>
                    <a:pt x="405203" y="69522"/>
                  </a:lnTo>
                  <a:lnTo>
                    <a:pt x="370073" y="40538"/>
                  </a:lnTo>
                  <a:lnTo>
                    <a:pt x="329754" y="18653"/>
                  </a:lnTo>
                  <a:lnTo>
                    <a:pt x="285199" y="4822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3" y="565632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2" y="189526"/>
                  </a:lnTo>
                  <a:lnTo>
                    <a:pt x="18653" y="144971"/>
                  </a:lnTo>
                  <a:lnTo>
                    <a:pt x="40538" y="104652"/>
                  </a:lnTo>
                  <a:lnTo>
                    <a:pt x="69522" y="69522"/>
                  </a:lnTo>
                  <a:lnTo>
                    <a:pt x="104652" y="40538"/>
                  </a:lnTo>
                  <a:lnTo>
                    <a:pt x="144971" y="18653"/>
                  </a:lnTo>
                  <a:lnTo>
                    <a:pt x="189526" y="4822"/>
                  </a:lnTo>
                  <a:lnTo>
                    <a:pt x="237363" y="0"/>
                  </a:lnTo>
                  <a:lnTo>
                    <a:pt x="285199" y="4822"/>
                  </a:lnTo>
                  <a:lnTo>
                    <a:pt x="329754" y="18653"/>
                  </a:lnTo>
                  <a:lnTo>
                    <a:pt x="370073" y="40538"/>
                  </a:lnTo>
                  <a:lnTo>
                    <a:pt x="405203" y="69522"/>
                  </a:lnTo>
                  <a:lnTo>
                    <a:pt x="434187" y="104652"/>
                  </a:lnTo>
                  <a:lnTo>
                    <a:pt x="456072" y="144971"/>
                  </a:lnTo>
                  <a:lnTo>
                    <a:pt x="469903" y="189526"/>
                  </a:lnTo>
                  <a:lnTo>
                    <a:pt x="474726" y="237362"/>
                  </a:lnTo>
                  <a:lnTo>
                    <a:pt x="469903" y="285199"/>
                  </a:lnTo>
                  <a:lnTo>
                    <a:pt x="456072" y="329754"/>
                  </a:lnTo>
                  <a:lnTo>
                    <a:pt x="434187" y="370073"/>
                  </a:lnTo>
                  <a:lnTo>
                    <a:pt x="405203" y="405203"/>
                  </a:lnTo>
                  <a:lnTo>
                    <a:pt x="370073" y="434187"/>
                  </a:lnTo>
                  <a:lnTo>
                    <a:pt x="329754" y="456072"/>
                  </a:lnTo>
                  <a:lnTo>
                    <a:pt x="285199" y="469903"/>
                  </a:lnTo>
                  <a:lnTo>
                    <a:pt x="237363" y="474726"/>
                  </a:lnTo>
                  <a:lnTo>
                    <a:pt x="189526" y="469903"/>
                  </a:lnTo>
                  <a:lnTo>
                    <a:pt x="144971" y="456072"/>
                  </a:lnTo>
                  <a:lnTo>
                    <a:pt x="104652" y="434187"/>
                  </a:lnTo>
                  <a:lnTo>
                    <a:pt x="69522" y="405203"/>
                  </a:lnTo>
                  <a:lnTo>
                    <a:pt x="40538" y="370073"/>
                  </a:lnTo>
                  <a:lnTo>
                    <a:pt x="18653" y="329754"/>
                  </a:lnTo>
                  <a:lnTo>
                    <a:pt x="4822" y="285199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8312" y="5809376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864" y="632688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80" h="475615">
                <a:moveTo>
                  <a:pt x="0" y="237743"/>
                </a:moveTo>
                <a:lnTo>
                  <a:pt x="4822" y="189829"/>
                </a:lnTo>
                <a:lnTo>
                  <a:pt x="18653" y="145202"/>
                </a:lnTo>
                <a:lnTo>
                  <a:pt x="40538" y="104817"/>
                </a:lnTo>
                <a:lnTo>
                  <a:pt x="69522" y="69632"/>
                </a:lnTo>
                <a:lnTo>
                  <a:pt x="104652" y="40602"/>
                </a:lnTo>
                <a:lnTo>
                  <a:pt x="144971" y="18682"/>
                </a:lnTo>
                <a:lnTo>
                  <a:pt x="189526" y="4829"/>
                </a:lnTo>
                <a:lnTo>
                  <a:pt x="237363" y="0"/>
                </a:lnTo>
                <a:lnTo>
                  <a:pt x="285199" y="4829"/>
                </a:lnTo>
                <a:lnTo>
                  <a:pt x="329754" y="18682"/>
                </a:lnTo>
                <a:lnTo>
                  <a:pt x="370073" y="40602"/>
                </a:lnTo>
                <a:lnTo>
                  <a:pt x="405203" y="69632"/>
                </a:lnTo>
                <a:lnTo>
                  <a:pt x="434187" y="104817"/>
                </a:lnTo>
                <a:lnTo>
                  <a:pt x="456072" y="145202"/>
                </a:lnTo>
                <a:lnTo>
                  <a:pt x="469903" y="189829"/>
                </a:lnTo>
                <a:lnTo>
                  <a:pt x="474726" y="237743"/>
                </a:lnTo>
                <a:lnTo>
                  <a:pt x="469903" y="285658"/>
                </a:lnTo>
                <a:lnTo>
                  <a:pt x="456072" y="330285"/>
                </a:lnTo>
                <a:lnTo>
                  <a:pt x="434187" y="370669"/>
                </a:lnTo>
                <a:lnTo>
                  <a:pt x="405203" y="405854"/>
                </a:lnTo>
                <a:lnTo>
                  <a:pt x="370073" y="434884"/>
                </a:lnTo>
                <a:lnTo>
                  <a:pt x="329754" y="456804"/>
                </a:lnTo>
                <a:lnTo>
                  <a:pt x="285199" y="470656"/>
                </a:lnTo>
                <a:lnTo>
                  <a:pt x="237363" y="475486"/>
                </a:lnTo>
                <a:lnTo>
                  <a:pt x="189526" y="470656"/>
                </a:lnTo>
                <a:lnTo>
                  <a:pt x="144971" y="456804"/>
                </a:lnTo>
                <a:lnTo>
                  <a:pt x="104652" y="434884"/>
                </a:lnTo>
                <a:lnTo>
                  <a:pt x="69522" y="405854"/>
                </a:lnTo>
                <a:lnTo>
                  <a:pt x="40538" y="370669"/>
                </a:lnTo>
                <a:lnTo>
                  <a:pt x="18653" y="330285"/>
                </a:lnTo>
                <a:lnTo>
                  <a:pt x="4822" y="285658"/>
                </a:lnTo>
                <a:lnTo>
                  <a:pt x="0" y="237743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8001" y="6373114"/>
            <a:ext cx="16046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53361" y="3575401"/>
            <a:ext cx="513080" cy="513715"/>
            <a:chOff x="1753361" y="3262884"/>
            <a:chExt cx="513080" cy="513715"/>
          </a:xfrm>
        </p:grpSpPr>
        <p:sp>
          <p:nvSpPr>
            <p:cNvPr id="22" name="object 22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72411" y="3281934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20748" y="359648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91534" y="5030058"/>
            <a:ext cx="513080" cy="513080"/>
            <a:chOff x="3891534" y="4717541"/>
            <a:chExt cx="513080" cy="513080"/>
          </a:xfrm>
        </p:grpSpPr>
        <p:sp>
          <p:nvSpPr>
            <p:cNvPr id="26" name="object 26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10584" y="4736591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58920" y="505088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91534" y="3557112"/>
            <a:ext cx="513080" cy="513715"/>
            <a:chOff x="3891534" y="3244595"/>
            <a:chExt cx="513080" cy="513715"/>
          </a:xfrm>
        </p:grpSpPr>
        <p:sp>
          <p:nvSpPr>
            <p:cNvPr id="30" name="object 30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7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10584" y="326364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7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058920" y="3578195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952244" y="3758026"/>
            <a:ext cx="2252980" cy="1291590"/>
            <a:chOff x="1952244" y="3445509"/>
            <a:chExt cx="2252980" cy="1291590"/>
          </a:xfrm>
        </p:grpSpPr>
        <p:sp>
          <p:nvSpPr>
            <p:cNvPr id="34" name="object 34"/>
            <p:cNvSpPr/>
            <p:nvPr/>
          </p:nvSpPr>
          <p:spPr>
            <a:xfrm>
              <a:off x="2246884" y="3445509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2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4" y="114300"/>
                  </a:lnTo>
                  <a:lnTo>
                    <a:pt x="1663319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2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2" y="37845"/>
                  </a:lnTo>
                  <a:close/>
                </a:path>
                <a:path w="1663700" h="114300">
                  <a:moveTo>
                    <a:pt x="1548383" y="0"/>
                  </a:moveTo>
                  <a:lnTo>
                    <a:pt x="1548806" y="38056"/>
                  </a:lnTo>
                  <a:lnTo>
                    <a:pt x="1567942" y="37845"/>
                  </a:lnTo>
                  <a:lnTo>
                    <a:pt x="1626226" y="37845"/>
                  </a:lnTo>
                  <a:lnTo>
                    <a:pt x="1548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52244" y="3757421"/>
              <a:ext cx="114300" cy="973455"/>
            </a:xfrm>
            <a:custGeom>
              <a:avLst/>
              <a:gdLst/>
              <a:ahLst/>
              <a:cxnLst/>
              <a:rect l="l" t="t" r="r" b="b"/>
              <a:pathLst>
                <a:path w="114300" h="973454">
                  <a:moveTo>
                    <a:pt x="38100" y="858901"/>
                  </a:moveTo>
                  <a:lnTo>
                    <a:pt x="0" y="858901"/>
                  </a:lnTo>
                  <a:lnTo>
                    <a:pt x="57150" y="973201"/>
                  </a:lnTo>
                  <a:lnTo>
                    <a:pt x="104775" y="877951"/>
                  </a:lnTo>
                  <a:lnTo>
                    <a:pt x="38100" y="877951"/>
                  </a:lnTo>
                  <a:lnTo>
                    <a:pt x="38100" y="858901"/>
                  </a:lnTo>
                  <a:close/>
                </a:path>
                <a:path w="114300" h="973454">
                  <a:moveTo>
                    <a:pt x="76200" y="0"/>
                  </a:moveTo>
                  <a:lnTo>
                    <a:pt x="38100" y="0"/>
                  </a:lnTo>
                  <a:lnTo>
                    <a:pt x="38100" y="877951"/>
                  </a:lnTo>
                  <a:lnTo>
                    <a:pt x="76200" y="877951"/>
                  </a:lnTo>
                  <a:lnTo>
                    <a:pt x="76200" y="0"/>
                  </a:lnTo>
                  <a:close/>
                </a:path>
                <a:path w="114300" h="973454">
                  <a:moveTo>
                    <a:pt x="114300" y="858901"/>
                  </a:moveTo>
                  <a:lnTo>
                    <a:pt x="76200" y="858901"/>
                  </a:lnTo>
                  <a:lnTo>
                    <a:pt x="76200" y="877951"/>
                  </a:lnTo>
                  <a:lnTo>
                    <a:pt x="104775" y="877951"/>
                  </a:lnTo>
                  <a:lnTo>
                    <a:pt x="114300" y="858901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90416" y="3739133"/>
              <a:ext cx="114300" cy="997585"/>
            </a:xfrm>
            <a:custGeom>
              <a:avLst/>
              <a:gdLst/>
              <a:ahLst/>
              <a:cxnLst/>
              <a:rect l="l" t="t" r="r" b="b"/>
              <a:pathLst>
                <a:path w="114300" h="997585">
                  <a:moveTo>
                    <a:pt x="38100" y="883285"/>
                  </a:moveTo>
                  <a:lnTo>
                    <a:pt x="0" y="883285"/>
                  </a:lnTo>
                  <a:lnTo>
                    <a:pt x="57150" y="997585"/>
                  </a:lnTo>
                  <a:lnTo>
                    <a:pt x="104775" y="902335"/>
                  </a:lnTo>
                  <a:lnTo>
                    <a:pt x="38100" y="902335"/>
                  </a:lnTo>
                  <a:lnTo>
                    <a:pt x="38100" y="883285"/>
                  </a:lnTo>
                  <a:close/>
                </a:path>
                <a:path w="114300" h="997585">
                  <a:moveTo>
                    <a:pt x="76200" y="0"/>
                  </a:moveTo>
                  <a:lnTo>
                    <a:pt x="38100" y="0"/>
                  </a:lnTo>
                  <a:lnTo>
                    <a:pt x="38100" y="902335"/>
                  </a:lnTo>
                  <a:lnTo>
                    <a:pt x="76200" y="902335"/>
                  </a:lnTo>
                  <a:lnTo>
                    <a:pt x="76200" y="0"/>
                  </a:lnTo>
                  <a:close/>
                </a:path>
                <a:path w="114300" h="997585">
                  <a:moveTo>
                    <a:pt x="114300" y="883285"/>
                  </a:moveTo>
                  <a:lnTo>
                    <a:pt x="76200" y="883285"/>
                  </a:lnTo>
                  <a:lnTo>
                    <a:pt x="76200" y="902335"/>
                  </a:lnTo>
                  <a:lnTo>
                    <a:pt x="104775" y="902335"/>
                  </a:lnTo>
                  <a:lnTo>
                    <a:pt x="114300" y="883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890266" y="3404204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31060" y="43772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79520" y="43772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846070" y="6121243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26"/>
                </a:lnTo>
                <a:lnTo>
                  <a:pt x="18657" y="144971"/>
                </a:lnTo>
                <a:lnTo>
                  <a:pt x="40545" y="104652"/>
                </a:lnTo>
                <a:lnTo>
                  <a:pt x="69532" y="69522"/>
                </a:lnTo>
                <a:lnTo>
                  <a:pt x="104663" y="40538"/>
                </a:lnTo>
                <a:lnTo>
                  <a:pt x="144982" y="18653"/>
                </a:lnTo>
                <a:lnTo>
                  <a:pt x="189534" y="4822"/>
                </a:lnTo>
                <a:lnTo>
                  <a:pt x="237362" y="0"/>
                </a:lnTo>
                <a:lnTo>
                  <a:pt x="285191" y="4822"/>
                </a:lnTo>
                <a:lnTo>
                  <a:pt x="329743" y="18653"/>
                </a:lnTo>
                <a:lnTo>
                  <a:pt x="370062" y="40538"/>
                </a:lnTo>
                <a:lnTo>
                  <a:pt x="405193" y="69522"/>
                </a:lnTo>
                <a:lnTo>
                  <a:pt x="434180" y="104652"/>
                </a:lnTo>
                <a:lnTo>
                  <a:pt x="456068" y="144971"/>
                </a:lnTo>
                <a:lnTo>
                  <a:pt x="469902" y="189526"/>
                </a:lnTo>
                <a:lnTo>
                  <a:pt x="474726" y="237363"/>
                </a:lnTo>
                <a:lnTo>
                  <a:pt x="469902" y="285199"/>
                </a:lnTo>
                <a:lnTo>
                  <a:pt x="456068" y="329754"/>
                </a:lnTo>
                <a:lnTo>
                  <a:pt x="434180" y="370073"/>
                </a:lnTo>
                <a:lnTo>
                  <a:pt x="405193" y="405203"/>
                </a:lnTo>
                <a:lnTo>
                  <a:pt x="370062" y="434187"/>
                </a:lnTo>
                <a:lnTo>
                  <a:pt x="329743" y="456072"/>
                </a:lnTo>
                <a:lnTo>
                  <a:pt x="285191" y="469903"/>
                </a:lnTo>
                <a:lnTo>
                  <a:pt x="237362" y="474726"/>
                </a:lnTo>
                <a:lnTo>
                  <a:pt x="189534" y="469903"/>
                </a:lnTo>
                <a:lnTo>
                  <a:pt x="144982" y="456072"/>
                </a:lnTo>
                <a:lnTo>
                  <a:pt x="104663" y="434187"/>
                </a:lnTo>
                <a:lnTo>
                  <a:pt x="69532" y="405203"/>
                </a:lnTo>
                <a:lnTo>
                  <a:pt x="40545" y="370073"/>
                </a:lnTo>
                <a:lnTo>
                  <a:pt x="18657" y="329754"/>
                </a:lnTo>
                <a:lnTo>
                  <a:pt x="4823" y="285199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994405" y="612276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51453" y="5508595"/>
            <a:ext cx="908050" cy="682625"/>
          </a:xfrm>
          <a:custGeom>
            <a:avLst/>
            <a:gdLst/>
            <a:ahLst/>
            <a:cxnLst/>
            <a:rect l="l" t="t" r="r" b="b"/>
            <a:pathLst>
              <a:path w="908050" h="682625">
                <a:moveTo>
                  <a:pt x="57658" y="567994"/>
                </a:moveTo>
                <a:lnTo>
                  <a:pt x="0" y="682066"/>
                </a:lnTo>
                <a:lnTo>
                  <a:pt x="125857" y="659714"/>
                </a:lnTo>
                <a:lnTo>
                  <a:pt x="111578" y="640511"/>
                </a:lnTo>
                <a:lnTo>
                  <a:pt x="87757" y="640511"/>
                </a:lnTo>
                <a:lnTo>
                  <a:pt x="65024" y="609942"/>
                </a:lnTo>
                <a:lnTo>
                  <a:pt x="80364" y="598532"/>
                </a:lnTo>
                <a:lnTo>
                  <a:pt x="57658" y="567994"/>
                </a:lnTo>
                <a:close/>
              </a:path>
              <a:path w="908050" h="682625">
                <a:moveTo>
                  <a:pt x="80364" y="598532"/>
                </a:moveTo>
                <a:lnTo>
                  <a:pt x="65024" y="609942"/>
                </a:lnTo>
                <a:lnTo>
                  <a:pt x="87757" y="640511"/>
                </a:lnTo>
                <a:lnTo>
                  <a:pt x="103094" y="629101"/>
                </a:lnTo>
                <a:lnTo>
                  <a:pt x="80364" y="598532"/>
                </a:lnTo>
                <a:close/>
              </a:path>
              <a:path w="908050" h="682625">
                <a:moveTo>
                  <a:pt x="103094" y="629101"/>
                </a:moveTo>
                <a:lnTo>
                  <a:pt x="87757" y="640511"/>
                </a:lnTo>
                <a:lnTo>
                  <a:pt x="111578" y="640511"/>
                </a:lnTo>
                <a:lnTo>
                  <a:pt x="103094" y="629101"/>
                </a:lnTo>
                <a:close/>
              </a:path>
              <a:path w="908050" h="682625">
                <a:moveTo>
                  <a:pt x="885063" y="0"/>
                </a:moveTo>
                <a:lnTo>
                  <a:pt x="80364" y="598532"/>
                </a:lnTo>
                <a:lnTo>
                  <a:pt x="103094" y="629101"/>
                </a:lnTo>
                <a:lnTo>
                  <a:pt x="907796" y="30480"/>
                </a:lnTo>
                <a:lnTo>
                  <a:pt x="88506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488692" y="543620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753361" y="5023963"/>
            <a:ext cx="513080" cy="513080"/>
            <a:chOff x="1753361" y="4711446"/>
            <a:chExt cx="513080" cy="513080"/>
          </a:xfrm>
        </p:grpSpPr>
        <p:sp>
          <p:nvSpPr>
            <p:cNvPr id="45" name="object 45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72411" y="473049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920748" y="504479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998091" y="5502499"/>
            <a:ext cx="917575" cy="688340"/>
          </a:xfrm>
          <a:custGeom>
            <a:avLst/>
            <a:gdLst/>
            <a:ahLst/>
            <a:cxnLst/>
            <a:rect l="l" t="t" r="r" b="b"/>
            <a:pathLst>
              <a:path w="917575" h="688339">
                <a:moveTo>
                  <a:pt x="813928" y="635260"/>
                </a:moveTo>
                <a:lnTo>
                  <a:pt x="791209" y="665822"/>
                </a:lnTo>
                <a:lnTo>
                  <a:pt x="917066" y="688111"/>
                </a:lnTo>
                <a:lnTo>
                  <a:pt x="896075" y="646595"/>
                </a:lnTo>
                <a:lnTo>
                  <a:pt x="829182" y="646595"/>
                </a:lnTo>
                <a:lnTo>
                  <a:pt x="813928" y="635260"/>
                </a:lnTo>
                <a:close/>
              </a:path>
              <a:path w="917575" h="688339">
                <a:moveTo>
                  <a:pt x="836659" y="604681"/>
                </a:moveTo>
                <a:lnTo>
                  <a:pt x="813928" y="635260"/>
                </a:lnTo>
                <a:lnTo>
                  <a:pt x="829182" y="646595"/>
                </a:lnTo>
                <a:lnTo>
                  <a:pt x="851915" y="616013"/>
                </a:lnTo>
                <a:lnTo>
                  <a:pt x="836659" y="604681"/>
                </a:lnTo>
                <a:close/>
              </a:path>
              <a:path w="917575" h="688339">
                <a:moveTo>
                  <a:pt x="859408" y="574078"/>
                </a:moveTo>
                <a:lnTo>
                  <a:pt x="836659" y="604681"/>
                </a:lnTo>
                <a:lnTo>
                  <a:pt x="851915" y="616013"/>
                </a:lnTo>
                <a:lnTo>
                  <a:pt x="829182" y="646595"/>
                </a:lnTo>
                <a:lnTo>
                  <a:pt x="896075" y="646595"/>
                </a:lnTo>
                <a:lnTo>
                  <a:pt x="859408" y="574078"/>
                </a:lnTo>
                <a:close/>
              </a:path>
              <a:path w="917575" h="688339">
                <a:moveTo>
                  <a:pt x="22606" y="0"/>
                </a:moveTo>
                <a:lnTo>
                  <a:pt x="0" y="30480"/>
                </a:lnTo>
                <a:lnTo>
                  <a:pt x="813928" y="635260"/>
                </a:lnTo>
                <a:lnTo>
                  <a:pt x="836659" y="604681"/>
                </a:lnTo>
                <a:lnTo>
                  <a:pt x="2260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22979" y="544407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11147" y="3551524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6355" y="3551524"/>
            <a:ext cx="157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77588" y="5018120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41701" y="6156549"/>
            <a:ext cx="2393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60094" y="5018120"/>
            <a:ext cx="306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𝒘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213859" y="4257390"/>
            <a:ext cx="1849755" cy="713740"/>
          </a:xfrm>
          <a:custGeom>
            <a:avLst/>
            <a:gdLst/>
            <a:ahLst/>
            <a:cxnLst/>
            <a:rect l="l" t="t" r="r" b="b"/>
            <a:pathLst>
              <a:path w="1849754" h="713739">
                <a:moveTo>
                  <a:pt x="1849374" y="0"/>
                </a:moveTo>
                <a:lnTo>
                  <a:pt x="0" y="0"/>
                </a:lnTo>
                <a:lnTo>
                  <a:pt x="0" y="493013"/>
                </a:lnTo>
                <a:lnTo>
                  <a:pt x="308228" y="493013"/>
                </a:lnTo>
                <a:lnTo>
                  <a:pt x="324738" y="713613"/>
                </a:lnTo>
                <a:lnTo>
                  <a:pt x="770509" y="493013"/>
                </a:lnTo>
                <a:lnTo>
                  <a:pt x="1849374" y="493013"/>
                </a:lnTo>
                <a:lnTo>
                  <a:pt x="1849374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363720" y="4270599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被选择顶点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557771" y="3771900"/>
            <a:ext cx="2057400" cy="513080"/>
            <a:chOff x="6557771" y="3771900"/>
            <a:chExt cx="2057400" cy="513080"/>
          </a:xfrm>
        </p:grpSpPr>
        <p:sp>
          <p:nvSpPr>
            <p:cNvPr id="58" name="object 58"/>
            <p:cNvSpPr/>
            <p:nvPr/>
          </p:nvSpPr>
          <p:spPr>
            <a:xfrm>
              <a:off x="6576821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76821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21395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21395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51547" y="39715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6558533" y="5120640"/>
            <a:ext cx="2057400" cy="513715"/>
            <a:chOff x="6558533" y="5120640"/>
            <a:chExt cx="2057400" cy="513715"/>
          </a:xfrm>
        </p:grpSpPr>
        <p:sp>
          <p:nvSpPr>
            <p:cNvPr id="64" name="object 64"/>
            <p:cNvSpPr/>
            <p:nvPr/>
          </p:nvSpPr>
          <p:spPr>
            <a:xfrm>
              <a:off x="6577583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77583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22157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22157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52309" y="5326380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9" y="0"/>
                  </a:moveTo>
                  <a:lnTo>
                    <a:pt x="969899" y="114300"/>
                  </a:lnTo>
                  <a:lnTo>
                    <a:pt x="1046099" y="76200"/>
                  </a:lnTo>
                  <a:lnTo>
                    <a:pt x="988949" y="76200"/>
                  </a:lnTo>
                  <a:lnTo>
                    <a:pt x="988949" y="38100"/>
                  </a:lnTo>
                  <a:lnTo>
                    <a:pt x="1046099" y="38100"/>
                  </a:lnTo>
                  <a:lnTo>
                    <a:pt x="969899" y="0"/>
                  </a:lnTo>
                  <a:close/>
                </a:path>
                <a:path w="1084579" h="114300">
                  <a:moveTo>
                    <a:pt x="96989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9" y="76200"/>
                  </a:lnTo>
                  <a:lnTo>
                    <a:pt x="969899" y="38100"/>
                  </a:lnTo>
                  <a:close/>
                </a:path>
                <a:path w="1084579" h="114300">
                  <a:moveTo>
                    <a:pt x="1046099" y="38100"/>
                  </a:moveTo>
                  <a:lnTo>
                    <a:pt x="988949" y="38100"/>
                  </a:lnTo>
                  <a:lnTo>
                    <a:pt x="988949" y="76200"/>
                  </a:lnTo>
                  <a:lnTo>
                    <a:pt x="1046099" y="76200"/>
                  </a:lnTo>
                  <a:lnTo>
                    <a:pt x="1084199" y="57150"/>
                  </a:lnTo>
                  <a:lnTo>
                    <a:pt x="104609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685026" y="3112656"/>
            <a:ext cx="27876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40268" y="3112656"/>
            <a:ext cx="26860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684009" y="4474988"/>
            <a:ext cx="28067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239252" y="4474988"/>
            <a:ext cx="27051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477506" y="3516884"/>
            <a:ext cx="2387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477506" y="490194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69506" y="5809233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松弛成功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496556" y="4133850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7" name="object 77"/>
          <p:cNvGrpSpPr/>
          <p:nvPr/>
        </p:nvGrpSpPr>
        <p:grpSpPr>
          <a:xfrm>
            <a:off x="9144000" y="3771900"/>
            <a:ext cx="2057400" cy="513080"/>
            <a:chOff x="9144000" y="3771900"/>
            <a:chExt cx="2057400" cy="513080"/>
          </a:xfrm>
        </p:grpSpPr>
        <p:sp>
          <p:nvSpPr>
            <p:cNvPr id="78" name="object 78"/>
            <p:cNvSpPr/>
            <p:nvPr/>
          </p:nvSpPr>
          <p:spPr>
            <a:xfrm>
              <a:off x="9163050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163050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707624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707624" y="379095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637776" y="39715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9638538" y="5120640"/>
            <a:ext cx="1564005" cy="513715"/>
            <a:chOff x="9638538" y="5120640"/>
            <a:chExt cx="1564005" cy="513715"/>
          </a:xfrm>
        </p:grpSpPr>
        <p:sp>
          <p:nvSpPr>
            <p:cNvPr id="84" name="object 84"/>
            <p:cNvSpPr/>
            <p:nvPr/>
          </p:nvSpPr>
          <p:spPr>
            <a:xfrm>
              <a:off x="10708386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0708386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638538" y="5326380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300"/>
                  </a:lnTo>
                  <a:lnTo>
                    <a:pt x="1046098" y="76200"/>
                  </a:lnTo>
                  <a:lnTo>
                    <a:pt x="988948" y="76200"/>
                  </a:lnTo>
                  <a:lnTo>
                    <a:pt x="988948" y="38100"/>
                  </a:lnTo>
                  <a:lnTo>
                    <a:pt x="1046098" y="38100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8" y="76200"/>
                  </a:lnTo>
                  <a:lnTo>
                    <a:pt x="969898" y="38100"/>
                  </a:lnTo>
                  <a:close/>
                </a:path>
                <a:path w="1084579" h="114300">
                  <a:moveTo>
                    <a:pt x="1046098" y="38100"/>
                  </a:moveTo>
                  <a:lnTo>
                    <a:pt x="988948" y="38100"/>
                  </a:lnTo>
                  <a:lnTo>
                    <a:pt x="988948" y="76200"/>
                  </a:lnTo>
                  <a:lnTo>
                    <a:pt x="1046098" y="76200"/>
                  </a:lnTo>
                  <a:lnTo>
                    <a:pt x="1084198" y="57150"/>
                  </a:lnTo>
                  <a:lnTo>
                    <a:pt x="104609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9271507" y="3112656"/>
            <a:ext cx="27876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826750" y="3112656"/>
            <a:ext cx="268605" cy="11328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825733" y="4474988"/>
            <a:ext cx="270510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063733" y="3516884"/>
            <a:ext cx="2387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0063733" y="490194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555733" y="5809233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松弛失败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0082783" y="4133850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699770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699770">
                <a:moveTo>
                  <a:pt x="152400" y="304800"/>
                </a:moveTo>
                <a:lnTo>
                  <a:pt x="76200" y="304800"/>
                </a:lnTo>
                <a:lnTo>
                  <a:pt x="76200" y="381000"/>
                </a:lnTo>
                <a:lnTo>
                  <a:pt x="152400" y="381000"/>
                </a:lnTo>
                <a:lnTo>
                  <a:pt x="152400" y="304800"/>
                </a:lnTo>
                <a:close/>
              </a:path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457200"/>
                </a:moveTo>
                <a:lnTo>
                  <a:pt x="76200" y="45720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45720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4" name="object 94"/>
          <p:cNvGrpSpPr/>
          <p:nvPr/>
        </p:nvGrpSpPr>
        <p:grpSpPr>
          <a:xfrm>
            <a:off x="9144761" y="5120640"/>
            <a:ext cx="513080" cy="513715"/>
            <a:chOff x="9144761" y="5120640"/>
            <a:chExt cx="513080" cy="513715"/>
          </a:xfrm>
        </p:grpSpPr>
        <p:sp>
          <p:nvSpPr>
            <p:cNvPr id="95" name="object 95"/>
            <p:cNvSpPr/>
            <p:nvPr/>
          </p:nvSpPr>
          <p:spPr>
            <a:xfrm>
              <a:off x="9163811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6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163811" y="513969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6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9270238" y="4474988"/>
            <a:ext cx="281305" cy="11195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5244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610856" y="2484401"/>
            <a:ext cx="2025014" cy="7988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4922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1175"/>
              </a:spcBef>
            </a:pP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松弛操作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811267" y="6266688"/>
            <a:ext cx="7360920" cy="546735"/>
            <a:chOff x="4811267" y="6266688"/>
            <a:chExt cx="7360920" cy="546735"/>
          </a:xfrm>
        </p:grpSpPr>
        <p:sp>
          <p:nvSpPr>
            <p:cNvPr id="100" name="object 100"/>
            <p:cNvSpPr/>
            <p:nvPr/>
          </p:nvSpPr>
          <p:spPr>
            <a:xfrm>
              <a:off x="4811267" y="6266688"/>
              <a:ext cx="7360920" cy="546735"/>
            </a:xfrm>
            <a:custGeom>
              <a:avLst/>
              <a:gdLst/>
              <a:ahLst/>
              <a:cxnLst/>
              <a:rect l="l" t="t" r="r" b="b"/>
              <a:pathLst>
                <a:path w="7360920" h="546734">
                  <a:moveTo>
                    <a:pt x="7360920" y="0"/>
                  </a:moveTo>
                  <a:lnTo>
                    <a:pt x="0" y="0"/>
                  </a:lnTo>
                  <a:lnTo>
                    <a:pt x="0" y="546354"/>
                  </a:lnTo>
                  <a:lnTo>
                    <a:pt x="7360920" y="546354"/>
                  </a:lnTo>
                  <a:lnTo>
                    <a:pt x="736092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66074" y="6379210"/>
              <a:ext cx="382905" cy="331470"/>
            </a:xfrm>
            <a:custGeom>
              <a:avLst/>
              <a:gdLst/>
              <a:ahLst/>
              <a:cxnLst/>
              <a:rect l="l" t="t" r="r" b="b"/>
              <a:pathLst>
                <a:path w="382904" h="331470">
                  <a:moveTo>
                    <a:pt x="7747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17500"/>
                  </a:lnTo>
                  <a:lnTo>
                    <a:pt x="0" y="331470"/>
                  </a:lnTo>
                  <a:lnTo>
                    <a:pt x="77470" y="331470"/>
                  </a:lnTo>
                  <a:lnTo>
                    <a:pt x="77470" y="317500"/>
                  </a:lnTo>
                  <a:lnTo>
                    <a:pt x="28829" y="317500"/>
                  </a:lnTo>
                  <a:lnTo>
                    <a:pt x="28829" y="12700"/>
                  </a:lnTo>
                  <a:lnTo>
                    <a:pt x="77470" y="12700"/>
                  </a:lnTo>
                  <a:lnTo>
                    <a:pt x="77470" y="0"/>
                  </a:lnTo>
                  <a:close/>
                </a:path>
                <a:path w="382904" h="331470">
                  <a:moveTo>
                    <a:pt x="382905" y="0"/>
                  </a:moveTo>
                  <a:lnTo>
                    <a:pt x="305435" y="0"/>
                  </a:lnTo>
                  <a:lnTo>
                    <a:pt x="305435" y="12700"/>
                  </a:lnTo>
                  <a:lnTo>
                    <a:pt x="354076" y="12700"/>
                  </a:lnTo>
                  <a:lnTo>
                    <a:pt x="354076" y="317500"/>
                  </a:lnTo>
                  <a:lnTo>
                    <a:pt x="305435" y="317500"/>
                  </a:lnTo>
                  <a:lnTo>
                    <a:pt x="305435" y="331470"/>
                  </a:lnTo>
                  <a:lnTo>
                    <a:pt x="382905" y="331470"/>
                  </a:lnTo>
                  <a:lnTo>
                    <a:pt x="382905" y="317500"/>
                  </a:lnTo>
                  <a:lnTo>
                    <a:pt x="382905" y="12700"/>
                  </a:lnTo>
                  <a:lnTo>
                    <a:pt x="3829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4879085" y="6278117"/>
            <a:ext cx="3899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松弛操作的效果：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𝒅𝒊𝒔𝒕</a:t>
            </a:r>
            <a:r>
              <a:rPr sz="2800" spc="3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974328" y="6278117"/>
            <a:ext cx="31318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𝒅𝒊𝒔𝒕[𝒖]</a:t>
            </a:r>
            <a:r>
              <a:rPr sz="2800" spc="-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𝒘(𝒖,</a:t>
            </a:r>
            <a:r>
              <a:rPr sz="2800" spc="-15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mbria Math"/>
                <a:cs typeface="Cambria Math"/>
              </a:rPr>
              <a:t>𝒗)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6" name="object 2">
            <a:extLst>
              <a:ext uri="{FF2B5EF4-FFF2-40B4-BE49-F238E27FC236}">
                <a16:creationId xmlns:a16="http://schemas.microsoft.com/office/drawing/2014/main" id="{AD70FF69-9C1C-E44F-AE00-AFB70C5DE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7172" y="331158"/>
            <a:ext cx="21553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算法思</a:t>
            </a:r>
            <a:r>
              <a:rPr sz="3600" spc="-50" dirty="0"/>
              <a:t>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0402" y="5045709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5490" y="4255261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2946" y="3546906"/>
            <a:ext cx="328295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7" name="object 17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1" name="object 21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82946" y="5914615"/>
            <a:ext cx="32829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5490" y="5914615"/>
            <a:ext cx="32829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7554" y="3787902"/>
            <a:ext cx="5356352" cy="25725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02635" y="3856735"/>
            <a:ext cx="737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源点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7" name="object 7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11" name="object 11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32829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32829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95490" y="4255261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82946" y="3546906"/>
            <a:ext cx="328295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6D726268-3D7C-D949-BA44-0F4C16A6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3320796"/>
            <a:ext cx="4590542" cy="34846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5490" y="4255261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5490" y="5747054"/>
            <a:ext cx="328295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2946" y="5747054"/>
            <a:ext cx="248920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50" dirty="0"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58738" y="6124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21" name="object 21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5" name="object 25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813035" y="5868415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74019" y="5938520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27017" y="3304285"/>
            <a:ext cx="124587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FFFF"/>
                </a:solidFill>
                <a:latin typeface="宋体"/>
                <a:cs typeface="宋体"/>
              </a:rPr>
              <a:t>松弛操作</a:t>
            </a:r>
            <a:endParaRPr sz="24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12285" y="5592317"/>
            <a:ext cx="891540" cy="110744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48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2356DDE8-E5EF-FA4D-BE42-9D4251088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5490" y="4255261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95490" y="5747054"/>
            <a:ext cx="328295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2946" y="5747054"/>
            <a:ext cx="248920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50" dirty="0"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8738" y="6124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9364" y="576757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22" name="object 22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6" name="object 26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813035" y="5868415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38520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13981" y="908303"/>
            <a:ext cx="889635" cy="2520950"/>
          </a:xfrm>
          <a:custGeom>
            <a:avLst/>
            <a:gdLst/>
            <a:ahLst/>
            <a:cxnLst/>
            <a:rect l="l" t="t" r="r" b="b"/>
            <a:pathLst>
              <a:path w="889634" h="2520950">
                <a:moveTo>
                  <a:pt x="0" y="148209"/>
                </a:moveTo>
                <a:lnTo>
                  <a:pt x="7549" y="101339"/>
                </a:lnTo>
                <a:lnTo>
                  <a:pt x="28578" y="60652"/>
                </a:lnTo>
                <a:lnTo>
                  <a:pt x="60652" y="28578"/>
                </a:lnTo>
                <a:lnTo>
                  <a:pt x="101339" y="7549"/>
                </a:lnTo>
                <a:lnTo>
                  <a:pt x="148209" y="0"/>
                </a:lnTo>
                <a:lnTo>
                  <a:pt x="741045" y="0"/>
                </a:lnTo>
                <a:lnTo>
                  <a:pt x="787914" y="7549"/>
                </a:lnTo>
                <a:lnTo>
                  <a:pt x="828601" y="28578"/>
                </a:lnTo>
                <a:lnTo>
                  <a:pt x="860675" y="60652"/>
                </a:lnTo>
                <a:lnTo>
                  <a:pt x="881704" y="101339"/>
                </a:lnTo>
                <a:lnTo>
                  <a:pt x="889253" y="148209"/>
                </a:lnTo>
                <a:lnTo>
                  <a:pt x="889253" y="2372487"/>
                </a:lnTo>
                <a:lnTo>
                  <a:pt x="881704" y="2419356"/>
                </a:lnTo>
                <a:lnTo>
                  <a:pt x="860675" y="2460043"/>
                </a:lnTo>
                <a:lnTo>
                  <a:pt x="828601" y="2492117"/>
                </a:lnTo>
                <a:lnTo>
                  <a:pt x="787914" y="2513146"/>
                </a:lnTo>
                <a:lnTo>
                  <a:pt x="741045" y="2520696"/>
                </a:lnTo>
                <a:lnTo>
                  <a:pt x="148209" y="2520696"/>
                </a:lnTo>
                <a:lnTo>
                  <a:pt x="101339" y="2513146"/>
                </a:lnTo>
                <a:lnTo>
                  <a:pt x="60652" y="2492117"/>
                </a:lnTo>
                <a:lnTo>
                  <a:pt x="28578" y="2460043"/>
                </a:lnTo>
                <a:lnTo>
                  <a:pt x="7549" y="2419356"/>
                </a:lnTo>
                <a:lnTo>
                  <a:pt x="0" y="2372487"/>
                </a:lnTo>
                <a:lnTo>
                  <a:pt x="0" y="148209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8E31C2EC-F811-8E47-86DF-E0C2CB082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5893308" cy="26517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5490" y="5747054"/>
            <a:ext cx="254635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2946" y="5747054"/>
            <a:ext cx="248920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50" dirty="0"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8738" y="6124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9364" y="576757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9478" y="42463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𝟏𝟒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21" name="object 21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5" name="object 25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813035" y="5868415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74019" y="5938520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02402" y="3425190"/>
            <a:ext cx="1720850" cy="673100"/>
          </a:xfrm>
          <a:custGeom>
            <a:avLst/>
            <a:gdLst/>
            <a:ahLst/>
            <a:cxnLst/>
            <a:rect l="l" t="t" r="r" b="b"/>
            <a:pathLst>
              <a:path w="1720850" h="673100">
                <a:moveTo>
                  <a:pt x="1720596" y="0"/>
                </a:moveTo>
                <a:lnTo>
                  <a:pt x="0" y="0"/>
                </a:lnTo>
                <a:lnTo>
                  <a:pt x="0" y="461772"/>
                </a:lnTo>
                <a:lnTo>
                  <a:pt x="1003680" y="461772"/>
                </a:lnTo>
                <a:lnTo>
                  <a:pt x="1472438" y="672846"/>
                </a:lnTo>
                <a:lnTo>
                  <a:pt x="1433829" y="461772"/>
                </a:lnTo>
                <a:lnTo>
                  <a:pt x="1720596" y="461772"/>
                </a:lnTo>
                <a:lnTo>
                  <a:pt x="172059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774944" y="3262883"/>
            <a:ext cx="1073785" cy="108902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Cambria Math"/>
                <a:cs typeface="Cambria Math"/>
              </a:rPr>
              <a:t>𝟏𝟒</a:t>
            </a:r>
            <a:endParaRPr sz="2400">
              <a:latin typeface="Cambria Math"/>
              <a:cs typeface="Cambria Math"/>
            </a:endParaRPr>
          </a:p>
          <a:p>
            <a:pPr marR="120014" algn="ctr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30311" y="6356603"/>
            <a:ext cx="89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7E3A6314-812E-174E-B56B-508541A92A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765677" y="4201667"/>
            <a:ext cx="4118610" cy="2159000"/>
            <a:chOff x="3765677" y="4201667"/>
            <a:chExt cx="4118610" cy="2159000"/>
          </a:xfrm>
        </p:grpSpPr>
        <p:sp>
          <p:nvSpPr>
            <p:cNvPr id="5" name="object 5"/>
            <p:cNvSpPr/>
            <p:nvPr/>
          </p:nvSpPr>
          <p:spPr>
            <a:xfrm>
              <a:off x="5665089" y="4411852"/>
              <a:ext cx="1272540" cy="114300"/>
            </a:xfrm>
            <a:custGeom>
              <a:avLst/>
              <a:gdLst/>
              <a:ahLst/>
              <a:cxnLst/>
              <a:rect l="l" t="t" r="r" b="b"/>
              <a:pathLst>
                <a:path w="1272540" h="114300">
                  <a:moveTo>
                    <a:pt x="1236193" y="37719"/>
                  </a:moveTo>
                  <a:lnTo>
                    <a:pt x="1176909" y="37719"/>
                  </a:lnTo>
                  <a:lnTo>
                    <a:pt x="1177543" y="75819"/>
                  </a:lnTo>
                  <a:lnTo>
                    <a:pt x="1158535" y="76175"/>
                  </a:lnTo>
                  <a:lnTo>
                    <a:pt x="1159256" y="114300"/>
                  </a:lnTo>
                  <a:lnTo>
                    <a:pt x="1272413" y="54991"/>
                  </a:lnTo>
                  <a:lnTo>
                    <a:pt x="1236193" y="37719"/>
                  </a:lnTo>
                  <a:close/>
                </a:path>
                <a:path w="1272540" h="114300">
                  <a:moveTo>
                    <a:pt x="1157816" y="38077"/>
                  </a:moveTo>
                  <a:lnTo>
                    <a:pt x="0" y="59817"/>
                  </a:lnTo>
                  <a:lnTo>
                    <a:pt x="762" y="97917"/>
                  </a:lnTo>
                  <a:lnTo>
                    <a:pt x="1158535" y="76175"/>
                  </a:lnTo>
                  <a:lnTo>
                    <a:pt x="1157816" y="38077"/>
                  </a:lnTo>
                  <a:close/>
                </a:path>
                <a:path w="1272540" h="114300">
                  <a:moveTo>
                    <a:pt x="1176909" y="37719"/>
                  </a:moveTo>
                  <a:lnTo>
                    <a:pt x="1157816" y="38077"/>
                  </a:lnTo>
                  <a:lnTo>
                    <a:pt x="1158535" y="76175"/>
                  </a:lnTo>
                  <a:lnTo>
                    <a:pt x="1177543" y="75819"/>
                  </a:lnTo>
                  <a:lnTo>
                    <a:pt x="1176909" y="37719"/>
                  </a:lnTo>
                  <a:close/>
                </a:path>
                <a:path w="1272540" h="114300">
                  <a:moveTo>
                    <a:pt x="1157096" y="0"/>
                  </a:moveTo>
                  <a:lnTo>
                    <a:pt x="1157816" y="38077"/>
                  </a:lnTo>
                  <a:lnTo>
                    <a:pt x="1176909" y="37719"/>
                  </a:lnTo>
                  <a:lnTo>
                    <a:pt x="1236193" y="37719"/>
                  </a:lnTo>
                  <a:lnTo>
                    <a:pt x="1157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24450" y="4220717"/>
              <a:ext cx="2353310" cy="2120900"/>
            </a:xfrm>
            <a:custGeom>
              <a:avLst/>
              <a:gdLst/>
              <a:ahLst/>
              <a:cxnLst/>
              <a:rect l="l" t="t" r="r" b="b"/>
              <a:pathLst>
                <a:path w="2353309" h="2120900">
                  <a:moveTo>
                    <a:pt x="1812798" y="270128"/>
                  </a:moveTo>
                  <a:lnTo>
                    <a:pt x="1817148" y="221563"/>
                  </a:lnTo>
                  <a:lnTo>
                    <a:pt x="1829693" y="175857"/>
                  </a:lnTo>
                  <a:lnTo>
                    <a:pt x="1849670" y="133773"/>
                  </a:lnTo>
                  <a:lnTo>
                    <a:pt x="1876316" y="96073"/>
                  </a:lnTo>
                  <a:lnTo>
                    <a:pt x="1908871" y="63518"/>
                  </a:lnTo>
                  <a:lnTo>
                    <a:pt x="1946571" y="36872"/>
                  </a:lnTo>
                  <a:lnTo>
                    <a:pt x="1988655" y="16895"/>
                  </a:lnTo>
                  <a:lnTo>
                    <a:pt x="2034361" y="4350"/>
                  </a:lnTo>
                  <a:lnTo>
                    <a:pt x="2082927" y="0"/>
                  </a:lnTo>
                  <a:lnTo>
                    <a:pt x="2131492" y="4350"/>
                  </a:lnTo>
                  <a:lnTo>
                    <a:pt x="2177198" y="16895"/>
                  </a:lnTo>
                  <a:lnTo>
                    <a:pt x="2219282" y="36872"/>
                  </a:lnTo>
                  <a:lnTo>
                    <a:pt x="2256982" y="63518"/>
                  </a:lnTo>
                  <a:lnTo>
                    <a:pt x="2289537" y="96073"/>
                  </a:lnTo>
                  <a:lnTo>
                    <a:pt x="2316183" y="133773"/>
                  </a:lnTo>
                  <a:lnTo>
                    <a:pt x="2336160" y="175857"/>
                  </a:lnTo>
                  <a:lnTo>
                    <a:pt x="2348705" y="221563"/>
                  </a:lnTo>
                  <a:lnTo>
                    <a:pt x="2353055" y="270128"/>
                  </a:lnTo>
                  <a:lnTo>
                    <a:pt x="2348705" y="318694"/>
                  </a:lnTo>
                  <a:lnTo>
                    <a:pt x="2336160" y="364400"/>
                  </a:lnTo>
                  <a:lnTo>
                    <a:pt x="2316183" y="406484"/>
                  </a:lnTo>
                  <a:lnTo>
                    <a:pt x="2289537" y="444184"/>
                  </a:lnTo>
                  <a:lnTo>
                    <a:pt x="2256982" y="476739"/>
                  </a:lnTo>
                  <a:lnTo>
                    <a:pt x="2219282" y="503385"/>
                  </a:lnTo>
                  <a:lnTo>
                    <a:pt x="2177198" y="523362"/>
                  </a:lnTo>
                  <a:lnTo>
                    <a:pt x="2131492" y="535907"/>
                  </a:lnTo>
                  <a:lnTo>
                    <a:pt x="2082927" y="540257"/>
                  </a:lnTo>
                  <a:lnTo>
                    <a:pt x="2034361" y="535907"/>
                  </a:lnTo>
                  <a:lnTo>
                    <a:pt x="1988655" y="523362"/>
                  </a:lnTo>
                  <a:lnTo>
                    <a:pt x="1946571" y="503385"/>
                  </a:lnTo>
                  <a:lnTo>
                    <a:pt x="1908871" y="476739"/>
                  </a:lnTo>
                  <a:lnTo>
                    <a:pt x="1876316" y="444184"/>
                  </a:lnTo>
                  <a:lnTo>
                    <a:pt x="1849670" y="406484"/>
                  </a:lnTo>
                  <a:lnTo>
                    <a:pt x="1829693" y="364400"/>
                  </a:lnTo>
                  <a:lnTo>
                    <a:pt x="1817148" y="318694"/>
                  </a:lnTo>
                  <a:lnTo>
                    <a:pt x="1812798" y="270128"/>
                  </a:lnTo>
                  <a:close/>
                </a:path>
                <a:path w="2353309" h="2120900">
                  <a:moveTo>
                    <a:pt x="0" y="270128"/>
                  </a:moveTo>
                  <a:lnTo>
                    <a:pt x="4359" y="221563"/>
                  </a:lnTo>
                  <a:lnTo>
                    <a:pt x="16929" y="175857"/>
                  </a:lnTo>
                  <a:lnTo>
                    <a:pt x="36942" y="133773"/>
                  </a:lnTo>
                  <a:lnTo>
                    <a:pt x="63635" y="96073"/>
                  </a:lnTo>
                  <a:lnTo>
                    <a:pt x="96243" y="63518"/>
                  </a:lnTo>
                  <a:lnTo>
                    <a:pt x="133999" y="36872"/>
                  </a:lnTo>
                  <a:lnTo>
                    <a:pt x="176139" y="16895"/>
                  </a:lnTo>
                  <a:lnTo>
                    <a:pt x="221897" y="4350"/>
                  </a:lnTo>
                  <a:lnTo>
                    <a:pt x="270510" y="0"/>
                  </a:lnTo>
                  <a:lnTo>
                    <a:pt x="319122" y="4350"/>
                  </a:lnTo>
                  <a:lnTo>
                    <a:pt x="364880" y="16895"/>
                  </a:lnTo>
                  <a:lnTo>
                    <a:pt x="407020" y="36872"/>
                  </a:lnTo>
                  <a:lnTo>
                    <a:pt x="444776" y="63518"/>
                  </a:lnTo>
                  <a:lnTo>
                    <a:pt x="477384" y="96073"/>
                  </a:lnTo>
                  <a:lnTo>
                    <a:pt x="504077" y="133773"/>
                  </a:lnTo>
                  <a:lnTo>
                    <a:pt x="524090" y="175857"/>
                  </a:lnTo>
                  <a:lnTo>
                    <a:pt x="536660" y="221563"/>
                  </a:lnTo>
                  <a:lnTo>
                    <a:pt x="541020" y="270128"/>
                  </a:lnTo>
                  <a:lnTo>
                    <a:pt x="536660" y="318694"/>
                  </a:lnTo>
                  <a:lnTo>
                    <a:pt x="524090" y="364400"/>
                  </a:lnTo>
                  <a:lnTo>
                    <a:pt x="504077" y="406484"/>
                  </a:lnTo>
                  <a:lnTo>
                    <a:pt x="477384" y="444184"/>
                  </a:lnTo>
                  <a:lnTo>
                    <a:pt x="444776" y="476739"/>
                  </a:lnTo>
                  <a:lnTo>
                    <a:pt x="407020" y="503385"/>
                  </a:lnTo>
                  <a:lnTo>
                    <a:pt x="364880" y="523362"/>
                  </a:lnTo>
                  <a:lnTo>
                    <a:pt x="319122" y="535907"/>
                  </a:lnTo>
                  <a:lnTo>
                    <a:pt x="270510" y="540257"/>
                  </a:lnTo>
                  <a:lnTo>
                    <a:pt x="221897" y="535907"/>
                  </a:lnTo>
                  <a:lnTo>
                    <a:pt x="176139" y="523362"/>
                  </a:lnTo>
                  <a:lnTo>
                    <a:pt x="133999" y="503385"/>
                  </a:lnTo>
                  <a:lnTo>
                    <a:pt x="96243" y="476739"/>
                  </a:lnTo>
                  <a:lnTo>
                    <a:pt x="63635" y="444184"/>
                  </a:lnTo>
                  <a:lnTo>
                    <a:pt x="36942" y="406484"/>
                  </a:lnTo>
                  <a:lnTo>
                    <a:pt x="16929" y="364400"/>
                  </a:lnTo>
                  <a:lnTo>
                    <a:pt x="4359" y="318694"/>
                  </a:lnTo>
                  <a:lnTo>
                    <a:pt x="0" y="270128"/>
                  </a:lnTo>
                  <a:close/>
                </a:path>
                <a:path w="2353309" h="2120900">
                  <a:moveTo>
                    <a:pt x="1812798" y="1850516"/>
                  </a:moveTo>
                  <a:lnTo>
                    <a:pt x="1817148" y="1801961"/>
                  </a:lnTo>
                  <a:lnTo>
                    <a:pt x="1829693" y="1756260"/>
                  </a:lnTo>
                  <a:lnTo>
                    <a:pt x="1849670" y="1714178"/>
                  </a:lnTo>
                  <a:lnTo>
                    <a:pt x="1876316" y="1676476"/>
                  </a:lnTo>
                  <a:lnTo>
                    <a:pt x="1908871" y="1643919"/>
                  </a:lnTo>
                  <a:lnTo>
                    <a:pt x="1946571" y="1617268"/>
                  </a:lnTo>
                  <a:lnTo>
                    <a:pt x="1988655" y="1597288"/>
                  </a:lnTo>
                  <a:lnTo>
                    <a:pt x="2034361" y="1584740"/>
                  </a:lnTo>
                  <a:lnTo>
                    <a:pt x="2082927" y="1580387"/>
                  </a:lnTo>
                  <a:lnTo>
                    <a:pt x="2131492" y="1584740"/>
                  </a:lnTo>
                  <a:lnTo>
                    <a:pt x="2177198" y="1597288"/>
                  </a:lnTo>
                  <a:lnTo>
                    <a:pt x="2219282" y="1617268"/>
                  </a:lnTo>
                  <a:lnTo>
                    <a:pt x="2256982" y="1643919"/>
                  </a:lnTo>
                  <a:lnTo>
                    <a:pt x="2289537" y="1676476"/>
                  </a:lnTo>
                  <a:lnTo>
                    <a:pt x="2316183" y="1714178"/>
                  </a:lnTo>
                  <a:lnTo>
                    <a:pt x="2336160" y="1756260"/>
                  </a:lnTo>
                  <a:lnTo>
                    <a:pt x="2348705" y="1801961"/>
                  </a:lnTo>
                  <a:lnTo>
                    <a:pt x="2353055" y="1850516"/>
                  </a:lnTo>
                  <a:lnTo>
                    <a:pt x="2348705" y="1899072"/>
                  </a:lnTo>
                  <a:lnTo>
                    <a:pt x="2336160" y="1944773"/>
                  </a:lnTo>
                  <a:lnTo>
                    <a:pt x="2316183" y="1986855"/>
                  </a:lnTo>
                  <a:lnTo>
                    <a:pt x="2289537" y="2024557"/>
                  </a:lnTo>
                  <a:lnTo>
                    <a:pt x="2256982" y="2057114"/>
                  </a:lnTo>
                  <a:lnTo>
                    <a:pt x="2219282" y="2083765"/>
                  </a:lnTo>
                  <a:lnTo>
                    <a:pt x="2177198" y="2103745"/>
                  </a:lnTo>
                  <a:lnTo>
                    <a:pt x="2131492" y="2116293"/>
                  </a:lnTo>
                  <a:lnTo>
                    <a:pt x="2082927" y="2120645"/>
                  </a:lnTo>
                  <a:lnTo>
                    <a:pt x="2034361" y="2116293"/>
                  </a:lnTo>
                  <a:lnTo>
                    <a:pt x="1988655" y="2103745"/>
                  </a:lnTo>
                  <a:lnTo>
                    <a:pt x="1946571" y="2083765"/>
                  </a:lnTo>
                  <a:lnTo>
                    <a:pt x="1908871" y="2057114"/>
                  </a:lnTo>
                  <a:lnTo>
                    <a:pt x="1876316" y="2024557"/>
                  </a:lnTo>
                  <a:lnTo>
                    <a:pt x="1849670" y="1986855"/>
                  </a:lnTo>
                  <a:lnTo>
                    <a:pt x="1829693" y="1944773"/>
                  </a:lnTo>
                  <a:lnTo>
                    <a:pt x="1817148" y="1899072"/>
                  </a:lnTo>
                  <a:lnTo>
                    <a:pt x="1812798" y="18505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65677" y="4485258"/>
              <a:ext cx="3171825" cy="1642745"/>
            </a:xfrm>
            <a:custGeom>
              <a:avLst/>
              <a:gdLst/>
              <a:ahLst/>
              <a:cxnLst/>
              <a:rect l="l" t="t" r="r" b="b"/>
              <a:pathLst>
                <a:path w="3171825" h="1642745">
                  <a:moveTo>
                    <a:pt x="1359027" y="1585899"/>
                  </a:moveTo>
                  <a:lnTo>
                    <a:pt x="1341513" y="1564703"/>
                  </a:lnTo>
                  <a:lnTo>
                    <a:pt x="1277620" y="1487322"/>
                  </a:lnTo>
                  <a:lnTo>
                    <a:pt x="1262176" y="1522133"/>
                  </a:lnTo>
                  <a:lnTo>
                    <a:pt x="15494" y="969264"/>
                  </a:lnTo>
                  <a:lnTo>
                    <a:pt x="0" y="1004062"/>
                  </a:lnTo>
                  <a:lnTo>
                    <a:pt x="1246708" y="1556981"/>
                  </a:lnTo>
                  <a:lnTo>
                    <a:pt x="1231265" y="1591805"/>
                  </a:lnTo>
                  <a:lnTo>
                    <a:pt x="1359027" y="1585899"/>
                  </a:lnTo>
                  <a:close/>
                </a:path>
                <a:path w="3171825" h="1642745">
                  <a:moveTo>
                    <a:pt x="1359027" y="5969"/>
                  </a:moveTo>
                  <a:lnTo>
                    <a:pt x="1231265" y="0"/>
                  </a:lnTo>
                  <a:lnTo>
                    <a:pt x="1246733" y="34912"/>
                  </a:lnTo>
                  <a:lnTo>
                    <a:pt x="0" y="587756"/>
                  </a:lnTo>
                  <a:lnTo>
                    <a:pt x="15494" y="622681"/>
                  </a:lnTo>
                  <a:lnTo>
                    <a:pt x="1262176" y="69723"/>
                  </a:lnTo>
                  <a:lnTo>
                    <a:pt x="1277620" y="104521"/>
                  </a:lnTo>
                  <a:lnTo>
                    <a:pt x="1341501" y="27178"/>
                  </a:lnTo>
                  <a:lnTo>
                    <a:pt x="1359027" y="5969"/>
                  </a:lnTo>
                  <a:close/>
                </a:path>
                <a:path w="3171825" h="1642745">
                  <a:moveTo>
                    <a:pt x="3171825" y="1585595"/>
                  </a:moveTo>
                  <a:lnTo>
                    <a:pt x="3133725" y="1566545"/>
                  </a:lnTo>
                  <a:lnTo>
                    <a:pt x="3057525" y="1528445"/>
                  </a:lnTo>
                  <a:lnTo>
                    <a:pt x="3057525" y="1566545"/>
                  </a:lnTo>
                  <a:lnTo>
                    <a:pt x="1899793" y="1566545"/>
                  </a:lnTo>
                  <a:lnTo>
                    <a:pt x="1899793" y="1604645"/>
                  </a:lnTo>
                  <a:lnTo>
                    <a:pt x="3057525" y="1604645"/>
                  </a:lnTo>
                  <a:lnTo>
                    <a:pt x="3057525" y="1642745"/>
                  </a:lnTo>
                  <a:lnTo>
                    <a:pt x="3133725" y="1604645"/>
                  </a:lnTo>
                  <a:lnTo>
                    <a:pt x="3171825" y="1585595"/>
                  </a:lnTo>
                  <a:close/>
                </a:path>
                <a:path w="3171825" h="1642745">
                  <a:moveTo>
                    <a:pt x="3171825" y="5969"/>
                  </a:moveTo>
                  <a:lnTo>
                    <a:pt x="3051048" y="48006"/>
                  </a:lnTo>
                  <a:lnTo>
                    <a:pt x="3078403" y="74612"/>
                  </a:lnTo>
                  <a:lnTo>
                    <a:pt x="1806829" y="1382090"/>
                  </a:lnTo>
                  <a:lnTo>
                    <a:pt x="1834261" y="1408658"/>
                  </a:lnTo>
                  <a:lnTo>
                    <a:pt x="3105708" y="101155"/>
                  </a:lnTo>
                  <a:lnTo>
                    <a:pt x="3133090" y="127762"/>
                  </a:lnTo>
                  <a:lnTo>
                    <a:pt x="3154324" y="60960"/>
                  </a:lnTo>
                  <a:lnTo>
                    <a:pt x="3171825" y="5969"/>
                  </a:lnTo>
                  <a:close/>
                </a:path>
              </a:pathLst>
            </a:custGeom>
            <a:solidFill>
              <a:srgbClr val="18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77505" y="4491227"/>
              <a:ext cx="387350" cy="1580515"/>
            </a:xfrm>
            <a:custGeom>
              <a:avLst/>
              <a:gdLst/>
              <a:ahLst/>
              <a:cxnLst/>
              <a:rect l="l" t="t" r="r" b="b"/>
              <a:pathLst>
                <a:path w="387350" h="1580514">
                  <a:moveTo>
                    <a:pt x="0" y="1580324"/>
                  </a:moveTo>
                  <a:lnTo>
                    <a:pt x="57908" y="1568867"/>
                  </a:lnTo>
                  <a:lnTo>
                    <a:pt x="114655" y="1536075"/>
                  </a:lnTo>
                  <a:lnTo>
                    <a:pt x="169078" y="1484320"/>
                  </a:lnTo>
                  <a:lnTo>
                    <a:pt x="195054" y="1452071"/>
                  </a:lnTo>
                  <a:lnTo>
                    <a:pt x="220014" y="1415971"/>
                  </a:lnTo>
                  <a:lnTo>
                    <a:pt x="243812" y="1376316"/>
                  </a:lnTo>
                  <a:lnTo>
                    <a:pt x="266303" y="1333401"/>
                  </a:lnTo>
                  <a:lnTo>
                    <a:pt x="287341" y="1287523"/>
                  </a:lnTo>
                  <a:lnTo>
                    <a:pt x="306781" y="1238979"/>
                  </a:lnTo>
                  <a:lnTo>
                    <a:pt x="324478" y="1188065"/>
                  </a:lnTo>
                  <a:lnTo>
                    <a:pt x="340286" y="1135077"/>
                  </a:lnTo>
                  <a:lnTo>
                    <a:pt x="354062" y="1080312"/>
                  </a:lnTo>
                  <a:lnTo>
                    <a:pt x="365658" y="1024065"/>
                  </a:lnTo>
                  <a:lnTo>
                    <a:pt x="374930" y="966633"/>
                  </a:lnTo>
                  <a:lnTo>
                    <a:pt x="381733" y="908313"/>
                  </a:lnTo>
                  <a:lnTo>
                    <a:pt x="385921" y="849401"/>
                  </a:lnTo>
                  <a:lnTo>
                    <a:pt x="387350" y="790194"/>
                  </a:lnTo>
                  <a:lnTo>
                    <a:pt x="385968" y="730978"/>
                  </a:lnTo>
                  <a:lnTo>
                    <a:pt x="381917" y="672059"/>
                  </a:lnTo>
                  <a:lnTo>
                    <a:pt x="375337" y="613733"/>
                  </a:lnTo>
                  <a:lnTo>
                    <a:pt x="366369" y="556296"/>
                  </a:lnTo>
                  <a:lnTo>
                    <a:pt x="355153" y="500044"/>
                  </a:lnTo>
                  <a:lnTo>
                    <a:pt x="341830" y="445274"/>
                  </a:lnTo>
                  <a:lnTo>
                    <a:pt x="326539" y="392281"/>
                  </a:lnTo>
                  <a:lnTo>
                    <a:pt x="309422" y="341363"/>
                  </a:lnTo>
                  <a:lnTo>
                    <a:pt x="290620" y="292816"/>
                  </a:lnTo>
                  <a:lnTo>
                    <a:pt x="270271" y="246935"/>
                  </a:lnTo>
                  <a:lnTo>
                    <a:pt x="248518" y="204018"/>
                  </a:lnTo>
                  <a:lnTo>
                    <a:pt x="225501" y="164360"/>
                  </a:lnTo>
                  <a:lnTo>
                    <a:pt x="201359" y="128258"/>
                  </a:lnTo>
                  <a:lnTo>
                    <a:pt x="176234" y="96008"/>
                  </a:lnTo>
                  <a:lnTo>
                    <a:pt x="150266" y="67907"/>
                  </a:lnTo>
                  <a:lnTo>
                    <a:pt x="96364" y="25335"/>
                  </a:lnTo>
                  <a:lnTo>
                    <a:pt x="40775" y="2913"/>
                  </a:lnTo>
                  <a:lnTo>
                    <a:pt x="1270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40579" y="4687823"/>
              <a:ext cx="1926589" cy="1198880"/>
            </a:xfrm>
            <a:custGeom>
              <a:avLst/>
              <a:gdLst/>
              <a:ahLst/>
              <a:cxnLst/>
              <a:rect l="l" t="t" r="r" b="b"/>
              <a:pathLst>
                <a:path w="1926590" h="1198879">
                  <a:moveTo>
                    <a:pt x="114300" y="1084287"/>
                  </a:moveTo>
                  <a:lnTo>
                    <a:pt x="76225" y="1084262"/>
                  </a:lnTo>
                  <a:lnTo>
                    <a:pt x="76327" y="1031836"/>
                  </a:lnTo>
                  <a:lnTo>
                    <a:pt x="76708" y="978395"/>
                  </a:lnTo>
                  <a:lnTo>
                    <a:pt x="77343" y="853694"/>
                  </a:lnTo>
                  <a:lnTo>
                    <a:pt x="77724" y="830580"/>
                  </a:lnTo>
                  <a:lnTo>
                    <a:pt x="77851" y="807847"/>
                  </a:lnTo>
                  <a:lnTo>
                    <a:pt x="78359" y="766064"/>
                  </a:lnTo>
                  <a:lnTo>
                    <a:pt x="78498" y="745998"/>
                  </a:lnTo>
                  <a:lnTo>
                    <a:pt x="78867" y="727710"/>
                  </a:lnTo>
                  <a:lnTo>
                    <a:pt x="78994" y="709549"/>
                  </a:lnTo>
                  <a:lnTo>
                    <a:pt x="79260" y="692912"/>
                  </a:lnTo>
                  <a:lnTo>
                    <a:pt x="79629" y="678307"/>
                  </a:lnTo>
                  <a:lnTo>
                    <a:pt x="80149" y="650367"/>
                  </a:lnTo>
                  <a:lnTo>
                    <a:pt x="80391" y="639699"/>
                  </a:lnTo>
                  <a:lnTo>
                    <a:pt x="80797" y="628269"/>
                  </a:lnTo>
                  <a:lnTo>
                    <a:pt x="81064" y="619379"/>
                  </a:lnTo>
                  <a:lnTo>
                    <a:pt x="82169" y="603250"/>
                  </a:lnTo>
                  <a:lnTo>
                    <a:pt x="82359" y="602234"/>
                  </a:lnTo>
                  <a:lnTo>
                    <a:pt x="82677" y="600583"/>
                  </a:lnTo>
                  <a:lnTo>
                    <a:pt x="82994" y="596392"/>
                  </a:lnTo>
                  <a:lnTo>
                    <a:pt x="83312" y="592455"/>
                  </a:lnTo>
                  <a:lnTo>
                    <a:pt x="83616" y="585089"/>
                  </a:lnTo>
                  <a:lnTo>
                    <a:pt x="83858" y="577977"/>
                  </a:lnTo>
                  <a:lnTo>
                    <a:pt x="84201" y="570230"/>
                  </a:lnTo>
                  <a:lnTo>
                    <a:pt x="84721" y="547370"/>
                  </a:lnTo>
                  <a:lnTo>
                    <a:pt x="84975" y="534416"/>
                  </a:lnTo>
                  <a:lnTo>
                    <a:pt x="85344" y="520954"/>
                  </a:lnTo>
                  <a:lnTo>
                    <a:pt x="85852" y="488950"/>
                  </a:lnTo>
                  <a:lnTo>
                    <a:pt x="86360" y="452501"/>
                  </a:lnTo>
                  <a:lnTo>
                    <a:pt x="86487" y="432943"/>
                  </a:lnTo>
                  <a:lnTo>
                    <a:pt x="86868" y="412242"/>
                  </a:lnTo>
                  <a:lnTo>
                    <a:pt x="86995" y="390398"/>
                  </a:lnTo>
                  <a:lnTo>
                    <a:pt x="87757" y="321310"/>
                  </a:lnTo>
                  <a:lnTo>
                    <a:pt x="87757" y="296799"/>
                  </a:lnTo>
                  <a:lnTo>
                    <a:pt x="88011" y="271653"/>
                  </a:lnTo>
                  <a:lnTo>
                    <a:pt x="88519" y="166624"/>
                  </a:lnTo>
                  <a:lnTo>
                    <a:pt x="88646" y="111760"/>
                  </a:lnTo>
                  <a:lnTo>
                    <a:pt x="88900" y="56134"/>
                  </a:lnTo>
                  <a:lnTo>
                    <a:pt x="88900" y="0"/>
                  </a:lnTo>
                  <a:lnTo>
                    <a:pt x="50800" y="0"/>
                  </a:lnTo>
                  <a:lnTo>
                    <a:pt x="50800" y="56134"/>
                  </a:lnTo>
                  <a:lnTo>
                    <a:pt x="50546" y="111760"/>
                  </a:lnTo>
                  <a:lnTo>
                    <a:pt x="50406" y="166624"/>
                  </a:lnTo>
                  <a:lnTo>
                    <a:pt x="49898" y="271907"/>
                  </a:lnTo>
                  <a:lnTo>
                    <a:pt x="49657" y="296799"/>
                  </a:lnTo>
                  <a:lnTo>
                    <a:pt x="49644" y="321310"/>
                  </a:lnTo>
                  <a:lnTo>
                    <a:pt x="48895" y="390398"/>
                  </a:lnTo>
                  <a:lnTo>
                    <a:pt x="48755" y="412242"/>
                  </a:lnTo>
                  <a:lnTo>
                    <a:pt x="48006" y="470662"/>
                  </a:lnTo>
                  <a:lnTo>
                    <a:pt x="47498" y="504952"/>
                  </a:lnTo>
                  <a:lnTo>
                    <a:pt x="46964" y="535178"/>
                  </a:lnTo>
                  <a:lnTo>
                    <a:pt x="46583" y="548259"/>
                  </a:lnTo>
                  <a:lnTo>
                    <a:pt x="46329" y="559816"/>
                  </a:lnTo>
                  <a:lnTo>
                    <a:pt x="46062" y="570230"/>
                  </a:lnTo>
                  <a:lnTo>
                    <a:pt x="45847" y="577977"/>
                  </a:lnTo>
                  <a:lnTo>
                    <a:pt x="45389" y="586613"/>
                  </a:lnTo>
                  <a:lnTo>
                    <a:pt x="45212" y="590804"/>
                  </a:lnTo>
                  <a:lnTo>
                    <a:pt x="44970" y="594385"/>
                  </a:lnTo>
                  <a:lnTo>
                    <a:pt x="44577" y="595376"/>
                  </a:lnTo>
                  <a:lnTo>
                    <a:pt x="44386" y="596392"/>
                  </a:lnTo>
                  <a:lnTo>
                    <a:pt x="42379" y="639699"/>
                  </a:lnTo>
                  <a:lnTo>
                    <a:pt x="42011" y="651256"/>
                  </a:lnTo>
                  <a:lnTo>
                    <a:pt x="41757" y="664083"/>
                  </a:lnTo>
                  <a:lnTo>
                    <a:pt x="41249" y="693674"/>
                  </a:lnTo>
                  <a:lnTo>
                    <a:pt x="40894" y="709549"/>
                  </a:lnTo>
                  <a:lnTo>
                    <a:pt x="40754" y="727710"/>
                  </a:lnTo>
                  <a:lnTo>
                    <a:pt x="40500" y="746633"/>
                  </a:lnTo>
                  <a:lnTo>
                    <a:pt x="39751" y="807847"/>
                  </a:lnTo>
                  <a:lnTo>
                    <a:pt x="39611" y="830580"/>
                  </a:lnTo>
                  <a:lnTo>
                    <a:pt x="39116" y="877062"/>
                  </a:lnTo>
                  <a:lnTo>
                    <a:pt x="38595" y="978611"/>
                  </a:lnTo>
                  <a:lnTo>
                    <a:pt x="38227" y="1031836"/>
                  </a:lnTo>
                  <a:lnTo>
                    <a:pt x="38125" y="1084224"/>
                  </a:lnTo>
                  <a:lnTo>
                    <a:pt x="0" y="1084173"/>
                  </a:lnTo>
                  <a:lnTo>
                    <a:pt x="57023" y="1198524"/>
                  </a:lnTo>
                  <a:lnTo>
                    <a:pt x="104736" y="1103337"/>
                  </a:lnTo>
                  <a:lnTo>
                    <a:pt x="114300" y="1084287"/>
                  </a:lnTo>
                  <a:close/>
                </a:path>
                <a:path w="1926590" h="1198879">
                  <a:moveTo>
                    <a:pt x="1926336" y="1084287"/>
                  </a:moveTo>
                  <a:lnTo>
                    <a:pt x="1888261" y="1084262"/>
                  </a:lnTo>
                  <a:lnTo>
                    <a:pt x="1888363" y="1031836"/>
                  </a:lnTo>
                  <a:lnTo>
                    <a:pt x="1888744" y="978395"/>
                  </a:lnTo>
                  <a:lnTo>
                    <a:pt x="1889379" y="853694"/>
                  </a:lnTo>
                  <a:lnTo>
                    <a:pt x="1889760" y="830580"/>
                  </a:lnTo>
                  <a:lnTo>
                    <a:pt x="1889887" y="807847"/>
                  </a:lnTo>
                  <a:lnTo>
                    <a:pt x="1890395" y="766064"/>
                  </a:lnTo>
                  <a:lnTo>
                    <a:pt x="1890534" y="745998"/>
                  </a:lnTo>
                  <a:lnTo>
                    <a:pt x="1890903" y="727710"/>
                  </a:lnTo>
                  <a:lnTo>
                    <a:pt x="1891030" y="709549"/>
                  </a:lnTo>
                  <a:lnTo>
                    <a:pt x="1891296" y="692912"/>
                  </a:lnTo>
                  <a:lnTo>
                    <a:pt x="1891665" y="678307"/>
                  </a:lnTo>
                  <a:lnTo>
                    <a:pt x="1892185" y="650367"/>
                  </a:lnTo>
                  <a:lnTo>
                    <a:pt x="1892427" y="639699"/>
                  </a:lnTo>
                  <a:lnTo>
                    <a:pt x="1892833" y="628269"/>
                  </a:lnTo>
                  <a:lnTo>
                    <a:pt x="1893100" y="619379"/>
                  </a:lnTo>
                  <a:lnTo>
                    <a:pt x="1894205" y="603250"/>
                  </a:lnTo>
                  <a:lnTo>
                    <a:pt x="1894395" y="602234"/>
                  </a:lnTo>
                  <a:lnTo>
                    <a:pt x="1894713" y="600583"/>
                  </a:lnTo>
                  <a:lnTo>
                    <a:pt x="1895030" y="596392"/>
                  </a:lnTo>
                  <a:lnTo>
                    <a:pt x="1895348" y="592455"/>
                  </a:lnTo>
                  <a:lnTo>
                    <a:pt x="1895652" y="585089"/>
                  </a:lnTo>
                  <a:lnTo>
                    <a:pt x="1895894" y="577977"/>
                  </a:lnTo>
                  <a:lnTo>
                    <a:pt x="1896237" y="570230"/>
                  </a:lnTo>
                  <a:lnTo>
                    <a:pt x="1896757" y="547370"/>
                  </a:lnTo>
                  <a:lnTo>
                    <a:pt x="1897011" y="534416"/>
                  </a:lnTo>
                  <a:lnTo>
                    <a:pt x="1897380" y="520954"/>
                  </a:lnTo>
                  <a:lnTo>
                    <a:pt x="1897888" y="488950"/>
                  </a:lnTo>
                  <a:lnTo>
                    <a:pt x="1898396" y="452501"/>
                  </a:lnTo>
                  <a:lnTo>
                    <a:pt x="1898523" y="432943"/>
                  </a:lnTo>
                  <a:lnTo>
                    <a:pt x="1898904" y="412242"/>
                  </a:lnTo>
                  <a:lnTo>
                    <a:pt x="1899031" y="390398"/>
                  </a:lnTo>
                  <a:lnTo>
                    <a:pt x="1899793" y="321310"/>
                  </a:lnTo>
                  <a:lnTo>
                    <a:pt x="1899793" y="296799"/>
                  </a:lnTo>
                  <a:lnTo>
                    <a:pt x="1900047" y="271653"/>
                  </a:lnTo>
                  <a:lnTo>
                    <a:pt x="1900555" y="166624"/>
                  </a:lnTo>
                  <a:lnTo>
                    <a:pt x="1900682" y="111760"/>
                  </a:lnTo>
                  <a:lnTo>
                    <a:pt x="1900936" y="56134"/>
                  </a:lnTo>
                  <a:lnTo>
                    <a:pt x="1900936" y="0"/>
                  </a:lnTo>
                  <a:lnTo>
                    <a:pt x="1862836" y="0"/>
                  </a:lnTo>
                  <a:lnTo>
                    <a:pt x="1862836" y="56134"/>
                  </a:lnTo>
                  <a:lnTo>
                    <a:pt x="1862582" y="111760"/>
                  </a:lnTo>
                  <a:lnTo>
                    <a:pt x="1862442" y="166624"/>
                  </a:lnTo>
                  <a:lnTo>
                    <a:pt x="1861934" y="271907"/>
                  </a:lnTo>
                  <a:lnTo>
                    <a:pt x="1861693" y="296799"/>
                  </a:lnTo>
                  <a:lnTo>
                    <a:pt x="1861680" y="321310"/>
                  </a:lnTo>
                  <a:lnTo>
                    <a:pt x="1860931" y="390398"/>
                  </a:lnTo>
                  <a:lnTo>
                    <a:pt x="1860791" y="412242"/>
                  </a:lnTo>
                  <a:lnTo>
                    <a:pt x="1860042" y="470662"/>
                  </a:lnTo>
                  <a:lnTo>
                    <a:pt x="1859534" y="504952"/>
                  </a:lnTo>
                  <a:lnTo>
                    <a:pt x="1859000" y="535178"/>
                  </a:lnTo>
                  <a:lnTo>
                    <a:pt x="1858619" y="548259"/>
                  </a:lnTo>
                  <a:lnTo>
                    <a:pt x="1858365" y="559816"/>
                  </a:lnTo>
                  <a:lnTo>
                    <a:pt x="1858098" y="570230"/>
                  </a:lnTo>
                  <a:lnTo>
                    <a:pt x="1857883" y="577977"/>
                  </a:lnTo>
                  <a:lnTo>
                    <a:pt x="1857425" y="586613"/>
                  </a:lnTo>
                  <a:lnTo>
                    <a:pt x="1857248" y="590804"/>
                  </a:lnTo>
                  <a:lnTo>
                    <a:pt x="1857006" y="594398"/>
                  </a:lnTo>
                  <a:lnTo>
                    <a:pt x="1856613" y="595376"/>
                  </a:lnTo>
                  <a:lnTo>
                    <a:pt x="1856422" y="596392"/>
                  </a:lnTo>
                  <a:lnTo>
                    <a:pt x="1854415" y="639699"/>
                  </a:lnTo>
                  <a:lnTo>
                    <a:pt x="1854047" y="651256"/>
                  </a:lnTo>
                  <a:lnTo>
                    <a:pt x="1853793" y="664083"/>
                  </a:lnTo>
                  <a:lnTo>
                    <a:pt x="1853285" y="693674"/>
                  </a:lnTo>
                  <a:lnTo>
                    <a:pt x="1852930" y="709549"/>
                  </a:lnTo>
                  <a:lnTo>
                    <a:pt x="1852790" y="727710"/>
                  </a:lnTo>
                  <a:lnTo>
                    <a:pt x="1852536" y="746633"/>
                  </a:lnTo>
                  <a:lnTo>
                    <a:pt x="1851787" y="807847"/>
                  </a:lnTo>
                  <a:lnTo>
                    <a:pt x="1851647" y="830580"/>
                  </a:lnTo>
                  <a:lnTo>
                    <a:pt x="1851152" y="877062"/>
                  </a:lnTo>
                  <a:lnTo>
                    <a:pt x="1850631" y="978611"/>
                  </a:lnTo>
                  <a:lnTo>
                    <a:pt x="1850263" y="1031836"/>
                  </a:lnTo>
                  <a:lnTo>
                    <a:pt x="1850161" y="1084224"/>
                  </a:lnTo>
                  <a:lnTo>
                    <a:pt x="1812036" y="1084173"/>
                  </a:lnTo>
                  <a:lnTo>
                    <a:pt x="1869059" y="1198524"/>
                  </a:lnTo>
                  <a:lnTo>
                    <a:pt x="1916772" y="1103337"/>
                  </a:lnTo>
                  <a:lnTo>
                    <a:pt x="1926336" y="1084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34787" y="4687823"/>
              <a:ext cx="114300" cy="1198880"/>
            </a:xfrm>
            <a:custGeom>
              <a:avLst/>
              <a:gdLst/>
              <a:ahLst/>
              <a:cxnLst/>
              <a:rect l="l" t="t" r="r" b="b"/>
              <a:pathLst>
                <a:path w="114300" h="1198879">
                  <a:moveTo>
                    <a:pt x="26542" y="893698"/>
                  </a:moveTo>
                  <a:lnTo>
                    <a:pt x="26414" y="926884"/>
                  </a:lnTo>
                  <a:lnTo>
                    <a:pt x="26034" y="978611"/>
                  </a:lnTo>
                  <a:lnTo>
                    <a:pt x="25780" y="1031976"/>
                  </a:lnTo>
                  <a:lnTo>
                    <a:pt x="25526" y="1142428"/>
                  </a:lnTo>
                  <a:lnTo>
                    <a:pt x="25526" y="1198537"/>
                  </a:lnTo>
                  <a:lnTo>
                    <a:pt x="63626" y="1198537"/>
                  </a:lnTo>
                  <a:lnTo>
                    <a:pt x="63626" y="1142428"/>
                  </a:lnTo>
                  <a:lnTo>
                    <a:pt x="63881" y="1031900"/>
                  </a:lnTo>
                  <a:lnTo>
                    <a:pt x="64136" y="978407"/>
                  </a:lnTo>
                  <a:lnTo>
                    <a:pt x="64515" y="926884"/>
                  </a:lnTo>
                  <a:lnTo>
                    <a:pt x="64642" y="893826"/>
                  </a:lnTo>
                  <a:lnTo>
                    <a:pt x="26542" y="893698"/>
                  </a:lnTo>
                  <a:close/>
                </a:path>
                <a:path w="114300" h="1198879">
                  <a:moveTo>
                    <a:pt x="32554" y="594317"/>
                  </a:moveTo>
                  <a:lnTo>
                    <a:pt x="32130" y="595376"/>
                  </a:lnTo>
                  <a:lnTo>
                    <a:pt x="31876" y="596772"/>
                  </a:lnTo>
                  <a:lnTo>
                    <a:pt x="31368" y="601472"/>
                  </a:lnTo>
                  <a:lnTo>
                    <a:pt x="31001" y="607822"/>
                  </a:lnTo>
                  <a:lnTo>
                    <a:pt x="30734" y="612013"/>
                  </a:lnTo>
                  <a:lnTo>
                    <a:pt x="30447" y="620648"/>
                  </a:lnTo>
                  <a:lnTo>
                    <a:pt x="30201" y="629412"/>
                  </a:lnTo>
                  <a:lnTo>
                    <a:pt x="29942" y="639698"/>
                  </a:lnTo>
                  <a:lnTo>
                    <a:pt x="29573" y="651256"/>
                  </a:lnTo>
                  <a:lnTo>
                    <a:pt x="29323" y="664082"/>
                  </a:lnTo>
                  <a:lnTo>
                    <a:pt x="28814" y="693673"/>
                  </a:lnTo>
                  <a:lnTo>
                    <a:pt x="28448" y="709676"/>
                  </a:lnTo>
                  <a:lnTo>
                    <a:pt x="28308" y="727837"/>
                  </a:lnTo>
                  <a:lnTo>
                    <a:pt x="27939" y="746125"/>
                  </a:lnTo>
                  <a:lnTo>
                    <a:pt x="27812" y="765682"/>
                  </a:lnTo>
                  <a:lnTo>
                    <a:pt x="27686" y="779144"/>
                  </a:lnTo>
                  <a:lnTo>
                    <a:pt x="65786" y="779653"/>
                  </a:lnTo>
                  <a:lnTo>
                    <a:pt x="65912" y="766191"/>
                  </a:lnTo>
                  <a:lnTo>
                    <a:pt x="66047" y="746125"/>
                  </a:lnTo>
                  <a:lnTo>
                    <a:pt x="66421" y="727837"/>
                  </a:lnTo>
                  <a:lnTo>
                    <a:pt x="66553" y="709676"/>
                  </a:lnTo>
                  <a:lnTo>
                    <a:pt x="66817" y="693038"/>
                  </a:lnTo>
                  <a:lnTo>
                    <a:pt x="67183" y="678307"/>
                  </a:lnTo>
                  <a:lnTo>
                    <a:pt x="67710" y="650366"/>
                  </a:lnTo>
                  <a:lnTo>
                    <a:pt x="67977" y="638810"/>
                  </a:lnTo>
                  <a:lnTo>
                    <a:pt x="68355" y="628395"/>
                  </a:lnTo>
                  <a:lnTo>
                    <a:pt x="68620" y="619506"/>
                  </a:lnTo>
                  <a:lnTo>
                    <a:pt x="68901" y="612013"/>
                  </a:lnTo>
                  <a:lnTo>
                    <a:pt x="69087" y="607822"/>
                  </a:lnTo>
                  <a:lnTo>
                    <a:pt x="69198" y="606170"/>
                  </a:lnTo>
                  <a:lnTo>
                    <a:pt x="68707" y="606170"/>
                  </a:lnTo>
                  <a:lnTo>
                    <a:pt x="69596" y="602234"/>
                  </a:lnTo>
                  <a:lnTo>
                    <a:pt x="69916" y="602234"/>
                  </a:lnTo>
                  <a:lnTo>
                    <a:pt x="70230" y="600582"/>
                  </a:lnTo>
                  <a:lnTo>
                    <a:pt x="70485" y="598042"/>
                  </a:lnTo>
                  <a:lnTo>
                    <a:pt x="70608" y="596391"/>
                  </a:lnTo>
                  <a:lnTo>
                    <a:pt x="32258" y="596391"/>
                  </a:lnTo>
                  <a:lnTo>
                    <a:pt x="32554" y="594317"/>
                  </a:lnTo>
                  <a:close/>
                </a:path>
                <a:path w="114300" h="1198879">
                  <a:moveTo>
                    <a:pt x="69596" y="602234"/>
                  </a:moveTo>
                  <a:lnTo>
                    <a:pt x="68707" y="606170"/>
                  </a:lnTo>
                  <a:lnTo>
                    <a:pt x="69087" y="605282"/>
                  </a:lnTo>
                  <a:lnTo>
                    <a:pt x="69299" y="604647"/>
                  </a:lnTo>
                  <a:lnTo>
                    <a:pt x="69341" y="604012"/>
                  </a:lnTo>
                  <a:lnTo>
                    <a:pt x="69596" y="602234"/>
                  </a:lnTo>
                  <a:close/>
                </a:path>
                <a:path w="114300" h="1198879">
                  <a:moveTo>
                    <a:pt x="69299" y="604647"/>
                  </a:moveTo>
                  <a:lnTo>
                    <a:pt x="69087" y="605282"/>
                  </a:lnTo>
                  <a:lnTo>
                    <a:pt x="68707" y="606170"/>
                  </a:lnTo>
                  <a:lnTo>
                    <a:pt x="69198" y="606170"/>
                  </a:lnTo>
                  <a:lnTo>
                    <a:pt x="69299" y="604647"/>
                  </a:lnTo>
                  <a:close/>
                </a:path>
                <a:path w="114300" h="1198879">
                  <a:moveTo>
                    <a:pt x="69916" y="602234"/>
                  </a:moveTo>
                  <a:lnTo>
                    <a:pt x="69596" y="602234"/>
                  </a:lnTo>
                  <a:lnTo>
                    <a:pt x="69341" y="604012"/>
                  </a:lnTo>
                  <a:lnTo>
                    <a:pt x="69299" y="604647"/>
                  </a:lnTo>
                  <a:lnTo>
                    <a:pt x="69723" y="603250"/>
                  </a:lnTo>
                  <a:lnTo>
                    <a:pt x="69916" y="602234"/>
                  </a:lnTo>
                  <a:close/>
                </a:path>
                <a:path w="114300" h="1198879">
                  <a:moveTo>
                    <a:pt x="33147" y="592454"/>
                  </a:moveTo>
                  <a:lnTo>
                    <a:pt x="32638" y="594106"/>
                  </a:lnTo>
                  <a:lnTo>
                    <a:pt x="32554" y="594317"/>
                  </a:lnTo>
                  <a:lnTo>
                    <a:pt x="32258" y="596391"/>
                  </a:lnTo>
                  <a:lnTo>
                    <a:pt x="33147" y="592454"/>
                  </a:lnTo>
                  <a:close/>
                </a:path>
                <a:path w="114300" h="1198879">
                  <a:moveTo>
                    <a:pt x="70887" y="592454"/>
                  </a:moveTo>
                  <a:lnTo>
                    <a:pt x="33147" y="592454"/>
                  </a:lnTo>
                  <a:lnTo>
                    <a:pt x="32258" y="596391"/>
                  </a:lnTo>
                  <a:lnTo>
                    <a:pt x="70608" y="596391"/>
                  </a:lnTo>
                  <a:lnTo>
                    <a:pt x="70887" y="592454"/>
                  </a:lnTo>
                  <a:close/>
                </a:path>
                <a:path w="114300" h="1198879">
                  <a:moveTo>
                    <a:pt x="35433" y="474599"/>
                  </a:moveTo>
                  <a:lnTo>
                    <a:pt x="35296" y="489076"/>
                  </a:lnTo>
                  <a:lnTo>
                    <a:pt x="35051" y="504951"/>
                  </a:lnTo>
                  <a:lnTo>
                    <a:pt x="34517" y="535305"/>
                  </a:lnTo>
                  <a:lnTo>
                    <a:pt x="34143" y="548259"/>
                  </a:lnTo>
                  <a:lnTo>
                    <a:pt x="33883" y="559942"/>
                  </a:lnTo>
                  <a:lnTo>
                    <a:pt x="33618" y="570357"/>
                  </a:lnTo>
                  <a:lnTo>
                    <a:pt x="33400" y="577850"/>
                  </a:lnTo>
                  <a:lnTo>
                    <a:pt x="32931" y="586866"/>
                  </a:lnTo>
                  <a:lnTo>
                    <a:pt x="32668" y="592963"/>
                  </a:lnTo>
                  <a:lnTo>
                    <a:pt x="32554" y="594317"/>
                  </a:lnTo>
                  <a:lnTo>
                    <a:pt x="32892" y="593344"/>
                  </a:lnTo>
                  <a:lnTo>
                    <a:pt x="33147" y="592454"/>
                  </a:lnTo>
                  <a:lnTo>
                    <a:pt x="70887" y="592454"/>
                  </a:lnTo>
                  <a:lnTo>
                    <a:pt x="71183" y="584962"/>
                  </a:lnTo>
                  <a:lnTo>
                    <a:pt x="71433" y="577850"/>
                  </a:lnTo>
                  <a:lnTo>
                    <a:pt x="71754" y="570357"/>
                  </a:lnTo>
                  <a:lnTo>
                    <a:pt x="72031" y="558926"/>
                  </a:lnTo>
                  <a:lnTo>
                    <a:pt x="72540" y="534415"/>
                  </a:lnTo>
                  <a:lnTo>
                    <a:pt x="72898" y="521081"/>
                  </a:lnTo>
                  <a:lnTo>
                    <a:pt x="73411" y="488442"/>
                  </a:lnTo>
                  <a:lnTo>
                    <a:pt x="73533" y="475106"/>
                  </a:lnTo>
                  <a:lnTo>
                    <a:pt x="35433" y="474599"/>
                  </a:lnTo>
                  <a:close/>
                </a:path>
                <a:path w="114300" h="1198879">
                  <a:moveTo>
                    <a:pt x="38032" y="114257"/>
                  </a:moveTo>
                  <a:lnTo>
                    <a:pt x="37845" y="166624"/>
                  </a:lnTo>
                  <a:lnTo>
                    <a:pt x="37718" y="220090"/>
                  </a:lnTo>
                  <a:lnTo>
                    <a:pt x="37462" y="271906"/>
                  </a:lnTo>
                  <a:lnTo>
                    <a:pt x="37211" y="296799"/>
                  </a:lnTo>
                  <a:lnTo>
                    <a:pt x="37081" y="321437"/>
                  </a:lnTo>
                  <a:lnTo>
                    <a:pt x="36829" y="344931"/>
                  </a:lnTo>
                  <a:lnTo>
                    <a:pt x="36702" y="360425"/>
                  </a:lnTo>
                  <a:lnTo>
                    <a:pt x="74802" y="360680"/>
                  </a:lnTo>
                  <a:lnTo>
                    <a:pt x="74932" y="344931"/>
                  </a:lnTo>
                  <a:lnTo>
                    <a:pt x="75184" y="321437"/>
                  </a:lnTo>
                  <a:lnTo>
                    <a:pt x="75313" y="296799"/>
                  </a:lnTo>
                  <a:lnTo>
                    <a:pt x="75566" y="271652"/>
                  </a:lnTo>
                  <a:lnTo>
                    <a:pt x="75819" y="219963"/>
                  </a:lnTo>
                  <a:lnTo>
                    <a:pt x="75946" y="166496"/>
                  </a:lnTo>
                  <a:lnTo>
                    <a:pt x="76132" y="114342"/>
                  </a:lnTo>
                  <a:lnTo>
                    <a:pt x="38032" y="114257"/>
                  </a:lnTo>
                  <a:close/>
                </a:path>
                <a:path w="114300" h="1198879">
                  <a:moveTo>
                    <a:pt x="104743" y="95250"/>
                  </a:moveTo>
                  <a:lnTo>
                    <a:pt x="76200" y="95250"/>
                  </a:lnTo>
                  <a:lnTo>
                    <a:pt x="76132" y="114342"/>
                  </a:lnTo>
                  <a:lnTo>
                    <a:pt x="114300" y="114426"/>
                  </a:lnTo>
                  <a:lnTo>
                    <a:pt x="104743" y="95250"/>
                  </a:lnTo>
                  <a:close/>
                </a:path>
                <a:path w="114300" h="1198879">
                  <a:moveTo>
                    <a:pt x="76200" y="95250"/>
                  </a:moveTo>
                  <a:lnTo>
                    <a:pt x="38100" y="95250"/>
                  </a:lnTo>
                  <a:lnTo>
                    <a:pt x="38032" y="114257"/>
                  </a:lnTo>
                  <a:lnTo>
                    <a:pt x="76132" y="114342"/>
                  </a:lnTo>
                  <a:lnTo>
                    <a:pt x="76200" y="95250"/>
                  </a:lnTo>
                  <a:close/>
                </a:path>
                <a:path w="114300" h="1198879">
                  <a:moveTo>
                    <a:pt x="57276" y="0"/>
                  </a:moveTo>
                  <a:lnTo>
                    <a:pt x="0" y="114173"/>
                  </a:lnTo>
                  <a:lnTo>
                    <a:pt x="38032" y="114257"/>
                  </a:lnTo>
                  <a:lnTo>
                    <a:pt x="38100" y="95250"/>
                  </a:lnTo>
                  <a:lnTo>
                    <a:pt x="104743" y="95250"/>
                  </a:lnTo>
                  <a:lnTo>
                    <a:pt x="572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93364" y="4991861"/>
            <a:ext cx="578485" cy="578485"/>
            <a:chOff x="3293364" y="4991861"/>
            <a:chExt cx="578485" cy="578485"/>
          </a:xfrm>
        </p:grpSpPr>
        <p:sp>
          <p:nvSpPr>
            <p:cNvPr id="22" name="object 22"/>
            <p:cNvSpPr/>
            <p:nvPr/>
          </p:nvSpPr>
          <p:spPr>
            <a:xfrm>
              <a:off x="3312414" y="50109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63" y="4350"/>
                  </a:lnTo>
                  <a:lnTo>
                    <a:pt x="175857" y="16895"/>
                  </a:lnTo>
                  <a:lnTo>
                    <a:pt x="133773" y="36872"/>
                  </a:lnTo>
                  <a:lnTo>
                    <a:pt x="96073" y="63518"/>
                  </a:lnTo>
                  <a:lnTo>
                    <a:pt x="63518" y="96073"/>
                  </a:lnTo>
                  <a:lnTo>
                    <a:pt x="36872" y="133773"/>
                  </a:lnTo>
                  <a:lnTo>
                    <a:pt x="16895" y="175857"/>
                  </a:lnTo>
                  <a:lnTo>
                    <a:pt x="4350" y="221563"/>
                  </a:lnTo>
                  <a:lnTo>
                    <a:pt x="0" y="270128"/>
                  </a:lnTo>
                  <a:lnTo>
                    <a:pt x="4350" y="318694"/>
                  </a:lnTo>
                  <a:lnTo>
                    <a:pt x="16895" y="364400"/>
                  </a:lnTo>
                  <a:lnTo>
                    <a:pt x="36872" y="406484"/>
                  </a:lnTo>
                  <a:lnTo>
                    <a:pt x="63518" y="444184"/>
                  </a:lnTo>
                  <a:lnTo>
                    <a:pt x="96073" y="476739"/>
                  </a:lnTo>
                  <a:lnTo>
                    <a:pt x="133773" y="503385"/>
                  </a:lnTo>
                  <a:lnTo>
                    <a:pt x="175857" y="523362"/>
                  </a:lnTo>
                  <a:lnTo>
                    <a:pt x="221563" y="535907"/>
                  </a:lnTo>
                  <a:lnTo>
                    <a:pt x="270128" y="540257"/>
                  </a:lnTo>
                  <a:lnTo>
                    <a:pt x="318694" y="535907"/>
                  </a:lnTo>
                  <a:lnTo>
                    <a:pt x="364400" y="523362"/>
                  </a:lnTo>
                  <a:lnTo>
                    <a:pt x="406484" y="503385"/>
                  </a:lnTo>
                  <a:lnTo>
                    <a:pt x="444184" y="476739"/>
                  </a:lnTo>
                  <a:lnTo>
                    <a:pt x="476739" y="444184"/>
                  </a:lnTo>
                  <a:lnTo>
                    <a:pt x="503385" y="406484"/>
                  </a:lnTo>
                  <a:lnTo>
                    <a:pt x="523362" y="364400"/>
                  </a:lnTo>
                  <a:lnTo>
                    <a:pt x="535907" y="318694"/>
                  </a:lnTo>
                  <a:lnTo>
                    <a:pt x="540258" y="270128"/>
                  </a:lnTo>
                  <a:lnTo>
                    <a:pt x="535907" y="221563"/>
                  </a:lnTo>
                  <a:lnTo>
                    <a:pt x="523362" y="175857"/>
                  </a:lnTo>
                  <a:lnTo>
                    <a:pt x="503385" y="133773"/>
                  </a:lnTo>
                  <a:lnTo>
                    <a:pt x="476739" y="96073"/>
                  </a:lnTo>
                  <a:lnTo>
                    <a:pt x="444184" y="63518"/>
                  </a:lnTo>
                  <a:lnTo>
                    <a:pt x="406484" y="36872"/>
                  </a:lnTo>
                  <a:lnTo>
                    <a:pt x="364400" y="16895"/>
                  </a:lnTo>
                  <a:lnTo>
                    <a:pt x="31869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12414" y="50109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28"/>
                  </a:moveTo>
                  <a:lnTo>
                    <a:pt x="4350" y="221563"/>
                  </a:lnTo>
                  <a:lnTo>
                    <a:pt x="16895" y="175857"/>
                  </a:lnTo>
                  <a:lnTo>
                    <a:pt x="36872" y="133773"/>
                  </a:lnTo>
                  <a:lnTo>
                    <a:pt x="63518" y="96073"/>
                  </a:lnTo>
                  <a:lnTo>
                    <a:pt x="96073" y="63518"/>
                  </a:lnTo>
                  <a:lnTo>
                    <a:pt x="133773" y="36872"/>
                  </a:lnTo>
                  <a:lnTo>
                    <a:pt x="175857" y="16895"/>
                  </a:lnTo>
                  <a:lnTo>
                    <a:pt x="221563" y="4350"/>
                  </a:lnTo>
                  <a:lnTo>
                    <a:pt x="270128" y="0"/>
                  </a:lnTo>
                  <a:lnTo>
                    <a:pt x="318694" y="4350"/>
                  </a:lnTo>
                  <a:lnTo>
                    <a:pt x="364400" y="16895"/>
                  </a:lnTo>
                  <a:lnTo>
                    <a:pt x="406484" y="36872"/>
                  </a:lnTo>
                  <a:lnTo>
                    <a:pt x="444184" y="63518"/>
                  </a:lnTo>
                  <a:lnTo>
                    <a:pt x="476739" y="96073"/>
                  </a:lnTo>
                  <a:lnTo>
                    <a:pt x="503385" y="133773"/>
                  </a:lnTo>
                  <a:lnTo>
                    <a:pt x="523362" y="175857"/>
                  </a:lnTo>
                  <a:lnTo>
                    <a:pt x="535907" y="221563"/>
                  </a:lnTo>
                  <a:lnTo>
                    <a:pt x="540258" y="270128"/>
                  </a:lnTo>
                  <a:lnTo>
                    <a:pt x="535907" y="318694"/>
                  </a:lnTo>
                  <a:lnTo>
                    <a:pt x="523362" y="364400"/>
                  </a:lnTo>
                  <a:lnTo>
                    <a:pt x="503385" y="406484"/>
                  </a:lnTo>
                  <a:lnTo>
                    <a:pt x="476739" y="444184"/>
                  </a:lnTo>
                  <a:lnTo>
                    <a:pt x="444184" y="476739"/>
                  </a:lnTo>
                  <a:lnTo>
                    <a:pt x="406484" y="503385"/>
                  </a:lnTo>
                  <a:lnTo>
                    <a:pt x="364400" y="523362"/>
                  </a:lnTo>
                  <a:lnTo>
                    <a:pt x="318694" y="535907"/>
                  </a:lnTo>
                  <a:lnTo>
                    <a:pt x="270128" y="540257"/>
                  </a:lnTo>
                  <a:lnTo>
                    <a:pt x="221563" y="535907"/>
                  </a:lnTo>
                  <a:lnTo>
                    <a:pt x="175857" y="523362"/>
                  </a:lnTo>
                  <a:lnTo>
                    <a:pt x="133773" y="503385"/>
                  </a:lnTo>
                  <a:lnTo>
                    <a:pt x="96073" y="476739"/>
                  </a:lnTo>
                  <a:lnTo>
                    <a:pt x="63518" y="444184"/>
                  </a:lnTo>
                  <a:lnTo>
                    <a:pt x="36872" y="406484"/>
                  </a:lnTo>
                  <a:lnTo>
                    <a:pt x="16895" y="364400"/>
                  </a:lnTo>
                  <a:lnTo>
                    <a:pt x="4350" y="318694"/>
                  </a:lnTo>
                  <a:lnTo>
                    <a:pt x="0" y="270128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99478" y="42463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33131" y="908303"/>
            <a:ext cx="890269" cy="2520950"/>
          </a:xfrm>
          <a:custGeom>
            <a:avLst/>
            <a:gdLst/>
            <a:ahLst/>
            <a:cxnLst/>
            <a:rect l="l" t="t" r="r" b="b"/>
            <a:pathLst>
              <a:path w="890270" h="2520950">
                <a:moveTo>
                  <a:pt x="0" y="148336"/>
                </a:moveTo>
                <a:lnTo>
                  <a:pt x="7563" y="101453"/>
                </a:lnTo>
                <a:lnTo>
                  <a:pt x="28622" y="60734"/>
                </a:lnTo>
                <a:lnTo>
                  <a:pt x="60734" y="28622"/>
                </a:lnTo>
                <a:lnTo>
                  <a:pt x="101453" y="7563"/>
                </a:lnTo>
                <a:lnTo>
                  <a:pt x="148336" y="0"/>
                </a:lnTo>
                <a:lnTo>
                  <a:pt x="741679" y="0"/>
                </a:lnTo>
                <a:lnTo>
                  <a:pt x="788562" y="7563"/>
                </a:lnTo>
                <a:lnTo>
                  <a:pt x="829281" y="28622"/>
                </a:lnTo>
                <a:lnTo>
                  <a:pt x="861393" y="60734"/>
                </a:lnTo>
                <a:lnTo>
                  <a:pt x="882452" y="101453"/>
                </a:lnTo>
                <a:lnTo>
                  <a:pt x="890016" y="148336"/>
                </a:lnTo>
                <a:lnTo>
                  <a:pt x="890016" y="2372360"/>
                </a:lnTo>
                <a:lnTo>
                  <a:pt x="882452" y="2419242"/>
                </a:lnTo>
                <a:lnTo>
                  <a:pt x="861393" y="2459961"/>
                </a:lnTo>
                <a:lnTo>
                  <a:pt x="829281" y="2492073"/>
                </a:lnTo>
                <a:lnTo>
                  <a:pt x="788562" y="2513132"/>
                </a:lnTo>
                <a:lnTo>
                  <a:pt x="741679" y="2520696"/>
                </a:lnTo>
                <a:lnTo>
                  <a:pt x="148336" y="2520696"/>
                </a:lnTo>
                <a:lnTo>
                  <a:pt x="101453" y="2513132"/>
                </a:lnTo>
                <a:lnTo>
                  <a:pt x="60734" y="2492073"/>
                </a:lnTo>
                <a:lnTo>
                  <a:pt x="28622" y="2459961"/>
                </a:lnTo>
                <a:lnTo>
                  <a:pt x="7563" y="2419242"/>
                </a:lnTo>
                <a:lnTo>
                  <a:pt x="0" y="2372360"/>
                </a:lnTo>
                <a:lnTo>
                  <a:pt x="0" y="148336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28" name="object 2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32" name="object 3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05400" y="5782055"/>
            <a:ext cx="579120" cy="578485"/>
            <a:chOff x="5105400" y="5782055"/>
            <a:chExt cx="579120" cy="578485"/>
          </a:xfrm>
        </p:grpSpPr>
        <p:sp>
          <p:nvSpPr>
            <p:cNvPr id="37" name="object 37"/>
            <p:cNvSpPr/>
            <p:nvPr/>
          </p:nvSpPr>
          <p:spPr>
            <a:xfrm>
              <a:off x="5124450" y="5801105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270510" y="0"/>
                  </a:moveTo>
                  <a:lnTo>
                    <a:pt x="221897" y="4352"/>
                  </a:lnTo>
                  <a:lnTo>
                    <a:pt x="176139" y="16900"/>
                  </a:lnTo>
                  <a:lnTo>
                    <a:pt x="133999" y="36880"/>
                  </a:lnTo>
                  <a:lnTo>
                    <a:pt x="96243" y="63531"/>
                  </a:lnTo>
                  <a:lnTo>
                    <a:pt x="63635" y="96088"/>
                  </a:lnTo>
                  <a:lnTo>
                    <a:pt x="36942" y="133790"/>
                  </a:lnTo>
                  <a:lnTo>
                    <a:pt x="16929" y="175872"/>
                  </a:lnTo>
                  <a:lnTo>
                    <a:pt x="4359" y="221573"/>
                  </a:lnTo>
                  <a:lnTo>
                    <a:pt x="0" y="270129"/>
                  </a:lnTo>
                  <a:lnTo>
                    <a:pt x="4359" y="318684"/>
                  </a:lnTo>
                  <a:lnTo>
                    <a:pt x="16929" y="364385"/>
                  </a:lnTo>
                  <a:lnTo>
                    <a:pt x="36942" y="406467"/>
                  </a:lnTo>
                  <a:lnTo>
                    <a:pt x="63635" y="444169"/>
                  </a:lnTo>
                  <a:lnTo>
                    <a:pt x="96243" y="476726"/>
                  </a:lnTo>
                  <a:lnTo>
                    <a:pt x="133999" y="503377"/>
                  </a:lnTo>
                  <a:lnTo>
                    <a:pt x="176139" y="523357"/>
                  </a:lnTo>
                  <a:lnTo>
                    <a:pt x="221897" y="535905"/>
                  </a:lnTo>
                  <a:lnTo>
                    <a:pt x="270510" y="540258"/>
                  </a:lnTo>
                  <a:lnTo>
                    <a:pt x="319122" y="535905"/>
                  </a:lnTo>
                  <a:lnTo>
                    <a:pt x="364880" y="523357"/>
                  </a:lnTo>
                  <a:lnTo>
                    <a:pt x="407020" y="503377"/>
                  </a:lnTo>
                  <a:lnTo>
                    <a:pt x="444776" y="476726"/>
                  </a:lnTo>
                  <a:lnTo>
                    <a:pt x="477384" y="444169"/>
                  </a:lnTo>
                  <a:lnTo>
                    <a:pt x="504077" y="406467"/>
                  </a:lnTo>
                  <a:lnTo>
                    <a:pt x="524090" y="364385"/>
                  </a:lnTo>
                  <a:lnTo>
                    <a:pt x="536660" y="318684"/>
                  </a:lnTo>
                  <a:lnTo>
                    <a:pt x="541020" y="270129"/>
                  </a:lnTo>
                  <a:lnTo>
                    <a:pt x="536660" y="221573"/>
                  </a:lnTo>
                  <a:lnTo>
                    <a:pt x="524090" y="175872"/>
                  </a:lnTo>
                  <a:lnTo>
                    <a:pt x="504077" y="133790"/>
                  </a:lnTo>
                  <a:lnTo>
                    <a:pt x="477384" y="96088"/>
                  </a:lnTo>
                  <a:lnTo>
                    <a:pt x="444776" y="63531"/>
                  </a:lnTo>
                  <a:lnTo>
                    <a:pt x="407020" y="36880"/>
                  </a:lnTo>
                  <a:lnTo>
                    <a:pt x="364880" y="16900"/>
                  </a:lnTo>
                  <a:lnTo>
                    <a:pt x="319122" y="4352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24450" y="5801105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0" y="270129"/>
                  </a:moveTo>
                  <a:lnTo>
                    <a:pt x="4359" y="221573"/>
                  </a:lnTo>
                  <a:lnTo>
                    <a:pt x="16929" y="175872"/>
                  </a:lnTo>
                  <a:lnTo>
                    <a:pt x="36942" y="133790"/>
                  </a:lnTo>
                  <a:lnTo>
                    <a:pt x="63635" y="96088"/>
                  </a:lnTo>
                  <a:lnTo>
                    <a:pt x="96243" y="63531"/>
                  </a:lnTo>
                  <a:lnTo>
                    <a:pt x="133999" y="36880"/>
                  </a:lnTo>
                  <a:lnTo>
                    <a:pt x="176139" y="16900"/>
                  </a:lnTo>
                  <a:lnTo>
                    <a:pt x="221897" y="4352"/>
                  </a:lnTo>
                  <a:lnTo>
                    <a:pt x="270510" y="0"/>
                  </a:lnTo>
                  <a:lnTo>
                    <a:pt x="319122" y="4352"/>
                  </a:lnTo>
                  <a:lnTo>
                    <a:pt x="364880" y="16900"/>
                  </a:lnTo>
                  <a:lnTo>
                    <a:pt x="407020" y="36880"/>
                  </a:lnTo>
                  <a:lnTo>
                    <a:pt x="444776" y="63531"/>
                  </a:lnTo>
                  <a:lnTo>
                    <a:pt x="477384" y="96088"/>
                  </a:lnTo>
                  <a:lnTo>
                    <a:pt x="504077" y="133790"/>
                  </a:lnTo>
                  <a:lnTo>
                    <a:pt x="524090" y="175872"/>
                  </a:lnTo>
                  <a:lnTo>
                    <a:pt x="536660" y="221573"/>
                  </a:lnTo>
                  <a:lnTo>
                    <a:pt x="541020" y="270129"/>
                  </a:lnTo>
                  <a:lnTo>
                    <a:pt x="536660" y="318684"/>
                  </a:lnTo>
                  <a:lnTo>
                    <a:pt x="524090" y="364385"/>
                  </a:lnTo>
                  <a:lnTo>
                    <a:pt x="504077" y="406467"/>
                  </a:lnTo>
                  <a:lnTo>
                    <a:pt x="477384" y="444169"/>
                  </a:lnTo>
                  <a:lnTo>
                    <a:pt x="444776" y="476726"/>
                  </a:lnTo>
                  <a:lnTo>
                    <a:pt x="407020" y="503377"/>
                  </a:lnTo>
                  <a:lnTo>
                    <a:pt x="364880" y="523357"/>
                  </a:lnTo>
                  <a:lnTo>
                    <a:pt x="319122" y="535905"/>
                  </a:lnTo>
                  <a:lnTo>
                    <a:pt x="270510" y="540258"/>
                  </a:lnTo>
                  <a:lnTo>
                    <a:pt x="221897" y="535905"/>
                  </a:lnTo>
                  <a:lnTo>
                    <a:pt x="176139" y="523357"/>
                  </a:lnTo>
                  <a:lnTo>
                    <a:pt x="133999" y="503377"/>
                  </a:lnTo>
                  <a:lnTo>
                    <a:pt x="96243" y="476726"/>
                  </a:lnTo>
                  <a:lnTo>
                    <a:pt x="63635" y="444169"/>
                  </a:lnTo>
                  <a:lnTo>
                    <a:pt x="36942" y="406467"/>
                  </a:lnTo>
                  <a:lnTo>
                    <a:pt x="16929" y="364385"/>
                  </a:lnTo>
                  <a:lnTo>
                    <a:pt x="4359" y="318684"/>
                  </a:lnTo>
                  <a:lnTo>
                    <a:pt x="0" y="270129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911906BB-5289-2A48-8886-ACF9EBD96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9478" y="42463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7" name="object 17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1" name="object 21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02402" y="3425190"/>
            <a:ext cx="1720850" cy="673100"/>
          </a:xfrm>
          <a:custGeom>
            <a:avLst/>
            <a:gdLst/>
            <a:ahLst/>
            <a:cxnLst/>
            <a:rect l="l" t="t" r="r" b="b"/>
            <a:pathLst>
              <a:path w="1720850" h="673100">
                <a:moveTo>
                  <a:pt x="1720596" y="0"/>
                </a:moveTo>
                <a:lnTo>
                  <a:pt x="0" y="0"/>
                </a:lnTo>
                <a:lnTo>
                  <a:pt x="0" y="461772"/>
                </a:lnTo>
                <a:lnTo>
                  <a:pt x="1003680" y="461772"/>
                </a:lnTo>
                <a:lnTo>
                  <a:pt x="1472438" y="672846"/>
                </a:lnTo>
                <a:lnTo>
                  <a:pt x="1433829" y="461772"/>
                </a:lnTo>
                <a:lnTo>
                  <a:pt x="1720596" y="461772"/>
                </a:lnTo>
                <a:lnTo>
                  <a:pt x="172059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721858" y="3262883"/>
            <a:ext cx="1179830" cy="108902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𝟏𝟒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 Math"/>
                <a:cs typeface="Cambria Math"/>
              </a:rPr>
              <a:t>𝟏𝟑</a:t>
            </a:r>
            <a:endParaRPr sz="2400">
              <a:latin typeface="Cambria Math"/>
              <a:cs typeface="Cambria Math"/>
            </a:endParaRPr>
          </a:p>
          <a:p>
            <a:pPr marR="120650" algn="ctr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10FDE09A-6BD4-0444-B3A4-38CB90306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99478" y="42463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8" name="object 1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2" name="object 2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271BF2F4-4944-D548-B505-43886DFD2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99478" y="42463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86350" y="908303"/>
            <a:ext cx="890269" cy="2520950"/>
          </a:xfrm>
          <a:custGeom>
            <a:avLst/>
            <a:gdLst/>
            <a:ahLst/>
            <a:cxnLst/>
            <a:rect l="l" t="t" r="r" b="b"/>
            <a:pathLst>
              <a:path w="890270" h="2520950">
                <a:moveTo>
                  <a:pt x="0" y="148336"/>
                </a:moveTo>
                <a:lnTo>
                  <a:pt x="7563" y="101453"/>
                </a:lnTo>
                <a:lnTo>
                  <a:pt x="28622" y="60734"/>
                </a:lnTo>
                <a:lnTo>
                  <a:pt x="60734" y="28622"/>
                </a:lnTo>
                <a:lnTo>
                  <a:pt x="101453" y="7563"/>
                </a:lnTo>
                <a:lnTo>
                  <a:pt x="148336" y="0"/>
                </a:lnTo>
                <a:lnTo>
                  <a:pt x="741679" y="0"/>
                </a:lnTo>
                <a:lnTo>
                  <a:pt x="788562" y="7563"/>
                </a:lnTo>
                <a:lnTo>
                  <a:pt x="829281" y="28622"/>
                </a:lnTo>
                <a:lnTo>
                  <a:pt x="861393" y="60734"/>
                </a:lnTo>
                <a:lnTo>
                  <a:pt x="882452" y="101453"/>
                </a:lnTo>
                <a:lnTo>
                  <a:pt x="890015" y="148336"/>
                </a:lnTo>
                <a:lnTo>
                  <a:pt x="890015" y="2372360"/>
                </a:lnTo>
                <a:lnTo>
                  <a:pt x="882452" y="2419242"/>
                </a:lnTo>
                <a:lnTo>
                  <a:pt x="861393" y="2459961"/>
                </a:lnTo>
                <a:lnTo>
                  <a:pt x="829281" y="2492073"/>
                </a:lnTo>
                <a:lnTo>
                  <a:pt x="788562" y="2513132"/>
                </a:lnTo>
                <a:lnTo>
                  <a:pt x="741679" y="2520696"/>
                </a:lnTo>
                <a:lnTo>
                  <a:pt x="148336" y="2520696"/>
                </a:lnTo>
                <a:lnTo>
                  <a:pt x="101453" y="2513132"/>
                </a:lnTo>
                <a:lnTo>
                  <a:pt x="60734" y="2492073"/>
                </a:lnTo>
                <a:lnTo>
                  <a:pt x="28622" y="2459961"/>
                </a:lnTo>
                <a:lnTo>
                  <a:pt x="7563" y="2419242"/>
                </a:lnTo>
                <a:lnTo>
                  <a:pt x="0" y="2372360"/>
                </a:lnTo>
                <a:lnTo>
                  <a:pt x="0" y="148336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9" name="object 1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3" name="object 2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807A16F3-4FEB-E347-B628-A646CF287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6919" y="42463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7" name="object 17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1" name="object 21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02402" y="3425190"/>
            <a:ext cx="1720850" cy="673100"/>
          </a:xfrm>
          <a:custGeom>
            <a:avLst/>
            <a:gdLst/>
            <a:ahLst/>
            <a:cxnLst/>
            <a:rect l="l" t="t" r="r" b="b"/>
            <a:pathLst>
              <a:path w="1720850" h="673100">
                <a:moveTo>
                  <a:pt x="1720596" y="0"/>
                </a:moveTo>
                <a:lnTo>
                  <a:pt x="0" y="0"/>
                </a:lnTo>
                <a:lnTo>
                  <a:pt x="0" y="461772"/>
                </a:lnTo>
                <a:lnTo>
                  <a:pt x="1003680" y="461772"/>
                </a:lnTo>
                <a:lnTo>
                  <a:pt x="1472438" y="672846"/>
                </a:lnTo>
                <a:lnTo>
                  <a:pt x="1433829" y="461772"/>
                </a:lnTo>
                <a:lnTo>
                  <a:pt x="1720596" y="461772"/>
                </a:lnTo>
                <a:lnTo>
                  <a:pt x="172059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13044" y="3262883"/>
            <a:ext cx="998219" cy="108902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𝟏𝟑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400">
              <a:latin typeface="Cambria Math"/>
              <a:cs typeface="Cambria Math"/>
            </a:endParaRPr>
          </a:p>
          <a:p>
            <a:pPr marR="121285" algn="ctr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0AF98214-2261-894E-ADF9-64E5093AE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6919" y="42463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10071" y="908303"/>
            <a:ext cx="890269" cy="2520950"/>
          </a:xfrm>
          <a:custGeom>
            <a:avLst/>
            <a:gdLst/>
            <a:ahLst/>
            <a:cxnLst/>
            <a:rect l="l" t="t" r="r" b="b"/>
            <a:pathLst>
              <a:path w="890270" h="2520950">
                <a:moveTo>
                  <a:pt x="0" y="148336"/>
                </a:moveTo>
                <a:lnTo>
                  <a:pt x="7563" y="101453"/>
                </a:lnTo>
                <a:lnTo>
                  <a:pt x="28622" y="60734"/>
                </a:lnTo>
                <a:lnTo>
                  <a:pt x="60734" y="28622"/>
                </a:lnTo>
                <a:lnTo>
                  <a:pt x="101453" y="7563"/>
                </a:lnTo>
                <a:lnTo>
                  <a:pt x="148336" y="0"/>
                </a:lnTo>
                <a:lnTo>
                  <a:pt x="741679" y="0"/>
                </a:lnTo>
                <a:lnTo>
                  <a:pt x="788562" y="7563"/>
                </a:lnTo>
                <a:lnTo>
                  <a:pt x="829281" y="28622"/>
                </a:lnTo>
                <a:lnTo>
                  <a:pt x="861393" y="60734"/>
                </a:lnTo>
                <a:lnTo>
                  <a:pt x="882452" y="101453"/>
                </a:lnTo>
                <a:lnTo>
                  <a:pt x="890016" y="148336"/>
                </a:lnTo>
                <a:lnTo>
                  <a:pt x="890016" y="2372360"/>
                </a:lnTo>
                <a:lnTo>
                  <a:pt x="882452" y="2419242"/>
                </a:lnTo>
                <a:lnTo>
                  <a:pt x="861393" y="2459961"/>
                </a:lnTo>
                <a:lnTo>
                  <a:pt x="829281" y="2492073"/>
                </a:lnTo>
                <a:lnTo>
                  <a:pt x="788562" y="2513132"/>
                </a:lnTo>
                <a:lnTo>
                  <a:pt x="741679" y="2520696"/>
                </a:lnTo>
                <a:lnTo>
                  <a:pt x="148336" y="2520696"/>
                </a:lnTo>
                <a:lnTo>
                  <a:pt x="101453" y="2513132"/>
                </a:lnTo>
                <a:lnTo>
                  <a:pt x="60734" y="2492073"/>
                </a:lnTo>
                <a:lnTo>
                  <a:pt x="28622" y="2459961"/>
                </a:lnTo>
                <a:lnTo>
                  <a:pt x="7563" y="2419242"/>
                </a:lnTo>
                <a:lnTo>
                  <a:pt x="0" y="2372360"/>
                </a:lnTo>
                <a:lnTo>
                  <a:pt x="0" y="148336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9" name="object 1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3" name="object 2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E8868D7C-14CA-B844-8EBF-D16738ADC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06919" y="42463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10071" y="908303"/>
            <a:ext cx="890269" cy="2520950"/>
          </a:xfrm>
          <a:custGeom>
            <a:avLst/>
            <a:gdLst/>
            <a:ahLst/>
            <a:cxnLst/>
            <a:rect l="l" t="t" r="r" b="b"/>
            <a:pathLst>
              <a:path w="890270" h="2520950">
                <a:moveTo>
                  <a:pt x="0" y="148336"/>
                </a:moveTo>
                <a:lnTo>
                  <a:pt x="7563" y="101453"/>
                </a:lnTo>
                <a:lnTo>
                  <a:pt x="28622" y="60734"/>
                </a:lnTo>
                <a:lnTo>
                  <a:pt x="60734" y="28622"/>
                </a:lnTo>
                <a:lnTo>
                  <a:pt x="101453" y="7563"/>
                </a:lnTo>
                <a:lnTo>
                  <a:pt x="148336" y="0"/>
                </a:lnTo>
                <a:lnTo>
                  <a:pt x="741679" y="0"/>
                </a:lnTo>
                <a:lnTo>
                  <a:pt x="788562" y="7563"/>
                </a:lnTo>
                <a:lnTo>
                  <a:pt x="829281" y="28622"/>
                </a:lnTo>
                <a:lnTo>
                  <a:pt x="861393" y="60734"/>
                </a:lnTo>
                <a:lnTo>
                  <a:pt x="882452" y="101453"/>
                </a:lnTo>
                <a:lnTo>
                  <a:pt x="890016" y="148336"/>
                </a:lnTo>
                <a:lnTo>
                  <a:pt x="890016" y="2372360"/>
                </a:lnTo>
                <a:lnTo>
                  <a:pt x="882452" y="2419242"/>
                </a:lnTo>
                <a:lnTo>
                  <a:pt x="861393" y="2459961"/>
                </a:lnTo>
                <a:lnTo>
                  <a:pt x="829281" y="2492073"/>
                </a:lnTo>
                <a:lnTo>
                  <a:pt x="788562" y="2513132"/>
                </a:lnTo>
                <a:lnTo>
                  <a:pt x="741679" y="2520696"/>
                </a:lnTo>
                <a:lnTo>
                  <a:pt x="148336" y="2520696"/>
                </a:lnTo>
                <a:lnTo>
                  <a:pt x="101453" y="2513132"/>
                </a:lnTo>
                <a:lnTo>
                  <a:pt x="60734" y="2492073"/>
                </a:lnTo>
                <a:lnTo>
                  <a:pt x="28622" y="2459961"/>
                </a:lnTo>
                <a:lnTo>
                  <a:pt x="7563" y="2419242"/>
                </a:lnTo>
                <a:lnTo>
                  <a:pt x="0" y="2372360"/>
                </a:lnTo>
                <a:lnTo>
                  <a:pt x="0" y="148336"/>
                </a:lnTo>
                <a:close/>
              </a:path>
            </a:pathLst>
          </a:custGeom>
          <a:ln w="38100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9" name="object 1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3" name="object 2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8C43331E-C942-9849-845A-A01380387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solidFill>
                            <a:srgbClr val="BEBEBE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364" y="4201667"/>
            <a:ext cx="4590542" cy="21587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9080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7014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3150" y="477367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3376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2488" y="49961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17" name="object 17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21" name="object 21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6919" y="42463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4F579DEC-ADCE-204A-BFBA-EC513892B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207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9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10" dirty="0">
                          <a:latin typeface="Cambria Math"/>
                          <a:cs typeface="Cambria Math"/>
                        </a:rPr>
                        <a:t>𝒄𝒐𝒍𝒐𝒓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81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6918197" y="4201667"/>
            <a:ext cx="578485" cy="578485"/>
            <a:chOff x="6918197" y="4201667"/>
            <a:chExt cx="578485" cy="578485"/>
          </a:xfrm>
        </p:grpSpPr>
        <p:sp>
          <p:nvSpPr>
            <p:cNvPr id="5" name="object 5"/>
            <p:cNvSpPr/>
            <p:nvPr/>
          </p:nvSpPr>
          <p:spPr>
            <a:xfrm>
              <a:off x="6937247" y="422071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270128" y="0"/>
                  </a:moveTo>
                  <a:lnTo>
                    <a:pt x="221563" y="4350"/>
                  </a:lnTo>
                  <a:lnTo>
                    <a:pt x="175857" y="16895"/>
                  </a:lnTo>
                  <a:lnTo>
                    <a:pt x="133773" y="36872"/>
                  </a:lnTo>
                  <a:lnTo>
                    <a:pt x="96073" y="63518"/>
                  </a:lnTo>
                  <a:lnTo>
                    <a:pt x="63518" y="96073"/>
                  </a:lnTo>
                  <a:lnTo>
                    <a:pt x="36872" y="133773"/>
                  </a:lnTo>
                  <a:lnTo>
                    <a:pt x="16895" y="175857"/>
                  </a:lnTo>
                  <a:lnTo>
                    <a:pt x="4350" y="221563"/>
                  </a:lnTo>
                  <a:lnTo>
                    <a:pt x="0" y="270128"/>
                  </a:lnTo>
                  <a:lnTo>
                    <a:pt x="4350" y="318694"/>
                  </a:lnTo>
                  <a:lnTo>
                    <a:pt x="16895" y="364400"/>
                  </a:lnTo>
                  <a:lnTo>
                    <a:pt x="36872" y="406484"/>
                  </a:lnTo>
                  <a:lnTo>
                    <a:pt x="63518" y="444184"/>
                  </a:lnTo>
                  <a:lnTo>
                    <a:pt x="96073" y="476739"/>
                  </a:lnTo>
                  <a:lnTo>
                    <a:pt x="133773" y="503385"/>
                  </a:lnTo>
                  <a:lnTo>
                    <a:pt x="175857" y="523362"/>
                  </a:lnTo>
                  <a:lnTo>
                    <a:pt x="221563" y="535907"/>
                  </a:lnTo>
                  <a:lnTo>
                    <a:pt x="270128" y="540257"/>
                  </a:lnTo>
                  <a:lnTo>
                    <a:pt x="318694" y="535907"/>
                  </a:lnTo>
                  <a:lnTo>
                    <a:pt x="364400" y="523362"/>
                  </a:lnTo>
                  <a:lnTo>
                    <a:pt x="406484" y="503385"/>
                  </a:lnTo>
                  <a:lnTo>
                    <a:pt x="444184" y="476739"/>
                  </a:lnTo>
                  <a:lnTo>
                    <a:pt x="476739" y="444184"/>
                  </a:lnTo>
                  <a:lnTo>
                    <a:pt x="503385" y="406484"/>
                  </a:lnTo>
                  <a:lnTo>
                    <a:pt x="523362" y="364400"/>
                  </a:lnTo>
                  <a:lnTo>
                    <a:pt x="535907" y="318694"/>
                  </a:lnTo>
                  <a:lnTo>
                    <a:pt x="540257" y="270128"/>
                  </a:lnTo>
                  <a:lnTo>
                    <a:pt x="535907" y="221563"/>
                  </a:lnTo>
                  <a:lnTo>
                    <a:pt x="523362" y="175857"/>
                  </a:lnTo>
                  <a:lnTo>
                    <a:pt x="503385" y="133773"/>
                  </a:lnTo>
                  <a:lnTo>
                    <a:pt x="476739" y="96073"/>
                  </a:lnTo>
                  <a:lnTo>
                    <a:pt x="444184" y="63518"/>
                  </a:lnTo>
                  <a:lnTo>
                    <a:pt x="406484" y="36872"/>
                  </a:lnTo>
                  <a:lnTo>
                    <a:pt x="364400" y="16895"/>
                  </a:lnTo>
                  <a:lnTo>
                    <a:pt x="31869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37247" y="4220717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28"/>
                  </a:moveTo>
                  <a:lnTo>
                    <a:pt x="4350" y="221563"/>
                  </a:lnTo>
                  <a:lnTo>
                    <a:pt x="16895" y="175857"/>
                  </a:lnTo>
                  <a:lnTo>
                    <a:pt x="36872" y="133773"/>
                  </a:lnTo>
                  <a:lnTo>
                    <a:pt x="63518" y="96073"/>
                  </a:lnTo>
                  <a:lnTo>
                    <a:pt x="96073" y="63518"/>
                  </a:lnTo>
                  <a:lnTo>
                    <a:pt x="133773" y="36872"/>
                  </a:lnTo>
                  <a:lnTo>
                    <a:pt x="175857" y="16895"/>
                  </a:lnTo>
                  <a:lnTo>
                    <a:pt x="221563" y="4350"/>
                  </a:lnTo>
                  <a:lnTo>
                    <a:pt x="270128" y="0"/>
                  </a:lnTo>
                  <a:lnTo>
                    <a:pt x="318694" y="4350"/>
                  </a:lnTo>
                  <a:lnTo>
                    <a:pt x="364400" y="16895"/>
                  </a:lnTo>
                  <a:lnTo>
                    <a:pt x="406484" y="36872"/>
                  </a:lnTo>
                  <a:lnTo>
                    <a:pt x="444184" y="63518"/>
                  </a:lnTo>
                  <a:lnTo>
                    <a:pt x="476739" y="96073"/>
                  </a:lnTo>
                  <a:lnTo>
                    <a:pt x="503385" y="133773"/>
                  </a:lnTo>
                  <a:lnTo>
                    <a:pt x="523362" y="175857"/>
                  </a:lnTo>
                  <a:lnTo>
                    <a:pt x="535907" y="221563"/>
                  </a:lnTo>
                  <a:lnTo>
                    <a:pt x="540257" y="270128"/>
                  </a:lnTo>
                  <a:lnTo>
                    <a:pt x="535907" y="318694"/>
                  </a:lnTo>
                  <a:lnTo>
                    <a:pt x="523362" y="364400"/>
                  </a:lnTo>
                  <a:lnTo>
                    <a:pt x="503385" y="406484"/>
                  </a:lnTo>
                  <a:lnTo>
                    <a:pt x="476739" y="444184"/>
                  </a:lnTo>
                  <a:lnTo>
                    <a:pt x="444184" y="476739"/>
                  </a:lnTo>
                  <a:lnTo>
                    <a:pt x="406484" y="503385"/>
                  </a:lnTo>
                  <a:lnTo>
                    <a:pt x="364400" y="523362"/>
                  </a:lnTo>
                  <a:lnTo>
                    <a:pt x="318694" y="535907"/>
                  </a:lnTo>
                  <a:lnTo>
                    <a:pt x="270128" y="540257"/>
                  </a:lnTo>
                  <a:lnTo>
                    <a:pt x="221563" y="535907"/>
                  </a:lnTo>
                  <a:lnTo>
                    <a:pt x="175857" y="523362"/>
                  </a:lnTo>
                  <a:lnTo>
                    <a:pt x="133773" y="503385"/>
                  </a:lnTo>
                  <a:lnTo>
                    <a:pt x="96073" y="476739"/>
                  </a:lnTo>
                  <a:lnTo>
                    <a:pt x="63518" y="444184"/>
                  </a:lnTo>
                  <a:lnTo>
                    <a:pt x="36872" y="406484"/>
                  </a:lnTo>
                  <a:lnTo>
                    <a:pt x="16895" y="364400"/>
                  </a:lnTo>
                  <a:lnTo>
                    <a:pt x="4350" y="318694"/>
                  </a:lnTo>
                  <a:lnTo>
                    <a:pt x="0" y="270128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06919" y="42463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65677" y="4201667"/>
            <a:ext cx="3731260" cy="2159000"/>
            <a:chOff x="3765677" y="4201667"/>
            <a:chExt cx="3731260" cy="2159000"/>
          </a:xfrm>
        </p:grpSpPr>
        <p:sp>
          <p:nvSpPr>
            <p:cNvPr id="9" name="object 9"/>
            <p:cNvSpPr/>
            <p:nvPr/>
          </p:nvSpPr>
          <p:spPr>
            <a:xfrm>
              <a:off x="5665089" y="4411852"/>
              <a:ext cx="1272540" cy="114300"/>
            </a:xfrm>
            <a:custGeom>
              <a:avLst/>
              <a:gdLst/>
              <a:ahLst/>
              <a:cxnLst/>
              <a:rect l="l" t="t" r="r" b="b"/>
              <a:pathLst>
                <a:path w="1272540" h="114300">
                  <a:moveTo>
                    <a:pt x="1236193" y="37719"/>
                  </a:moveTo>
                  <a:lnTo>
                    <a:pt x="1176909" y="37719"/>
                  </a:lnTo>
                  <a:lnTo>
                    <a:pt x="1177543" y="75819"/>
                  </a:lnTo>
                  <a:lnTo>
                    <a:pt x="1158535" y="76175"/>
                  </a:lnTo>
                  <a:lnTo>
                    <a:pt x="1159256" y="114300"/>
                  </a:lnTo>
                  <a:lnTo>
                    <a:pt x="1272413" y="54991"/>
                  </a:lnTo>
                  <a:lnTo>
                    <a:pt x="1236193" y="37719"/>
                  </a:lnTo>
                  <a:close/>
                </a:path>
                <a:path w="1272540" h="114300">
                  <a:moveTo>
                    <a:pt x="1157816" y="38077"/>
                  </a:moveTo>
                  <a:lnTo>
                    <a:pt x="0" y="59817"/>
                  </a:lnTo>
                  <a:lnTo>
                    <a:pt x="762" y="97917"/>
                  </a:lnTo>
                  <a:lnTo>
                    <a:pt x="1158535" y="76175"/>
                  </a:lnTo>
                  <a:lnTo>
                    <a:pt x="1157816" y="38077"/>
                  </a:lnTo>
                  <a:close/>
                </a:path>
                <a:path w="1272540" h="114300">
                  <a:moveTo>
                    <a:pt x="1176909" y="37719"/>
                  </a:moveTo>
                  <a:lnTo>
                    <a:pt x="1157816" y="38077"/>
                  </a:lnTo>
                  <a:lnTo>
                    <a:pt x="1158535" y="76175"/>
                  </a:lnTo>
                  <a:lnTo>
                    <a:pt x="1177543" y="75819"/>
                  </a:lnTo>
                  <a:lnTo>
                    <a:pt x="1176909" y="37719"/>
                  </a:lnTo>
                  <a:close/>
                </a:path>
                <a:path w="1272540" h="114300">
                  <a:moveTo>
                    <a:pt x="1157096" y="0"/>
                  </a:moveTo>
                  <a:lnTo>
                    <a:pt x="1157816" y="38077"/>
                  </a:lnTo>
                  <a:lnTo>
                    <a:pt x="1176909" y="37719"/>
                  </a:lnTo>
                  <a:lnTo>
                    <a:pt x="1236193" y="37719"/>
                  </a:lnTo>
                  <a:lnTo>
                    <a:pt x="1157096" y="0"/>
                  </a:lnTo>
                  <a:close/>
                </a:path>
              </a:pathLst>
            </a:custGeom>
            <a:solidFill>
              <a:srgbClr val="18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4450" y="4220717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270510" y="0"/>
                  </a:moveTo>
                  <a:lnTo>
                    <a:pt x="221897" y="4350"/>
                  </a:lnTo>
                  <a:lnTo>
                    <a:pt x="176139" y="16895"/>
                  </a:lnTo>
                  <a:lnTo>
                    <a:pt x="133999" y="36872"/>
                  </a:lnTo>
                  <a:lnTo>
                    <a:pt x="96243" y="63518"/>
                  </a:lnTo>
                  <a:lnTo>
                    <a:pt x="63635" y="96073"/>
                  </a:lnTo>
                  <a:lnTo>
                    <a:pt x="36942" y="133773"/>
                  </a:lnTo>
                  <a:lnTo>
                    <a:pt x="16929" y="175857"/>
                  </a:lnTo>
                  <a:lnTo>
                    <a:pt x="4359" y="221563"/>
                  </a:lnTo>
                  <a:lnTo>
                    <a:pt x="0" y="270128"/>
                  </a:lnTo>
                  <a:lnTo>
                    <a:pt x="4359" y="318694"/>
                  </a:lnTo>
                  <a:lnTo>
                    <a:pt x="16929" y="364400"/>
                  </a:lnTo>
                  <a:lnTo>
                    <a:pt x="36942" y="406484"/>
                  </a:lnTo>
                  <a:lnTo>
                    <a:pt x="63635" y="444184"/>
                  </a:lnTo>
                  <a:lnTo>
                    <a:pt x="96243" y="476739"/>
                  </a:lnTo>
                  <a:lnTo>
                    <a:pt x="133999" y="503385"/>
                  </a:lnTo>
                  <a:lnTo>
                    <a:pt x="176139" y="523362"/>
                  </a:lnTo>
                  <a:lnTo>
                    <a:pt x="221897" y="535907"/>
                  </a:lnTo>
                  <a:lnTo>
                    <a:pt x="270510" y="540257"/>
                  </a:lnTo>
                  <a:lnTo>
                    <a:pt x="319122" y="535907"/>
                  </a:lnTo>
                  <a:lnTo>
                    <a:pt x="364880" y="523362"/>
                  </a:lnTo>
                  <a:lnTo>
                    <a:pt x="407020" y="503385"/>
                  </a:lnTo>
                  <a:lnTo>
                    <a:pt x="444776" y="476739"/>
                  </a:lnTo>
                  <a:lnTo>
                    <a:pt x="477384" y="444184"/>
                  </a:lnTo>
                  <a:lnTo>
                    <a:pt x="504077" y="406484"/>
                  </a:lnTo>
                  <a:lnTo>
                    <a:pt x="524090" y="364400"/>
                  </a:lnTo>
                  <a:lnTo>
                    <a:pt x="536660" y="318694"/>
                  </a:lnTo>
                  <a:lnTo>
                    <a:pt x="541020" y="270128"/>
                  </a:lnTo>
                  <a:lnTo>
                    <a:pt x="536660" y="221563"/>
                  </a:lnTo>
                  <a:lnTo>
                    <a:pt x="524090" y="175857"/>
                  </a:lnTo>
                  <a:lnTo>
                    <a:pt x="504077" y="133773"/>
                  </a:lnTo>
                  <a:lnTo>
                    <a:pt x="477384" y="96073"/>
                  </a:lnTo>
                  <a:lnTo>
                    <a:pt x="444776" y="63518"/>
                  </a:lnTo>
                  <a:lnTo>
                    <a:pt x="407020" y="36872"/>
                  </a:lnTo>
                  <a:lnTo>
                    <a:pt x="364880" y="16895"/>
                  </a:lnTo>
                  <a:lnTo>
                    <a:pt x="319122" y="4350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4450" y="4220717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0" y="270128"/>
                  </a:moveTo>
                  <a:lnTo>
                    <a:pt x="4359" y="221563"/>
                  </a:lnTo>
                  <a:lnTo>
                    <a:pt x="16929" y="175857"/>
                  </a:lnTo>
                  <a:lnTo>
                    <a:pt x="36942" y="133773"/>
                  </a:lnTo>
                  <a:lnTo>
                    <a:pt x="63635" y="96073"/>
                  </a:lnTo>
                  <a:lnTo>
                    <a:pt x="96243" y="63518"/>
                  </a:lnTo>
                  <a:lnTo>
                    <a:pt x="133999" y="36872"/>
                  </a:lnTo>
                  <a:lnTo>
                    <a:pt x="176139" y="16895"/>
                  </a:lnTo>
                  <a:lnTo>
                    <a:pt x="221897" y="4350"/>
                  </a:lnTo>
                  <a:lnTo>
                    <a:pt x="270510" y="0"/>
                  </a:lnTo>
                  <a:lnTo>
                    <a:pt x="319122" y="4350"/>
                  </a:lnTo>
                  <a:lnTo>
                    <a:pt x="364880" y="16895"/>
                  </a:lnTo>
                  <a:lnTo>
                    <a:pt x="407020" y="36872"/>
                  </a:lnTo>
                  <a:lnTo>
                    <a:pt x="444776" y="63518"/>
                  </a:lnTo>
                  <a:lnTo>
                    <a:pt x="477384" y="96073"/>
                  </a:lnTo>
                  <a:lnTo>
                    <a:pt x="504077" y="133773"/>
                  </a:lnTo>
                  <a:lnTo>
                    <a:pt x="524090" y="175857"/>
                  </a:lnTo>
                  <a:lnTo>
                    <a:pt x="536660" y="221563"/>
                  </a:lnTo>
                  <a:lnTo>
                    <a:pt x="541020" y="270128"/>
                  </a:lnTo>
                  <a:lnTo>
                    <a:pt x="536660" y="318694"/>
                  </a:lnTo>
                  <a:lnTo>
                    <a:pt x="524090" y="364400"/>
                  </a:lnTo>
                  <a:lnTo>
                    <a:pt x="504077" y="406484"/>
                  </a:lnTo>
                  <a:lnTo>
                    <a:pt x="477384" y="444184"/>
                  </a:lnTo>
                  <a:lnTo>
                    <a:pt x="444776" y="476739"/>
                  </a:lnTo>
                  <a:lnTo>
                    <a:pt x="407020" y="503385"/>
                  </a:lnTo>
                  <a:lnTo>
                    <a:pt x="364880" y="523362"/>
                  </a:lnTo>
                  <a:lnTo>
                    <a:pt x="319122" y="535907"/>
                  </a:lnTo>
                  <a:lnTo>
                    <a:pt x="270510" y="540257"/>
                  </a:lnTo>
                  <a:lnTo>
                    <a:pt x="221897" y="535907"/>
                  </a:lnTo>
                  <a:lnTo>
                    <a:pt x="176139" y="523362"/>
                  </a:lnTo>
                  <a:lnTo>
                    <a:pt x="133999" y="503385"/>
                  </a:lnTo>
                  <a:lnTo>
                    <a:pt x="96243" y="476739"/>
                  </a:lnTo>
                  <a:lnTo>
                    <a:pt x="63635" y="444184"/>
                  </a:lnTo>
                  <a:lnTo>
                    <a:pt x="36942" y="406484"/>
                  </a:lnTo>
                  <a:lnTo>
                    <a:pt x="16929" y="364400"/>
                  </a:lnTo>
                  <a:lnTo>
                    <a:pt x="4359" y="318694"/>
                  </a:lnTo>
                  <a:lnTo>
                    <a:pt x="0" y="270128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65677" y="4485258"/>
              <a:ext cx="1359535" cy="622935"/>
            </a:xfrm>
            <a:custGeom>
              <a:avLst/>
              <a:gdLst/>
              <a:ahLst/>
              <a:cxnLst/>
              <a:rect l="l" t="t" r="r" b="b"/>
              <a:pathLst>
                <a:path w="1359535" h="622935">
                  <a:moveTo>
                    <a:pt x="1246743" y="34900"/>
                  </a:moveTo>
                  <a:lnTo>
                    <a:pt x="0" y="587756"/>
                  </a:lnTo>
                  <a:lnTo>
                    <a:pt x="15494" y="622681"/>
                  </a:lnTo>
                  <a:lnTo>
                    <a:pt x="1262186" y="69722"/>
                  </a:lnTo>
                  <a:lnTo>
                    <a:pt x="1246743" y="34900"/>
                  </a:lnTo>
                  <a:close/>
                </a:path>
                <a:path w="1359535" h="622935">
                  <a:moveTo>
                    <a:pt x="1341507" y="27178"/>
                  </a:moveTo>
                  <a:lnTo>
                    <a:pt x="1264158" y="27178"/>
                  </a:lnTo>
                  <a:lnTo>
                    <a:pt x="1279652" y="61976"/>
                  </a:lnTo>
                  <a:lnTo>
                    <a:pt x="1262186" y="69722"/>
                  </a:lnTo>
                  <a:lnTo>
                    <a:pt x="1277620" y="104521"/>
                  </a:lnTo>
                  <a:lnTo>
                    <a:pt x="1341507" y="27178"/>
                  </a:lnTo>
                  <a:close/>
                </a:path>
                <a:path w="1359535" h="622935">
                  <a:moveTo>
                    <a:pt x="1264158" y="27178"/>
                  </a:moveTo>
                  <a:lnTo>
                    <a:pt x="1246743" y="34900"/>
                  </a:lnTo>
                  <a:lnTo>
                    <a:pt x="1262186" y="69722"/>
                  </a:lnTo>
                  <a:lnTo>
                    <a:pt x="1279652" y="61976"/>
                  </a:lnTo>
                  <a:lnTo>
                    <a:pt x="1264158" y="27178"/>
                  </a:lnTo>
                  <a:close/>
                </a:path>
                <a:path w="1359535" h="622935">
                  <a:moveTo>
                    <a:pt x="1231264" y="0"/>
                  </a:moveTo>
                  <a:lnTo>
                    <a:pt x="1246743" y="34900"/>
                  </a:lnTo>
                  <a:lnTo>
                    <a:pt x="1264158" y="27178"/>
                  </a:lnTo>
                  <a:lnTo>
                    <a:pt x="1341507" y="27178"/>
                  </a:lnTo>
                  <a:lnTo>
                    <a:pt x="1359027" y="5969"/>
                  </a:lnTo>
                  <a:lnTo>
                    <a:pt x="1231264" y="0"/>
                  </a:lnTo>
                  <a:close/>
                </a:path>
              </a:pathLst>
            </a:custGeom>
            <a:solidFill>
              <a:srgbClr val="18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37248" y="58011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270128" y="0"/>
                  </a:moveTo>
                  <a:lnTo>
                    <a:pt x="221563" y="4352"/>
                  </a:lnTo>
                  <a:lnTo>
                    <a:pt x="175857" y="16900"/>
                  </a:lnTo>
                  <a:lnTo>
                    <a:pt x="133773" y="36880"/>
                  </a:lnTo>
                  <a:lnTo>
                    <a:pt x="96073" y="63531"/>
                  </a:lnTo>
                  <a:lnTo>
                    <a:pt x="63518" y="96088"/>
                  </a:lnTo>
                  <a:lnTo>
                    <a:pt x="36872" y="133790"/>
                  </a:lnTo>
                  <a:lnTo>
                    <a:pt x="16895" y="175872"/>
                  </a:lnTo>
                  <a:lnTo>
                    <a:pt x="4350" y="221573"/>
                  </a:lnTo>
                  <a:lnTo>
                    <a:pt x="0" y="270129"/>
                  </a:lnTo>
                  <a:lnTo>
                    <a:pt x="4350" y="318684"/>
                  </a:lnTo>
                  <a:lnTo>
                    <a:pt x="16895" y="364385"/>
                  </a:lnTo>
                  <a:lnTo>
                    <a:pt x="36872" y="406467"/>
                  </a:lnTo>
                  <a:lnTo>
                    <a:pt x="63518" y="444169"/>
                  </a:lnTo>
                  <a:lnTo>
                    <a:pt x="96073" y="476726"/>
                  </a:lnTo>
                  <a:lnTo>
                    <a:pt x="133773" y="503377"/>
                  </a:lnTo>
                  <a:lnTo>
                    <a:pt x="175857" y="523357"/>
                  </a:lnTo>
                  <a:lnTo>
                    <a:pt x="221563" y="535905"/>
                  </a:lnTo>
                  <a:lnTo>
                    <a:pt x="270128" y="540258"/>
                  </a:lnTo>
                  <a:lnTo>
                    <a:pt x="318694" y="535905"/>
                  </a:lnTo>
                  <a:lnTo>
                    <a:pt x="364400" y="523357"/>
                  </a:lnTo>
                  <a:lnTo>
                    <a:pt x="406484" y="503377"/>
                  </a:lnTo>
                  <a:lnTo>
                    <a:pt x="444184" y="476726"/>
                  </a:lnTo>
                  <a:lnTo>
                    <a:pt x="476739" y="444169"/>
                  </a:lnTo>
                  <a:lnTo>
                    <a:pt x="503385" y="406467"/>
                  </a:lnTo>
                  <a:lnTo>
                    <a:pt x="523362" y="364385"/>
                  </a:lnTo>
                  <a:lnTo>
                    <a:pt x="535907" y="318684"/>
                  </a:lnTo>
                  <a:lnTo>
                    <a:pt x="540257" y="270129"/>
                  </a:lnTo>
                  <a:lnTo>
                    <a:pt x="535907" y="221573"/>
                  </a:lnTo>
                  <a:lnTo>
                    <a:pt x="523362" y="175872"/>
                  </a:lnTo>
                  <a:lnTo>
                    <a:pt x="503385" y="133790"/>
                  </a:lnTo>
                  <a:lnTo>
                    <a:pt x="476739" y="96088"/>
                  </a:lnTo>
                  <a:lnTo>
                    <a:pt x="444184" y="63531"/>
                  </a:lnTo>
                  <a:lnTo>
                    <a:pt x="406484" y="36880"/>
                  </a:lnTo>
                  <a:lnTo>
                    <a:pt x="364400" y="16900"/>
                  </a:lnTo>
                  <a:lnTo>
                    <a:pt x="318694" y="4352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7248" y="5801105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0" y="270129"/>
                  </a:moveTo>
                  <a:lnTo>
                    <a:pt x="4350" y="221573"/>
                  </a:lnTo>
                  <a:lnTo>
                    <a:pt x="16895" y="175872"/>
                  </a:lnTo>
                  <a:lnTo>
                    <a:pt x="36872" y="133790"/>
                  </a:lnTo>
                  <a:lnTo>
                    <a:pt x="63518" y="96088"/>
                  </a:lnTo>
                  <a:lnTo>
                    <a:pt x="96073" y="63531"/>
                  </a:lnTo>
                  <a:lnTo>
                    <a:pt x="133773" y="36880"/>
                  </a:lnTo>
                  <a:lnTo>
                    <a:pt x="175857" y="16900"/>
                  </a:lnTo>
                  <a:lnTo>
                    <a:pt x="221563" y="4352"/>
                  </a:lnTo>
                  <a:lnTo>
                    <a:pt x="270128" y="0"/>
                  </a:lnTo>
                  <a:lnTo>
                    <a:pt x="318694" y="4352"/>
                  </a:lnTo>
                  <a:lnTo>
                    <a:pt x="364400" y="16900"/>
                  </a:lnTo>
                  <a:lnTo>
                    <a:pt x="406484" y="36880"/>
                  </a:lnTo>
                  <a:lnTo>
                    <a:pt x="444184" y="63531"/>
                  </a:lnTo>
                  <a:lnTo>
                    <a:pt x="476739" y="96088"/>
                  </a:lnTo>
                  <a:lnTo>
                    <a:pt x="503385" y="133790"/>
                  </a:lnTo>
                  <a:lnTo>
                    <a:pt x="523362" y="175872"/>
                  </a:lnTo>
                  <a:lnTo>
                    <a:pt x="535907" y="221573"/>
                  </a:lnTo>
                  <a:lnTo>
                    <a:pt x="540257" y="270129"/>
                  </a:lnTo>
                  <a:lnTo>
                    <a:pt x="535907" y="318684"/>
                  </a:lnTo>
                  <a:lnTo>
                    <a:pt x="523362" y="364385"/>
                  </a:lnTo>
                  <a:lnTo>
                    <a:pt x="503385" y="406467"/>
                  </a:lnTo>
                  <a:lnTo>
                    <a:pt x="476739" y="444169"/>
                  </a:lnTo>
                  <a:lnTo>
                    <a:pt x="444184" y="476726"/>
                  </a:lnTo>
                  <a:lnTo>
                    <a:pt x="406484" y="503377"/>
                  </a:lnTo>
                  <a:lnTo>
                    <a:pt x="364400" y="523357"/>
                  </a:lnTo>
                  <a:lnTo>
                    <a:pt x="318694" y="535905"/>
                  </a:lnTo>
                  <a:lnTo>
                    <a:pt x="270128" y="540258"/>
                  </a:lnTo>
                  <a:lnTo>
                    <a:pt x="221563" y="535905"/>
                  </a:lnTo>
                  <a:lnTo>
                    <a:pt x="175857" y="523357"/>
                  </a:lnTo>
                  <a:lnTo>
                    <a:pt x="133773" y="503377"/>
                  </a:lnTo>
                  <a:lnTo>
                    <a:pt x="96073" y="476726"/>
                  </a:lnTo>
                  <a:lnTo>
                    <a:pt x="63518" y="444169"/>
                  </a:lnTo>
                  <a:lnTo>
                    <a:pt x="36872" y="406467"/>
                  </a:lnTo>
                  <a:lnTo>
                    <a:pt x="16895" y="364385"/>
                  </a:lnTo>
                  <a:lnTo>
                    <a:pt x="4350" y="318684"/>
                  </a:lnTo>
                  <a:lnTo>
                    <a:pt x="0" y="270129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24450" y="5801105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270510" y="0"/>
                  </a:moveTo>
                  <a:lnTo>
                    <a:pt x="221897" y="4352"/>
                  </a:lnTo>
                  <a:lnTo>
                    <a:pt x="176139" y="16900"/>
                  </a:lnTo>
                  <a:lnTo>
                    <a:pt x="133999" y="36880"/>
                  </a:lnTo>
                  <a:lnTo>
                    <a:pt x="96243" y="63531"/>
                  </a:lnTo>
                  <a:lnTo>
                    <a:pt x="63635" y="96088"/>
                  </a:lnTo>
                  <a:lnTo>
                    <a:pt x="36942" y="133790"/>
                  </a:lnTo>
                  <a:lnTo>
                    <a:pt x="16929" y="175872"/>
                  </a:lnTo>
                  <a:lnTo>
                    <a:pt x="4359" y="221573"/>
                  </a:lnTo>
                  <a:lnTo>
                    <a:pt x="0" y="270129"/>
                  </a:lnTo>
                  <a:lnTo>
                    <a:pt x="4359" y="318684"/>
                  </a:lnTo>
                  <a:lnTo>
                    <a:pt x="16929" y="364385"/>
                  </a:lnTo>
                  <a:lnTo>
                    <a:pt x="36942" y="406467"/>
                  </a:lnTo>
                  <a:lnTo>
                    <a:pt x="63635" y="444169"/>
                  </a:lnTo>
                  <a:lnTo>
                    <a:pt x="96243" y="476726"/>
                  </a:lnTo>
                  <a:lnTo>
                    <a:pt x="133999" y="503377"/>
                  </a:lnTo>
                  <a:lnTo>
                    <a:pt x="176139" y="523357"/>
                  </a:lnTo>
                  <a:lnTo>
                    <a:pt x="221897" y="535905"/>
                  </a:lnTo>
                  <a:lnTo>
                    <a:pt x="270510" y="540258"/>
                  </a:lnTo>
                  <a:lnTo>
                    <a:pt x="319122" y="535905"/>
                  </a:lnTo>
                  <a:lnTo>
                    <a:pt x="364880" y="523357"/>
                  </a:lnTo>
                  <a:lnTo>
                    <a:pt x="407020" y="503377"/>
                  </a:lnTo>
                  <a:lnTo>
                    <a:pt x="444776" y="476726"/>
                  </a:lnTo>
                  <a:lnTo>
                    <a:pt x="477384" y="444169"/>
                  </a:lnTo>
                  <a:lnTo>
                    <a:pt x="504077" y="406467"/>
                  </a:lnTo>
                  <a:lnTo>
                    <a:pt x="524090" y="364385"/>
                  </a:lnTo>
                  <a:lnTo>
                    <a:pt x="536660" y="318684"/>
                  </a:lnTo>
                  <a:lnTo>
                    <a:pt x="541020" y="270129"/>
                  </a:lnTo>
                  <a:lnTo>
                    <a:pt x="536660" y="221573"/>
                  </a:lnTo>
                  <a:lnTo>
                    <a:pt x="524090" y="175872"/>
                  </a:lnTo>
                  <a:lnTo>
                    <a:pt x="504077" y="133790"/>
                  </a:lnTo>
                  <a:lnTo>
                    <a:pt x="477384" y="96088"/>
                  </a:lnTo>
                  <a:lnTo>
                    <a:pt x="444776" y="63531"/>
                  </a:lnTo>
                  <a:lnTo>
                    <a:pt x="407020" y="36880"/>
                  </a:lnTo>
                  <a:lnTo>
                    <a:pt x="364880" y="16900"/>
                  </a:lnTo>
                  <a:lnTo>
                    <a:pt x="319122" y="4352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4450" y="5801105"/>
              <a:ext cx="541020" cy="540385"/>
            </a:xfrm>
            <a:custGeom>
              <a:avLst/>
              <a:gdLst/>
              <a:ahLst/>
              <a:cxnLst/>
              <a:rect l="l" t="t" r="r" b="b"/>
              <a:pathLst>
                <a:path w="541020" h="540385">
                  <a:moveTo>
                    <a:pt x="0" y="270129"/>
                  </a:moveTo>
                  <a:lnTo>
                    <a:pt x="4359" y="221573"/>
                  </a:lnTo>
                  <a:lnTo>
                    <a:pt x="16929" y="175872"/>
                  </a:lnTo>
                  <a:lnTo>
                    <a:pt x="36942" y="133790"/>
                  </a:lnTo>
                  <a:lnTo>
                    <a:pt x="63635" y="96088"/>
                  </a:lnTo>
                  <a:lnTo>
                    <a:pt x="96243" y="63531"/>
                  </a:lnTo>
                  <a:lnTo>
                    <a:pt x="133999" y="36880"/>
                  </a:lnTo>
                  <a:lnTo>
                    <a:pt x="176139" y="16900"/>
                  </a:lnTo>
                  <a:lnTo>
                    <a:pt x="221897" y="4352"/>
                  </a:lnTo>
                  <a:lnTo>
                    <a:pt x="270510" y="0"/>
                  </a:lnTo>
                  <a:lnTo>
                    <a:pt x="319122" y="4352"/>
                  </a:lnTo>
                  <a:lnTo>
                    <a:pt x="364880" y="16900"/>
                  </a:lnTo>
                  <a:lnTo>
                    <a:pt x="407020" y="36880"/>
                  </a:lnTo>
                  <a:lnTo>
                    <a:pt x="444776" y="63531"/>
                  </a:lnTo>
                  <a:lnTo>
                    <a:pt x="477384" y="96088"/>
                  </a:lnTo>
                  <a:lnTo>
                    <a:pt x="504077" y="133790"/>
                  </a:lnTo>
                  <a:lnTo>
                    <a:pt x="524090" y="175872"/>
                  </a:lnTo>
                  <a:lnTo>
                    <a:pt x="536660" y="221573"/>
                  </a:lnTo>
                  <a:lnTo>
                    <a:pt x="541020" y="270129"/>
                  </a:lnTo>
                  <a:lnTo>
                    <a:pt x="536660" y="318684"/>
                  </a:lnTo>
                  <a:lnTo>
                    <a:pt x="524090" y="364385"/>
                  </a:lnTo>
                  <a:lnTo>
                    <a:pt x="504077" y="406467"/>
                  </a:lnTo>
                  <a:lnTo>
                    <a:pt x="477384" y="444169"/>
                  </a:lnTo>
                  <a:lnTo>
                    <a:pt x="444776" y="476726"/>
                  </a:lnTo>
                  <a:lnTo>
                    <a:pt x="407020" y="503377"/>
                  </a:lnTo>
                  <a:lnTo>
                    <a:pt x="364880" y="523357"/>
                  </a:lnTo>
                  <a:lnTo>
                    <a:pt x="319122" y="535905"/>
                  </a:lnTo>
                  <a:lnTo>
                    <a:pt x="270510" y="540258"/>
                  </a:lnTo>
                  <a:lnTo>
                    <a:pt x="221897" y="535905"/>
                  </a:lnTo>
                  <a:lnTo>
                    <a:pt x="176139" y="523357"/>
                  </a:lnTo>
                  <a:lnTo>
                    <a:pt x="133999" y="503377"/>
                  </a:lnTo>
                  <a:lnTo>
                    <a:pt x="96243" y="476726"/>
                  </a:lnTo>
                  <a:lnTo>
                    <a:pt x="63635" y="444169"/>
                  </a:lnTo>
                  <a:lnTo>
                    <a:pt x="36942" y="406467"/>
                  </a:lnTo>
                  <a:lnTo>
                    <a:pt x="16929" y="364385"/>
                  </a:lnTo>
                  <a:lnTo>
                    <a:pt x="4359" y="318684"/>
                  </a:lnTo>
                  <a:lnTo>
                    <a:pt x="0" y="270129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5677" y="5454522"/>
              <a:ext cx="3171825" cy="673735"/>
            </a:xfrm>
            <a:custGeom>
              <a:avLst/>
              <a:gdLst/>
              <a:ahLst/>
              <a:cxnLst/>
              <a:rect l="l" t="t" r="r" b="b"/>
              <a:pathLst>
                <a:path w="3171825" h="673735">
                  <a:moveTo>
                    <a:pt x="1359027" y="616635"/>
                  </a:moveTo>
                  <a:lnTo>
                    <a:pt x="1341513" y="595439"/>
                  </a:lnTo>
                  <a:lnTo>
                    <a:pt x="1277620" y="518058"/>
                  </a:lnTo>
                  <a:lnTo>
                    <a:pt x="1262176" y="552869"/>
                  </a:lnTo>
                  <a:lnTo>
                    <a:pt x="15494" y="0"/>
                  </a:lnTo>
                  <a:lnTo>
                    <a:pt x="0" y="34798"/>
                  </a:lnTo>
                  <a:lnTo>
                    <a:pt x="1246708" y="587717"/>
                  </a:lnTo>
                  <a:lnTo>
                    <a:pt x="1231265" y="622541"/>
                  </a:lnTo>
                  <a:lnTo>
                    <a:pt x="1359027" y="616635"/>
                  </a:lnTo>
                  <a:close/>
                </a:path>
                <a:path w="3171825" h="673735">
                  <a:moveTo>
                    <a:pt x="3171825" y="616331"/>
                  </a:moveTo>
                  <a:lnTo>
                    <a:pt x="3133725" y="597281"/>
                  </a:lnTo>
                  <a:lnTo>
                    <a:pt x="3057525" y="559181"/>
                  </a:lnTo>
                  <a:lnTo>
                    <a:pt x="3057525" y="597281"/>
                  </a:lnTo>
                  <a:lnTo>
                    <a:pt x="1899793" y="597281"/>
                  </a:lnTo>
                  <a:lnTo>
                    <a:pt x="1899793" y="635381"/>
                  </a:lnTo>
                  <a:lnTo>
                    <a:pt x="3057525" y="635381"/>
                  </a:lnTo>
                  <a:lnTo>
                    <a:pt x="3057525" y="673481"/>
                  </a:lnTo>
                  <a:lnTo>
                    <a:pt x="3133725" y="635381"/>
                  </a:lnTo>
                  <a:lnTo>
                    <a:pt x="3171825" y="616331"/>
                  </a:lnTo>
                  <a:close/>
                </a:path>
              </a:pathLst>
            </a:custGeom>
            <a:solidFill>
              <a:srgbClr val="18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58738" y="396036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3982" y="5003038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2946" y="3546906"/>
            <a:ext cx="238760" cy="11607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1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9873" y="368757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9364" y="435076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3364" y="4991861"/>
            <a:ext cx="578485" cy="578485"/>
            <a:chOff x="3293364" y="4991861"/>
            <a:chExt cx="578485" cy="578485"/>
          </a:xfrm>
        </p:grpSpPr>
        <p:sp>
          <p:nvSpPr>
            <p:cNvPr id="24" name="object 24"/>
            <p:cNvSpPr/>
            <p:nvPr/>
          </p:nvSpPr>
          <p:spPr>
            <a:xfrm>
              <a:off x="3312414" y="50109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128" y="0"/>
                  </a:moveTo>
                  <a:lnTo>
                    <a:pt x="221563" y="4350"/>
                  </a:lnTo>
                  <a:lnTo>
                    <a:pt x="175857" y="16895"/>
                  </a:lnTo>
                  <a:lnTo>
                    <a:pt x="133773" y="36872"/>
                  </a:lnTo>
                  <a:lnTo>
                    <a:pt x="96073" y="63518"/>
                  </a:lnTo>
                  <a:lnTo>
                    <a:pt x="63518" y="96073"/>
                  </a:lnTo>
                  <a:lnTo>
                    <a:pt x="36872" y="133773"/>
                  </a:lnTo>
                  <a:lnTo>
                    <a:pt x="16895" y="175857"/>
                  </a:lnTo>
                  <a:lnTo>
                    <a:pt x="4350" y="221563"/>
                  </a:lnTo>
                  <a:lnTo>
                    <a:pt x="0" y="270128"/>
                  </a:lnTo>
                  <a:lnTo>
                    <a:pt x="4350" y="318694"/>
                  </a:lnTo>
                  <a:lnTo>
                    <a:pt x="16895" y="364400"/>
                  </a:lnTo>
                  <a:lnTo>
                    <a:pt x="36872" y="406484"/>
                  </a:lnTo>
                  <a:lnTo>
                    <a:pt x="63518" y="444184"/>
                  </a:lnTo>
                  <a:lnTo>
                    <a:pt x="96073" y="476739"/>
                  </a:lnTo>
                  <a:lnTo>
                    <a:pt x="133773" y="503385"/>
                  </a:lnTo>
                  <a:lnTo>
                    <a:pt x="175857" y="523362"/>
                  </a:lnTo>
                  <a:lnTo>
                    <a:pt x="221563" y="535907"/>
                  </a:lnTo>
                  <a:lnTo>
                    <a:pt x="270128" y="540257"/>
                  </a:lnTo>
                  <a:lnTo>
                    <a:pt x="318694" y="535907"/>
                  </a:lnTo>
                  <a:lnTo>
                    <a:pt x="364400" y="523362"/>
                  </a:lnTo>
                  <a:lnTo>
                    <a:pt x="406484" y="503385"/>
                  </a:lnTo>
                  <a:lnTo>
                    <a:pt x="444184" y="476739"/>
                  </a:lnTo>
                  <a:lnTo>
                    <a:pt x="476739" y="444184"/>
                  </a:lnTo>
                  <a:lnTo>
                    <a:pt x="503385" y="406484"/>
                  </a:lnTo>
                  <a:lnTo>
                    <a:pt x="523362" y="364400"/>
                  </a:lnTo>
                  <a:lnTo>
                    <a:pt x="535907" y="318694"/>
                  </a:lnTo>
                  <a:lnTo>
                    <a:pt x="540258" y="270128"/>
                  </a:lnTo>
                  <a:lnTo>
                    <a:pt x="535907" y="221563"/>
                  </a:lnTo>
                  <a:lnTo>
                    <a:pt x="523362" y="175857"/>
                  </a:lnTo>
                  <a:lnTo>
                    <a:pt x="503385" y="133773"/>
                  </a:lnTo>
                  <a:lnTo>
                    <a:pt x="476739" y="96073"/>
                  </a:lnTo>
                  <a:lnTo>
                    <a:pt x="444184" y="63518"/>
                  </a:lnTo>
                  <a:lnTo>
                    <a:pt x="406484" y="36872"/>
                  </a:lnTo>
                  <a:lnTo>
                    <a:pt x="364400" y="16895"/>
                  </a:lnTo>
                  <a:lnTo>
                    <a:pt x="318694" y="4350"/>
                  </a:lnTo>
                  <a:lnTo>
                    <a:pt x="2701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2414" y="50109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270128"/>
                  </a:moveTo>
                  <a:lnTo>
                    <a:pt x="4350" y="221563"/>
                  </a:lnTo>
                  <a:lnTo>
                    <a:pt x="16895" y="175857"/>
                  </a:lnTo>
                  <a:lnTo>
                    <a:pt x="36872" y="133773"/>
                  </a:lnTo>
                  <a:lnTo>
                    <a:pt x="63518" y="96073"/>
                  </a:lnTo>
                  <a:lnTo>
                    <a:pt x="96073" y="63518"/>
                  </a:lnTo>
                  <a:lnTo>
                    <a:pt x="133773" y="36872"/>
                  </a:lnTo>
                  <a:lnTo>
                    <a:pt x="175857" y="16895"/>
                  </a:lnTo>
                  <a:lnTo>
                    <a:pt x="221563" y="4350"/>
                  </a:lnTo>
                  <a:lnTo>
                    <a:pt x="270128" y="0"/>
                  </a:lnTo>
                  <a:lnTo>
                    <a:pt x="318694" y="4350"/>
                  </a:lnTo>
                  <a:lnTo>
                    <a:pt x="364400" y="16895"/>
                  </a:lnTo>
                  <a:lnTo>
                    <a:pt x="406484" y="36872"/>
                  </a:lnTo>
                  <a:lnTo>
                    <a:pt x="444184" y="63518"/>
                  </a:lnTo>
                  <a:lnTo>
                    <a:pt x="476739" y="96073"/>
                  </a:lnTo>
                  <a:lnTo>
                    <a:pt x="503385" y="133773"/>
                  </a:lnTo>
                  <a:lnTo>
                    <a:pt x="523362" y="175857"/>
                  </a:lnTo>
                  <a:lnTo>
                    <a:pt x="535907" y="221563"/>
                  </a:lnTo>
                  <a:lnTo>
                    <a:pt x="540258" y="270128"/>
                  </a:lnTo>
                  <a:lnTo>
                    <a:pt x="535907" y="318694"/>
                  </a:lnTo>
                  <a:lnTo>
                    <a:pt x="523362" y="364400"/>
                  </a:lnTo>
                  <a:lnTo>
                    <a:pt x="503385" y="406484"/>
                  </a:lnTo>
                  <a:lnTo>
                    <a:pt x="476739" y="444184"/>
                  </a:lnTo>
                  <a:lnTo>
                    <a:pt x="444184" y="476739"/>
                  </a:lnTo>
                  <a:lnTo>
                    <a:pt x="406484" y="503385"/>
                  </a:lnTo>
                  <a:lnTo>
                    <a:pt x="364400" y="523362"/>
                  </a:lnTo>
                  <a:lnTo>
                    <a:pt x="318694" y="535907"/>
                  </a:lnTo>
                  <a:lnTo>
                    <a:pt x="270128" y="540257"/>
                  </a:lnTo>
                  <a:lnTo>
                    <a:pt x="221563" y="535907"/>
                  </a:lnTo>
                  <a:lnTo>
                    <a:pt x="175857" y="523362"/>
                  </a:lnTo>
                  <a:lnTo>
                    <a:pt x="133773" y="503385"/>
                  </a:lnTo>
                  <a:lnTo>
                    <a:pt x="96073" y="476739"/>
                  </a:lnTo>
                  <a:lnTo>
                    <a:pt x="63518" y="444184"/>
                  </a:lnTo>
                  <a:lnTo>
                    <a:pt x="36872" y="406484"/>
                  </a:lnTo>
                  <a:lnTo>
                    <a:pt x="16895" y="364400"/>
                  </a:lnTo>
                  <a:lnTo>
                    <a:pt x="4350" y="318694"/>
                  </a:lnTo>
                  <a:lnTo>
                    <a:pt x="0" y="270128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70402" y="504570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645395" y="4320540"/>
            <a:ext cx="513080" cy="513080"/>
            <a:chOff x="9645395" y="4320540"/>
            <a:chExt cx="513080" cy="513080"/>
          </a:xfrm>
        </p:grpSpPr>
        <p:sp>
          <p:nvSpPr>
            <p:cNvPr id="28" name="object 28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64445" y="4339590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9664445" y="5103114"/>
            <a:ext cx="474980" cy="474980"/>
          </a:xfrm>
          <a:custGeom>
            <a:avLst/>
            <a:gdLst/>
            <a:ahLst/>
            <a:cxnLst/>
            <a:rect l="l" t="t" r="r" b="b"/>
            <a:pathLst>
              <a:path w="474979" h="474979">
                <a:moveTo>
                  <a:pt x="0" y="237363"/>
                </a:moveTo>
                <a:lnTo>
                  <a:pt x="4823" y="189534"/>
                </a:lnTo>
                <a:lnTo>
                  <a:pt x="18657" y="144982"/>
                </a:lnTo>
                <a:lnTo>
                  <a:pt x="40545" y="104663"/>
                </a:lnTo>
                <a:lnTo>
                  <a:pt x="69532" y="69532"/>
                </a:lnTo>
                <a:lnTo>
                  <a:pt x="104663" y="40545"/>
                </a:lnTo>
                <a:lnTo>
                  <a:pt x="144982" y="18657"/>
                </a:lnTo>
                <a:lnTo>
                  <a:pt x="189534" y="4823"/>
                </a:lnTo>
                <a:lnTo>
                  <a:pt x="237362" y="0"/>
                </a:lnTo>
                <a:lnTo>
                  <a:pt x="285191" y="4823"/>
                </a:lnTo>
                <a:lnTo>
                  <a:pt x="329743" y="18657"/>
                </a:lnTo>
                <a:lnTo>
                  <a:pt x="370062" y="40545"/>
                </a:lnTo>
                <a:lnTo>
                  <a:pt x="405193" y="69532"/>
                </a:lnTo>
                <a:lnTo>
                  <a:pt x="434180" y="104663"/>
                </a:lnTo>
                <a:lnTo>
                  <a:pt x="456068" y="144982"/>
                </a:lnTo>
                <a:lnTo>
                  <a:pt x="469902" y="189534"/>
                </a:lnTo>
                <a:lnTo>
                  <a:pt x="474725" y="237363"/>
                </a:lnTo>
                <a:lnTo>
                  <a:pt x="469902" y="285191"/>
                </a:lnTo>
                <a:lnTo>
                  <a:pt x="456068" y="329743"/>
                </a:lnTo>
                <a:lnTo>
                  <a:pt x="434180" y="370062"/>
                </a:lnTo>
                <a:lnTo>
                  <a:pt x="405193" y="405193"/>
                </a:lnTo>
                <a:lnTo>
                  <a:pt x="370062" y="434180"/>
                </a:lnTo>
                <a:lnTo>
                  <a:pt x="329743" y="456068"/>
                </a:lnTo>
                <a:lnTo>
                  <a:pt x="285191" y="469902"/>
                </a:lnTo>
                <a:lnTo>
                  <a:pt x="237362" y="474726"/>
                </a:lnTo>
                <a:lnTo>
                  <a:pt x="189534" y="469902"/>
                </a:lnTo>
                <a:lnTo>
                  <a:pt x="144982" y="456068"/>
                </a:lnTo>
                <a:lnTo>
                  <a:pt x="104663" y="434180"/>
                </a:lnTo>
                <a:lnTo>
                  <a:pt x="69532" y="405193"/>
                </a:lnTo>
                <a:lnTo>
                  <a:pt x="40545" y="370062"/>
                </a:lnTo>
                <a:lnTo>
                  <a:pt x="18657" y="329743"/>
                </a:lnTo>
                <a:lnTo>
                  <a:pt x="4823" y="285191"/>
                </a:lnTo>
                <a:lnTo>
                  <a:pt x="0" y="2373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9645395" y="5846826"/>
            <a:ext cx="513080" cy="513715"/>
            <a:chOff x="9645395" y="5846826"/>
            <a:chExt cx="513080" cy="513715"/>
          </a:xfrm>
        </p:grpSpPr>
        <p:sp>
          <p:nvSpPr>
            <p:cNvPr id="32" name="object 32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2"/>
                  </a:lnTo>
                  <a:lnTo>
                    <a:pt x="104663" y="40602"/>
                  </a:lnTo>
                  <a:lnTo>
                    <a:pt x="69532" y="69632"/>
                  </a:lnTo>
                  <a:lnTo>
                    <a:pt x="40545" y="104817"/>
                  </a:lnTo>
                  <a:lnTo>
                    <a:pt x="18657" y="145202"/>
                  </a:lnTo>
                  <a:lnTo>
                    <a:pt x="4823" y="189829"/>
                  </a:lnTo>
                  <a:lnTo>
                    <a:pt x="0" y="237744"/>
                  </a:lnTo>
                  <a:lnTo>
                    <a:pt x="4823" y="285658"/>
                  </a:lnTo>
                  <a:lnTo>
                    <a:pt x="18657" y="330285"/>
                  </a:lnTo>
                  <a:lnTo>
                    <a:pt x="40545" y="370670"/>
                  </a:lnTo>
                  <a:lnTo>
                    <a:pt x="69532" y="405855"/>
                  </a:lnTo>
                  <a:lnTo>
                    <a:pt x="104663" y="434885"/>
                  </a:lnTo>
                  <a:lnTo>
                    <a:pt x="144982" y="456805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5"/>
                  </a:lnTo>
                  <a:lnTo>
                    <a:pt x="370062" y="434885"/>
                  </a:lnTo>
                  <a:lnTo>
                    <a:pt x="405193" y="405855"/>
                  </a:lnTo>
                  <a:lnTo>
                    <a:pt x="434180" y="370670"/>
                  </a:lnTo>
                  <a:lnTo>
                    <a:pt x="456068" y="330285"/>
                  </a:lnTo>
                  <a:lnTo>
                    <a:pt x="469902" y="285658"/>
                  </a:lnTo>
                  <a:lnTo>
                    <a:pt x="474725" y="237744"/>
                  </a:lnTo>
                  <a:lnTo>
                    <a:pt x="469902" y="189829"/>
                  </a:lnTo>
                  <a:lnTo>
                    <a:pt x="456068" y="145202"/>
                  </a:lnTo>
                  <a:lnTo>
                    <a:pt x="434180" y="104817"/>
                  </a:lnTo>
                  <a:lnTo>
                    <a:pt x="405193" y="69632"/>
                  </a:lnTo>
                  <a:lnTo>
                    <a:pt x="370062" y="40602"/>
                  </a:lnTo>
                  <a:lnTo>
                    <a:pt x="329743" y="18682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664445" y="5865876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9"/>
                  </a:lnTo>
                  <a:lnTo>
                    <a:pt x="18657" y="145202"/>
                  </a:lnTo>
                  <a:lnTo>
                    <a:pt x="40545" y="104817"/>
                  </a:lnTo>
                  <a:lnTo>
                    <a:pt x="69532" y="69632"/>
                  </a:lnTo>
                  <a:lnTo>
                    <a:pt x="104663" y="40602"/>
                  </a:lnTo>
                  <a:lnTo>
                    <a:pt x="144982" y="18682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2"/>
                  </a:lnTo>
                  <a:lnTo>
                    <a:pt x="370062" y="40602"/>
                  </a:lnTo>
                  <a:lnTo>
                    <a:pt x="405193" y="69632"/>
                  </a:lnTo>
                  <a:lnTo>
                    <a:pt x="434180" y="104817"/>
                  </a:lnTo>
                  <a:lnTo>
                    <a:pt x="456068" y="145202"/>
                  </a:lnTo>
                  <a:lnTo>
                    <a:pt x="469902" y="189829"/>
                  </a:lnTo>
                  <a:lnTo>
                    <a:pt x="474725" y="237744"/>
                  </a:lnTo>
                  <a:lnTo>
                    <a:pt x="469902" y="285658"/>
                  </a:lnTo>
                  <a:lnTo>
                    <a:pt x="456068" y="330285"/>
                  </a:lnTo>
                  <a:lnTo>
                    <a:pt x="434180" y="370670"/>
                  </a:lnTo>
                  <a:lnTo>
                    <a:pt x="405193" y="405855"/>
                  </a:lnTo>
                  <a:lnTo>
                    <a:pt x="370062" y="434885"/>
                  </a:lnTo>
                  <a:lnTo>
                    <a:pt x="329743" y="456805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5"/>
                  </a:lnTo>
                  <a:lnTo>
                    <a:pt x="104663" y="434885"/>
                  </a:lnTo>
                  <a:lnTo>
                    <a:pt x="69532" y="405855"/>
                  </a:lnTo>
                  <a:lnTo>
                    <a:pt x="40545" y="370670"/>
                  </a:lnTo>
                  <a:lnTo>
                    <a:pt x="18657" y="330285"/>
                  </a:lnTo>
                  <a:lnTo>
                    <a:pt x="4823" y="285658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548619" y="4400041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09364" y="5800766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82946" y="5914615"/>
            <a:ext cx="2489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  <a:p>
            <a:pPr marL="22860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95490" y="5914615"/>
            <a:ext cx="25463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70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13035" y="5947127"/>
            <a:ext cx="25527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74019" y="5965282"/>
            <a:ext cx="129413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58738" y="6158144"/>
            <a:ext cx="1778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87838" y="5148834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36717EAF-949F-8344-9C93-D63BE424B1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3505" y="300877"/>
            <a:ext cx="20657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/>
              <a:t>算法实</a:t>
            </a:r>
            <a:r>
              <a:rPr sz="3600" spc="-50" dirty="0"/>
              <a:t>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45D228-6E8E-2346-B53E-1F79D76C8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1250950"/>
            <a:ext cx="63500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18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FB5B014-7E8F-CE47-8B94-3021150BB14A}"/>
              </a:ext>
            </a:extLst>
          </p:cNvPr>
          <p:cNvSpPr txBox="1"/>
          <p:nvPr/>
        </p:nvSpPr>
        <p:spPr>
          <a:xfrm>
            <a:off x="5159830" y="884701"/>
            <a:ext cx="3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D978EC-AA0B-6D44-82CB-756A783E338A}"/>
              </a:ext>
            </a:extLst>
          </p:cNvPr>
          <p:cNvSpPr txBox="1"/>
          <p:nvPr/>
        </p:nvSpPr>
        <p:spPr>
          <a:xfrm>
            <a:off x="6223454" y="850350"/>
            <a:ext cx="83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endParaRPr kumimoji="1"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E369B9-33B2-9E4B-BD55-080E162A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104" y="1550488"/>
            <a:ext cx="25527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0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788" y="1092619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3366" y="1830721"/>
            <a:ext cx="8322309" cy="2999740"/>
            <a:chOff x="903366" y="1830721"/>
            <a:chExt cx="8322309" cy="29997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366" y="1830721"/>
              <a:ext cx="8321893" cy="2999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80" y="3006090"/>
              <a:ext cx="3782695" cy="1442720"/>
            </a:xfrm>
            <a:custGeom>
              <a:avLst/>
              <a:gdLst/>
              <a:ahLst/>
              <a:cxnLst/>
              <a:rect l="l" t="t" r="r" b="b"/>
              <a:pathLst>
                <a:path w="3782695" h="1442720">
                  <a:moveTo>
                    <a:pt x="0" y="168275"/>
                  </a:moveTo>
                  <a:lnTo>
                    <a:pt x="6011" y="123531"/>
                  </a:lnTo>
                  <a:lnTo>
                    <a:pt x="22976" y="83330"/>
                  </a:lnTo>
                  <a:lnTo>
                    <a:pt x="49290" y="49275"/>
                  </a:lnTo>
                  <a:lnTo>
                    <a:pt x="83347" y="22968"/>
                  </a:lnTo>
                  <a:lnTo>
                    <a:pt x="123544" y="6008"/>
                  </a:lnTo>
                  <a:lnTo>
                    <a:pt x="168275" y="0"/>
                  </a:lnTo>
                  <a:lnTo>
                    <a:pt x="3614293" y="0"/>
                  </a:lnTo>
                  <a:lnTo>
                    <a:pt x="3659036" y="6008"/>
                  </a:lnTo>
                  <a:lnTo>
                    <a:pt x="3699237" y="22968"/>
                  </a:lnTo>
                  <a:lnTo>
                    <a:pt x="3733292" y="49275"/>
                  </a:lnTo>
                  <a:lnTo>
                    <a:pt x="3759599" y="83330"/>
                  </a:lnTo>
                  <a:lnTo>
                    <a:pt x="3776559" y="123531"/>
                  </a:lnTo>
                  <a:lnTo>
                    <a:pt x="3782568" y="168275"/>
                  </a:lnTo>
                  <a:lnTo>
                    <a:pt x="3782568" y="1274191"/>
                  </a:lnTo>
                  <a:lnTo>
                    <a:pt x="3776559" y="1318934"/>
                  </a:lnTo>
                  <a:lnTo>
                    <a:pt x="3759599" y="1359135"/>
                  </a:lnTo>
                  <a:lnTo>
                    <a:pt x="3733292" y="1393190"/>
                  </a:lnTo>
                  <a:lnTo>
                    <a:pt x="3699237" y="1419497"/>
                  </a:lnTo>
                  <a:lnTo>
                    <a:pt x="3659036" y="1436457"/>
                  </a:lnTo>
                  <a:lnTo>
                    <a:pt x="3614293" y="1442466"/>
                  </a:lnTo>
                  <a:lnTo>
                    <a:pt x="168275" y="1442466"/>
                  </a:lnTo>
                  <a:lnTo>
                    <a:pt x="123544" y="1436457"/>
                  </a:lnTo>
                  <a:lnTo>
                    <a:pt x="83347" y="1419497"/>
                  </a:lnTo>
                  <a:lnTo>
                    <a:pt x="49290" y="1393190"/>
                  </a:lnTo>
                  <a:lnTo>
                    <a:pt x="22976" y="1359135"/>
                  </a:lnTo>
                  <a:lnTo>
                    <a:pt x="6011" y="1318934"/>
                  </a:lnTo>
                  <a:lnTo>
                    <a:pt x="0" y="1274191"/>
                  </a:lnTo>
                  <a:lnTo>
                    <a:pt x="0" y="16827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31154" y="3006470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954405">
              <a:lnSpc>
                <a:spcPct val="100000"/>
              </a:lnSpc>
              <a:spcBef>
                <a:spcPts val="750"/>
              </a:spcBef>
            </a:pPr>
            <a:r>
              <a:rPr sz="2000" spc="-20" dirty="0">
                <a:latin typeface="宋体"/>
                <a:cs typeface="宋体"/>
              </a:rPr>
              <a:t>初始化辅助数</a:t>
            </a:r>
            <a:r>
              <a:rPr sz="2000" spc="-50" dirty="0">
                <a:latin typeface="宋体"/>
                <a:cs typeface="宋体"/>
              </a:rPr>
              <a:t>组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903366" y="1830721"/>
            <a:ext cx="8322309" cy="2999740"/>
            <a:chOff x="903366" y="1830721"/>
            <a:chExt cx="8322309" cy="29997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366" y="1830721"/>
              <a:ext cx="8321893" cy="2999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80" y="4278630"/>
              <a:ext cx="3782695" cy="486409"/>
            </a:xfrm>
            <a:custGeom>
              <a:avLst/>
              <a:gdLst/>
              <a:ahLst/>
              <a:cxnLst/>
              <a:rect l="l" t="t" r="r" b="b"/>
              <a:pathLst>
                <a:path w="3782695" h="486410">
                  <a:moveTo>
                    <a:pt x="0" y="56769"/>
                  </a:moveTo>
                  <a:lnTo>
                    <a:pt x="4458" y="34665"/>
                  </a:lnTo>
                  <a:lnTo>
                    <a:pt x="16616" y="16621"/>
                  </a:lnTo>
                  <a:lnTo>
                    <a:pt x="34648" y="4458"/>
                  </a:lnTo>
                  <a:lnTo>
                    <a:pt x="56730" y="0"/>
                  </a:lnTo>
                  <a:lnTo>
                    <a:pt x="3725799" y="0"/>
                  </a:lnTo>
                  <a:lnTo>
                    <a:pt x="3747902" y="4458"/>
                  </a:lnTo>
                  <a:lnTo>
                    <a:pt x="3765946" y="16621"/>
                  </a:lnTo>
                  <a:lnTo>
                    <a:pt x="3778109" y="34665"/>
                  </a:lnTo>
                  <a:lnTo>
                    <a:pt x="3782568" y="56769"/>
                  </a:lnTo>
                  <a:lnTo>
                    <a:pt x="3782568" y="429387"/>
                  </a:lnTo>
                  <a:lnTo>
                    <a:pt x="3778109" y="451490"/>
                  </a:lnTo>
                  <a:lnTo>
                    <a:pt x="3765946" y="469534"/>
                  </a:lnTo>
                  <a:lnTo>
                    <a:pt x="3747902" y="481697"/>
                  </a:lnTo>
                  <a:lnTo>
                    <a:pt x="3725799" y="486156"/>
                  </a:lnTo>
                  <a:lnTo>
                    <a:pt x="56730" y="486156"/>
                  </a:lnTo>
                  <a:lnTo>
                    <a:pt x="34648" y="481697"/>
                  </a:lnTo>
                  <a:lnTo>
                    <a:pt x="16616" y="469534"/>
                  </a:lnTo>
                  <a:lnTo>
                    <a:pt x="4458" y="451490"/>
                  </a:lnTo>
                  <a:lnTo>
                    <a:pt x="0" y="429387"/>
                  </a:lnTo>
                  <a:lnTo>
                    <a:pt x="0" y="5676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31154" y="4279010"/>
            <a:ext cx="3686810" cy="5486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763905">
              <a:lnSpc>
                <a:spcPct val="100000"/>
              </a:lnSpc>
              <a:spcBef>
                <a:spcPts val="755"/>
              </a:spcBef>
            </a:pPr>
            <a:r>
              <a:rPr sz="2000" spc="-20" dirty="0">
                <a:latin typeface="宋体"/>
                <a:cs typeface="宋体"/>
              </a:rPr>
              <a:t>源点到自身距离为</a:t>
            </a:r>
            <a:r>
              <a:rPr sz="2000" b="1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08444E4-AF8C-FD44-A89E-D5EA36665E53}"/>
              </a:ext>
            </a:extLst>
          </p:cNvPr>
          <p:cNvSpPr txBox="1"/>
          <p:nvPr/>
        </p:nvSpPr>
        <p:spPr>
          <a:xfrm>
            <a:off x="757788" y="1092619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AA14EA7-E19E-2047-AEA6-783717E39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9197" y="1402588"/>
            <a:ext cx="6628130" cy="5207635"/>
            <a:chOff x="949197" y="1402588"/>
            <a:chExt cx="6628130" cy="5207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9631" y="1701478"/>
              <a:ext cx="3782695" cy="277291"/>
            </a:xfrm>
            <a:custGeom>
              <a:avLst/>
              <a:gdLst/>
              <a:ahLst/>
              <a:cxnLst/>
              <a:rect l="l" t="t" r="r" b="b"/>
              <a:pathLst>
                <a:path w="3782695" h="486410">
                  <a:moveTo>
                    <a:pt x="0" y="56768"/>
                  </a:moveTo>
                  <a:lnTo>
                    <a:pt x="4458" y="34665"/>
                  </a:lnTo>
                  <a:lnTo>
                    <a:pt x="16616" y="16621"/>
                  </a:lnTo>
                  <a:lnTo>
                    <a:pt x="34648" y="4458"/>
                  </a:lnTo>
                  <a:lnTo>
                    <a:pt x="56730" y="0"/>
                  </a:lnTo>
                  <a:lnTo>
                    <a:pt x="3725799" y="0"/>
                  </a:lnTo>
                  <a:lnTo>
                    <a:pt x="3747902" y="4458"/>
                  </a:lnTo>
                  <a:lnTo>
                    <a:pt x="3765946" y="16621"/>
                  </a:lnTo>
                  <a:lnTo>
                    <a:pt x="3778109" y="34665"/>
                  </a:lnTo>
                  <a:lnTo>
                    <a:pt x="3782568" y="56768"/>
                  </a:lnTo>
                  <a:lnTo>
                    <a:pt x="3782568" y="429387"/>
                  </a:lnTo>
                  <a:lnTo>
                    <a:pt x="3778109" y="451490"/>
                  </a:lnTo>
                  <a:lnTo>
                    <a:pt x="3765946" y="469534"/>
                  </a:lnTo>
                  <a:lnTo>
                    <a:pt x="3747902" y="481697"/>
                  </a:lnTo>
                  <a:lnTo>
                    <a:pt x="3725799" y="486155"/>
                  </a:lnTo>
                  <a:lnTo>
                    <a:pt x="56730" y="486155"/>
                  </a:lnTo>
                  <a:lnTo>
                    <a:pt x="34648" y="481697"/>
                  </a:lnTo>
                  <a:lnTo>
                    <a:pt x="16616" y="469534"/>
                  </a:lnTo>
                  <a:lnTo>
                    <a:pt x="4458" y="451490"/>
                  </a:lnTo>
                  <a:lnTo>
                    <a:pt x="0" y="429387"/>
                  </a:lnTo>
                  <a:lnTo>
                    <a:pt x="0" y="5676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50682" y="1585341"/>
            <a:ext cx="3686810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依次计算源点到各顶点的最短</a:t>
            </a:r>
            <a:r>
              <a:rPr sz="2000" spc="-50" dirty="0">
                <a:latin typeface="宋体"/>
                <a:cs typeface="宋体"/>
              </a:rPr>
              <a:t>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992B4AD-9C9E-0C45-A2EF-F55DF0F1C54B}"/>
              </a:ext>
            </a:extLst>
          </p:cNvPr>
          <p:cNvSpPr txBox="1"/>
          <p:nvPr/>
        </p:nvSpPr>
        <p:spPr>
          <a:xfrm>
            <a:off x="757788" y="976869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43E63D0-12BF-B949-AEB2-949878099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9197" y="1402588"/>
            <a:ext cx="6628130" cy="5207635"/>
            <a:chOff x="949197" y="1402588"/>
            <a:chExt cx="6628130" cy="5207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5379" y="1967012"/>
              <a:ext cx="3782695" cy="544695"/>
            </a:xfrm>
            <a:custGeom>
              <a:avLst/>
              <a:gdLst/>
              <a:ahLst/>
              <a:cxnLst/>
              <a:rect l="l" t="t" r="r" b="b"/>
              <a:pathLst>
                <a:path w="3782695" h="635000">
                  <a:moveTo>
                    <a:pt x="0" y="74040"/>
                  </a:moveTo>
                  <a:lnTo>
                    <a:pt x="5820" y="45219"/>
                  </a:lnTo>
                  <a:lnTo>
                    <a:pt x="21693" y="21685"/>
                  </a:lnTo>
                  <a:lnTo>
                    <a:pt x="45236" y="5818"/>
                  </a:lnTo>
                  <a:lnTo>
                    <a:pt x="74066" y="0"/>
                  </a:lnTo>
                  <a:lnTo>
                    <a:pt x="3708527" y="0"/>
                  </a:lnTo>
                  <a:lnTo>
                    <a:pt x="3737348" y="5818"/>
                  </a:lnTo>
                  <a:lnTo>
                    <a:pt x="3760882" y="21685"/>
                  </a:lnTo>
                  <a:lnTo>
                    <a:pt x="3776749" y="45219"/>
                  </a:lnTo>
                  <a:lnTo>
                    <a:pt x="3782568" y="74040"/>
                  </a:lnTo>
                  <a:lnTo>
                    <a:pt x="3782568" y="560704"/>
                  </a:lnTo>
                  <a:lnTo>
                    <a:pt x="3776749" y="589526"/>
                  </a:lnTo>
                  <a:lnTo>
                    <a:pt x="3760882" y="613060"/>
                  </a:lnTo>
                  <a:lnTo>
                    <a:pt x="3737348" y="628927"/>
                  </a:lnTo>
                  <a:lnTo>
                    <a:pt x="3708527" y="634746"/>
                  </a:lnTo>
                  <a:lnTo>
                    <a:pt x="74066" y="634746"/>
                  </a:lnTo>
                  <a:lnTo>
                    <a:pt x="45236" y="628927"/>
                  </a:lnTo>
                  <a:lnTo>
                    <a:pt x="21693" y="613060"/>
                  </a:lnTo>
                  <a:lnTo>
                    <a:pt x="5820" y="589526"/>
                  </a:lnTo>
                  <a:lnTo>
                    <a:pt x="0" y="560704"/>
                  </a:lnTo>
                  <a:lnTo>
                    <a:pt x="0" y="7404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50682" y="1944242"/>
            <a:ext cx="3686810" cy="635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2000" spc="-25" dirty="0">
                <a:latin typeface="Cambria Math"/>
                <a:cs typeface="Cambria Math"/>
              </a:rPr>
              <a:t>𝒎𝒊𝒏𝑫𝒊𝒔𝒕</a:t>
            </a:r>
            <a:r>
              <a:rPr sz="2000" spc="-20" dirty="0">
                <a:latin typeface="宋体"/>
                <a:cs typeface="宋体"/>
              </a:rPr>
              <a:t>记录最小估计距</a:t>
            </a:r>
            <a:r>
              <a:rPr sz="2000" spc="-50" dirty="0">
                <a:latin typeface="宋体"/>
                <a:cs typeface="宋体"/>
              </a:rPr>
              <a:t>离</a:t>
            </a:r>
            <a:endParaRPr sz="20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sz="2000" spc="-20" dirty="0">
                <a:latin typeface="Cambria Math"/>
                <a:cs typeface="Cambria Math"/>
              </a:rPr>
              <a:t>𝒓𝒆𝒄</a:t>
            </a:r>
            <a:r>
              <a:rPr sz="2000" spc="-20" dirty="0">
                <a:latin typeface="宋体"/>
                <a:cs typeface="宋体"/>
              </a:rPr>
              <a:t>记录距源点最近的白色顶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3BAE317-29D4-F949-A52A-00565F0107A6}"/>
              </a:ext>
            </a:extLst>
          </p:cNvPr>
          <p:cNvSpPr txBox="1"/>
          <p:nvPr/>
        </p:nvSpPr>
        <p:spPr>
          <a:xfrm>
            <a:off x="757788" y="942146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8D18E28F-3A5D-DF45-8671-A43D15538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847" y="1396238"/>
            <a:ext cx="6640830" cy="5220335"/>
            <a:chOff x="942847" y="1396238"/>
            <a:chExt cx="6640830" cy="5220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5379" y="2570226"/>
              <a:ext cx="6377305" cy="1656080"/>
            </a:xfrm>
            <a:custGeom>
              <a:avLst/>
              <a:gdLst/>
              <a:ahLst/>
              <a:cxnLst/>
              <a:rect l="l" t="t" r="r" b="b"/>
              <a:pathLst>
                <a:path w="6377305" h="1656079">
                  <a:moveTo>
                    <a:pt x="0" y="193166"/>
                  </a:moveTo>
                  <a:lnTo>
                    <a:pt x="5102" y="148876"/>
                  </a:lnTo>
                  <a:lnTo>
                    <a:pt x="19636" y="108218"/>
                  </a:lnTo>
                  <a:lnTo>
                    <a:pt x="42441" y="72352"/>
                  </a:lnTo>
                  <a:lnTo>
                    <a:pt x="72357" y="42437"/>
                  </a:lnTo>
                  <a:lnTo>
                    <a:pt x="108223" y="19634"/>
                  </a:lnTo>
                  <a:lnTo>
                    <a:pt x="148880" y="5101"/>
                  </a:lnTo>
                  <a:lnTo>
                    <a:pt x="193166" y="0"/>
                  </a:lnTo>
                  <a:lnTo>
                    <a:pt x="6184011" y="0"/>
                  </a:lnTo>
                  <a:lnTo>
                    <a:pt x="6228301" y="5101"/>
                  </a:lnTo>
                  <a:lnTo>
                    <a:pt x="6268959" y="19634"/>
                  </a:lnTo>
                  <a:lnTo>
                    <a:pt x="6304825" y="42437"/>
                  </a:lnTo>
                  <a:lnTo>
                    <a:pt x="6334740" y="72352"/>
                  </a:lnTo>
                  <a:lnTo>
                    <a:pt x="6357543" y="108218"/>
                  </a:lnTo>
                  <a:lnTo>
                    <a:pt x="6372076" y="148876"/>
                  </a:lnTo>
                  <a:lnTo>
                    <a:pt x="6377178" y="193166"/>
                  </a:lnTo>
                  <a:lnTo>
                    <a:pt x="6377178" y="1462659"/>
                  </a:lnTo>
                  <a:lnTo>
                    <a:pt x="6372076" y="1506949"/>
                  </a:lnTo>
                  <a:lnTo>
                    <a:pt x="6357543" y="1547607"/>
                  </a:lnTo>
                  <a:lnTo>
                    <a:pt x="6334740" y="1583473"/>
                  </a:lnTo>
                  <a:lnTo>
                    <a:pt x="6304825" y="1613388"/>
                  </a:lnTo>
                  <a:lnTo>
                    <a:pt x="6268959" y="1636191"/>
                  </a:lnTo>
                  <a:lnTo>
                    <a:pt x="6228301" y="1650724"/>
                  </a:lnTo>
                  <a:lnTo>
                    <a:pt x="6184011" y="1655826"/>
                  </a:lnTo>
                  <a:lnTo>
                    <a:pt x="193166" y="1655826"/>
                  </a:lnTo>
                  <a:lnTo>
                    <a:pt x="148880" y="1650724"/>
                  </a:lnTo>
                  <a:lnTo>
                    <a:pt x="108223" y="1636191"/>
                  </a:lnTo>
                  <a:lnTo>
                    <a:pt x="72357" y="1613388"/>
                  </a:lnTo>
                  <a:lnTo>
                    <a:pt x="42441" y="1583473"/>
                  </a:lnTo>
                  <a:lnTo>
                    <a:pt x="19636" y="1547607"/>
                  </a:lnTo>
                  <a:lnTo>
                    <a:pt x="5102" y="1506949"/>
                  </a:lnTo>
                  <a:lnTo>
                    <a:pt x="0" y="1462659"/>
                  </a:lnTo>
                  <a:lnTo>
                    <a:pt x="0" y="19316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1490" y="913418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0682" y="2570607"/>
            <a:ext cx="358457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选择距源点最近的白色顶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9A790D0C-BFF1-3148-8AA3-08C7319C3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847" y="1396238"/>
            <a:ext cx="6640830" cy="5220335"/>
            <a:chOff x="942847" y="1396238"/>
            <a:chExt cx="6640830" cy="5220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1757" y="4126992"/>
              <a:ext cx="4688205" cy="486409"/>
            </a:xfrm>
            <a:custGeom>
              <a:avLst/>
              <a:gdLst/>
              <a:ahLst/>
              <a:cxnLst/>
              <a:rect l="l" t="t" r="r" b="b"/>
              <a:pathLst>
                <a:path w="4688205" h="486410">
                  <a:moveTo>
                    <a:pt x="0" y="56768"/>
                  </a:moveTo>
                  <a:lnTo>
                    <a:pt x="4458" y="34665"/>
                  </a:lnTo>
                  <a:lnTo>
                    <a:pt x="16616" y="16621"/>
                  </a:lnTo>
                  <a:lnTo>
                    <a:pt x="34648" y="4458"/>
                  </a:lnTo>
                  <a:lnTo>
                    <a:pt x="56730" y="0"/>
                  </a:lnTo>
                  <a:lnTo>
                    <a:pt x="4631055" y="0"/>
                  </a:lnTo>
                  <a:lnTo>
                    <a:pt x="4653158" y="4458"/>
                  </a:lnTo>
                  <a:lnTo>
                    <a:pt x="4671202" y="16621"/>
                  </a:lnTo>
                  <a:lnTo>
                    <a:pt x="4683365" y="34665"/>
                  </a:lnTo>
                  <a:lnTo>
                    <a:pt x="4687824" y="56768"/>
                  </a:lnTo>
                  <a:lnTo>
                    <a:pt x="4687824" y="429386"/>
                  </a:lnTo>
                  <a:lnTo>
                    <a:pt x="4683365" y="451490"/>
                  </a:lnTo>
                  <a:lnTo>
                    <a:pt x="4671202" y="469534"/>
                  </a:lnTo>
                  <a:lnTo>
                    <a:pt x="4653158" y="481697"/>
                  </a:lnTo>
                  <a:lnTo>
                    <a:pt x="4631055" y="486155"/>
                  </a:lnTo>
                  <a:lnTo>
                    <a:pt x="56730" y="486155"/>
                  </a:lnTo>
                  <a:lnTo>
                    <a:pt x="34648" y="481697"/>
                  </a:lnTo>
                  <a:lnTo>
                    <a:pt x="16616" y="469534"/>
                  </a:lnTo>
                  <a:lnTo>
                    <a:pt x="4458" y="451490"/>
                  </a:lnTo>
                  <a:lnTo>
                    <a:pt x="0" y="429386"/>
                  </a:lnTo>
                  <a:lnTo>
                    <a:pt x="0" y="5676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8340" y="924993"/>
            <a:ext cx="2420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0682" y="4127372"/>
            <a:ext cx="306641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509"/>
              </a:spcBef>
            </a:pPr>
            <a:r>
              <a:rPr sz="2000" spc="-20" dirty="0">
                <a:latin typeface="宋体"/>
                <a:cs typeface="宋体"/>
              </a:rPr>
              <a:t>对</a:t>
            </a:r>
            <a:r>
              <a:rPr sz="2000" spc="-20" dirty="0">
                <a:latin typeface="Cambria Math"/>
                <a:cs typeface="Cambria Math"/>
              </a:rPr>
              <a:t>𝒓𝒆𝒄</a:t>
            </a:r>
            <a:r>
              <a:rPr sz="2000" spc="-20" dirty="0">
                <a:latin typeface="宋体"/>
                <a:cs typeface="宋体"/>
              </a:rPr>
              <a:t>出发的边进行松</a:t>
            </a:r>
            <a:r>
              <a:rPr sz="2000" spc="-50" dirty="0">
                <a:latin typeface="宋体"/>
                <a:cs typeface="宋体"/>
              </a:rPr>
              <a:t>弛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06372303-96D9-234A-9F71-276D62034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847" y="1396238"/>
            <a:ext cx="6640830" cy="5220335"/>
            <a:chOff x="942847" y="1396238"/>
            <a:chExt cx="6640830" cy="5220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511" y="4522470"/>
              <a:ext cx="4666615" cy="608330"/>
            </a:xfrm>
            <a:custGeom>
              <a:avLst/>
              <a:gdLst/>
              <a:ahLst/>
              <a:cxnLst/>
              <a:rect l="l" t="t" r="r" b="b"/>
              <a:pathLst>
                <a:path w="4666615" h="608329">
                  <a:moveTo>
                    <a:pt x="0" y="70992"/>
                  </a:moveTo>
                  <a:lnTo>
                    <a:pt x="5574" y="43344"/>
                  </a:lnTo>
                  <a:lnTo>
                    <a:pt x="20780" y="20780"/>
                  </a:lnTo>
                  <a:lnTo>
                    <a:pt x="43344" y="5574"/>
                  </a:lnTo>
                  <a:lnTo>
                    <a:pt x="70993" y="0"/>
                  </a:lnTo>
                  <a:lnTo>
                    <a:pt x="4595495" y="0"/>
                  </a:lnTo>
                  <a:lnTo>
                    <a:pt x="4623143" y="5574"/>
                  </a:lnTo>
                  <a:lnTo>
                    <a:pt x="4645707" y="20780"/>
                  </a:lnTo>
                  <a:lnTo>
                    <a:pt x="4660913" y="43344"/>
                  </a:lnTo>
                  <a:lnTo>
                    <a:pt x="4666488" y="70992"/>
                  </a:lnTo>
                  <a:lnTo>
                    <a:pt x="4666488" y="537082"/>
                  </a:lnTo>
                  <a:lnTo>
                    <a:pt x="4660913" y="564731"/>
                  </a:lnTo>
                  <a:lnTo>
                    <a:pt x="4645707" y="587295"/>
                  </a:lnTo>
                  <a:lnTo>
                    <a:pt x="4623143" y="602501"/>
                  </a:lnTo>
                  <a:lnTo>
                    <a:pt x="4595495" y="608075"/>
                  </a:lnTo>
                  <a:lnTo>
                    <a:pt x="70993" y="608075"/>
                  </a:lnTo>
                  <a:lnTo>
                    <a:pt x="43344" y="602501"/>
                  </a:lnTo>
                  <a:lnTo>
                    <a:pt x="20780" y="587295"/>
                  </a:lnTo>
                  <a:lnTo>
                    <a:pt x="5574" y="564731"/>
                  </a:lnTo>
                  <a:lnTo>
                    <a:pt x="0" y="537082"/>
                  </a:lnTo>
                  <a:lnTo>
                    <a:pt x="0" y="7099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1793" y="947943"/>
            <a:ext cx="24218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0682" y="4522851"/>
            <a:ext cx="257746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松弛操</a:t>
            </a:r>
            <a:r>
              <a:rPr sz="2000" spc="-50" dirty="0">
                <a:latin typeface="宋体"/>
                <a:cs typeface="宋体"/>
              </a:rPr>
              <a:t>作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378CB85-AC65-5443-BFBB-34857D583048}"/>
              </a:ext>
            </a:extLst>
          </p:cNvPr>
          <p:cNvSpPr txBox="1">
            <a:spLocks/>
          </p:cNvSpPr>
          <p:nvPr/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4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lang="zh-CN" altLang="en-US" sz="4000" spc="-5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lang="zh-CN" altLang="en-US"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9197" y="1402588"/>
            <a:ext cx="6628130" cy="5207635"/>
            <a:chOff x="949197" y="1402588"/>
            <a:chExt cx="6628130" cy="5207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511" y="4835295"/>
              <a:ext cx="4666615" cy="560259"/>
            </a:xfrm>
            <a:custGeom>
              <a:avLst/>
              <a:gdLst/>
              <a:ahLst/>
              <a:cxnLst/>
              <a:rect l="l" t="t" r="r" b="b"/>
              <a:pathLst>
                <a:path w="4666615" h="486410">
                  <a:moveTo>
                    <a:pt x="0" y="56768"/>
                  </a:moveTo>
                  <a:lnTo>
                    <a:pt x="4458" y="34665"/>
                  </a:lnTo>
                  <a:lnTo>
                    <a:pt x="16621" y="16621"/>
                  </a:lnTo>
                  <a:lnTo>
                    <a:pt x="34665" y="4458"/>
                  </a:lnTo>
                  <a:lnTo>
                    <a:pt x="56768" y="0"/>
                  </a:lnTo>
                  <a:lnTo>
                    <a:pt x="4609719" y="0"/>
                  </a:lnTo>
                  <a:lnTo>
                    <a:pt x="4631822" y="4458"/>
                  </a:lnTo>
                  <a:lnTo>
                    <a:pt x="4649866" y="16621"/>
                  </a:lnTo>
                  <a:lnTo>
                    <a:pt x="4662029" y="34665"/>
                  </a:lnTo>
                  <a:lnTo>
                    <a:pt x="4666488" y="56768"/>
                  </a:lnTo>
                  <a:lnTo>
                    <a:pt x="4666488" y="429386"/>
                  </a:lnTo>
                  <a:lnTo>
                    <a:pt x="4662029" y="451490"/>
                  </a:lnTo>
                  <a:lnTo>
                    <a:pt x="4649866" y="469534"/>
                  </a:lnTo>
                  <a:lnTo>
                    <a:pt x="4631822" y="481697"/>
                  </a:lnTo>
                  <a:lnTo>
                    <a:pt x="4609719" y="486155"/>
                  </a:lnTo>
                  <a:lnTo>
                    <a:pt x="56768" y="486155"/>
                  </a:lnTo>
                  <a:lnTo>
                    <a:pt x="34665" y="481697"/>
                  </a:lnTo>
                  <a:lnTo>
                    <a:pt x="16621" y="469534"/>
                  </a:lnTo>
                  <a:lnTo>
                    <a:pt x="4458" y="451490"/>
                  </a:lnTo>
                  <a:lnTo>
                    <a:pt x="0" y="429386"/>
                  </a:lnTo>
                  <a:lnTo>
                    <a:pt x="0" y="5676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117" y="936368"/>
            <a:ext cx="24218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0682" y="4986146"/>
            <a:ext cx="257746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记录前驱顶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7112F7C-D394-1942-B675-E72B4F48C0C5}"/>
              </a:ext>
            </a:extLst>
          </p:cNvPr>
          <p:cNvSpPr txBox="1">
            <a:spLocks/>
          </p:cNvSpPr>
          <p:nvPr/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lang="zh-CN" altLang="en-US"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847" y="1396238"/>
            <a:ext cx="6640830" cy="5220335"/>
            <a:chOff x="942847" y="1396238"/>
            <a:chExt cx="6640830" cy="5220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769" y="1450871"/>
              <a:ext cx="6179867" cy="50268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197" y="1402588"/>
              <a:ext cx="6628130" cy="5207635"/>
            </a:xfrm>
            <a:custGeom>
              <a:avLst/>
              <a:gdLst/>
              <a:ahLst/>
              <a:cxnLst/>
              <a:rect l="l" t="t" r="r" b="b"/>
              <a:pathLst>
                <a:path w="6628130" h="5207634">
                  <a:moveTo>
                    <a:pt x="0" y="5207254"/>
                  </a:moveTo>
                  <a:lnTo>
                    <a:pt x="6627622" y="5207254"/>
                  </a:lnTo>
                  <a:lnTo>
                    <a:pt x="6627622" y="0"/>
                  </a:lnTo>
                  <a:lnTo>
                    <a:pt x="0" y="0"/>
                  </a:lnTo>
                  <a:lnTo>
                    <a:pt x="0" y="5207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511" y="5871209"/>
              <a:ext cx="4666615" cy="486409"/>
            </a:xfrm>
            <a:custGeom>
              <a:avLst/>
              <a:gdLst/>
              <a:ahLst/>
              <a:cxnLst/>
              <a:rect l="l" t="t" r="r" b="b"/>
              <a:pathLst>
                <a:path w="4666615" h="486410">
                  <a:moveTo>
                    <a:pt x="0" y="56718"/>
                  </a:moveTo>
                  <a:lnTo>
                    <a:pt x="4458" y="34643"/>
                  </a:lnTo>
                  <a:lnTo>
                    <a:pt x="16621" y="16614"/>
                  </a:lnTo>
                  <a:lnTo>
                    <a:pt x="34665" y="4458"/>
                  </a:lnTo>
                  <a:lnTo>
                    <a:pt x="56768" y="0"/>
                  </a:lnTo>
                  <a:lnTo>
                    <a:pt x="4609719" y="0"/>
                  </a:lnTo>
                  <a:lnTo>
                    <a:pt x="4631822" y="4458"/>
                  </a:lnTo>
                  <a:lnTo>
                    <a:pt x="4649866" y="16614"/>
                  </a:lnTo>
                  <a:lnTo>
                    <a:pt x="4662029" y="34643"/>
                  </a:lnTo>
                  <a:lnTo>
                    <a:pt x="4666488" y="56718"/>
                  </a:lnTo>
                  <a:lnTo>
                    <a:pt x="4666488" y="429437"/>
                  </a:lnTo>
                  <a:lnTo>
                    <a:pt x="4662029" y="451512"/>
                  </a:lnTo>
                  <a:lnTo>
                    <a:pt x="4649866" y="469541"/>
                  </a:lnTo>
                  <a:lnTo>
                    <a:pt x="4631822" y="481697"/>
                  </a:lnTo>
                  <a:lnTo>
                    <a:pt x="4609719" y="486155"/>
                  </a:lnTo>
                  <a:lnTo>
                    <a:pt x="56768" y="486155"/>
                  </a:lnTo>
                  <a:lnTo>
                    <a:pt x="34665" y="481697"/>
                  </a:lnTo>
                  <a:lnTo>
                    <a:pt x="16621" y="469541"/>
                  </a:lnTo>
                  <a:lnTo>
                    <a:pt x="4458" y="451512"/>
                  </a:lnTo>
                  <a:lnTo>
                    <a:pt x="0" y="429437"/>
                  </a:lnTo>
                  <a:lnTo>
                    <a:pt x="0" y="5671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8644" y="935377"/>
            <a:ext cx="24218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0682" y="5871590"/>
            <a:ext cx="257746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标记处理完</a:t>
            </a:r>
            <a:r>
              <a:rPr sz="2000" spc="-50" dirty="0">
                <a:latin typeface="宋体"/>
                <a:cs typeface="宋体"/>
              </a:rPr>
              <a:t>成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A45B19D-A5C3-5B44-B3A0-48DF034E9249}"/>
              </a:ext>
            </a:extLst>
          </p:cNvPr>
          <p:cNvSpPr txBox="1">
            <a:spLocks/>
          </p:cNvSpPr>
          <p:nvPr/>
        </p:nvSpPr>
        <p:spPr>
          <a:xfrm>
            <a:off x="1297426" y="278283"/>
            <a:ext cx="24206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lang="zh-CN" altLang="en-US"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61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087" y="1124494"/>
            <a:ext cx="6416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从知春路到其他站点，如何安排路线？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2311" y="2083307"/>
            <a:ext cx="4627245" cy="2540635"/>
            <a:chOff x="972311" y="2083307"/>
            <a:chExt cx="4627245" cy="2540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11" y="2083307"/>
              <a:ext cx="4626864" cy="25405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74516" y="2178176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150113" y="0"/>
                  </a:moveTo>
                  <a:lnTo>
                    <a:pt x="114681" y="116712"/>
                  </a:lnTo>
                  <a:lnTo>
                    <a:pt x="0" y="116712"/>
                  </a:lnTo>
                  <a:lnTo>
                    <a:pt x="92837" y="188849"/>
                  </a:lnTo>
                  <a:lnTo>
                    <a:pt x="57277" y="305562"/>
                  </a:lnTo>
                  <a:lnTo>
                    <a:pt x="150113" y="233425"/>
                  </a:lnTo>
                  <a:lnTo>
                    <a:pt x="242950" y="305562"/>
                  </a:lnTo>
                  <a:lnTo>
                    <a:pt x="207391" y="188849"/>
                  </a:lnTo>
                  <a:lnTo>
                    <a:pt x="300228" y="116712"/>
                  </a:lnTo>
                  <a:lnTo>
                    <a:pt x="185547" y="116712"/>
                  </a:lnTo>
                  <a:lnTo>
                    <a:pt x="1501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4516" y="2178176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0" y="116712"/>
                  </a:moveTo>
                  <a:lnTo>
                    <a:pt x="114681" y="116712"/>
                  </a:lnTo>
                  <a:lnTo>
                    <a:pt x="150113" y="0"/>
                  </a:lnTo>
                  <a:lnTo>
                    <a:pt x="185547" y="116712"/>
                  </a:lnTo>
                  <a:lnTo>
                    <a:pt x="300228" y="116712"/>
                  </a:lnTo>
                  <a:lnTo>
                    <a:pt x="207391" y="188849"/>
                  </a:lnTo>
                  <a:lnTo>
                    <a:pt x="242950" y="305562"/>
                  </a:lnTo>
                  <a:lnTo>
                    <a:pt x="150113" y="233425"/>
                  </a:lnTo>
                  <a:lnTo>
                    <a:pt x="57277" y="305562"/>
                  </a:lnTo>
                  <a:lnTo>
                    <a:pt x="92837" y="188849"/>
                  </a:lnTo>
                  <a:lnTo>
                    <a:pt x="0" y="1167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80454" y="37642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0454" y="30746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0459" y="187909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26757" y="2013966"/>
            <a:ext cx="4300855" cy="2628900"/>
            <a:chOff x="6826757" y="2013966"/>
            <a:chExt cx="4300855" cy="2628900"/>
          </a:xfrm>
        </p:grpSpPr>
        <p:sp>
          <p:nvSpPr>
            <p:cNvPr id="12" name="object 12"/>
            <p:cNvSpPr/>
            <p:nvPr/>
          </p:nvSpPr>
          <p:spPr>
            <a:xfrm>
              <a:off x="1063370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3370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33709" y="2507742"/>
              <a:ext cx="474980" cy="2116455"/>
            </a:xfrm>
            <a:custGeom>
              <a:avLst/>
              <a:gdLst/>
              <a:ahLst/>
              <a:cxnLst/>
              <a:rect l="l" t="t" r="r" b="b"/>
              <a:pathLst>
                <a:path w="474979" h="2116454">
                  <a:moveTo>
                    <a:pt x="236982" y="0"/>
                  </a:moveTo>
                  <a:lnTo>
                    <a:pt x="236982" y="570611"/>
                  </a:lnTo>
                </a:path>
                <a:path w="474979" h="2116454">
                  <a:moveTo>
                    <a:pt x="0" y="808482"/>
                  </a:moveTo>
                  <a:lnTo>
                    <a:pt x="4823" y="760563"/>
                  </a:lnTo>
                  <a:lnTo>
                    <a:pt x="18657" y="715934"/>
                  </a:lnTo>
                  <a:lnTo>
                    <a:pt x="40545" y="675550"/>
                  </a:lnTo>
                  <a:lnTo>
                    <a:pt x="69532" y="640365"/>
                  </a:lnTo>
                  <a:lnTo>
                    <a:pt x="104663" y="611336"/>
                  </a:lnTo>
                  <a:lnTo>
                    <a:pt x="144982" y="589418"/>
                  </a:lnTo>
                  <a:lnTo>
                    <a:pt x="189534" y="575567"/>
                  </a:lnTo>
                  <a:lnTo>
                    <a:pt x="237363" y="570738"/>
                  </a:lnTo>
                  <a:lnTo>
                    <a:pt x="285191" y="575567"/>
                  </a:lnTo>
                  <a:lnTo>
                    <a:pt x="329743" y="589418"/>
                  </a:lnTo>
                  <a:lnTo>
                    <a:pt x="370062" y="611336"/>
                  </a:lnTo>
                  <a:lnTo>
                    <a:pt x="405193" y="640365"/>
                  </a:lnTo>
                  <a:lnTo>
                    <a:pt x="434180" y="675550"/>
                  </a:lnTo>
                  <a:lnTo>
                    <a:pt x="456068" y="715934"/>
                  </a:lnTo>
                  <a:lnTo>
                    <a:pt x="469902" y="760563"/>
                  </a:lnTo>
                  <a:lnTo>
                    <a:pt x="474725" y="808482"/>
                  </a:lnTo>
                  <a:lnTo>
                    <a:pt x="469902" y="856400"/>
                  </a:lnTo>
                  <a:lnTo>
                    <a:pt x="456068" y="901029"/>
                  </a:lnTo>
                  <a:lnTo>
                    <a:pt x="434180" y="941413"/>
                  </a:lnTo>
                  <a:lnTo>
                    <a:pt x="405193" y="976598"/>
                  </a:lnTo>
                  <a:lnTo>
                    <a:pt x="370062" y="1005627"/>
                  </a:lnTo>
                  <a:lnTo>
                    <a:pt x="329743" y="1027545"/>
                  </a:lnTo>
                  <a:lnTo>
                    <a:pt x="285191" y="1041396"/>
                  </a:lnTo>
                  <a:lnTo>
                    <a:pt x="237363" y="1046226"/>
                  </a:lnTo>
                  <a:lnTo>
                    <a:pt x="189534" y="1041396"/>
                  </a:lnTo>
                  <a:lnTo>
                    <a:pt x="144982" y="1027545"/>
                  </a:lnTo>
                  <a:lnTo>
                    <a:pt x="104663" y="1005627"/>
                  </a:lnTo>
                  <a:lnTo>
                    <a:pt x="69532" y="976598"/>
                  </a:lnTo>
                  <a:lnTo>
                    <a:pt x="40545" y="941413"/>
                  </a:lnTo>
                  <a:lnTo>
                    <a:pt x="18657" y="901029"/>
                  </a:lnTo>
                  <a:lnTo>
                    <a:pt x="4823" y="856400"/>
                  </a:lnTo>
                  <a:lnTo>
                    <a:pt x="0" y="808482"/>
                  </a:lnTo>
                  <a:close/>
                </a:path>
                <a:path w="474979" h="2116454">
                  <a:moveTo>
                    <a:pt x="236982" y="1046226"/>
                  </a:moveTo>
                  <a:lnTo>
                    <a:pt x="236982" y="1641348"/>
                  </a:lnTo>
                </a:path>
                <a:path w="474979" h="2116454">
                  <a:moveTo>
                    <a:pt x="0" y="1878711"/>
                  </a:moveTo>
                  <a:lnTo>
                    <a:pt x="4823" y="1830882"/>
                  </a:lnTo>
                  <a:lnTo>
                    <a:pt x="18657" y="1786330"/>
                  </a:lnTo>
                  <a:lnTo>
                    <a:pt x="40545" y="1746011"/>
                  </a:lnTo>
                  <a:lnTo>
                    <a:pt x="69532" y="1710880"/>
                  </a:lnTo>
                  <a:lnTo>
                    <a:pt x="104663" y="1681893"/>
                  </a:lnTo>
                  <a:lnTo>
                    <a:pt x="144982" y="1660005"/>
                  </a:lnTo>
                  <a:lnTo>
                    <a:pt x="189534" y="1646171"/>
                  </a:lnTo>
                  <a:lnTo>
                    <a:pt x="237363" y="1641348"/>
                  </a:lnTo>
                  <a:lnTo>
                    <a:pt x="285191" y="1646171"/>
                  </a:lnTo>
                  <a:lnTo>
                    <a:pt x="329743" y="1660005"/>
                  </a:lnTo>
                  <a:lnTo>
                    <a:pt x="370062" y="1681893"/>
                  </a:lnTo>
                  <a:lnTo>
                    <a:pt x="405193" y="1710880"/>
                  </a:lnTo>
                  <a:lnTo>
                    <a:pt x="434180" y="1746011"/>
                  </a:lnTo>
                  <a:lnTo>
                    <a:pt x="456068" y="1786330"/>
                  </a:lnTo>
                  <a:lnTo>
                    <a:pt x="469902" y="1830882"/>
                  </a:lnTo>
                  <a:lnTo>
                    <a:pt x="474725" y="1878711"/>
                  </a:lnTo>
                  <a:lnTo>
                    <a:pt x="469902" y="1926539"/>
                  </a:lnTo>
                  <a:lnTo>
                    <a:pt x="456068" y="1971091"/>
                  </a:lnTo>
                  <a:lnTo>
                    <a:pt x="434180" y="2011410"/>
                  </a:lnTo>
                  <a:lnTo>
                    <a:pt x="405193" y="2046541"/>
                  </a:lnTo>
                  <a:lnTo>
                    <a:pt x="370062" y="2075528"/>
                  </a:lnTo>
                  <a:lnTo>
                    <a:pt x="329743" y="2097416"/>
                  </a:lnTo>
                  <a:lnTo>
                    <a:pt x="285191" y="2111250"/>
                  </a:lnTo>
                  <a:lnTo>
                    <a:pt x="237363" y="2116074"/>
                  </a:lnTo>
                  <a:lnTo>
                    <a:pt x="189534" y="2111250"/>
                  </a:lnTo>
                  <a:lnTo>
                    <a:pt x="144982" y="2097416"/>
                  </a:lnTo>
                  <a:lnTo>
                    <a:pt x="104663" y="2075528"/>
                  </a:lnTo>
                  <a:lnTo>
                    <a:pt x="69532" y="2046541"/>
                  </a:lnTo>
                  <a:lnTo>
                    <a:pt x="40545" y="2011410"/>
                  </a:lnTo>
                  <a:lnTo>
                    <a:pt x="18657" y="1971091"/>
                  </a:lnTo>
                  <a:lnTo>
                    <a:pt x="4823" y="1926539"/>
                  </a:lnTo>
                  <a:lnTo>
                    <a:pt x="0" y="187871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31045" y="2270760"/>
              <a:ext cx="1502410" cy="0"/>
            </a:xfrm>
            <a:custGeom>
              <a:avLst/>
              <a:gdLst/>
              <a:ahLst/>
              <a:cxnLst/>
              <a:rect l="l" t="t" r="r" b="b"/>
              <a:pathLst>
                <a:path w="1502409">
                  <a:moveTo>
                    <a:pt x="150215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9907" y="4149089"/>
              <a:ext cx="1463675" cy="474980"/>
            </a:xfrm>
            <a:custGeom>
              <a:avLst/>
              <a:gdLst/>
              <a:ahLst/>
              <a:cxnLst/>
              <a:rect l="l" t="t" r="r" b="b"/>
              <a:pathLst>
                <a:path w="146367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  <a:path w="1463675" h="474979">
                  <a:moveTo>
                    <a:pt x="1463675" y="236982"/>
                  </a:moveTo>
                  <a:lnTo>
                    <a:pt x="475488" y="2369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45807" y="4149089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45807" y="4149089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45807" y="34434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3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3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45807" y="34434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9073" y="3191255"/>
              <a:ext cx="13970" cy="957580"/>
            </a:xfrm>
            <a:custGeom>
              <a:avLst/>
              <a:gdLst/>
              <a:ahLst/>
              <a:cxnLst/>
              <a:rect l="l" t="t" r="r" b="b"/>
              <a:pathLst>
                <a:path w="13970" h="957579">
                  <a:moveTo>
                    <a:pt x="13716" y="0"/>
                  </a:moveTo>
                  <a:lnTo>
                    <a:pt x="13716" y="230251"/>
                  </a:lnTo>
                </a:path>
                <a:path w="13970" h="957579">
                  <a:moveTo>
                    <a:pt x="0" y="726948"/>
                  </a:moveTo>
                  <a:lnTo>
                    <a:pt x="0" y="957199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20533" y="4386072"/>
              <a:ext cx="1849755" cy="0"/>
            </a:xfrm>
            <a:custGeom>
              <a:avLst/>
              <a:gdLst/>
              <a:ahLst/>
              <a:cxnLst/>
              <a:rect l="l" t="t" r="r" b="b"/>
              <a:pathLst>
                <a:path w="1849754">
                  <a:moveTo>
                    <a:pt x="184950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45807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45807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82789" y="2270760"/>
              <a:ext cx="1573530" cy="467359"/>
            </a:xfrm>
            <a:custGeom>
              <a:avLst/>
              <a:gdLst/>
              <a:ahLst/>
              <a:cxnLst/>
              <a:rect l="l" t="t" r="r" b="b"/>
              <a:pathLst>
                <a:path w="1573529" h="467360">
                  <a:moveTo>
                    <a:pt x="1573402" y="0"/>
                  </a:moveTo>
                  <a:lnTo>
                    <a:pt x="237743" y="0"/>
                  </a:lnTo>
                </a:path>
                <a:path w="1573529" h="467360">
                  <a:moveTo>
                    <a:pt x="0" y="236981"/>
                  </a:moveTo>
                  <a:lnTo>
                    <a:pt x="0" y="46723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434068" y="187909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80454" y="238480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280902" y="257276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04702" y="369697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93121" y="44196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34857" y="44196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26757" y="2013966"/>
            <a:ext cx="2323465" cy="1218565"/>
            <a:chOff x="6826757" y="2013966"/>
            <a:chExt cx="2323465" cy="1218565"/>
          </a:xfrm>
        </p:grpSpPr>
        <p:sp>
          <p:nvSpPr>
            <p:cNvPr id="33" name="object 33"/>
            <p:cNvSpPr/>
            <p:nvPr/>
          </p:nvSpPr>
          <p:spPr>
            <a:xfrm>
              <a:off x="865631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65631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45807" y="273862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45807" y="273862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72311" y="5389626"/>
            <a:ext cx="1013650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算法可以求解单源最短路径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8714" y="1173497"/>
            <a:ext cx="6416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从知春路到其他站点，如何安排路线？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2311" y="5389626"/>
            <a:ext cx="1013650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60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算法适用范围：边权为正的图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2311" y="2083307"/>
            <a:ext cx="4627245" cy="2540635"/>
            <a:chOff x="972311" y="2083307"/>
            <a:chExt cx="4627245" cy="25406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311" y="2083307"/>
              <a:ext cx="4626864" cy="25405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74516" y="2178176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150113" y="0"/>
                  </a:moveTo>
                  <a:lnTo>
                    <a:pt x="114681" y="116712"/>
                  </a:lnTo>
                  <a:lnTo>
                    <a:pt x="0" y="116712"/>
                  </a:lnTo>
                  <a:lnTo>
                    <a:pt x="92837" y="188849"/>
                  </a:lnTo>
                  <a:lnTo>
                    <a:pt x="57277" y="305562"/>
                  </a:lnTo>
                  <a:lnTo>
                    <a:pt x="150113" y="233425"/>
                  </a:lnTo>
                  <a:lnTo>
                    <a:pt x="242950" y="305562"/>
                  </a:lnTo>
                  <a:lnTo>
                    <a:pt x="207391" y="188849"/>
                  </a:lnTo>
                  <a:lnTo>
                    <a:pt x="300228" y="116712"/>
                  </a:lnTo>
                  <a:lnTo>
                    <a:pt x="185547" y="116712"/>
                  </a:lnTo>
                  <a:lnTo>
                    <a:pt x="1501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4516" y="2178176"/>
              <a:ext cx="300355" cy="306070"/>
            </a:xfrm>
            <a:custGeom>
              <a:avLst/>
              <a:gdLst/>
              <a:ahLst/>
              <a:cxnLst/>
              <a:rect l="l" t="t" r="r" b="b"/>
              <a:pathLst>
                <a:path w="300354" h="306069">
                  <a:moveTo>
                    <a:pt x="0" y="116712"/>
                  </a:moveTo>
                  <a:lnTo>
                    <a:pt x="114681" y="116712"/>
                  </a:lnTo>
                  <a:lnTo>
                    <a:pt x="150113" y="0"/>
                  </a:lnTo>
                  <a:lnTo>
                    <a:pt x="185547" y="116712"/>
                  </a:lnTo>
                  <a:lnTo>
                    <a:pt x="300228" y="116712"/>
                  </a:lnTo>
                  <a:lnTo>
                    <a:pt x="207391" y="188849"/>
                  </a:lnTo>
                  <a:lnTo>
                    <a:pt x="242950" y="305562"/>
                  </a:lnTo>
                  <a:lnTo>
                    <a:pt x="150113" y="233425"/>
                  </a:lnTo>
                  <a:lnTo>
                    <a:pt x="57277" y="305562"/>
                  </a:lnTo>
                  <a:lnTo>
                    <a:pt x="92837" y="188849"/>
                  </a:lnTo>
                  <a:lnTo>
                    <a:pt x="0" y="1167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80454" y="376427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0454" y="30746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0459" y="187909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26757" y="2013966"/>
            <a:ext cx="4300855" cy="2628900"/>
            <a:chOff x="6826757" y="2013966"/>
            <a:chExt cx="4300855" cy="2628900"/>
          </a:xfrm>
        </p:grpSpPr>
        <p:sp>
          <p:nvSpPr>
            <p:cNvPr id="13" name="object 13"/>
            <p:cNvSpPr/>
            <p:nvPr/>
          </p:nvSpPr>
          <p:spPr>
            <a:xfrm>
              <a:off x="1063370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3370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33709" y="2507742"/>
              <a:ext cx="474980" cy="2116455"/>
            </a:xfrm>
            <a:custGeom>
              <a:avLst/>
              <a:gdLst/>
              <a:ahLst/>
              <a:cxnLst/>
              <a:rect l="l" t="t" r="r" b="b"/>
              <a:pathLst>
                <a:path w="474979" h="2116454">
                  <a:moveTo>
                    <a:pt x="236982" y="0"/>
                  </a:moveTo>
                  <a:lnTo>
                    <a:pt x="236982" y="570611"/>
                  </a:lnTo>
                </a:path>
                <a:path w="474979" h="2116454">
                  <a:moveTo>
                    <a:pt x="0" y="808482"/>
                  </a:moveTo>
                  <a:lnTo>
                    <a:pt x="4823" y="760563"/>
                  </a:lnTo>
                  <a:lnTo>
                    <a:pt x="18657" y="715934"/>
                  </a:lnTo>
                  <a:lnTo>
                    <a:pt x="40545" y="675550"/>
                  </a:lnTo>
                  <a:lnTo>
                    <a:pt x="69532" y="640365"/>
                  </a:lnTo>
                  <a:lnTo>
                    <a:pt x="104663" y="611336"/>
                  </a:lnTo>
                  <a:lnTo>
                    <a:pt x="144982" y="589418"/>
                  </a:lnTo>
                  <a:lnTo>
                    <a:pt x="189534" y="575567"/>
                  </a:lnTo>
                  <a:lnTo>
                    <a:pt x="237363" y="570738"/>
                  </a:lnTo>
                  <a:lnTo>
                    <a:pt x="285191" y="575567"/>
                  </a:lnTo>
                  <a:lnTo>
                    <a:pt x="329743" y="589418"/>
                  </a:lnTo>
                  <a:lnTo>
                    <a:pt x="370062" y="611336"/>
                  </a:lnTo>
                  <a:lnTo>
                    <a:pt x="405193" y="640365"/>
                  </a:lnTo>
                  <a:lnTo>
                    <a:pt x="434180" y="675550"/>
                  </a:lnTo>
                  <a:lnTo>
                    <a:pt x="456068" y="715934"/>
                  </a:lnTo>
                  <a:lnTo>
                    <a:pt x="469902" y="760563"/>
                  </a:lnTo>
                  <a:lnTo>
                    <a:pt x="474725" y="808482"/>
                  </a:lnTo>
                  <a:lnTo>
                    <a:pt x="469902" y="856400"/>
                  </a:lnTo>
                  <a:lnTo>
                    <a:pt x="456068" y="901029"/>
                  </a:lnTo>
                  <a:lnTo>
                    <a:pt x="434180" y="941413"/>
                  </a:lnTo>
                  <a:lnTo>
                    <a:pt x="405193" y="976598"/>
                  </a:lnTo>
                  <a:lnTo>
                    <a:pt x="370062" y="1005627"/>
                  </a:lnTo>
                  <a:lnTo>
                    <a:pt x="329743" y="1027545"/>
                  </a:lnTo>
                  <a:lnTo>
                    <a:pt x="285191" y="1041396"/>
                  </a:lnTo>
                  <a:lnTo>
                    <a:pt x="237363" y="1046226"/>
                  </a:lnTo>
                  <a:lnTo>
                    <a:pt x="189534" y="1041396"/>
                  </a:lnTo>
                  <a:lnTo>
                    <a:pt x="144982" y="1027545"/>
                  </a:lnTo>
                  <a:lnTo>
                    <a:pt x="104663" y="1005627"/>
                  </a:lnTo>
                  <a:lnTo>
                    <a:pt x="69532" y="976598"/>
                  </a:lnTo>
                  <a:lnTo>
                    <a:pt x="40545" y="941413"/>
                  </a:lnTo>
                  <a:lnTo>
                    <a:pt x="18657" y="901029"/>
                  </a:lnTo>
                  <a:lnTo>
                    <a:pt x="4823" y="856400"/>
                  </a:lnTo>
                  <a:lnTo>
                    <a:pt x="0" y="808482"/>
                  </a:lnTo>
                  <a:close/>
                </a:path>
                <a:path w="474979" h="2116454">
                  <a:moveTo>
                    <a:pt x="236982" y="1046226"/>
                  </a:moveTo>
                  <a:lnTo>
                    <a:pt x="236982" y="1641348"/>
                  </a:lnTo>
                </a:path>
                <a:path w="474979" h="2116454">
                  <a:moveTo>
                    <a:pt x="0" y="1878711"/>
                  </a:moveTo>
                  <a:lnTo>
                    <a:pt x="4823" y="1830882"/>
                  </a:lnTo>
                  <a:lnTo>
                    <a:pt x="18657" y="1786330"/>
                  </a:lnTo>
                  <a:lnTo>
                    <a:pt x="40545" y="1746011"/>
                  </a:lnTo>
                  <a:lnTo>
                    <a:pt x="69532" y="1710880"/>
                  </a:lnTo>
                  <a:lnTo>
                    <a:pt x="104663" y="1681893"/>
                  </a:lnTo>
                  <a:lnTo>
                    <a:pt x="144982" y="1660005"/>
                  </a:lnTo>
                  <a:lnTo>
                    <a:pt x="189534" y="1646171"/>
                  </a:lnTo>
                  <a:lnTo>
                    <a:pt x="237363" y="1641348"/>
                  </a:lnTo>
                  <a:lnTo>
                    <a:pt x="285191" y="1646171"/>
                  </a:lnTo>
                  <a:lnTo>
                    <a:pt x="329743" y="1660005"/>
                  </a:lnTo>
                  <a:lnTo>
                    <a:pt x="370062" y="1681893"/>
                  </a:lnTo>
                  <a:lnTo>
                    <a:pt x="405193" y="1710880"/>
                  </a:lnTo>
                  <a:lnTo>
                    <a:pt x="434180" y="1746011"/>
                  </a:lnTo>
                  <a:lnTo>
                    <a:pt x="456068" y="1786330"/>
                  </a:lnTo>
                  <a:lnTo>
                    <a:pt x="469902" y="1830882"/>
                  </a:lnTo>
                  <a:lnTo>
                    <a:pt x="474725" y="1878711"/>
                  </a:lnTo>
                  <a:lnTo>
                    <a:pt x="469902" y="1926539"/>
                  </a:lnTo>
                  <a:lnTo>
                    <a:pt x="456068" y="1971091"/>
                  </a:lnTo>
                  <a:lnTo>
                    <a:pt x="434180" y="2011410"/>
                  </a:lnTo>
                  <a:lnTo>
                    <a:pt x="405193" y="2046541"/>
                  </a:lnTo>
                  <a:lnTo>
                    <a:pt x="370062" y="2075528"/>
                  </a:lnTo>
                  <a:lnTo>
                    <a:pt x="329743" y="2097416"/>
                  </a:lnTo>
                  <a:lnTo>
                    <a:pt x="285191" y="2111250"/>
                  </a:lnTo>
                  <a:lnTo>
                    <a:pt x="237363" y="2116074"/>
                  </a:lnTo>
                  <a:lnTo>
                    <a:pt x="189534" y="2111250"/>
                  </a:lnTo>
                  <a:lnTo>
                    <a:pt x="144982" y="2097416"/>
                  </a:lnTo>
                  <a:lnTo>
                    <a:pt x="104663" y="2075528"/>
                  </a:lnTo>
                  <a:lnTo>
                    <a:pt x="69532" y="2046541"/>
                  </a:lnTo>
                  <a:lnTo>
                    <a:pt x="40545" y="2011410"/>
                  </a:lnTo>
                  <a:lnTo>
                    <a:pt x="18657" y="1971091"/>
                  </a:lnTo>
                  <a:lnTo>
                    <a:pt x="4823" y="1926539"/>
                  </a:lnTo>
                  <a:lnTo>
                    <a:pt x="0" y="187871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31045" y="2270760"/>
              <a:ext cx="1502410" cy="0"/>
            </a:xfrm>
            <a:custGeom>
              <a:avLst/>
              <a:gdLst/>
              <a:ahLst/>
              <a:cxnLst/>
              <a:rect l="l" t="t" r="r" b="b"/>
              <a:pathLst>
                <a:path w="1502409">
                  <a:moveTo>
                    <a:pt x="150215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9907" y="4149089"/>
              <a:ext cx="1463675" cy="474980"/>
            </a:xfrm>
            <a:custGeom>
              <a:avLst/>
              <a:gdLst/>
              <a:ahLst/>
              <a:cxnLst/>
              <a:rect l="l" t="t" r="r" b="b"/>
              <a:pathLst>
                <a:path w="146367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  <a:path w="1463675" h="474979">
                  <a:moveTo>
                    <a:pt x="1463675" y="236982"/>
                  </a:moveTo>
                  <a:lnTo>
                    <a:pt x="475488" y="23698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45807" y="4149089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45807" y="4149089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45807" y="34434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3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6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3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45807" y="344347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3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3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6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69073" y="3191255"/>
              <a:ext cx="13970" cy="957580"/>
            </a:xfrm>
            <a:custGeom>
              <a:avLst/>
              <a:gdLst/>
              <a:ahLst/>
              <a:cxnLst/>
              <a:rect l="l" t="t" r="r" b="b"/>
              <a:pathLst>
                <a:path w="13970" h="957579">
                  <a:moveTo>
                    <a:pt x="13716" y="0"/>
                  </a:moveTo>
                  <a:lnTo>
                    <a:pt x="13716" y="230251"/>
                  </a:lnTo>
                </a:path>
                <a:path w="13970" h="957579">
                  <a:moveTo>
                    <a:pt x="0" y="726948"/>
                  </a:moveTo>
                  <a:lnTo>
                    <a:pt x="0" y="957199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20533" y="4386072"/>
              <a:ext cx="1849755" cy="0"/>
            </a:xfrm>
            <a:custGeom>
              <a:avLst/>
              <a:gdLst/>
              <a:ahLst/>
              <a:cxnLst/>
              <a:rect l="l" t="t" r="r" b="b"/>
              <a:pathLst>
                <a:path w="1849754">
                  <a:moveTo>
                    <a:pt x="184950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45807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45807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82789" y="2270760"/>
              <a:ext cx="1573530" cy="467359"/>
            </a:xfrm>
            <a:custGeom>
              <a:avLst/>
              <a:gdLst/>
              <a:ahLst/>
              <a:cxnLst/>
              <a:rect l="l" t="t" r="r" b="b"/>
              <a:pathLst>
                <a:path w="1573529" h="467360">
                  <a:moveTo>
                    <a:pt x="1573402" y="0"/>
                  </a:moveTo>
                  <a:lnTo>
                    <a:pt x="237743" y="0"/>
                  </a:lnTo>
                </a:path>
                <a:path w="1573529" h="467360">
                  <a:moveTo>
                    <a:pt x="0" y="236981"/>
                  </a:moveTo>
                  <a:lnTo>
                    <a:pt x="0" y="46723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434068" y="187909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80454" y="238480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80902" y="257276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04702" y="369697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93121" y="44196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34857" y="44196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826757" y="2013966"/>
            <a:ext cx="2323465" cy="1218565"/>
            <a:chOff x="6826757" y="2013966"/>
            <a:chExt cx="2323465" cy="1218565"/>
          </a:xfrm>
        </p:grpSpPr>
        <p:sp>
          <p:nvSpPr>
            <p:cNvPr id="34" name="object 34"/>
            <p:cNvSpPr/>
            <p:nvPr/>
          </p:nvSpPr>
          <p:spPr>
            <a:xfrm>
              <a:off x="865631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56319" y="2033016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45807" y="273862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45807" y="273862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3">
            <a:extLst>
              <a:ext uri="{FF2B5EF4-FFF2-40B4-BE49-F238E27FC236}">
                <a16:creationId xmlns:a16="http://schemas.microsoft.com/office/drawing/2014/main" id="{558907AA-32E0-E145-A16E-CFCF65BF1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730752" y="2482875"/>
            <a:ext cx="2651125" cy="1777364"/>
            <a:chOff x="3730752" y="2216657"/>
            <a:chExt cx="2651125" cy="1777364"/>
          </a:xfrm>
        </p:grpSpPr>
        <p:sp>
          <p:nvSpPr>
            <p:cNvPr id="4" name="object 4"/>
            <p:cNvSpPr/>
            <p:nvPr/>
          </p:nvSpPr>
          <p:spPr>
            <a:xfrm>
              <a:off x="3749802" y="2235707"/>
              <a:ext cx="2613025" cy="494030"/>
            </a:xfrm>
            <a:custGeom>
              <a:avLst/>
              <a:gdLst/>
              <a:ahLst/>
              <a:cxnLst/>
              <a:rect l="l" t="t" r="r" b="b"/>
              <a:pathLst>
                <a:path w="2613025" h="494030">
                  <a:moveTo>
                    <a:pt x="0" y="256031"/>
                  </a:moveTo>
                  <a:lnTo>
                    <a:pt x="4823" y="208113"/>
                  </a:lnTo>
                  <a:lnTo>
                    <a:pt x="18657" y="163484"/>
                  </a:lnTo>
                  <a:lnTo>
                    <a:pt x="40545" y="123100"/>
                  </a:lnTo>
                  <a:lnTo>
                    <a:pt x="69532" y="87915"/>
                  </a:lnTo>
                  <a:lnTo>
                    <a:pt x="104663" y="58886"/>
                  </a:lnTo>
                  <a:lnTo>
                    <a:pt x="144982" y="36968"/>
                  </a:lnTo>
                  <a:lnTo>
                    <a:pt x="189534" y="23117"/>
                  </a:lnTo>
                  <a:lnTo>
                    <a:pt x="237362" y="18287"/>
                  </a:lnTo>
                  <a:lnTo>
                    <a:pt x="285191" y="23117"/>
                  </a:lnTo>
                  <a:lnTo>
                    <a:pt x="329743" y="36968"/>
                  </a:lnTo>
                  <a:lnTo>
                    <a:pt x="370062" y="58886"/>
                  </a:lnTo>
                  <a:lnTo>
                    <a:pt x="405193" y="87915"/>
                  </a:lnTo>
                  <a:lnTo>
                    <a:pt x="434180" y="123100"/>
                  </a:lnTo>
                  <a:lnTo>
                    <a:pt x="456068" y="163484"/>
                  </a:lnTo>
                  <a:lnTo>
                    <a:pt x="469902" y="208113"/>
                  </a:lnTo>
                  <a:lnTo>
                    <a:pt x="474725" y="256031"/>
                  </a:lnTo>
                  <a:lnTo>
                    <a:pt x="469902" y="303950"/>
                  </a:lnTo>
                  <a:lnTo>
                    <a:pt x="456068" y="348579"/>
                  </a:lnTo>
                  <a:lnTo>
                    <a:pt x="434180" y="388963"/>
                  </a:lnTo>
                  <a:lnTo>
                    <a:pt x="405193" y="424148"/>
                  </a:lnTo>
                  <a:lnTo>
                    <a:pt x="370062" y="453177"/>
                  </a:lnTo>
                  <a:lnTo>
                    <a:pt x="329743" y="475095"/>
                  </a:lnTo>
                  <a:lnTo>
                    <a:pt x="285191" y="488946"/>
                  </a:lnTo>
                  <a:lnTo>
                    <a:pt x="237362" y="493775"/>
                  </a:lnTo>
                  <a:lnTo>
                    <a:pt x="189534" y="488946"/>
                  </a:lnTo>
                  <a:lnTo>
                    <a:pt x="144982" y="475095"/>
                  </a:lnTo>
                  <a:lnTo>
                    <a:pt x="104663" y="453177"/>
                  </a:lnTo>
                  <a:lnTo>
                    <a:pt x="69532" y="424148"/>
                  </a:lnTo>
                  <a:lnTo>
                    <a:pt x="40545" y="388963"/>
                  </a:lnTo>
                  <a:lnTo>
                    <a:pt x="18657" y="348579"/>
                  </a:lnTo>
                  <a:lnTo>
                    <a:pt x="4823" y="303950"/>
                  </a:lnTo>
                  <a:lnTo>
                    <a:pt x="0" y="256031"/>
                  </a:lnTo>
                  <a:close/>
                </a:path>
                <a:path w="2613025" h="494030">
                  <a:moveTo>
                    <a:pt x="2138172" y="237743"/>
                  </a:moveTo>
                  <a:lnTo>
                    <a:pt x="2142995" y="189825"/>
                  </a:lnTo>
                  <a:lnTo>
                    <a:pt x="2156829" y="145196"/>
                  </a:lnTo>
                  <a:lnTo>
                    <a:pt x="2178717" y="104812"/>
                  </a:lnTo>
                  <a:lnTo>
                    <a:pt x="2207704" y="69627"/>
                  </a:lnTo>
                  <a:lnTo>
                    <a:pt x="2242835" y="40598"/>
                  </a:lnTo>
                  <a:lnTo>
                    <a:pt x="2283154" y="18680"/>
                  </a:lnTo>
                  <a:lnTo>
                    <a:pt x="2327706" y="4829"/>
                  </a:lnTo>
                  <a:lnTo>
                    <a:pt x="2375535" y="0"/>
                  </a:lnTo>
                  <a:lnTo>
                    <a:pt x="2423363" y="4829"/>
                  </a:lnTo>
                  <a:lnTo>
                    <a:pt x="2467915" y="18680"/>
                  </a:lnTo>
                  <a:lnTo>
                    <a:pt x="2508234" y="40598"/>
                  </a:lnTo>
                  <a:lnTo>
                    <a:pt x="2543365" y="69627"/>
                  </a:lnTo>
                  <a:lnTo>
                    <a:pt x="2572352" y="104812"/>
                  </a:lnTo>
                  <a:lnTo>
                    <a:pt x="2594240" y="145196"/>
                  </a:lnTo>
                  <a:lnTo>
                    <a:pt x="2608074" y="189825"/>
                  </a:lnTo>
                  <a:lnTo>
                    <a:pt x="2612898" y="237743"/>
                  </a:lnTo>
                  <a:lnTo>
                    <a:pt x="2608074" y="285662"/>
                  </a:lnTo>
                  <a:lnTo>
                    <a:pt x="2594240" y="330291"/>
                  </a:lnTo>
                  <a:lnTo>
                    <a:pt x="2572352" y="370675"/>
                  </a:lnTo>
                  <a:lnTo>
                    <a:pt x="2543365" y="405860"/>
                  </a:lnTo>
                  <a:lnTo>
                    <a:pt x="2508234" y="434889"/>
                  </a:lnTo>
                  <a:lnTo>
                    <a:pt x="2467915" y="456807"/>
                  </a:lnTo>
                  <a:lnTo>
                    <a:pt x="2423363" y="470658"/>
                  </a:lnTo>
                  <a:lnTo>
                    <a:pt x="2375535" y="475488"/>
                  </a:lnTo>
                  <a:lnTo>
                    <a:pt x="2327706" y="470658"/>
                  </a:lnTo>
                  <a:lnTo>
                    <a:pt x="2283154" y="456807"/>
                  </a:lnTo>
                  <a:lnTo>
                    <a:pt x="2242835" y="434889"/>
                  </a:lnTo>
                  <a:lnTo>
                    <a:pt x="2207704" y="405860"/>
                  </a:lnTo>
                  <a:lnTo>
                    <a:pt x="2178717" y="370675"/>
                  </a:lnTo>
                  <a:lnTo>
                    <a:pt x="2156829" y="330291"/>
                  </a:lnTo>
                  <a:lnTo>
                    <a:pt x="2142995" y="285662"/>
                  </a:lnTo>
                  <a:lnTo>
                    <a:pt x="2138172" y="2377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4274" y="2417571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1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8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1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1" y="37845"/>
                  </a:lnTo>
                  <a:close/>
                </a:path>
                <a:path w="1663700" h="114300">
                  <a:moveTo>
                    <a:pt x="1548384" y="0"/>
                  </a:moveTo>
                  <a:lnTo>
                    <a:pt x="1548806" y="38056"/>
                  </a:lnTo>
                  <a:lnTo>
                    <a:pt x="1567941" y="37845"/>
                  </a:lnTo>
                  <a:lnTo>
                    <a:pt x="1626226" y="37845"/>
                  </a:lnTo>
                  <a:lnTo>
                    <a:pt x="1548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40454" y="2647314"/>
              <a:ext cx="752475" cy="921385"/>
            </a:xfrm>
            <a:custGeom>
              <a:avLst/>
              <a:gdLst/>
              <a:ahLst/>
              <a:cxnLst/>
              <a:rect l="l" t="t" r="r" b="b"/>
              <a:pathLst>
                <a:path w="752475" h="921385">
                  <a:moveTo>
                    <a:pt x="665724" y="844557"/>
                  </a:moveTo>
                  <a:lnTo>
                    <a:pt x="636143" y="868552"/>
                  </a:lnTo>
                  <a:lnTo>
                    <a:pt x="752475" y="921258"/>
                  </a:lnTo>
                  <a:lnTo>
                    <a:pt x="738779" y="859282"/>
                  </a:lnTo>
                  <a:lnTo>
                    <a:pt x="677672" y="859282"/>
                  </a:lnTo>
                  <a:lnTo>
                    <a:pt x="665724" y="844557"/>
                  </a:lnTo>
                  <a:close/>
                </a:path>
                <a:path w="752475" h="921385">
                  <a:moveTo>
                    <a:pt x="695315" y="820555"/>
                  </a:moveTo>
                  <a:lnTo>
                    <a:pt x="665724" y="844557"/>
                  </a:lnTo>
                  <a:lnTo>
                    <a:pt x="677672" y="859282"/>
                  </a:lnTo>
                  <a:lnTo>
                    <a:pt x="707263" y="835279"/>
                  </a:lnTo>
                  <a:lnTo>
                    <a:pt x="695315" y="820555"/>
                  </a:lnTo>
                  <a:close/>
                </a:path>
                <a:path w="752475" h="921385">
                  <a:moveTo>
                    <a:pt x="724916" y="796544"/>
                  </a:moveTo>
                  <a:lnTo>
                    <a:pt x="695315" y="820555"/>
                  </a:lnTo>
                  <a:lnTo>
                    <a:pt x="707263" y="835279"/>
                  </a:lnTo>
                  <a:lnTo>
                    <a:pt x="677672" y="859282"/>
                  </a:lnTo>
                  <a:lnTo>
                    <a:pt x="738779" y="859282"/>
                  </a:lnTo>
                  <a:lnTo>
                    <a:pt x="724916" y="796544"/>
                  </a:lnTo>
                  <a:close/>
                </a:path>
                <a:path w="752475" h="921385">
                  <a:moveTo>
                    <a:pt x="29463" y="0"/>
                  </a:moveTo>
                  <a:lnTo>
                    <a:pt x="0" y="24130"/>
                  </a:lnTo>
                  <a:lnTo>
                    <a:pt x="665724" y="844557"/>
                  </a:lnTo>
                  <a:lnTo>
                    <a:pt x="695315" y="820555"/>
                  </a:lnTo>
                  <a:lnTo>
                    <a:pt x="29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844" y="2629280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8340" y="1051078"/>
            <a:ext cx="6614795" cy="167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负权边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50" dirty="0">
              <a:latin typeface="宋体"/>
              <a:cs typeface="宋体"/>
            </a:endParaRPr>
          </a:p>
          <a:p>
            <a:pPr marL="1720850" algn="ctr">
              <a:lnSpc>
                <a:spcPts val="2990"/>
              </a:lnSpc>
              <a:tabLst>
                <a:tab pos="3691254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 dirty="0">
              <a:latin typeface="Cambria Math"/>
              <a:cs typeface="Cambria Math"/>
            </a:endParaRPr>
          </a:p>
          <a:p>
            <a:pPr marL="1951989" algn="ctr">
              <a:lnSpc>
                <a:spcPts val="2510"/>
              </a:lnSpc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8450" y="330304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1329" y="3303041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04409" y="4240809"/>
            <a:ext cx="513080" cy="1300480"/>
            <a:chOff x="4804409" y="3974591"/>
            <a:chExt cx="513080" cy="1300480"/>
          </a:xfrm>
        </p:grpSpPr>
        <p:sp>
          <p:nvSpPr>
            <p:cNvPr id="13" name="object 13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97323" y="3775830"/>
            <a:ext cx="967105" cy="16268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  <a:p>
            <a:pPr marL="771525">
              <a:lnSpc>
                <a:spcPct val="100000"/>
              </a:lnSpc>
              <a:spcBef>
                <a:spcPts val="465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7E1971B-88E0-C440-8C69-35801506E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62653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494450"/>
            <a:ext cx="2651125" cy="1777364"/>
            <a:chOff x="3730752" y="2216657"/>
            <a:chExt cx="2651125" cy="1777364"/>
          </a:xfrm>
        </p:grpSpPr>
        <p:sp>
          <p:nvSpPr>
            <p:cNvPr id="5" name="object 5"/>
            <p:cNvSpPr/>
            <p:nvPr/>
          </p:nvSpPr>
          <p:spPr>
            <a:xfrm>
              <a:off x="3749802" y="2235707"/>
              <a:ext cx="2613025" cy="494030"/>
            </a:xfrm>
            <a:custGeom>
              <a:avLst/>
              <a:gdLst/>
              <a:ahLst/>
              <a:cxnLst/>
              <a:rect l="l" t="t" r="r" b="b"/>
              <a:pathLst>
                <a:path w="2613025" h="494030">
                  <a:moveTo>
                    <a:pt x="0" y="256031"/>
                  </a:moveTo>
                  <a:lnTo>
                    <a:pt x="4823" y="208113"/>
                  </a:lnTo>
                  <a:lnTo>
                    <a:pt x="18657" y="163484"/>
                  </a:lnTo>
                  <a:lnTo>
                    <a:pt x="40545" y="123100"/>
                  </a:lnTo>
                  <a:lnTo>
                    <a:pt x="69532" y="87915"/>
                  </a:lnTo>
                  <a:lnTo>
                    <a:pt x="104663" y="58886"/>
                  </a:lnTo>
                  <a:lnTo>
                    <a:pt x="144982" y="36968"/>
                  </a:lnTo>
                  <a:lnTo>
                    <a:pt x="189534" y="23117"/>
                  </a:lnTo>
                  <a:lnTo>
                    <a:pt x="237362" y="18287"/>
                  </a:lnTo>
                  <a:lnTo>
                    <a:pt x="285191" y="23117"/>
                  </a:lnTo>
                  <a:lnTo>
                    <a:pt x="329743" y="36968"/>
                  </a:lnTo>
                  <a:lnTo>
                    <a:pt x="370062" y="58886"/>
                  </a:lnTo>
                  <a:lnTo>
                    <a:pt x="405193" y="87915"/>
                  </a:lnTo>
                  <a:lnTo>
                    <a:pt x="434180" y="123100"/>
                  </a:lnTo>
                  <a:lnTo>
                    <a:pt x="456068" y="163484"/>
                  </a:lnTo>
                  <a:lnTo>
                    <a:pt x="469902" y="208113"/>
                  </a:lnTo>
                  <a:lnTo>
                    <a:pt x="474725" y="256031"/>
                  </a:lnTo>
                  <a:lnTo>
                    <a:pt x="469902" y="303950"/>
                  </a:lnTo>
                  <a:lnTo>
                    <a:pt x="456068" y="348579"/>
                  </a:lnTo>
                  <a:lnTo>
                    <a:pt x="434180" y="388963"/>
                  </a:lnTo>
                  <a:lnTo>
                    <a:pt x="405193" y="424148"/>
                  </a:lnTo>
                  <a:lnTo>
                    <a:pt x="370062" y="453177"/>
                  </a:lnTo>
                  <a:lnTo>
                    <a:pt x="329743" y="475095"/>
                  </a:lnTo>
                  <a:lnTo>
                    <a:pt x="285191" y="488946"/>
                  </a:lnTo>
                  <a:lnTo>
                    <a:pt x="237362" y="493775"/>
                  </a:lnTo>
                  <a:lnTo>
                    <a:pt x="189534" y="488946"/>
                  </a:lnTo>
                  <a:lnTo>
                    <a:pt x="144982" y="475095"/>
                  </a:lnTo>
                  <a:lnTo>
                    <a:pt x="104663" y="453177"/>
                  </a:lnTo>
                  <a:lnTo>
                    <a:pt x="69532" y="424148"/>
                  </a:lnTo>
                  <a:lnTo>
                    <a:pt x="40545" y="388963"/>
                  </a:lnTo>
                  <a:lnTo>
                    <a:pt x="18657" y="348579"/>
                  </a:lnTo>
                  <a:lnTo>
                    <a:pt x="4823" y="303950"/>
                  </a:lnTo>
                  <a:lnTo>
                    <a:pt x="0" y="256031"/>
                  </a:lnTo>
                  <a:close/>
                </a:path>
                <a:path w="2613025" h="494030">
                  <a:moveTo>
                    <a:pt x="2138172" y="237743"/>
                  </a:moveTo>
                  <a:lnTo>
                    <a:pt x="2142995" y="189825"/>
                  </a:lnTo>
                  <a:lnTo>
                    <a:pt x="2156829" y="145196"/>
                  </a:lnTo>
                  <a:lnTo>
                    <a:pt x="2178717" y="104812"/>
                  </a:lnTo>
                  <a:lnTo>
                    <a:pt x="2207704" y="69627"/>
                  </a:lnTo>
                  <a:lnTo>
                    <a:pt x="2242835" y="40598"/>
                  </a:lnTo>
                  <a:lnTo>
                    <a:pt x="2283154" y="18680"/>
                  </a:lnTo>
                  <a:lnTo>
                    <a:pt x="2327706" y="4829"/>
                  </a:lnTo>
                  <a:lnTo>
                    <a:pt x="2375535" y="0"/>
                  </a:lnTo>
                  <a:lnTo>
                    <a:pt x="2423363" y="4829"/>
                  </a:lnTo>
                  <a:lnTo>
                    <a:pt x="2467915" y="18680"/>
                  </a:lnTo>
                  <a:lnTo>
                    <a:pt x="2508234" y="40598"/>
                  </a:lnTo>
                  <a:lnTo>
                    <a:pt x="2543365" y="69627"/>
                  </a:lnTo>
                  <a:lnTo>
                    <a:pt x="2572352" y="104812"/>
                  </a:lnTo>
                  <a:lnTo>
                    <a:pt x="2594240" y="145196"/>
                  </a:lnTo>
                  <a:lnTo>
                    <a:pt x="2608074" y="189825"/>
                  </a:lnTo>
                  <a:lnTo>
                    <a:pt x="2612898" y="237743"/>
                  </a:lnTo>
                  <a:lnTo>
                    <a:pt x="2608074" y="285662"/>
                  </a:lnTo>
                  <a:lnTo>
                    <a:pt x="2594240" y="330291"/>
                  </a:lnTo>
                  <a:lnTo>
                    <a:pt x="2572352" y="370675"/>
                  </a:lnTo>
                  <a:lnTo>
                    <a:pt x="2543365" y="405860"/>
                  </a:lnTo>
                  <a:lnTo>
                    <a:pt x="2508234" y="434889"/>
                  </a:lnTo>
                  <a:lnTo>
                    <a:pt x="2467915" y="456807"/>
                  </a:lnTo>
                  <a:lnTo>
                    <a:pt x="2423363" y="470658"/>
                  </a:lnTo>
                  <a:lnTo>
                    <a:pt x="2375535" y="475488"/>
                  </a:lnTo>
                  <a:lnTo>
                    <a:pt x="2327706" y="470658"/>
                  </a:lnTo>
                  <a:lnTo>
                    <a:pt x="2283154" y="456807"/>
                  </a:lnTo>
                  <a:lnTo>
                    <a:pt x="2242835" y="434889"/>
                  </a:lnTo>
                  <a:lnTo>
                    <a:pt x="2207704" y="405860"/>
                  </a:lnTo>
                  <a:lnTo>
                    <a:pt x="2178717" y="370675"/>
                  </a:lnTo>
                  <a:lnTo>
                    <a:pt x="2156829" y="330291"/>
                  </a:lnTo>
                  <a:lnTo>
                    <a:pt x="2142995" y="285662"/>
                  </a:lnTo>
                  <a:lnTo>
                    <a:pt x="2138172" y="2377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4274" y="2417571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1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8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1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1" y="37845"/>
                  </a:lnTo>
                  <a:close/>
                </a:path>
                <a:path w="1663700" h="114300">
                  <a:moveTo>
                    <a:pt x="1548384" y="0"/>
                  </a:moveTo>
                  <a:lnTo>
                    <a:pt x="1548806" y="38056"/>
                  </a:lnTo>
                  <a:lnTo>
                    <a:pt x="1567941" y="37845"/>
                  </a:lnTo>
                  <a:lnTo>
                    <a:pt x="1626226" y="37845"/>
                  </a:lnTo>
                  <a:lnTo>
                    <a:pt x="1548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40454" y="2629280"/>
              <a:ext cx="1831975" cy="939800"/>
            </a:xfrm>
            <a:custGeom>
              <a:avLst/>
              <a:gdLst/>
              <a:ahLst/>
              <a:cxnLst/>
              <a:rect l="l" t="t" r="r" b="b"/>
              <a:pathLst>
                <a:path w="1831975" h="939800">
                  <a:moveTo>
                    <a:pt x="752475" y="939292"/>
                  </a:moveTo>
                  <a:lnTo>
                    <a:pt x="738771" y="877316"/>
                  </a:lnTo>
                  <a:lnTo>
                    <a:pt x="724916" y="814578"/>
                  </a:lnTo>
                  <a:lnTo>
                    <a:pt x="695312" y="838593"/>
                  </a:lnTo>
                  <a:lnTo>
                    <a:pt x="29464" y="18034"/>
                  </a:lnTo>
                  <a:lnTo>
                    <a:pt x="0" y="42164"/>
                  </a:lnTo>
                  <a:lnTo>
                    <a:pt x="665721" y="862596"/>
                  </a:lnTo>
                  <a:lnTo>
                    <a:pt x="636143" y="886587"/>
                  </a:lnTo>
                  <a:lnTo>
                    <a:pt x="752475" y="939292"/>
                  </a:lnTo>
                  <a:close/>
                </a:path>
                <a:path w="1831975" h="939800">
                  <a:moveTo>
                    <a:pt x="1831975" y="23622"/>
                  </a:moveTo>
                  <a:lnTo>
                    <a:pt x="1802003" y="0"/>
                  </a:lnTo>
                  <a:lnTo>
                    <a:pt x="1143965" y="837704"/>
                  </a:lnTo>
                  <a:lnTo>
                    <a:pt x="1114044" y="814197"/>
                  </a:lnTo>
                  <a:lnTo>
                    <a:pt x="1088390" y="939292"/>
                  </a:lnTo>
                  <a:lnTo>
                    <a:pt x="1203960" y="884809"/>
                  </a:lnTo>
                  <a:lnTo>
                    <a:pt x="1192961" y="876173"/>
                  </a:lnTo>
                  <a:lnTo>
                    <a:pt x="1173911" y="861225"/>
                  </a:lnTo>
                  <a:lnTo>
                    <a:pt x="1831975" y="23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92220" y="1912333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7909" y="234205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8450" y="3314616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04409" y="4252384"/>
            <a:ext cx="513080" cy="1300480"/>
            <a:chOff x="4804409" y="3974591"/>
            <a:chExt cx="513080" cy="1300480"/>
          </a:xfrm>
        </p:grpSpPr>
        <p:sp>
          <p:nvSpPr>
            <p:cNvPr id="13" name="object 13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16" name="object 16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0" name="object 20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55997" y="3856145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97323" y="4961807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1742" y="4588764"/>
            <a:ext cx="384746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marR="69215" algn="ctr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执行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02782" y="2538901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14646" y="3623227"/>
            <a:ext cx="549910" cy="183642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ambria Math"/>
                <a:cs typeface="Cambria Math"/>
              </a:rPr>
              <a:t>∞</a:t>
            </a:r>
            <a:endParaRPr sz="2400">
              <a:latin typeface="Cambria Math"/>
              <a:cs typeface="Cambria Math"/>
            </a:endParaRPr>
          </a:p>
          <a:p>
            <a:pPr marL="354330">
              <a:lnSpc>
                <a:spcPct val="100000"/>
              </a:lnSpc>
              <a:spcBef>
                <a:spcPts val="139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Cambria Math"/>
              <a:cs typeface="Cambria Math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ACBBA4AF-FBB9-AE42-A6FD-224611B49D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51078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501163"/>
            <a:ext cx="1586865" cy="1758950"/>
            <a:chOff x="3730752" y="2234945"/>
            <a:chExt cx="1586865" cy="1758950"/>
          </a:xfrm>
        </p:grpSpPr>
        <p:sp>
          <p:nvSpPr>
            <p:cNvPr id="5" name="object 5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72050" y="3767608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87973" y="2501925"/>
            <a:ext cx="474980" cy="475615"/>
          </a:xfrm>
          <a:custGeom>
            <a:avLst/>
            <a:gdLst/>
            <a:ahLst/>
            <a:cxnLst/>
            <a:rect l="l" t="t" r="r" b="b"/>
            <a:pathLst>
              <a:path w="474979" h="475614">
                <a:moveTo>
                  <a:pt x="0" y="237743"/>
                </a:moveTo>
                <a:lnTo>
                  <a:pt x="4823" y="189825"/>
                </a:lnTo>
                <a:lnTo>
                  <a:pt x="18657" y="145196"/>
                </a:lnTo>
                <a:lnTo>
                  <a:pt x="40545" y="104812"/>
                </a:lnTo>
                <a:lnTo>
                  <a:pt x="69532" y="69627"/>
                </a:lnTo>
                <a:lnTo>
                  <a:pt x="104663" y="40598"/>
                </a:lnTo>
                <a:lnTo>
                  <a:pt x="144982" y="18680"/>
                </a:lnTo>
                <a:lnTo>
                  <a:pt x="189534" y="4829"/>
                </a:lnTo>
                <a:lnTo>
                  <a:pt x="237362" y="0"/>
                </a:lnTo>
                <a:lnTo>
                  <a:pt x="285191" y="4829"/>
                </a:lnTo>
                <a:lnTo>
                  <a:pt x="329743" y="18680"/>
                </a:lnTo>
                <a:lnTo>
                  <a:pt x="370062" y="40598"/>
                </a:lnTo>
                <a:lnTo>
                  <a:pt x="405193" y="69627"/>
                </a:lnTo>
                <a:lnTo>
                  <a:pt x="434180" y="104812"/>
                </a:lnTo>
                <a:lnTo>
                  <a:pt x="456068" y="145196"/>
                </a:lnTo>
                <a:lnTo>
                  <a:pt x="469902" y="189825"/>
                </a:lnTo>
                <a:lnTo>
                  <a:pt x="474725" y="237743"/>
                </a:lnTo>
                <a:lnTo>
                  <a:pt x="469902" y="285662"/>
                </a:lnTo>
                <a:lnTo>
                  <a:pt x="456068" y="330291"/>
                </a:lnTo>
                <a:lnTo>
                  <a:pt x="434180" y="370675"/>
                </a:lnTo>
                <a:lnTo>
                  <a:pt x="405193" y="405860"/>
                </a:lnTo>
                <a:lnTo>
                  <a:pt x="370062" y="434889"/>
                </a:lnTo>
                <a:lnTo>
                  <a:pt x="329743" y="456807"/>
                </a:lnTo>
                <a:lnTo>
                  <a:pt x="285191" y="470658"/>
                </a:lnTo>
                <a:lnTo>
                  <a:pt x="237362" y="475488"/>
                </a:lnTo>
                <a:lnTo>
                  <a:pt x="189534" y="470658"/>
                </a:lnTo>
                <a:lnTo>
                  <a:pt x="144982" y="456807"/>
                </a:lnTo>
                <a:lnTo>
                  <a:pt x="104663" y="434889"/>
                </a:lnTo>
                <a:lnTo>
                  <a:pt x="69532" y="405860"/>
                </a:lnTo>
                <a:lnTo>
                  <a:pt x="40545" y="370675"/>
                </a:lnTo>
                <a:lnTo>
                  <a:pt x="18657" y="330291"/>
                </a:lnTo>
                <a:lnTo>
                  <a:pt x="4823" y="285662"/>
                </a:lnTo>
                <a:lnTo>
                  <a:pt x="0" y="23774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36564" y="250395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40453" y="2683790"/>
            <a:ext cx="1831975" cy="1151255"/>
            <a:chOff x="4140453" y="2417572"/>
            <a:chExt cx="1831975" cy="1151255"/>
          </a:xfrm>
        </p:grpSpPr>
        <p:sp>
          <p:nvSpPr>
            <p:cNvPr id="12" name="object 12"/>
            <p:cNvSpPr/>
            <p:nvPr/>
          </p:nvSpPr>
          <p:spPr>
            <a:xfrm>
              <a:off x="4140454" y="2417571"/>
              <a:ext cx="1747520" cy="1151255"/>
            </a:xfrm>
            <a:custGeom>
              <a:avLst/>
              <a:gdLst/>
              <a:ahLst/>
              <a:cxnLst/>
              <a:rect l="l" t="t" r="r" b="b"/>
              <a:pathLst>
                <a:path w="1747520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747520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8843" y="2629281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92220" y="1900758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7909" y="233047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08450" y="330304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04409" y="4240809"/>
            <a:ext cx="513080" cy="1300480"/>
            <a:chOff x="4804409" y="3974591"/>
            <a:chExt cx="513080" cy="1300480"/>
          </a:xfrm>
        </p:grpSpPr>
        <p:sp>
          <p:nvSpPr>
            <p:cNvPr id="18" name="object 18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21" name="object 21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5" name="object 25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5997" y="3844570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56529" y="433047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97323" y="4950232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41742" y="4588764"/>
            <a:ext cx="384746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marR="69215" algn="ctr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执行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19217" y="5056403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67602" y="2260372"/>
            <a:ext cx="1757680" cy="474980"/>
          </a:xfrm>
          <a:custGeom>
            <a:avLst/>
            <a:gdLst/>
            <a:ahLst/>
            <a:cxnLst/>
            <a:rect l="l" t="t" r="r" b="b"/>
            <a:pathLst>
              <a:path w="1757679" h="474980">
                <a:moveTo>
                  <a:pt x="1757426" y="0"/>
                </a:moveTo>
                <a:lnTo>
                  <a:pt x="294386" y="0"/>
                </a:lnTo>
                <a:lnTo>
                  <a:pt x="294386" y="276987"/>
                </a:lnTo>
                <a:lnTo>
                  <a:pt x="0" y="467868"/>
                </a:lnTo>
                <a:lnTo>
                  <a:pt x="294386" y="395605"/>
                </a:lnTo>
                <a:lnTo>
                  <a:pt x="294386" y="474725"/>
                </a:lnTo>
                <a:lnTo>
                  <a:pt x="1757426" y="474725"/>
                </a:lnTo>
                <a:lnTo>
                  <a:pt x="175742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916673" y="2233955"/>
            <a:ext cx="1036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800" spc="1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90896" y="3708171"/>
            <a:ext cx="1757680" cy="474980"/>
          </a:xfrm>
          <a:custGeom>
            <a:avLst/>
            <a:gdLst/>
            <a:ahLst/>
            <a:cxnLst/>
            <a:rect l="l" t="t" r="r" b="b"/>
            <a:pathLst>
              <a:path w="1757679" h="474979">
                <a:moveTo>
                  <a:pt x="1757426" y="0"/>
                </a:moveTo>
                <a:lnTo>
                  <a:pt x="294386" y="0"/>
                </a:lnTo>
                <a:lnTo>
                  <a:pt x="294386" y="276987"/>
                </a:lnTo>
                <a:lnTo>
                  <a:pt x="0" y="467868"/>
                </a:lnTo>
                <a:lnTo>
                  <a:pt x="294386" y="395605"/>
                </a:lnTo>
                <a:lnTo>
                  <a:pt x="294386" y="474726"/>
                </a:lnTo>
                <a:lnTo>
                  <a:pt x="1757426" y="474726"/>
                </a:lnTo>
                <a:lnTo>
                  <a:pt x="175742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561329" y="3303041"/>
            <a:ext cx="1315720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  <a:p>
            <a:pPr marL="29083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800" spc="1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3">
            <a:extLst>
              <a:ext uri="{FF2B5EF4-FFF2-40B4-BE49-F238E27FC236}">
                <a16:creationId xmlns:a16="http://schemas.microsoft.com/office/drawing/2014/main" id="{EBB2534E-1842-B145-A273-7684B2605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51078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482875"/>
            <a:ext cx="2651125" cy="1777364"/>
            <a:chOff x="3730752" y="2216657"/>
            <a:chExt cx="2651125" cy="1777364"/>
          </a:xfrm>
        </p:grpSpPr>
        <p:sp>
          <p:nvSpPr>
            <p:cNvPr id="5" name="object 5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87974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36564" y="250395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40454" y="2683789"/>
            <a:ext cx="1831975" cy="1151255"/>
          </a:xfrm>
          <a:custGeom>
            <a:avLst/>
            <a:gdLst/>
            <a:ahLst/>
            <a:cxnLst/>
            <a:rect l="l" t="t" r="r" b="b"/>
            <a:pathLst>
              <a:path w="1831975" h="1151254">
                <a:moveTo>
                  <a:pt x="752475" y="1151001"/>
                </a:moveTo>
                <a:lnTo>
                  <a:pt x="738771" y="1089025"/>
                </a:lnTo>
                <a:lnTo>
                  <a:pt x="724916" y="1026287"/>
                </a:lnTo>
                <a:lnTo>
                  <a:pt x="695312" y="1050302"/>
                </a:lnTo>
                <a:lnTo>
                  <a:pt x="29464" y="229743"/>
                </a:lnTo>
                <a:lnTo>
                  <a:pt x="0" y="253873"/>
                </a:lnTo>
                <a:lnTo>
                  <a:pt x="665721" y="1074305"/>
                </a:lnTo>
                <a:lnTo>
                  <a:pt x="636143" y="1098296"/>
                </a:lnTo>
                <a:lnTo>
                  <a:pt x="752475" y="1151001"/>
                </a:lnTo>
                <a:close/>
              </a:path>
              <a:path w="1831975" h="1151254">
                <a:moveTo>
                  <a:pt x="1747139" y="55880"/>
                </a:moveTo>
                <a:lnTo>
                  <a:pt x="1710042" y="37846"/>
                </a:lnTo>
                <a:lnTo>
                  <a:pt x="1632204" y="0"/>
                </a:lnTo>
                <a:lnTo>
                  <a:pt x="1632623" y="38061"/>
                </a:lnTo>
                <a:lnTo>
                  <a:pt x="83820" y="55118"/>
                </a:lnTo>
                <a:lnTo>
                  <a:pt x="84328" y="93218"/>
                </a:lnTo>
                <a:lnTo>
                  <a:pt x="1633042" y="76161"/>
                </a:lnTo>
                <a:lnTo>
                  <a:pt x="1633474" y="114300"/>
                </a:lnTo>
                <a:lnTo>
                  <a:pt x="1747139" y="55880"/>
                </a:lnTo>
                <a:close/>
              </a:path>
              <a:path w="1831975" h="1151254">
                <a:moveTo>
                  <a:pt x="1831975" y="235331"/>
                </a:moveTo>
                <a:lnTo>
                  <a:pt x="1802003" y="211709"/>
                </a:lnTo>
                <a:lnTo>
                  <a:pt x="1143965" y="1049413"/>
                </a:lnTo>
                <a:lnTo>
                  <a:pt x="1114044" y="1025906"/>
                </a:lnTo>
                <a:lnTo>
                  <a:pt x="1088390" y="1151001"/>
                </a:lnTo>
                <a:lnTo>
                  <a:pt x="1203960" y="1096518"/>
                </a:lnTo>
                <a:lnTo>
                  <a:pt x="1192961" y="1087882"/>
                </a:lnTo>
                <a:lnTo>
                  <a:pt x="1173911" y="1072934"/>
                </a:lnTo>
                <a:lnTo>
                  <a:pt x="1831975" y="2353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92220" y="1900758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5997" y="3844570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7909" y="233047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8450" y="3303041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04409" y="4240809"/>
            <a:ext cx="513080" cy="1300480"/>
            <a:chOff x="4804409" y="3974591"/>
            <a:chExt cx="513080" cy="1300480"/>
          </a:xfrm>
        </p:grpSpPr>
        <p:sp>
          <p:nvSpPr>
            <p:cNvPr id="17" name="object 17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72050" y="3609015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7323" y="4950232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22" name="object 22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6" name="object 26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41742" y="4588764"/>
            <a:ext cx="384746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marR="69215" algn="ctr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执行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390896" y="4845076"/>
            <a:ext cx="1757680" cy="474980"/>
          </a:xfrm>
          <a:custGeom>
            <a:avLst/>
            <a:gdLst/>
            <a:ahLst/>
            <a:cxnLst/>
            <a:rect l="l" t="t" r="r" b="b"/>
            <a:pathLst>
              <a:path w="1757679" h="474979">
                <a:moveTo>
                  <a:pt x="1757426" y="0"/>
                </a:moveTo>
                <a:lnTo>
                  <a:pt x="294386" y="0"/>
                </a:lnTo>
                <a:lnTo>
                  <a:pt x="294386" y="276860"/>
                </a:lnTo>
                <a:lnTo>
                  <a:pt x="0" y="467868"/>
                </a:lnTo>
                <a:lnTo>
                  <a:pt x="294386" y="395605"/>
                </a:lnTo>
                <a:lnTo>
                  <a:pt x="294386" y="474726"/>
                </a:lnTo>
                <a:lnTo>
                  <a:pt x="1757426" y="474726"/>
                </a:lnTo>
                <a:lnTo>
                  <a:pt x="175742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839967" y="4818914"/>
            <a:ext cx="1036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800" spc="1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C67F5FCD-ABA8-B349-9604-7BDD183DB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97377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547462"/>
            <a:ext cx="2242185" cy="1758950"/>
            <a:chOff x="3730752" y="2234945"/>
            <a:chExt cx="2242185" cy="1758950"/>
          </a:xfrm>
        </p:grpSpPr>
        <p:sp>
          <p:nvSpPr>
            <p:cNvPr id="5" name="object 5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4274" y="2417571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1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8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1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1" y="37845"/>
                  </a:lnTo>
                  <a:close/>
                </a:path>
                <a:path w="1663700" h="114300">
                  <a:moveTo>
                    <a:pt x="1548384" y="0"/>
                  </a:moveTo>
                  <a:lnTo>
                    <a:pt x="1548806" y="38056"/>
                  </a:lnTo>
                  <a:lnTo>
                    <a:pt x="1567941" y="37845"/>
                  </a:lnTo>
                  <a:lnTo>
                    <a:pt x="1626226" y="37845"/>
                  </a:lnTo>
                  <a:lnTo>
                    <a:pt x="1548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0454" y="2629280"/>
              <a:ext cx="1831975" cy="939800"/>
            </a:xfrm>
            <a:custGeom>
              <a:avLst/>
              <a:gdLst/>
              <a:ahLst/>
              <a:cxnLst/>
              <a:rect l="l" t="t" r="r" b="b"/>
              <a:pathLst>
                <a:path w="1831975" h="939800">
                  <a:moveTo>
                    <a:pt x="752475" y="939292"/>
                  </a:moveTo>
                  <a:lnTo>
                    <a:pt x="738771" y="877316"/>
                  </a:lnTo>
                  <a:lnTo>
                    <a:pt x="724916" y="814578"/>
                  </a:lnTo>
                  <a:lnTo>
                    <a:pt x="695312" y="838593"/>
                  </a:lnTo>
                  <a:lnTo>
                    <a:pt x="29464" y="18034"/>
                  </a:lnTo>
                  <a:lnTo>
                    <a:pt x="0" y="42164"/>
                  </a:lnTo>
                  <a:lnTo>
                    <a:pt x="665721" y="862596"/>
                  </a:lnTo>
                  <a:lnTo>
                    <a:pt x="636143" y="886587"/>
                  </a:lnTo>
                  <a:lnTo>
                    <a:pt x="752475" y="939292"/>
                  </a:lnTo>
                  <a:close/>
                </a:path>
                <a:path w="1831975" h="939800">
                  <a:moveTo>
                    <a:pt x="1831975" y="23622"/>
                  </a:moveTo>
                  <a:lnTo>
                    <a:pt x="1802003" y="0"/>
                  </a:lnTo>
                  <a:lnTo>
                    <a:pt x="1143965" y="837704"/>
                  </a:lnTo>
                  <a:lnTo>
                    <a:pt x="1114044" y="814197"/>
                  </a:lnTo>
                  <a:lnTo>
                    <a:pt x="1088390" y="939292"/>
                  </a:lnTo>
                  <a:lnTo>
                    <a:pt x="1203960" y="884809"/>
                  </a:lnTo>
                  <a:lnTo>
                    <a:pt x="1192961" y="876173"/>
                  </a:lnTo>
                  <a:lnTo>
                    <a:pt x="1173911" y="861225"/>
                  </a:lnTo>
                  <a:lnTo>
                    <a:pt x="1831975" y="23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92220" y="1947057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5997" y="3890869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8450" y="3349340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04409" y="4287108"/>
            <a:ext cx="513080" cy="1300480"/>
            <a:chOff x="4804409" y="3974591"/>
            <a:chExt cx="513080" cy="1300480"/>
          </a:xfrm>
        </p:grpSpPr>
        <p:sp>
          <p:nvSpPr>
            <p:cNvPr id="15" name="object 15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72050" y="3655314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97323" y="4996531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21" name="object 21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5" name="object 25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41742" y="4588764"/>
            <a:ext cx="384746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3820" rIns="0" bIns="0" rtlCol="0">
            <a:spAutoFit/>
          </a:bodyPr>
          <a:lstStyle/>
          <a:p>
            <a:pPr marR="69215" algn="ctr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执行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算法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68923" y="2529174"/>
            <a:ext cx="513080" cy="513715"/>
            <a:chOff x="5868923" y="2216657"/>
            <a:chExt cx="513080" cy="513715"/>
          </a:xfrm>
        </p:grpSpPr>
        <p:sp>
          <p:nvSpPr>
            <p:cNvPr id="33" name="object 33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6564" y="255025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67909" y="2376775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D0378CCD-9159-1642-A0CC-27A7EEEC9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08952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559037"/>
            <a:ext cx="2242185" cy="1758950"/>
            <a:chOff x="3730752" y="2234945"/>
            <a:chExt cx="2242185" cy="1758950"/>
          </a:xfrm>
        </p:grpSpPr>
        <p:sp>
          <p:nvSpPr>
            <p:cNvPr id="5" name="object 5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4274" y="2417571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1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8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1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1" y="37845"/>
                  </a:lnTo>
                  <a:close/>
                </a:path>
                <a:path w="1663700" h="114300">
                  <a:moveTo>
                    <a:pt x="1548384" y="0"/>
                  </a:moveTo>
                  <a:lnTo>
                    <a:pt x="1548806" y="38056"/>
                  </a:lnTo>
                  <a:lnTo>
                    <a:pt x="1567941" y="37845"/>
                  </a:lnTo>
                  <a:lnTo>
                    <a:pt x="1626226" y="37845"/>
                  </a:lnTo>
                  <a:lnTo>
                    <a:pt x="1548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0454" y="2647314"/>
              <a:ext cx="752475" cy="921385"/>
            </a:xfrm>
            <a:custGeom>
              <a:avLst/>
              <a:gdLst/>
              <a:ahLst/>
              <a:cxnLst/>
              <a:rect l="l" t="t" r="r" b="b"/>
              <a:pathLst>
                <a:path w="752475" h="921385">
                  <a:moveTo>
                    <a:pt x="665724" y="844557"/>
                  </a:moveTo>
                  <a:lnTo>
                    <a:pt x="636143" y="868552"/>
                  </a:lnTo>
                  <a:lnTo>
                    <a:pt x="752475" y="921258"/>
                  </a:lnTo>
                  <a:lnTo>
                    <a:pt x="738779" y="859282"/>
                  </a:lnTo>
                  <a:lnTo>
                    <a:pt x="677672" y="859282"/>
                  </a:lnTo>
                  <a:lnTo>
                    <a:pt x="665724" y="844557"/>
                  </a:lnTo>
                  <a:close/>
                </a:path>
                <a:path w="752475" h="921385">
                  <a:moveTo>
                    <a:pt x="695315" y="820555"/>
                  </a:moveTo>
                  <a:lnTo>
                    <a:pt x="665724" y="844557"/>
                  </a:lnTo>
                  <a:lnTo>
                    <a:pt x="677672" y="859282"/>
                  </a:lnTo>
                  <a:lnTo>
                    <a:pt x="707263" y="835279"/>
                  </a:lnTo>
                  <a:lnTo>
                    <a:pt x="695315" y="820555"/>
                  </a:lnTo>
                  <a:close/>
                </a:path>
                <a:path w="752475" h="921385">
                  <a:moveTo>
                    <a:pt x="724916" y="796544"/>
                  </a:moveTo>
                  <a:lnTo>
                    <a:pt x="695315" y="820555"/>
                  </a:lnTo>
                  <a:lnTo>
                    <a:pt x="707263" y="835279"/>
                  </a:lnTo>
                  <a:lnTo>
                    <a:pt x="677672" y="859282"/>
                  </a:lnTo>
                  <a:lnTo>
                    <a:pt x="738779" y="859282"/>
                  </a:lnTo>
                  <a:lnTo>
                    <a:pt x="724916" y="796544"/>
                  </a:lnTo>
                  <a:close/>
                </a:path>
                <a:path w="752475" h="921385">
                  <a:moveTo>
                    <a:pt x="29463" y="0"/>
                  </a:moveTo>
                  <a:lnTo>
                    <a:pt x="0" y="24130"/>
                  </a:lnTo>
                  <a:lnTo>
                    <a:pt x="665724" y="844557"/>
                  </a:lnTo>
                  <a:lnTo>
                    <a:pt x="695315" y="820555"/>
                  </a:lnTo>
                  <a:lnTo>
                    <a:pt x="29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8844" y="2629280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92220" y="1958632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5997" y="3902444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8450" y="3360915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04409" y="4298683"/>
            <a:ext cx="513080" cy="1300480"/>
            <a:chOff x="4804409" y="3974591"/>
            <a:chExt cx="513080" cy="1300480"/>
          </a:xfrm>
        </p:grpSpPr>
        <p:sp>
          <p:nvSpPr>
            <p:cNvPr id="16" name="object 16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72050" y="3666889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7323" y="5008106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03494" y="3851389"/>
            <a:ext cx="1757680" cy="475615"/>
          </a:xfrm>
          <a:custGeom>
            <a:avLst/>
            <a:gdLst/>
            <a:ahLst/>
            <a:cxnLst/>
            <a:rect l="l" t="t" r="r" b="b"/>
            <a:pathLst>
              <a:path w="1757679" h="475614">
                <a:moveTo>
                  <a:pt x="1757426" y="0"/>
                </a:moveTo>
                <a:lnTo>
                  <a:pt x="294385" y="0"/>
                </a:lnTo>
                <a:lnTo>
                  <a:pt x="294385" y="277368"/>
                </a:lnTo>
                <a:lnTo>
                  <a:pt x="0" y="468629"/>
                </a:lnTo>
                <a:lnTo>
                  <a:pt x="294385" y="396239"/>
                </a:lnTo>
                <a:lnTo>
                  <a:pt x="294385" y="475488"/>
                </a:lnTo>
                <a:lnTo>
                  <a:pt x="1757426" y="475488"/>
                </a:lnTo>
                <a:lnTo>
                  <a:pt x="175742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97778" y="3825482"/>
            <a:ext cx="9474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24" name="object 24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8" name="object 28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68923" y="2540749"/>
            <a:ext cx="513080" cy="513715"/>
            <a:chOff x="5868923" y="2216657"/>
            <a:chExt cx="513080" cy="513715"/>
          </a:xfrm>
        </p:grpSpPr>
        <p:sp>
          <p:nvSpPr>
            <p:cNvPr id="35" name="object 35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36564" y="256183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67909" y="238835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09921" y="3660889"/>
            <a:ext cx="726440" cy="762000"/>
          </a:xfrm>
          <a:custGeom>
            <a:avLst/>
            <a:gdLst/>
            <a:ahLst/>
            <a:cxnLst/>
            <a:rect l="l" t="t" r="r" b="b"/>
            <a:pathLst>
              <a:path w="726439" h="762000">
                <a:moveTo>
                  <a:pt x="0" y="121030"/>
                </a:moveTo>
                <a:lnTo>
                  <a:pt x="9517" y="73937"/>
                </a:lnTo>
                <a:lnTo>
                  <a:pt x="35464" y="35464"/>
                </a:lnTo>
                <a:lnTo>
                  <a:pt x="73937" y="9517"/>
                </a:lnTo>
                <a:lnTo>
                  <a:pt x="121030" y="0"/>
                </a:lnTo>
                <a:lnTo>
                  <a:pt x="605154" y="0"/>
                </a:lnTo>
                <a:lnTo>
                  <a:pt x="652248" y="9517"/>
                </a:lnTo>
                <a:lnTo>
                  <a:pt x="690721" y="35464"/>
                </a:lnTo>
                <a:lnTo>
                  <a:pt x="716668" y="73937"/>
                </a:lnTo>
                <a:lnTo>
                  <a:pt x="726186" y="121030"/>
                </a:lnTo>
                <a:lnTo>
                  <a:pt x="726186" y="640969"/>
                </a:lnTo>
                <a:lnTo>
                  <a:pt x="716668" y="688062"/>
                </a:lnTo>
                <a:lnTo>
                  <a:pt x="690721" y="726535"/>
                </a:lnTo>
                <a:lnTo>
                  <a:pt x="652248" y="752482"/>
                </a:lnTo>
                <a:lnTo>
                  <a:pt x="605154" y="762000"/>
                </a:lnTo>
                <a:lnTo>
                  <a:pt x="121030" y="762000"/>
                </a:lnTo>
                <a:lnTo>
                  <a:pt x="73937" y="752482"/>
                </a:lnTo>
                <a:lnTo>
                  <a:pt x="35464" y="726535"/>
                </a:lnTo>
                <a:lnTo>
                  <a:pt x="9517" y="688062"/>
                </a:lnTo>
                <a:lnTo>
                  <a:pt x="0" y="640969"/>
                </a:lnTo>
                <a:lnTo>
                  <a:pt x="0" y="12103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">
            <a:extLst>
              <a:ext uri="{FF2B5EF4-FFF2-40B4-BE49-F238E27FC236}">
                <a16:creationId xmlns:a16="http://schemas.microsoft.com/office/drawing/2014/main" id="{D256CDA0-1D2E-8E48-8081-31EDBDEFC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51078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752" y="2501163"/>
            <a:ext cx="2242185" cy="1758950"/>
            <a:chOff x="3730752" y="2234945"/>
            <a:chExt cx="2242185" cy="1758950"/>
          </a:xfrm>
        </p:grpSpPr>
        <p:sp>
          <p:nvSpPr>
            <p:cNvPr id="5" name="object 5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4274" y="2417571"/>
              <a:ext cx="1663700" cy="114300"/>
            </a:xfrm>
            <a:custGeom>
              <a:avLst/>
              <a:gdLst/>
              <a:ahLst/>
              <a:cxnLst/>
              <a:rect l="l" t="t" r="r" b="b"/>
              <a:pathLst>
                <a:path w="1663700" h="114300">
                  <a:moveTo>
                    <a:pt x="1626226" y="37845"/>
                  </a:moveTo>
                  <a:lnTo>
                    <a:pt x="1567941" y="37845"/>
                  </a:lnTo>
                  <a:lnTo>
                    <a:pt x="1568323" y="75945"/>
                  </a:lnTo>
                  <a:lnTo>
                    <a:pt x="1549230" y="76156"/>
                  </a:lnTo>
                  <a:lnTo>
                    <a:pt x="1549653" y="114300"/>
                  </a:lnTo>
                  <a:lnTo>
                    <a:pt x="1663318" y="55879"/>
                  </a:lnTo>
                  <a:lnTo>
                    <a:pt x="1626226" y="37845"/>
                  </a:lnTo>
                  <a:close/>
                </a:path>
                <a:path w="1663700" h="114300">
                  <a:moveTo>
                    <a:pt x="1548806" y="38056"/>
                  </a:moveTo>
                  <a:lnTo>
                    <a:pt x="0" y="55117"/>
                  </a:lnTo>
                  <a:lnTo>
                    <a:pt x="508" y="93217"/>
                  </a:lnTo>
                  <a:lnTo>
                    <a:pt x="1549230" y="76156"/>
                  </a:lnTo>
                  <a:lnTo>
                    <a:pt x="1548806" y="38056"/>
                  </a:lnTo>
                  <a:close/>
                </a:path>
                <a:path w="1663700" h="114300">
                  <a:moveTo>
                    <a:pt x="1567941" y="37845"/>
                  </a:moveTo>
                  <a:lnTo>
                    <a:pt x="1548806" y="38056"/>
                  </a:lnTo>
                  <a:lnTo>
                    <a:pt x="1549230" y="76156"/>
                  </a:lnTo>
                  <a:lnTo>
                    <a:pt x="1568323" y="75945"/>
                  </a:lnTo>
                  <a:lnTo>
                    <a:pt x="1567941" y="37845"/>
                  </a:lnTo>
                  <a:close/>
                </a:path>
                <a:path w="1663700" h="114300">
                  <a:moveTo>
                    <a:pt x="1548384" y="0"/>
                  </a:moveTo>
                  <a:lnTo>
                    <a:pt x="1548806" y="38056"/>
                  </a:lnTo>
                  <a:lnTo>
                    <a:pt x="1567941" y="37845"/>
                  </a:lnTo>
                  <a:lnTo>
                    <a:pt x="1626226" y="37845"/>
                  </a:lnTo>
                  <a:lnTo>
                    <a:pt x="1548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3460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0454" y="2647314"/>
              <a:ext cx="752475" cy="921385"/>
            </a:xfrm>
            <a:custGeom>
              <a:avLst/>
              <a:gdLst/>
              <a:ahLst/>
              <a:cxnLst/>
              <a:rect l="l" t="t" r="r" b="b"/>
              <a:pathLst>
                <a:path w="752475" h="921385">
                  <a:moveTo>
                    <a:pt x="665724" y="844557"/>
                  </a:moveTo>
                  <a:lnTo>
                    <a:pt x="636143" y="868552"/>
                  </a:lnTo>
                  <a:lnTo>
                    <a:pt x="752475" y="921258"/>
                  </a:lnTo>
                  <a:lnTo>
                    <a:pt x="738779" y="859282"/>
                  </a:lnTo>
                  <a:lnTo>
                    <a:pt x="677672" y="859282"/>
                  </a:lnTo>
                  <a:lnTo>
                    <a:pt x="665724" y="844557"/>
                  </a:lnTo>
                  <a:close/>
                </a:path>
                <a:path w="752475" h="921385">
                  <a:moveTo>
                    <a:pt x="695315" y="820555"/>
                  </a:moveTo>
                  <a:lnTo>
                    <a:pt x="665724" y="844557"/>
                  </a:lnTo>
                  <a:lnTo>
                    <a:pt x="677672" y="859282"/>
                  </a:lnTo>
                  <a:lnTo>
                    <a:pt x="707263" y="835279"/>
                  </a:lnTo>
                  <a:lnTo>
                    <a:pt x="695315" y="820555"/>
                  </a:lnTo>
                  <a:close/>
                </a:path>
                <a:path w="752475" h="921385">
                  <a:moveTo>
                    <a:pt x="724916" y="796544"/>
                  </a:moveTo>
                  <a:lnTo>
                    <a:pt x="695315" y="820555"/>
                  </a:lnTo>
                  <a:lnTo>
                    <a:pt x="707263" y="835279"/>
                  </a:lnTo>
                  <a:lnTo>
                    <a:pt x="677672" y="859282"/>
                  </a:lnTo>
                  <a:lnTo>
                    <a:pt x="738779" y="859282"/>
                  </a:lnTo>
                  <a:lnTo>
                    <a:pt x="724916" y="796544"/>
                  </a:lnTo>
                  <a:close/>
                </a:path>
                <a:path w="752475" h="921385">
                  <a:moveTo>
                    <a:pt x="29463" y="0"/>
                  </a:moveTo>
                  <a:lnTo>
                    <a:pt x="0" y="24130"/>
                  </a:lnTo>
                  <a:lnTo>
                    <a:pt x="665724" y="844557"/>
                  </a:lnTo>
                  <a:lnTo>
                    <a:pt x="695315" y="820555"/>
                  </a:lnTo>
                  <a:lnTo>
                    <a:pt x="29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8844" y="2629280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92220" y="1900758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5997" y="3844570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8450" y="3303041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04409" y="4240809"/>
            <a:ext cx="513080" cy="1300480"/>
            <a:chOff x="4804409" y="3974591"/>
            <a:chExt cx="513080" cy="1300480"/>
          </a:xfrm>
        </p:grpSpPr>
        <p:sp>
          <p:nvSpPr>
            <p:cNvPr id="16" name="object 16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72050" y="3609015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7323" y="4950232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03494" y="3793515"/>
            <a:ext cx="1757680" cy="475615"/>
          </a:xfrm>
          <a:custGeom>
            <a:avLst/>
            <a:gdLst/>
            <a:ahLst/>
            <a:cxnLst/>
            <a:rect l="l" t="t" r="r" b="b"/>
            <a:pathLst>
              <a:path w="1757679" h="475614">
                <a:moveTo>
                  <a:pt x="1757426" y="0"/>
                </a:moveTo>
                <a:lnTo>
                  <a:pt x="294385" y="0"/>
                </a:lnTo>
                <a:lnTo>
                  <a:pt x="294385" y="277368"/>
                </a:lnTo>
                <a:lnTo>
                  <a:pt x="0" y="468629"/>
                </a:lnTo>
                <a:lnTo>
                  <a:pt x="294385" y="396239"/>
                </a:lnTo>
                <a:lnTo>
                  <a:pt x="294385" y="475488"/>
                </a:lnTo>
                <a:lnTo>
                  <a:pt x="1757426" y="475488"/>
                </a:lnTo>
                <a:lnTo>
                  <a:pt x="1757426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97778" y="3767608"/>
            <a:ext cx="9474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5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800" spc="1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24" name="object 24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28" name="object 28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1761" y="5629655"/>
            <a:ext cx="10327640" cy="666115"/>
          </a:xfrm>
          <a:custGeom>
            <a:avLst/>
            <a:gdLst/>
            <a:ahLst/>
            <a:cxnLst/>
            <a:rect l="l" t="t" r="r" b="b"/>
            <a:pathLst>
              <a:path w="10327640" h="666114">
                <a:moveTo>
                  <a:pt x="10327386" y="0"/>
                </a:moveTo>
                <a:lnTo>
                  <a:pt x="0" y="0"/>
                </a:lnTo>
                <a:lnTo>
                  <a:pt x="0" y="665988"/>
                </a:lnTo>
                <a:lnTo>
                  <a:pt x="10327386" y="665988"/>
                </a:lnTo>
                <a:lnTo>
                  <a:pt x="103273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868923" y="2482875"/>
            <a:ext cx="513080" cy="513715"/>
            <a:chOff x="5868923" y="2216657"/>
            <a:chExt cx="513080" cy="513715"/>
          </a:xfrm>
        </p:grpSpPr>
        <p:sp>
          <p:nvSpPr>
            <p:cNvPr id="36" name="object 36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036564" y="2503957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67909" y="233047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09921" y="3603015"/>
            <a:ext cx="726440" cy="762000"/>
          </a:xfrm>
          <a:custGeom>
            <a:avLst/>
            <a:gdLst/>
            <a:ahLst/>
            <a:cxnLst/>
            <a:rect l="l" t="t" r="r" b="b"/>
            <a:pathLst>
              <a:path w="726439" h="762000">
                <a:moveTo>
                  <a:pt x="0" y="121030"/>
                </a:moveTo>
                <a:lnTo>
                  <a:pt x="9517" y="73937"/>
                </a:lnTo>
                <a:lnTo>
                  <a:pt x="35464" y="35464"/>
                </a:lnTo>
                <a:lnTo>
                  <a:pt x="73937" y="9517"/>
                </a:lnTo>
                <a:lnTo>
                  <a:pt x="121030" y="0"/>
                </a:lnTo>
                <a:lnTo>
                  <a:pt x="605154" y="0"/>
                </a:lnTo>
                <a:lnTo>
                  <a:pt x="652248" y="9517"/>
                </a:lnTo>
                <a:lnTo>
                  <a:pt x="690721" y="35464"/>
                </a:lnTo>
                <a:lnTo>
                  <a:pt x="716668" y="73937"/>
                </a:lnTo>
                <a:lnTo>
                  <a:pt x="726186" y="121030"/>
                </a:lnTo>
                <a:lnTo>
                  <a:pt x="726186" y="640969"/>
                </a:lnTo>
                <a:lnTo>
                  <a:pt x="716668" y="688062"/>
                </a:lnTo>
                <a:lnTo>
                  <a:pt x="690721" y="726535"/>
                </a:lnTo>
                <a:lnTo>
                  <a:pt x="652248" y="752482"/>
                </a:lnTo>
                <a:lnTo>
                  <a:pt x="605154" y="762000"/>
                </a:lnTo>
                <a:lnTo>
                  <a:pt x="121030" y="762000"/>
                </a:lnTo>
                <a:lnTo>
                  <a:pt x="73937" y="752482"/>
                </a:lnTo>
                <a:lnTo>
                  <a:pt x="35464" y="726535"/>
                </a:lnTo>
                <a:lnTo>
                  <a:pt x="9517" y="688062"/>
                </a:lnTo>
                <a:lnTo>
                  <a:pt x="0" y="640969"/>
                </a:lnTo>
                <a:lnTo>
                  <a:pt x="0" y="12103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520697" y="5737799"/>
            <a:ext cx="80505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算法：到黑色顶点的最短路应该已经计算出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4" name="object 3">
            <a:extLst>
              <a:ext uri="{FF2B5EF4-FFF2-40B4-BE49-F238E27FC236}">
                <a16:creationId xmlns:a16="http://schemas.microsoft.com/office/drawing/2014/main" id="{F3A95D4D-BA05-3F45-97F0-1B38F229C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97377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5" name="object 5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9" name="object 9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30752" y="2234945"/>
            <a:ext cx="2242185" cy="1334135"/>
            <a:chOff x="3730752" y="2234945"/>
            <a:chExt cx="2242185" cy="1334135"/>
          </a:xfrm>
        </p:grpSpPr>
        <p:sp>
          <p:nvSpPr>
            <p:cNvPr id="16" name="object 1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40454" y="2417571"/>
              <a:ext cx="1747520" cy="1151255"/>
            </a:xfrm>
            <a:custGeom>
              <a:avLst/>
              <a:gdLst/>
              <a:ahLst/>
              <a:cxnLst/>
              <a:rect l="l" t="t" r="r" b="b"/>
              <a:pathLst>
                <a:path w="1747520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747520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8844" y="2629280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92220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5997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08450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04409" y="3974591"/>
            <a:ext cx="513080" cy="1300480"/>
            <a:chOff x="4804409" y="3974591"/>
            <a:chExt cx="513080" cy="1300480"/>
          </a:xfrm>
        </p:grpSpPr>
        <p:sp>
          <p:nvSpPr>
            <p:cNvPr id="24" name="object 24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97323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26404" y="4206240"/>
            <a:ext cx="2834005" cy="589280"/>
          </a:xfrm>
          <a:custGeom>
            <a:avLst/>
            <a:gdLst/>
            <a:ahLst/>
            <a:cxnLst/>
            <a:rect l="l" t="t" r="r" b="b"/>
            <a:pathLst>
              <a:path w="2834004" h="589279">
                <a:moveTo>
                  <a:pt x="2833497" y="0"/>
                </a:moveTo>
                <a:lnTo>
                  <a:pt x="447675" y="0"/>
                </a:lnTo>
                <a:lnTo>
                  <a:pt x="447675" y="343662"/>
                </a:lnTo>
                <a:lnTo>
                  <a:pt x="0" y="518160"/>
                </a:lnTo>
                <a:lnTo>
                  <a:pt x="447675" y="490855"/>
                </a:lnTo>
                <a:lnTo>
                  <a:pt x="447675" y="589026"/>
                </a:lnTo>
                <a:lnTo>
                  <a:pt x="2833497" y="589026"/>
                </a:lnTo>
                <a:lnTo>
                  <a:pt x="2833497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087109" y="4230116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不是最短距离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1761" y="5629655"/>
            <a:ext cx="10327640" cy="666115"/>
          </a:xfrm>
          <a:custGeom>
            <a:avLst/>
            <a:gdLst/>
            <a:ahLst/>
            <a:cxnLst/>
            <a:rect l="l" t="t" r="r" b="b"/>
            <a:pathLst>
              <a:path w="10327640" h="666114">
                <a:moveTo>
                  <a:pt x="10327386" y="0"/>
                </a:moveTo>
                <a:lnTo>
                  <a:pt x="0" y="0"/>
                </a:lnTo>
                <a:lnTo>
                  <a:pt x="0" y="665988"/>
                </a:lnTo>
                <a:lnTo>
                  <a:pt x="10327386" y="665988"/>
                </a:lnTo>
                <a:lnTo>
                  <a:pt x="103273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690871" y="2216657"/>
            <a:ext cx="1691005" cy="3195320"/>
            <a:chOff x="4690871" y="2216657"/>
            <a:chExt cx="1691005" cy="3195320"/>
          </a:xfrm>
        </p:grpSpPr>
        <p:sp>
          <p:nvSpPr>
            <p:cNvPr id="32" name="object 32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09921" y="4629911"/>
              <a:ext cx="726440" cy="763270"/>
            </a:xfrm>
            <a:custGeom>
              <a:avLst/>
              <a:gdLst/>
              <a:ahLst/>
              <a:cxnLst/>
              <a:rect l="l" t="t" r="r" b="b"/>
              <a:pathLst>
                <a:path w="726439" h="763270">
                  <a:moveTo>
                    <a:pt x="0" y="121031"/>
                  </a:moveTo>
                  <a:lnTo>
                    <a:pt x="9517" y="73937"/>
                  </a:lnTo>
                  <a:lnTo>
                    <a:pt x="35464" y="35464"/>
                  </a:lnTo>
                  <a:lnTo>
                    <a:pt x="73937" y="9517"/>
                  </a:lnTo>
                  <a:lnTo>
                    <a:pt x="121030" y="0"/>
                  </a:lnTo>
                  <a:lnTo>
                    <a:pt x="605154" y="0"/>
                  </a:lnTo>
                  <a:lnTo>
                    <a:pt x="652248" y="9517"/>
                  </a:lnTo>
                  <a:lnTo>
                    <a:pt x="690721" y="35464"/>
                  </a:lnTo>
                  <a:lnTo>
                    <a:pt x="716668" y="73937"/>
                  </a:lnTo>
                  <a:lnTo>
                    <a:pt x="726186" y="121031"/>
                  </a:lnTo>
                  <a:lnTo>
                    <a:pt x="726186" y="641731"/>
                  </a:lnTo>
                  <a:lnTo>
                    <a:pt x="716668" y="688824"/>
                  </a:lnTo>
                  <a:lnTo>
                    <a:pt x="690721" y="727297"/>
                  </a:lnTo>
                  <a:lnTo>
                    <a:pt x="652248" y="753244"/>
                  </a:lnTo>
                  <a:lnTo>
                    <a:pt x="605154" y="762762"/>
                  </a:lnTo>
                  <a:lnTo>
                    <a:pt x="121030" y="762762"/>
                  </a:lnTo>
                  <a:lnTo>
                    <a:pt x="73937" y="753244"/>
                  </a:lnTo>
                  <a:lnTo>
                    <a:pt x="35464" y="727297"/>
                  </a:lnTo>
                  <a:lnTo>
                    <a:pt x="9517" y="688824"/>
                  </a:lnTo>
                  <a:lnTo>
                    <a:pt x="0" y="641731"/>
                  </a:lnTo>
                  <a:lnTo>
                    <a:pt x="0" y="12103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6564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67909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04409" y="3480053"/>
            <a:ext cx="513080" cy="513715"/>
            <a:chOff x="4804409" y="3480053"/>
            <a:chExt cx="513080" cy="513715"/>
          </a:xfrm>
        </p:grpSpPr>
        <p:sp>
          <p:nvSpPr>
            <p:cNvPr id="38" name="object 38"/>
            <p:cNvSpPr/>
            <p:nvPr/>
          </p:nvSpPr>
          <p:spPr>
            <a:xfrm>
              <a:off x="4823459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23459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972050" y="3342797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20697" y="5737799"/>
            <a:ext cx="80505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Dijkstra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算法：到黑色顶点的最短路应该已经计算出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4" name="object 3">
            <a:extLst>
              <a:ext uri="{FF2B5EF4-FFF2-40B4-BE49-F238E27FC236}">
                <a16:creationId xmlns:a16="http://schemas.microsoft.com/office/drawing/2014/main" id="{C3639CB6-9F10-FC49-8380-6551ABD41E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97377"/>
            <a:ext cx="661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图中存在负权边，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15" dirty="0">
                <a:latin typeface="宋体"/>
                <a:cs typeface="宋体"/>
              </a:rPr>
              <a:t>算法不再适用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21445" y="2343150"/>
            <a:ext cx="513715" cy="513080"/>
            <a:chOff x="8521445" y="2343150"/>
            <a:chExt cx="513715" cy="513080"/>
          </a:xfrm>
        </p:grpSpPr>
        <p:sp>
          <p:nvSpPr>
            <p:cNvPr id="5" name="object 5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0495" y="2362200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80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540495" y="3125723"/>
            <a:ext cx="475615" cy="474980"/>
          </a:xfrm>
          <a:custGeom>
            <a:avLst/>
            <a:gdLst/>
            <a:ahLst/>
            <a:cxnLst/>
            <a:rect l="l" t="t" r="r" b="b"/>
            <a:pathLst>
              <a:path w="475615" h="474979">
                <a:moveTo>
                  <a:pt x="0" y="237362"/>
                </a:moveTo>
                <a:lnTo>
                  <a:pt x="4829" y="189534"/>
                </a:lnTo>
                <a:lnTo>
                  <a:pt x="18680" y="144982"/>
                </a:lnTo>
                <a:lnTo>
                  <a:pt x="40598" y="104663"/>
                </a:lnTo>
                <a:lnTo>
                  <a:pt x="69627" y="69532"/>
                </a:lnTo>
                <a:lnTo>
                  <a:pt x="104812" y="40545"/>
                </a:lnTo>
                <a:lnTo>
                  <a:pt x="145196" y="18657"/>
                </a:lnTo>
                <a:lnTo>
                  <a:pt x="189825" y="4823"/>
                </a:lnTo>
                <a:lnTo>
                  <a:pt x="237744" y="0"/>
                </a:lnTo>
                <a:lnTo>
                  <a:pt x="285662" y="4823"/>
                </a:lnTo>
                <a:lnTo>
                  <a:pt x="330291" y="18657"/>
                </a:lnTo>
                <a:lnTo>
                  <a:pt x="370675" y="40545"/>
                </a:lnTo>
                <a:lnTo>
                  <a:pt x="405860" y="69532"/>
                </a:lnTo>
                <a:lnTo>
                  <a:pt x="434889" y="104663"/>
                </a:lnTo>
                <a:lnTo>
                  <a:pt x="456807" y="144982"/>
                </a:lnTo>
                <a:lnTo>
                  <a:pt x="470658" y="189534"/>
                </a:lnTo>
                <a:lnTo>
                  <a:pt x="475487" y="237362"/>
                </a:lnTo>
                <a:lnTo>
                  <a:pt x="470658" y="285191"/>
                </a:lnTo>
                <a:lnTo>
                  <a:pt x="456807" y="329743"/>
                </a:lnTo>
                <a:lnTo>
                  <a:pt x="434889" y="370062"/>
                </a:lnTo>
                <a:lnTo>
                  <a:pt x="405860" y="405193"/>
                </a:lnTo>
                <a:lnTo>
                  <a:pt x="370675" y="434180"/>
                </a:lnTo>
                <a:lnTo>
                  <a:pt x="330291" y="456068"/>
                </a:lnTo>
                <a:lnTo>
                  <a:pt x="285662" y="469902"/>
                </a:lnTo>
                <a:lnTo>
                  <a:pt x="237744" y="474725"/>
                </a:lnTo>
                <a:lnTo>
                  <a:pt x="189825" y="469902"/>
                </a:lnTo>
                <a:lnTo>
                  <a:pt x="145196" y="456068"/>
                </a:lnTo>
                <a:lnTo>
                  <a:pt x="104812" y="434180"/>
                </a:lnTo>
                <a:lnTo>
                  <a:pt x="69627" y="405193"/>
                </a:lnTo>
                <a:lnTo>
                  <a:pt x="40598" y="370062"/>
                </a:lnTo>
                <a:lnTo>
                  <a:pt x="18680" y="329743"/>
                </a:lnTo>
                <a:lnTo>
                  <a:pt x="4829" y="285191"/>
                </a:lnTo>
                <a:lnTo>
                  <a:pt x="0" y="237362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521445" y="3869435"/>
            <a:ext cx="513715" cy="513715"/>
            <a:chOff x="8521445" y="3869435"/>
            <a:chExt cx="513715" cy="513715"/>
          </a:xfrm>
        </p:grpSpPr>
        <p:sp>
          <p:nvSpPr>
            <p:cNvPr id="9" name="object 9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40495" y="388848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89593" y="3890264"/>
            <a:ext cx="2552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25178" y="2422398"/>
            <a:ext cx="1135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64395" y="3170936"/>
            <a:ext cx="1604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𝑽</a:t>
            </a:r>
            <a:r>
              <a:rPr sz="2000" spc="15" dirty="0">
                <a:latin typeface="Cambria Math"/>
                <a:cs typeface="Cambria Math"/>
              </a:rPr>
              <a:t> − </a:t>
            </a:r>
            <a:r>
              <a:rPr sz="2000" dirty="0">
                <a:latin typeface="Cambria Math"/>
                <a:cs typeface="Cambria Math"/>
              </a:rPr>
              <a:t>𝑽</a:t>
            </a:r>
            <a:r>
              <a:rPr sz="2175" baseline="-15325" dirty="0">
                <a:latin typeface="Cambria Math"/>
                <a:cs typeface="Cambria Math"/>
              </a:rPr>
              <a:t>𝑨</a:t>
            </a:r>
            <a:r>
              <a:rPr sz="2000" spc="-20" dirty="0">
                <a:latin typeface="宋体"/>
                <a:cs typeface="宋体"/>
              </a:rPr>
              <a:t>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50578" y="3960621"/>
            <a:ext cx="12941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被选中顶</a:t>
            </a:r>
            <a:r>
              <a:rPr sz="2000" spc="-50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30752" y="2234945"/>
            <a:ext cx="2242185" cy="1334135"/>
            <a:chOff x="3730752" y="2234945"/>
            <a:chExt cx="2242185" cy="1334135"/>
          </a:xfrm>
        </p:grpSpPr>
        <p:sp>
          <p:nvSpPr>
            <p:cNvPr id="16" name="object 16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9802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40454" y="2417571"/>
              <a:ext cx="1747520" cy="1151255"/>
            </a:xfrm>
            <a:custGeom>
              <a:avLst/>
              <a:gdLst/>
              <a:ahLst/>
              <a:cxnLst/>
              <a:rect l="l" t="t" r="r" b="b"/>
              <a:pathLst>
                <a:path w="1747520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747520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8844" y="2629280"/>
              <a:ext cx="743585" cy="939800"/>
            </a:xfrm>
            <a:custGeom>
              <a:avLst/>
              <a:gdLst/>
              <a:ahLst/>
              <a:cxnLst/>
              <a:rect l="l" t="t" r="r" b="b"/>
              <a:pathLst>
                <a:path w="743585" h="939800">
                  <a:moveTo>
                    <a:pt x="25653" y="814197"/>
                  </a:moveTo>
                  <a:lnTo>
                    <a:pt x="0" y="939292"/>
                  </a:lnTo>
                  <a:lnTo>
                    <a:pt x="115569" y="884809"/>
                  </a:lnTo>
                  <a:lnTo>
                    <a:pt x="104573" y="876173"/>
                  </a:lnTo>
                  <a:lnTo>
                    <a:pt x="73786" y="876173"/>
                  </a:lnTo>
                  <a:lnTo>
                    <a:pt x="43814" y="852678"/>
                  </a:lnTo>
                  <a:lnTo>
                    <a:pt x="55581" y="837699"/>
                  </a:lnTo>
                  <a:lnTo>
                    <a:pt x="25653" y="814197"/>
                  </a:lnTo>
                  <a:close/>
                </a:path>
                <a:path w="743585" h="939800">
                  <a:moveTo>
                    <a:pt x="55581" y="837699"/>
                  </a:moveTo>
                  <a:lnTo>
                    <a:pt x="43814" y="852678"/>
                  </a:lnTo>
                  <a:lnTo>
                    <a:pt x="73786" y="876173"/>
                  </a:lnTo>
                  <a:lnTo>
                    <a:pt x="85533" y="861221"/>
                  </a:lnTo>
                  <a:lnTo>
                    <a:pt x="55581" y="837699"/>
                  </a:lnTo>
                  <a:close/>
                </a:path>
                <a:path w="743585" h="939800">
                  <a:moveTo>
                    <a:pt x="85533" y="861221"/>
                  </a:moveTo>
                  <a:lnTo>
                    <a:pt x="73786" y="876173"/>
                  </a:lnTo>
                  <a:lnTo>
                    <a:pt x="104573" y="876173"/>
                  </a:lnTo>
                  <a:lnTo>
                    <a:pt x="85533" y="861221"/>
                  </a:lnTo>
                  <a:close/>
                </a:path>
                <a:path w="743585" h="939800">
                  <a:moveTo>
                    <a:pt x="713613" y="0"/>
                  </a:moveTo>
                  <a:lnTo>
                    <a:pt x="55581" y="837699"/>
                  </a:lnTo>
                  <a:lnTo>
                    <a:pt x="85533" y="861221"/>
                  </a:lnTo>
                  <a:lnTo>
                    <a:pt x="743584" y="23622"/>
                  </a:lnTo>
                  <a:lnTo>
                    <a:pt x="7136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92220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5997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08450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04409" y="2216657"/>
            <a:ext cx="1577340" cy="3058160"/>
            <a:chOff x="4804409" y="2216657"/>
            <a:chExt cx="1577340" cy="3058160"/>
          </a:xfrm>
        </p:grpSpPr>
        <p:sp>
          <p:nvSpPr>
            <p:cNvPr id="24" name="object 24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7973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23459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04053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97323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36564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67909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04409" y="3480053"/>
            <a:ext cx="513080" cy="513715"/>
            <a:chOff x="4804409" y="3480053"/>
            <a:chExt cx="513080" cy="513715"/>
          </a:xfrm>
        </p:grpSpPr>
        <p:sp>
          <p:nvSpPr>
            <p:cNvPr id="33" name="object 33"/>
            <p:cNvSpPr/>
            <p:nvPr/>
          </p:nvSpPr>
          <p:spPr>
            <a:xfrm>
              <a:off x="4823459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23459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72050" y="3342797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1761" y="5640323"/>
            <a:ext cx="10327640" cy="643890"/>
          </a:xfrm>
          <a:custGeom>
            <a:avLst/>
            <a:gdLst/>
            <a:ahLst/>
            <a:cxnLst/>
            <a:rect l="l" t="t" r="r" b="b"/>
            <a:pathLst>
              <a:path w="10327640" h="643889">
                <a:moveTo>
                  <a:pt x="0" y="643890"/>
                </a:moveTo>
                <a:lnTo>
                  <a:pt x="10327386" y="643890"/>
                </a:lnTo>
                <a:lnTo>
                  <a:pt x="10327386" y="0"/>
                </a:lnTo>
                <a:lnTo>
                  <a:pt x="0" y="0"/>
                </a:lnTo>
                <a:lnTo>
                  <a:pt x="0" y="64389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06982" y="5729417"/>
            <a:ext cx="807847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latin typeface="宋体"/>
                <a:cs typeface="宋体"/>
              </a:rPr>
              <a:t>问题：图中存在负权边时，是否存在单源最短路径?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C82C6598-C0E3-EB49-A422-886BAC9DA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42523"/>
            <a:ext cx="7354570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5" dirty="0">
                <a:latin typeface="宋体"/>
                <a:cs typeface="宋体"/>
              </a:rPr>
              <a:t>图中存在负权边时，是否存在单源最短路径?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如果源点</a:t>
            </a:r>
            <a:r>
              <a:rPr sz="2400" spc="-10" dirty="0">
                <a:latin typeface="Cambria Math"/>
                <a:cs typeface="Cambria Math"/>
              </a:rPr>
              <a:t>𝒔</a:t>
            </a:r>
            <a:r>
              <a:rPr sz="2400" dirty="0">
                <a:latin typeface="宋体"/>
                <a:cs typeface="宋体"/>
              </a:rPr>
              <a:t>可达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负环</a:t>
            </a:r>
            <a:r>
              <a:rPr sz="2400" spc="-5" dirty="0">
                <a:latin typeface="宋体"/>
                <a:cs typeface="宋体"/>
              </a:rPr>
              <a:t>，则难以定义最短路径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34556" y="2526792"/>
            <a:ext cx="2472690" cy="913765"/>
          </a:xfrm>
          <a:custGeom>
            <a:avLst/>
            <a:gdLst/>
            <a:ahLst/>
            <a:cxnLst/>
            <a:rect l="l" t="t" r="r" b="b"/>
            <a:pathLst>
              <a:path w="2472690" h="913764">
                <a:moveTo>
                  <a:pt x="2472690" y="0"/>
                </a:moveTo>
                <a:lnTo>
                  <a:pt x="0" y="0"/>
                </a:lnTo>
                <a:lnTo>
                  <a:pt x="0" y="589788"/>
                </a:lnTo>
                <a:lnTo>
                  <a:pt x="412115" y="589788"/>
                </a:lnTo>
                <a:lnTo>
                  <a:pt x="306832" y="913257"/>
                </a:lnTo>
                <a:lnTo>
                  <a:pt x="1030224" y="589788"/>
                </a:lnTo>
                <a:lnTo>
                  <a:pt x="2472690" y="589788"/>
                </a:lnTo>
                <a:lnTo>
                  <a:pt x="2472690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91273" y="2551175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总有更小距离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70426" y="2942844"/>
            <a:ext cx="2404110" cy="1758314"/>
            <a:chOff x="4170426" y="2942844"/>
            <a:chExt cx="2404110" cy="1758314"/>
          </a:xfrm>
        </p:grpSpPr>
        <p:sp>
          <p:nvSpPr>
            <p:cNvPr id="7" name="object 7"/>
            <p:cNvSpPr/>
            <p:nvPr/>
          </p:nvSpPr>
          <p:spPr>
            <a:xfrm>
              <a:off x="4189476" y="2961894"/>
              <a:ext cx="2366010" cy="474980"/>
            </a:xfrm>
            <a:custGeom>
              <a:avLst/>
              <a:gdLst/>
              <a:ahLst/>
              <a:cxnLst/>
              <a:rect l="l" t="t" r="r" b="b"/>
              <a:pathLst>
                <a:path w="2366009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  <a:path w="2366009" h="474979">
                  <a:moveTo>
                    <a:pt x="1890522" y="237362"/>
                  </a:moveTo>
                  <a:lnTo>
                    <a:pt x="1895351" y="189534"/>
                  </a:lnTo>
                  <a:lnTo>
                    <a:pt x="1909202" y="144982"/>
                  </a:lnTo>
                  <a:lnTo>
                    <a:pt x="1931120" y="104663"/>
                  </a:lnTo>
                  <a:lnTo>
                    <a:pt x="1960149" y="69532"/>
                  </a:lnTo>
                  <a:lnTo>
                    <a:pt x="1995334" y="40545"/>
                  </a:lnTo>
                  <a:lnTo>
                    <a:pt x="2035718" y="18657"/>
                  </a:lnTo>
                  <a:lnTo>
                    <a:pt x="2080347" y="4823"/>
                  </a:lnTo>
                  <a:lnTo>
                    <a:pt x="2128266" y="0"/>
                  </a:lnTo>
                  <a:lnTo>
                    <a:pt x="2176184" y="4823"/>
                  </a:lnTo>
                  <a:lnTo>
                    <a:pt x="2220813" y="18657"/>
                  </a:lnTo>
                  <a:lnTo>
                    <a:pt x="2261197" y="40545"/>
                  </a:lnTo>
                  <a:lnTo>
                    <a:pt x="2296382" y="69532"/>
                  </a:lnTo>
                  <a:lnTo>
                    <a:pt x="2325411" y="104663"/>
                  </a:lnTo>
                  <a:lnTo>
                    <a:pt x="2347329" y="144982"/>
                  </a:lnTo>
                  <a:lnTo>
                    <a:pt x="2361180" y="189534"/>
                  </a:lnTo>
                  <a:lnTo>
                    <a:pt x="2366009" y="237362"/>
                  </a:lnTo>
                  <a:lnTo>
                    <a:pt x="2361180" y="285191"/>
                  </a:lnTo>
                  <a:lnTo>
                    <a:pt x="2347329" y="329743"/>
                  </a:lnTo>
                  <a:lnTo>
                    <a:pt x="2325411" y="370062"/>
                  </a:lnTo>
                  <a:lnTo>
                    <a:pt x="2296382" y="405193"/>
                  </a:lnTo>
                  <a:lnTo>
                    <a:pt x="2261197" y="434180"/>
                  </a:lnTo>
                  <a:lnTo>
                    <a:pt x="2220813" y="456068"/>
                  </a:lnTo>
                  <a:lnTo>
                    <a:pt x="2176184" y="469902"/>
                  </a:lnTo>
                  <a:lnTo>
                    <a:pt x="2128266" y="474725"/>
                  </a:lnTo>
                  <a:lnTo>
                    <a:pt x="2080347" y="469902"/>
                  </a:lnTo>
                  <a:lnTo>
                    <a:pt x="2035718" y="456068"/>
                  </a:lnTo>
                  <a:lnTo>
                    <a:pt x="1995334" y="434180"/>
                  </a:lnTo>
                  <a:lnTo>
                    <a:pt x="1960149" y="405193"/>
                  </a:lnTo>
                  <a:lnTo>
                    <a:pt x="1931120" y="370062"/>
                  </a:lnTo>
                  <a:lnTo>
                    <a:pt x="1909202" y="329743"/>
                  </a:lnTo>
                  <a:lnTo>
                    <a:pt x="1895351" y="285191"/>
                  </a:lnTo>
                  <a:lnTo>
                    <a:pt x="1890522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4964" y="3141726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63134" y="420624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3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3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4860" y="3367277"/>
              <a:ext cx="1737995" cy="921385"/>
            </a:xfrm>
            <a:custGeom>
              <a:avLst/>
              <a:gdLst/>
              <a:ahLst/>
              <a:cxnLst/>
              <a:rect l="l" t="t" r="r" b="b"/>
              <a:pathLst>
                <a:path w="1737995" h="921385">
                  <a:moveTo>
                    <a:pt x="752602" y="897255"/>
                  </a:moveTo>
                  <a:lnTo>
                    <a:pt x="86791" y="76771"/>
                  </a:lnTo>
                  <a:lnTo>
                    <a:pt x="105029" y="61976"/>
                  </a:lnTo>
                  <a:lnTo>
                    <a:pt x="116459" y="52705"/>
                  </a:lnTo>
                  <a:lnTo>
                    <a:pt x="0" y="0"/>
                  </a:lnTo>
                  <a:lnTo>
                    <a:pt x="27686" y="124714"/>
                  </a:lnTo>
                  <a:lnTo>
                    <a:pt x="57200" y="100774"/>
                  </a:lnTo>
                  <a:lnTo>
                    <a:pt x="723011" y="921258"/>
                  </a:lnTo>
                  <a:lnTo>
                    <a:pt x="752602" y="897255"/>
                  </a:lnTo>
                  <a:close/>
                </a:path>
                <a:path w="1737995" h="921385">
                  <a:moveTo>
                    <a:pt x="1737741" y="81026"/>
                  </a:moveTo>
                  <a:lnTo>
                    <a:pt x="1707642" y="57658"/>
                  </a:lnTo>
                  <a:lnTo>
                    <a:pt x="1128445" y="806932"/>
                  </a:lnTo>
                  <a:lnTo>
                    <a:pt x="1098296" y="783590"/>
                  </a:lnTo>
                  <a:lnTo>
                    <a:pt x="1073658" y="908939"/>
                  </a:lnTo>
                  <a:lnTo>
                    <a:pt x="1188720" y="853567"/>
                  </a:lnTo>
                  <a:lnTo>
                    <a:pt x="1178052" y="845312"/>
                  </a:lnTo>
                  <a:lnTo>
                    <a:pt x="1158582" y="830249"/>
                  </a:lnTo>
                  <a:lnTo>
                    <a:pt x="1737741" y="810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32147" y="2438907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8484" y="2438907"/>
            <a:ext cx="247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4891" y="4629150"/>
            <a:ext cx="241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7838" y="27713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5094" y="3743705"/>
            <a:ext cx="43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14796" y="3743705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6D5980C0-A97C-EB4A-A2A5-AEFCA3826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35121"/>
            <a:ext cx="7354570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5" dirty="0">
                <a:latin typeface="宋体"/>
                <a:cs typeface="宋体"/>
              </a:rPr>
              <a:t>图中存在负权边时，是否存在单源最短路径?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如果源点</a:t>
            </a:r>
            <a:r>
              <a:rPr sz="2400" spc="-10" dirty="0">
                <a:latin typeface="Cambria Math"/>
                <a:cs typeface="Cambria Math"/>
              </a:rPr>
              <a:t>𝒔</a:t>
            </a:r>
            <a:r>
              <a:rPr sz="2400" dirty="0">
                <a:latin typeface="宋体"/>
                <a:cs typeface="宋体"/>
              </a:rPr>
              <a:t>可达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负环</a:t>
            </a:r>
            <a:r>
              <a:rPr sz="2400" spc="-5" dirty="0">
                <a:latin typeface="宋体"/>
                <a:cs typeface="宋体"/>
              </a:rPr>
              <a:t>，则难以定义最短路径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70426" y="2942844"/>
            <a:ext cx="2404110" cy="1758314"/>
            <a:chOff x="4170426" y="2942844"/>
            <a:chExt cx="2404110" cy="1758314"/>
          </a:xfrm>
        </p:grpSpPr>
        <p:sp>
          <p:nvSpPr>
            <p:cNvPr id="5" name="object 5"/>
            <p:cNvSpPr/>
            <p:nvPr/>
          </p:nvSpPr>
          <p:spPr>
            <a:xfrm>
              <a:off x="4189476" y="2961894"/>
              <a:ext cx="2366010" cy="474980"/>
            </a:xfrm>
            <a:custGeom>
              <a:avLst/>
              <a:gdLst/>
              <a:ahLst/>
              <a:cxnLst/>
              <a:rect l="l" t="t" r="r" b="b"/>
              <a:pathLst>
                <a:path w="2366009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  <a:path w="2366009" h="474979">
                  <a:moveTo>
                    <a:pt x="1890522" y="237362"/>
                  </a:moveTo>
                  <a:lnTo>
                    <a:pt x="1895351" y="189534"/>
                  </a:lnTo>
                  <a:lnTo>
                    <a:pt x="1909202" y="144982"/>
                  </a:lnTo>
                  <a:lnTo>
                    <a:pt x="1931120" y="104663"/>
                  </a:lnTo>
                  <a:lnTo>
                    <a:pt x="1960149" y="69532"/>
                  </a:lnTo>
                  <a:lnTo>
                    <a:pt x="1995334" y="40545"/>
                  </a:lnTo>
                  <a:lnTo>
                    <a:pt x="2035718" y="18657"/>
                  </a:lnTo>
                  <a:lnTo>
                    <a:pt x="2080347" y="4823"/>
                  </a:lnTo>
                  <a:lnTo>
                    <a:pt x="2128266" y="0"/>
                  </a:lnTo>
                  <a:lnTo>
                    <a:pt x="2176184" y="4823"/>
                  </a:lnTo>
                  <a:lnTo>
                    <a:pt x="2220813" y="18657"/>
                  </a:lnTo>
                  <a:lnTo>
                    <a:pt x="2261197" y="40545"/>
                  </a:lnTo>
                  <a:lnTo>
                    <a:pt x="2296382" y="69532"/>
                  </a:lnTo>
                  <a:lnTo>
                    <a:pt x="2325411" y="104663"/>
                  </a:lnTo>
                  <a:lnTo>
                    <a:pt x="2347329" y="144982"/>
                  </a:lnTo>
                  <a:lnTo>
                    <a:pt x="2361180" y="189534"/>
                  </a:lnTo>
                  <a:lnTo>
                    <a:pt x="2366009" y="237362"/>
                  </a:lnTo>
                  <a:lnTo>
                    <a:pt x="2361180" y="285191"/>
                  </a:lnTo>
                  <a:lnTo>
                    <a:pt x="2347329" y="329743"/>
                  </a:lnTo>
                  <a:lnTo>
                    <a:pt x="2325411" y="370062"/>
                  </a:lnTo>
                  <a:lnTo>
                    <a:pt x="2296382" y="405193"/>
                  </a:lnTo>
                  <a:lnTo>
                    <a:pt x="2261197" y="434180"/>
                  </a:lnTo>
                  <a:lnTo>
                    <a:pt x="2220813" y="456068"/>
                  </a:lnTo>
                  <a:lnTo>
                    <a:pt x="2176184" y="469902"/>
                  </a:lnTo>
                  <a:lnTo>
                    <a:pt x="2128266" y="474725"/>
                  </a:lnTo>
                  <a:lnTo>
                    <a:pt x="2080347" y="469902"/>
                  </a:lnTo>
                  <a:lnTo>
                    <a:pt x="2035718" y="456068"/>
                  </a:lnTo>
                  <a:lnTo>
                    <a:pt x="1995334" y="434180"/>
                  </a:lnTo>
                  <a:lnTo>
                    <a:pt x="1960149" y="405193"/>
                  </a:lnTo>
                  <a:lnTo>
                    <a:pt x="1931120" y="370062"/>
                  </a:lnTo>
                  <a:lnTo>
                    <a:pt x="1909202" y="329743"/>
                  </a:lnTo>
                  <a:lnTo>
                    <a:pt x="1895351" y="285191"/>
                  </a:lnTo>
                  <a:lnTo>
                    <a:pt x="1890522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64964" y="3141726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63134" y="420624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3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3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94860" y="3367277"/>
              <a:ext cx="1737995" cy="921385"/>
            </a:xfrm>
            <a:custGeom>
              <a:avLst/>
              <a:gdLst/>
              <a:ahLst/>
              <a:cxnLst/>
              <a:rect l="l" t="t" r="r" b="b"/>
              <a:pathLst>
                <a:path w="1737995" h="921385">
                  <a:moveTo>
                    <a:pt x="752602" y="897255"/>
                  </a:moveTo>
                  <a:lnTo>
                    <a:pt x="86791" y="76771"/>
                  </a:lnTo>
                  <a:lnTo>
                    <a:pt x="105029" y="61976"/>
                  </a:lnTo>
                  <a:lnTo>
                    <a:pt x="116459" y="52705"/>
                  </a:lnTo>
                  <a:lnTo>
                    <a:pt x="0" y="0"/>
                  </a:lnTo>
                  <a:lnTo>
                    <a:pt x="27686" y="124714"/>
                  </a:lnTo>
                  <a:lnTo>
                    <a:pt x="57200" y="100774"/>
                  </a:lnTo>
                  <a:lnTo>
                    <a:pt x="723011" y="921258"/>
                  </a:lnTo>
                  <a:lnTo>
                    <a:pt x="752602" y="897255"/>
                  </a:lnTo>
                  <a:close/>
                </a:path>
                <a:path w="1737995" h="921385">
                  <a:moveTo>
                    <a:pt x="1737741" y="81026"/>
                  </a:moveTo>
                  <a:lnTo>
                    <a:pt x="1707642" y="57658"/>
                  </a:lnTo>
                  <a:lnTo>
                    <a:pt x="1128445" y="806932"/>
                  </a:lnTo>
                  <a:lnTo>
                    <a:pt x="1098296" y="783590"/>
                  </a:lnTo>
                  <a:lnTo>
                    <a:pt x="1073658" y="908939"/>
                  </a:lnTo>
                  <a:lnTo>
                    <a:pt x="1188720" y="853567"/>
                  </a:lnTo>
                  <a:lnTo>
                    <a:pt x="1178052" y="845312"/>
                  </a:lnTo>
                  <a:lnTo>
                    <a:pt x="1158582" y="830249"/>
                  </a:lnTo>
                  <a:lnTo>
                    <a:pt x="1737741" y="810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07838" y="27713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5094" y="3743705"/>
            <a:ext cx="43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4796" y="3743705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7673" y="2301073"/>
            <a:ext cx="513080" cy="10744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185"/>
              </a:spcBef>
            </a:pPr>
            <a:r>
              <a:rPr sz="2800" spc="-50" dirty="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1441" y="2301073"/>
            <a:ext cx="513080" cy="10744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185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891" y="4191713"/>
            <a:ext cx="654685" cy="89026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6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50" dirty="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34556" y="2526792"/>
            <a:ext cx="2887345" cy="881380"/>
          </a:xfrm>
          <a:custGeom>
            <a:avLst/>
            <a:gdLst/>
            <a:ahLst/>
            <a:cxnLst/>
            <a:rect l="l" t="t" r="r" b="b"/>
            <a:pathLst>
              <a:path w="2887345" h="881379">
                <a:moveTo>
                  <a:pt x="2887218" y="0"/>
                </a:moveTo>
                <a:lnTo>
                  <a:pt x="0" y="0"/>
                </a:lnTo>
                <a:lnTo>
                  <a:pt x="0" y="589788"/>
                </a:lnTo>
                <a:lnTo>
                  <a:pt x="481202" y="589788"/>
                </a:lnTo>
                <a:lnTo>
                  <a:pt x="445262" y="881380"/>
                </a:lnTo>
                <a:lnTo>
                  <a:pt x="1202944" y="589788"/>
                </a:lnTo>
                <a:lnTo>
                  <a:pt x="2887218" y="589788"/>
                </a:lnTo>
                <a:lnTo>
                  <a:pt x="2887218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91857" y="2558033"/>
            <a:ext cx="23736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最终松弛到</a:t>
            </a:r>
            <a:r>
              <a:rPr sz="2800" spc="-25" dirty="0">
                <a:solidFill>
                  <a:srgbClr val="FFFFFF"/>
                </a:solidFill>
                <a:latin typeface="Cambria Math"/>
                <a:cs typeface="Cambria Math"/>
              </a:rPr>
              <a:t>−∞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76771CC6-51C0-E74B-9B3B-42C860241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54098"/>
            <a:ext cx="7354570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5" dirty="0">
                <a:latin typeface="宋体"/>
                <a:cs typeface="宋体"/>
              </a:rPr>
              <a:t>图中存在负权边时，是否存在单源最短路径?</a:t>
            </a:r>
            <a:endParaRPr sz="280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如果源点</a:t>
            </a:r>
            <a:r>
              <a:rPr sz="2400" spc="-10" dirty="0">
                <a:latin typeface="Cambria Math"/>
                <a:cs typeface="Cambria Math"/>
              </a:rPr>
              <a:t>𝒔</a:t>
            </a:r>
            <a:r>
              <a:rPr sz="2400" dirty="0">
                <a:latin typeface="宋体"/>
                <a:cs typeface="宋体"/>
              </a:rPr>
              <a:t>可达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负环</a:t>
            </a:r>
            <a:r>
              <a:rPr sz="2400" spc="-5" dirty="0">
                <a:latin typeface="宋体"/>
                <a:cs typeface="宋体"/>
              </a:rPr>
              <a:t>，则难以定义最短路径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70426" y="2942844"/>
            <a:ext cx="2404110" cy="1758314"/>
            <a:chOff x="4170426" y="2942844"/>
            <a:chExt cx="2404110" cy="1758314"/>
          </a:xfrm>
        </p:grpSpPr>
        <p:sp>
          <p:nvSpPr>
            <p:cNvPr id="5" name="object 5"/>
            <p:cNvSpPr/>
            <p:nvPr/>
          </p:nvSpPr>
          <p:spPr>
            <a:xfrm>
              <a:off x="4189476" y="2961894"/>
              <a:ext cx="2366010" cy="474980"/>
            </a:xfrm>
            <a:custGeom>
              <a:avLst/>
              <a:gdLst/>
              <a:ahLst/>
              <a:cxnLst/>
              <a:rect l="l" t="t" r="r" b="b"/>
              <a:pathLst>
                <a:path w="2366009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  <a:path w="2366009" h="474979">
                  <a:moveTo>
                    <a:pt x="1890522" y="237362"/>
                  </a:moveTo>
                  <a:lnTo>
                    <a:pt x="1895351" y="189534"/>
                  </a:lnTo>
                  <a:lnTo>
                    <a:pt x="1909202" y="144982"/>
                  </a:lnTo>
                  <a:lnTo>
                    <a:pt x="1931120" y="104663"/>
                  </a:lnTo>
                  <a:lnTo>
                    <a:pt x="1960149" y="69532"/>
                  </a:lnTo>
                  <a:lnTo>
                    <a:pt x="1995334" y="40545"/>
                  </a:lnTo>
                  <a:lnTo>
                    <a:pt x="2035718" y="18657"/>
                  </a:lnTo>
                  <a:lnTo>
                    <a:pt x="2080347" y="4823"/>
                  </a:lnTo>
                  <a:lnTo>
                    <a:pt x="2128266" y="0"/>
                  </a:lnTo>
                  <a:lnTo>
                    <a:pt x="2176184" y="4823"/>
                  </a:lnTo>
                  <a:lnTo>
                    <a:pt x="2220813" y="18657"/>
                  </a:lnTo>
                  <a:lnTo>
                    <a:pt x="2261197" y="40545"/>
                  </a:lnTo>
                  <a:lnTo>
                    <a:pt x="2296382" y="69532"/>
                  </a:lnTo>
                  <a:lnTo>
                    <a:pt x="2325411" y="104663"/>
                  </a:lnTo>
                  <a:lnTo>
                    <a:pt x="2347329" y="144982"/>
                  </a:lnTo>
                  <a:lnTo>
                    <a:pt x="2361180" y="189534"/>
                  </a:lnTo>
                  <a:lnTo>
                    <a:pt x="2366009" y="237362"/>
                  </a:lnTo>
                  <a:lnTo>
                    <a:pt x="2361180" y="285191"/>
                  </a:lnTo>
                  <a:lnTo>
                    <a:pt x="2347329" y="329743"/>
                  </a:lnTo>
                  <a:lnTo>
                    <a:pt x="2325411" y="370062"/>
                  </a:lnTo>
                  <a:lnTo>
                    <a:pt x="2296382" y="405193"/>
                  </a:lnTo>
                  <a:lnTo>
                    <a:pt x="2261197" y="434180"/>
                  </a:lnTo>
                  <a:lnTo>
                    <a:pt x="2220813" y="456068"/>
                  </a:lnTo>
                  <a:lnTo>
                    <a:pt x="2176184" y="469902"/>
                  </a:lnTo>
                  <a:lnTo>
                    <a:pt x="2128266" y="474725"/>
                  </a:lnTo>
                  <a:lnTo>
                    <a:pt x="2080347" y="469902"/>
                  </a:lnTo>
                  <a:lnTo>
                    <a:pt x="2035718" y="456068"/>
                  </a:lnTo>
                  <a:lnTo>
                    <a:pt x="1995334" y="434180"/>
                  </a:lnTo>
                  <a:lnTo>
                    <a:pt x="1960149" y="405193"/>
                  </a:lnTo>
                  <a:lnTo>
                    <a:pt x="1931120" y="370062"/>
                  </a:lnTo>
                  <a:lnTo>
                    <a:pt x="1909202" y="329743"/>
                  </a:lnTo>
                  <a:lnTo>
                    <a:pt x="1895351" y="285191"/>
                  </a:lnTo>
                  <a:lnTo>
                    <a:pt x="1890522" y="23736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64964" y="3141726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63134" y="420624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3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3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94860" y="3367277"/>
              <a:ext cx="1737995" cy="921385"/>
            </a:xfrm>
            <a:custGeom>
              <a:avLst/>
              <a:gdLst/>
              <a:ahLst/>
              <a:cxnLst/>
              <a:rect l="l" t="t" r="r" b="b"/>
              <a:pathLst>
                <a:path w="1737995" h="921385">
                  <a:moveTo>
                    <a:pt x="752602" y="897255"/>
                  </a:moveTo>
                  <a:lnTo>
                    <a:pt x="86791" y="76771"/>
                  </a:lnTo>
                  <a:lnTo>
                    <a:pt x="105029" y="61976"/>
                  </a:lnTo>
                  <a:lnTo>
                    <a:pt x="116459" y="52705"/>
                  </a:lnTo>
                  <a:lnTo>
                    <a:pt x="0" y="0"/>
                  </a:lnTo>
                  <a:lnTo>
                    <a:pt x="27686" y="124714"/>
                  </a:lnTo>
                  <a:lnTo>
                    <a:pt x="57200" y="100774"/>
                  </a:lnTo>
                  <a:lnTo>
                    <a:pt x="723011" y="921258"/>
                  </a:lnTo>
                  <a:lnTo>
                    <a:pt x="752602" y="897255"/>
                  </a:lnTo>
                  <a:close/>
                </a:path>
                <a:path w="1737995" h="921385">
                  <a:moveTo>
                    <a:pt x="1737741" y="81026"/>
                  </a:moveTo>
                  <a:lnTo>
                    <a:pt x="1707642" y="57658"/>
                  </a:lnTo>
                  <a:lnTo>
                    <a:pt x="1128445" y="806932"/>
                  </a:lnTo>
                  <a:lnTo>
                    <a:pt x="1098296" y="783590"/>
                  </a:lnTo>
                  <a:lnTo>
                    <a:pt x="1073658" y="908939"/>
                  </a:lnTo>
                  <a:lnTo>
                    <a:pt x="1188720" y="853567"/>
                  </a:lnTo>
                  <a:lnTo>
                    <a:pt x="1178052" y="845312"/>
                  </a:lnTo>
                  <a:lnTo>
                    <a:pt x="1158582" y="830249"/>
                  </a:lnTo>
                  <a:lnTo>
                    <a:pt x="1737741" y="810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07838" y="27713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5094" y="3743705"/>
            <a:ext cx="43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4796" y="3743705"/>
            <a:ext cx="2082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7673" y="2301073"/>
            <a:ext cx="513080" cy="10744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185"/>
              </a:spcBef>
            </a:pPr>
            <a:r>
              <a:rPr sz="2800" spc="-50" dirty="0">
                <a:latin typeface="Cambria Math"/>
                <a:cs typeface="Cambria Math"/>
              </a:rPr>
              <a:t>𝒂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1441" y="2301073"/>
            <a:ext cx="513080" cy="10744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185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891" y="4191713"/>
            <a:ext cx="654685" cy="89026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60"/>
              </a:spcBef>
            </a:pPr>
            <a:r>
              <a:rPr sz="2400" spc="-25" dirty="0">
                <a:latin typeface="Cambria Math"/>
                <a:cs typeface="Cambria Math"/>
              </a:rPr>
              <a:t>−∞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50" dirty="0">
                <a:latin typeface="Cambria Math"/>
                <a:cs typeface="Cambria Math"/>
              </a:rPr>
              <a:t>𝒃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3757" y="5852159"/>
            <a:ext cx="844486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1915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645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若源点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𝒔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无可达负环，则存在源点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𝒔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的单源最短路径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34556" y="2526792"/>
            <a:ext cx="2887345" cy="881380"/>
          </a:xfrm>
          <a:custGeom>
            <a:avLst/>
            <a:gdLst/>
            <a:ahLst/>
            <a:cxnLst/>
            <a:rect l="l" t="t" r="r" b="b"/>
            <a:pathLst>
              <a:path w="2887345" h="881379">
                <a:moveTo>
                  <a:pt x="2887218" y="0"/>
                </a:moveTo>
                <a:lnTo>
                  <a:pt x="0" y="0"/>
                </a:lnTo>
                <a:lnTo>
                  <a:pt x="0" y="589788"/>
                </a:lnTo>
                <a:lnTo>
                  <a:pt x="481202" y="589788"/>
                </a:lnTo>
                <a:lnTo>
                  <a:pt x="445262" y="881380"/>
                </a:lnTo>
                <a:lnTo>
                  <a:pt x="1202944" y="589788"/>
                </a:lnTo>
                <a:lnTo>
                  <a:pt x="2887218" y="589788"/>
                </a:lnTo>
                <a:lnTo>
                  <a:pt x="2887218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991857" y="2558033"/>
            <a:ext cx="23736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最终松弛到</a:t>
            </a:r>
            <a:r>
              <a:rPr sz="2800" spc="-25" dirty="0">
                <a:solidFill>
                  <a:srgbClr val="FFFFFF"/>
                </a:solidFill>
                <a:latin typeface="Cambria Math"/>
                <a:cs typeface="Cambria Math"/>
              </a:rPr>
              <a:t>−∞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3D879842-94DC-AA47-992B-DF5E2D0EE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620" y="284979"/>
            <a:ext cx="206704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9061" y="232896"/>
            <a:ext cx="203232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</a:p>
        </p:txBody>
      </p:sp>
      <p:sp>
        <p:nvSpPr>
          <p:cNvPr id="3" name="object 3"/>
          <p:cNvSpPr/>
          <p:nvPr/>
        </p:nvSpPr>
        <p:spPr>
          <a:xfrm>
            <a:off x="2145792" y="1133855"/>
            <a:ext cx="2938780" cy="445770"/>
          </a:xfrm>
          <a:custGeom>
            <a:avLst/>
            <a:gdLst/>
            <a:ahLst/>
            <a:cxnLst/>
            <a:rect l="l" t="t" r="r" b="b"/>
            <a:pathLst>
              <a:path w="2938779" h="445769">
                <a:moveTo>
                  <a:pt x="2826893" y="0"/>
                </a:moveTo>
                <a:lnTo>
                  <a:pt x="111378" y="0"/>
                </a:lnTo>
                <a:lnTo>
                  <a:pt x="0" y="445770"/>
                </a:lnTo>
                <a:lnTo>
                  <a:pt x="2938272" y="445770"/>
                </a:lnTo>
                <a:lnTo>
                  <a:pt x="28268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82773" y="1117600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单源最短路径问题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6222" y="1579625"/>
            <a:ext cx="8639810" cy="328739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Single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Source</a:t>
            </a:r>
            <a:r>
              <a:rPr sz="2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Shortest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Paths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Problem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入</a:t>
            </a:r>
            <a:endParaRPr sz="2000">
              <a:latin typeface="宋体"/>
              <a:cs typeface="宋体"/>
            </a:endParaRPr>
          </a:p>
          <a:p>
            <a:pPr marL="377190" indent="-286385">
              <a:lnSpc>
                <a:spcPts val="2395"/>
              </a:lnSpc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10" dirty="0">
                <a:latin typeface="宋体"/>
                <a:cs typeface="宋体"/>
              </a:rPr>
              <a:t>带权图</a:t>
            </a:r>
            <a:r>
              <a:rPr sz="2000" dirty="0">
                <a:latin typeface="Cambria Math"/>
                <a:cs typeface="Cambria Math"/>
              </a:rPr>
              <a:t>𝑮</a:t>
            </a:r>
            <a:r>
              <a:rPr sz="2000" spc="55" dirty="0">
                <a:latin typeface="Cambria Math"/>
                <a:cs typeface="Cambria Math"/>
              </a:rPr>
              <a:t> =&lt; </a:t>
            </a:r>
            <a:r>
              <a:rPr sz="2000" dirty="0">
                <a:latin typeface="Cambria Math"/>
                <a:cs typeface="Cambria Math"/>
              </a:rPr>
              <a:t>𝑽,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𝑬,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𝑾</a:t>
            </a:r>
            <a:r>
              <a:rPr sz="2000" spc="30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377190" indent="-286385">
              <a:lnSpc>
                <a:spcPts val="2395"/>
              </a:lnSpc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20" dirty="0">
                <a:latin typeface="宋体"/>
                <a:cs typeface="宋体"/>
              </a:rPr>
              <a:t>源点编号</a:t>
            </a:r>
            <a:r>
              <a:rPr sz="2000" spc="-50" dirty="0">
                <a:latin typeface="Cambria Math"/>
                <a:cs typeface="Cambria Math"/>
              </a:rPr>
              <a:t>𝒔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45792" y="1133855"/>
            <a:ext cx="2938780" cy="445770"/>
          </a:xfrm>
          <a:custGeom>
            <a:avLst/>
            <a:gdLst/>
            <a:ahLst/>
            <a:cxnLst/>
            <a:rect l="l" t="t" r="r" b="b"/>
            <a:pathLst>
              <a:path w="2938779" h="445769">
                <a:moveTo>
                  <a:pt x="2826893" y="0"/>
                </a:moveTo>
                <a:lnTo>
                  <a:pt x="111378" y="0"/>
                </a:lnTo>
                <a:lnTo>
                  <a:pt x="0" y="445770"/>
                </a:lnTo>
                <a:lnTo>
                  <a:pt x="2938272" y="445770"/>
                </a:lnTo>
                <a:lnTo>
                  <a:pt x="28268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82773" y="1117600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单源最短路径问题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6222" y="1579625"/>
            <a:ext cx="8639810" cy="328739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Single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Source</a:t>
            </a:r>
            <a:r>
              <a:rPr sz="2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Shortest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Paths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Problem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入</a:t>
            </a:r>
            <a:endParaRPr sz="2000">
              <a:latin typeface="宋体"/>
              <a:cs typeface="宋体"/>
            </a:endParaRPr>
          </a:p>
          <a:p>
            <a:pPr marL="377190" indent="-286385">
              <a:lnSpc>
                <a:spcPts val="2395"/>
              </a:lnSpc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10" dirty="0">
                <a:latin typeface="宋体"/>
                <a:cs typeface="宋体"/>
              </a:rPr>
              <a:t>带权图</a:t>
            </a:r>
            <a:r>
              <a:rPr sz="2000" dirty="0">
                <a:latin typeface="Cambria Math"/>
                <a:cs typeface="Cambria Math"/>
              </a:rPr>
              <a:t>𝑮</a:t>
            </a:r>
            <a:r>
              <a:rPr sz="2000" spc="55" dirty="0">
                <a:latin typeface="Cambria Math"/>
                <a:cs typeface="Cambria Math"/>
              </a:rPr>
              <a:t> =&lt; </a:t>
            </a:r>
            <a:r>
              <a:rPr sz="2000" dirty="0">
                <a:latin typeface="Cambria Math"/>
                <a:cs typeface="Cambria Math"/>
              </a:rPr>
              <a:t>𝑽,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𝑬,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𝑾</a:t>
            </a:r>
            <a:r>
              <a:rPr sz="2000" spc="30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377190" indent="-286385">
              <a:lnSpc>
                <a:spcPts val="2395"/>
              </a:lnSpc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20" dirty="0">
                <a:latin typeface="宋体"/>
                <a:cs typeface="宋体"/>
              </a:rPr>
              <a:t>源点编号</a:t>
            </a:r>
            <a:r>
              <a:rPr sz="2000" spc="-50" dirty="0">
                <a:latin typeface="Cambria Math"/>
                <a:cs typeface="Cambria Math"/>
              </a:rPr>
              <a:t>𝒔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000">
              <a:latin typeface="Cambria Math"/>
              <a:cs typeface="Cambria Math"/>
            </a:endParaRPr>
          </a:p>
          <a:p>
            <a:pPr marL="90805">
              <a:lnSpc>
                <a:spcPct val="100000"/>
              </a:lnSpc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出</a:t>
            </a:r>
            <a:endParaRPr sz="2000">
              <a:latin typeface="宋体"/>
              <a:cs typeface="宋体"/>
            </a:endParaRPr>
          </a:p>
          <a:p>
            <a:pPr marL="434340" indent="-3435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到所有其他顶点</a:t>
            </a:r>
            <a:r>
              <a:rPr sz="2000" spc="-10" dirty="0">
                <a:latin typeface="Cambria Math"/>
                <a:cs typeface="Cambria Math"/>
              </a:rPr>
              <a:t>𝒕</a:t>
            </a:r>
            <a:r>
              <a:rPr sz="2000" spc="-20" dirty="0">
                <a:latin typeface="宋体"/>
                <a:cs typeface="宋体"/>
              </a:rPr>
              <a:t>的</a:t>
            </a:r>
            <a:r>
              <a:rPr sz="2000" spc="-20" dirty="0">
                <a:solidFill>
                  <a:srgbClr val="FF0000"/>
                </a:solidFill>
                <a:latin typeface="宋体"/>
                <a:cs typeface="宋体"/>
              </a:rPr>
              <a:t>最短距</a:t>
            </a:r>
            <a:r>
              <a:rPr sz="2000" spc="-25" dirty="0">
                <a:solidFill>
                  <a:srgbClr val="FF0000"/>
                </a:solidFill>
                <a:latin typeface="宋体"/>
                <a:cs typeface="宋体"/>
              </a:rPr>
              <a:t>离</a:t>
            </a:r>
            <a:r>
              <a:rPr sz="2000" spc="-10" dirty="0">
                <a:latin typeface="Cambria Math"/>
                <a:cs typeface="Cambria Math"/>
              </a:rPr>
              <a:t>𝜹(𝒔</a:t>
            </a:r>
            <a:r>
              <a:rPr sz="2000" spc="-65" dirty="0">
                <a:latin typeface="Cambria Math"/>
                <a:cs typeface="Cambria Math"/>
              </a:rPr>
              <a:t>, </a:t>
            </a:r>
            <a:r>
              <a:rPr sz="2000" spc="-20" dirty="0">
                <a:latin typeface="Cambria Math"/>
                <a:cs typeface="Cambria Math"/>
              </a:rPr>
              <a:t>𝒕)</a:t>
            </a:r>
            <a:r>
              <a:rPr sz="2000" spc="-20" dirty="0">
                <a:latin typeface="宋体"/>
                <a:cs typeface="宋体"/>
              </a:rPr>
              <a:t>和</a:t>
            </a:r>
            <a:r>
              <a:rPr sz="2000" spc="-20" dirty="0">
                <a:solidFill>
                  <a:srgbClr val="FF0000"/>
                </a:solidFill>
                <a:latin typeface="宋体"/>
                <a:cs typeface="宋体"/>
              </a:rPr>
              <a:t>最短路径</a:t>
            </a:r>
            <a:r>
              <a:rPr sz="2000" spc="60" dirty="0">
                <a:latin typeface="Cambria Math"/>
                <a:cs typeface="Cambria Math"/>
              </a:rPr>
              <a:t>&lt; </a:t>
            </a:r>
            <a:r>
              <a:rPr sz="2000" spc="-10" dirty="0">
                <a:latin typeface="Cambria Math"/>
                <a:cs typeface="Cambria Math"/>
              </a:rPr>
              <a:t>𝒔</a:t>
            </a:r>
            <a:r>
              <a:rPr sz="2000" spc="-65" dirty="0">
                <a:latin typeface="Cambria Math"/>
                <a:cs typeface="Cambria Math"/>
              </a:rPr>
              <a:t>, … , </a:t>
            </a:r>
            <a:r>
              <a:rPr sz="2000" dirty="0">
                <a:latin typeface="Cambria Math"/>
                <a:cs typeface="Cambria Math"/>
              </a:rPr>
              <a:t>𝒕</a:t>
            </a:r>
            <a:r>
              <a:rPr sz="2000" spc="35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或存在源点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可达的负</a:t>
            </a:r>
            <a:r>
              <a:rPr sz="2000" spc="-50" dirty="0">
                <a:latin typeface="宋体"/>
                <a:cs typeface="宋体"/>
              </a:rPr>
              <a:t>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7E25688B-BCF8-0140-96C6-E4C3349C0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9061" y="232896"/>
            <a:ext cx="203232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45792" y="1133855"/>
            <a:ext cx="2938780" cy="445770"/>
          </a:xfrm>
          <a:custGeom>
            <a:avLst/>
            <a:gdLst/>
            <a:ahLst/>
            <a:cxnLst/>
            <a:rect l="l" t="t" r="r" b="b"/>
            <a:pathLst>
              <a:path w="2938779" h="445769">
                <a:moveTo>
                  <a:pt x="2826893" y="0"/>
                </a:moveTo>
                <a:lnTo>
                  <a:pt x="111378" y="0"/>
                </a:lnTo>
                <a:lnTo>
                  <a:pt x="0" y="445770"/>
                </a:lnTo>
                <a:lnTo>
                  <a:pt x="2938272" y="445770"/>
                </a:lnTo>
                <a:lnTo>
                  <a:pt x="28268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82773" y="1117600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单源最短路径问题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6222" y="1579625"/>
            <a:ext cx="8639810" cy="328739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Single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Source</a:t>
            </a:r>
            <a:r>
              <a:rPr sz="2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Shortest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Paths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Problem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入</a:t>
            </a:r>
            <a:endParaRPr sz="2000">
              <a:latin typeface="宋体"/>
              <a:cs typeface="宋体"/>
            </a:endParaRPr>
          </a:p>
          <a:p>
            <a:pPr marL="377190" indent="-286385">
              <a:lnSpc>
                <a:spcPts val="2395"/>
              </a:lnSpc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10" dirty="0">
                <a:latin typeface="宋体"/>
                <a:cs typeface="宋体"/>
              </a:rPr>
              <a:t>带权图</a:t>
            </a:r>
            <a:r>
              <a:rPr sz="2000" dirty="0">
                <a:latin typeface="Cambria Math"/>
                <a:cs typeface="Cambria Math"/>
              </a:rPr>
              <a:t>𝑮</a:t>
            </a:r>
            <a:r>
              <a:rPr sz="2000" spc="55" dirty="0">
                <a:latin typeface="Cambria Math"/>
                <a:cs typeface="Cambria Math"/>
              </a:rPr>
              <a:t> =&lt; </a:t>
            </a:r>
            <a:r>
              <a:rPr sz="2000" dirty="0">
                <a:latin typeface="Cambria Math"/>
                <a:cs typeface="Cambria Math"/>
              </a:rPr>
              <a:t>𝑽,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𝑬,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𝑾</a:t>
            </a:r>
            <a:r>
              <a:rPr sz="2000" spc="30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377190" indent="-286385">
              <a:lnSpc>
                <a:spcPts val="2395"/>
              </a:lnSpc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20" dirty="0">
                <a:latin typeface="宋体"/>
                <a:cs typeface="宋体"/>
              </a:rPr>
              <a:t>源点编号</a:t>
            </a:r>
            <a:r>
              <a:rPr sz="2000" spc="-50" dirty="0">
                <a:latin typeface="Cambria Math"/>
                <a:cs typeface="Cambria Math"/>
              </a:rPr>
              <a:t>𝒔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000">
              <a:latin typeface="Cambria Math"/>
              <a:cs typeface="Cambria Math"/>
            </a:endParaRPr>
          </a:p>
          <a:p>
            <a:pPr marL="90805">
              <a:lnSpc>
                <a:spcPct val="100000"/>
              </a:lnSpc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出</a:t>
            </a:r>
            <a:endParaRPr sz="2000">
              <a:latin typeface="宋体"/>
              <a:cs typeface="宋体"/>
            </a:endParaRPr>
          </a:p>
          <a:p>
            <a:pPr marL="434340" indent="-3435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到所有其他顶点</a:t>
            </a:r>
            <a:r>
              <a:rPr sz="2000" spc="-10" dirty="0">
                <a:latin typeface="Cambria Math"/>
                <a:cs typeface="Cambria Math"/>
              </a:rPr>
              <a:t>𝒕</a:t>
            </a:r>
            <a:r>
              <a:rPr sz="2000" spc="-20" dirty="0">
                <a:latin typeface="宋体"/>
                <a:cs typeface="宋体"/>
              </a:rPr>
              <a:t>的最短距离</a:t>
            </a:r>
            <a:r>
              <a:rPr sz="2000" spc="-10" dirty="0">
                <a:latin typeface="Cambria Math"/>
                <a:cs typeface="Cambria Math"/>
              </a:rPr>
              <a:t>𝜹(𝒔</a:t>
            </a:r>
            <a:r>
              <a:rPr sz="2000" spc="-65" dirty="0">
                <a:latin typeface="Cambria Math"/>
                <a:cs typeface="Cambria Math"/>
              </a:rPr>
              <a:t>, </a:t>
            </a:r>
            <a:r>
              <a:rPr sz="2000" spc="-20" dirty="0">
                <a:latin typeface="Cambria Math"/>
                <a:cs typeface="Cambria Math"/>
              </a:rPr>
              <a:t>𝒕)</a:t>
            </a:r>
            <a:r>
              <a:rPr sz="2000" spc="-20" dirty="0">
                <a:latin typeface="宋体"/>
                <a:cs typeface="宋体"/>
              </a:rPr>
              <a:t>和最短路径</a:t>
            </a:r>
            <a:r>
              <a:rPr sz="2000" spc="60" dirty="0">
                <a:latin typeface="Cambria Math"/>
                <a:cs typeface="Cambria Math"/>
              </a:rPr>
              <a:t>&lt; </a:t>
            </a:r>
            <a:r>
              <a:rPr sz="2000" spc="-10" dirty="0">
                <a:latin typeface="Cambria Math"/>
                <a:cs typeface="Cambria Math"/>
              </a:rPr>
              <a:t>𝒔</a:t>
            </a:r>
            <a:r>
              <a:rPr sz="2000" spc="-65" dirty="0">
                <a:latin typeface="Cambria Math"/>
                <a:cs typeface="Cambria Math"/>
              </a:rPr>
              <a:t>, … , </a:t>
            </a:r>
            <a:r>
              <a:rPr sz="2000" dirty="0">
                <a:latin typeface="Cambria Math"/>
                <a:cs typeface="Cambria Math"/>
              </a:rPr>
              <a:t>𝒕</a:t>
            </a:r>
            <a:r>
              <a:rPr sz="2000" spc="35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或存在源点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可达的负</a:t>
            </a:r>
            <a:r>
              <a:rPr sz="2000" spc="-50" dirty="0">
                <a:latin typeface="宋体"/>
                <a:cs typeface="宋体"/>
              </a:rPr>
              <a:t>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2080" y="5132832"/>
            <a:ext cx="9387840" cy="6451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565"/>
              </a:spcBef>
            </a:pPr>
            <a:r>
              <a:rPr sz="2800" dirty="0">
                <a:latin typeface="宋体"/>
                <a:cs typeface="宋体"/>
              </a:rPr>
              <a:t>挑战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dirty="0">
                <a:latin typeface="宋体"/>
                <a:cs typeface="宋体"/>
              </a:rPr>
              <a:t>：图中存在负权边时，如何求解单源最短路径?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5EBE8704-8D8A-404F-9D71-D781E4D65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9061" y="232896"/>
            <a:ext cx="203232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45792" y="1133855"/>
            <a:ext cx="2938780" cy="445770"/>
          </a:xfrm>
          <a:custGeom>
            <a:avLst/>
            <a:gdLst/>
            <a:ahLst/>
            <a:cxnLst/>
            <a:rect l="l" t="t" r="r" b="b"/>
            <a:pathLst>
              <a:path w="2938779" h="445769">
                <a:moveTo>
                  <a:pt x="2826893" y="0"/>
                </a:moveTo>
                <a:lnTo>
                  <a:pt x="111378" y="0"/>
                </a:lnTo>
                <a:lnTo>
                  <a:pt x="0" y="445770"/>
                </a:lnTo>
                <a:lnTo>
                  <a:pt x="2938272" y="445770"/>
                </a:lnTo>
                <a:lnTo>
                  <a:pt x="28268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82773" y="1117600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宋体"/>
                <a:cs typeface="宋体"/>
              </a:rPr>
              <a:t>单源最短路径问题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6222" y="1579625"/>
            <a:ext cx="8639810" cy="328739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Single</a:t>
            </a:r>
            <a:r>
              <a:rPr sz="2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Source</a:t>
            </a:r>
            <a:r>
              <a:rPr sz="2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Shortest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Paths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Problem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入</a:t>
            </a:r>
            <a:endParaRPr sz="2000">
              <a:latin typeface="宋体"/>
              <a:cs typeface="宋体"/>
            </a:endParaRPr>
          </a:p>
          <a:p>
            <a:pPr marL="377190" indent="-286385">
              <a:lnSpc>
                <a:spcPts val="2395"/>
              </a:lnSpc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10" dirty="0">
                <a:latin typeface="宋体"/>
                <a:cs typeface="宋体"/>
              </a:rPr>
              <a:t>带权图</a:t>
            </a:r>
            <a:r>
              <a:rPr sz="2000" dirty="0">
                <a:latin typeface="Cambria Math"/>
                <a:cs typeface="Cambria Math"/>
              </a:rPr>
              <a:t>𝑮</a:t>
            </a:r>
            <a:r>
              <a:rPr sz="2000" spc="55" dirty="0">
                <a:latin typeface="Cambria Math"/>
                <a:cs typeface="Cambria Math"/>
              </a:rPr>
              <a:t> =&lt; </a:t>
            </a:r>
            <a:r>
              <a:rPr sz="2000" dirty="0">
                <a:latin typeface="Cambria Math"/>
                <a:cs typeface="Cambria Math"/>
              </a:rPr>
              <a:t>𝑽,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𝑬,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𝑾</a:t>
            </a:r>
            <a:r>
              <a:rPr sz="2000" spc="30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377190" indent="-286385">
              <a:lnSpc>
                <a:spcPts val="2395"/>
              </a:lnSpc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20" dirty="0">
                <a:latin typeface="宋体"/>
                <a:cs typeface="宋体"/>
              </a:rPr>
              <a:t>源点编号</a:t>
            </a:r>
            <a:r>
              <a:rPr sz="2000" spc="-50" dirty="0">
                <a:latin typeface="Cambria Math"/>
                <a:cs typeface="Cambria Math"/>
              </a:rPr>
              <a:t>𝒔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000">
              <a:latin typeface="Cambria Math"/>
              <a:cs typeface="Cambria Math"/>
            </a:endParaRPr>
          </a:p>
          <a:p>
            <a:pPr marL="90805">
              <a:lnSpc>
                <a:spcPct val="100000"/>
              </a:lnSpc>
            </a:pPr>
            <a:r>
              <a:rPr sz="2000" spc="-20" dirty="0">
                <a:solidFill>
                  <a:srgbClr val="006FC0"/>
                </a:solidFill>
                <a:latin typeface="宋体"/>
                <a:cs typeface="宋体"/>
              </a:rPr>
              <a:t>输</a:t>
            </a:r>
            <a:r>
              <a:rPr sz="2000" spc="-50" dirty="0">
                <a:solidFill>
                  <a:srgbClr val="006FC0"/>
                </a:solidFill>
                <a:latin typeface="宋体"/>
                <a:cs typeface="宋体"/>
              </a:rPr>
              <a:t>出</a:t>
            </a:r>
            <a:endParaRPr sz="2000">
              <a:latin typeface="宋体"/>
              <a:cs typeface="宋体"/>
            </a:endParaRPr>
          </a:p>
          <a:p>
            <a:pPr marL="434340" indent="-3435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到所有其他顶点</a:t>
            </a:r>
            <a:r>
              <a:rPr sz="2000" spc="-10" dirty="0">
                <a:latin typeface="Cambria Math"/>
                <a:cs typeface="Cambria Math"/>
              </a:rPr>
              <a:t>𝒕</a:t>
            </a:r>
            <a:r>
              <a:rPr sz="2000" spc="-20" dirty="0">
                <a:latin typeface="宋体"/>
                <a:cs typeface="宋体"/>
              </a:rPr>
              <a:t>的最短距离</a:t>
            </a:r>
            <a:r>
              <a:rPr sz="2000" spc="-10" dirty="0">
                <a:latin typeface="Cambria Math"/>
                <a:cs typeface="Cambria Math"/>
              </a:rPr>
              <a:t>𝜹(𝒔</a:t>
            </a:r>
            <a:r>
              <a:rPr sz="2000" spc="-65" dirty="0">
                <a:latin typeface="Cambria Math"/>
                <a:cs typeface="Cambria Math"/>
              </a:rPr>
              <a:t>, </a:t>
            </a:r>
            <a:r>
              <a:rPr sz="2000" spc="-20" dirty="0">
                <a:latin typeface="Cambria Math"/>
                <a:cs typeface="Cambria Math"/>
              </a:rPr>
              <a:t>𝒕)</a:t>
            </a:r>
            <a:r>
              <a:rPr sz="2000" spc="-20" dirty="0">
                <a:latin typeface="宋体"/>
                <a:cs typeface="宋体"/>
              </a:rPr>
              <a:t>和最短路径</a:t>
            </a:r>
            <a:r>
              <a:rPr sz="2000" spc="60" dirty="0">
                <a:latin typeface="Cambria Math"/>
                <a:cs typeface="Cambria Math"/>
              </a:rPr>
              <a:t>&lt; </a:t>
            </a:r>
            <a:r>
              <a:rPr sz="2000" spc="-10" dirty="0">
                <a:latin typeface="Cambria Math"/>
                <a:cs typeface="Cambria Math"/>
              </a:rPr>
              <a:t>𝒔</a:t>
            </a:r>
            <a:r>
              <a:rPr sz="2000" spc="-65" dirty="0">
                <a:latin typeface="Cambria Math"/>
                <a:cs typeface="Cambria Math"/>
              </a:rPr>
              <a:t>, … , </a:t>
            </a:r>
            <a:r>
              <a:rPr sz="2000" dirty="0">
                <a:latin typeface="Cambria Math"/>
                <a:cs typeface="Cambria Math"/>
              </a:rPr>
              <a:t>𝒕</a:t>
            </a:r>
            <a:r>
              <a:rPr sz="2000" spc="35" dirty="0">
                <a:latin typeface="Cambria Math"/>
                <a:cs typeface="Cambria Math"/>
              </a:rPr>
              <a:t> &gt;</a:t>
            </a:r>
            <a:endParaRPr sz="2000">
              <a:latin typeface="Cambria Math"/>
              <a:cs typeface="Cambria Math"/>
            </a:endParaRPr>
          </a:p>
          <a:p>
            <a:pPr marL="434340" indent="-34353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 dirty="0">
                <a:latin typeface="宋体"/>
                <a:cs typeface="宋体"/>
              </a:rPr>
              <a:t>或存在源点</a:t>
            </a:r>
            <a:r>
              <a:rPr sz="2000" spc="-25" dirty="0">
                <a:latin typeface="Cambria Math"/>
                <a:cs typeface="Cambria Math"/>
              </a:rPr>
              <a:t>𝒔</a:t>
            </a:r>
            <a:r>
              <a:rPr sz="2000" spc="-20" dirty="0">
                <a:latin typeface="宋体"/>
                <a:cs typeface="宋体"/>
              </a:rPr>
              <a:t>可达的负</a:t>
            </a:r>
            <a:r>
              <a:rPr sz="2000" spc="-50" dirty="0">
                <a:latin typeface="宋体"/>
                <a:cs typeface="宋体"/>
              </a:rPr>
              <a:t>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2080" y="5132832"/>
            <a:ext cx="9387840" cy="6451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565"/>
              </a:spcBef>
            </a:pPr>
            <a:r>
              <a:rPr sz="2800" dirty="0">
                <a:latin typeface="宋体"/>
                <a:cs typeface="宋体"/>
              </a:rPr>
              <a:t>挑战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dirty="0">
                <a:latin typeface="宋体"/>
                <a:cs typeface="宋体"/>
              </a:rPr>
              <a:t>：图中存在负权边时，如何求解单源最短路径?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080" y="6011417"/>
            <a:ext cx="9387840" cy="64389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580"/>
              </a:spcBef>
            </a:pPr>
            <a:r>
              <a:rPr sz="2800" dirty="0">
                <a:latin typeface="宋体"/>
                <a:cs typeface="宋体"/>
              </a:rPr>
              <a:t>挑战</a:t>
            </a:r>
            <a:r>
              <a:rPr sz="2800" spc="-10" dirty="0">
                <a:latin typeface="Cambria Math"/>
                <a:cs typeface="Cambria Math"/>
              </a:rPr>
              <a:t>𝟐</a:t>
            </a:r>
            <a:r>
              <a:rPr sz="2800" dirty="0">
                <a:latin typeface="宋体"/>
                <a:cs typeface="宋体"/>
              </a:rPr>
              <a:t>：图中存在负权边时，如何发现源点可达负环?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35DB4D9A-830B-FA40-89E5-DAC1A8BA23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9061" y="232896"/>
            <a:ext cx="203232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937" y="1085873"/>
            <a:ext cx="73266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dirty="0">
                <a:latin typeface="宋体"/>
                <a:cs typeface="宋体"/>
              </a:rPr>
              <a:t>算法通过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松弛操作</a:t>
            </a:r>
            <a:r>
              <a:rPr sz="2800" spc="-15" dirty="0">
                <a:latin typeface="宋体"/>
                <a:cs typeface="宋体"/>
              </a:rPr>
              <a:t>迭代更新最短距离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00655" y="2521457"/>
            <a:ext cx="2057400" cy="513080"/>
            <a:chOff x="2200655" y="2521457"/>
            <a:chExt cx="2057400" cy="513080"/>
          </a:xfrm>
        </p:grpSpPr>
        <p:sp>
          <p:nvSpPr>
            <p:cNvPr id="5" name="object 5"/>
            <p:cNvSpPr/>
            <p:nvPr/>
          </p:nvSpPr>
          <p:spPr>
            <a:xfrm>
              <a:off x="2219705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9705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64280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4280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94431" y="2720339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300"/>
                  </a:lnTo>
                  <a:lnTo>
                    <a:pt x="1050417" y="76200"/>
                  </a:lnTo>
                  <a:lnTo>
                    <a:pt x="993267" y="76200"/>
                  </a:lnTo>
                  <a:lnTo>
                    <a:pt x="993267" y="38100"/>
                  </a:lnTo>
                  <a:lnTo>
                    <a:pt x="1050417" y="38100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74217" y="76200"/>
                  </a:lnTo>
                  <a:lnTo>
                    <a:pt x="974217" y="38100"/>
                  </a:lnTo>
                  <a:close/>
                </a:path>
                <a:path w="1089025" h="114300">
                  <a:moveTo>
                    <a:pt x="1050417" y="38100"/>
                  </a:moveTo>
                  <a:lnTo>
                    <a:pt x="993267" y="38100"/>
                  </a:lnTo>
                  <a:lnTo>
                    <a:pt x="993267" y="76200"/>
                  </a:lnTo>
                  <a:lnTo>
                    <a:pt x="1050417" y="76200"/>
                  </a:lnTo>
                  <a:lnTo>
                    <a:pt x="1088517" y="57150"/>
                  </a:lnTo>
                  <a:lnTo>
                    <a:pt x="1050417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01417" y="3870197"/>
            <a:ext cx="2058670" cy="513080"/>
            <a:chOff x="2201417" y="3870197"/>
            <a:chExt cx="2058670" cy="513080"/>
          </a:xfrm>
        </p:grpSpPr>
        <p:sp>
          <p:nvSpPr>
            <p:cNvPr id="11" name="object 11"/>
            <p:cNvSpPr/>
            <p:nvPr/>
          </p:nvSpPr>
          <p:spPr>
            <a:xfrm>
              <a:off x="2220467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20467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65041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65041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955" y="4075937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300"/>
                  </a:lnTo>
                  <a:lnTo>
                    <a:pt x="1046098" y="76200"/>
                  </a:lnTo>
                  <a:lnTo>
                    <a:pt x="988948" y="76200"/>
                  </a:lnTo>
                  <a:lnTo>
                    <a:pt x="988948" y="38100"/>
                  </a:lnTo>
                  <a:lnTo>
                    <a:pt x="1046098" y="38100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8" y="76200"/>
                  </a:lnTo>
                  <a:lnTo>
                    <a:pt x="969898" y="38100"/>
                  </a:lnTo>
                  <a:close/>
                </a:path>
                <a:path w="1084579" h="114300">
                  <a:moveTo>
                    <a:pt x="1046098" y="38100"/>
                  </a:moveTo>
                  <a:lnTo>
                    <a:pt x="988948" y="38100"/>
                  </a:lnTo>
                  <a:lnTo>
                    <a:pt x="988948" y="76200"/>
                  </a:lnTo>
                  <a:lnTo>
                    <a:pt x="1046098" y="76200"/>
                  </a:lnTo>
                  <a:lnTo>
                    <a:pt x="1084198" y="57150"/>
                  </a:lnTo>
                  <a:lnTo>
                    <a:pt x="1046098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7910" y="1861616"/>
            <a:ext cx="278765" cy="11328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3152" y="1861616"/>
            <a:ext cx="267970" cy="11328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6639" y="3224834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1882" y="3224834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0135" y="226644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20135" y="365099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2135" y="455853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松弛成功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39439" y="2883407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800088" y="2521457"/>
            <a:ext cx="2057400" cy="513080"/>
            <a:chOff x="6800088" y="2521457"/>
            <a:chExt cx="2057400" cy="513080"/>
          </a:xfrm>
        </p:grpSpPr>
        <p:sp>
          <p:nvSpPr>
            <p:cNvPr id="25" name="object 25"/>
            <p:cNvSpPr/>
            <p:nvPr/>
          </p:nvSpPr>
          <p:spPr>
            <a:xfrm>
              <a:off x="6819138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19138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3712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237363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3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6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3712" y="254050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80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3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6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3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93864" y="2720339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6" y="0"/>
                  </a:moveTo>
                  <a:lnTo>
                    <a:pt x="974216" y="114300"/>
                  </a:lnTo>
                  <a:lnTo>
                    <a:pt x="1050416" y="76200"/>
                  </a:lnTo>
                  <a:lnTo>
                    <a:pt x="993266" y="76200"/>
                  </a:lnTo>
                  <a:lnTo>
                    <a:pt x="993266" y="38100"/>
                  </a:lnTo>
                  <a:lnTo>
                    <a:pt x="1050416" y="38100"/>
                  </a:lnTo>
                  <a:lnTo>
                    <a:pt x="974216" y="0"/>
                  </a:lnTo>
                  <a:close/>
                </a:path>
                <a:path w="1089025" h="114300">
                  <a:moveTo>
                    <a:pt x="97421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74216" y="76200"/>
                  </a:lnTo>
                  <a:lnTo>
                    <a:pt x="974216" y="38100"/>
                  </a:lnTo>
                  <a:close/>
                </a:path>
                <a:path w="1089025" h="114300">
                  <a:moveTo>
                    <a:pt x="1050416" y="38100"/>
                  </a:moveTo>
                  <a:lnTo>
                    <a:pt x="993266" y="38100"/>
                  </a:lnTo>
                  <a:lnTo>
                    <a:pt x="993266" y="76200"/>
                  </a:lnTo>
                  <a:lnTo>
                    <a:pt x="1050416" y="76200"/>
                  </a:lnTo>
                  <a:lnTo>
                    <a:pt x="1088516" y="57150"/>
                  </a:lnTo>
                  <a:lnTo>
                    <a:pt x="105041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5388" y="3870197"/>
            <a:ext cx="1564005" cy="513080"/>
            <a:chOff x="7295388" y="3870197"/>
            <a:chExt cx="1564005" cy="513080"/>
          </a:xfrm>
        </p:grpSpPr>
        <p:sp>
          <p:nvSpPr>
            <p:cNvPr id="31" name="object 31"/>
            <p:cNvSpPr/>
            <p:nvPr/>
          </p:nvSpPr>
          <p:spPr>
            <a:xfrm>
              <a:off x="8364474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64474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09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95388" y="4075937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300"/>
                  </a:lnTo>
                  <a:lnTo>
                    <a:pt x="1046098" y="76200"/>
                  </a:lnTo>
                  <a:lnTo>
                    <a:pt x="988948" y="76200"/>
                  </a:lnTo>
                  <a:lnTo>
                    <a:pt x="988948" y="38100"/>
                  </a:lnTo>
                  <a:lnTo>
                    <a:pt x="1046098" y="38100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969898" y="76200"/>
                  </a:lnTo>
                  <a:lnTo>
                    <a:pt x="969898" y="38100"/>
                  </a:lnTo>
                  <a:close/>
                </a:path>
                <a:path w="1084579" h="114300">
                  <a:moveTo>
                    <a:pt x="1046098" y="38100"/>
                  </a:moveTo>
                  <a:lnTo>
                    <a:pt x="988948" y="38100"/>
                  </a:lnTo>
                  <a:lnTo>
                    <a:pt x="988948" y="76200"/>
                  </a:lnTo>
                  <a:lnTo>
                    <a:pt x="1046098" y="76200"/>
                  </a:lnTo>
                  <a:lnTo>
                    <a:pt x="1084198" y="57150"/>
                  </a:lnTo>
                  <a:lnTo>
                    <a:pt x="104609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27595" y="1861616"/>
            <a:ext cx="278765" cy="11328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82838" y="1861616"/>
            <a:ext cx="267970" cy="11328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81568" y="3224834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19821" y="226644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19821" y="365099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11821" y="455853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松弛失败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38871" y="2883407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699770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699770">
                <a:moveTo>
                  <a:pt x="152400" y="304800"/>
                </a:moveTo>
                <a:lnTo>
                  <a:pt x="76200" y="304800"/>
                </a:lnTo>
                <a:lnTo>
                  <a:pt x="76200" y="381000"/>
                </a:lnTo>
                <a:lnTo>
                  <a:pt x="152400" y="381000"/>
                </a:lnTo>
                <a:lnTo>
                  <a:pt x="152400" y="304800"/>
                </a:lnTo>
                <a:close/>
              </a:path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457200"/>
                </a:moveTo>
                <a:lnTo>
                  <a:pt x="76200" y="45720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45720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6800850" y="3870197"/>
            <a:ext cx="513715" cy="513080"/>
            <a:chOff x="6800850" y="3870197"/>
            <a:chExt cx="513715" cy="513080"/>
          </a:xfrm>
        </p:grpSpPr>
        <p:sp>
          <p:nvSpPr>
            <p:cNvPr id="42" name="object 42"/>
            <p:cNvSpPr/>
            <p:nvPr/>
          </p:nvSpPr>
          <p:spPr>
            <a:xfrm>
              <a:off x="6819900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9900" y="388924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926326" y="3224834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362" y="1107579"/>
            <a:ext cx="9105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存在负权边时，需要比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5" dirty="0">
                <a:latin typeface="宋体"/>
                <a:cs typeface="宋体"/>
              </a:rPr>
              <a:t>算法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更多次数</a:t>
            </a:r>
            <a:r>
              <a:rPr sz="2800" spc="-10" dirty="0">
                <a:latin typeface="宋体"/>
                <a:cs typeface="宋体"/>
              </a:rPr>
              <a:t>的松弛操作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19057" y="3774947"/>
            <a:ext cx="1825625" cy="1045210"/>
          </a:xfrm>
          <a:custGeom>
            <a:avLst/>
            <a:gdLst/>
            <a:ahLst/>
            <a:cxnLst/>
            <a:rect l="l" t="t" r="r" b="b"/>
            <a:pathLst>
              <a:path w="1825625" h="1045210">
                <a:moveTo>
                  <a:pt x="1825498" y="0"/>
                </a:moveTo>
                <a:lnTo>
                  <a:pt x="23368" y="0"/>
                </a:lnTo>
                <a:lnTo>
                  <a:pt x="23368" y="589026"/>
                </a:lnTo>
                <a:lnTo>
                  <a:pt x="323723" y="589026"/>
                </a:lnTo>
                <a:lnTo>
                  <a:pt x="0" y="1044828"/>
                </a:lnTo>
                <a:lnTo>
                  <a:pt x="774192" y="589026"/>
                </a:lnTo>
                <a:lnTo>
                  <a:pt x="1825498" y="589026"/>
                </a:lnTo>
                <a:lnTo>
                  <a:pt x="1825498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21571" y="3836161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FFFF"/>
                </a:solidFill>
                <a:latin typeface="宋体"/>
                <a:cs typeface="宋体"/>
              </a:rPr>
              <a:t>松弛操作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80097" y="2216657"/>
            <a:ext cx="2651125" cy="1777364"/>
            <a:chOff x="6880097" y="2216657"/>
            <a:chExt cx="2651125" cy="1777364"/>
          </a:xfrm>
        </p:grpSpPr>
        <p:sp>
          <p:nvSpPr>
            <p:cNvPr id="7" name="object 7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3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3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72805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72805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186418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89800" y="2417571"/>
            <a:ext cx="1831975" cy="1151255"/>
          </a:xfrm>
          <a:custGeom>
            <a:avLst/>
            <a:gdLst/>
            <a:ahLst/>
            <a:cxnLst/>
            <a:rect l="l" t="t" r="r" b="b"/>
            <a:pathLst>
              <a:path w="1831975" h="1151254">
                <a:moveTo>
                  <a:pt x="752475" y="1151001"/>
                </a:moveTo>
                <a:lnTo>
                  <a:pt x="738771" y="1089025"/>
                </a:lnTo>
                <a:lnTo>
                  <a:pt x="724916" y="1026287"/>
                </a:lnTo>
                <a:lnTo>
                  <a:pt x="695312" y="1050302"/>
                </a:lnTo>
                <a:lnTo>
                  <a:pt x="29464" y="229743"/>
                </a:lnTo>
                <a:lnTo>
                  <a:pt x="0" y="253873"/>
                </a:lnTo>
                <a:lnTo>
                  <a:pt x="665721" y="1074305"/>
                </a:lnTo>
                <a:lnTo>
                  <a:pt x="636143" y="1098296"/>
                </a:lnTo>
                <a:lnTo>
                  <a:pt x="752475" y="1151001"/>
                </a:lnTo>
                <a:close/>
              </a:path>
              <a:path w="1831975" h="1151254">
                <a:moveTo>
                  <a:pt x="1747901" y="55880"/>
                </a:moveTo>
                <a:lnTo>
                  <a:pt x="1710804" y="37846"/>
                </a:lnTo>
                <a:lnTo>
                  <a:pt x="1632966" y="0"/>
                </a:lnTo>
                <a:lnTo>
                  <a:pt x="1633385" y="38061"/>
                </a:lnTo>
                <a:lnTo>
                  <a:pt x="84582" y="55118"/>
                </a:lnTo>
                <a:lnTo>
                  <a:pt x="85090" y="93218"/>
                </a:lnTo>
                <a:lnTo>
                  <a:pt x="1633804" y="76161"/>
                </a:lnTo>
                <a:lnTo>
                  <a:pt x="1634236" y="114300"/>
                </a:lnTo>
                <a:lnTo>
                  <a:pt x="1747901" y="55880"/>
                </a:lnTo>
                <a:close/>
              </a:path>
              <a:path w="1831975" h="1151254">
                <a:moveTo>
                  <a:pt x="1831975" y="235331"/>
                </a:moveTo>
                <a:lnTo>
                  <a:pt x="1802003" y="211709"/>
                </a:lnTo>
                <a:lnTo>
                  <a:pt x="1143965" y="1049413"/>
                </a:lnTo>
                <a:lnTo>
                  <a:pt x="1114044" y="1025906"/>
                </a:lnTo>
                <a:lnTo>
                  <a:pt x="1088390" y="1151001"/>
                </a:lnTo>
                <a:lnTo>
                  <a:pt x="1203960" y="1096518"/>
                </a:lnTo>
                <a:lnTo>
                  <a:pt x="1192961" y="1087882"/>
                </a:lnTo>
                <a:lnTo>
                  <a:pt x="1173911" y="1072934"/>
                </a:lnTo>
                <a:lnTo>
                  <a:pt x="1831975" y="2353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42073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110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05852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7764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58304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53756" y="3974591"/>
            <a:ext cx="513715" cy="1300480"/>
            <a:chOff x="7953756" y="3974591"/>
            <a:chExt cx="513715" cy="1300480"/>
          </a:xfrm>
        </p:grpSpPr>
        <p:sp>
          <p:nvSpPr>
            <p:cNvPr id="20" name="object 20"/>
            <p:cNvSpPr/>
            <p:nvPr/>
          </p:nvSpPr>
          <p:spPr>
            <a:xfrm>
              <a:off x="7972806" y="478078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72806" y="4780787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53400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21904" y="3342797"/>
            <a:ext cx="492125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47178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859268" y="3336797"/>
            <a:ext cx="726440" cy="2055495"/>
          </a:xfrm>
          <a:custGeom>
            <a:avLst/>
            <a:gdLst/>
            <a:ahLst/>
            <a:cxnLst/>
            <a:rect l="l" t="t" r="r" b="b"/>
            <a:pathLst>
              <a:path w="726440" h="2055495">
                <a:moveTo>
                  <a:pt x="0" y="121030"/>
                </a:moveTo>
                <a:lnTo>
                  <a:pt x="9517" y="73937"/>
                </a:lnTo>
                <a:lnTo>
                  <a:pt x="35464" y="35464"/>
                </a:lnTo>
                <a:lnTo>
                  <a:pt x="73937" y="9517"/>
                </a:lnTo>
                <a:lnTo>
                  <a:pt x="121030" y="0"/>
                </a:lnTo>
                <a:lnTo>
                  <a:pt x="605154" y="0"/>
                </a:lnTo>
                <a:lnTo>
                  <a:pt x="652248" y="9517"/>
                </a:lnTo>
                <a:lnTo>
                  <a:pt x="690721" y="35464"/>
                </a:lnTo>
                <a:lnTo>
                  <a:pt x="716668" y="73937"/>
                </a:lnTo>
                <a:lnTo>
                  <a:pt x="726185" y="121030"/>
                </a:lnTo>
                <a:lnTo>
                  <a:pt x="726185" y="1934083"/>
                </a:lnTo>
                <a:lnTo>
                  <a:pt x="716668" y="1981176"/>
                </a:lnTo>
                <a:lnTo>
                  <a:pt x="690721" y="2019649"/>
                </a:lnTo>
                <a:lnTo>
                  <a:pt x="652248" y="2045596"/>
                </a:lnTo>
                <a:lnTo>
                  <a:pt x="605154" y="2055114"/>
                </a:lnTo>
                <a:lnTo>
                  <a:pt x="121030" y="2055114"/>
                </a:lnTo>
                <a:lnTo>
                  <a:pt x="73937" y="2045596"/>
                </a:lnTo>
                <a:lnTo>
                  <a:pt x="35464" y="2019649"/>
                </a:lnTo>
                <a:lnTo>
                  <a:pt x="9517" y="1981176"/>
                </a:lnTo>
                <a:lnTo>
                  <a:pt x="0" y="1934083"/>
                </a:lnTo>
                <a:lnTo>
                  <a:pt x="0" y="12103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2247900" y="2234945"/>
            <a:ext cx="2242185" cy="1334135"/>
            <a:chOff x="2247900" y="2234945"/>
            <a:chExt cx="2242185" cy="1334135"/>
          </a:xfrm>
        </p:grpSpPr>
        <p:sp>
          <p:nvSpPr>
            <p:cNvPr id="27" name="object 27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57602" y="2417571"/>
              <a:ext cx="1831975" cy="1151255"/>
            </a:xfrm>
            <a:custGeom>
              <a:avLst/>
              <a:gdLst/>
              <a:ahLst/>
              <a:cxnLst/>
              <a:rect l="l" t="t" r="r" b="b"/>
              <a:pathLst>
                <a:path w="1831975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831975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  <a:path w="1831975" h="1151254">
                  <a:moveTo>
                    <a:pt x="1831975" y="235331"/>
                  </a:moveTo>
                  <a:lnTo>
                    <a:pt x="1802003" y="211709"/>
                  </a:lnTo>
                  <a:lnTo>
                    <a:pt x="1143965" y="1049413"/>
                  </a:lnTo>
                  <a:lnTo>
                    <a:pt x="1114044" y="1025906"/>
                  </a:lnTo>
                  <a:lnTo>
                    <a:pt x="1088390" y="1151001"/>
                  </a:lnTo>
                  <a:lnTo>
                    <a:pt x="1203960" y="1096518"/>
                  </a:lnTo>
                  <a:lnTo>
                    <a:pt x="1192961" y="1087882"/>
                  </a:lnTo>
                  <a:lnTo>
                    <a:pt x="1173911" y="1072934"/>
                  </a:lnTo>
                  <a:lnTo>
                    <a:pt x="1831975" y="235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309367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73145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25598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21558" y="2216657"/>
            <a:ext cx="1577340" cy="3058160"/>
            <a:chOff x="3321558" y="2216657"/>
            <a:chExt cx="1577340" cy="3058160"/>
          </a:xfrm>
        </p:grpSpPr>
        <p:sp>
          <p:nvSpPr>
            <p:cNvPr id="34" name="object 34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40608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0608" y="4780787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21202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014472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53711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85058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21558" y="3480053"/>
            <a:ext cx="513080" cy="513715"/>
            <a:chOff x="3321558" y="3480053"/>
            <a:chExt cx="513080" cy="513715"/>
          </a:xfrm>
        </p:grpSpPr>
        <p:sp>
          <p:nvSpPr>
            <p:cNvPr id="43" name="object 43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489197" y="3342797"/>
            <a:ext cx="492759" cy="189293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296545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84769" y="5478364"/>
            <a:ext cx="104076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目标算</a:t>
            </a:r>
            <a:r>
              <a:rPr sz="2000" spc="-50" dirty="0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70885" y="5484460"/>
            <a:ext cx="160083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Cambria Math"/>
                <a:cs typeface="Cambria Math"/>
              </a:rPr>
              <a:t>𝑫𝒊𝒋𝒌𝒔𝒕𝒓𝒂</a:t>
            </a:r>
            <a:r>
              <a:rPr sz="2000" spc="-20" dirty="0">
                <a:latin typeface="宋体"/>
                <a:cs typeface="宋体"/>
              </a:rPr>
              <a:t>算</a:t>
            </a:r>
            <a:r>
              <a:rPr sz="2000" spc="-50" dirty="0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0" name="object 3">
            <a:extLst>
              <a:ext uri="{FF2B5EF4-FFF2-40B4-BE49-F238E27FC236}">
                <a16:creationId xmlns:a16="http://schemas.microsoft.com/office/drawing/2014/main" id="{B2712CFF-A025-6E40-A1EF-80EA3AB0A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064" y="1167091"/>
            <a:ext cx="9105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存在负权边时，需要比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5" dirty="0">
                <a:latin typeface="宋体"/>
                <a:cs typeface="宋体"/>
              </a:rPr>
              <a:t>算法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更多次数</a:t>
            </a:r>
            <a:r>
              <a:rPr sz="2800" spc="-10" dirty="0">
                <a:latin typeface="宋体"/>
                <a:cs typeface="宋体"/>
              </a:rPr>
              <a:t>的松弛操作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80097" y="2216657"/>
            <a:ext cx="2651125" cy="532130"/>
            <a:chOff x="6880097" y="2216657"/>
            <a:chExt cx="2651125" cy="532130"/>
          </a:xfrm>
        </p:grpSpPr>
        <p:sp>
          <p:nvSpPr>
            <p:cNvPr id="5" name="object 5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3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3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86418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89800" y="2417571"/>
            <a:ext cx="1831975" cy="1151255"/>
          </a:xfrm>
          <a:custGeom>
            <a:avLst/>
            <a:gdLst/>
            <a:ahLst/>
            <a:cxnLst/>
            <a:rect l="l" t="t" r="r" b="b"/>
            <a:pathLst>
              <a:path w="1831975" h="1151254">
                <a:moveTo>
                  <a:pt x="752475" y="1151001"/>
                </a:moveTo>
                <a:lnTo>
                  <a:pt x="738771" y="1089025"/>
                </a:lnTo>
                <a:lnTo>
                  <a:pt x="724916" y="1026287"/>
                </a:lnTo>
                <a:lnTo>
                  <a:pt x="695312" y="1050302"/>
                </a:lnTo>
                <a:lnTo>
                  <a:pt x="29464" y="229743"/>
                </a:lnTo>
                <a:lnTo>
                  <a:pt x="0" y="253873"/>
                </a:lnTo>
                <a:lnTo>
                  <a:pt x="665721" y="1074305"/>
                </a:lnTo>
                <a:lnTo>
                  <a:pt x="636143" y="1098296"/>
                </a:lnTo>
                <a:lnTo>
                  <a:pt x="752475" y="1151001"/>
                </a:lnTo>
                <a:close/>
              </a:path>
              <a:path w="1831975" h="1151254">
                <a:moveTo>
                  <a:pt x="1747901" y="55880"/>
                </a:moveTo>
                <a:lnTo>
                  <a:pt x="1710804" y="37846"/>
                </a:lnTo>
                <a:lnTo>
                  <a:pt x="1632966" y="0"/>
                </a:lnTo>
                <a:lnTo>
                  <a:pt x="1633385" y="38061"/>
                </a:lnTo>
                <a:lnTo>
                  <a:pt x="84582" y="55118"/>
                </a:lnTo>
                <a:lnTo>
                  <a:pt x="85090" y="93218"/>
                </a:lnTo>
                <a:lnTo>
                  <a:pt x="1633804" y="76161"/>
                </a:lnTo>
                <a:lnTo>
                  <a:pt x="1634236" y="114300"/>
                </a:lnTo>
                <a:lnTo>
                  <a:pt x="1747901" y="55880"/>
                </a:lnTo>
                <a:close/>
              </a:path>
              <a:path w="1831975" h="1151254">
                <a:moveTo>
                  <a:pt x="1831975" y="235331"/>
                </a:moveTo>
                <a:lnTo>
                  <a:pt x="1802003" y="211709"/>
                </a:lnTo>
                <a:lnTo>
                  <a:pt x="1143965" y="1049413"/>
                </a:lnTo>
                <a:lnTo>
                  <a:pt x="1114044" y="1025906"/>
                </a:lnTo>
                <a:lnTo>
                  <a:pt x="1088390" y="1151001"/>
                </a:lnTo>
                <a:lnTo>
                  <a:pt x="1203960" y="1096518"/>
                </a:lnTo>
                <a:lnTo>
                  <a:pt x="1192961" y="1087882"/>
                </a:lnTo>
                <a:lnTo>
                  <a:pt x="1173911" y="1072934"/>
                </a:lnTo>
                <a:lnTo>
                  <a:pt x="1831975" y="2353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42073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110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5852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17764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58304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53756" y="4761738"/>
            <a:ext cx="513715" cy="513080"/>
            <a:chOff x="7953756" y="4761738"/>
            <a:chExt cx="513715" cy="513080"/>
          </a:xfrm>
        </p:grpSpPr>
        <p:sp>
          <p:nvSpPr>
            <p:cNvPr id="16" name="object 16"/>
            <p:cNvSpPr/>
            <p:nvPr/>
          </p:nvSpPr>
          <p:spPr>
            <a:xfrm>
              <a:off x="7972806" y="4780788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72806" y="4780788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21904" y="478282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53756" y="3480053"/>
            <a:ext cx="513715" cy="1301115"/>
            <a:chOff x="7953756" y="3480053"/>
            <a:chExt cx="513715" cy="1301115"/>
          </a:xfrm>
        </p:grpSpPr>
        <p:sp>
          <p:nvSpPr>
            <p:cNvPr id="20" name="object 20"/>
            <p:cNvSpPr/>
            <p:nvPr/>
          </p:nvSpPr>
          <p:spPr>
            <a:xfrm>
              <a:off x="8153400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72806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72806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647178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06130" y="406425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21904" y="350139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19057" y="3774947"/>
            <a:ext cx="1825625" cy="1045210"/>
          </a:xfrm>
          <a:custGeom>
            <a:avLst/>
            <a:gdLst/>
            <a:ahLst/>
            <a:cxnLst/>
            <a:rect l="l" t="t" r="r" b="b"/>
            <a:pathLst>
              <a:path w="1825625" h="1045210">
                <a:moveTo>
                  <a:pt x="1825498" y="0"/>
                </a:moveTo>
                <a:lnTo>
                  <a:pt x="23368" y="0"/>
                </a:lnTo>
                <a:lnTo>
                  <a:pt x="23368" y="589026"/>
                </a:lnTo>
                <a:lnTo>
                  <a:pt x="323723" y="589026"/>
                </a:lnTo>
                <a:lnTo>
                  <a:pt x="0" y="1044828"/>
                </a:lnTo>
                <a:lnTo>
                  <a:pt x="774192" y="589026"/>
                </a:lnTo>
                <a:lnTo>
                  <a:pt x="1825498" y="589026"/>
                </a:lnTo>
                <a:lnTo>
                  <a:pt x="1825498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185656" y="3842257"/>
            <a:ext cx="81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47900" y="2234945"/>
            <a:ext cx="2242185" cy="1334135"/>
            <a:chOff x="2247900" y="2234945"/>
            <a:chExt cx="2242185" cy="1334135"/>
          </a:xfrm>
        </p:grpSpPr>
        <p:sp>
          <p:nvSpPr>
            <p:cNvPr id="29" name="object 29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57602" y="2417571"/>
              <a:ext cx="1831975" cy="1151255"/>
            </a:xfrm>
            <a:custGeom>
              <a:avLst/>
              <a:gdLst/>
              <a:ahLst/>
              <a:cxnLst/>
              <a:rect l="l" t="t" r="r" b="b"/>
              <a:pathLst>
                <a:path w="1831975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831975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  <a:path w="1831975" h="1151254">
                  <a:moveTo>
                    <a:pt x="1831975" y="235331"/>
                  </a:moveTo>
                  <a:lnTo>
                    <a:pt x="1802003" y="211709"/>
                  </a:lnTo>
                  <a:lnTo>
                    <a:pt x="1143965" y="1049413"/>
                  </a:lnTo>
                  <a:lnTo>
                    <a:pt x="1114044" y="1025906"/>
                  </a:lnTo>
                  <a:lnTo>
                    <a:pt x="1088390" y="1151001"/>
                  </a:lnTo>
                  <a:lnTo>
                    <a:pt x="1203960" y="1096518"/>
                  </a:lnTo>
                  <a:lnTo>
                    <a:pt x="1192961" y="1087882"/>
                  </a:lnTo>
                  <a:lnTo>
                    <a:pt x="1173911" y="1072934"/>
                  </a:lnTo>
                  <a:lnTo>
                    <a:pt x="1831975" y="235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309367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3145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25598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321558" y="4761738"/>
            <a:ext cx="513080" cy="513080"/>
            <a:chOff x="3321558" y="4761738"/>
            <a:chExt cx="513080" cy="513080"/>
          </a:xfrm>
        </p:grpSpPr>
        <p:sp>
          <p:nvSpPr>
            <p:cNvPr id="36" name="object 36"/>
            <p:cNvSpPr/>
            <p:nvPr/>
          </p:nvSpPr>
          <p:spPr>
            <a:xfrm>
              <a:off x="3340608" y="478078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0608" y="478078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89197" y="478282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521202" y="2216657"/>
            <a:ext cx="1377950" cy="2564765"/>
            <a:chOff x="3521202" y="2216657"/>
            <a:chExt cx="1377950" cy="2564765"/>
          </a:xfrm>
        </p:grpSpPr>
        <p:sp>
          <p:nvSpPr>
            <p:cNvPr id="40" name="object 40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21202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773678" y="406425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014472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53711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85058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21558" y="3480053"/>
            <a:ext cx="513080" cy="513715"/>
            <a:chOff x="3321558" y="3480053"/>
            <a:chExt cx="513080" cy="513715"/>
          </a:xfrm>
        </p:grpSpPr>
        <p:sp>
          <p:nvSpPr>
            <p:cNvPr id="48" name="object 48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489197" y="350139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84769" y="5478364"/>
            <a:ext cx="104076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目标算</a:t>
            </a:r>
            <a:r>
              <a:rPr sz="2000" spc="-50" dirty="0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70885" y="5484460"/>
            <a:ext cx="160083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Cambria Math"/>
                <a:cs typeface="Cambria Math"/>
              </a:rPr>
              <a:t>𝑫𝒊𝒋𝒌𝒔𝒕𝒓𝒂</a:t>
            </a:r>
            <a:r>
              <a:rPr sz="2000" spc="-20" dirty="0">
                <a:latin typeface="宋体"/>
                <a:cs typeface="宋体"/>
              </a:rPr>
              <a:t>算</a:t>
            </a:r>
            <a:r>
              <a:rPr sz="2000" spc="-50" dirty="0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5" name="object 3">
            <a:extLst>
              <a:ext uri="{FF2B5EF4-FFF2-40B4-BE49-F238E27FC236}">
                <a16:creationId xmlns:a16="http://schemas.microsoft.com/office/drawing/2014/main" id="{AB5A960A-AD14-9243-B16B-8A848F728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490" y="1061975"/>
            <a:ext cx="9105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存在负权边时，需要比</a:t>
            </a:r>
            <a:r>
              <a:rPr sz="2800" b="1" dirty="0">
                <a:latin typeface="Times New Roman"/>
                <a:cs typeface="Times New Roman"/>
              </a:rPr>
              <a:t>Dijkstra</a:t>
            </a:r>
            <a:r>
              <a:rPr sz="2800" spc="-5" dirty="0">
                <a:latin typeface="宋体"/>
                <a:cs typeface="宋体"/>
              </a:rPr>
              <a:t>算法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更多次数</a:t>
            </a:r>
            <a:r>
              <a:rPr sz="2800" spc="-10" dirty="0">
                <a:latin typeface="宋体"/>
                <a:cs typeface="宋体"/>
              </a:rPr>
              <a:t>的松弛操作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59" y="5985509"/>
            <a:ext cx="11079480" cy="64389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60070">
              <a:lnSpc>
                <a:spcPct val="100000"/>
              </a:lnSpc>
              <a:spcBef>
                <a:spcPts val="505"/>
              </a:spcBef>
            </a:pPr>
            <a:r>
              <a:rPr sz="2800" spc="-20" dirty="0">
                <a:latin typeface="宋体"/>
                <a:cs typeface="宋体"/>
              </a:rPr>
              <a:t>问题：图中存在负权边时，如何利用松弛操作求解单源最短路？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80097" y="2216657"/>
            <a:ext cx="2651125" cy="532130"/>
            <a:chOff x="6880097" y="2216657"/>
            <a:chExt cx="2651125" cy="532130"/>
          </a:xfrm>
        </p:grpSpPr>
        <p:sp>
          <p:nvSpPr>
            <p:cNvPr id="6" name="object 6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3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3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99147" y="225399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3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7" y="237743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7319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86418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89800" y="2417571"/>
            <a:ext cx="1831975" cy="1151255"/>
          </a:xfrm>
          <a:custGeom>
            <a:avLst/>
            <a:gdLst/>
            <a:ahLst/>
            <a:cxnLst/>
            <a:rect l="l" t="t" r="r" b="b"/>
            <a:pathLst>
              <a:path w="1831975" h="1151254">
                <a:moveTo>
                  <a:pt x="752475" y="1151001"/>
                </a:moveTo>
                <a:lnTo>
                  <a:pt x="738771" y="1089025"/>
                </a:lnTo>
                <a:lnTo>
                  <a:pt x="724916" y="1026287"/>
                </a:lnTo>
                <a:lnTo>
                  <a:pt x="695312" y="1050302"/>
                </a:lnTo>
                <a:lnTo>
                  <a:pt x="29464" y="229743"/>
                </a:lnTo>
                <a:lnTo>
                  <a:pt x="0" y="253873"/>
                </a:lnTo>
                <a:lnTo>
                  <a:pt x="665721" y="1074305"/>
                </a:lnTo>
                <a:lnTo>
                  <a:pt x="636143" y="1098296"/>
                </a:lnTo>
                <a:lnTo>
                  <a:pt x="752475" y="1151001"/>
                </a:lnTo>
                <a:close/>
              </a:path>
              <a:path w="1831975" h="1151254">
                <a:moveTo>
                  <a:pt x="1747901" y="55880"/>
                </a:moveTo>
                <a:lnTo>
                  <a:pt x="1710804" y="37846"/>
                </a:lnTo>
                <a:lnTo>
                  <a:pt x="1632966" y="0"/>
                </a:lnTo>
                <a:lnTo>
                  <a:pt x="1633385" y="38061"/>
                </a:lnTo>
                <a:lnTo>
                  <a:pt x="84582" y="55118"/>
                </a:lnTo>
                <a:lnTo>
                  <a:pt x="85090" y="93218"/>
                </a:lnTo>
                <a:lnTo>
                  <a:pt x="1633804" y="76161"/>
                </a:lnTo>
                <a:lnTo>
                  <a:pt x="1634236" y="114300"/>
                </a:lnTo>
                <a:lnTo>
                  <a:pt x="1747901" y="55880"/>
                </a:lnTo>
                <a:close/>
              </a:path>
              <a:path w="1831975" h="1151254">
                <a:moveTo>
                  <a:pt x="1831975" y="235331"/>
                </a:moveTo>
                <a:lnTo>
                  <a:pt x="1802003" y="211709"/>
                </a:lnTo>
                <a:lnTo>
                  <a:pt x="1143965" y="1049413"/>
                </a:lnTo>
                <a:lnTo>
                  <a:pt x="1114044" y="1025906"/>
                </a:lnTo>
                <a:lnTo>
                  <a:pt x="1088390" y="1151001"/>
                </a:lnTo>
                <a:lnTo>
                  <a:pt x="1203960" y="1096518"/>
                </a:lnTo>
                <a:lnTo>
                  <a:pt x="1192961" y="1087882"/>
                </a:lnTo>
                <a:lnTo>
                  <a:pt x="1173911" y="1072934"/>
                </a:lnTo>
                <a:lnTo>
                  <a:pt x="1831975" y="2353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42073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110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5852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17764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58304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53756" y="4761738"/>
            <a:ext cx="513715" cy="513080"/>
            <a:chOff x="7953756" y="4761738"/>
            <a:chExt cx="513715" cy="513080"/>
          </a:xfrm>
        </p:grpSpPr>
        <p:sp>
          <p:nvSpPr>
            <p:cNvPr id="17" name="object 17"/>
            <p:cNvSpPr/>
            <p:nvPr/>
          </p:nvSpPr>
          <p:spPr>
            <a:xfrm>
              <a:off x="7972806" y="4780788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5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72806" y="4780788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5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21904" y="478282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53756" y="3480053"/>
            <a:ext cx="513715" cy="1301115"/>
            <a:chOff x="7953756" y="3480053"/>
            <a:chExt cx="513715" cy="1301115"/>
          </a:xfrm>
        </p:grpSpPr>
        <p:sp>
          <p:nvSpPr>
            <p:cNvPr id="21" name="object 21"/>
            <p:cNvSpPr/>
            <p:nvPr/>
          </p:nvSpPr>
          <p:spPr>
            <a:xfrm>
              <a:off x="8153400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72806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72806" y="3499103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744"/>
                  </a:moveTo>
                  <a:lnTo>
                    <a:pt x="4829" y="189825"/>
                  </a:lnTo>
                  <a:lnTo>
                    <a:pt x="18680" y="145196"/>
                  </a:lnTo>
                  <a:lnTo>
                    <a:pt x="40598" y="104812"/>
                  </a:lnTo>
                  <a:lnTo>
                    <a:pt x="69627" y="69627"/>
                  </a:lnTo>
                  <a:lnTo>
                    <a:pt x="104812" y="40598"/>
                  </a:lnTo>
                  <a:lnTo>
                    <a:pt x="145196" y="18680"/>
                  </a:lnTo>
                  <a:lnTo>
                    <a:pt x="189825" y="4829"/>
                  </a:lnTo>
                  <a:lnTo>
                    <a:pt x="237744" y="0"/>
                  </a:lnTo>
                  <a:lnTo>
                    <a:pt x="285662" y="4829"/>
                  </a:lnTo>
                  <a:lnTo>
                    <a:pt x="330291" y="18680"/>
                  </a:lnTo>
                  <a:lnTo>
                    <a:pt x="370675" y="40598"/>
                  </a:lnTo>
                  <a:lnTo>
                    <a:pt x="405860" y="69627"/>
                  </a:lnTo>
                  <a:lnTo>
                    <a:pt x="434889" y="104812"/>
                  </a:lnTo>
                  <a:lnTo>
                    <a:pt x="456807" y="145196"/>
                  </a:lnTo>
                  <a:lnTo>
                    <a:pt x="470658" y="189825"/>
                  </a:lnTo>
                  <a:lnTo>
                    <a:pt x="475488" y="237744"/>
                  </a:lnTo>
                  <a:lnTo>
                    <a:pt x="470658" y="285662"/>
                  </a:lnTo>
                  <a:lnTo>
                    <a:pt x="456807" y="330291"/>
                  </a:lnTo>
                  <a:lnTo>
                    <a:pt x="434889" y="370675"/>
                  </a:lnTo>
                  <a:lnTo>
                    <a:pt x="405860" y="405860"/>
                  </a:lnTo>
                  <a:lnTo>
                    <a:pt x="370675" y="434889"/>
                  </a:lnTo>
                  <a:lnTo>
                    <a:pt x="330291" y="456807"/>
                  </a:lnTo>
                  <a:lnTo>
                    <a:pt x="285662" y="470658"/>
                  </a:lnTo>
                  <a:lnTo>
                    <a:pt x="237744" y="475488"/>
                  </a:lnTo>
                  <a:lnTo>
                    <a:pt x="189825" y="470658"/>
                  </a:lnTo>
                  <a:lnTo>
                    <a:pt x="145196" y="456807"/>
                  </a:lnTo>
                  <a:lnTo>
                    <a:pt x="104812" y="434889"/>
                  </a:lnTo>
                  <a:lnTo>
                    <a:pt x="69627" y="405860"/>
                  </a:lnTo>
                  <a:lnTo>
                    <a:pt x="40598" y="370675"/>
                  </a:lnTo>
                  <a:lnTo>
                    <a:pt x="18680" y="330291"/>
                  </a:lnTo>
                  <a:lnTo>
                    <a:pt x="4829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47178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6130" y="406425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1904" y="350139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19057" y="3774947"/>
            <a:ext cx="1825625" cy="1045210"/>
          </a:xfrm>
          <a:custGeom>
            <a:avLst/>
            <a:gdLst/>
            <a:ahLst/>
            <a:cxnLst/>
            <a:rect l="l" t="t" r="r" b="b"/>
            <a:pathLst>
              <a:path w="1825625" h="1045210">
                <a:moveTo>
                  <a:pt x="1825498" y="0"/>
                </a:moveTo>
                <a:lnTo>
                  <a:pt x="23368" y="0"/>
                </a:lnTo>
                <a:lnTo>
                  <a:pt x="23368" y="589026"/>
                </a:lnTo>
                <a:lnTo>
                  <a:pt x="323723" y="589026"/>
                </a:lnTo>
                <a:lnTo>
                  <a:pt x="0" y="1044828"/>
                </a:lnTo>
                <a:lnTo>
                  <a:pt x="774192" y="589026"/>
                </a:lnTo>
                <a:lnTo>
                  <a:pt x="1825498" y="589026"/>
                </a:lnTo>
                <a:lnTo>
                  <a:pt x="1825498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85656" y="3842257"/>
            <a:ext cx="81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47900" y="2234945"/>
            <a:ext cx="2242185" cy="1334135"/>
            <a:chOff x="2247900" y="2234945"/>
            <a:chExt cx="2242185" cy="1334135"/>
          </a:xfrm>
        </p:grpSpPr>
        <p:sp>
          <p:nvSpPr>
            <p:cNvPr id="30" name="object 30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66950" y="2253995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57602" y="2417571"/>
              <a:ext cx="1831975" cy="1151255"/>
            </a:xfrm>
            <a:custGeom>
              <a:avLst/>
              <a:gdLst/>
              <a:ahLst/>
              <a:cxnLst/>
              <a:rect l="l" t="t" r="r" b="b"/>
              <a:pathLst>
                <a:path w="1831975" h="1151254">
                  <a:moveTo>
                    <a:pt x="752475" y="1151001"/>
                  </a:moveTo>
                  <a:lnTo>
                    <a:pt x="738771" y="1089025"/>
                  </a:lnTo>
                  <a:lnTo>
                    <a:pt x="724916" y="1026287"/>
                  </a:lnTo>
                  <a:lnTo>
                    <a:pt x="695312" y="1050302"/>
                  </a:lnTo>
                  <a:lnTo>
                    <a:pt x="29464" y="229743"/>
                  </a:lnTo>
                  <a:lnTo>
                    <a:pt x="0" y="253873"/>
                  </a:lnTo>
                  <a:lnTo>
                    <a:pt x="665721" y="1074305"/>
                  </a:lnTo>
                  <a:lnTo>
                    <a:pt x="636143" y="1098296"/>
                  </a:lnTo>
                  <a:lnTo>
                    <a:pt x="752475" y="1151001"/>
                  </a:lnTo>
                  <a:close/>
                </a:path>
                <a:path w="1831975" h="1151254">
                  <a:moveTo>
                    <a:pt x="1747139" y="55880"/>
                  </a:moveTo>
                  <a:lnTo>
                    <a:pt x="1710042" y="37846"/>
                  </a:lnTo>
                  <a:lnTo>
                    <a:pt x="1632204" y="0"/>
                  </a:lnTo>
                  <a:lnTo>
                    <a:pt x="1632623" y="38061"/>
                  </a:lnTo>
                  <a:lnTo>
                    <a:pt x="83820" y="55118"/>
                  </a:lnTo>
                  <a:lnTo>
                    <a:pt x="84328" y="93218"/>
                  </a:lnTo>
                  <a:lnTo>
                    <a:pt x="1633042" y="76161"/>
                  </a:lnTo>
                  <a:lnTo>
                    <a:pt x="1633474" y="114300"/>
                  </a:lnTo>
                  <a:lnTo>
                    <a:pt x="1747139" y="55880"/>
                  </a:lnTo>
                  <a:close/>
                </a:path>
                <a:path w="1831975" h="1151254">
                  <a:moveTo>
                    <a:pt x="1831975" y="235331"/>
                  </a:moveTo>
                  <a:lnTo>
                    <a:pt x="1802003" y="211709"/>
                  </a:lnTo>
                  <a:lnTo>
                    <a:pt x="1143965" y="1049413"/>
                  </a:lnTo>
                  <a:lnTo>
                    <a:pt x="1114044" y="1025906"/>
                  </a:lnTo>
                  <a:lnTo>
                    <a:pt x="1088390" y="1151001"/>
                  </a:lnTo>
                  <a:lnTo>
                    <a:pt x="1203960" y="1096518"/>
                  </a:lnTo>
                  <a:lnTo>
                    <a:pt x="1192961" y="1087882"/>
                  </a:lnTo>
                  <a:lnTo>
                    <a:pt x="1173911" y="1072934"/>
                  </a:lnTo>
                  <a:lnTo>
                    <a:pt x="1831975" y="235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09367" y="1634540"/>
            <a:ext cx="2128520" cy="1074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1983105" algn="l"/>
              </a:tabLst>
            </a:pPr>
            <a:r>
              <a:rPr sz="2800" spc="-50" dirty="0">
                <a:latin typeface="Cambria Math"/>
                <a:cs typeface="Cambria Math"/>
              </a:rPr>
              <a:t>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  <a:spcBef>
                <a:spcPts val="77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73145" y="3578352"/>
            <a:ext cx="1644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𝒋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25598" y="3036823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4945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21558" y="4761738"/>
            <a:ext cx="513080" cy="513080"/>
            <a:chOff x="3321558" y="4761738"/>
            <a:chExt cx="513080" cy="513080"/>
          </a:xfrm>
        </p:grpSpPr>
        <p:sp>
          <p:nvSpPr>
            <p:cNvPr id="37" name="object 37"/>
            <p:cNvSpPr/>
            <p:nvPr/>
          </p:nvSpPr>
          <p:spPr>
            <a:xfrm>
              <a:off x="3340608" y="478078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237362" y="0"/>
                  </a:moveTo>
                  <a:lnTo>
                    <a:pt x="189534" y="4823"/>
                  </a:lnTo>
                  <a:lnTo>
                    <a:pt x="144982" y="18657"/>
                  </a:lnTo>
                  <a:lnTo>
                    <a:pt x="104663" y="40545"/>
                  </a:lnTo>
                  <a:lnTo>
                    <a:pt x="69532" y="69532"/>
                  </a:lnTo>
                  <a:lnTo>
                    <a:pt x="40545" y="104663"/>
                  </a:lnTo>
                  <a:lnTo>
                    <a:pt x="18657" y="144982"/>
                  </a:lnTo>
                  <a:lnTo>
                    <a:pt x="4823" y="189534"/>
                  </a:lnTo>
                  <a:lnTo>
                    <a:pt x="0" y="237362"/>
                  </a:lnTo>
                  <a:lnTo>
                    <a:pt x="4823" y="285191"/>
                  </a:lnTo>
                  <a:lnTo>
                    <a:pt x="18657" y="329743"/>
                  </a:lnTo>
                  <a:lnTo>
                    <a:pt x="40545" y="370062"/>
                  </a:lnTo>
                  <a:lnTo>
                    <a:pt x="69532" y="405193"/>
                  </a:lnTo>
                  <a:lnTo>
                    <a:pt x="104663" y="434180"/>
                  </a:lnTo>
                  <a:lnTo>
                    <a:pt x="144982" y="456068"/>
                  </a:lnTo>
                  <a:lnTo>
                    <a:pt x="189534" y="469902"/>
                  </a:lnTo>
                  <a:lnTo>
                    <a:pt x="237362" y="474725"/>
                  </a:lnTo>
                  <a:lnTo>
                    <a:pt x="285191" y="469902"/>
                  </a:lnTo>
                  <a:lnTo>
                    <a:pt x="329743" y="456068"/>
                  </a:lnTo>
                  <a:lnTo>
                    <a:pt x="370062" y="434180"/>
                  </a:lnTo>
                  <a:lnTo>
                    <a:pt x="405193" y="405193"/>
                  </a:lnTo>
                  <a:lnTo>
                    <a:pt x="434180" y="370062"/>
                  </a:lnTo>
                  <a:lnTo>
                    <a:pt x="456068" y="329743"/>
                  </a:lnTo>
                  <a:lnTo>
                    <a:pt x="469902" y="285191"/>
                  </a:lnTo>
                  <a:lnTo>
                    <a:pt x="474725" y="237362"/>
                  </a:lnTo>
                  <a:lnTo>
                    <a:pt x="469902" y="189534"/>
                  </a:lnTo>
                  <a:lnTo>
                    <a:pt x="456068" y="144982"/>
                  </a:lnTo>
                  <a:lnTo>
                    <a:pt x="434180" y="104663"/>
                  </a:lnTo>
                  <a:lnTo>
                    <a:pt x="405193" y="69532"/>
                  </a:lnTo>
                  <a:lnTo>
                    <a:pt x="370062" y="40545"/>
                  </a:lnTo>
                  <a:lnTo>
                    <a:pt x="329743" y="18657"/>
                  </a:lnTo>
                  <a:lnTo>
                    <a:pt x="285191" y="4823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40608" y="4780788"/>
              <a:ext cx="474980" cy="474980"/>
            </a:xfrm>
            <a:custGeom>
              <a:avLst/>
              <a:gdLst/>
              <a:ahLst/>
              <a:cxnLst/>
              <a:rect l="l" t="t" r="r" b="b"/>
              <a:pathLst>
                <a:path w="474979" h="474979">
                  <a:moveTo>
                    <a:pt x="0" y="237362"/>
                  </a:moveTo>
                  <a:lnTo>
                    <a:pt x="4823" y="189534"/>
                  </a:lnTo>
                  <a:lnTo>
                    <a:pt x="18657" y="144982"/>
                  </a:lnTo>
                  <a:lnTo>
                    <a:pt x="40545" y="104663"/>
                  </a:lnTo>
                  <a:lnTo>
                    <a:pt x="69532" y="69532"/>
                  </a:lnTo>
                  <a:lnTo>
                    <a:pt x="104663" y="40545"/>
                  </a:lnTo>
                  <a:lnTo>
                    <a:pt x="144982" y="18657"/>
                  </a:lnTo>
                  <a:lnTo>
                    <a:pt x="189534" y="4823"/>
                  </a:lnTo>
                  <a:lnTo>
                    <a:pt x="237362" y="0"/>
                  </a:lnTo>
                  <a:lnTo>
                    <a:pt x="285191" y="4823"/>
                  </a:lnTo>
                  <a:lnTo>
                    <a:pt x="329743" y="18657"/>
                  </a:lnTo>
                  <a:lnTo>
                    <a:pt x="370062" y="40545"/>
                  </a:lnTo>
                  <a:lnTo>
                    <a:pt x="405193" y="69532"/>
                  </a:lnTo>
                  <a:lnTo>
                    <a:pt x="434180" y="104663"/>
                  </a:lnTo>
                  <a:lnTo>
                    <a:pt x="456068" y="144982"/>
                  </a:lnTo>
                  <a:lnTo>
                    <a:pt x="469902" y="189534"/>
                  </a:lnTo>
                  <a:lnTo>
                    <a:pt x="474725" y="237362"/>
                  </a:lnTo>
                  <a:lnTo>
                    <a:pt x="469902" y="285191"/>
                  </a:lnTo>
                  <a:lnTo>
                    <a:pt x="456068" y="329743"/>
                  </a:lnTo>
                  <a:lnTo>
                    <a:pt x="434180" y="370062"/>
                  </a:lnTo>
                  <a:lnTo>
                    <a:pt x="405193" y="405193"/>
                  </a:lnTo>
                  <a:lnTo>
                    <a:pt x="370062" y="434180"/>
                  </a:lnTo>
                  <a:lnTo>
                    <a:pt x="329743" y="456068"/>
                  </a:lnTo>
                  <a:lnTo>
                    <a:pt x="285191" y="469902"/>
                  </a:lnTo>
                  <a:lnTo>
                    <a:pt x="237362" y="474725"/>
                  </a:lnTo>
                  <a:lnTo>
                    <a:pt x="189534" y="469902"/>
                  </a:lnTo>
                  <a:lnTo>
                    <a:pt x="144982" y="456068"/>
                  </a:lnTo>
                  <a:lnTo>
                    <a:pt x="104663" y="434180"/>
                  </a:lnTo>
                  <a:lnTo>
                    <a:pt x="69532" y="405193"/>
                  </a:lnTo>
                  <a:lnTo>
                    <a:pt x="40545" y="370062"/>
                  </a:lnTo>
                  <a:lnTo>
                    <a:pt x="18657" y="329743"/>
                  </a:lnTo>
                  <a:lnTo>
                    <a:pt x="4823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489197" y="478282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521202" y="2216657"/>
            <a:ext cx="1377950" cy="2564765"/>
            <a:chOff x="3521202" y="2216657"/>
            <a:chExt cx="1377950" cy="2564765"/>
          </a:xfrm>
        </p:grpSpPr>
        <p:sp>
          <p:nvSpPr>
            <p:cNvPr id="41" name="object 41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3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3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05122" y="2235707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3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3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3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21202" y="3974591"/>
              <a:ext cx="114300" cy="806450"/>
            </a:xfrm>
            <a:custGeom>
              <a:avLst/>
              <a:gdLst/>
              <a:ahLst/>
              <a:cxnLst/>
              <a:rect l="l" t="t" r="r" b="b"/>
              <a:pathLst>
                <a:path w="114300" h="806450">
                  <a:moveTo>
                    <a:pt x="38100" y="692022"/>
                  </a:moveTo>
                  <a:lnTo>
                    <a:pt x="0" y="692022"/>
                  </a:lnTo>
                  <a:lnTo>
                    <a:pt x="57150" y="806322"/>
                  </a:lnTo>
                  <a:lnTo>
                    <a:pt x="104775" y="711072"/>
                  </a:lnTo>
                  <a:lnTo>
                    <a:pt x="38100" y="711072"/>
                  </a:lnTo>
                  <a:lnTo>
                    <a:pt x="38100" y="692022"/>
                  </a:lnTo>
                  <a:close/>
                </a:path>
                <a:path w="114300" h="806450">
                  <a:moveTo>
                    <a:pt x="76200" y="0"/>
                  </a:moveTo>
                  <a:lnTo>
                    <a:pt x="38100" y="0"/>
                  </a:lnTo>
                  <a:lnTo>
                    <a:pt x="38100" y="711072"/>
                  </a:lnTo>
                  <a:lnTo>
                    <a:pt x="76200" y="711072"/>
                  </a:lnTo>
                  <a:lnTo>
                    <a:pt x="76200" y="0"/>
                  </a:lnTo>
                  <a:close/>
                </a:path>
                <a:path w="114300" h="806450">
                  <a:moveTo>
                    <a:pt x="114300" y="692022"/>
                  </a:moveTo>
                  <a:lnTo>
                    <a:pt x="76200" y="692022"/>
                  </a:lnTo>
                  <a:lnTo>
                    <a:pt x="76200" y="711072"/>
                  </a:lnTo>
                  <a:lnTo>
                    <a:pt x="104775" y="711072"/>
                  </a:lnTo>
                  <a:lnTo>
                    <a:pt x="114300" y="6920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773678" y="406425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14472" y="4684014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53711" y="2237739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85058" y="206425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21558" y="3480053"/>
            <a:ext cx="513080" cy="513715"/>
            <a:chOff x="3321558" y="3480053"/>
            <a:chExt cx="513080" cy="513715"/>
          </a:xfrm>
        </p:grpSpPr>
        <p:sp>
          <p:nvSpPr>
            <p:cNvPr id="49" name="object 49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40608" y="3499103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489197" y="350139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70885" y="5457697"/>
            <a:ext cx="59543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26330" algn="l"/>
              </a:tabLst>
            </a:pPr>
            <a:r>
              <a:rPr sz="2000" spc="-20" dirty="0">
                <a:latin typeface="Cambria Math"/>
                <a:cs typeface="Cambria Math"/>
              </a:rPr>
              <a:t>𝑫𝒊𝒋𝒌𝒔𝒕𝒓𝒂</a:t>
            </a:r>
            <a:r>
              <a:rPr sz="2000" spc="-20" dirty="0">
                <a:latin typeface="宋体"/>
                <a:cs typeface="宋体"/>
              </a:rPr>
              <a:t>算</a:t>
            </a:r>
            <a:r>
              <a:rPr sz="2000" spc="-50" dirty="0">
                <a:latin typeface="宋体"/>
                <a:cs typeface="宋体"/>
              </a:rPr>
              <a:t>法</a:t>
            </a:r>
            <a:r>
              <a:rPr sz="2000" dirty="0">
                <a:latin typeface="宋体"/>
                <a:cs typeface="宋体"/>
              </a:rPr>
              <a:t>	</a:t>
            </a:r>
            <a:r>
              <a:rPr sz="3000" spc="-30" baseline="1388" dirty="0">
                <a:latin typeface="宋体"/>
                <a:cs typeface="宋体"/>
              </a:rPr>
              <a:t>目标算</a:t>
            </a:r>
            <a:r>
              <a:rPr sz="3000" spc="-75" baseline="1388" dirty="0">
                <a:latin typeface="宋体"/>
                <a:cs typeface="宋体"/>
              </a:rPr>
              <a:t>法</a:t>
            </a:r>
            <a:endParaRPr sz="3000" baseline="1388">
              <a:latin typeface="宋体"/>
              <a:cs typeface="宋体"/>
            </a:endParaRPr>
          </a:p>
        </p:txBody>
      </p:sp>
      <p:sp>
        <p:nvSpPr>
          <p:cNvPr id="55" name="object 3">
            <a:extLst>
              <a:ext uri="{FF2B5EF4-FFF2-40B4-BE49-F238E27FC236}">
                <a16:creationId xmlns:a16="http://schemas.microsoft.com/office/drawing/2014/main" id="{A579BBF5-8D34-9641-B892-14FF76EBF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788" y="978649"/>
            <a:ext cx="8380095" cy="13919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</a:t>
            </a:r>
            <a:r>
              <a:rPr sz="2800" spc="-25" dirty="0">
                <a:latin typeface="宋体"/>
                <a:cs typeface="宋体"/>
              </a:rPr>
              <a:t>算法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解决挑战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spc="10" dirty="0">
                <a:latin typeface="宋体"/>
                <a:cs typeface="宋体"/>
              </a:rPr>
              <a:t>：图中存在负权边时，如何求解单源最短路径?</a:t>
            </a:r>
            <a:endParaRPr sz="2400" dirty="0">
              <a:latin typeface="宋体"/>
              <a:cs typeface="宋体"/>
            </a:endParaRPr>
          </a:p>
          <a:p>
            <a:pPr marL="705485">
              <a:lnSpc>
                <a:spcPct val="100000"/>
              </a:lnSpc>
              <a:spcBef>
                <a:spcPts val="540"/>
              </a:spcBef>
              <a:tabLst>
                <a:tab pos="1000125" algn="l"/>
              </a:tabLst>
            </a:pPr>
            <a:r>
              <a:rPr sz="155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sz="155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sz="2200" spc="-10" dirty="0">
                <a:latin typeface="宋体"/>
                <a:cs typeface="宋体"/>
              </a:rPr>
              <a:t>每轮对所有边进行松弛，持续迭代</a:t>
            </a:r>
            <a:r>
              <a:rPr sz="2200" dirty="0">
                <a:latin typeface="Cambria Math"/>
                <a:cs typeface="Cambria Math"/>
              </a:rPr>
              <a:t>|𝑽| − </a:t>
            </a:r>
            <a:r>
              <a:rPr sz="2200" spc="-10" dirty="0">
                <a:latin typeface="Cambria Math"/>
                <a:cs typeface="Cambria Math"/>
              </a:rPr>
              <a:t>𝟏</a:t>
            </a:r>
            <a:r>
              <a:rPr sz="2200" spc="-50" dirty="0">
                <a:latin typeface="宋体"/>
                <a:cs typeface="宋体"/>
              </a:rPr>
              <a:t>轮</a:t>
            </a:r>
            <a:endParaRPr sz="2200" dirty="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00655" y="3467100"/>
            <a:ext cx="2057400" cy="513715"/>
            <a:chOff x="2200655" y="3467100"/>
            <a:chExt cx="2057400" cy="513715"/>
          </a:xfrm>
        </p:grpSpPr>
        <p:sp>
          <p:nvSpPr>
            <p:cNvPr id="5" name="object 5"/>
            <p:cNvSpPr/>
            <p:nvPr/>
          </p:nvSpPr>
          <p:spPr>
            <a:xfrm>
              <a:off x="2219705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9705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64280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4280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94431" y="36667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01417" y="4816602"/>
            <a:ext cx="2058670" cy="513080"/>
            <a:chOff x="2201417" y="4816602"/>
            <a:chExt cx="2058670" cy="513080"/>
          </a:xfrm>
        </p:grpSpPr>
        <p:sp>
          <p:nvSpPr>
            <p:cNvPr id="11" name="object 11"/>
            <p:cNvSpPr/>
            <p:nvPr/>
          </p:nvSpPr>
          <p:spPr>
            <a:xfrm>
              <a:off x="2220467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20467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65041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65041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955" y="5022342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299"/>
                  </a:lnTo>
                  <a:lnTo>
                    <a:pt x="1046098" y="76199"/>
                  </a:lnTo>
                  <a:lnTo>
                    <a:pt x="988948" y="76199"/>
                  </a:lnTo>
                  <a:lnTo>
                    <a:pt x="988948" y="38099"/>
                  </a:lnTo>
                  <a:lnTo>
                    <a:pt x="1046098" y="38099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69898" y="76199"/>
                  </a:lnTo>
                  <a:lnTo>
                    <a:pt x="969898" y="38099"/>
                  </a:lnTo>
                  <a:close/>
                </a:path>
                <a:path w="1084579" h="114300">
                  <a:moveTo>
                    <a:pt x="1046098" y="38099"/>
                  </a:moveTo>
                  <a:lnTo>
                    <a:pt x="988948" y="38099"/>
                  </a:lnTo>
                  <a:lnTo>
                    <a:pt x="988948" y="76199"/>
                  </a:lnTo>
                  <a:lnTo>
                    <a:pt x="1046098" y="76199"/>
                  </a:lnTo>
                  <a:lnTo>
                    <a:pt x="1084198" y="57149"/>
                  </a:lnTo>
                  <a:lnTo>
                    <a:pt x="1046098" y="38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7910" y="2807512"/>
            <a:ext cx="278765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3152" y="2807512"/>
            <a:ext cx="267970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6639" y="4171238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1882" y="4171238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0135" y="3212845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20135" y="459740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39439" y="3829811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6800088" y="3467100"/>
            <a:ext cx="2057400" cy="513715"/>
            <a:chOff x="6800088" y="3467100"/>
            <a:chExt cx="2057400" cy="513715"/>
          </a:xfrm>
        </p:grpSpPr>
        <p:sp>
          <p:nvSpPr>
            <p:cNvPr id="24" name="object 24"/>
            <p:cNvSpPr/>
            <p:nvPr/>
          </p:nvSpPr>
          <p:spPr>
            <a:xfrm>
              <a:off x="6819138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19138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63712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6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3712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6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93864" y="36667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6" y="0"/>
                  </a:moveTo>
                  <a:lnTo>
                    <a:pt x="974216" y="114299"/>
                  </a:lnTo>
                  <a:lnTo>
                    <a:pt x="1050416" y="76199"/>
                  </a:lnTo>
                  <a:lnTo>
                    <a:pt x="993266" y="76199"/>
                  </a:lnTo>
                  <a:lnTo>
                    <a:pt x="993266" y="38099"/>
                  </a:lnTo>
                  <a:lnTo>
                    <a:pt x="1050416" y="38099"/>
                  </a:lnTo>
                  <a:lnTo>
                    <a:pt x="974216" y="0"/>
                  </a:lnTo>
                  <a:close/>
                </a:path>
                <a:path w="1089025" h="114300">
                  <a:moveTo>
                    <a:pt x="97421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6" y="76199"/>
                  </a:lnTo>
                  <a:lnTo>
                    <a:pt x="974216" y="38099"/>
                  </a:lnTo>
                  <a:close/>
                </a:path>
                <a:path w="1089025" h="114300">
                  <a:moveTo>
                    <a:pt x="1050416" y="38099"/>
                  </a:moveTo>
                  <a:lnTo>
                    <a:pt x="993266" y="38099"/>
                  </a:lnTo>
                  <a:lnTo>
                    <a:pt x="993266" y="76199"/>
                  </a:lnTo>
                  <a:lnTo>
                    <a:pt x="1050416" y="76199"/>
                  </a:lnTo>
                  <a:lnTo>
                    <a:pt x="1088516" y="57149"/>
                  </a:lnTo>
                  <a:lnTo>
                    <a:pt x="105041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295388" y="4816602"/>
            <a:ext cx="1564005" cy="513080"/>
            <a:chOff x="7295388" y="4816602"/>
            <a:chExt cx="1564005" cy="513080"/>
          </a:xfrm>
        </p:grpSpPr>
        <p:sp>
          <p:nvSpPr>
            <p:cNvPr id="30" name="object 30"/>
            <p:cNvSpPr/>
            <p:nvPr/>
          </p:nvSpPr>
          <p:spPr>
            <a:xfrm>
              <a:off x="8364474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64474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95388" y="5022342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299"/>
                  </a:lnTo>
                  <a:lnTo>
                    <a:pt x="1046098" y="76199"/>
                  </a:lnTo>
                  <a:lnTo>
                    <a:pt x="988948" y="76199"/>
                  </a:lnTo>
                  <a:lnTo>
                    <a:pt x="988948" y="38099"/>
                  </a:lnTo>
                  <a:lnTo>
                    <a:pt x="1046098" y="38099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69898" y="76199"/>
                  </a:lnTo>
                  <a:lnTo>
                    <a:pt x="969898" y="38099"/>
                  </a:lnTo>
                  <a:close/>
                </a:path>
                <a:path w="1084579" h="114300">
                  <a:moveTo>
                    <a:pt x="1046098" y="38099"/>
                  </a:moveTo>
                  <a:lnTo>
                    <a:pt x="988948" y="38099"/>
                  </a:lnTo>
                  <a:lnTo>
                    <a:pt x="988948" y="76199"/>
                  </a:lnTo>
                  <a:lnTo>
                    <a:pt x="1046098" y="76199"/>
                  </a:lnTo>
                  <a:lnTo>
                    <a:pt x="1084198" y="57149"/>
                  </a:lnTo>
                  <a:lnTo>
                    <a:pt x="1046098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927595" y="2807512"/>
            <a:ext cx="278765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82838" y="2807512"/>
            <a:ext cx="267970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81568" y="4171238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19821" y="3212845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19821" y="4597400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38871" y="3829811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699770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699770">
                <a:moveTo>
                  <a:pt x="152400" y="304800"/>
                </a:moveTo>
                <a:lnTo>
                  <a:pt x="76200" y="304800"/>
                </a:lnTo>
                <a:lnTo>
                  <a:pt x="76200" y="381000"/>
                </a:lnTo>
                <a:lnTo>
                  <a:pt x="152400" y="381000"/>
                </a:lnTo>
                <a:lnTo>
                  <a:pt x="152400" y="304800"/>
                </a:lnTo>
                <a:close/>
              </a:path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457200"/>
                </a:moveTo>
                <a:lnTo>
                  <a:pt x="76200" y="45720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45720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6800850" y="4816602"/>
            <a:ext cx="513715" cy="513080"/>
            <a:chOff x="6800850" y="4816602"/>
            <a:chExt cx="513715" cy="513080"/>
          </a:xfrm>
        </p:grpSpPr>
        <p:sp>
          <p:nvSpPr>
            <p:cNvPr id="40" name="object 40"/>
            <p:cNvSpPr/>
            <p:nvPr/>
          </p:nvSpPr>
          <p:spPr>
            <a:xfrm>
              <a:off x="6819900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19900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926326" y="4171238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12135" y="5536834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松弛成功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11821" y="5536834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松弛失败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7" name="object 3">
            <a:extLst>
              <a:ext uri="{FF2B5EF4-FFF2-40B4-BE49-F238E27FC236}">
                <a16:creationId xmlns:a16="http://schemas.microsoft.com/office/drawing/2014/main" id="{AFA6A3D7-EBD1-7345-9F90-CE06121B2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25078"/>
            <a:ext cx="8380095" cy="22332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</a:t>
            </a:r>
            <a:r>
              <a:rPr sz="2800" spc="-25" dirty="0">
                <a:latin typeface="宋体"/>
                <a:cs typeface="宋体"/>
              </a:rPr>
              <a:t>算法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解决挑战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spc="10" dirty="0">
                <a:latin typeface="宋体"/>
                <a:cs typeface="宋体"/>
              </a:rPr>
              <a:t>：图中存在负权边时，如何求解单源最短路径?</a:t>
            </a:r>
            <a:endParaRPr sz="2400" dirty="0">
              <a:latin typeface="宋体"/>
              <a:cs typeface="宋体"/>
            </a:endParaRPr>
          </a:p>
          <a:p>
            <a:pPr marL="1000125" lvl="2" indent="-295275">
              <a:lnSpc>
                <a:spcPct val="100000"/>
              </a:lnSpc>
              <a:spcBef>
                <a:spcPts val="54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10" dirty="0">
                <a:latin typeface="宋体"/>
                <a:cs typeface="宋体"/>
              </a:rPr>
              <a:t>每轮对所有边进行松弛，持续迭代</a:t>
            </a:r>
            <a:r>
              <a:rPr sz="2200" dirty="0">
                <a:latin typeface="Cambria Math"/>
                <a:cs typeface="Cambria Math"/>
              </a:rPr>
              <a:t>|𝑽| − </a:t>
            </a:r>
            <a:r>
              <a:rPr sz="2200" spc="-10" dirty="0">
                <a:latin typeface="Cambria Math"/>
                <a:cs typeface="Cambria Math"/>
              </a:rPr>
              <a:t>𝟏</a:t>
            </a:r>
            <a:r>
              <a:rPr sz="2200" spc="-50" dirty="0">
                <a:latin typeface="宋体"/>
                <a:cs typeface="宋体"/>
              </a:rPr>
              <a:t>轮</a:t>
            </a:r>
            <a:endParaRPr sz="22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宋体"/>
                <a:cs typeface="宋体"/>
              </a:rPr>
              <a:t>解决挑战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spc="10" dirty="0">
                <a:latin typeface="宋体"/>
                <a:cs typeface="宋体"/>
              </a:rPr>
              <a:t>：图中存在负权边时，如何发现源点可达负环?</a:t>
            </a:r>
            <a:endParaRPr sz="2400" dirty="0">
              <a:latin typeface="宋体"/>
              <a:cs typeface="宋体"/>
            </a:endParaRPr>
          </a:p>
          <a:p>
            <a:pPr marL="1000125" lvl="2" indent="-295275">
              <a:lnSpc>
                <a:spcPct val="100000"/>
              </a:lnSpc>
              <a:spcBef>
                <a:spcPts val="54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sz="2200" spc="-5" dirty="0">
                <a:latin typeface="宋体"/>
                <a:cs typeface="宋体"/>
              </a:rPr>
              <a:t>若第</a:t>
            </a:r>
            <a:r>
              <a:rPr sz="2200" spc="-10" dirty="0">
                <a:latin typeface="Cambria Math"/>
                <a:cs typeface="Cambria Math"/>
              </a:rPr>
              <a:t>|𝑽|</a:t>
            </a:r>
            <a:r>
              <a:rPr sz="2200" spc="-10" dirty="0">
                <a:latin typeface="宋体"/>
                <a:cs typeface="宋体"/>
              </a:rPr>
              <a:t>轮仍松弛成功，存在源点</a:t>
            </a:r>
            <a:r>
              <a:rPr sz="2200" spc="-10" dirty="0">
                <a:latin typeface="Cambria Math"/>
                <a:cs typeface="Cambria Math"/>
              </a:rPr>
              <a:t>𝒔</a:t>
            </a:r>
            <a:r>
              <a:rPr sz="2200" spc="-20" dirty="0">
                <a:latin typeface="宋体"/>
                <a:cs typeface="宋体"/>
              </a:rPr>
              <a:t>可达的负环</a:t>
            </a:r>
            <a:endParaRPr sz="2200" dirty="0">
              <a:latin typeface="宋体"/>
              <a:cs typeface="宋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00655" y="3825916"/>
            <a:ext cx="2057400" cy="513715"/>
            <a:chOff x="2200655" y="3467100"/>
            <a:chExt cx="2057400" cy="513715"/>
          </a:xfrm>
        </p:grpSpPr>
        <p:sp>
          <p:nvSpPr>
            <p:cNvPr id="5" name="object 5"/>
            <p:cNvSpPr/>
            <p:nvPr/>
          </p:nvSpPr>
          <p:spPr>
            <a:xfrm>
              <a:off x="2219705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9705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80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64280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4280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94431" y="36667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7" y="0"/>
                  </a:moveTo>
                  <a:lnTo>
                    <a:pt x="974217" y="114299"/>
                  </a:lnTo>
                  <a:lnTo>
                    <a:pt x="1050417" y="76199"/>
                  </a:lnTo>
                  <a:lnTo>
                    <a:pt x="993267" y="76199"/>
                  </a:lnTo>
                  <a:lnTo>
                    <a:pt x="993267" y="38099"/>
                  </a:lnTo>
                  <a:lnTo>
                    <a:pt x="1050417" y="38099"/>
                  </a:lnTo>
                  <a:lnTo>
                    <a:pt x="974217" y="0"/>
                  </a:lnTo>
                  <a:close/>
                </a:path>
                <a:path w="1089025" h="114300">
                  <a:moveTo>
                    <a:pt x="974217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7" y="76199"/>
                  </a:lnTo>
                  <a:lnTo>
                    <a:pt x="974217" y="38099"/>
                  </a:lnTo>
                  <a:close/>
                </a:path>
                <a:path w="1089025" h="114300">
                  <a:moveTo>
                    <a:pt x="1050417" y="38099"/>
                  </a:moveTo>
                  <a:lnTo>
                    <a:pt x="993267" y="38099"/>
                  </a:lnTo>
                  <a:lnTo>
                    <a:pt x="993267" y="76199"/>
                  </a:lnTo>
                  <a:lnTo>
                    <a:pt x="1050417" y="76199"/>
                  </a:lnTo>
                  <a:lnTo>
                    <a:pt x="1088517" y="57149"/>
                  </a:lnTo>
                  <a:lnTo>
                    <a:pt x="1050417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01417" y="5175418"/>
            <a:ext cx="2058670" cy="513080"/>
            <a:chOff x="2201417" y="4816602"/>
            <a:chExt cx="2058670" cy="513080"/>
          </a:xfrm>
        </p:grpSpPr>
        <p:sp>
          <p:nvSpPr>
            <p:cNvPr id="11" name="object 11"/>
            <p:cNvSpPr/>
            <p:nvPr/>
          </p:nvSpPr>
          <p:spPr>
            <a:xfrm>
              <a:off x="2220467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20467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65041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65041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4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955" y="5022342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299"/>
                  </a:lnTo>
                  <a:lnTo>
                    <a:pt x="1046098" y="76199"/>
                  </a:lnTo>
                  <a:lnTo>
                    <a:pt x="988948" y="76199"/>
                  </a:lnTo>
                  <a:lnTo>
                    <a:pt x="988948" y="38099"/>
                  </a:lnTo>
                  <a:lnTo>
                    <a:pt x="1046098" y="38099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69898" y="76199"/>
                  </a:lnTo>
                  <a:lnTo>
                    <a:pt x="969898" y="38099"/>
                  </a:lnTo>
                  <a:close/>
                </a:path>
                <a:path w="1084579" h="114300">
                  <a:moveTo>
                    <a:pt x="1046098" y="38099"/>
                  </a:moveTo>
                  <a:lnTo>
                    <a:pt x="988948" y="38099"/>
                  </a:lnTo>
                  <a:lnTo>
                    <a:pt x="988948" y="76199"/>
                  </a:lnTo>
                  <a:lnTo>
                    <a:pt x="1046098" y="76199"/>
                  </a:lnTo>
                  <a:lnTo>
                    <a:pt x="1084198" y="57149"/>
                  </a:lnTo>
                  <a:lnTo>
                    <a:pt x="1046098" y="38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7910" y="3166328"/>
            <a:ext cx="278765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3152" y="3166328"/>
            <a:ext cx="267970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26639" y="4530054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1882" y="4530054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0135" y="357166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20135" y="495621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39439" y="4188627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6800088" y="3825916"/>
            <a:ext cx="2057400" cy="513715"/>
            <a:chOff x="6800088" y="3467100"/>
            <a:chExt cx="2057400" cy="513715"/>
          </a:xfrm>
        </p:grpSpPr>
        <p:sp>
          <p:nvSpPr>
            <p:cNvPr id="24" name="object 24"/>
            <p:cNvSpPr/>
            <p:nvPr/>
          </p:nvSpPr>
          <p:spPr>
            <a:xfrm>
              <a:off x="6819138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2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2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5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19138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2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5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2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63712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237363" y="0"/>
                  </a:moveTo>
                  <a:lnTo>
                    <a:pt x="189534" y="4829"/>
                  </a:lnTo>
                  <a:lnTo>
                    <a:pt x="144982" y="18680"/>
                  </a:lnTo>
                  <a:lnTo>
                    <a:pt x="104663" y="40598"/>
                  </a:lnTo>
                  <a:lnTo>
                    <a:pt x="69532" y="69627"/>
                  </a:lnTo>
                  <a:lnTo>
                    <a:pt x="40545" y="104812"/>
                  </a:lnTo>
                  <a:lnTo>
                    <a:pt x="18657" y="145196"/>
                  </a:lnTo>
                  <a:lnTo>
                    <a:pt x="4823" y="189825"/>
                  </a:lnTo>
                  <a:lnTo>
                    <a:pt x="0" y="237744"/>
                  </a:lnTo>
                  <a:lnTo>
                    <a:pt x="4823" y="285662"/>
                  </a:lnTo>
                  <a:lnTo>
                    <a:pt x="18657" y="330291"/>
                  </a:lnTo>
                  <a:lnTo>
                    <a:pt x="40545" y="370675"/>
                  </a:lnTo>
                  <a:lnTo>
                    <a:pt x="69532" y="405860"/>
                  </a:lnTo>
                  <a:lnTo>
                    <a:pt x="104663" y="434889"/>
                  </a:lnTo>
                  <a:lnTo>
                    <a:pt x="144982" y="456807"/>
                  </a:lnTo>
                  <a:lnTo>
                    <a:pt x="189534" y="470658"/>
                  </a:lnTo>
                  <a:lnTo>
                    <a:pt x="237363" y="475488"/>
                  </a:lnTo>
                  <a:lnTo>
                    <a:pt x="285191" y="470658"/>
                  </a:lnTo>
                  <a:lnTo>
                    <a:pt x="329743" y="456807"/>
                  </a:lnTo>
                  <a:lnTo>
                    <a:pt x="370062" y="434889"/>
                  </a:lnTo>
                  <a:lnTo>
                    <a:pt x="405193" y="405860"/>
                  </a:lnTo>
                  <a:lnTo>
                    <a:pt x="434180" y="370675"/>
                  </a:lnTo>
                  <a:lnTo>
                    <a:pt x="456068" y="330291"/>
                  </a:lnTo>
                  <a:lnTo>
                    <a:pt x="469902" y="285662"/>
                  </a:lnTo>
                  <a:lnTo>
                    <a:pt x="474726" y="237744"/>
                  </a:lnTo>
                  <a:lnTo>
                    <a:pt x="469902" y="189825"/>
                  </a:lnTo>
                  <a:lnTo>
                    <a:pt x="456068" y="145196"/>
                  </a:lnTo>
                  <a:lnTo>
                    <a:pt x="434180" y="104812"/>
                  </a:lnTo>
                  <a:lnTo>
                    <a:pt x="405193" y="69627"/>
                  </a:lnTo>
                  <a:lnTo>
                    <a:pt x="370062" y="40598"/>
                  </a:lnTo>
                  <a:lnTo>
                    <a:pt x="329743" y="18680"/>
                  </a:lnTo>
                  <a:lnTo>
                    <a:pt x="285191" y="482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3712" y="3486150"/>
              <a:ext cx="474980" cy="475615"/>
            </a:xfrm>
            <a:custGeom>
              <a:avLst/>
              <a:gdLst/>
              <a:ahLst/>
              <a:cxnLst/>
              <a:rect l="l" t="t" r="r" b="b"/>
              <a:pathLst>
                <a:path w="474979" h="475614">
                  <a:moveTo>
                    <a:pt x="0" y="237744"/>
                  </a:moveTo>
                  <a:lnTo>
                    <a:pt x="4823" y="189825"/>
                  </a:lnTo>
                  <a:lnTo>
                    <a:pt x="18657" y="145196"/>
                  </a:lnTo>
                  <a:lnTo>
                    <a:pt x="40545" y="104812"/>
                  </a:lnTo>
                  <a:lnTo>
                    <a:pt x="69532" y="69627"/>
                  </a:lnTo>
                  <a:lnTo>
                    <a:pt x="104663" y="40598"/>
                  </a:lnTo>
                  <a:lnTo>
                    <a:pt x="144982" y="18680"/>
                  </a:lnTo>
                  <a:lnTo>
                    <a:pt x="189534" y="4829"/>
                  </a:lnTo>
                  <a:lnTo>
                    <a:pt x="237363" y="0"/>
                  </a:lnTo>
                  <a:lnTo>
                    <a:pt x="285191" y="4829"/>
                  </a:lnTo>
                  <a:lnTo>
                    <a:pt x="329743" y="18680"/>
                  </a:lnTo>
                  <a:lnTo>
                    <a:pt x="370062" y="40598"/>
                  </a:lnTo>
                  <a:lnTo>
                    <a:pt x="405193" y="69627"/>
                  </a:lnTo>
                  <a:lnTo>
                    <a:pt x="434180" y="104812"/>
                  </a:lnTo>
                  <a:lnTo>
                    <a:pt x="456068" y="145196"/>
                  </a:lnTo>
                  <a:lnTo>
                    <a:pt x="469902" y="189825"/>
                  </a:lnTo>
                  <a:lnTo>
                    <a:pt x="474726" y="237744"/>
                  </a:lnTo>
                  <a:lnTo>
                    <a:pt x="469902" y="285662"/>
                  </a:lnTo>
                  <a:lnTo>
                    <a:pt x="456068" y="330291"/>
                  </a:lnTo>
                  <a:lnTo>
                    <a:pt x="434180" y="370675"/>
                  </a:lnTo>
                  <a:lnTo>
                    <a:pt x="405193" y="405860"/>
                  </a:lnTo>
                  <a:lnTo>
                    <a:pt x="370062" y="434889"/>
                  </a:lnTo>
                  <a:lnTo>
                    <a:pt x="329743" y="456807"/>
                  </a:lnTo>
                  <a:lnTo>
                    <a:pt x="285191" y="470658"/>
                  </a:lnTo>
                  <a:lnTo>
                    <a:pt x="237363" y="475488"/>
                  </a:lnTo>
                  <a:lnTo>
                    <a:pt x="189534" y="470658"/>
                  </a:lnTo>
                  <a:lnTo>
                    <a:pt x="144982" y="456807"/>
                  </a:lnTo>
                  <a:lnTo>
                    <a:pt x="104663" y="434889"/>
                  </a:lnTo>
                  <a:lnTo>
                    <a:pt x="69532" y="405860"/>
                  </a:lnTo>
                  <a:lnTo>
                    <a:pt x="40545" y="370675"/>
                  </a:lnTo>
                  <a:lnTo>
                    <a:pt x="18657" y="330291"/>
                  </a:lnTo>
                  <a:lnTo>
                    <a:pt x="4823" y="28566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93864" y="3666744"/>
              <a:ext cx="1089025" cy="114300"/>
            </a:xfrm>
            <a:custGeom>
              <a:avLst/>
              <a:gdLst/>
              <a:ahLst/>
              <a:cxnLst/>
              <a:rect l="l" t="t" r="r" b="b"/>
              <a:pathLst>
                <a:path w="1089025" h="114300">
                  <a:moveTo>
                    <a:pt x="974216" y="0"/>
                  </a:moveTo>
                  <a:lnTo>
                    <a:pt x="974216" y="114299"/>
                  </a:lnTo>
                  <a:lnTo>
                    <a:pt x="1050416" y="76199"/>
                  </a:lnTo>
                  <a:lnTo>
                    <a:pt x="993266" y="76199"/>
                  </a:lnTo>
                  <a:lnTo>
                    <a:pt x="993266" y="38099"/>
                  </a:lnTo>
                  <a:lnTo>
                    <a:pt x="1050416" y="38099"/>
                  </a:lnTo>
                  <a:lnTo>
                    <a:pt x="974216" y="0"/>
                  </a:lnTo>
                  <a:close/>
                </a:path>
                <a:path w="1089025" h="114300">
                  <a:moveTo>
                    <a:pt x="974216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74216" y="76199"/>
                  </a:lnTo>
                  <a:lnTo>
                    <a:pt x="974216" y="38099"/>
                  </a:lnTo>
                  <a:close/>
                </a:path>
                <a:path w="1089025" h="114300">
                  <a:moveTo>
                    <a:pt x="1050416" y="38099"/>
                  </a:moveTo>
                  <a:lnTo>
                    <a:pt x="993266" y="38099"/>
                  </a:lnTo>
                  <a:lnTo>
                    <a:pt x="993266" y="76199"/>
                  </a:lnTo>
                  <a:lnTo>
                    <a:pt x="1050416" y="76199"/>
                  </a:lnTo>
                  <a:lnTo>
                    <a:pt x="1088516" y="57149"/>
                  </a:lnTo>
                  <a:lnTo>
                    <a:pt x="1050416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295388" y="5175418"/>
            <a:ext cx="1564005" cy="513080"/>
            <a:chOff x="7295388" y="4816602"/>
            <a:chExt cx="1564005" cy="513080"/>
          </a:xfrm>
        </p:grpSpPr>
        <p:sp>
          <p:nvSpPr>
            <p:cNvPr id="30" name="object 30"/>
            <p:cNvSpPr/>
            <p:nvPr/>
          </p:nvSpPr>
          <p:spPr>
            <a:xfrm>
              <a:off x="8364474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7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64474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7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95388" y="5022342"/>
              <a:ext cx="1084580" cy="114300"/>
            </a:xfrm>
            <a:custGeom>
              <a:avLst/>
              <a:gdLst/>
              <a:ahLst/>
              <a:cxnLst/>
              <a:rect l="l" t="t" r="r" b="b"/>
              <a:pathLst>
                <a:path w="1084579" h="114300">
                  <a:moveTo>
                    <a:pt x="969898" y="0"/>
                  </a:moveTo>
                  <a:lnTo>
                    <a:pt x="969898" y="114299"/>
                  </a:lnTo>
                  <a:lnTo>
                    <a:pt x="1046098" y="76199"/>
                  </a:lnTo>
                  <a:lnTo>
                    <a:pt x="988948" y="76199"/>
                  </a:lnTo>
                  <a:lnTo>
                    <a:pt x="988948" y="38099"/>
                  </a:lnTo>
                  <a:lnTo>
                    <a:pt x="1046098" y="38099"/>
                  </a:lnTo>
                  <a:lnTo>
                    <a:pt x="969898" y="0"/>
                  </a:lnTo>
                  <a:close/>
                </a:path>
                <a:path w="1084579" h="114300">
                  <a:moveTo>
                    <a:pt x="969898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969898" y="76199"/>
                  </a:lnTo>
                  <a:lnTo>
                    <a:pt x="969898" y="38099"/>
                  </a:lnTo>
                  <a:close/>
                </a:path>
                <a:path w="1084579" h="114300">
                  <a:moveTo>
                    <a:pt x="1046098" y="38099"/>
                  </a:moveTo>
                  <a:lnTo>
                    <a:pt x="988948" y="38099"/>
                  </a:lnTo>
                  <a:lnTo>
                    <a:pt x="988948" y="76199"/>
                  </a:lnTo>
                  <a:lnTo>
                    <a:pt x="1046098" y="76199"/>
                  </a:lnTo>
                  <a:lnTo>
                    <a:pt x="1084198" y="57149"/>
                  </a:lnTo>
                  <a:lnTo>
                    <a:pt x="1046098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927595" y="3166328"/>
            <a:ext cx="278765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82838" y="3166328"/>
            <a:ext cx="267970" cy="11334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1000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81568" y="4530054"/>
            <a:ext cx="27051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19821" y="357166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19821" y="4956216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38871" y="4188627"/>
            <a:ext cx="228600" cy="699770"/>
          </a:xfrm>
          <a:custGeom>
            <a:avLst/>
            <a:gdLst/>
            <a:ahLst/>
            <a:cxnLst/>
            <a:rect l="l" t="t" r="r" b="b"/>
            <a:pathLst>
              <a:path w="228600" h="699770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699770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699770">
                <a:moveTo>
                  <a:pt x="152400" y="304800"/>
                </a:moveTo>
                <a:lnTo>
                  <a:pt x="76200" y="304800"/>
                </a:lnTo>
                <a:lnTo>
                  <a:pt x="76200" y="381000"/>
                </a:lnTo>
                <a:lnTo>
                  <a:pt x="152400" y="381000"/>
                </a:lnTo>
                <a:lnTo>
                  <a:pt x="152400" y="304800"/>
                </a:lnTo>
                <a:close/>
              </a:path>
              <a:path w="228600" h="699770">
                <a:moveTo>
                  <a:pt x="76200" y="470788"/>
                </a:moveTo>
                <a:lnTo>
                  <a:pt x="0" y="470788"/>
                </a:lnTo>
                <a:lnTo>
                  <a:pt x="114300" y="699388"/>
                </a:lnTo>
                <a:lnTo>
                  <a:pt x="209550" y="508888"/>
                </a:lnTo>
                <a:lnTo>
                  <a:pt x="76200" y="508888"/>
                </a:lnTo>
                <a:lnTo>
                  <a:pt x="76200" y="470788"/>
                </a:lnTo>
                <a:close/>
              </a:path>
              <a:path w="228600" h="699770">
                <a:moveTo>
                  <a:pt x="152400" y="457200"/>
                </a:moveTo>
                <a:lnTo>
                  <a:pt x="76200" y="457200"/>
                </a:lnTo>
                <a:lnTo>
                  <a:pt x="76200" y="508888"/>
                </a:lnTo>
                <a:lnTo>
                  <a:pt x="152400" y="508888"/>
                </a:lnTo>
                <a:lnTo>
                  <a:pt x="152400" y="457200"/>
                </a:lnTo>
                <a:close/>
              </a:path>
              <a:path w="228600" h="699770">
                <a:moveTo>
                  <a:pt x="228600" y="470788"/>
                </a:moveTo>
                <a:lnTo>
                  <a:pt x="152400" y="470788"/>
                </a:lnTo>
                <a:lnTo>
                  <a:pt x="152400" y="508888"/>
                </a:lnTo>
                <a:lnTo>
                  <a:pt x="209550" y="508888"/>
                </a:lnTo>
                <a:lnTo>
                  <a:pt x="228600" y="470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6800850" y="5175418"/>
            <a:ext cx="513715" cy="513080"/>
            <a:chOff x="6800850" y="4816602"/>
            <a:chExt cx="513715" cy="513080"/>
          </a:xfrm>
        </p:grpSpPr>
        <p:sp>
          <p:nvSpPr>
            <p:cNvPr id="40" name="object 40"/>
            <p:cNvSpPr/>
            <p:nvPr/>
          </p:nvSpPr>
          <p:spPr>
            <a:xfrm>
              <a:off x="6819900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237744" y="0"/>
                  </a:moveTo>
                  <a:lnTo>
                    <a:pt x="189825" y="4823"/>
                  </a:lnTo>
                  <a:lnTo>
                    <a:pt x="145196" y="18657"/>
                  </a:lnTo>
                  <a:lnTo>
                    <a:pt x="104812" y="40545"/>
                  </a:lnTo>
                  <a:lnTo>
                    <a:pt x="69627" y="69532"/>
                  </a:lnTo>
                  <a:lnTo>
                    <a:pt x="40598" y="104663"/>
                  </a:lnTo>
                  <a:lnTo>
                    <a:pt x="18680" y="144982"/>
                  </a:lnTo>
                  <a:lnTo>
                    <a:pt x="4829" y="189534"/>
                  </a:lnTo>
                  <a:lnTo>
                    <a:pt x="0" y="237362"/>
                  </a:lnTo>
                  <a:lnTo>
                    <a:pt x="4829" y="285191"/>
                  </a:lnTo>
                  <a:lnTo>
                    <a:pt x="18680" y="329743"/>
                  </a:lnTo>
                  <a:lnTo>
                    <a:pt x="40598" y="370062"/>
                  </a:lnTo>
                  <a:lnTo>
                    <a:pt x="69627" y="405193"/>
                  </a:lnTo>
                  <a:lnTo>
                    <a:pt x="104812" y="434180"/>
                  </a:lnTo>
                  <a:lnTo>
                    <a:pt x="145196" y="456068"/>
                  </a:lnTo>
                  <a:lnTo>
                    <a:pt x="189825" y="469902"/>
                  </a:lnTo>
                  <a:lnTo>
                    <a:pt x="237744" y="474726"/>
                  </a:lnTo>
                  <a:lnTo>
                    <a:pt x="285662" y="469902"/>
                  </a:lnTo>
                  <a:lnTo>
                    <a:pt x="330291" y="456068"/>
                  </a:lnTo>
                  <a:lnTo>
                    <a:pt x="370675" y="434180"/>
                  </a:lnTo>
                  <a:lnTo>
                    <a:pt x="405860" y="405193"/>
                  </a:lnTo>
                  <a:lnTo>
                    <a:pt x="434889" y="370062"/>
                  </a:lnTo>
                  <a:lnTo>
                    <a:pt x="456807" y="329743"/>
                  </a:lnTo>
                  <a:lnTo>
                    <a:pt x="470658" y="285191"/>
                  </a:lnTo>
                  <a:lnTo>
                    <a:pt x="475488" y="237362"/>
                  </a:lnTo>
                  <a:lnTo>
                    <a:pt x="470658" y="189534"/>
                  </a:lnTo>
                  <a:lnTo>
                    <a:pt x="456807" y="144982"/>
                  </a:lnTo>
                  <a:lnTo>
                    <a:pt x="434889" y="104663"/>
                  </a:lnTo>
                  <a:lnTo>
                    <a:pt x="405860" y="69532"/>
                  </a:lnTo>
                  <a:lnTo>
                    <a:pt x="370675" y="40545"/>
                  </a:lnTo>
                  <a:lnTo>
                    <a:pt x="330291" y="18657"/>
                  </a:lnTo>
                  <a:lnTo>
                    <a:pt x="285662" y="4823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19900" y="483565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237362"/>
                  </a:moveTo>
                  <a:lnTo>
                    <a:pt x="4829" y="189534"/>
                  </a:lnTo>
                  <a:lnTo>
                    <a:pt x="18680" y="144982"/>
                  </a:lnTo>
                  <a:lnTo>
                    <a:pt x="40598" y="104663"/>
                  </a:lnTo>
                  <a:lnTo>
                    <a:pt x="69627" y="69532"/>
                  </a:lnTo>
                  <a:lnTo>
                    <a:pt x="104812" y="40545"/>
                  </a:lnTo>
                  <a:lnTo>
                    <a:pt x="145196" y="18657"/>
                  </a:lnTo>
                  <a:lnTo>
                    <a:pt x="189825" y="4823"/>
                  </a:lnTo>
                  <a:lnTo>
                    <a:pt x="237744" y="0"/>
                  </a:lnTo>
                  <a:lnTo>
                    <a:pt x="285662" y="4823"/>
                  </a:lnTo>
                  <a:lnTo>
                    <a:pt x="330291" y="18657"/>
                  </a:lnTo>
                  <a:lnTo>
                    <a:pt x="370675" y="40545"/>
                  </a:lnTo>
                  <a:lnTo>
                    <a:pt x="405860" y="69532"/>
                  </a:lnTo>
                  <a:lnTo>
                    <a:pt x="434889" y="104663"/>
                  </a:lnTo>
                  <a:lnTo>
                    <a:pt x="456807" y="144982"/>
                  </a:lnTo>
                  <a:lnTo>
                    <a:pt x="470658" y="189534"/>
                  </a:lnTo>
                  <a:lnTo>
                    <a:pt x="475488" y="237362"/>
                  </a:lnTo>
                  <a:lnTo>
                    <a:pt x="470658" y="285191"/>
                  </a:lnTo>
                  <a:lnTo>
                    <a:pt x="456807" y="329743"/>
                  </a:lnTo>
                  <a:lnTo>
                    <a:pt x="434889" y="370062"/>
                  </a:lnTo>
                  <a:lnTo>
                    <a:pt x="405860" y="405193"/>
                  </a:lnTo>
                  <a:lnTo>
                    <a:pt x="370675" y="434180"/>
                  </a:lnTo>
                  <a:lnTo>
                    <a:pt x="330291" y="456068"/>
                  </a:lnTo>
                  <a:lnTo>
                    <a:pt x="285662" y="469902"/>
                  </a:lnTo>
                  <a:lnTo>
                    <a:pt x="237744" y="474726"/>
                  </a:lnTo>
                  <a:lnTo>
                    <a:pt x="189825" y="469902"/>
                  </a:lnTo>
                  <a:lnTo>
                    <a:pt x="145196" y="456068"/>
                  </a:lnTo>
                  <a:lnTo>
                    <a:pt x="104812" y="434180"/>
                  </a:lnTo>
                  <a:lnTo>
                    <a:pt x="69627" y="405193"/>
                  </a:lnTo>
                  <a:lnTo>
                    <a:pt x="40598" y="370062"/>
                  </a:lnTo>
                  <a:lnTo>
                    <a:pt x="18680" y="329743"/>
                  </a:lnTo>
                  <a:lnTo>
                    <a:pt x="4829" y="285191"/>
                  </a:lnTo>
                  <a:lnTo>
                    <a:pt x="0" y="237362"/>
                  </a:lnTo>
                  <a:close/>
                </a:path>
              </a:pathLst>
            </a:custGeom>
            <a:ln w="381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926326" y="4530054"/>
            <a:ext cx="280670" cy="11188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spc="-50" dirty="0">
                <a:latin typeface="Cambria Math"/>
                <a:cs typeface="Cambria Math"/>
              </a:rPr>
              <a:t>𝒖</a:t>
            </a:r>
            <a:endParaRPr sz="2800">
              <a:latin typeface="Cambria Math"/>
              <a:cs typeface="Cambria Math"/>
            </a:endParaRPr>
          </a:p>
          <a:p>
            <a:pPr marL="54610">
              <a:lnSpc>
                <a:spcPct val="100000"/>
              </a:lnSpc>
              <a:spcBef>
                <a:spcPts val="944"/>
              </a:spcBef>
            </a:pPr>
            <a:r>
              <a:rPr sz="2800" spc="-50" dirty="0">
                <a:solidFill>
                  <a:srgbClr val="FFFFFF"/>
                </a:solidFill>
                <a:latin typeface="Cambria Math"/>
                <a:cs typeface="Cambria Math"/>
              </a:rPr>
              <a:t>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12135" y="5895650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松弛成功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11821" y="5895650"/>
            <a:ext cx="12446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15" dirty="0">
                <a:latin typeface="宋体"/>
                <a:cs typeface="宋体"/>
              </a:rPr>
              <a:t>松弛失败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7" name="object 3">
            <a:extLst>
              <a:ext uri="{FF2B5EF4-FFF2-40B4-BE49-F238E27FC236}">
                <a16:creationId xmlns:a16="http://schemas.microsoft.com/office/drawing/2014/main" id="{4CD5D672-357A-2045-B659-B3A437489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255" y="270983"/>
            <a:ext cx="19634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517" y="310238"/>
            <a:ext cx="220357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8800" y="4342891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985260" cy="1927225"/>
            </a:xfrm>
            <a:custGeom>
              <a:avLst/>
              <a:gdLst/>
              <a:ahLst/>
              <a:cxnLst/>
              <a:rect l="l" t="t" r="r" b="b"/>
              <a:pathLst>
                <a:path w="3985259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985259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985259" h="1927225">
                  <a:moveTo>
                    <a:pt x="1971040" y="1395476"/>
                  </a:moveTo>
                  <a:lnTo>
                    <a:pt x="1932940" y="1395476"/>
                  </a:lnTo>
                  <a:lnTo>
                    <a:pt x="1932940" y="1353451"/>
                  </a:lnTo>
                  <a:lnTo>
                    <a:pt x="1933194" y="1051433"/>
                  </a:lnTo>
                  <a:lnTo>
                    <a:pt x="1933321" y="1008126"/>
                  </a:lnTo>
                  <a:lnTo>
                    <a:pt x="1933575" y="944753"/>
                  </a:lnTo>
                  <a:lnTo>
                    <a:pt x="1933702" y="927862"/>
                  </a:lnTo>
                  <a:lnTo>
                    <a:pt x="1933829" y="886968"/>
                  </a:lnTo>
                  <a:lnTo>
                    <a:pt x="1934083" y="591693"/>
                  </a:lnTo>
                  <a:lnTo>
                    <a:pt x="1934210" y="385191"/>
                  </a:lnTo>
                  <a:lnTo>
                    <a:pt x="1896110" y="385191"/>
                  </a:lnTo>
                  <a:lnTo>
                    <a:pt x="1895983" y="591693"/>
                  </a:lnTo>
                  <a:lnTo>
                    <a:pt x="1895729" y="919734"/>
                  </a:lnTo>
                  <a:lnTo>
                    <a:pt x="1895221" y="1007872"/>
                  </a:lnTo>
                  <a:lnTo>
                    <a:pt x="1895094" y="1051179"/>
                  </a:lnTo>
                  <a:lnTo>
                    <a:pt x="1894967" y="1303274"/>
                  </a:lnTo>
                  <a:lnTo>
                    <a:pt x="1894840" y="1353451"/>
                  </a:lnTo>
                  <a:lnTo>
                    <a:pt x="1894840" y="1395476"/>
                  </a:lnTo>
                  <a:lnTo>
                    <a:pt x="1856740" y="1395476"/>
                  </a:lnTo>
                  <a:lnTo>
                    <a:pt x="1913890" y="1509776"/>
                  </a:lnTo>
                  <a:lnTo>
                    <a:pt x="1961515" y="1414526"/>
                  </a:lnTo>
                  <a:lnTo>
                    <a:pt x="1971040" y="1395476"/>
                  </a:lnTo>
                  <a:close/>
                </a:path>
                <a:path w="3985259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985259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  <a:path w="3985259" h="1927225">
                  <a:moveTo>
                    <a:pt x="3985133" y="1401699"/>
                  </a:moveTo>
                  <a:lnTo>
                    <a:pt x="3947071" y="1401660"/>
                  </a:lnTo>
                  <a:lnTo>
                    <a:pt x="3947160" y="1359535"/>
                  </a:lnTo>
                  <a:lnTo>
                    <a:pt x="3947541" y="1309243"/>
                  </a:lnTo>
                  <a:lnTo>
                    <a:pt x="3948176" y="1192403"/>
                  </a:lnTo>
                  <a:lnTo>
                    <a:pt x="3948557" y="1170559"/>
                  </a:lnTo>
                  <a:lnTo>
                    <a:pt x="3948684" y="1149350"/>
                  </a:lnTo>
                  <a:lnTo>
                    <a:pt x="3949192" y="1110107"/>
                  </a:lnTo>
                  <a:lnTo>
                    <a:pt x="3949331" y="1091184"/>
                  </a:lnTo>
                  <a:lnTo>
                    <a:pt x="3949700" y="1074166"/>
                  </a:lnTo>
                  <a:lnTo>
                    <a:pt x="3949827" y="1057021"/>
                  </a:lnTo>
                  <a:lnTo>
                    <a:pt x="3950093" y="1041527"/>
                  </a:lnTo>
                  <a:lnTo>
                    <a:pt x="3950462" y="1027811"/>
                  </a:lnTo>
                  <a:lnTo>
                    <a:pt x="3950982" y="1001395"/>
                  </a:lnTo>
                  <a:lnTo>
                    <a:pt x="3951224" y="991616"/>
                  </a:lnTo>
                  <a:lnTo>
                    <a:pt x="3951643" y="980821"/>
                  </a:lnTo>
                  <a:lnTo>
                    <a:pt x="3951909" y="972439"/>
                  </a:lnTo>
                  <a:lnTo>
                    <a:pt x="3953002" y="957580"/>
                  </a:lnTo>
                  <a:lnTo>
                    <a:pt x="3953154" y="956818"/>
                  </a:lnTo>
                  <a:lnTo>
                    <a:pt x="3953256" y="956310"/>
                  </a:lnTo>
                  <a:lnTo>
                    <a:pt x="3953764" y="951738"/>
                  </a:lnTo>
                  <a:lnTo>
                    <a:pt x="3953865" y="950468"/>
                  </a:lnTo>
                  <a:lnTo>
                    <a:pt x="3954119" y="947674"/>
                  </a:lnTo>
                  <a:lnTo>
                    <a:pt x="3954170" y="946785"/>
                  </a:lnTo>
                  <a:lnTo>
                    <a:pt x="3954449" y="940181"/>
                  </a:lnTo>
                  <a:lnTo>
                    <a:pt x="3954703" y="933450"/>
                  </a:lnTo>
                  <a:lnTo>
                    <a:pt x="3955034" y="926338"/>
                  </a:lnTo>
                  <a:lnTo>
                    <a:pt x="3955300" y="915670"/>
                  </a:lnTo>
                  <a:lnTo>
                    <a:pt x="3955808" y="892810"/>
                  </a:lnTo>
                  <a:lnTo>
                    <a:pt x="3956177" y="880237"/>
                  </a:lnTo>
                  <a:lnTo>
                    <a:pt x="3956685" y="850011"/>
                  </a:lnTo>
                  <a:lnTo>
                    <a:pt x="3957193" y="815975"/>
                  </a:lnTo>
                  <a:lnTo>
                    <a:pt x="3957320" y="797560"/>
                  </a:lnTo>
                  <a:lnTo>
                    <a:pt x="3957701" y="778129"/>
                  </a:lnTo>
                  <a:lnTo>
                    <a:pt x="3957828" y="757555"/>
                  </a:lnTo>
                  <a:lnTo>
                    <a:pt x="3958590" y="692785"/>
                  </a:lnTo>
                  <a:lnTo>
                    <a:pt x="3958590" y="669671"/>
                  </a:lnTo>
                  <a:lnTo>
                    <a:pt x="3958844" y="646176"/>
                  </a:lnTo>
                  <a:lnTo>
                    <a:pt x="3959352" y="547624"/>
                  </a:lnTo>
                  <a:lnTo>
                    <a:pt x="3959479" y="496062"/>
                  </a:lnTo>
                  <a:lnTo>
                    <a:pt x="3959733" y="443992"/>
                  </a:lnTo>
                  <a:lnTo>
                    <a:pt x="3959733" y="391287"/>
                  </a:lnTo>
                  <a:lnTo>
                    <a:pt x="3921633" y="391287"/>
                  </a:lnTo>
                  <a:lnTo>
                    <a:pt x="3921633" y="443992"/>
                  </a:lnTo>
                  <a:lnTo>
                    <a:pt x="3921379" y="496062"/>
                  </a:lnTo>
                  <a:lnTo>
                    <a:pt x="3921239" y="547624"/>
                  </a:lnTo>
                  <a:lnTo>
                    <a:pt x="3920731" y="646430"/>
                  </a:lnTo>
                  <a:lnTo>
                    <a:pt x="3920490" y="669671"/>
                  </a:lnTo>
                  <a:lnTo>
                    <a:pt x="3920477" y="692785"/>
                  </a:lnTo>
                  <a:lnTo>
                    <a:pt x="3919728" y="757555"/>
                  </a:lnTo>
                  <a:lnTo>
                    <a:pt x="3919588" y="778129"/>
                  </a:lnTo>
                  <a:lnTo>
                    <a:pt x="3918839" y="832993"/>
                  </a:lnTo>
                  <a:lnTo>
                    <a:pt x="3918331" y="864997"/>
                  </a:lnTo>
                  <a:lnTo>
                    <a:pt x="3917797" y="893572"/>
                  </a:lnTo>
                  <a:lnTo>
                    <a:pt x="3917416" y="905764"/>
                  </a:lnTo>
                  <a:lnTo>
                    <a:pt x="3916896" y="926338"/>
                  </a:lnTo>
                  <a:lnTo>
                    <a:pt x="3916680" y="933450"/>
                  </a:lnTo>
                  <a:lnTo>
                    <a:pt x="3916222" y="941705"/>
                  </a:lnTo>
                  <a:lnTo>
                    <a:pt x="3916045" y="945515"/>
                  </a:lnTo>
                  <a:lnTo>
                    <a:pt x="3915803" y="948804"/>
                  </a:lnTo>
                  <a:lnTo>
                    <a:pt x="3915918" y="948436"/>
                  </a:lnTo>
                  <a:lnTo>
                    <a:pt x="3916426" y="946785"/>
                  </a:lnTo>
                  <a:lnTo>
                    <a:pt x="3916172" y="947674"/>
                  </a:lnTo>
                  <a:lnTo>
                    <a:pt x="3915918" y="948436"/>
                  </a:lnTo>
                  <a:lnTo>
                    <a:pt x="3915791" y="949071"/>
                  </a:lnTo>
                  <a:lnTo>
                    <a:pt x="3915664" y="950468"/>
                  </a:lnTo>
                  <a:lnTo>
                    <a:pt x="3915803" y="948804"/>
                  </a:lnTo>
                  <a:lnTo>
                    <a:pt x="3913200" y="991616"/>
                  </a:lnTo>
                  <a:lnTo>
                    <a:pt x="3912870" y="1001395"/>
                  </a:lnTo>
                  <a:lnTo>
                    <a:pt x="3912616" y="1013714"/>
                  </a:lnTo>
                  <a:lnTo>
                    <a:pt x="3912082" y="1042162"/>
                  </a:lnTo>
                  <a:lnTo>
                    <a:pt x="3911714" y="1057783"/>
                  </a:lnTo>
                  <a:lnTo>
                    <a:pt x="3911587" y="1074166"/>
                  </a:lnTo>
                  <a:lnTo>
                    <a:pt x="3911333" y="1091819"/>
                  </a:lnTo>
                  <a:lnTo>
                    <a:pt x="3910584" y="1149350"/>
                  </a:lnTo>
                  <a:lnTo>
                    <a:pt x="3910444" y="1170559"/>
                  </a:lnTo>
                  <a:lnTo>
                    <a:pt x="3909949" y="1214247"/>
                  </a:lnTo>
                  <a:lnTo>
                    <a:pt x="3909428" y="1309497"/>
                  </a:lnTo>
                  <a:lnTo>
                    <a:pt x="3909060" y="1359535"/>
                  </a:lnTo>
                  <a:lnTo>
                    <a:pt x="3908971" y="1401622"/>
                  </a:lnTo>
                  <a:lnTo>
                    <a:pt x="3870833" y="1401572"/>
                  </a:lnTo>
                  <a:lnTo>
                    <a:pt x="3927856" y="1515872"/>
                  </a:lnTo>
                  <a:lnTo>
                    <a:pt x="3975570" y="1420749"/>
                  </a:lnTo>
                  <a:lnTo>
                    <a:pt x="3985133" y="1401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547" y="5305915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7800" y="5585685"/>
            <a:ext cx="41846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77861" y="5585685"/>
            <a:ext cx="32829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985260" cy="1927225"/>
            </a:xfrm>
            <a:custGeom>
              <a:avLst/>
              <a:gdLst/>
              <a:ahLst/>
              <a:cxnLst/>
              <a:rect l="l" t="t" r="r" b="b"/>
              <a:pathLst>
                <a:path w="3985259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985259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985259" h="1927225">
                  <a:moveTo>
                    <a:pt x="1971040" y="1395476"/>
                  </a:moveTo>
                  <a:lnTo>
                    <a:pt x="1932940" y="1395476"/>
                  </a:lnTo>
                  <a:lnTo>
                    <a:pt x="1932940" y="1353451"/>
                  </a:lnTo>
                  <a:lnTo>
                    <a:pt x="1933194" y="1051433"/>
                  </a:lnTo>
                  <a:lnTo>
                    <a:pt x="1933321" y="1008126"/>
                  </a:lnTo>
                  <a:lnTo>
                    <a:pt x="1933575" y="944753"/>
                  </a:lnTo>
                  <a:lnTo>
                    <a:pt x="1933702" y="927862"/>
                  </a:lnTo>
                  <a:lnTo>
                    <a:pt x="1933829" y="886968"/>
                  </a:lnTo>
                  <a:lnTo>
                    <a:pt x="1934083" y="591693"/>
                  </a:lnTo>
                  <a:lnTo>
                    <a:pt x="1934210" y="385191"/>
                  </a:lnTo>
                  <a:lnTo>
                    <a:pt x="1896110" y="385191"/>
                  </a:lnTo>
                  <a:lnTo>
                    <a:pt x="1895983" y="591693"/>
                  </a:lnTo>
                  <a:lnTo>
                    <a:pt x="1895729" y="919734"/>
                  </a:lnTo>
                  <a:lnTo>
                    <a:pt x="1895221" y="1007872"/>
                  </a:lnTo>
                  <a:lnTo>
                    <a:pt x="1895094" y="1051179"/>
                  </a:lnTo>
                  <a:lnTo>
                    <a:pt x="1894967" y="1303274"/>
                  </a:lnTo>
                  <a:lnTo>
                    <a:pt x="1894840" y="1353451"/>
                  </a:lnTo>
                  <a:lnTo>
                    <a:pt x="1894840" y="1395476"/>
                  </a:lnTo>
                  <a:lnTo>
                    <a:pt x="1856740" y="1395476"/>
                  </a:lnTo>
                  <a:lnTo>
                    <a:pt x="1913890" y="1509776"/>
                  </a:lnTo>
                  <a:lnTo>
                    <a:pt x="1961515" y="1414526"/>
                  </a:lnTo>
                  <a:lnTo>
                    <a:pt x="1971040" y="1395476"/>
                  </a:lnTo>
                  <a:close/>
                </a:path>
                <a:path w="3985259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985259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  <a:path w="3985259" h="1927225">
                  <a:moveTo>
                    <a:pt x="3985133" y="1401699"/>
                  </a:moveTo>
                  <a:lnTo>
                    <a:pt x="3947071" y="1401660"/>
                  </a:lnTo>
                  <a:lnTo>
                    <a:pt x="3947160" y="1359535"/>
                  </a:lnTo>
                  <a:lnTo>
                    <a:pt x="3947541" y="1309243"/>
                  </a:lnTo>
                  <a:lnTo>
                    <a:pt x="3948176" y="1192403"/>
                  </a:lnTo>
                  <a:lnTo>
                    <a:pt x="3948557" y="1170559"/>
                  </a:lnTo>
                  <a:lnTo>
                    <a:pt x="3948684" y="1149350"/>
                  </a:lnTo>
                  <a:lnTo>
                    <a:pt x="3949192" y="1110107"/>
                  </a:lnTo>
                  <a:lnTo>
                    <a:pt x="3949331" y="1091184"/>
                  </a:lnTo>
                  <a:lnTo>
                    <a:pt x="3949700" y="1074166"/>
                  </a:lnTo>
                  <a:lnTo>
                    <a:pt x="3949827" y="1057021"/>
                  </a:lnTo>
                  <a:lnTo>
                    <a:pt x="3950093" y="1041527"/>
                  </a:lnTo>
                  <a:lnTo>
                    <a:pt x="3950462" y="1027811"/>
                  </a:lnTo>
                  <a:lnTo>
                    <a:pt x="3950982" y="1001395"/>
                  </a:lnTo>
                  <a:lnTo>
                    <a:pt x="3951224" y="991616"/>
                  </a:lnTo>
                  <a:lnTo>
                    <a:pt x="3951643" y="980821"/>
                  </a:lnTo>
                  <a:lnTo>
                    <a:pt x="3951909" y="972439"/>
                  </a:lnTo>
                  <a:lnTo>
                    <a:pt x="3953002" y="957580"/>
                  </a:lnTo>
                  <a:lnTo>
                    <a:pt x="3953154" y="956818"/>
                  </a:lnTo>
                  <a:lnTo>
                    <a:pt x="3953256" y="956310"/>
                  </a:lnTo>
                  <a:lnTo>
                    <a:pt x="3953764" y="951738"/>
                  </a:lnTo>
                  <a:lnTo>
                    <a:pt x="3953865" y="950468"/>
                  </a:lnTo>
                  <a:lnTo>
                    <a:pt x="3954119" y="947674"/>
                  </a:lnTo>
                  <a:lnTo>
                    <a:pt x="3954170" y="946785"/>
                  </a:lnTo>
                  <a:lnTo>
                    <a:pt x="3954449" y="940181"/>
                  </a:lnTo>
                  <a:lnTo>
                    <a:pt x="3954703" y="933450"/>
                  </a:lnTo>
                  <a:lnTo>
                    <a:pt x="3955034" y="926338"/>
                  </a:lnTo>
                  <a:lnTo>
                    <a:pt x="3955300" y="915670"/>
                  </a:lnTo>
                  <a:lnTo>
                    <a:pt x="3955808" y="892810"/>
                  </a:lnTo>
                  <a:lnTo>
                    <a:pt x="3956177" y="880237"/>
                  </a:lnTo>
                  <a:lnTo>
                    <a:pt x="3956685" y="850011"/>
                  </a:lnTo>
                  <a:lnTo>
                    <a:pt x="3957193" y="815975"/>
                  </a:lnTo>
                  <a:lnTo>
                    <a:pt x="3957320" y="797560"/>
                  </a:lnTo>
                  <a:lnTo>
                    <a:pt x="3957701" y="778129"/>
                  </a:lnTo>
                  <a:lnTo>
                    <a:pt x="3957828" y="757555"/>
                  </a:lnTo>
                  <a:lnTo>
                    <a:pt x="3958590" y="692785"/>
                  </a:lnTo>
                  <a:lnTo>
                    <a:pt x="3958590" y="669671"/>
                  </a:lnTo>
                  <a:lnTo>
                    <a:pt x="3958844" y="646176"/>
                  </a:lnTo>
                  <a:lnTo>
                    <a:pt x="3959352" y="547624"/>
                  </a:lnTo>
                  <a:lnTo>
                    <a:pt x="3959479" y="496062"/>
                  </a:lnTo>
                  <a:lnTo>
                    <a:pt x="3959733" y="443992"/>
                  </a:lnTo>
                  <a:lnTo>
                    <a:pt x="3959733" y="391287"/>
                  </a:lnTo>
                  <a:lnTo>
                    <a:pt x="3921633" y="391287"/>
                  </a:lnTo>
                  <a:lnTo>
                    <a:pt x="3921633" y="443992"/>
                  </a:lnTo>
                  <a:lnTo>
                    <a:pt x="3921379" y="496062"/>
                  </a:lnTo>
                  <a:lnTo>
                    <a:pt x="3921239" y="547624"/>
                  </a:lnTo>
                  <a:lnTo>
                    <a:pt x="3920731" y="646430"/>
                  </a:lnTo>
                  <a:lnTo>
                    <a:pt x="3920490" y="669671"/>
                  </a:lnTo>
                  <a:lnTo>
                    <a:pt x="3920477" y="692785"/>
                  </a:lnTo>
                  <a:lnTo>
                    <a:pt x="3919728" y="757555"/>
                  </a:lnTo>
                  <a:lnTo>
                    <a:pt x="3919588" y="778129"/>
                  </a:lnTo>
                  <a:lnTo>
                    <a:pt x="3918839" y="832993"/>
                  </a:lnTo>
                  <a:lnTo>
                    <a:pt x="3918331" y="864997"/>
                  </a:lnTo>
                  <a:lnTo>
                    <a:pt x="3917797" y="893572"/>
                  </a:lnTo>
                  <a:lnTo>
                    <a:pt x="3917416" y="905764"/>
                  </a:lnTo>
                  <a:lnTo>
                    <a:pt x="3916896" y="926338"/>
                  </a:lnTo>
                  <a:lnTo>
                    <a:pt x="3916680" y="933450"/>
                  </a:lnTo>
                  <a:lnTo>
                    <a:pt x="3916222" y="941705"/>
                  </a:lnTo>
                  <a:lnTo>
                    <a:pt x="3916045" y="945515"/>
                  </a:lnTo>
                  <a:lnTo>
                    <a:pt x="3915803" y="948804"/>
                  </a:lnTo>
                  <a:lnTo>
                    <a:pt x="3915918" y="948436"/>
                  </a:lnTo>
                  <a:lnTo>
                    <a:pt x="3916426" y="946785"/>
                  </a:lnTo>
                  <a:lnTo>
                    <a:pt x="3916172" y="947674"/>
                  </a:lnTo>
                  <a:lnTo>
                    <a:pt x="3915918" y="948436"/>
                  </a:lnTo>
                  <a:lnTo>
                    <a:pt x="3915791" y="949071"/>
                  </a:lnTo>
                  <a:lnTo>
                    <a:pt x="3915664" y="950468"/>
                  </a:lnTo>
                  <a:lnTo>
                    <a:pt x="3915803" y="948804"/>
                  </a:lnTo>
                  <a:lnTo>
                    <a:pt x="3913200" y="991616"/>
                  </a:lnTo>
                  <a:lnTo>
                    <a:pt x="3912870" y="1001395"/>
                  </a:lnTo>
                  <a:lnTo>
                    <a:pt x="3912616" y="1013714"/>
                  </a:lnTo>
                  <a:lnTo>
                    <a:pt x="3912082" y="1042162"/>
                  </a:lnTo>
                  <a:lnTo>
                    <a:pt x="3911714" y="1057783"/>
                  </a:lnTo>
                  <a:lnTo>
                    <a:pt x="3911587" y="1074166"/>
                  </a:lnTo>
                  <a:lnTo>
                    <a:pt x="3911333" y="1091819"/>
                  </a:lnTo>
                  <a:lnTo>
                    <a:pt x="3910584" y="1149350"/>
                  </a:lnTo>
                  <a:lnTo>
                    <a:pt x="3910444" y="1170559"/>
                  </a:lnTo>
                  <a:lnTo>
                    <a:pt x="3909949" y="1214247"/>
                  </a:lnTo>
                  <a:lnTo>
                    <a:pt x="3909428" y="1309497"/>
                  </a:lnTo>
                  <a:lnTo>
                    <a:pt x="3909060" y="1359535"/>
                  </a:lnTo>
                  <a:lnTo>
                    <a:pt x="3908971" y="1401622"/>
                  </a:lnTo>
                  <a:lnTo>
                    <a:pt x="3870833" y="1401572"/>
                  </a:lnTo>
                  <a:lnTo>
                    <a:pt x="3927856" y="1515872"/>
                  </a:lnTo>
                  <a:lnTo>
                    <a:pt x="3975570" y="1420749"/>
                  </a:lnTo>
                  <a:lnTo>
                    <a:pt x="3985133" y="1401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22526" y="3144773"/>
            <a:ext cx="5289550" cy="2343150"/>
            <a:chOff x="1922526" y="3144773"/>
            <a:chExt cx="5289550" cy="2343150"/>
          </a:xfrm>
        </p:grpSpPr>
        <p:sp>
          <p:nvSpPr>
            <p:cNvPr id="21" name="object 21"/>
            <p:cNvSpPr/>
            <p:nvPr/>
          </p:nvSpPr>
          <p:spPr>
            <a:xfrm>
              <a:off x="5587365" y="3532377"/>
              <a:ext cx="1624330" cy="1955164"/>
            </a:xfrm>
            <a:custGeom>
              <a:avLst/>
              <a:gdLst/>
              <a:ahLst/>
              <a:cxnLst/>
              <a:rect l="l" t="t" r="r" b="b"/>
              <a:pathLst>
                <a:path w="1624329" h="1955164">
                  <a:moveTo>
                    <a:pt x="1600327" y="1955165"/>
                  </a:moveTo>
                  <a:lnTo>
                    <a:pt x="1579676" y="1910969"/>
                  </a:lnTo>
                  <a:lnTo>
                    <a:pt x="1546225" y="1839341"/>
                  </a:lnTo>
                  <a:lnTo>
                    <a:pt x="1522514" y="1869274"/>
                  </a:lnTo>
                  <a:lnTo>
                    <a:pt x="23622" y="680212"/>
                  </a:lnTo>
                  <a:lnTo>
                    <a:pt x="0" y="710184"/>
                  </a:lnTo>
                  <a:lnTo>
                    <a:pt x="1498892" y="1899119"/>
                  </a:lnTo>
                  <a:lnTo>
                    <a:pt x="1475232" y="1929003"/>
                  </a:lnTo>
                  <a:lnTo>
                    <a:pt x="1600327" y="1955165"/>
                  </a:lnTo>
                  <a:close/>
                </a:path>
                <a:path w="1624329" h="1955164">
                  <a:moveTo>
                    <a:pt x="1605915" y="104648"/>
                  </a:moveTo>
                  <a:lnTo>
                    <a:pt x="1591779" y="89408"/>
                  </a:lnTo>
                  <a:lnTo>
                    <a:pt x="1519047" y="10922"/>
                  </a:lnTo>
                  <a:lnTo>
                    <a:pt x="1505165" y="47777"/>
                  </a:lnTo>
                  <a:lnTo>
                    <a:pt x="1457350" y="38100"/>
                  </a:lnTo>
                  <a:lnTo>
                    <a:pt x="1372108" y="26797"/>
                  </a:lnTo>
                  <a:lnTo>
                    <a:pt x="1316609" y="21082"/>
                  </a:lnTo>
                  <a:lnTo>
                    <a:pt x="1226312" y="13462"/>
                  </a:lnTo>
                  <a:lnTo>
                    <a:pt x="1129157" y="7378"/>
                  </a:lnTo>
                  <a:lnTo>
                    <a:pt x="1061580" y="4203"/>
                  </a:lnTo>
                  <a:lnTo>
                    <a:pt x="992378" y="1917"/>
                  </a:lnTo>
                  <a:lnTo>
                    <a:pt x="922007" y="508"/>
                  </a:lnTo>
                  <a:lnTo>
                    <a:pt x="851027" y="0"/>
                  </a:lnTo>
                  <a:lnTo>
                    <a:pt x="780034" y="508"/>
                  </a:lnTo>
                  <a:lnTo>
                    <a:pt x="709676" y="2159"/>
                  </a:lnTo>
                  <a:lnTo>
                    <a:pt x="640334" y="4826"/>
                  </a:lnTo>
                  <a:lnTo>
                    <a:pt x="572770" y="8509"/>
                  </a:lnTo>
                  <a:lnTo>
                    <a:pt x="507365" y="12827"/>
                  </a:lnTo>
                  <a:lnTo>
                    <a:pt x="444627" y="18161"/>
                  </a:lnTo>
                  <a:lnTo>
                    <a:pt x="385318" y="24142"/>
                  </a:lnTo>
                  <a:lnTo>
                    <a:pt x="329692" y="30861"/>
                  </a:lnTo>
                  <a:lnTo>
                    <a:pt x="278384" y="38100"/>
                  </a:lnTo>
                  <a:lnTo>
                    <a:pt x="232156" y="45974"/>
                  </a:lnTo>
                  <a:lnTo>
                    <a:pt x="191135" y="54241"/>
                  </a:lnTo>
                  <a:lnTo>
                    <a:pt x="140335" y="67564"/>
                  </a:lnTo>
                  <a:lnTo>
                    <a:pt x="103251" y="82804"/>
                  </a:lnTo>
                  <a:lnTo>
                    <a:pt x="88265" y="93726"/>
                  </a:lnTo>
                  <a:lnTo>
                    <a:pt x="86995" y="94742"/>
                  </a:lnTo>
                  <a:lnTo>
                    <a:pt x="78867" y="108585"/>
                  </a:lnTo>
                  <a:lnTo>
                    <a:pt x="77851" y="113157"/>
                  </a:lnTo>
                  <a:lnTo>
                    <a:pt x="114020" y="121462"/>
                  </a:lnTo>
                  <a:lnTo>
                    <a:pt x="114134" y="121196"/>
                  </a:lnTo>
                  <a:lnTo>
                    <a:pt x="114109" y="121488"/>
                  </a:lnTo>
                  <a:lnTo>
                    <a:pt x="113906" y="121704"/>
                  </a:lnTo>
                  <a:lnTo>
                    <a:pt x="113030" y="122682"/>
                  </a:lnTo>
                  <a:lnTo>
                    <a:pt x="113741" y="122072"/>
                  </a:lnTo>
                  <a:lnTo>
                    <a:pt x="113030" y="123698"/>
                  </a:lnTo>
                  <a:lnTo>
                    <a:pt x="114515" y="121577"/>
                  </a:lnTo>
                  <a:lnTo>
                    <a:pt x="114935" y="121666"/>
                  </a:lnTo>
                  <a:lnTo>
                    <a:pt x="115100" y="120916"/>
                  </a:lnTo>
                  <a:lnTo>
                    <a:pt x="152908" y="103632"/>
                  </a:lnTo>
                  <a:lnTo>
                    <a:pt x="199771" y="91313"/>
                  </a:lnTo>
                  <a:lnTo>
                    <a:pt x="239395" y="83312"/>
                  </a:lnTo>
                  <a:lnTo>
                    <a:pt x="284480" y="75692"/>
                  </a:lnTo>
                  <a:lnTo>
                    <a:pt x="361823" y="65278"/>
                  </a:lnTo>
                  <a:lnTo>
                    <a:pt x="418465" y="59067"/>
                  </a:lnTo>
                  <a:lnTo>
                    <a:pt x="478917" y="53479"/>
                  </a:lnTo>
                  <a:lnTo>
                    <a:pt x="542417" y="48653"/>
                  </a:lnTo>
                  <a:lnTo>
                    <a:pt x="642366" y="42926"/>
                  </a:lnTo>
                  <a:lnTo>
                    <a:pt x="711073" y="40259"/>
                  </a:lnTo>
                  <a:lnTo>
                    <a:pt x="780923" y="38608"/>
                  </a:lnTo>
                  <a:lnTo>
                    <a:pt x="908380" y="38519"/>
                  </a:lnTo>
                  <a:lnTo>
                    <a:pt x="921639" y="38608"/>
                  </a:lnTo>
                  <a:lnTo>
                    <a:pt x="991489" y="40017"/>
                  </a:lnTo>
                  <a:lnTo>
                    <a:pt x="1060323" y="42303"/>
                  </a:lnTo>
                  <a:lnTo>
                    <a:pt x="1127379" y="45339"/>
                  </a:lnTo>
                  <a:lnTo>
                    <a:pt x="1223645" y="51435"/>
                  </a:lnTo>
                  <a:lnTo>
                    <a:pt x="1284097" y="56388"/>
                  </a:lnTo>
                  <a:lnTo>
                    <a:pt x="1341120" y="61849"/>
                  </a:lnTo>
                  <a:lnTo>
                    <a:pt x="1393698" y="67703"/>
                  </a:lnTo>
                  <a:lnTo>
                    <a:pt x="1463675" y="77597"/>
                  </a:lnTo>
                  <a:lnTo>
                    <a:pt x="1491767" y="83362"/>
                  </a:lnTo>
                  <a:lnTo>
                    <a:pt x="1478788" y="117856"/>
                  </a:lnTo>
                  <a:lnTo>
                    <a:pt x="1605915" y="104648"/>
                  </a:lnTo>
                  <a:close/>
                </a:path>
                <a:path w="1624329" h="1955164">
                  <a:moveTo>
                    <a:pt x="1624203" y="618871"/>
                  </a:moveTo>
                  <a:lnTo>
                    <a:pt x="1601000" y="612267"/>
                  </a:lnTo>
                  <a:lnTo>
                    <a:pt x="1588452" y="608698"/>
                  </a:lnTo>
                  <a:lnTo>
                    <a:pt x="1588579" y="608457"/>
                  </a:lnTo>
                  <a:lnTo>
                    <a:pt x="1589747" y="606361"/>
                  </a:lnTo>
                  <a:lnTo>
                    <a:pt x="1590802" y="605409"/>
                  </a:lnTo>
                  <a:lnTo>
                    <a:pt x="1589913" y="606044"/>
                  </a:lnTo>
                  <a:lnTo>
                    <a:pt x="1590548" y="604901"/>
                  </a:lnTo>
                  <a:lnTo>
                    <a:pt x="1588820" y="606818"/>
                  </a:lnTo>
                  <a:lnTo>
                    <a:pt x="1585468" y="609219"/>
                  </a:lnTo>
                  <a:lnTo>
                    <a:pt x="1536573" y="624332"/>
                  </a:lnTo>
                  <a:lnTo>
                    <a:pt x="1484249" y="634365"/>
                  </a:lnTo>
                  <a:lnTo>
                    <a:pt x="1418336" y="643636"/>
                  </a:lnTo>
                  <a:lnTo>
                    <a:pt x="1340993" y="652145"/>
                  </a:lnTo>
                  <a:lnTo>
                    <a:pt x="1284224" y="657225"/>
                  </a:lnTo>
                  <a:lnTo>
                    <a:pt x="1192149" y="663829"/>
                  </a:lnTo>
                  <a:lnTo>
                    <a:pt x="1060183" y="670306"/>
                  </a:lnTo>
                  <a:lnTo>
                    <a:pt x="921512" y="673735"/>
                  </a:lnTo>
                  <a:lnTo>
                    <a:pt x="851027" y="674116"/>
                  </a:lnTo>
                  <a:lnTo>
                    <a:pt x="780542" y="673735"/>
                  </a:lnTo>
                  <a:lnTo>
                    <a:pt x="641858" y="670814"/>
                  </a:lnTo>
                  <a:lnTo>
                    <a:pt x="541909" y="667004"/>
                  </a:lnTo>
                  <a:lnTo>
                    <a:pt x="447675" y="661924"/>
                  </a:lnTo>
                  <a:lnTo>
                    <a:pt x="388874" y="657860"/>
                  </a:lnTo>
                  <a:lnTo>
                    <a:pt x="333883" y="653415"/>
                  </a:lnTo>
                  <a:lnTo>
                    <a:pt x="283337" y="648462"/>
                  </a:lnTo>
                  <a:lnTo>
                    <a:pt x="237998" y="643382"/>
                  </a:lnTo>
                  <a:lnTo>
                    <a:pt x="211721" y="639178"/>
                  </a:lnTo>
                  <a:lnTo>
                    <a:pt x="213118" y="634365"/>
                  </a:lnTo>
                  <a:lnTo>
                    <a:pt x="222123" y="603377"/>
                  </a:lnTo>
                  <a:lnTo>
                    <a:pt x="96393" y="626364"/>
                  </a:lnTo>
                  <a:lnTo>
                    <a:pt x="190246" y="713105"/>
                  </a:lnTo>
                  <a:lnTo>
                    <a:pt x="201117" y="675652"/>
                  </a:lnTo>
                  <a:lnTo>
                    <a:pt x="212344" y="678307"/>
                  </a:lnTo>
                  <a:lnTo>
                    <a:pt x="255905" y="683895"/>
                  </a:lnTo>
                  <a:lnTo>
                    <a:pt x="304546" y="688975"/>
                  </a:lnTo>
                  <a:lnTo>
                    <a:pt x="357886" y="693674"/>
                  </a:lnTo>
                  <a:lnTo>
                    <a:pt x="476250" y="701802"/>
                  </a:lnTo>
                  <a:lnTo>
                    <a:pt x="540258" y="705104"/>
                  </a:lnTo>
                  <a:lnTo>
                    <a:pt x="640842" y="708914"/>
                  </a:lnTo>
                  <a:lnTo>
                    <a:pt x="780415" y="711835"/>
                  </a:lnTo>
                  <a:lnTo>
                    <a:pt x="851281" y="712216"/>
                  </a:lnTo>
                  <a:lnTo>
                    <a:pt x="922134" y="711708"/>
                  </a:lnTo>
                  <a:lnTo>
                    <a:pt x="992505" y="710438"/>
                  </a:lnTo>
                  <a:lnTo>
                    <a:pt x="1061834" y="708279"/>
                  </a:lnTo>
                  <a:lnTo>
                    <a:pt x="1162304" y="703707"/>
                  </a:lnTo>
                  <a:lnTo>
                    <a:pt x="1226312" y="699770"/>
                  </a:lnTo>
                  <a:lnTo>
                    <a:pt x="1316609" y="692658"/>
                  </a:lnTo>
                  <a:lnTo>
                    <a:pt x="1372108" y="687324"/>
                  </a:lnTo>
                  <a:lnTo>
                    <a:pt x="1423289" y="681482"/>
                  </a:lnTo>
                  <a:lnTo>
                    <a:pt x="1469517" y="675132"/>
                  </a:lnTo>
                  <a:lnTo>
                    <a:pt x="1475994" y="674116"/>
                  </a:lnTo>
                  <a:lnTo>
                    <a:pt x="1490599" y="671830"/>
                  </a:lnTo>
                  <a:lnTo>
                    <a:pt x="1528699" y="664972"/>
                  </a:lnTo>
                  <a:lnTo>
                    <a:pt x="1574419" y="653923"/>
                  </a:lnTo>
                  <a:lnTo>
                    <a:pt x="1613789" y="635889"/>
                  </a:lnTo>
                  <a:lnTo>
                    <a:pt x="1623187" y="622554"/>
                  </a:lnTo>
                  <a:lnTo>
                    <a:pt x="1624203" y="6188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22526" y="3144773"/>
              <a:ext cx="1285875" cy="1162050"/>
            </a:xfrm>
            <a:custGeom>
              <a:avLst/>
              <a:gdLst/>
              <a:ahLst/>
              <a:cxnLst/>
              <a:rect l="l" t="t" r="r" b="b"/>
              <a:pathLst>
                <a:path w="1285875" h="1162050">
                  <a:moveTo>
                    <a:pt x="1285494" y="0"/>
                  </a:moveTo>
                  <a:lnTo>
                    <a:pt x="0" y="0"/>
                  </a:lnTo>
                  <a:lnTo>
                    <a:pt x="0" y="678942"/>
                  </a:lnTo>
                  <a:lnTo>
                    <a:pt x="749807" y="678942"/>
                  </a:lnTo>
                  <a:lnTo>
                    <a:pt x="1048004" y="1161795"/>
                  </a:lnTo>
                  <a:lnTo>
                    <a:pt x="1071245" y="678942"/>
                  </a:lnTo>
                  <a:lnTo>
                    <a:pt x="1285494" y="678942"/>
                  </a:lnTo>
                  <a:lnTo>
                    <a:pt x="128549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305915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57800" y="5585685"/>
            <a:ext cx="41846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7861" y="5585685"/>
            <a:ext cx="32829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6845" y="3213607"/>
            <a:ext cx="737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源点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90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7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90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1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8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9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550697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57800" y="550697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1845" y="3532378"/>
            <a:ext cx="6920230" cy="3080385"/>
            <a:chOff x="291845" y="3532378"/>
            <a:chExt cx="6920230" cy="3080385"/>
          </a:xfrm>
        </p:grpSpPr>
        <p:sp>
          <p:nvSpPr>
            <p:cNvPr id="24" name="object 24"/>
            <p:cNvSpPr/>
            <p:nvPr/>
          </p:nvSpPr>
          <p:spPr>
            <a:xfrm>
              <a:off x="5587365" y="3532378"/>
              <a:ext cx="1624330" cy="1955164"/>
            </a:xfrm>
            <a:custGeom>
              <a:avLst/>
              <a:gdLst/>
              <a:ahLst/>
              <a:cxnLst/>
              <a:rect l="l" t="t" r="r" b="b"/>
              <a:pathLst>
                <a:path w="1624329" h="1955164">
                  <a:moveTo>
                    <a:pt x="1600327" y="1955165"/>
                  </a:moveTo>
                  <a:lnTo>
                    <a:pt x="1579676" y="1910969"/>
                  </a:lnTo>
                  <a:lnTo>
                    <a:pt x="1546225" y="1839341"/>
                  </a:lnTo>
                  <a:lnTo>
                    <a:pt x="1522514" y="1869274"/>
                  </a:lnTo>
                  <a:lnTo>
                    <a:pt x="23622" y="680212"/>
                  </a:lnTo>
                  <a:lnTo>
                    <a:pt x="0" y="710184"/>
                  </a:lnTo>
                  <a:lnTo>
                    <a:pt x="1498892" y="1899119"/>
                  </a:lnTo>
                  <a:lnTo>
                    <a:pt x="1475232" y="1929003"/>
                  </a:lnTo>
                  <a:lnTo>
                    <a:pt x="1600327" y="1955165"/>
                  </a:lnTo>
                  <a:close/>
                </a:path>
                <a:path w="1624329" h="1955164">
                  <a:moveTo>
                    <a:pt x="1605915" y="104648"/>
                  </a:moveTo>
                  <a:lnTo>
                    <a:pt x="1591779" y="89408"/>
                  </a:lnTo>
                  <a:lnTo>
                    <a:pt x="1519047" y="10922"/>
                  </a:lnTo>
                  <a:lnTo>
                    <a:pt x="1505165" y="47777"/>
                  </a:lnTo>
                  <a:lnTo>
                    <a:pt x="1457350" y="38100"/>
                  </a:lnTo>
                  <a:lnTo>
                    <a:pt x="1372108" y="26797"/>
                  </a:lnTo>
                  <a:lnTo>
                    <a:pt x="1316609" y="21082"/>
                  </a:lnTo>
                  <a:lnTo>
                    <a:pt x="1226312" y="13462"/>
                  </a:lnTo>
                  <a:lnTo>
                    <a:pt x="1129157" y="7378"/>
                  </a:lnTo>
                  <a:lnTo>
                    <a:pt x="1061580" y="4203"/>
                  </a:lnTo>
                  <a:lnTo>
                    <a:pt x="992378" y="1917"/>
                  </a:lnTo>
                  <a:lnTo>
                    <a:pt x="922007" y="508"/>
                  </a:lnTo>
                  <a:lnTo>
                    <a:pt x="851027" y="0"/>
                  </a:lnTo>
                  <a:lnTo>
                    <a:pt x="780034" y="508"/>
                  </a:lnTo>
                  <a:lnTo>
                    <a:pt x="709676" y="2159"/>
                  </a:lnTo>
                  <a:lnTo>
                    <a:pt x="640334" y="4826"/>
                  </a:lnTo>
                  <a:lnTo>
                    <a:pt x="572770" y="8509"/>
                  </a:lnTo>
                  <a:lnTo>
                    <a:pt x="507365" y="12827"/>
                  </a:lnTo>
                  <a:lnTo>
                    <a:pt x="444627" y="18161"/>
                  </a:lnTo>
                  <a:lnTo>
                    <a:pt x="385318" y="24142"/>
                  </a:lnTo>
                  <a:lnTo>
                    <a:pt x="329692" y="30861"/>
                  </a:lnTo>
                  <a:lnTo>
                    <a:pt x="278384" y="38100"/>
                  </a:lnTo>
                  <a:lnTo>
                    <a:pt x="232156" y="45974"/>
                  </a:lnTo>
                  <a:lnTo>
                    <a:pt x="191135" y="54241"/>
                  </a:lnTo>
                  <a:lnTo>
                    <a:pt x="140335" y="67564"/>
                  </a:lnTo>
                  <a:lnTo>
                    <a:pt x="103251" y="82804"/>
                  </a:lnTo>
                  <a:lnTo>
                    <a:pt x="88265" y="93726"/>
                  </a:lnTo>
                  <a:lnTo>
                    <a:pt x="86995" y="94742"/>
                  </a:lnTo>
                  <a:lnTo>
                    <a:pt x="78867" y="108585"/>
                  </a:lnTo>
                  <a:lnTo>
                    <a:pt x="77851" y="113157"/>
                  </a:lnTo>
                  <a:lnTo>
                    <a:pt x="114020" y="121462"/>
                  </a:lnTo>
                  <a:lnTo>
                    <a:pt x="114134" y="121196"/>
                  </a:lnTo>
                  <a:lnTo>
                    <a:pt x="114109" y="121488"/>
                  </a:lnTo>
                  <a:lnTo>
                    <a:pt x="113906" y="121704"/>
                  </a:lnTo>
                  <a:lnTo>
                    <a:pt x="113030" y="122682"/>
                  </a:lnTo>
                  <a:lnTo>
                    <a:pt x="113741" y="122072"/>
                  </a:lnTo>
                  <a:lnTo>
                    <a:pt x="113030" y="123698"/>
                  </a:lnTo>
                  <a:lnTo>
                    <a:pt x="114515" y="121577"/>
                  </a:lnTo>
                  <a:lnTo>
                    <a:pt x="114935" y="121666"/>
                  </a:lnTo>
                  <a:lnTo>
                    <a:pt x="115100" y="120916"/>
                  </a:lnTo>
                  <a:lnTo>
                    <a:pt x="152908" y="103632"/>
                  </a:lnTo>
                  <a:lnTo>
                    <a:pt x="199771" y="91313"/>
                  </a:lnTo>
                  <a:lnTo>
                    <a:pt x="239395" y="83312"/>
                  </a:lnTo>
                  <a:lnTo>
                    <a:pt x="284480" y="75692"/>
                  </a:lnTo>
                  <a:lnTo>
                    <a:pt x="361823" y="65278"/>
                  </a:lnTo>
                  <a:lnTo>
                    <a:pt x="418465" y="59067"/>
                  </a:lnTo>
                  <a:lnTo>
                    <a:pt x="478917" y="53479"/>
                  </a:lnTo>
                  <a:lnTo>
                    <a:pt x="542417" y="48653"/>
                  </a:lnTo>
                  <a:lnTo>
                    <a:pt x="642366" y="42926"/>
                  </a:lnTo>
                  <a:lnTo>
                    <a:pt x="711073" y="40259"/>
                  </a:lnTo>
                  <a:lnTo>
                    <a:pt x="780923" y="38608"/>
                  </a:lnTo>
                  <a:lnTo>
                    <a:pt x="908380" y="38519"/>
                  </a:lnTo>
                  <a:lnTo>
                    <a:pt x="921639" y="38608"/>
                  </a:lnTo>
                  <a:lnTo>
                    <a:pt x="991489" y="40017"/>
                  </a:lnTo>
                  <a:lnTo>
                    <a:pt x="1060323" y="42303"/>
                  </a:lnTo>
                  <a:lnTo>
                    <a:pt x="1127379" y="45339"/>
                  </a:lnTo>
                  <a:lnTo>
                    <a:pt x="1223645" y="51435"/>
                  </a:lnTo>
                  <a:lnTo>
                    <a:pt x="1284097" y="56388"/>
                  </a:lnTo>
                  <a:lnTo>
                    <a:pt x="1341120" y="61849"/>
                  </a:lnTo>
                  <a:lnTo>
                    <a:pt x="1393698" y="67703"/>
                  </a:lnTo>
                  <a:lnTo>
                    <a:pt x="1463675" y="77597"/>
                  </a:lnTo>
                  <a:lnTo>
                    <a:pt x="1491767" y="83362"/>
                  </a:lnTo>
                  <a:lnTo>
                    <a:pt x="1478788" y="117856"/>
                  </a:lnTo>
                  <a:lnTo>
                    <a:pt x="1605915" y="104648"/>
                  </a:lnTo>
                  <a:close/>
                </a:path>
                <a:path w="1624329" h="1955164">
                  <a:moveTo>
                    <a:pt x="1624203" y="618871"/>
                  </a:moveTo>
                  <a:lnTo>
                    <a:pt x="1601000" y="612267"/>
                  </a:lnTo>
                  <a:lnTo>
                    <a:pt x="1588452" y="608698"/>
                  </a:lnTo>
                  <a:lnTo>
                    <a:pt x="1588579" y="608457"/>
                  </a:lnTo>
                  <a:lnTo>
                    <a:pt x="1589747" y="606361"/>
                  </a:lnTo>
                  <a:lnTo>
                    <a:pt x="1590802" y="605409"/>
                  </a:lnTo>
                  <a:lnTo>
                    <a:pt x="1589913" y="606044"/>
                  </a:lnTo>
                  <a:lnTo>
                    <a:pt x="1590548" y="604901"/>
                  </a:lnTo>
                  <a:lnTo>
                    <a:pt x="1588820" y="606818"/>
                  </a:lnTo>
                  <a:lnTo>
                    <a:pt x="1585468" y="609219"/>
                  </a:lnTo>
                  <a:lnTo>
                    <a:pt x="1536573" y="624332"/>
                  </a:lnTo>
                  <a:lnTo>
                    <a:pt x="1484249" y="634365"/>
                  </a:lnTo>
                  <a:lnTo>
                    <a:pt x="1418336" y="643636"/>
                  </a:lnTo>
                  <a:lnTo>
                    <a:pt x="1340993" y="652145"/>
                  </a:lnTo>
                  <a:lnTo>
                    <a:pt x="1284224" y="657225"/>
                  </a:lnTo>
                  <a:lnTo>
                    <a:pt x="1192149" y="663829"/>
                  </a:lnTo>
                  <a:lnTo>
                    <a:pt x="1060183" y="670306"/>
                  </a:lnTo>
                  <a:lnTo>
                    <a:pt x="921512" y="673735"/>
                  </a:lnTo>
                  <a:lnTo>
                    <a:pt x="851027" y="674116"/>
                  </a:lnTo>
                  <a:lnTo>
                    <a:pt x="780542" y="673735"/>
                  </a:lnTo>
                  <a:lnTo>
                    <a:pt x="641858" y="670814"/>
                  </a:lnTo>
                  <a:lnTo>
                    <a:pt x="541909" y="667004"/>
                  </a:lnTo>
                  <a:lnTo>
                    <a:pt x="447675" y="661924"/>
                  </a:lnTo>
                  <a:lnTo>
                    <a:pt x="388874" y="657860"/>
                  </a:lnTo>
                  <a:lnTo>
                    <a:pt x="333883" y="653415"/>
                  </a:lnTo>
                  <a:lnTo>
                    <a:pt x="283337" y="648462"/>
                  </a:lnTo>
                  <a:lnTo>
                    <a:pt x="237998" y="643382"/>
                  </a:lnTo>
                  <a:lnTo>
                    <a:pt x="211721" y="639178"/>
                  </a:lnTo>
                  <a:lnTo>
                    <a:pt x="213118" y="634365"/>
                  </a:lnTo>
                  <a:lnTo>
                    <a:pt x="222123" y="603377"/>
                  </a:lnTo>
                  <a:lnTo>
                    <a:pt x="96393" y="626364"/>
                  </a:lnTo>
                  <a:lnTo>
                    <a:pt x="190246" y="713105"/>
                  </a:lnTo>
                  <a:lnTo>
                    <a:pt x="201117" y="675652"/>
                  </a:lnTo>
                  <a:lnTo>
                    <a:pt x="212344" y="678307"/>
                  </a:lnTo>
                  <a:lnTo>
                    <a:pt x="255905" y="683895"/>
                  </a:lnTo>
                  <a:lnTo>
                    <a:pt x="304546" y="688975"/>
                  </a:lnTo>
                  <a:lnTo>
                    <a:pt x="357886" y="693674"/>
                  </a:lnTo>
                  <a:lnTo>
                    <a:pt x="476250" y="701802"/>
                  </a:lnTo>
                  <a:lnTo>
                    <a:pt x="540258" y="705104"/>
                  </a:lnTo>
                  <a:lnTo>
                    <a:pt x="640842" y="708914"/>
                  </a:lnTo>
                  <a:lnTo>
                    <a:pt x="780415" y="711835"/>
                  </a:lnTo>
                  <a:lnTo>
                    <a:pt x="851281" y="712216"/>
                  </a:lnTo>
                  <a:lnTo>
                    <a:pt x="922134" y="711708"/>
                  </a:lnTo>
                  <a:lnTo>
                    <a:pt x="992505" y="710438"/>
                  </a:lnTo>
                  <a:lnTo>
                    <a:pt x="1061834" y="708279"/>
                  </a:lnTo>
                  <a:lnTo>
                    <a:pt x="1162304" y="703707"/>
                  </a:lnTo>
                  <a:lnTo>
                    <a:pt x="1226312" y="699770"/>
                  </a:lnTo>
                  <a:lnTo>
                    <a:pt x="1316609" y="692658"/>
                  </a:lnTo>
                  <a:lnTo>
                    <a:pt x="1372108" y="687324"/>
                  </a:lnTo>
                  <a:lnTo>
                    <a:pt x="1423289" y="681482"/>
                  </a:lnTo>
                  <a:lnTo>
                    <a:pt x="1469517" y="675132"/>
                  </a:lnTo>
                  <a:lnTo>
                    <a:pt x="1475994" y="674116"/>
                  </a:lnTo>
                  <a:lnTo>
                    <a:pt x="1490599" y="671830"/>
                  </a:lnTo>
                  <a:lnTo>
                    <a:pt x="1528699" y="664972"/>
                  </a:lnTo>
                  <a:lnTo>
                    <a:pt x="1574419" y="653923"/>
                  </a:lnTo>
                  <a:lnTo>
                    <a:pt x="1613789" y="635889"/>
                  </a:lnTo>
                  <a:lnTo>
                    <a:pt x="1623187" y="622554"/>
                  </a:lnTo>
                  <a:lnTo>
                    <a:pt x="1624203" y="6188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1845" y="5946648"/>
              <a:ext cx="3785235" cy="666115"/>
            </a:xfrm>
            <a:custGeom>
              <a:avLst/>
              <a:gdLst/>
              <a:ahLst/>
              <a:cxnLst/>
              <a:rect l="l" t="t" r="r" b="b"/>
              <a:pathLst>
                <a:path w="3785235" h="666115">
                  <a:moveTo>
                    <a:pt x="3784854" y="0"/>
                  </a:moveTo>
                  <a:lnTo>
                    <a:pt x="0" y="0"/>
                  </a:lnTo>
                  <a:lnTo>
                    <a:pt x="0" y="665987"/>
                  </a:lnTo>
                  <a:lnTo>
                    <a:pt x="3784854" y="665987"/>
                  </a:lnTo>
                  <a:lnTo>
                    <a:pt x="3784854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38140" y="6047965"/>
            <a:ext cx="2381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85228" y="6047965"/>
            <a:ext cx="20955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87365" y="3532378"/>
            <a:ext cx="1624330" cy="1955164"/>
            <a:chOff x="5587365" y="3532378"/>
            <a:chExt cx="1624330" cy="1955164"/>
          </a:xfrm>
        </p:grpSpPr>
        <p:sp>
          <p:nvSpPr>
            <p:cNvPr id="27" name="object 2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87365" y="3532378"/>
            <a:ext cx="1624330" cy="1955164"/>
            <a:chOff x="5587365" y="3532378"/>
            <a:chExt cx="1624330" cy="1955164"/>
          </a:xfrm>
        </p:grpSpPr>
        <p:sp>
          <p:nvSpPr>
            <p:cNvPr id="27" name="object 27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7740" y="3872865"/>
              <a:ext cx="3574415" cy="1927225"/>
            </a:xfrm>
            <a:custGeom>
              <a:avLst/>
              <a:gdLst/>
              <a:ahLst/>
              <a:cxnLst/>
              <a:rect l="l" t="t" r="r" b="b"/>
              <a:pathLst>
                <a:path w="3574415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574415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574415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5343" y="4227576"/>
              <a:ext cx="1661160" cy="1572260"/>
            </a:xfrm>
            <a:custGeom>
              <a:avLst/>
              <a:gdLst/>
              <a:ahLst/>
              <a:cxnLst/>
              <a:rect l="l" t="t" r="r" b="b"/>
              <a:pathLst>
                <a:path w="1661159" h="1572260">
                  <a:moveTo>
                    <a:pt x="1416304" y="1514856"/>
                  </a:moveTo>
                  <a:lnTo>
                    <a:pt x="1378204" y="1495806"/>
                  </a:lnTo>
                  <a:lnTo>
                    <a:pt x="1302004" y="1457706"/>
                  </a:lnTo>
                  <a:lnTo>
                    <a:pt x="1302004" y="1495806"/>
                  </a:lnTo>
                  <a:lnTo>
                    <a:pt x="116713" y="1495806"/>
                  </a:lnTo>
                  <a:lnTo>
                    <a:pt x="116713" y="1533906"/>
                  </a:lnTo>
                  <a:lnTo>
                    <a:pt x="1302004" y="1533906"/>
                  </a:lnTo>
                  <a:lnTo>
                    <a:pt x="1302004" y="1572006"/>
                  </a:lnTo>
                  <a:lnTo>
                    <a:pt x="1378204" y="1533906"/>
                  </a:lnTo>
                  <a:lnTo>
                    <a:pt x="1416304" y="1514856"/>
                  </a:lnTo>
                  <a:close/>
                </a:path>
                <a:path w="1661159" h="1572260">
                  <a:moveTo>
                    <a:pt x="1660906" y="0"/>
                  </a:moveTo>
                  <a:lnTo>
                    <a:pt x="1535430" y="24003"/>
                  </a:lnTo>
                  <a:lnTo>
                    <a:pt x="1558505" y="54241"/>
                  </a:lnTo>
                  <a:lnTo>
                    <a:pt x="0" y="1244854"/>
                  </a:lnTo>
                  <a:lnTo>
                    <a:pt x="23114" y="1275080"/>
                  </a:lnTo>
                  <a:lnTo>
                    <a:pt x="1581645" y="84543"/>
                  </a:lnTo>
                  <a:lnTo>
                    <a:pt x="1604772" y="114808"/>
                  </a:lnTo>
                  <a:lnTo>
                    <a:pt x="1640039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82028" y="3537965"/>
            <a:ext cx="720090" cy="2564130"/>
          </a:xfrm>
          <a:custGeom>
            <a:avLst/>
            <a:gdLst/>
            <a:ahLst/>
            <a:cxnLst/>
            <a:rect l="l" t="t" r="r" b="b"/>
            <a:pathLst>
              <a:path w="720090" h="2564129">
                <a:moveTo>
                  <a:pt x="0" y="2204466"/>
                </a:moveTo>
                <a:lnTo>
                  <a:pt x="3286" y="2155663"/>
                </a:lnTo>
                <a:lnTo>
                  <a:pt x="12858" y="2108856"/>
                </a:lnTo>
                <a:lnTo>
                  <a:pt x="28289" y="2064472"/>
                </a:lnTo>
                <a:lnTo>
                  <a:pt x="49149" y="2022940"/>
                </a:lnTo>
                <a:lnTo>
                  <a:pt x="75009" y="1984689"/>
                </a:lnTo>
                <a:lnTo>
                  <a:pt x="105441" y="1950148"/>
                </a:lnTo>
                <a:lnTo>
                  <a:pt x="140017" y="1919745"/>
                </a:lnTo>
                <a:lnTo>
                  <a:pt x="178307" y="1893908"/>
                </a:lnTo>
                <a:lnTo>
                  <a:pt x="219884" y="1873067"/>
                </a:lnTo>
                <a:lnTo>
                  <a:pt x="264318" y="1857650"/>
                </a:lnTo>
                <a:lnTo>
                  <a:pt x="311181" y="1848085"/>
                </a:lnTo>
                <a:lnTo>
                  <a:pt x="360045" y="1844802"/>
                </a:lnTo>
                <a:lnTo>
                  <a:pt x="408908" y="1848085"/>
                </a:lnTo>
                <a:lnTo>
                  <a:pt x="455771" y="1857650"/>
                </a:lnTo>
                <a:lnTo>
                  <a:pt x="500205" y="1873067"/>
                </a:lnTo>
                <a:lnTo>
                  <a:pt x="541781" y="1893908"/>
                </a:lnTo>
                <a:lnTo>
                  <a:pt x="580072" y="1919745"/>
                </a:lnTo>
                <a:lnTo>
                  <a:pt x="614648" y="1950148"/>
                </a:lnTo>
                <a:lnTo>
                  <a:pt x="645080" y="1984689"/>
                </a:lnTo>
                <a:lnTo>
                  <a:pt x="670940" y="2022940"/>
                </a:lnTo>
                <a:lnTo>
                  <a:pt x="691800" y="2064472"/>
                </a:lnTo>
                <a:lnTo>
                  <a:pt x="707231" y="2108856"/>
                </a:lnTo>
                <a:lnTo>
                  <a:pt x="716803" y="2155663"/>
                </a:lnTo>
                <a:lnTo>
                  <a:pt x="720090" y="2204466"/>
                </a:lnTo>
                <a:lnTo>
                  <a:pt x="716803" y="2253271"/>
                </a:lnTo>
                <a:lnTo>
                  <a:pt x="707231" y="2300080"/>
                </a:lnTo>
                <a:lnTo>
                  <a:pt x="691800" y="2344465"/>
                </a:lnTo>
                <a:lnTo>
                  <a:pt x="670941" y="2385996"/>
                </a:lnTo>
                <a:lnTo>
                  <a:pt x="645080" y="2424247"/>
                </a:lnTo>
                <a:lnTo>
                  <a:pt x="614648" y="2458788"/>
                </a:lnTo>
                <a:lnTo>
                  <a:pt x="580072" y="2489190"/>
                </a:lnTo>
                <a:lnTo>
                  <a:pt x="541782" y="2515026"/>
                </a:lnTo>
                <a:lnTo>
                  <a:pt x="500205" y="2535866"/>
                </a:lnTo>
                <a:lnTo>
                  <a:pt x="455771" y="2551282"/>
                </a:lnTo>
                <a:lnTo>
                  <a:pt x="408908" y="2560846"/>
                </a:lnTo>
                <a:lnTo>
                  <a:pt x="360045" y="2564130"/>
                </a:lnTo>
                <a:lnTo>
                  <a:pt x="311181" y="2560846"/>
                </a:lnTo>
                <a:lnTo>
                  <a:pt x="264318" y="2551282"/>
                </a:lnTo>
                <a:lnTo>
                  <a:pt x="219884" y="2535866"/>
                </a:lnTo>
                <a:lnTo>
                  <a:pt x="178308" y="2515026"/>
                </a:lnTo>
                <a:lnTo>
                  <a:pt x="140017" y="2489190"/>
                </a:lnTo>
                <a:lnTo>
                  <a:pt x="105441" y="2458788"/>
                </a:lnTo>
                <a:lnTo>
                  <a:pt x="75009" y="2424247"/>
                </a:lnTo>
                <a:lnTo>
                  <a:pt x="49149" y="2385996"/>
                </a:lnTo>
                <a:lnTo>
                  <a:pt x="28289" y="2344465"/>
                </a:lnTo>
                <a:lnTo>
                  <a:pt x="12858" y="2300080"/>
                </a:lnTo>
                <a:lnTo>
                  <a:pt x="3286" y="2253271"/>
                </a:lnTo>
                <a:lnTo>
                  <a:pt x="0" y="2204466"/>
                </a:lnTo>
                <a:close/>
              </a:path>
              <a:path w="720090" h="256412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58815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07740" y="3872865"/>
            <a:ext cx="3985260" cy="2248535"/>
            <a:chOff x="3507740" y="3872865"/>
            <a:chExt cx="3985260" cy="2248535"/>
          </a:xfrm>
        </p:grpSpPr>
        <p:sp>
          <p:nvSpPr>
            <p:cNvPr id="13" name="object 13"/>
            <p:cNvSpPr/>
            <p:nvPr/>
          </p:nvSpPr>
          <p:spPr>
            <a:xfrm>
              <a:off x="5061966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5343" y="4227576"/>
              <a:ext cx="1661160" cy="1572260"/>
            </a:xfrm>
            <a:custGeom>
              <a:avLst/>
              <a:gdLst/>
              <a:ahLst/>
              <a:cxnLst/>
              <a:rect l="l" t="t" r="r" b="b"/>
              <a:pathLst>
                <a:path w="1661159" h="1572260">
                  <a:moveTo>
                    <a:pt x="1416304" y="1514856"/>
                  </a:moveTo>
                  <a:lnTo>
                    <a:pt x="1378204" y="1495806"/>
                  </a:lnTo>
                  <a:lnTo>
                    <a:pt x="1302004" y="1457706"/>
                  </a:lnTo>
                  <a:lnTo>
                    <a:pt x="1302004" y="1495806"/>
                  </a:lnTo>
                  <a:lnTo>
                    <a:pt x="116713" y="1495806"/>
                  </a:lnTo>
                  <a:lnTo>
                    <a:pt x="116713" y="1533906"/>
                  </a:lnTo>
                  <a:lnTo>
                    <a:pt x="1302004" y="1533906"/>
                  </a:lnTo>
                  <a:lnTo>
                    <a:pt x="1302004" y="1572006"/>
                  </a:lnTo>
                  <a:lnTo>
                    <a:pt x="1378204" y="1533906"/>
                  </a:lnTo>
                  <a:lnTo>
                    <a:pt x="1416304" y="1514856"/>
                  </a:lnTo>
                  <a:close/>
                </a:path>
                <a:path w="1661159" h="1572260">
                  <a:moveTo>
                    <a:pt x="1660906" y="0"/>
                  </a:moveTo>
                  <a:lnTo>
                    <a:pt x="1535430" y="24003"/>
                  </a:lnTo>
                  <a:lnTo>
                    <a:pt x="1558505" y="54241"/>
                  </a:lnTo>
                  <a:lnTo>
                    <a:pt x="0" y="1244854"/>
                  </a:lnTo>
                  <a:lnTo>
                    <a:pt x="23114" y="1275080"/>
                  </a:lnTo>
                  <a:lnTo>
                    <a:pt x="1581645" y="84543"/>
                  </a:lnTo>
                  <a:lnTo>
                    <a:pt x="1604772" y="114808"/>
                  </a:lnTo>
                  <a:lnTo>
                    <a:pt x="1640039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4480" y="4258056"/>
              <a:ext cx="2128520" cy="1130935"/>
            </a:xfrm>
            <a:custGeom>
              <a:avLst/>
              <a:gdLst/>
              <a:ahLst/>
              <a:cxnLst/>
              <a:rect l="l" t="t" r="r" b="b"/>
              <a:pathLst>
                <a:path w="2128520" h="113093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968260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2" y="542671"/>
                  </a:lnTo>
                  <a:lnTo>
                    <a:pt x="77089" y="501777"/>
                  </a:lnTo>
                  <a:lnTo>
                    <a:pt x="77343" y="206502"/>
                  </a:lnTo>
                  <a:lnTo>
                    <a:pt x="77470" y="0"/>
                  </a:ln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60"/>
                  </a:lnTo>
                  <a:lnTo>
                    <a:pt x="38100" y="1010285"/>
                  </a:ln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  <a:path w="2128520" h="1130935">
                  <a:moveTo>
                    <a:pt x="2128393" y="1016508"/>
                  </a:moveTo>
                  <a:lnTo>
                    <a:pt x="2090331" y="1016469"/>
                  </a:lnTo>
                  <a:lnTo>
                    <a:pt x="2090420" y="974344"/>
                  </a:lnTo>
                  <a:lnTo>
                    <a:pt x="2090801" y="924052"/>
                  </a:lnTo>
                  <a:lnTo>
                    <a:pt x="2091436" y="807212"/>
                  </a:lnTo>
                  <a:lnTo>
                    <a:pt x="2091817" y="785368"/>
                  </a:lnTo>
                  <a:lnTo>
                    <a:pt x="2091944" y="764159"/>
                  </a:lnTo>
                  <a:lnTo>
                    <a:pt x="2092452" y="724916"/>
                  </a:lnTo>
                  <a:lnTo>
                    <a:pt x="2092591" y="705993"/>
                  </a:lnTo>
                  <a:lnTo>
                    <a:pt x="2092960" y="688975"/>
                  </a:lnTo>
                  <a:lnTo>
                    <a:pt x="2093087" y="671830"/>
                  </a:lnTo>
                  <a:lnTo>
                    <a:pt x="2093353" y="656336"/>
                  </a:lnTo>
                  <a:lnTo>
                    <a:pt x="2093722" y="642620"/>
                  </a:lnTo>
                  <a:lnTo>
                    <a:pt x="2094242" y="616204"/>
                  </a:lnTo>
                  <a:lnTo>
                    <a:pt x="2094484" y="606425"/>
                  </a:lnTo>
                  <a:lnTo>
                    <a:pt x="2094903" y="595630"/>
                  </a:lnTo>
                  <a:lnTo>
                    <a:pt x="2095169" y="587248"/>
                  </a:lnTo>
                  <a:lnTo>
                    <a:pt x="2096262" y="572389"/>
                  </a:lnTo>
                  <a:lnTo>
                    <a:pt x="2096414" y="571627"/>
                  </a:lnTo>
                  <a:lnTo>
                    <a:pt x="2096516" y="571119"/>
                  </a:lnTo>
                  <a:lnTo>
                    <a:pt x="2097024" y="566547"/>
                  </a:lnTo>
                  <a:lnTo>
                    <a:pt x="2097125" y="565277"/>
                  </a:lnTo>
                  <a:lnTo>
                    <a:pt x="2097379" y="562483"/>
                  </a:lnTo>
                  <a:lnTo>
                    <a:pt x="2097430" y="561594"/>
                  </a:lnTo>
                  <a:lnTo>
                    <a:pt x="2097709" y="554990"/>
                  </a:lnTo>
                  <a:lnTo>
                    <a:pt x="2097963" y="548259"/>
                  </a:lnTo>
                  <a:lnTo>
                    <a:pt x="2098294" y="541147"/>
                  </a:lnTo>
                  <a:lnTo>
                    <a:pt x="2098560" y="530479"/>
                  </a:lnTo>
                  <a:lnTo>
                    <a:pt x="2099068" y="507619"/>
                  </a:lnTo>
                  <a:lnTo>
                    <a:pt x="2099437" y="495046"/>
                  </a:lnTo>
                  <a:lnTo>
                    <a:pt x="2099945" y="464820"/>
                  </a:lnTo>
                  <a:lnTo>
                    <a:pt x="2100453" y="430784"/>
                  </a:lnTo>
                  <a:lnTo>
                    <a:pt x="2100580" y="412369"/>
                  </a:lnTo>
                  <a:lnTo>
                    <a:pt x="2100961" y="392938"/>
                  </a:lnTo>
                  <a:lnTo>
                    <a:pt x="2101088" y="372364"/>
                  </a:lnTo>
                  <a:lnTo>
                    <a:pt x="2101850" y="307594"/>
                  </a:lnTo>
                  <a:lnTo>
                    <a:pt x="2101850" y="284480"/>
                  </a:lnTo>
                  <a:lnTo>
                    <a:pt x="2102104" y="260985"/>
                  </a:lnTo>
                  <a:lnTo>
                    <a:pt x="2102612" y="162433"/>
                  </a:lnTo>
                  <a:lnTo>
                    <a:pt x="2102739" y="110871"/>
                  </a:lnTo>
                  <a:lnTo>
                    <a:pt x="2102993" y="58801"/>
                  </a:lnTo>
                  <a:lnTo>
                    <a:pt x="2102993" y="6096"/>
                  </a:lnTo>
                  <a:lnTo>
                    <a:pt x="2064893" y="6096"/>
                  </a:lnTo>
                  <a:lnTo>
                    <a:pt x="2064893" y="58801"/>
                  </a:lnTo>
                  <a:lnTo>
                    <a:pt x="2064639" y="110871"/>
                  </a:lnTo>
                  <a:lnTo>
                    <a:pt x="2064499" y="162433"/>
                  </a:lnTo>
                  <a:lnTo>
                    <a:pt x="2063991" y="261239"/>
                  </a:lnTo>
                  <a:lnTo>
                    <a:pt x="2063750" y="284480"/>
                  </a:lnTo>
                  <a:lnTo>
                    <a:pt x="2063737" y="307594"/>
                  </a:lnTo>
                  <a:lnTo>
                    <a:pt x="2062988" y="372364"/>
                  </a:lnTo>
                  <a:lnTo>
                    <a:pt x="2062848" y="392938"/>
                  </a:lnTo>
                  <a:lnTo>
                    <a:pt x="2062099" y="447802"/>
                  </a:lnTo>
                  <a:lnTo>
                    <a:pt x="2061591" y="479806"/>
                  </a:lnTo>
                  <a:lnTo>
                    <a:pt x="2061057" y="508381"/>
                  </a:lnTo>
                  <a:lnTo>
                    <a:pt x="2060676" y="520573"/>
                  </a:lnTo>
                  <a:lnTo>
                    <a:pt x="2060155" y="541147"/>
                  </a:lnTo>
                  <a:lnTo>
                    <a:pt x="2059940" y="548259"/>
                  </a:lnTo>
                  <a:lnTo>
                    <a:pt x="2059482" y="556514"/>
                  </a:lnTo>
                  <a:lnTo>
                    <a:pt x="2059305" y="560324"/>
                  </a:lnTo>
                  <a:lnTo>
                    <a:pt x="2059063" y="563613"/>
                  </a:lnTo>
                  <a:lnTo>
                    <a:pt x="2059178" y="563245"/>
                  </a:lnTo>
                  <a:lnTo>
                    <a:pt x="2059686" y="561594"/>
                  </a:lnTo>
                  <a:lnTo>
                    <a:pt x="2059432" y="562483"/>
                  </a:lnTo>
                  <a:lnTo>
                    <a:pt x="2059178" y="563245"/>
                  </a:lnTo>
                  <a:lnTo>
                    <a:pt x="2059051" y="563880"/>
                  </a:lnTo>
                  <a:lnTo>
                    <a:pt x="2058924" y="565277"/>
                  </a:lnTo>
                  <a:lnTo>
                    <a:pt x="2059063" y="563613"/>
                  </a:lnTo>
                  <a:lnTo>
                    <a:pt x="2056460" y="606425"/>
                  </a:lnTo>
                  <a:lnTo>
                    <a:pt x="2056130" y="616204"/>
                  </a:lnTo>
                  <a:lnTo>
                    <a:pt x="2055876" y="628523"/>
                  </a:lnTo>
                  <a:lnTo>
                    <a:pt x="2055342" y="656971"/>
                  </a:lnTo>
                  <a:lnTo>
                    <a:pt x="2054974" y="672592"/>
                  </a:lnTo>
                  <a:lnTo>
                    <a:pt x="2054847" y="688975"/>
                  </a:lnTo>
                  <a:lnTo>
                    <a:pt x="2054593" y="706628"/>
                  </a:lnTo>
                  <a:lnTo>
                    <a:pt x="2053844" y="764159"/>
                  </a:lnTo>
                  <a:lnTo>
                    <a:pt x="2053704" y="785368"/>
                  </a:lnTo>
                  <a:lnTo>
                    <a:pt x="2053209" y="829056"/>
                  </a:lnTo>
                  <a:lnTo>
                    <a:pt x="2052688" y="924306"/>
                  </a:lnTo>
                  <a:lnTo>
                    <a:pt x="2052320" y="974344"/>
                  </a:lnTo>
                  <a:lnTo>
                    <a:pt x="2052231" y="1016431"/>
                  </a:lnTo>
                  <a:lnTo>
                    <a:pt x="2014093" y="1016381"/>
                  </a:lnTo>
                  <a:lnTo>
                    <a:pt x="2071116" y="1130681"/>
                  </a:lnTo>
                  <a:lnTo>
                    <a:pt x="2118830" y="1035558"/>
                  </a:lnTo>
                  <a:lnTo>
                    <a:pt x="2128393" y="101650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87365" y="3532377"/>
            <a:ext cx="1624330" cy="1955164"/>
          </a:xfrm>
          <a:custGeom>
            <a:avLst/>
            <a:gdLst/>
            <a:ahLst/>
            <a:cxnLst/>
            <a:rect l="l" t="t" r="r" b="b"/>
            <a:pathLst>
              <a:path w="1624329" h="1955164">
                <a:moveTo>
                  <a:pt x="1600327" y="1955165"/>
                </a:moveTo>
                <a:lnTo>
                  <a:pt x="1579676" y="1910969"/>
                </a:lnTo>
                <a:lnTo>
                  <a:pt x="1546225" y="1839341"/>
                </a:lnTo>
                <a:lnTo>
                  <a:pt x="1522514" y="1869274"/>
                </a:lnTo>
                <a:lnTo>
                  <a:pt x="23622" y="680212"/>
                </a:lnTo>
                <a:lnTo>
                  <a:pt x="0" y="710184"/>
                </a:lnTo>
                <a:lnTo>
                  <a:pt x="1498892" y="1899119"/>
                </a:lnTo>
                <a:lnTo>
                  <a:pt x="1475232" y="1929003"/>
                </a:lnTo>
                <a:lnTo>
                  <a:pt x="1600327" y="1955165"/>
                </a:lnTo>
                <a:close/>
              </a:path>
              <a:path w="1624329" h="1955164">
                <a:moveTo>
                  <a:pt x="1605915" y="104648"/>
                </a:moveTo>
                <a:lnTo>
                  <a:pt x="1591779" y="89408"/>
                </a:lnTo>
                <a:lnTo>
                  <a:pt x="1519047" y="10922"/>
                </a:lnTo>
                <a:lnTo>
                  <a:pt x="1505165" y="47777"/>
                </a:lnTo>
                <a:lnTo>
                  <a:pt x="1457350" y="38100"/>
                </a:lnTo>
                <a:lnTo>
                  <a:pt x="1372108" y="26797"/>
                </a:lnTo>
                <a:lnTo>
                  <a:pt x="1316609" y="21082"/>
                </a:lnTo>
                <a:lnTo>
                  <a:pt x="1226312" y="13462"/>
                </a:lnTo>
                <a:lnTo>
                  <a:pt x="1129157" y="7378"/>
                </a:lnTo>
                <a:lnTo>
                  <a:pt x="1061580" y="4203"/>
                </a:lnTo>
                <a:lnTo>
                  <a:pt x="992378" y="1917"/>
                </a:lnTo>
                <a:lnTo>
                  <a:pt x="922007" y="508"/>
                </a:lnTo>
                <a:lnTo>
                  <a:pt x="851027" y="0"/>
                </a:lnTo>
                <a:lnTo>
                  <a:pt x="780034" y="508"/>
                </a:lnTo>
                <a:lnTo>
                  <a:pt x="709676" y="2159"/>
                </a:lnTo>
                <a:lnTo>
                  <a:pt x="640334" y="4826"/>
                </a:lnTo>
                <a:lnTo>
                  <a:pt x="572770" y="8509"/>
                </a:lnTo>
                <a:lnTo>
                  <a:pt x="507365" y="12827"/>
                </a:lnTo>
                <a:lnTo>
                  <a:pt x="444627" y="18161"/>
                </a:lnTo>
                <a:lnTo>
                  <a:pt x="385318" y="24142"/>
                </a:lnTo>
                <a:lnTo>
                  <a:pt x="329692" y="30861"/>
                </a:lnTo>
                <a:lnTo>
                  <a:pt x="278384" y="38100"/>
                </a:lnTo>
                <a:lnTo>
                  <a:pt x="232156" y="45974"/>
                </a:lnTo>
                <a:lnTo>
                  <a:pt x="191135" y="54241"/>
                </a:lnTo>
                <a:lnTo>
                  <a:pt x="140335" y="67564"/>
                </a:lnTo>
                <a:lnTo>
                  <a:pt x="103251" y="82804"/>
                </a:lnTo>
                <a:lnTo>
                  <a:pt x="88265" y="93726"/>
                </a:lnTo>
                <a:lnTo>
                  <a:pt x="86995" y="94742"/>
                </a:lnTo>
                <a:lnTo>
                  <a:pt x="78867" y="108585"/>
                </a:lnTo>
                <a:lnTo>
                  <a:pt x="77851" y="113157"/>
                </a:lnTo>
                <a:lnTo>
                  <a:pt x="114020" y="121462"/>
                </a:lnTo>
                <a:lnTo>
                  <a:pt x="114134" y="121196"/>
                </a:lnTo>
                <a:lnTo>
                  <a:pt x="114109" y="121488"/>
                </a:lnTo>
                <a:lnTo>
                  <a:pt x="113906" y="121704"/>
                </a:lnTo>
                <a:lnTo>
                  <a:pt x="113030" y="122682"/>
                </a:lnTo>
                <a:lnTo>
                  <a:pt x="113741" y="122072"/>
                </a:lnTo>
                <a:lnTo>
                  <a:pt x="113030" y="123698"/>
                </a:lnTo>
                <a:lnTo>
                  <a:pt x="114515" y="121577"/>
                </a:lnTo>
                <a:lnTo>
                  <a:pt x="114935" y="121666"/>
                </a:lnTo>
                <a:lnTo>
                  <a:pt x="115100" y="120916"/>
                </a:lnTo>
                <a:lnTo>
                  <a:pt x="152908" y="103632"/>
                </a:lnTo>
                <a:lnTo>
                  <a:pt x="199771" y="91313"/>
                </a:lnTo>
                <a:lnTo>
                  <a:pt x="239395" y="83312"/>
                </a:lnTo>
                <a:lnTo>
                  <a:pt x="284480" y="75692"/>
                </a:lnTo>
                <a:lnTo>
                  <a:pt x="361823" y="65278"/>
                </a:lnTo>
                <a:lnTo>
                  <a:pt x="418465" y="59067"/>
                </a:lnTo>
                <a:lnTo>
                  <a:pt x="478917" y="53479"/>
                </a:lnTo>
                <a:lnTo>
                  <a:pt x="542417" y="48653"/>
                </a:lnTo>
                <a:lnTo>
                  <a:pt x="642366" y="42926"/>
                </a:lnTo>
                <a:lnTo>
                  <a:pt x="711073" y="40259"/>
                </a:lnTo>
                <a:lnTo>
                  <a:pt x="780923" y="38608"/>
                </a:lnTo>
                <a:lnTo>
                  <a:pt x="908380" y="38519"/>
                </a:lnTo>
                <a:lnTo>
                  <a:pt x="921639" y="38608"/>
                </a:lnTo>
                <a:lnTo>
                  <a:pt x="991489" y="40017"/>
                </a:lnTo>
                <a:lnTo>
                  <a:pt x="1060323" y="42303"/>
                </a:lnTo>
                <a:lnTo>
                  <a:pt x="1127379" y="45339"/>
                </a:lnTo>
                <a:lnTo>
                  <a:pt x="1223645" y="51435"/>
                </a:lnTo>
                <a:lnTo>
                  <a:pt x="1284097" y="56388"/>
                </a:lnTo>
                <a:lnTo>
                  <a:pt x="1341120" y="61849"/>
                </a:lnTo>
                <a:lnTo>
                  <a:pt x="1393698" y="67703"/>
                </a:lnTo>
                <a:lnTo>
                  <a:pt x="1463675" y="77597"/>
                </a:lnTo>
                <a:lnTo>
                  <a:pt x="1491767" y="83362"/>
                </a:lnTo>
                <a:lnTo>
                  <a:pt x="1478788" y="117856"/>
                </a:lnTo>
                <a:lnTo>
                  <a:pt x="1605915" y="104648"/>
                </a:lnTo>
                <a:close/>
              </a:path>
              <a:path w="1624329" h="1955164">
                <a:moveTo>
                  <a:pt x="1624203" y="618871"/>
                </a:moveTo>
                <a:lnTo>
                  <a:pt x="1601000" y="612267"/>
                </a:lnTo>
                <a:lnTo>
                  <a:pt x="1588452" y="608698"/>
                </a:lnTo>
                <a:lnTo>
                  <a:pt x="1588579" y="608457"/>
                </a:lnTo>
                <a:lnTo>
                  <a:pt x="1589747" y="606361"/>
                </a:lnTo>
                <a:lnTo>
                  <a:pt x="1590802" y="605409"/>
                </a:lnTo>
                <a:lnTo>
                  <a:pt x="1589913" y="606044"/>
                </a:lnTo>
                <a:lnTo>
                  <a:pt x="1590548" y="604901"/>
                </a:lnTo>
                <a:lnTo>
                  <a:pt x="1588820" y="606818"/>
                </a:lnTo>
                <a:lnTo>
                  <a:pt x="1585468" y="609219"/>
                </a:lnTo>
                <a:lnTo>
                  <a:pt x="1536573" y="624332"/>
                </a:lnTo>
                <a:lnTo>
                  <a:pt x="1484249" y="634365"/>
                </a:lnTo>
                <a:lnTo>
                  <a:pt x="1418336" y="643636"/>
                </a:lnTo>
                <a:lnTo>
                  <a:pt x="1340993" y="652145"/>
                </a:lnTo>
                <a:lnTo>
                  <a:pt x="1284224" y="657225"/>
                </a:lnTo>
                <a:lnTo>
                  <a:pt x="1192149" y="663829"/>
                </a:lnTo>
                <a:lnTo>
                  <a:pt x="1060183" y="670306"/>
                </a:lnTo>
                <a:lnTo>
                  <a:pt x="921512" y="673735"/>
                </a:lnTo>
                <a:lnTo>
                  <a:pt x="851027" y="674116"/>
                </a:lnTo>
                <a:lnTo>
                  <a:pt x="780542" y="673735"/>
                </a:lnTo>
                <a:lnTo>
                  <a:pt x="641858" y="670814"/>
                </a:lnTo>
                <a:lnTo>
                  <a:pt x="541909" y="667004"/>
                </a:lnTo>
                <a:lnTo>
                  <a:pt x="447675" y="661924"/>
                </a:lnTo>
                <a:lnTo>
                  <a:pt x="388874" y="657860"/>
                </a:lnTo>
                <a:lnTo>
                  <a:pt x="333883" y="653415"/>
                </a:lnTo>
                <a:lnTo>
                  <a:pt x="283337" y="648462"/>
                </a:lnTo>
                <a:lnTo>
                  <a:pt x="237998" y="643382"/>
                </a:lnTo>
                <a:lnTo>
                  <a:pt x="211721" y="639178"/>
                </a:lnTo>
                <a:lnTo>
                  <a:pt x="213118" y="634365"/>
                </a:lnTo>
                <a:lnTo>
                  <a:pt x="222123" y="603377"/>
                </a:lnTo>
                <a:lnTo>
                  <a:pt x="96393" y="626364"/>
                </a:lnTo>
                <a:lnTo>
                  <a:pt x="190246" y="713105"/>
                </a:lnTo>
                <a:lnTo>
                  <a:pt x="201117" y="675652"/>
                </a:lnTo>
                <a:lnTo>
                  <a:pt x="212344" y="678307"/>
                </a:lnTo>
                <a:lnTo>
                  <a:pt x="255905" y="683895"/>
                </a:lnTo>
                <a:lnTo>
                  <a:pt x="304546" y="688975"/>
                </a:lnTo>
                <a:lnTo>
                  <a:pt x="357886" y="693674"/>
                </a:lnTo>
                <a:lnTo>
                  <a:pt x="476250" y="701802"/>
                </a:lnTo>
                <a:lnTo>
                  <a:pt x="540258" y="705104"/>
                </a:lnTo>
                <a:lnTo>
                  <a:pt x="640842" y="708914"/>
                </a:lnTo>
                <a:lnTo>
                  <a:pt x="780415" y="711835"/>
                </a:lnTo>
                <a:lnTo>
                  <a:pt x="851281" y="712216"/>
                </a:lnTo>
                <a:lnTo>
                  <a:pt x="922134" y="711708"/>
                </a:lnTo>
                <a:lnTo>
                  <a:pt x="992505" y="710438"/>
                </a:lnTo>
                <a:lnTo>
                  <a:pt x="1061834" y="708279"/>
                </a:lnTo>
                <a:lnTo>
                  <a:pt x="1162304" y="703707"/>
                </a:lnTo>
                <a:lnTo>
                  <a:pt x="1226312" y="699770"/>
                </a:lnTo>
                <a:lnTo>
                  <a:pt x="1316609" y="692658"/>
                </a:lnTo>
                <a:lnTo>
                  <a:pt x="1372108" y="687324"/>
                </a:lnTo>
                <a:lnTo>
                  <a:pt x="1423289" y="681482"/>
                </a:lnTo>
                <a:lnTo>
                  <a:pt x="1469517" y="675132"/>
                </a:lnTo>
                <a:lnTo>
                  <a:pt x="1475994" y="674116"/>
                </a:lnTo>
                <a:lnTo>
                  <a:pt x="1490599" y="671830"/>
                </a:lnTo>
                <a:lnTo>
                  <a:pt x="1528699" y="664972"/>
                </a:lnTo>
                <a:lnTo>
                  <a:pt x="1574419" y="653923"/>
                </a:lnTo>
                <a:lnTo>
                  <a:pt x="1613789" y="635889"/>
                </a:lnTo>
                <a:lnTo>
                  <a:pt x="1623187" y="622554"/>
                </a:lnTo>
                <a:lnTo>
                  <a:pt x="1624203" y="61887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12311" y="3872865"/>
            <a:ext cx="3980815" cy="1927225"/>
            <a:chOff x="3512311" y="3872865"/>
            <a:chExt cx="3980815" cy="1927225"/>
          </a:xfrm>
        </p:grpSpPr>
        <p:sp>
          <p:nvSpPr>
            <p:cNvPr id="9" name="object 9"/>
            <p:cNvSpPr/>
            <p:nvPr/>
          </p:nvSpPr>
          <p:spPr>
            <a:xfrm>
              <a:off x="3512311" y="3872865"/>
              <a:ext cx="1550670" cy="469265"/>
            </a:xfrm>
            <a:custGeom>
              <a:avLst/>
              <a:gdLst/>
              <a:ahLst/>
              <a:cxnLst/>
              <a:rect l="l" t="t" r="r" b="b"/>
              <a:pathLst>
                <a:path w="1550670" h="469264">
                  <a:moveTo>
                    <a:pt x="1434945" y="36799"/>
                  </a:moveTo>
                  <a:lnTo>
                    <a:pt x="0" y="432435"/>
                  </a:lnTo>
                  <a:lnTo>
                    <a:pt x="10160" y="469265"/>
                  </a:lnTo>
                  <a:lnTo>
                    <a:pt x="1445055" y="73518"/>
                  </a:lnTo>
                  <a:lnTo>
                    <a:pt x="1434945" y="36799"/>
                  </a:lnTo>
                  <a:close/>
                </a:path>
                <a:path w="1550670" h="469264">
                  <a:moveTo>
                    <a:pt x="1542398" y="31750"/>
                  </a:moveTo>
                  <a:lnTo>
                    <a:pt x="1453261" y="31750"/>
                  </a:lnTo>
                  <a:lnTo>
                    <a:pt x="1463421" y="68453"/>
                  </a:lnTo>
                  <a:lnTo>
                    <a:pt x="1445055" y="73518"/>
                  </a:lnTo>
                  <a:lnTo>
                    <a:pt x="1455165" y="110236"/>
                  </a:lnTo>
                  <a:lnTo>
                    <a:pt x="1542398" y="31750"/>
                  </a:lnTo>
                  <a:close/>
                </a:path>
                <a:path w="1550670" h="469264">
                  <a:moveTo>
                    <a:pt x="1453261" y="31750"/>
                  </a:moveTo>
                  <a:lnTo>
                    <a:pt x="1434945" y="36799"/>
                  </a:lnTo>
                  <a:lnTo>
                    <a:pt x="1445055" y="73518"/>
                  </a:lnTo>
                  <a:lnTo>
                    <a:pt x="1463421" y="68453"/>
                  </a:lnTo>
                  <a:lnTo>
                    <a:pt x="1453261" y="31750"/>
                  </a:lnTo>
                  <a:close/>
                </a:path>
                <a:path w="1550670" h="469264">
                  <a:moveTo>
                    <a:pt x="1424813" y="0"/>
                  </a:moveTo>
                  <a:lnTo>
                    <a:pt x="1434945" y="36799"/>
                  </a:lnTo>
                  <a:lnTo>
                    <a:pt x="1453261" y="31750"/>
                  </a:lnTo>
                  <a:lnTo>
                    <a:pt x="1542398" y="31750"/>
                  </a:lnTo>
                  <a:lnTo>
                    <a:pt x="1550162" y="24765"/>
                  </a:lnTo>
                  <a:lnTo>
                    <a:pt x="142481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64480" y="4227576"/>
              <a:ext cx="2128520" cy="1572260"/>
            </a:xfrm>
            <a:custGeom>
              <a:avLst/>
              <a:gdLst/>
              <a:ahLst/>
              <a:cxnLst/>
              <a:rect l="l" t="t" r="r" b="b"/>
              <a:pathLst>
                <a:path w="2128520" h="1572260">
                  <a:moveTo>
                    <a:pt x="114300" y="1040765"/>
                  </a:moveTo>
                  <a:lnTo>
                    <a:pt x="76200" y="1040765"/>
                  </a:lnTo>
                  <a:lnTo>
                    <a:pt x="76200" y="998740"/>
                  </a:lnTo>
                  <a:lnTo>
                    <a:pt x="76454" y="696722"/>
                  </a:lnTo>
                  <a:lnTo>
                    <a:pt x="76581" y="653415"/>
                  </a:lnTo>
                  <a:lnTo>
                    <a:pt x="76835" y="590042"/>
                  </a:lnTo>
                  <a:lnTo>
                    <a:pt x="76962" y="573151"/>
                  </a:lnTo>
                  <a:lnTo>
                    <a:pt x="77089" y="532257"/>
                  </a:lnTo>
                  <a:lnTo>
                    <a:pt x="77343" y="236982"/>
                  </a:lnTo>
                  <a:lnTo>
                    <a:pt x="77470" y="30480"/>
                  </a:lnTo>
                  <a:lnTo>
                    <a:pt x="39370" y="30480"/>
                  </a:lnTo>
                  <a:lnTo>
                    <a:pt x="39243" y="236982"/>
                  </a:lnTo>
                  <a:lnTo>
                    <a:pt x="38989" y="565023"/>
                  </a:lnTo>
                  <a:lnTo>
                    <a:pt x="38481" y="653161"/>
                  </a:lnTo>
                  <a:lnTo>
                    <a:pt x="38354" y="696468"/>
                  </a:lnTo>
                  <a:lnTo>
                    <a:pt x="38227" y="948563"/>
                  </a:lnTo>
                  <a:lnTo>
                    <a:pt x="38100" y="998740"/>
                  </a:lnTo>
                  <a:lnTo>
                    <a:pt x="38100" y="1040765"/>
                  </a:lnTo>
                  <a:lnTo>
                    <a:pt x="0" y="1040765"/>
                  </a:lnTo>
                  <a:lnTo>
                    <a:pt x="57150" y="1155065"/>
                  </a:lnTo>
                  <a:lnTo>
                    <a:pt x="104775" y="1059815"/>
                  </a:lnTo>
                  <a:lnTo>
                    <a:pt x="114300" y="1040765"/>
                  </a:lnTo>
                  <a:close/>
                </a:path>
                <a:path w="2128520" h="1572260">
                  <a:moveTo>
                    <a:pt x="1717167" y="1514856"/>
                  </a:moveTo>
                  <a:lnTo>
                    <a:pt x="1679067" y="1495806"/>
                  </a:lnTo>
                  <a:lnTo>
                    <a:pt x="1602867" y="1457706"/>
                  </a:lnTo>
                  <a:lnTo>
                    <a:pt x="1602867" y="1495806"/>
                  </a:lnTo>
                  <a:lnTo>
                    <a:pt x="417576" y="1495806"/>
                  </a:lnTo>
                  <a:lnTo>
                    <a:pt x="417576" y="1533906"/>
                  </a:lnTo>
                  <a:lnTo>
                    <a:pt x="1602867" y="1533906"/>
                  </a:lnTo>
                  <a:lnTo>
                    <a:pt x="1602867" y="1572006"/>
                  </a:lnTo>
                  <a:lnTo>
                    <a:pt x="1679067" y="1533906"/>
                  </a:lnTo>
                  <a:lnTo>
                    <a:pt x="1717167" y="1514856"/>
                  </a:lnTo>
                  <a:close/>
                </a:path>
                <a:path w="2128520" h="1572260">
                  <a:moveTo>
                    <a:pt x="1961769" y="0"/>
                  </a:moveTo>
                  <a:lnTo>
                    <a:pt x="1836293" y="24003"/>
                  </a:lnTo>
                  <a:lnTo>
                    <a:pt x="1859368" y="54241"/>
                  </a:lnTo>
                  <a:lnTo>
                    <a:pt x="300863" y="1244854"/>
                  </a:lnTo>
                  <a:lnTo>
                    <a:pt x="323977" y="1275080"/>
                  </a:lnTo>
                  <a:lnTo>
                    <a:pt x="1882508" y="84543"/>
                  </a:lnTo>
                  <a:lnTo>
                    <a:pt x="1905635" y="114808"/>
                  </a:lnTo>
                  <a:lnTo>
                    <a:pt x="1940902" y="42672"/>
                  </a:lnTo>
                  <a:lnTo>
                    <a:pt x="1961769" y="0"/>
                  </a:lnTo>
                  <a:close/>
                </a:path>
                <a:path w="2128520" h="1572260">
                  <a:moveTo>
                    <a:pt x="2128393" y="1046988"/>
                  </a:moveTo>
                  <a:lnTo>
                    <a:pt x="2090331" y="1046949"/>
                  </a:lnTo>
                  <a:lnTo>
                    <a:pt x="2090420" y="1004824"/>
                  </a:lnTo>
                  <a:lnTo>
                    <a:pt x="2090801" y="954532"/>
                  </a:lnTo>
                  <a:lnTo>
                    <a:pt x="2091436" y="837692"/>
                  </a:lnTo>
                  <a:lnTo>
                    <a:pt x="2091817" y="815848"/>
                  </a:lnTo>
                  <a:lnTo>
                    <a:pt x="2091944" y="794639"/>
                  </a:lnTo>
                  <a:lnTo>
                    <a:pt x="2092452" y="755396"/>
                  </a:lnTo>
                  <a:lnTo>
                    <a:pt x="2092591" y="736473"/>
                  </a:lnTo>
                  <a:lnTo>
                    <a:pt x="2092960" y="719455"/>
                  </a:lnTo>
                  <a:lnTo>
                    <a:pt x="2093087" y="702310"/>
                  </a:lnTo>
                  <a:lnTo>
                    <a:pt x="2093353" y="686816"/>
                  </a:lnTo>
                  <a:lnTo>
                    <a:pt x="2093722" y="673100"/>
                  </a:lnTo>
                  <a:lnTo>
                    <a:pt x="2094242" y="646684"/>
                  </a:lnTo>
                  <a:lnTo>
                    <a:pt x="2094484" y="636905"/>
                  </a:lnTo>
                  <a:lnTo>
                    <a:pt x="2094903" y="626110"/>
                  </a:lnTo>
                  <a:lnTo>
                    <a:pt x="2095169" y="617728"/>
                  </a:lnTo>
                  <a:lnTo>
                    <a:pt x="2096262" y="602869"/>
                  </a:lnTo>
                  <a:lnTo>
                    <a:pt x="2096414" y="602107"/>
                  </a:lnTo>
                  <a:lnTo>
                    <a:pt x="2096516" y="601599"/>
                  </a:lnTo>
                  <a:lnTo>
                    <a:pt x="2097024" y="597027"/>
                  </a:lnTo>
                  <a:lnTo>
                    <a:pt x="2097125" y="595757"/>
                  </a:lnTo>
                  <a:lnTo>
                    <a:pt x="2097379" y="592963"/>
                  </a:lnTo>
                  <a:lnTo>
                    <a:pt x="2097430" y="592074"/>
                  </a:lnTo>
                  <a:lnTo>
                    <a:pt x="2097709" y="585470"/>
                  </a:lnTo>
                  <a:lnTo>
                    <a:pt x="2097963" y="578739"/>
                  </a:lnTo>
                  <a:lnTo>
                    <a:pt x="2098294" y="571627"/>
                  </a:lnTo>
                  <a:lnTo>
                    <a:pt x="2098560" y="560959"/>
                  </a:lnTo>
                  <a:lnTo>
                    <a:pt x="2099068" y="538099"/>
                  </a:lnTo>
                  <a:lnTo>
                    <a:pt x="2099437" y="525526"/>
                  </a:lnTo>
                  <a:lnTo>
                    <a:pt x="2099945" y="495300"/>
                  </a:lnTo>
                  <a:lnTo>
                    <a:pt x="2100453" y="461264"/>
                  </a:lnTo>
                  <a:lnTo>
                    <a:pt x="2100580" y="442849"/>
                  </a:lnTo>
                  <a:lnTo>
                    <a:pt x="2100961" y="423418"/>
                  </a:lnTo>
                  <a:lnTo>
                    <a:pt x="2101088" y="402844"/>
                  </a:lnTo>
                  <a:lnTo>
                    <a:pt x="2101850" y="338074"/>
                  </a:lnTo>
                  <a:lnTo>
                    <a:pt x="2101850" y="314960"/>
                  </a:lnTo>
                  <a:lnTo>
                    <a:pt x="2102104" y="291465"/>
                  </a:lnTo>
                  <a:lnTo>
                    <a:pt x="2102612" y="192913"/>
                  </a:lnTo>
                  <a:lnTo>
                    <a:pt x="2102739" y="141351"/>
                  </a:lnTo>
                  <a:lnTo>
                    <a:pt x="2102993" y="89281"/>
                  </a:lnTo>
                  <a:lnTo>
                    <a:pt x="2102993" y="36576"/>
                  </a:lnTo>
                  <a:lnTo>
                    <a:pt x="2064893" y="36576"/>
                  </a:lnTo>
                  <a:lnTo>
                    <a:pt x="2064893" y="89281"/>
                  </a:lnTo>
                  <a:lnTo>
                    <a:pt x="2064639" y="141351"/>
                  </a:lnTo>
                  <a:lnTo>
                    <a:pt x="2064499" y="192913"/>
                  </a:lnTo>
                  <a:lnTo>
                    <a:pt x="2063991" y="291719"/>
                  </a:lnTo>
                  <a:lnTo>
                    <a:pt x="2063750" y="314960"/>
                  </a:lnTo>
                  <a:lnTo>
                    <a:pt x="2063737" y="338074"/>
                  </a:lnTo>
                  <a:lnTo>
                    <a:pt x="2062988" y="402844"/>
                  </a:lnTo>
                  <a:lnTo>
                    <a:pt x="2062848" y="423418"/>
                  </a:lnTo>
                  <a:lnTo>
                    <a:pt x="2062099" y="478282"/>
                  </a:lnTo>
                  <a:lnTo>
                    <a:pt x="2061591" y="510286"/>
                  </a:lnTo>
                  <a:lnTo>
                    <a:pt x="2061057" y="538861"/>
                  </a:lnTo>
                  <a:lnTo>
                    <a:pt x="2060676" y="551053"/>
                  </a:lnTo>
                  <a:lnTo>
                    <a:pt x="2060155" y="571627"/>
                  </a:lnTo>
                  <a:lnTo>
                    <a:pt x="2059940" y="578739"/>
                  </a:lnTo>
                  <a:lnTo>
                    <a:pt x="2059482" y="586994"/>
                  </a:lnTo>
                  <a:lnTo>
                    <a:pt x="2059305" y="590804"/>
                  </a:lnTo>
                  <a:lnTo>
                    <a:pt x="2059063" y="594093"/>
                  </a:lnTo>
                  <a:lnTo>
                    <a:pt x="2059178" y="593725"/>
                  </a:lnTo>
                  <a:lnTo>
                    <a:pt x="2059686" y="592074"/>
                  </a:lnTo>
                  <a:lnTo>
                    <a:pt x="2059432" y="592963"/>
                  </a:lnTo>
                  <a:lnTo>
                    <a:pt x="2059178" y="593725"/>
                  </a:lnTo>
                  <a:lnTo>
                    <a:pt x="2059051" y="594360"/>
                  </a:lnTo>
                  <a:lnTo>
                    <a:pt x="2058924" y="595757"/>
                  </a:lnTo>
                  <a:lnTo>
                    <a:pt x="2059063" y="594093"/>
                  </a:lnTo>
                  <a:lnTo>
                    <a:pt x="2056460" y="636905"/>
                  </a:lnTo>
                  <a:lnTo>
                    <a:pt x="2056130" y="646684"/>
                  </a:lnTo>
                  <a:lnTo>
                    <a:pt x="2055876" y="659003"/>
                  </a:lnTo>
                  <a:lnTo>
                    <a:pt x="2055342" y="687451"/>
                  </a:lnTo>
                  <a:lnTo>
                    <a:pt x="2054974" y="703072"/>
                  </a:lnTo>
                  <a:lnTo>
                    <a:pt x="2054847" y="719455"/>
                  </a:lnTo>
                  <a:lnTo>
                    <a:pt x="2054593" y="737108"/>
                  </a:lnTo>
                  <a:lnTo>
                    <a:pt x="2053844" y="794639"/>
                  </a:lnTo>
                  <a:lnTo>
                    <a:pt x="2053704" y="815848"/>
                  </a:lnTo>
                  <a:lnTo>
                    <a:pt x="2053209" y="859536"/>
                  </a:lnTo>
                  <a:lnTo>
                    <a:pt x="2052688" y="954786"/>
                  </a:lnTo>
                  <a:lnTo>
                    <a:pt x="2052320" y="1004824"/>
                  </a:lnTo>
                  <a:lnTo>
                    <a:pt x="2052231" y="1046911"/>
                  </a:lnTo>
                  <a:lnTo>
                    <a:pt x="2014093" y="1046861"/>
                  </a:lnTo>
                  <a:lnTo>
                    <a:pt x="2071116" y="1161161"/>
                  </a:lnTo>
                  <a:lnTo>
                    <a:pt x="2118830" y="1066038"/>
                  </a:lnTo>
                  <a:lnTo>
                    <a:pt x="2128393" y="10469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73958" y="3176016"/>
            <a:ext cx="3737610" cy="2312035"/>
            <a:chOff x="3473958" y="3176016"/>
            <a:chExt cx="3737610" cy="2312035"/>
          </a:xfrm>
        </p:grpSpPr>
        <p:sp>
          <p:nvSpPr>
            <p:cNvPr id="18" name="object 18"/>
            <p:cNvSpPr/>
            <p:nvPr/>
          </p:nvSpPr>
          <p:spPr>
            <a:xfrm>
              <a:off x="3473958" y="3176016"/>
              <a:ext cx="1522095" cy="703580"/>
            </a:xfrm>
            <a:custGeom>
              <a:avLst/>
              <a:gdLst/>
              <a:ahLst/>
              <a:cxnLst/>
              <a:rect l="l" t="t" r="r" b="b"/>
              <a:pathLst>
                <a:path w="1522095" h="703579">
                  <a:moveTo>
                    <a:pt x="1521714" y="0"/>
                  </a:moveTo>
                  <a:lnTo>
                    <a:pt x="0" y="0"/>
                  </a:lnTo>
                  <a:lnTo>
                    <a:pt x="0" y="485394"/>
                  </a:lnTo>
                  <a:lnTo>
                    <a:pt x="887602" y="485394"/>
                  </a:lnTo>
                  <a:lnTo>
                    <a:pt x="1370076" y="703580"/>
                  </a:lnTo>
                  <a:lnTo>
                    <a:pt x="1268094" y="485394"/>
                  </a:lnTo>
                  <a:lnTo>
                    <a:pt x="1521714" y="485394"/>
                  </a:lnTo>
                  <a:lnTo>
                    <a:pt x="1521714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7365" y="3532377"/>
              <a:ext cx="1624330" cy="1955164"/>
            </a:xfrm>
            <a:custGeom>
              <a:avLst/>
              <a:gdLst/>
              <a:ahLst/>
              <a:cxnLst/>
              <a:rect l="l" t="t" r="r" b="b"/>
              <a:pathLst>
                <a:path w="1624329" h="1955164">
                  <a:moveTo>
                    <a:pt x="1600327" y="1955165"/>
                  </a:moveTo>
                  <a:lnTo>
                    <a:pt x="1579676" y="1910969"/>
                  </a:lnTo>
                  <a:lnTo>
                    <a:pt x="1546225" y="1839341"/>
                  </a:lnTo>
                  <a:lnTo>
                    <a:pt x="1522514" y="1869274"/>
                  </a:lnTo>
                  <a:lnTo>
                    <a:pt x="23622" y="680212"/>
                  </a:lnTo>
                  <a:lnTo>
                    <a:pt x="0" y="710184"/>
                  </a:lnTo>
                  <a:lnTo>
                    <a:pt x="1498892" y="1899119"/>
                  </a:lnTo>
                  <a:lnTo>
                    <a:pt x="1475232" y="1929003"/>
                  </a:lnTo>
                  <a:lnTo>
                    <a:pt x="1600327" y="1955165"/>
                  </a:lnTo>
                  <a:close/>
                </a:path>
                <a:path w="1624329" h="1955164">
                  <a:moveTo>
                    <a:pt x="1605915" y="104648"/>
                  </a:moveTo>
                  <a:lnTo>
                    <a:pt x="1591779" y="89408"/>
                  </a:lnTo>
                  <a:lnTo>
                    <a:pt x="1519047" y="10922"/>
                  </a:lnTo>
                  <a:lnTo>
                    <a:pt x="1505165" y="47777"/>
                  </a:lnTo>
                  <a:lnTo>
                    <a:pt x="1457350" y="38100"/>
                  </a:lnTo>
                  <a:lnTo>
                    <a:pt x="1372108" y="26797"/>
                  </a:lnTo>
                  <a:lnTo>
                    <a:pt x="1316609" y="21082"/>
                  </a:lnTo>
                  <a:lnTo>
                    <a:pt x="1226312" y="13462"/>
                  </a:lnTo>
                  <a:lnTo>
                    <a:pt x="1129157" y="7378"/>
                  </a:lnTo>
                  <a:lnTo>
                    <a:pt x="1061580" y="4203"/>
                  </a:lnTo>
                  <a:lnTo>
                    <a:pt x="992378" y="1917"/>
                  </a:lnTo>
                  <a:lnTo>
                    <a:pt x="922007" y="508"/>
                  </a:lnTo>
                  <a:lnTo>
                    <a:pt x="851027" y="0"/>
                  </a:lnTo>
                  <a:lnTo>
                    <a:pt x="780034" y="508"/>
                  </a:lnTo>
                  <a:lnTo>
                    <a:pt x="709676" y="2159"/>
                  </a:lnTo>
                  <a:lnTo>
                    <a:pt x="640334" y="4826"/>
                  </a:lnTo>
                  <a:lnTo>
                    <a:pt x="572770" y="8509"/>
                  </a:lnTo>
                  <a:lnTo>
                    <a:pt x="507365" y="12827"/>
                  </a:lnTo>
                  <a:lnTo>
                    <a:pt x="444627" y="18161"/>
                  </a:lnTo>
                  <a:lnTo>
                    <a:pt x="385318" y="24142"/>
                  </a:lnTo>
                  <a:lnTo>
                    <a:pt x="329692" y="30861"/>
                  </a:lnTo>
                  <a:lnTo>
                    <a:pt x="278384" y="38100"/>
                  </a:lnTo>
                  <a:lnTo>
                    <a:pt x="232156" y="45974"/>
                  </a:lnTo>
                  <a:lnTo>
                    <a:pt x="191135" y="54241"/>
                  </a:lnTo>
                  <a:lnTo>
                    <a:pt x="140335" y="67564"/>
                  </a:lnTo>
                  <a:lnTo>
                    <a:pt x="103251" y="82804"/>
                  </a:lnTo>
                  <a:lnTo>
                    <a:pt x="88265" y="93726"/>
                  </a:lnTo>
                  <a:lnTo>
                    <a:pt x="86995" y="94742"/>
                  </a:lnTo>
                  <a:lnTo>
                    <a:pt x="78867" y="108585"/>
                  </a:lnTo>
                  <a:lnTo>
                    <a:pt x="77851" y="113157"/>
                  </a:lnTo>
                  <a:lnTo>
                    <a:pt x="114020" y="121462"/>
                  </a:lnTo>
                  <a:lnTo>
                    <a:pt x="114134" y="121196"/>
                  </a:lnTo>
                  <a:lnTo>
                    <a:pt x="114109" y="121488"/>
                  </a:lnTo>
                  <a:lnTo>
                    <a:pt x="113906" y="121704"/>
                  </a:lnTo>
                  <a:lnTo>
                    <a:pt x="113030" y="122682"/>
                  </a:lnTo>
                  <a:lnTo>
                    <a:pt x="113741" y="122072"/>
                  </a:lnTo>
                  <a:lnTo>
                    <a:pt x="113030" y="123698"/>
                  </a:lnTo>
                  <a:lnTo>
                    <a:pt x="114515" y="121577"/>
                  </a:lnTo>
                  <a:lnTo>
                    <a:pt x="114935" y="121666"/>
                  </a:lnTo>
                  <a:lnTo>
                    <a:pt x="115100" y="120916"/>
                  </a:lnTo>
                  <a:lnTo>
                    <a:pt x="152908" y="103632"/>
                  </a:lnTo>
                  <a:lnTo>
                    <a:pt x="199771" y="91313"/>
                  </a:lnTo>
                  <a:lnTo>
                    <a:pt x="239395" y="83312"/>
                  </a:lnTo>
                  <a:lnTo>
                    <a:pt x="284480" y="75692"/>
                  </a:lnTo>
                  <a:lnTo>
                    <a:pt x="361823" y="65278"/>
                  </a:lnTo>
                  <a:lnTo>
                    <a:pt x="418465" y="59067"/>
                  </a:lnTo>
                  <a:lnTo>
                    <a:pt x="478917" y="53479"/>
                  </a:lnTo>
                  <a:lnTo>
                    <a:pt x="542417" y="48653"/>
                  </a:lnTo>
                  <a:lnTo>
                    <a:pt x="642366" y="42926"/>
                  </a:lnTo>
                  <a:lnTo>
                    <a:pt x="711073" y="40259"/>
                  </a:lnTo>
                  <a:lnTo>
                    <a:pt x="780923" y="38608"/>
                  </a:lnTo>
                  <a:lnTo>
                    <a:pt x="908380" y="38519"/>
                  </a:lnTo>
                  <a:lnTo>
                    <a:pt x="921639" y="38608"/>
                  </a:lnTo>
                  <a:lnTo>
                    <a:pt x="991489" y="40017"/>
                  </a:lnTo>
                  <a:lnTo>
                    <a:pt x="1060323" y="42303"/>
                  </a:lnTo>
                  <a:lnTo>
                    <a:pt x="1127379" y="45339"/>
                  </a:lnTo>
                  <a:lnTo>
                    <a:pt x="1223645" y="51435"/>
                  </a:lnTo>
                  <a:lnTo>
                    <a:pt x="1284097" y="56388"/>
                  </a:lnTo>
                  <a:lnTo>
                    <a:pt x="1341120" y="61849"/>
                  </a:lnTo>
                  <a:lnTo>
                    <a:pt x="1393698" y="67703"/>
                  </a:lnTo>
                  <a:lnTo>
                    <a:pt x="1463675" y="77597"/>
                  </a:lnTo>
                  <a:lnTo>
                    <a:pt x="1491767" y="83362"/>
                  </a:lnTo>
                  <a:lnTo>
                    <a:pt x="1478788" y="117856"/>
                  </a:lnTo>
                  <a:lnTo>
                    <a:pt x="1605915" y="104648"/>
                  </a:lnTo>
                  <a:close/>
                </a:path>
                <a:path w="1624329" h="1955164">
                  <a:moveTo>
                    <a:pt x="1624203" y="618871"/>
                  </a:moveTo>
                  <a:lnTo>
                    <a:pt x="1601000" y="612267"/>
                  </a:lnTo>
                  <a:lnTo>
                    <a:pt x="1588452" y="608698"/>
                  </a:lnTo>
                  <a:lnTo>
                    <a:pt x="1588579" y="608457"/>
                  </a:lnTo>
                  <a:lnTo>
                    <a:pt x="1589747" y="606361"/>
                  </a:lnTo>
                  <a:lnTo>
                    <a:pt x="1590802" y="605409"/>
                  </a:lnTo>
                  <a:lnTo>
                    <a:pt x="1589913" y="606044"/>
                  </a:lnTo>
                  <a:lnTo>
                    <a:pt x="1590548" y="604901"/>
                  </a:lnTo>
                  <a:lnTo>
                    <a:pt x="1588820" y="606818"/>
                  </a:lnTo>
                  <a:lnTo>
                    <a:pt x="1585468" y="609219"/>
                  </a:lnTo>
                  <a:lnTo>
                    <a:pt x="1536573" y="624332"/>
                  </a:lnTo>
                  <a:lnTo>
                    <a:pt x="1484249" y="634365"/>
                  </a:lnTo>
                  <a:lnTo>
                    <a:pt x="1418336" y="643636"/>
                  </a:lnTo>
                  <a:lnTo>
                    <a:pt x="1340993" y="652145"/>
                  </a:lnTo>
                  <a:lnTo>
                    <a:pt x="1284224" y="657225"/>
                  </a:lnTo>
                  <a:lnTo>
                    <a:pt x="1192149" y="663829"/>
                  </a:lnTo>
                  <a:lnTo>
                    <a:pt x="1060183" y="670306"/>
                  </a:lnTo>
                  <a:lnTo>
                    <a:pt x="921512" y="673735"/>
                  </a:lnTo>
                  <a:lnTo>
                    <a:pt x="851027" y="674116"/>
                  </a:lnTo>
                  <a:lnTo>
                    <a:pt x="780542" y="673735"/>
                  </a:lnTo>
                  <a:lnTo>
                    <a:pt x="641858" y="670814"/>
                  </a:lnTo>
                  <a:lnTo>
                    <a:pt x="541909" y="667004"/>
                  </a:lnTo>
                  <a:lnTo>
                    <a:pt x="447675" y="661924"/>
                  </a:lnTo>
                  <a:lnTo>
                    <a:pt x="388874" y="657860"/>
                  </a:lnTo>
                  <a:lnTo>
                    <a:pt x="333883" y="653415"/>
                  </a:lnTo>
                  <a:lnTo>
                    <a:pt x="283337" y="648462"/>
                  </a:lnTo>
                  <a:lnTo>
                    <a:pt x="237998" y="643382"/>
                  </a:lnTo>
                  <a:lnTo>
                    <a:pt x="211721" y="639178"/>
                  </a:lnTo>
                  <a:lnTo>
                    <a:pt x="213118" y="634365"/>
                  </a:lnTo>
                  <a:lnTo>
                    <a:pt x="222123" y="603377"/>
                  </a:lnTo>
                  <a:lnTo>
                    <a:pt x="96393" y="626364"/>
                  </a:lnTo>
                  <a:lnTo>
                    <a:pt x="190246" y="713105"/>
                  </a:lnTo>
                  <a:lnTo>
                    <a:pt x="201117" y="675652"/>
                  </a:lnTo>
                  <a:lnTo>
                    <a:pt x="212344" y="678307"/>
                  </a:lnTo>
                  <a:lnTo>
                    <a:pt x="255905" y="683895"/>
                  </a:lnTo>
                  <a:lnTo>
                    <a:pt x="304546" y="688975"/>
                  </a:lnTo>
                  <a:lnTo>
                    <a:pt x="357886" y="693674"/>
                  </a:lnTo>
                  <a:lnTo>
                    <a:pt x="476250" y="701802"/>
                  </a:lnTo>
                  <a:lnTo>
                    <a:pt x="540258" y="705104"/>
                  </a:lnTo>
                  <a:lnTo>
                    <a:pt x="640842" y="708914"/>
                  </a:lnTo>
                  <a:lnTo>
                    <a:pt x="780415" y="711835"/>
                  </a:lnTo>
                  <a:lnTo>
                    <a:pt x="851281" y="712216"/>
                  </a:lnTo>
                  <a:lnTo>
                    <a:pt x="922134" y="711708"/>
                  </a:lnTo>
                  <a:lnTo>
                    <a:pt x="992505" y="710438"/>
                  </a:lnTo>
                  <a:lnTo>
                    <a:pt x="1061834" y="708279"/>
                  </a:lnTo>
                  <a:lnTo>
                    <a:pt x="1162304" y="703707"/>
                  </a:lnTo>
                  <a:lnTo>
                    <a:pt x="1226312" y="699770"/>
                  </a:lnTo>
                  <a:lnTo>
                    <a:pt x="1316609" y="692658"/>
                  </a:lnTo>
                  <a:lnTo>
                    <a:pt x="1372108" y="687324"/>
                  </a:lnTo>
                  <a:lnTo>
                    <a:pt x="1423289" y="681482"/>
                  </a:lnTo>
                  <a:lnTo>
                    <a:pt x="1469517" y="675132"/>
                  </a:lnTo>
                  <a:lnTo>
                    <a:pt x="1475994" y="674116"/>
                  </a:lnTo>
                  <a:lnTo>
                    <a:pt x="1490599" y="671830"/>
                  </a:lnTo>
                  <a:lnTo>
                    <a:pt x="1528699" y="664972"/>
                  </a:lnTo>
                  <a:lnTo>
                    <a:pt x="1574419" y="653923"/>
                  </a:lnTo>
                  <a:lnTo>
                    <a:pt x="1613789" y="635889"/>
                  </a:lnTo>
                  <a:lnTo>
                    <a:pt x="1623187" y="622554"/>
                  </a:lnTo>
                  <a:lnTo>
                    <a:pt x="1624203" y="61887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38879" y="3191255"/>
            <a:ext cx="89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90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7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90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1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8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9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57800" y="5471718"/>
            <a:ext cx="41846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240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07740" y="4816983"/>
            <a:ext cx="1553845" cy="925830"/>
          </a:xfrm>
          <a:custGeom>
            <a:avLst/>
            <a:gdLst/>
            <a:ahLst/>
            <a:cxnLst/>
            <a:rect l="l" t="t" r="r" b="b"/>
            <a:pathLst>
              <a:path w="1553845" h="925829">
                <a:moveTo>
                  <a:pt x="1445412" y="884165"/>
                </a:moveTo>
                <a:lnTo>
                  <a:pt x="1426083" y="916965"/>
                </a:lnTo>
                <a:lnTo>
                  <a:pt x="1553590" y="925728"/>
                </a:lnTo>
                <a:lnTo>
                  <a:pt x="1532910" y="893800"/>
                </a:lnTo>
                <a:lnTo>
                  <a:pt x="1461770" y="893800"/>
                </a:lnTo>
                <a:lnTo>
                  <a:pt x="1445412" y="884165"/>
                </a:lnTo>
                <a:close/>
              </a:path>
              <a:path w="1553845" h="925829">
                <a:moveTo>
                  <a:pt x="1464774" y="851309"/>
                </a:moveTo>
                <a:lnTo>
                  <a:pt x="1445412" y="884165"/>
                </a:lnTo>
                <a:lnTo>
                  <a:pt x="1461770" y="893800"/>
                </a:lnTo>
                <a:lnTo>
                  <a:pt x="1481201" y="860983"/>
                </a:lnTo>
                <a:lnTo>
                  <a:pt x="1464774" y="851309"/>
                </a:lnTo>
                <a:close/>
              </a:path>
              <a:path w="1553845" h="925829">
                <a:moveTo>
                  <a:pt x="1484122" y="818476"/>
                </a:moveTo>
                <a:lnTo>
                  <a:pt x="1464774" y="851309"/>
                </a:lnTo>
                <a:lnTo>
                  <a:pt x="1481201" y="860983"/>
                </a:lnTo>
                <a:lnTo>
                  <a:pt x="1461770" y="893800"/>
                </a:lnTo>
                <a:lnTo>
                  <a:pt x="1532910" y="893800"/>
                </a:lnTo>
                <a:lnTo>
                  <a:pt x="1484122" y="818476"/>
                </a:lnTo>
                <a:close/>
              </a:path>
              <a:path w="1553845" h="925829">
                <a:moveTo>
                  <a:pt x="19304" y="0"/>
                </a:moveTo>
                <a:lnTo>
                  <a:pt x="0" y="32766"/>
                </a:lnTo>
                <a:lnTo>
                  <a:pt x="1445412" y="884165"/>
                </a:lnTo>
                <a:lnTo>
                  <a:pt x="1464774" y="851309"/>
                </a:lnTo>
                <a:lnTo>
                  <a:pt x="19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64480" y="4227576"/>
              <a:ext cx="2128520" cy="1572260"/>
            </a:xfrm>
            <a:custGeom>
              <a:avLst/>
              <a:gdLst/>
              <a:ahLst/>
              <a:cxnLst/>
              <a:rect l="l" t="t" r="r" b="b"/>
              <a:pathLst>
                <a:path w="2128520" h="1572260">
                  <a:moveTo>
                    <a:pt x="114300" y="1040765"/>
                  </a:moveTo>
                  <a:lnTo>
                    <a:pt x="76200" y="1040765"/>
                  </a:lnTo>
                  <a:lnTo>
                    <a:pt x="76200" y="998740"/>
                  </a:lnTo>
                  <a:lnTo>
                    <a:pt x="76454" y="696722"/>
                  </a:lnTo>
                  <a:lnTo>
                    <a:pt x="76581" y="653415"/>
                  </a:lnTo>
                  <a:lnTo>
                    <a:pt x="76835" y="590042"/>
                  </a:lnTo>
                  <a:lnTo>
                    <a:pt x="76962" y="573151"/>
                  </a:lnTo>
                  <a:lnTo>
                    <a:pt x="77089" y="532257"/>
                  </a:lnTo>
                  <a:lnTo>
                    <a:pt x="77343" y="236982"/>
                  </a:lnTo>
                  <a:lnTo>
                    <a:pt x="77470" y="30480"/>
                  </a:lnTo>
                  <a:lnTo>
                    <a:pt x="39370" y="30480"/>
                  </a:lnTo>
                  <a:lnTo>
                    <a:pt x="39243" y="236982"/>
                  </a:lnTo>
                  <a:lnTo>
                    <a:pt x="38989" y="565023"/>
                  </a:lnTo>
                  <a:lnTo>
                    <a:pt x="38481" y="653161"/>
                  </a:lnTo>
                  <a:lnTo>
                    <a:pt x="38354" y="696468"/>
                  </a:lnTo>
                  <a:lnTo>
                    <a:pt x="38227" y="948563"/>
                  </a:lnTo>
                  <a:lnTo>
                    <a:pt x="38100" y="998740"/>
                  </a:lnTo>
                  <a:lnTo>
                    <a:pt x="38100" y="1040765"/>
                  </a:lnTo>
                  <a:lnTo>
                    <a:pt x="0" y="1040765"/>
                  </a:lnTo>
                  <a:lnTo>
                    <a:pt x="57150" y="1155065"/>
                  </a:lnTo>
                  <a:lnTo>
                    <a:pt x="104775" y="1059815"/>
                  </a:lnTo>
                  <a:lnTo>
                    <a:pt x="114300" y="1040765"/>
                  </a:lnTo>
                  <a:close/>
                </a:path>
                <a:path w="2128520" h="1572260">
                  <a:moveTo>
                    <a:pt x="1717167" y="1514856"/>
                  </a:moveTo>
                  <a:lnTo>
                    <a:pt x="1679067" y="1495806"/>
                  </a:lnTo>
                  <a:lnTo>
                    <a:pt x="1602867" y="1457706"/>
                  </a:lnTo>
                  <a:lnTo>
                    <a:pt x="1602867" y="1495806"/>
                  </a:lnTo>
                  <a:lnTo>
                    <a:pt x="417576" y="1495806"/>
                  </a:lnTo>
                  <a:lnTo>
                    <a:pt x="417576" y="1533906"/>
                  </a:lnTo>
                  <a:lnTo>
                    <a:pt x="1602867" y="1533906"/>
                  </a:lnTo>
                  <a:lnTo>
                    <a:pt x="1602867" y="1572006"/>
                  </a:lnTo>
                  <a:lnTo>
                    <a:pt x="1679067" y="1533906"/>
                  </a:lnTo>
                  <a:lnTo>
                    <a:pt x="1717167" y="1514856"/>
                  </a:lnTo>
                  <a:close/>
                </a:path>
                <a:path w="2128520" h="1572260">
                  <a:moveTo>
                    <a:pt x="1961769" y="0"/>
                  </a:moveTo>
                  <a:lnTo>
                    <a:pt x="1836293" y="24003"/>
                  </a:lnTo>
                  <a:lnTo>
                    <a:pt x="1859368" y="54241"/>
                  </a:lnTo>
                  <a:lnTo>
                    <a:pt x="300863" y="1244854"/>
                  </a:lnTo>
                  <a:lnTo>
                    <a:pt x="323977" y="1275080"/>
                  </a:lnTo>
                  <a:lnTo>
                    <a:pt x="1882508" y="84543"/>
                  </a:lnTo>
                  <a:lnTo>
                    <a:pt x="1905635" y="114808"/>
                  </a:lnTo>
                  <a:lnTo>
                    <a:pt x="1940902" y="42672"/>
                  </a:lnTo>
                  <a:lnTo>
                    <a:pt x="1961769" y="0"/>
                  </a:lnTo>
                  <a:close/>
                </a:path>
                <a:path w="2128520" h="1572260">
                  <a:moveTo>
                    <a:pt x="2128393" y="1046988"/>
                  </a:moveTo>
                  <a:lnTo>
                    <a:pt x="2090331" y="1046949"/>
                  </a:lnTo>
                  <a:lnTo>
                    <a:pt x="2090420" y="1004824"/>
                  </a:lnTo>
                  <a:lnTo>
                    <a:pt x="2090801" y="954532"/>
                  </a:lnTo>
                  <a:lnTo>
                    <a:pt x="2091436" y="837692"/>
                  </a:lnTo>
                  <a:lnTo>
                    <a:pt x="2091817" y="815848"/>
                  </a:lnTo>
                  <a:lnTo>
                    <a:pt x="2091944" y="794639"/>
                  </a:lnTo>
                  <a:lnTo>
                    <a:pt x="2092452" y="755396"/>
                  </a:lnTo>
                  <a:lnTo>
                    <a:pt x="2092591" y="736473"/>
                  </a:lnTo>
                  <a:lnTo>
                    <a:pt x="2092960" y="719455"/>
                  </a:lnTo>
                  <a:lnTo>
                    <a:pt x="2093087" y="702310"/>
                  </a:lnTo>
                  <a:lnTo>
                    <a:pt x="2093353" y="686816"/>
                  </a:lnTo>
                  <a:lnTo>
                    <a:pt x="2093722" y="673100"/>
                  </a:lnTo>
                  <a:lnTo>
                    <a:pt x="2094242" y="646684"/>
                  </a:lnTo>
                  <a:lnTo>
                    <a:pt x="2094484" y="636905"/>
                  </a:lnTo>
                  <a:lnTo>
                    <a:pt x="2094903" y="626110"/>
                  </a:lnTo>
                  <a:lnTo>
                    <a:pt x="2095169" y="617728"/>
                  </a:lnTo>
                  <a:lnTo>
                    <a:pt x="2096262" y="602869"/>
                  </a:lnTo>
                  <a:lnTo>
                    <a:pt x="2096414" y="602107"/>
                  </a:lnTo>
                  <a:lnTo>
                    <a:pt x="2096516" y="601599"/>
                  </a:lnTo>
                  <a:lnTo>
                    <a:pt x="2097024" y="597027"/>
                  </a:lnTo>
                  <a:lnTo>
                    <a:pt x="2097125" y="595757"/>
                  </a:lnTo>
                  <a:lnTo>
                    <a:pt x="2097379" y="592963"/>
                  </a:lnTo>
                  <a:lnTo>
                    <a:pt x="2097430" y="592074"/>
                  </a:lnTo>
                  <a:lnTo>
                    <a:pt x="2097709" y="585470"/>
                  </a:lnTo>
                  <a:lnTo>
                    <a:pt x="2097963" y="578739"/>
                  </a:lnTo>
                  <a:lnTo>
                    <a:pt x="2098294" y="571627"/>
                  </a:lnTo>
                  <a:lnTo>
                    <a:pt x="2098560" y="560959"/>
                  </a:lnTo>
                  <a:lnTo>
                    <a:pt x="2099068" y="538099"/>
                  </a:lnTo>
                  <a:lnTo>
                    <a:pt x="2099437" y="525526"/>
                  </a:lnTo>
                  <a:lnTo>
                    <a:pt x="2099945" y="495300"/>
                  </a:lnTo>
                  <a:lnTo>
                    <a:pt x="2100453" y="461264"/>
                  </a:lnTo>
                  <a:lnTo>
                    <a:pt x="2100580" y="442849"/>
                  </a:lnTo>
                  <a:lnTo>
                    <a:pt x="2100961" y="423418"/>
                  </a:lnTo>
                  <a:lnTo>
                    <a:pt x="2101088" y="402844"/>
                  </a:lnTo>
                  <a:lnTo>
                    <a:pt x="2101850" y="338074"/>
                  </a:lnTo>
                  <a:lnTo>
                    <a:pt x="2101850" y="314960"/>
                  </a:lnTo>
                  <a:lnTo>
                    <a:pt x="2102104" y="291465"/>
                  </a:lnTo>
                  <a:lnTo>
                    <a:pt x="2102612" y="192913"/>
                  </a:lnTo>
                  <a:lnTo>
                    <a:pt x="2102739" y="141351"/>
                  </a:lnTo>
                  <a:lnTo>
                    <a:pt x="2102993" y="89281"/>
                  </a:lnTo>
                  <a:lnTo>
                    <a:pt x="2102993" y="36576"/>
                  </a:lnTo>
                  <a:lnTo>
                    <a:pt x="2064893" y="36576"/>
                  </a:lnTo>
                  <a:lnTo>
                    <a:pt x="2064893" y="89281"/>
                  </a:lnTo>
                  <a:lnTo>
                    <a:pt x="2064639" y="141351"/>
                  </a:lnTo>
                  <a:lnTo>
                    <a:pt x="2064499" y="192913"/>
                  </a:lnTo>
                  <a:lnTo>
                    <a:pt x="2063991" y="291719"/>
                  </a:lnTo>
                  <a:lnTo>
                    <a:pt x="2063750" y="314960"/>
                  </a:lnTo>
                  <a:lnTo>
                    <a:pt x="2063737" y="338074"/>
                  </a:lnTo>
                  <a:lnTo>
                    <a:pt x="2062988" y="402844"/>
                  </a:lnTo>
                  <a:lnTo>
                    <a:pt x="2062848" y="423418"/>
                  </a:lnTo>
                  <a:lnTo>
                    <a:pt x="2062099" y="478282"/>
                  </a:lnTo>
                  <a:lnTo>
                    <a:pt x="2061591" y="510286"/>
                  </a:lnTo>
                  <a:lnTo>
                    <a:pt x="2061057" y="538861"/>
                  </a:lnTo>
                  <a:lnTo>
                    <a:pt x="2060676" y="551053"/>
                  </a:lnTo>
                  <a:lnTo>
                    <a:pt x="2060155" y="571627"/>
                  </a:lnTo>
                  <a:lnTo>
                    <a:pt x="2059940" y="578739"/>
                  </a:lnTo>
                  <a:lnTo>
                    <a:pt x="2059482" y="586994"/>
                  </a:lnTo>
                  <a:lnTo>
                    <a:pt x="2059305" y="590804"/>
                  </a:lnTo>
                  <a:lnTo>
                    <a:pt x="2059063" y="594093"/>
                  </a:lnTo>
                  <a:lnTo>
                    <a:pt x="2059178" y="593725"/>
                  </a:lnTo>
                  <a:lnTo>
                    <a:pt x="2059686" y="592074"/>
                  </a:lnTo>
                  <a:lnTo>
                    <a:pt x="2059432" y="592963"/>
                  </a:lnTo>
                  <a:lnTo>
                    <a:pt x="2059178" y="593725"/>
                  </a:lnTo>
                  <a:lnTo>
                    <a:pt x="2059051" y="594360"/>
                  </a:lnTo>
                  <a:lnTo>
                    <a:pt x="2058924" y="595757"/>
                  </a:lnTo>
                  <a:lnTo>
                    <a:pt x="2059063" y="594093"/>
                  </a:lnTo>
                  <a:lnTo>
                    <a:pt x="2056460" y="636905"/>
                  </a:lnTo>
                  <a:lnTo>
                    <a:pt x="2056130" y="646684"/>
                  </a:lnTo>
                  <a:lnTo>
                    <a:pt x="2055876" y="659003"/>
                  </a:lnTo>
                  <a:lnTo>
                    <a:pt x="2055342" y="687451"/>
                  </a:lnTo>
                  <a:lnTo>
                    <a:pt x="2054974" y="703072"/>
                  </a:lnTo>
                  <a:lnTo>
                    <a:pt x="2054847" y="719455"/>
                  </a:lnTo>
                  <a:lnTo>
                    <a:pt x="2054593" y="737108"/>
                  </a:lnTo>
                  <a:lnTo>
                    <a:pt x="2053844" y="794639"/>
                  </a:lnTo>
                  <a:lnTo>
                    <a:pt x="2053704" y="815848"/>
                  </a:lnTo>
                  <a:lnTo>
                    <a:pt x="2053209" y="859536"/>
                  </a:lnTo>
                  <a:lnTo>
                    <a:pt x="2052688" y="954786"/>
                  </a:lnTo>
                  <a:lnTo>
                    <a:pt x="2052320" y="1004824"/>
                  </a:lnTo>
                  <a:lnTo>
                    <a:pt x="2052231" y="1046911"/>
                  </a:lnTo>
                  <a:lnTo>
                    <a:pt x="2014093" y="1046861"/>
                  </a:lnTo>
                  <a:lnTo>
                    <a:pt x="2071116" y="1161161"/>
                  </a:lnTo>
                  <a:lnTo>
                    <a:pt x="2118830" y="1066038"/>
                  </a:lnTo>
                  <a:lnTo>
                    <a:pt x="2128393" y="10469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55185" y="3532378"/>
            <a:ext cx="3056890" cy="3080385"/>
            <a:chOff x="4155185" y="3532378"/>
            <a:chExt cx="3056890" cy="3080385"/>
          </a:xfrm>
        </p:grpSpPr>
        <p:sp>
          <p:nvSpPr>
            <p:cNvPr id="19" name="object 19"/>
            <p:cNvSpPr/>
            <p:nvPr/>
          </p:nvSpPr>
          <p:spPr>
            <a:xfrm>
              <a:off x="5587365" y="3532378"/>
              <a:ext cx="1624330" cy="1955164"/>
            </a:xfrm>
            <a:custGeom>
              <a:avLst/>
              <a:gdLst/>
              <a:ahLst/>
              <a:cxnLst/>
              <a:rect l="l" t="t" r="r" b="b"/>
              <a:pathLst>
                <a:path w="1624329" h="1955164">
                  <a:moveTo>
                    <a:pt x="1600327" y="1955165"/>
                  </a:moveTo>
                  <a:lnTo>
                    <a:pt x="1579676" y="1910969"/>
                  </a:lnTo>
                  <a:lnTo>
                    <a:pt x="1546225" y="1839341"/>
                  </a:lnTo>
                  <a:lnTo>
                    <a:pt x="1522514" y="1869274"/>
                  </a:lnTo>
                  <a:lnTo>
                    <a:pt x="23622" y="680212"/>
                  </a:lnTo>
                  <a:lnTo>
                    <a:pt x="0" y="710184"/>
                  </a:lnTo>
                  <a:lnTo>
                    <a:pt x="1498892" y="1899119"/>
                  </a:lnTo>
                  <a:lnTo>
                    <a:pt x="1475232" y="1929003"/>
                  </a:lnTo>
                  <a:lnTo>
                    <a:pt x="1600327" y="1955165"/>
                  </a:lnTo>
                  <a:close/>
                </a:path>
                <a:path w="1624329" h="1955164">
                  <a:moveTo>
                    <a:pt x="1605915" y="104648"/>
                  </a:moveTo>
                  <a:lnTo>
                    <a:pt x="1591779" y="89408"/>
                  </a:lnTo>
                  <a:lnTo>
                    <a:pt x="1519047" y="10922"/>
                  </a:lnTo>
                  <a:lnTo>
                    <a:pt x="1505165" y="47777"/>
                  </a:lnTo>
                  <a:lnTo>
                    <a:pt x="1457350" y="38100"/>
                  </a:lnTo>
                  <a:lnTo>
                    <a:pt x="1372108" y="26797"/>
                  </a:lnTo>
                  <a:lnTo>
                    <a:pt x="1316609" y="21082"/>
                  </a:lnTo>
                  <a:lnTo>
                    <a:pt x="1226312" y="13462"/>
                  </a:lnTo>
                  <a:lnTo>
                    <a:pt x="1129157" y="7378"/>
                  </a:lnTo>
                  <a:lnTo>
                    <a:pt x="1061580" y="4203"/>
                  </a:lnTo>
                  <a:lnTo>
                    <a:pt x="992378" y="1917"/>
                  </a:lnTo>
                  <a:lnTo>
                    <a:pt x="922007" y="508"/>
                  </a:lnTo>
                  <a:lnTo>
                    <a:pt x="851027" y="0"/>
                  </a:lnTo>
                  <a:lnTo>
                    <a:pt x="780034" y="508"/>
                  </a:lnTo>
                  <a:lnTo>
                    <a:pt x="709676" y="2159"/>
                  </a:lnTo>
                  <a:lnTo>
                    <a:pt x="640334" y="4826"/>
                  </a:lnTo>
                  <a:lnTo>
                    <a:pt x="572770" y="8509"/>
                  </a:lnTo>
                  <a:lnTo>
                    <a:pt x="507365" y="12827"/>
                  </a:lnTo>
                  <a:lnTo>
                    <a:pt x="444627" y="18161"/>
                  </a:lnTo>
                  <a:lnTo>
                    <a:pt x="385318" y="24142"/>
                  </a:lnTo>
                  <a:lnTo>
                    <a:pt x="329692" y="30861"/>
                  </a:lnTo>
                  <a:lnTo>
                    <a:pt x="278384" y="38100"/>
                  </a:lnTo>
                  <a:lnTo>
                    <a:pt x="232156" y="45974"/>
                  </a:lnTo>
                  <a:lnTo>
                    <a:pt x="191135" y="54241"/>
                  </a:lnTo>
                  <a:lnTo>
                    <a:pt x="140335" y="67564"/>
                  </a:lnTo>
                  <a:lnTo>
                    <a:pt x="103251" y="82804"/>
                  </a:lnTo>
                  <a:lnTo>
                    <a:pt x="88265" y="93726"/>
                  </a:lnTo>
                  <a:lnTo>
                    <a:pt x="86995" y="94742"/>
                  </a:lnTo>
                  <a:lnTo>
                    <a:pt x="78867" y="108585"/>
                  </a:lnTo>
                  <a:lnTo>
                    <a:pt x="77851" y="113157"/>
                  </a:lnTo>
                  <a:lnTo>
                    <a:pt x="114020" y="121462"/>
                  </a:lnTo>
                  <a:lnTo>
                    <a:pt x="114134" y="121196"/>
                  </a:lnTo>
                  <a:lnTo>
                    <a:pt x="114109" y="121488"/>
                  </a:lnTo>
                  <a:lnTo>
                    <a:pt x="113906" y="121704"/>
                  </a:lnTo>
                  <a:lnTo>
                    <a:pt x="113030" y="122682"/>
                  </a:lnTo>
                  <a:lnTo>
                    <a:pt x="113741" y="122072"/>
                  </a:lnTo>
                  <a:lnTo>
                    <a:pt x="113030" y="123698"/>
                  </a:lnTo>
                  <a:lnTo>
                    <a:pt x="114515" y="121577"/>
                  </a:lnTo>
                  <a:lnTo>
                    <a:pt x="114935" y="121666"/>
                  </a:lnTo>
                  <a:lnTo>
                    <a:pt x="115100" y="120916"/>
                  </a:lnTo>
                  <a:lnTo>
                    <a:pt x="152908" y="103632"/>
                  </a:lnTo>
                  <a:lnTo>
                    <a:pt x="199771" y="91313"/>
                  </a:lnTo>
                  <a:lnTo>
                    <a:pt x="239395" y="83312"/>
                  </a:lnTo>
                  <a:lnTo>
                    <a:pt x="284480" y="75692"/>
                  </a:lnTo>
                  <a:lnTo>
                    <a:pt x="361823" y="65278"/>
                  </a:lnTo>
                  <a:lnTo>
                    <a:pt x="418465" y="59067"/>
                  </a:lnTo>
                  <a:lnTo>
                    <a:pt x="478917" y="53479"/>
                  </a:lnTo>
                  <a:lnTo>
                    <a:pt x="542417" y="48653"/>
                  </a:lnTo>
                  <a:lnTo>
                    <a:pt x="642366" y="42926"/>
                  </a:lnTo>
                  <a:lnTo>
                    <a:pt x="711073" y="40259"/>
                  </a:lnTo>
                  <a:lnTo>
                    <a:pt x="780923" y="38608"/>
                  </a:lnTo>
                  <a:lnTo>
                    <a:pt x="908380" y="38519"/>
                  </a:lnTo>
                  <a:lnTo>
                    <a:pt x="921639" y="38608"/>
                  </a:lnTo>
                  <a:lnTo>
                    <a:pt x="991489" y="40017"/>
                  </a:lnTo>
                  <a:lnTo>
                    <a:pt x="1060323" y="42303"/>
                  </a:lnTo>
                  <a:lnTo>
                    <a:pt x="1127379" y="45339"/>
                  </a:lnTo>
                  <a:lnTo>
                    <a:pt x="1223645" y="51435"/>
                  </a:lnTo>
                  <a:lnTo>
                    <a:pt x="1284097" y="56388"/>
                  </a:lnTo>
                  <a:lnTo>
                    <a:pt x="1341120" y="61849"/>
                  </a:lnTo>
                  <a:lnTo>
                    <a:pt x="1393698" y="67703"/>
                  </a:lnTo>
                  <a:lnTo>
                    <a:pt x="1463675" y="77597"/>
                  </a:lnTo>
                  <a:lnTo>
                    <a:pt x="1491767" y="83362"/>
                  </a:lnTo>
                  <a:lnTo>
                    <a:pt x="1478788" y="117856"/>
                  </a:lnTo>
                  <a:lnTo>
                    <a:pt x="1605915" y="104648"/>
                  </a:lnTo>
                  <a:close/>
                </a:path>
                <a:path w="1624329" h="1955164">
                  <a:moveTo>
                    <a:pt x="1624203" y="618871"/>
                  </a:moveTo>
                  <a:lnTo>
                    <a:pt x="1601000" y="612267"/>
                  </a:lnTo>
                  <a:lnTo>
                    <a:pt x="1588452" y="608698"/>
                  </a:lnTo>
                  <a:lnTo>
                    <a:pt x="1588579" y="608457"/>
                  </a:lnTo>
                  <a:lnTo>
                    <a:pt x="1589747" y="606361"/>
                  </a:lnTo>
                  <a:lnTo>
                    <a:pt x="1590802" y="605409"/>
                  </a:lnTo>
                  <a:lnTo>
                    <a:pt x="1589913" y="606044"/>
                  </a:lnTo>
                  <a:lnTo>
                    <a:pt x="1590548" y="604901"/>
                  </a:lnTo>
                  <a:lnTo>
                    <a:pt x="1588820" y="606818"/>
                  </a:lnTo>
                  <a:lnTo>
                    <a:pt x="1585468" y="609219"/>
                  </a:lnTo>
                  <a:lnTo>
                    <a:pt x="1536573" y="624332"/>
                  </a:lnTo>
                  <a:lnTo>
                    <a:pt x="1484249" y="634365"/>
                  </a:lnTo>
                  <a:lnTo>
                    <a:pt x="1418336" y="643636"/>
                  </a:lnTo>
                  <a:lnTo>
                    <a:pt x="1340993" y="652145"/>
                  </a:lnTo>
                  <a:lnTo>
                    <a:pt x="1284224" y="657225"/>
                  </a:lnTo>
                  <a:lnTo>
                    <a:pt x="1192149" y="663829"/>
                  </a:lnTo>
                  <a:lnTo>
                    <a:pt x="1060183" y="670306"/>
                  </a:lnTo>
                  <a:lnTo>
                    <a:pt x="921512" y="673735"/>
                  </a:lnTo>
                  <a:lnTo>
                    <a:pt x="851027" y="674116"/>
                  </a:lnTo>
                  <a:lnTo>
                    <a:pt x="780542" y="673735"/>
                  </a:lnTo>
                  <a:lnTo>
                    <a:pt x="641858" y="670814"/>
                  </a:lnTo>
                  <a:lnTo>
                    <a:pt x="541909" y="667004"/>
                  </a:lnTo>
                  <a:lnTo>
                    <a:pt x="447675" y="661924"/>
                  </a:lnTo>
                  <a:lnTo>
                    <a:pt x="388874" y="657860"/>
                  </a:lnTo>
                  <a:lnTo>
                    <a:pt x="333883" y="653415"/>
                  </a:lnTo>
                  <a:lnTo>
                    <a:pt x="283337" y="648462"/>
                  </a:lnTo>
                  <a:lnTo>
                    <a:pt x="237998" y="643382"/>
                  </a:lnTo>
                  <a:lnTo>
                    <a:pt x="211721" y="639178"/>
                  </a:lnTo>
                  <a:lnTo>
                    <a:pt x="213118" y="634365"/>
                  </a:lnTo>
                  <a:lnTo>
                    <a:pt x="222123" y="603377"/>
                  </a:lnTo>
                  <a:lnTo>
                    <a:pt x="96393" y="626364"/>
                  </a:lnTo>
                  <a:lnTo>
                    <a:pt x="190246" y="713105"/>
                  </a:lnTo>
                  <a:lnTo>
                    <a:pt x="201117" y="675652"/>
                  </a:lnTo>
                  <a:lnTo>
                    <a:pt x="212344" y="678307"/>
                  </a:lnTo>
                  <a:lnTo>
                    <a:pt x="255905" y="683895"/>
                  </a:lnTo>
                  <a:lnTo>
                    <a:pt x="304546" y="688975"/>
                  </a:lnTo>
                  <a:lnTo>
                    <a:pt x="357886" y="693674"/>
                  </a:lnTo>
                  <a:lnTo>
                    <a:pt x="476250" y="701802"/>
                  </a:lnTo>
                  <a:lnTo>
                    <a:pt x="540258" y="705104"/>
                  </a:lnTo>
                  <a:lnTo>
                    <a:pt x="640842" y="708914"/>
                  </a:lnTo>
                  <a:lnTo>
                    <a:pt x="780415" y="711835"/>
                  </a:lnTo>
                  <a:lnTo>
                    <a:pt x="851281" y="712216"/>
                  </a:lnTo>
                  <a:lnTo>
                    <a:pt x="922134" y="711708"/>
                  </a:lnTo>
                  <a:lnTo>
                    <a:pt x="992505" y="710438"/>
                  </a:lnTo>
                  <a:lnTo>
                    <a:pt x="1061834" y="708279"/>
                  </a:lnTo>
                  <a:lnTo>
                    <a:pt x="1162304" y="703707"/>
                  </a:lnTo>
                  <a:lnTo>
                    <a:pt x="1226312" y="699770"/>
                  </a:lnTo>
                  <a:lnTo>
                    <a:pt x="1316609" y="692658"/>
                  </a:lnTo>
                  <a:lnTo>
                    <a:pt x="1372108" y="687324"/>
                  </a:lnTo>
                  <a:lnTo>
                    <a:pt x="1423289" y="681482"/>
                  </a:lnTo>
                  <a:lnTo>
                    <a:pt x="1469517" y="675132"/>
                  </a:lnTo>
                  <a:lnTo>
                    <a:pt x="1475994" y="674116"/>
                  </a:lnTo>
                  <a:lnTo>
                    <a:pt x="1490599" y="671830"/>
                  </a:lnTo>
                  <a:lnTo>
                    <a:pt x="1528699" y="664972"/>
                  </a:lnTo>
                  <a:lnTo>
                    <a:pt x="1574419" y="653923"/>
                  </a:lnTo>
                  <a:lnTo>
                    <a:pt x="1613789" y="635889"/>
                  </a:lnTo>
                  <a:lnTo>
                    <a:pt x="1623187" y="622554"/>
                  </a:lnTo>
                  <a:lnTo>
                    <a:pt x="1624203" y="61887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55185" y="5966828"/>
              <a:ext cx="1151890" cy="646430"/>
            </a:xfrm>
            <a:custGeom>
              <a:avLst/>
              <a:gdLst/>
              <a:ahLst/>
              <a:cxnLst/>
              <a:rect l="l" t="t" r="r" b="b"/>
              <a:pathLst>
                <a:path w="1151889" h="646429">
                  <a:moveTo>
                    <a:pt x="962533" y="0"/>
                  </a:moveTo>
                  <a:lnTo>
                    <a:pt x="671702" y="164985"/>
                  </a:lnTo>
                  <a:lnTo>
                    <a:pt x="0" y="164985"/>
                  </a:lnTo>
                  <a:lnTo>
                    <a:pt x="0" y="645807"/>
                  </a:lnTo>
                  <a:lnTo>
                    <a:pt x="1151381" y="645807"/>
                  </a:lnTo>
                  <a:lnTo>
                    <a:pt x="1151381" y="164985"/>
                  </a:lnTo>
                  <a:lnTo>
                    <a:pt x="959485" y="164985"/>
                  </a:lnTo>
                  <a:lnTo>
                    <a:pt x="962533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434" y="6145276"/>
            <a:ext cx="89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82028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90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7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90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1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8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9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(𝒔,</a:t>
            </a:r>
            <a:r>
              <a:rPr sz="2400" spc="-12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77861" y="3662172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7861" y="5471718"/>
            <a:ext cx="32829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1968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6431" y="36621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802118" y="3038094"/>
            <a:ext cx="2129155" cy="2752090"/>
            <a:chOff x="7802118" y="3038094"/>
            <a:chExt cx="2129155" cy="2752090"/>
          </a:xfrm>
        </p:grpSpPr>
        <p:sp>
          <p:nvSpPr>
            <p:cNvPr id="33" name="object 33"/>
            <p:cNvSpPr/>
            <p:nvPr/>
          </p:nvSpPr>
          <p:spPr>
            <a:xfrm>
              <a:off x="7802118" y="3038094"/>
              <a:ext cx="1327785" cy="692150"/>
            </a:xfrm>
            <a:custGeom>
              <a:avLst/>
              <a:gdLst/>
              <a:ahLst/>
              <a:cxnLst/>
              <a:rect l="l" t="t" r="r" b="b"/>
              <a:pathLst>
                <a:path w="1327784" h="692150">
                  <a:moveTo>
                    <a:pt x="1327403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221233" y="481583"/>
                  </a:lnTo>
                  <a:lnTo>
                    <a:pt x="121920" y="691641"/>
                  </a:lnTo>
                  <a:lnTo>
                    <a:pt x="553084" y="481583"/>
                  </a:lnTo>
                  <a:lnTo>
                    <a:pt x="1327403" y="481583"/>
                  </a:lnTo>
                  <a:lnTo>
                    <a:pt x="1327403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36152" y="5137404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36152" y="5675376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548878" y="4081906"/>
              <a:ext cx="1382395" cy="624840"/>
            </a:xfrm>
            <a:custGeom>
              <a:avLst/>
              <a:gdLst/>
              <a:ahLst/>
              <a:cxnLst/>
              <a:rect l="l" t="t" r="r" b="b"/>
              <a:pathLst>
                <a:path w="1382395" h="624839">
                  <a:moveTo>
                    <a:pt x="94107" y="353568"/>
                  </a:moveTo>
                  <a:lnTo>
                    <a:pt x="90043" y="342138"/>
                  </a:lnTo>
                  <a:lnTo>
                    <a:pt x="69583" y="349529"/>
                  </a:lnTo>
                  <a:lnTo>
                    <a:pt x="51650" y="360222"/>
                  </a:lnTo>
                  <a:lnTo>
                    <a:pt x="23368" y="391541"/>
                  </a:lnTo>
                  <a:lnTo>
                    <a:pt x="5816" y="433552"/>
                  </a:lnTo>
                  <a:lnTo>
                    <a:pt x="0" y="483362"/>
                  </a:lnTo>
                  <a:lnTo>
                    <a:pt x="1447" y="509320"/>
                  </a:lnTo>
                  <a:lnTo>
                    <a:pt x="13068" y="555180"/>
                  </a:lnTo>
                  <a:lnTo>
                    <a:pt x="36118" y="592366"/>
                  </a:lnTo>
                  <a:lnTo>
                    <a:pt x="69507" y="617080"/>
                  </a:lnTo>
                  <a:lnTo>
                    <a:pt x="90043" y="624459"/>
                  </a:lnTo>
                  <a:lnTo>
                    <a:pt x="93599" y="613029"/>
                  </a:lnTo>
                  <a:lnTo>
                    <a:pt x="77546" y="605866"/>
                  </a:lnTo>
                  <a:lnTo>
                    <a:pt x="63690" y="595934"/>
                  </a:lnTo>
                  <a:lnTo>
                    <a:pt x="35204" y="549694"/>
                  </a:lnTo>
                  <a:lnTo>
                    <a:pt x="26822" y="506780"/>
                  </a:lnTo>
                  <a:lnTo>
                    <a:pt x="25781" y="481838"/>
                  </a:lnTo>
                  <a:lnTo>
                    <a:pt x="26822" y="457771"/>
                  </a:lnTo>
                  <a:lnTo>
                    <a:pt x="35204" y="416001"/>
                  </a:lnTo>
                  <a:lnTo>
                    <a:pt x="63792" y="370497"/>
                  </a:lnTo>
                  <a:lnTo>
                    <a:pt x="77812" y="360667"/>
                  </a:lnTo>
                  <a:lnTo>
                    <a:pt x="94107" y="353568"/>
                  </a:lnTo>
                  <a:close/>
                </a:path>
                <a:path w="1382395" h="624839">
                  <a:moveTo>
                    <a:pt x="94107" y="11430"/>
                  </a:moveTo>
                  <a:lnTo>
                    <a:pt x="90043" y="0"/>
                  </a:lnTo>
                  <a:lnTo>
                    <a:pt x="69583" y="7391"/>
                  </a:lnTo>
                  <a:lnTo>
                    <a:pt x="51650" y="18084"/>
                  </a:lnTo>
                  <a:lnTo>
                    <a:pt x="23368" y="49403"/>
                  </a:lnTo>
                  <a:lnTo>
                    <a:pt x="5816" y="91414"/>
                  </a:lnTo>
                  <a:lnTo>
                    <a:pt x="0" y="141224"/>
                  </a:lnTo>
                  <a:lnTo>
                    <a:pt x="1447" y="167182"/>
                  </a:lnTo>
                  <a:lnTo>
                    <a:pt x="13068" y="213042"/>
                  </a:lnTo>
                  <a:lnTo>
                    <a:pt x="36118" y="250228"/>
                  </a:lnTo>
                  <a:lnTo>
                    <a:pt x="69507" y="274942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6" y="263728"/>
                  </a:lnTo>
                  <a:lnTo>
                    <a:pt x="63690" y="253796"/>
                  </a:lnTo>
                  <a:lnTo>
                    <a:pt x="35204" y="207556"/>
                  </a:lnTo>
                  <a:lnTo>
                    <a:pt x="26822" y="164642"/>
                  </a:lnTo>
                  <a:lnTo>
                    <a:pt x="25781" y="139700"/>
                  </a:lnTo>
                  <a:lnTo>
                    <a:pt x="26822" y="115633"/>
                  </a:lnTo>
                  <a:lnTo>
                    <a:pt x="35204" y="73863"/>
                  </a:lnTo>
                  <a:lnTo>
                    <a:pt x="63792" y="28359"/>
                  </a:lnTo>
                  <a:lnTo>
                    <a:pt x="77812" y="18529"/>
                  </a:lnTo>
                  <a:lnTo>
                    <a:pt x="94107" y="11430"/>
                  </a:lnTo>
                  <a:close/>
                </a:path>
                <a:path w="1382395" h="624839">
                  <a:moveTo>
                    <a:pt x="616331" y="141224"/>
                  </a:moveTo>
                  <a:lnTo>
                    <a:pt x="610450" y="91414"/>
                  </a:lnTo>
                  <a:lnTo>
                    <a:pt x="592963" y="49403"/>
                  </a:lnTo>
                  <a:lnTo>
                    <a:pt x="564667" y="18084"/>
                  </a:lnTo>
                  <a:lnTo>
                    <a:pt x="526288" y="0"/>
                  </a:lnTo>
                  <a:lnTo>
                    <a:pt x="522224" y="11430"/>
                  </a:lnTo>
                  <a:lnTo>
                    <a:pt x="538530" y="18529"/>
                  </a:lnTo>
                  <a:lnTo>
                    <a:pt x="552589" y="28359"/>
                  </a:lnTo>
                  <a:lnTo>
                    <a:pt x="581164" y="73863"/>
                  </a:lnTo>
                  <a:lnTo>
                    <a:pt x="589495" y="115633"/>
                  </a:lnTo>
                  <a:lnTo>
                    <a:pt x="590550" y="139700"/>
                  </a:lnTo>
                  <a:lnTo>
                    <a:pt x="589495" y="164642"/>
                  </a:lnTo>
                  <a:lnTo>
                    <a:pt x="581113" y="207556"/>
                  </a:lnTo>
                  <a:lnTo>
                    <a:pt x="552615" y="253796"/>
                  </a:lnTo>
                  <a:lnTo>
                    <a:pt x="522605" y="270891"/>
                  </a:lnTo>
                  <a:lnTo>
                    <a:pt x="526288" y="282321"/>
                  </a:lnTo>
                  <a:lnTo>
                    <a:pt x="564730" y="264248"/>
                  </a:lnTo>
                  <a:lnTo>
                    <a:pt x="593090" y="232918"/>
                  </a:lnTo>
                  <a:lnTo>
                    <a:pt x="610514" y="191122"/>
                  </a:lnTo>
                  <a:lnTo>
                    <a:pt x="614870" y="167182"/>
                  </a:lnTo>
                  <a:lnTo>
                    <a:pt x="616331" y="141224"/>
                  </a:lnTo>
                  <a:close/>
                </a:path>
                <a:path w="1382395" h="624839">
                  <a:moveTo>
                    <a:pt x="623189" y="483362"/>
                  </a:moveTo>
                  <a:lnTo>
                    <a:pt x="617308" y="433552"/>
                  </a:lnTo>
                  <a:lnTo>
                    <a:pt x="599821" y="391541"/>
                  </a:lnTo>
                  <a:lnTo>
                    <a:pt x="571525" y="360222"/>
                  </a:lnTo>
                  <a:lnTo>
                    <a:pt x="533146" y="342138"/>
                  </a:lnTo>
                  <a:lnTo>
                    <a:pt x="529082" y="353568"/>
                  </a:lnTo>
                  <a:lnTo>
                    <a:pt x="545388" y="360667"/>
                  </a:lnTo>
                  <a:lnTo>
                    <a:pt x="559447" y="370497"/>
                  </a:lnTo>
                  <a:lnTo>
                    <a:pt x="588022" y="416001"/>
                  </a:lnTo>
                  <a:lnTo>
                    <a:pt x="596353" y="457771"/>
                  </a:lnTo>
                  <a:lnTo>
                    <a:pt x="597408" y="481838"/>
                  </a:lnTo>
                  <a:lnTo>
                    <a:pt x="596353" y="506780"/>
                  </a:lnTo>
                  <a:lnTo>
                    <a:pt x="587971" y="549694"/>
                  </a:lnTo>
                  <a:lnTo>
                    <a:pt x="559473" y="595934"/>
                  </a:lnTo>
                  <a:lnTo>
                    <a:pt x="529463" y="613029"/>
                  </a:lnTo>
                  <a:lnTo>
                    <a:pt x="533146" y="624459"/>
                  </a:lnTo>
                  <a:lnTo>
                    <a:pt x="571588" y="606386"/>
                  </a:lnTo>
                  <a:lnTo>
                    <a:pt x="599948" y="575056"/>
                  </a:lnTo>
                  <a:lnTo>
                    <a:pt x="617372" y="533260"/>
                  </a:lnTo>
                  <a:lnTo>
                    <a:pt x="621728" y="509320"/>
                  </a:lnTo>
                  <a:lnTo>
                    <a:pt x="623189" y="483362"/>
                  </a:lnTo>
                  <a:close/>
                </a:path>
                <a:path w="1382395" h="624839">
                  <a:moveTo>
                    <a:pt x="877443" y="11430"/>
                  </a:moveTo>
                  <a:lnTo>
                    <a:pt x="873379" y="0"/>
                  </a:lnTo>
                  <a:lnTo>
                    <a:pt x="852919" y="7391"/>
                  </a:lnTo>
                  <a:lnTo>
                    <a:pt x="834986" y="18084"/>
                  </a:lnTo>
                  <a:lnTo>
                    <a:pt x="806704" y="49403"/>
                  </a:lnTo>
                  <a:lnTo>
                    <a:pt x="789152" y="91414"/>
                  </a:lnTo>
                  <a:lnTo>
                    <a:pt x="783336" y="141224"/>
                  </a:lnTo>
                  <a:lnTo>
                    <a:pt x="784783" y="167182"/>
                  </a:lnTo>
                  <a:lnTo>
                    <a:pt x="796404" y="213042"/>
                  </a:lnTo>
                  <a:lnTo>
                    <a:pt x="819454" y="250228"/>
                  </a:lnTo>
                  <a:lnTo>
                    <a:pt x="852843" y="274942"/>
                  </a:lnTo>
                  <a:lnTo>
                    <a:pt x="873379" y="282321"/>
                  </a:lnTo>
                  <a:lnTo>
                    <a:pt x="876935" y="270891"/>
                  </a:lnTo>
                  <a:lnTo>
                    <a:pt x="860882" y="263728"/>
                  </a:lnTo>
                  <a:lnTo>
                    <a:pt x="847026" y="253796"/>
                  </a:lnTo>
                  <a:lnTo>
                    <a:pt x="818540" y="207556"/>
                  </a:lnTo>
                  <a:lnTo>
                    <a:pt x="810158" y="164642"/>
                  </a:lnTo>
                  <a:lnTo>
                    <a:pt x="809117" y="139700"/>
                  </a:lnTo>
                  <a:lnTo>
                    <a:pt x="810158" y="115633"/>
                  </a:lnTo>
                  <a:lnTo>
                    <a:pt x="818540" y="73863"/>
                  </a:lnTo>
                  <a:lnTo>
                    <a:pt x="847128" y="28359"/>
                  </a:lnTo>
                  <a:lnTo>
                    <a:pt x="861148" y="18529"/>
                  </a:lnTo>
                  <a:lnTo>
                    <a:pt x="877443" y="11430"/>
                  </a:lnTo>
                  <a:close/>
                </a:path>
                <a:path w="1382395" h="624839">
                  <a:moveTo>
                    <a:pt x="883539" y="353568"/>
                  </a:moveTo>
                  <a:lnTo>
                    <a:pt x="879475" y="342138"/>
                  </a:lnTo>
                  <a:lnTo>
                    <a:pt x="859015" y="349529"/>
                  </a:lnTo>
                  <a:lnTo>
                    <a:pt x="841082" y="360222"/>
                  </a:lnTo>
                  <a:lnTo>
                    <a:pt x="812800" y="391541"/>
                  </a:lnTo>
                  <a:lnTo>
                    <a:pt x="795248" y="433552"/>
                  </a:lnTo>
                  <a:lnTo>
                    <a:pt x="789432" y="483362"/>
                  </a:lnTo>
                  <a:lnTo>
                    <a:pt x="790879" y="509320"/>
                  </a:lnTo>
                  <a:lnTo>
                    <a:pt x="802500" y="555180"/>
                  </a:lnTo>
                  <a:lnTo>
                    <a:pt x="825550" y="592366"/>
                  </a:lnTo>
                  <a:lnTo>
                    <a:pt x="858939" y="617080"/>
                  </a:lnTo>
                  <a:lnTo>
                    <a:pt x="879475" y="624459"/>
                  </a:lnTo>
                  <a:lnTo>
                    <a:pt x="883031" y="613029"/>
                  </a:lnTo>
                  <a:lnTo>
                    <a:pt x="866978" y="605866"/>
                  </a:lnTo>
                  <a:lnTo>
                    <a:pt x="853122" y="595934"/>
                  </a:lnTo>
                  <a:lnTo>
                    <a:pt x="824636" y="549694"/>
                  </a:lnTo>
                  <a:lnTo>
                    <a:pt x="816254" y="506780"/>
                  </a:lnTo>
                  <a:lnTo>
                    <a:pt x="815213" y="481838"/>
                  </a:lnTo>
                  <a:lnTo>
                    <a:pt x="816254" y="457771"/>
                  </a:lnTo>
                  <a:lnTo>
                    <a:pt x="824636" y="416001"/>
                  </a:lnTo>
                  <a:lnTo>
                    <a:pt x="853224" y="370497"/>
                  </a:lnTo>
                  <a:lnTo>
                    <a:pt x="867244" y="360667"/>
                  </a:lnTo>
                  <a:lnTo>
                    <a:pt x="883539" y="353568"/>
                  </a:lnTo>
                  <a:close/>
                </a:path>
                <a:path w="1382395" h="624839">
                  <a:moveTo>
                    <a:pt x="1382141" y="483362"/>
                  </a:moveTo>
                  <a:lnTo>
                    <a:pt x="1376260" y="433552"/>
                  </a:lnTo>
                  <a:lnTo>
                    <a:pt x="1358773" y="391541"/>
                  </a:lnTo>
                  <a:lnTo>
                    <a:pt x="1330477" y="360222"/>
                  </a:lnTo>
                  <a:lnTo>
                    <a:pt x="1292098" y="342138"/>
                  </a:lnTo>
                  <a:lnTo>
                    <a:pt x="1288034" y="353568"/>
                  </a:lnTo>
                  <a:lnTo>
                    <a:pt x="1304340" y="360667"/>
                  </a:lnTo>
                  <a:lnTo>
                    <a:pt x="1318399" y="370497"/>
                  </a:lnTo>
                  <a:lnTo>
                    <a:pt x="1346974" y="416001"/>
                  </a:lnTo>
                  <a:lnTo>
                    <a:pt x="1355305" y="457771"/>
                  </a:lnTo>
                  <a:lnTo>
                    <a:pt x="1356360" y="481838"/>
                  </a:lnTo>
                  <a:lnTo>
                    <a:pt x="1355305" y="506780"/>
                  </a:lnTo>
                  <a:lnTo>
                    <a:pt x="1346923" y="549694"/>
                  </a:lnTo>
                  <a:lnTo>
                    <a:pt x="1318425" y="595934"/>
                  </a:lnTo>
                  <a:lnTo>
                    <a:pt x="1288415" y="613029"/>
                  </a:lnTo>
                  <a:lnTo>
                    <a:pt x="1292098" y="624459"/>
                  </a:lnTo>
                  <a:lnTo>
                    <a:pt x="1330540" y="606386"/>
                  </a:lnTo>
                  <a:lnTo>
                    <a:pt x="1358900" y="575056"/>
                  </a:lnTo>
                  <a:lnTo>
                    <a:pt x="1376324" y="533260"/>
                  </a:lnTo>
                  <a:lnTo>
                    <a:pt x="1380680" y="509320"/>
                  </a:lnTo>
                  <a:lnTo>
                    <a:pt x="1382141" y="483362"/>
                  </a:lnTo>
                  <a:close/>
                </a:path>
                <a:path w="1382395" h="624839">
                  <a:moveTo>
                    <a:pt x="1382141" y="141224"/>
                  </a:moveTo>
                  <a:lnTo>
                    <a:pt x="1376260" y="91414"/>
                  </a:lnTo>
                  <a:lnTo>
                    <a:pt x="1358773" y="49403"/>
                  </a:lnTo>
                  <a:lnTo>
                    <a:pt x="1330477" y="18084"/>
                  </a:lnTo>
                  <a:lnTo>
                    <a:pt x="1292098" y="0"/>
                  </a:lnTo>
                  <a:lnTo>
                    <a:pt x="1288034" y="11430"/>
                  </a:lnTo>
                  <a:lnTo>
                    <a:pt x="1304340" y="18529"/>
                  </a:lnTo>
                  <a:lnTo>
                    <a:pt x="1318399" y="28359"/>
                  </a:lnTo>
                  <a:lnTo>
                    <a:pt x="1346974" y="73863"/>
                  </a:lnTo>
                  <a:lnTo>
                    <a:pt x="1355305" y="115633"/>
                  </a:lnTo>
                  <a:lnTo>
                    <a:pt x="1356360" y="139700"/>
                  </a:lnTo>
                  <a:lnTo>
                    <a:pt x="1355305" y="164642"/>
                  </a:lnTo>
                  <a:lnTo>
                    <a:pt x="1346923" y="207556"/>
                  </a:lnTo>
                  <a:lnTo>
                    <a:pt x="1318425" y="253796"/>
                  </a:lnTo>
                  <a:lnTo>
                    <a:pt x="1288415" y="270891"/>
                  </a:lnTo>
                  <a:lnTo>
                    <a:pt x="1292098" y="282321"/>
                  </a:lnTo>
                  <a:lnTo>
                    <a:pt x="1330540" y="264248"/>
                  </a:lnTo>
                  <a:lnTo>
                    <a:pt x="1358900" y="232918"/>
                  </a:lnTo>
                  <a:lnTo>
                    <a:pt x="1376324" y="191122"/>
                  </a:lnTo>
                  <a:lnTo>
                    <a:pt x="1380680" y="167182"/>
                  </a:lnTo>
                  <a:lnTo>
                    <a:pt x="1382141" y="141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878571" y="2864513"/>
            <a:ext cx="3810635" cy="186182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  <a:p>
            <a:pPr marL="643890">
              <a:lnSpc>
                <a:spcPct val="100000"/>
              </a:lnSpc>
              <a:spcBef>
                <a:spcPts val="1475"/>
              </a:spcBef>
              <a:tabLst>
                <a:tab pos="3190875" algn="l"/>
                <a:tab pos="373443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770255">
              <a:lnSpc>
                <a:spcPts val="2785"/>
              </a:lnSpc>
              <a:spcBef>
                <a:spcPts val="180"/>
              </a:spcBef>
              <a:tabLst>
                <a:tab pos="1314450" algn="l"/>
                <a:tab pos="1553845" algn="l"/>
                <a:tab pos="2317750" algn="l"/>
                <a:tab pos="315468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770255">
              <a:lnSpc>
                <a:spcPts val="2785"/>
              </a:lnSpc>
              <a:tabLst>
                <a:tab pos="1559560" algn="l"/>
                <a:tab pos="2080260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dirty="0">
                          <a:latin typeface="Cambria Math"/>
                          <a:cs typeface="Cambria Math"/>
                        </a:rPr>
                        <a:t>∞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845" y="5946647"/>
            <a:ext cx="3785235" cy="666115"/>
          </a:xfrm>
          <a:custGeom>
            <a:avLst/>
            <a:gdLst/>
            <a:ahLst/>
            <a:cxnLst/>
            <a:rect l="l" t="t" r="r" b="b"/>
            <a:pathLst>
              <a:path w="3785235" h="666115">
                <a:moveTo>
                  <a:pt x="3784854" y="0"/>
                </a:moveTo>
                <a:lnTo>
                  <a:pt x="0" y="0"/>
                </a:lnTo>
                <a:lnTo>
                  <a:pt x="0" y="665987"/>
                </a:lnTo>
                <a:lnTo>
                  <a:pt x="3784854" y="665987"/>
                </a:lnTo>
                <a:lnTo>
                  <a:pt x="37848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1" name="object 21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77861" y="5506973"/>
            <a:ext cx="3282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6431" y="36621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38140" y="6047965"/>
            <a:ext cx="2381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285228" y="6047965"/>
            <a:ext cx="20955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845" y="5946647"/>
            <a:ext cx="3785235" cy="666115"/>
          </a:xfrm>
          <a:custGeom>
            <a:avLst/>
            <a:gdLst/>
            <a:ahLst/>
            <a:cxnLst/>
            <a:rect l="l" t="t" r="r" b="b"/>
            <a:pathLst>
              <a:path w="3785235" h="666115">
                <a:moveTo>
                  <a:pt x="3784854" y="0"/>
                </a:moveTo>
                <a:lnTo>
                  <a:pt x="0" y="0"/>
                </a:lnTo>
                <a:lnTo>
                  <a:pt x="0" y="665987"/>
                </a:lnTo>
                <a:lnTo>
                  <a:pt x="3784854" y="665987"/>
                </a:lnTo>
                <a:lnTo>
                  <a:pt x="37848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1" name="object 21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22819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66431" y="3662172"/>
            <a:ext cx="450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𝟏𝟏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7802118" y="4863846"/>
            <a:ext cx="1957705" cy="692150"/>
            <a:chOff x="7802118" y="4863846"/>
            <a:chExt cx="1957705" cy="692150"/>
          </a:xfrm>
        </p:grpSpPr>
        <p:sp>
          <p:nvSpPr>
            <p:cNvPr id="43" name="object 43"/>
            <p:cNvSpPr/>
            <p:nvPr/>
          </p:nvSpPr>
          <p:spPr>
            <a:xfrm>
              <a:off x="8836152" y="5137404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02118" y="4863846"/>
              <a:ext cx="1327785" cy="692150"/>
            </a:xfrm>
            <a:custGeom>
              <a:avLst/>
              <a:gdLst/>
              <a:ahLst/>
              <a:cxnLst/>
              <a:rect l="l" t="t" r="r" b="b"/>
              <a:pathLst>
                <a:path w="1327784" h="692150">
                  <a:moveTo>
                    <a:pt x="1327403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221233" y="481583"/>
                  </a:lnTo>
                  <a:lnTo>
                    <a:pt x="121920" y="691641"/>
                  </a:lnTo>
                  <a:lnTo>
                    <a:pt x="553084" y="481583"/>
                  </a:lnTo>
                  <a:lnTo>
                    <a:pt x="1327403" y="481583"/>
                  </a:lnTo>
                  <a:lnTo>
                    <a:pt x="1327403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38140" y="6047965"/>
            <a:ext cx="2381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85228" y="6047965"/>
            <a:ext cx="20955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70011" y="4876800"/>
            <a:ext cx="892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∞</a:t>
            </a:r>
            <a:r>
              <a:rPr sz="24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2056" y="5685282"/>
              <a:ext cx="1299845" cy="114300"/>
            </a:xfrm>
            <a:custGeom>
              <a:avLst/>
              <a:gdLst/>
              <a:ahLst/>
              <a:cxnLst/>
              <a:rect l="l" t="t" r="r" b="b"/>
              <a:pathLst>
                <a:path w="1299845" h="114300">
                  <a:moveTo>
                    <a:pt x="1185291" y="0"/>
                  </a:moveTo>
                  <a:lnTo>
                    <a:pt x="1185291" y="114300"/>
                  </a:lnTo>
                  <a:lnTo>
                    <a:pt x="1261491" y="76200"/>
                  </a:lnTo>
                  <a:lnTo>
                    <a:pt x="1204341" y="76200"/>
                  </a:lnTo>
                  <a:lnTo>
                    <a:pt x="1204341" y="38100"/>
                  </a:lnTo>
                  <a:lnTo>
                    <a:pt x="1261491" y="38100"/>
                  </a:lnTo>
                  <a:lnTo>
                    <a:pt x="1185291" y="0"/>
                  </a:lnTo>
                  <a:close/>
                </a:path>
                <a:path w="1299845" h="114300">
                  <a:moveTo>
                    <a:pt x="118529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85291" y="76200"/>
                  </a:lnTo>
                  <a:lnTo>
                    <a:pt x="1185291" y="38100"/>
                  </a:lnTo>
                  <a:close/>
                </a:path>
                <a:path w="1299845" h="114300">
                  <a:moveTo>
                    <a:pt x="1261491" y="38100"/>
                  </a:moveTo>
                  <a:lnTo>
                    <a:pt x="1204341" y="38100"/>
                  </a:lnTo>
                  <a:lnTo>
                    <a:pt x="1204341" y="76200"/>
                  </a:lnTo>
                  <a:lnTo>
                    <a:pt x="1261491" y="76200"/>
                  </a:lnTo>
                  <a:lnTo>
                    <a:pt x="1299591" y="57150"/>
                  </a:lnTo>
                  <a:lnTo>
                    <a:pt x="126149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18915"/>
            <a:ext cx="2233930" cy="2602230"/>
            <a:chOff x="5587365" y="3518915"/>
            <a:chExt cx="2233930" cy="2602230"/>
          </a:xfrm>
        </p:grpSpPr>
        <p:sp>
          <p:nvSpPr>
            <p:cNvPr id="20" name="object 20"/>
            <p:cNvSpPr/>
            <p:nvPr/>
          </p:nvSpPr>
          <p:spPr>
            <a:xfrm>
              <a:off x="5683758" y="4135754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87365" y="4212589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2028" y="5382767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5216" y="3532377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82028" y="3537965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0" y="360045"/>
                  </a:moveTo>
                  <a:lnTo>
                    <a:pt x="3286" y="311181"/>
                  </a:lnTo>
                  <a:lnTo>
                    <a:pt x="12858" y="264318"/>
                  </a:lnTo>
                  <a:lnTo>
                    <a:pt x="28289" y="219884"/>
                  </a:lnTo>
                  <a:lnTo>
                    <a:pt x="49149" y="178308"/>
                  </a:lnTo>
                  <a:lnTo>
                    <a:pt x="75009" y="140017"/>
                  </a:lnTo>
                  <a:lnTo>
                    <a:pt x="105441" y="105441"/>
                  </a:lnTo>
                  <a:lnTo>
                    <a:pt x="140017" y="75009"/>
                  </a:lnTo>
                  <a:lnTo>
                    <a:pt x="178307" y="49149"/>
                  </a:lnTo>
                  <a:lnTo>
                    <a:pt x="219884" y="28289"/>
                  </a:lnTo>
                  <a:lnTo>
                    <a:pt x="264318" y="12858"/>
                  </a:lnTo>
                  <a:lnTo>
                    <a:pt x="311181" y="3286"/>
                  </a:lnTo>
                  <a:lnTo>
                    <a:pt x="360045" y="0"/>
                  </a:lnTo>
                  <a:lnTo>
                    <a:pt x="408908" y="3286"/>
                  </a:lnTo>
                  <a:lnTo>
                    <a:pt x="455771" y="12858"/>
                  </a:lnTo>
                  <a:lnTo>
                    <a:pt x="500205" y="28289"/>
                  </a:lnTo>
                  <a:lnTo>
                    <a:pt x="541781" y="49149"/>
                  </a:lnTo>
                  <a:lnTo>
                    <a:pt x="580072" y="75009"/>
                  </a:lnTo>
                  <a:lnTo>
                    <a:pt x="614648" y="105441"/>
                  </a:lnTo>
                  <a:lnTo>
                    <a:pt x="645080" y="140017"/>
                  </a:lnTo>
                  <a:lnTo>
                    <a:pt x="670940" y="178308"/>
                  </a:lnTo>
                  <a:lnTo>
                    <a:pt x="691800" y="219884"/>
                  </a:lnTo>
                  <a:lnTo>
                    <a:pt x="707231" y="264318"/>
                  </a:lnTo>
                  <a:lnTo>
                    <a:pt x="716803" y="311181"/>
                  </a:lnTo>
                  <a:lnTo>
                    <a:pt x="720090" y="360045"/>
                  </a:lnTo>
                  <a:lnTo>
                    <a:pt x="716803" y="408908"/>
                  </a:lnTo>
                  <a:lnTo>
                    <a:pt x="707231" y="455771"/>
                  </a:lnTo>
                  <a:lnTo>
                    <a:pt x="691800" y="500205"/>
                  </a:lnTo>
                  <a:lnTo>
                    <a:pt x="670941" y="541782"/>
                  </a:lnTo>
                  <a:lnTo>
                    <a:pt x="645080" y="580072"/>
                  </a:lnTo>
                  <a:lnTo>
                    <a:pt x="614648" y="614648"/>
                  </a:lnTo>
                  <a:lnTo>
                    <a:pt x="580072" y="645080"/>
                  </a:lnTo>
                  <a:lnTo>
                    <a:pt x="541782" y="670941"/>
                  </a:lnTo>
                  <a:lnTo>
                    <a:pt x="500205" y="691800"/>
                  </a:lnTo>
                  <a:lnTo>
                    <a:pt x="455771" y="707231"/>
                  </a:lnTo>
                  <a:lnTo>
                    <a:pt x="408908" y="716803"/>
                  </a:lnTo>
                  <a:lnTo>
                    <a:pt x="360045" y="720090"/>
                  </a:lnTo>
                  <a:lnTo>
                    <a:pt x="311181" y="716803"/>
                  </a:lnTo>
                  <a:lnTo>
                    <a:pt x="264318" y="707231"/>
                  </a:lnTo>
                  <a:lnTo>
                    <a:pt x="219884" y="691800"/>
                  </a:lnTo>
                  <a:lnTo>
                    <a:pt x="178308" y="670941"/>
                  </a:lnTo>
                  <a:lnTo>
                    <a:pt x="140017" y="645080"/>
                  </a:lnTo>
                  <a:lnTo>
                    <a:pt x="105441" y="614648"/>
                  </a:lnTo>
                  <a:lnTo>
                    <a:pt x="75009" y="580072"/>
                  </a:lnTo>
                  <a:lnTo>
                    <a:pt x="49149" y="541782"/>
                  </a:lnTo>
                  <a:lnTo>
                    <a:pt x="28289" y="500205"/>
                  </a:lnTo>
                  <a:lnTo>
                    <a:pt x="12858" y="455771"/>
                  </a:lnTo>
                  <a:lnTo>
                    <a:pt x="3286" y="408908"/>
                  </a:lnTo>
                  <a:lnTo>
                    <a:pt x="0" y="36004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1845" y="5946647"/>
            <a:ext cx="3785235" cy="666115"/>
          </a:xfrm>
          <a:custGeom>
            <a:avLst/>
            <a:gdLst/>
            <a:ahLst/>
            <a:cxnLst/>
            <a:rect l="l" t="t" r="r" b="b"/>
            <a:pathLst>
              <a:path w="3785235" h="666115">
                <a:moveTo>
                  <a:pt x="3784854" y="0"/>
                </a:moveTo>
                <a:lnTo>
                  <a:pt x="0" y="0"/>
                </a:lnTo>
                <a:lnTo>
                  <a:pt x="0" y="665987"/>
                </a:lnTo>
                <a:lnTo>
                  <a:pt x="3784854" y="665987"/>
                </a:lnTo>
                <a:lnTo>
                  <a:pt x="37848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5042915" y="3038094"/>
            <a:ext cx="4888230" cy="3083560"/>
            <a:chOff x="5042915" y="3038094"/>
            <a:chExt cx="4888230" cy="3083560"/>
          </a:xfrm>
        </p:grpSpPr>
        <p:sp>
          <p:nvSpPr>
            <p:cNvPr id="35" name="object 35"/>
            <p:cNvSpPr/>
            <p:nvPr/>
          </p:nvSpPr>
          <p:spPr>
            <a:xfrm>
              <a:off x="5061965" y="5382767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89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8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89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0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7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8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02117" y="3038094"/>
              <a:ext cx="1327785" cy="692150"/>
            </a:xfrm>
            <a:custGeom>
              <a:avLst/>
              <a:gdLst/>
              <a:ahLst/>
              <a:cxnLst/>
              <a:rect l="l" t="t" r="r" b="b"/>
              <a:pathLst>
                <a:path w="1327784" h="692150">
                  <a:moveTo>
                    <a:pt x="1327403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221233" y="481583"/>
                  </a:lnTo>
                  <a:lnTo>
                    <a:pt x="121920" y="691641"/>
                  </a:lnTo>
                  <a:lnTo>
                    <a:pt x="553084" y="481583"/>
                  </a:lnTo>
                  <a:lnTo>
                    <a:pt x="1327403" y="481583"/>
                  </a:lnTo>
                  <a:lnTo>
                    <a:pt x="1327403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36151" y="5137404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36151" y="5675376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48877" y="4081907"/>
              <a:ext cx="616585" cy="282575"/>
            </a:xfrm>
            <a:custGeom>
              <a:avLst/>
              <a:gdLst/>
              <a:ahLst/>
              <a:cxnLst/>
              <a:rect l="l" t="t" r="r" b="b"/>
              <a:pathLst>
                <a:path w="616584" h="282575">
                  <a:moveTo>
                    <a:pt x="526288" y="0"/>
                  </a:moveTo>
                  <a:lnTo>
                    <a:pt x="522224" y="11430"/>
                  </a:lnTo>
                  <a:lnTo>
                    <a:pt x="538533" y="18522"/>
                  </a:lnTo>
                  <a:lnTo>
                    <a:pt x="552592" y="28352"/>
                  </a:lnTo>
                  <a:lnTo>
                    <a:pt x="581173" y="73852"/>
                  </a:lnTo>
                  <a:lnTo>
                    <a:pt x="589504" y="115623"/>
                  </a:lnTo>
                  <a:lnTo>
                    <a:pt x="590550" y="139700"/>
                  </a:lnTo>
                  <a:lnTo>
                    <a:pt x="589502" y="164633"/>
                  </a:lnTo>
                  <a:lnTo>
                    <a:pt x="581120" y="207547"/>
                  </a:lnTo>
                  <a:lnTo>
                    <a:pt x="552624" y="253793"/>
                  </a:lnTo>
                  <a:lnTo>
                    <a:pt x="522604" y="270891"/>
                  </a:lnTo>
                  <a:lnTo>
                    <a:pt x="526288" y="282321"/>
                  </a:lnTo>
                  <a:lnTo>
                    <a:pt x="564737" y="264239"/>
                  </a:lnTo>
                  <a:lnTo>
                    <a:pt x="593090" y="232918"/>
                  </a:lnTo>
                  <a:lnTo>
                    <a:pt x="610520" y="191119"/>
                  </a:lnTo>
                  <a:lnTo>
                    <a:pt x="616330" y="141224"/>
                  </a:lnTo>
                  <a:lnTo>
                    <a:pt x="614858" y="115339"/>
                  </a:lnTo>
                  <a:lnTo>
                    <a:pt x="603150" y="69429"/>
                  </a:lnTo>
                  <a:lnTo>
                    <a:pt x="580080" y="32093"/>
                  </a:lnTo>
                  <a:lnTo>
                    <a:pt x="546742" y="7379"/>
                  </a:lnTo>
                  <a:lnTo>
                    <a:pt x="526288" y="0"/>
                  </a:lnTo>
                  <a:close/>
                </a:path>
                <a:path w="616584" h="282575">
                  <a:moveTo>
                    <a:pt x="90043" y="0"/>
                  </a:moveTo>
                  <a:lnTo>
                    <a:pt x="51657" y="18081"/>
                  </a:lnTo>
                  <a:lnTo>
                    <a:pt x="23368" y="49403"/>
                  </a:lnTo>
                  <a:lnTo>
                    <a:pt x="5826" y="91408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9" y="263717"/>
                  </a:lnTo>
                  <a:lnTo>
                    <a:pt x="63690" y="253793"/>
                  </a:lnTo>
                  <a:lnTo>
                    <a:pt x="35210" y="207547"/>
                  </a:lnTo>
                  <a:lnTo>
                    <a:pt x="26828" y="164633"/>
                  </a:lnTo>
                  <a:lnTo>
                    <a:pt x="25780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801" y="28352"/>
                  </a:lnTo>
                  <a:lnTo>
                    <a:pt x="94106" y="11430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332213" y="4081907"/>
              <a:ext cx="598805" cy="282575"/>
            </a:xfrm>
            <a:custGeom>
              <a:avLst/>
              <a:gdLst/>
              <a:ahLst/>
              <a:cxnLst/>
              <a:rect l="l" t="t" r="r" b="b"/>
              <a:pathLst>
                <a:path w="598804" h="282575">
                  <a:moveTo>
                    <a:pt x="508761" y="0"/>
                  </a:moveTo>
                  <a:lnTo>
                    <a:pt x="504697" y="11430"/>
                  </a:lnTo>
                  <a:lnTo>
                    <a:pt x="521007" y="18522"/>
                  </a:lnTo>
                  <a:lnTo>
                    <a:pt x="535066" y="28352"/>
                  </a:lnTo>
                  <a:lnTo>
                    <a:pt x="563647" y="73852"/>
                  </a:lnTo>
                  <a:lnTo>
                    <a:pt x="571978" y="115623"/>
                  </a:lnTo>
                  <a:lnTo>
                    <a:pt x="573024" y="139700"/>
                  </a:lnTo>
                  <a:lnTo>
                    <a:pt x="571976" y="164633"/>
                  </a:lnTo>
                  <a:lnTo>
                    <a:pt x="563594" y="207547"/>
                  </a:lnTo>
                  <a:lnTo>
                    <a:pt x="535098" y="253793"/>
                  </a:lnTo>
                  <a:lnTo>
                    <a:pt x="505078" y="270891"/>
                  </a:lnTo>
                  <a:lnTo>
                    <a:pt x="508761" y="282321"/>
                  </a:lnTo>
                  <a:lnTo>
                    <a:pt x="547211" y="264239"/>
                  </a:lnTo>
                  <a:lnTo>
                    <a:pt x="575563" y="232918"/>
                  </a:lnTo>
                  <a:lnTo>
                    <a:pt x="592994" y="191119"/>
                  </a:lnTo>
                  <a:lnTo>
                    <a:pt x="598804" y="141224"/>
                  </a:lnTo>
                  <a:lnTo>
                    <a:pt x="597332" y="115339"/>
                  </a:lnTo>
                  <a:lnTo>
                    <a:pt x="585624" y="69429"/>
                  </a:lnTo>
                  <a:lnTo>
                    <a:pt x="562554" y="32093"/>
                  </a:lnTo>
                  <a:lnTo>
                    <a:pt x="529216" y="7379"/>
                  </a:lnTo>
                  <a:lnTo>
                    <a:pt x="508761" y="0"/>
                  </a:lnTo>
                  <a:close/>
                </a:path>
                <a:path w="598804" h="282575">
                  <a:moveTo>
                    <a:pt x="90042" y="0"/>
                  </a:moveTo>
                  <a:lnTo>
                    <a:pt x="51657" y="18081"/>
                  </a:lnTo>
                  <a:lnTo>
                    <a:pt x="23367" y="49403"/>
                  </a:lnTo>
                  <a:lnTo>
                    <a:pt x="5826" y="91408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2" y="282321"/>
                  </a:lnTo>
                  <a:lnTo>
                    <a:pt x="93599" y="270891"/>
                  </a:lnTo>
                  <a:lnTo>
                    <a:pt x="77549" y="263717"/>
                  </a:lnTo>
                  <a:lnTo>
                    <a:pt x="63690" y="253793"/>
                  </a:lnTo>
                  <a:lnTo>
                    <a:pt x="35210" y="207547"/>
                  </a:lnTo>
                  <a:lnTo>
                    <a:pt x="26828" y="164633"/>
                  </a:lnTo>
                  <a:lnTo>
                    <a:pt x="25780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801" y="28352"/>
                  </a:lnTo>
                  <a:lnTo>
                    <a:pt x="94106" y="11430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48878" y="4424044"/>
              <a:ext cx="1382395" cy="282575"/>
            </a:xfrm>
            <a:custGeom>
              <a:avLst/>
              <a:gdLst/>
              <a:ahLst/>
              <a:cxnLst/>
              <a:rect l="l" t="t" r="r" b="b"/>
              <a:pathLst>
                <a:path w="1382395" h="282575">
                  <a:moveTo>
                    <a:pt x="94107" y="11430"/>
                  </a:moveTo>
                  <a:lnTo>
                    <a:pt x="90043" y="0"/>
                  </a:lnTo>
                  <a:lnTo>
                    <a:pt x="69583" y="7391"/>
                  </a:lnTo>
                  <a:lnTo>
                    <a:pt x="51650" y="18084"/>
                  </a:lnTo>
                  <a:lnTo>
                    <a:pt x="23368" y="49403"/>
                  </a:lnTo>
                  <a:lnTo>
                    <a:pt x="5816" y="91414"/>
                  </a:lnTo>
                  <a:lnTo>
                    <a:pt x="0" y="141224"/>
                  </a:lnTo>
                  <a:lnTo>
                    <a:pt x="1447" y="167182"/>
                  </a:lnTo>
                  <a:lnTo>
                    <a:pt x="13068" y="213042"/>
                  </a:lnTo>
                  <a:lnTo>
                    <a:pt x="36118" y="250228"/>
                  </a:lnTo>
                  <a:lnTo>
                    <a:pt x="69507" y="274942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6" y="263728"/>
                  </a:lnTo>
                  <a:lnTo>
                    <a:pt x="63690" y="253796"/>
                  </a:lnTo>
                  <a:lnTo>
                    <a:pt x="35204" y="207556"/>
                  </a:lnTo>
                  <a:lnTo>
                    <a:pt x="26822" y="164642"/>
                  </a:lnTo>
                  <a:lnTo>
                    <a:pt x="25781" y="139700"/>
                  </a:lnTo>
                  <a:lnTo>
                    <a:pt x="26822" y="115633"/>
                  </a:lnTo>
                  <a:lnTo>
                    <a:pt x="35204" y="73863"/>
                  </a:lnTo>
                  <a:lnTo>
                    <a:pt x="63792" y="28359"/>
                  </a:lnTo>
                  <a:lnTo>
                    <a:pt x="77812" y="18529"/>
                  </a:lnTo>
                  <a:lnTo>
                    <a:pt x="94107" y="11430"/>
                  </a:lnTo>
                  <a:close/>
                </a:path>
                <a:path w="1382395" h="282575">
                  <a:moveTo>
                    <a:pt x="623189" y="141224"/>
                  </a:moveTo>
                  <a:lnTo>
                    <a:pt x="617308" y="91414"/>
                  </a:lnTo>
                  <a:lnTo>
                    <a:pt x="599821" y="49403"/>
                  </a:lnTo>
                  <a:lnTo>
                    <a:pt x="571525" y="18084"/>
                  </a:lnTo>
                  <a:lnTo>
                    <a:pt x="533146" y="0"/>
                  </a:lnTo>
                  <a:lnTo>
                    <a:pt x="529082" y="11430"/>
                  </a:lnTo>
                  <a:lnTo>
                    <a:pt x="545388" y="18529"/>
                  </a:lnTo>
                  <a:lnTo>
                    <a:pt x="559447" y="28359"/>
                  </a:lnTo>
                  <a:lnTo>
                    <a:pt x="588022" y="73863"/>
                  </a:lnTo>
                  <a:lnTo>
                    <a:pt x="596353" y="115633"/>
                  </a:lnTo>
                  <a:lnTo>
                    <a:pt x="597408" y="139700"/>
                  </a:lnTo>
                  <a:lnTo>
                    <a:pt x="596353" y="164642"/>
                  </a:lnTo>
                  <a:lnTo>
                    <a:pt x="587971" y="207556"/>
                  </a:lnTo>
                  <a:lnTo>
                    <a:pt x="559473" y="253796"/>
                  </a:lnTo>
                  <a:lnTo>
                    <a:pt x="529463" y="270891"/>
                  </a:lnTo>
                  <a:lnTo>
                    <a:pt x="533146" y="282321"/>
                  </a:lnTo>
                  <a:lnTo>
                    <a:pt x="571588" y="264248"/>
                  </a:lnTo>
                  <a:lnTo>
                    <a:pt x="599948" y="232918"/>
                  </a:lnTo>
                  <a:lnTo>
                    <a:pt x="617372" y="191122"/>
                  </a:lnTo>
                  <a:lnTo>
                    <a:pt x="621728" y="167182"/>
                  </a:lnTo>
                  <a:lnTo>
                    <a:pt x="623189" y="141224"/>
                  </a:lnTo>
                  <a:close/>
                </a:path>
                <a:path w="1382395" h="282575">
                  <a:moveTo>
                    <a:pt x="883539" y="11430"/>
                  </a:moveTo>
                  <a:lnTo>
                    <a:pt x="879475" y="0"/>
                  </a:lnTo>
                  <a:lnTo>
                    <a:pt x="859015" y="7391"/>
                  </a:lnTo>
                  <a:lnTo>
                    <a:pt x="841082" y="18084"/>
                  </a:lnTo>
                  <a:lnTo>
                    <a:pt x="812800" y="49403"/>
                  </a:lnTo>
                  <a:lnTo>
                    <a:pt x="795248" y="91414"/>
                  </a:lnTo>
                  <a:lnTo>
                    <a:pt x="789432" y="141224"/>
                  </a:lnTo>
                  <a:lnTo>
                    <a:pt x="790879" y="167182"/>
                  </a:lnTo>
                  <a:lnTo>
                    <a:pt x="802500" y="213042"/>
                  </a:lnTo>
                  <a:lnTo>
                    <a:pt x="825550" y="250228"/>
                  </a:lnTo>
                  <a:lnTo>
                    <a:pt x="858939" y="274942"/>
                  </a:lnTo>
                  <a:lnTo>
                    <a:pt x="879475" y="282321"/>
                  </a:lnTo>
                  <a:lnTo>
                    <a:pt x="883031" y="270891"/>
                  </a:lnTo>
                  <a:lnTo>
                    <a:pt x="866978" y="263728"/>
                  </a:lnTo>
                  <a:lnTo>
                    <a:pt x="853122" y="253796"/>
                  </a:lnTo>
                  <a:lnTo>
                    <a:pt x="824636" y="207556"/>
                  </a:lnTo>
                  <a:lnTo>
                    <a:pt x="816254" y="164642"/>
                  </a:lnTo>
                  <a:lnTo>
                    <a:pt x="815213" y="139700"/>
                  </a:lnTo>
                  <a:lnTo>
                    <a:pt x="816254" y="115633"/>
                  </a:lnTo>
                  <a:lnTo>
                    <a:pt x="824636" y="73863"/>
                  </a:lnTo>
                  <a:lnTo>
                    <a:pt x="853224" y="28359"/>
                  </a:lnTo>
                  <a:lnTo>
                    <a:pt x="867244" y="18529"/>
                  </a:lnTo>
                  <a:lnTo>
                    <a:pt x="883539" y="11430"/>
                  </a:lnTo>
                  <a:close/>
                </a:path>
                <a:path w="1382395" h="282575">
                  <a:moveTo>
                    <a:pt x="1382141" y="141224"/>
                  </a:moveTo>
                  <a:lnTo>
                    <a:pt x="1376260" y="91414"/>
                  </a:lnTo>
                  <a:lnTo>
                    <a:pt x="1358773" y="49403"/>
                  </a:lnTo>
                  <a:lnTo>
                    <a:pt x="1330477" y="18084"/>
                  </a:lnTo>
                  <a:lnTo>
                    <a:pt x="1292098" y="0"/>
                  </a:lnTo>
                  <a:lnTo>
                    <a:pt x="1288034" y="11430"/>
                  </a:lnTo>
                  <a:lnTo>
                    <a:pt x="1304340" y="18529"/>
                  </a:lnTo>
                  <a:lnTo>
                    <a:pt x="1318399" y="28359"/>
                  </a:lnTo>
                  <a:lnTo>
                    <a:pt x="1346974" y="73863"/>
                  </a:lnTo>
                  <a:lnTo>
                    <a:pt x="1355305" y="115633"/>
                  </a:lnTo>
                  <a:lnTo>
                    <a:pt x="1356360" y="139700"/>
                  </a:lnTo>
                  <a:lnTo>
                    <a:pt x="1355305" y="164642"/>
                  </a:lnTo>
                  <a:lnTo>
                    <a:pt x="1346923" y="207556"/>
                  </a:lnTo>
                  <a:lnTo>
                    <a:pt x="1318425" y="253796"/>
                  </a:lnTo>
                  <a:lnTo>
                    <a:pt x="1288415" y="270891"/>
                  </a:lnTo>
                  <a:lnTo>
                    <a:pt x="1292098" y="282321"/>
                  </a:lnTo>
                  <a:lnTo>
                    <a:pt x="1330540" y="264248"/>
                  </a:lnTo>
                  <a:lnTo>
                    <a:pt x="1358900" y="232918"/>
                  </a:lnTo>
                  <a:lnTo>
                    <a:pt x="1376324" y="191122"/>
                  </a:lnTo>
                  <a:lnTo>
                    <a:pt x="1380680" y="167182"/>
                  </a:lnTo>
                  <a:lnTo>
                    <a:pt x="1382141" y="141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916671" y="2864513"/>
            <a:ext cx="3772535" cy="186182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𝟏𝟏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  <a:p>
            <a:pPr marL="605790">
              <a:lnSpc>
                <a:spcPct val="100000"/>
              </a:lnSpc>
              <a:spcBef>
                <a:spcPts val="1475"/>
              </a:spcBef>
              <a:tabLst>
                <a:tab pos="3152775" algn="l"/>
                <a:tab pos="369633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732155">
              <a:lnSpc>
                <a:spcPts val="2785"/>
              </a:lnSpc>
              <a:spcBef>
                <a:spcPts val="180"/>
              </a:spcBef>
              <a:tabLst>
                <a:tab pos="1276350" algn="l"/>
                <a:tab pos="1515745" algn="l"/>
                <a:tab pos="2279650" algn="l"/>
                <a:tab pos="311658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732155">
              <a:lnSpc>
                <a:spcPts val="2785"/>
              </a:lnSpc>
              <a:tabLst>
                <a:tab pos="1521460" algn="l"/>
                <a:tab pos="2042160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23526" y="5023196"/>
            <a:ext cx="1040765" cy="875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30547" y="5305915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02758" y="5585685"/>
            <a:ext cx="37401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285228" y="5585685"/>
            <a:ext cx="27622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2056" y="4264152"/>
              <a:ext cx="1711325" cy="1535430"/>
            </a:xfrm>
            <a:custGeom>
              <a:avLst/>
              <a:gdLst/>
              <a:ahLst/>
              <a:cxnLst/>
              <a:rect l="l" t="t" r="r" b="b"/>
              <a:pathLst>
                <a:path w="1711325" h="1535429">
                  <a:moveTo>
                    <a:pt x="1299591" y="1478280"/>
                  </a:moveTo>
                  <a:lnTo>
                    <a:pt x="1261491" y="1459230"/>
                  </a:lnTo>
                  <a:lnTo>
                    <a:pt x="1185291" y="1421130"/>
                  </a:lnTo>
                  <a:lnTo>
                    <a:pt x="1185291" y="1459230"/>
                  </a:lnTo>
                  <a:lnTo>
                    <a:pt x="0" y="1459230"/>
                  </a:lnTo>
                  <a:lnTo>
                    <a:pt x="0" y="1497330"/>
                  </a:lnTo>
                  <a:lnTo>
                    <a:pt x="1185291" y="1497330"/>
                  </a:lnTo>
                  <a:lnTo>
                    <a:pt x="1185291" y="1535430"/>
                  </a:lnTo>
                  <a:lnTo>
                    <a:pt x="1261491" y="1497330"/>
                  </a:lnTo>
                  <a:lnTo>
                    <a:pt x="1299591" y="1478280"/>
                  </a:lnTo>
                  <a:close/>
                </a:path>
                <a:path w="1711325" h="1535429">
                  <a:moveTo>
                    <a:pt x="1710817" y="1010412"/>
                  </a:moveTo>
                  <a:lnTo>
                    <a:pt x="1672755" y="1010373"/>
                  </a:lnTo>
                  <a:lnTo>
                    <a:pt x="1672844" y="968248"/>
                  </a:lnTo>
                  <a:lnTo>
                    <a:pt x="1673225" y="917956"/>
                  </a:lnTo>
                  <a:lnTo>
                    <a:pt x="1673860" y="801116"/>
                  </a:lnTo>
                  <a:lnTo>
                    <a:pt x="1674241" y="779272"/>
                  </a:lnTo>
                  <a:lnTo>
                    <a:pt x="1674368" y="758063"/>
                  </a:lnTo>
                  <a:lnTo>
                    <a:pt x="1674876" y="718820"/>
                  </a:lnTo>
                  <a:lnTo>
                    <a:pt x="1675015" y="699897"/>
                  </a:lnTo>
                  <a:lnTo>
                    <a:pt x="1675384" y="682879"/>
                  </a:lnTo>
                  <a:lnTo>
                    <a:pt x="1675511" y="665734"/>
                  </a:lnTo>
                  <a:lnTo>
                    <a:pt x="1675777" y="650240"/>
                  </a:lnTo>
                  <a:lnTo>
                    <a:pt x="1676146" y="636524"/>
                  </a:lnTo>
                  <a:lnTo>
                    <a:pt x="1676666" y="610108"/>
                  </a:lnTo>
                  <a:lnTo>
                    <a:pt x="1676908" y="600329"/>
                  </a:lnTo>
                  <a:lnTo>
                    <a:pt x="1677327" y="589534"/>
                  </a:lnTo>
                  <a:lnTo>
                    <a:pt x="1677593" y="581152"/>
                  </a:lnTo>
                  <a:lnTo>
                    <a:pt x="1678686" y="566293"/>
                  </a:lnTo>
                  <a:lnTo>
                    <a:pt x="1678838" y="565531"/>
                  </a:lnTo>
                  <a:lnTo>
                    <a:pt x="1678940" y="565023"/>
                  </a:lnTo>
                  <a:lnTo>
                    <a:pt x="1679448" y="560451"/>
                  </a:lnTo>
                  <a:lnTo>
                    <a:pt x="1679549" y="559181"/>
                  </a:lnTo>
                  <a:lnTo>
                    <a:pt x="1679803" y="556387"/>
                  </a:lnTo>
                  <a:lnTo>
                    <a:pt x="1679854" y="555498"/>
                  </a:lnTo>
                  <a:lnTo>
                    <a:pt x="1680133" y="548894"/>
                  </a:lnTo>
                  <a:lnTo>
                    <a:pt x="1680387" y="542163"/>
                  </a:lnTo>
                  <a:lnTo>
                    <a:pt x="1680718" y="535051"/>
                  </a:lnTo>
                  <a:lnTo>
                    <a:pt x="1680984" y="524383"/>
                  </a:lnTo>
                  <a:lnTo>
                    <a:pt x="1681492" y="501523"/>
                  </a:lnTo>
                  <a:lnTo>
                    <a:pt x="1681861" y="488950"/>
                  </a:lnTo>
                  <a:lnTo>
                    <a:pt x="1682369" y="458724"/>
                  </a:lnTo>
                  <a:lnTo>
                    <a:pt x="1682877" y="424688"/>
                  </a:lnTo>
                  <a:lnTo>
                    <a:pt x="1683004" y="406273"/>
                  </a:lnTo>
                  <a:lnTo>
                    <a:pt x="1683385" y="386842"/>
                  </a:lnTo>
                  <a:lnTo>
                    <a:pt x="1683512" y="366268"/>
                  </a:lnTo>
                  <a:lnTo>
                    <a:pt x="1684274" y="301498"/>
                  </a:lnTo>
                  <a:lnTo>
                    <a:pt x="1684274" y="278384"/>
                  </a:lnTo>
                  <a:lnTo>
                    <a:pt x="1684528" y="254889"/>
                  </a:lnTo>
                  <a:lnTo>
                    <a:pt x="1685036" y="156337"/>
                  </a:lnTo>
                  <a:lnTo>
                    <a:pt x="1685163" y="104775"/>
                  </a:lnTo>
                  <a:lnTo>
                    <a:pt x="1685417" y="52705"/>
                  </a:lnTo>
                  <a:lnTo>
                    <a:pt x="1685417" y="0"/>
                  </a:lnTo>
                  <a:lnTo>
                    <a:pt x="1647317" y="0"/>
                  </a:lnTo>
                  <a:lnTo>
                    <a:pt x="1647317" y="52705"/>
                  </a:lnTo>
                  <a:lnTo>
                    <a:pt x="1647063" y="104775"/>
                  </a:lnTo>
                  <a:lnTo>
                    <a:pt x="1646923" y="156337"/>
                  </a:lnTo>
                  <a:lnTo>
                    <a:pt x="1646415" y="255143"/>
                  </a:lnTo>
                  <a:lnTo>
                    <a:pt x="1646174" y="278384"/>
                  </a:lnTo>
                  <a:lnTo>
                    <a:pt x="1646161" y="301498"/>
                  </a:lnTo>
                  <a:lnTo>
                    <a:pt x="1645412" y="366268"/>
                  </a:lnTo>
                  <a:lnTo>
                    <a:pt x="1645272" y="386842"/>
                  </a:lnTo>
                  <a:lnTo>
                    <a:pt x="1644523" y="441706"/>
                  </a:lnTo>
                  <a:lnTo>
                    <a:pt x="1644015" y="473710"/>
                  </a:lnTo>
                  <a:lnTo>
                    <a:pt x="1643481" y="502285"/>
                  </a:lnTo>
                  <a:lnTo>
                    <a:pt x="1643100" y="514477"/>
                  </a:lnTo>
                  <a:lnTo>
                    <a:pt x="1642579" y="535051"/>
                  </a:lnTo>
                  <a:lnTo>
                    <a:pt x="1642364" y="542163"/>
                  </a:lnTo>
                  <a:lnTo>
                    <a:pt x="1641906" y="550418"/>
                  </a:lnTo>
                  <a:lnTo>
                    <a:pt x="1641729" y="554228"/>
                  </a:lnTo>
                  <a:lnTo>
                    <a:pt x="1641487" y="557517"/>
                  </a:lnTo>
                  <a:lnTo>
                    <a:pt x="1641602" y="557149"/>
                  </a:lnTo>
                  <a:lnTo>
                    <a:pt x="1642110" y="555498"/>
                  </a:lnTo>
                  <a:lnTo>
                    <a:pt x="1641856" y="556387"/>
                  </a:lnTo>
                  <a:lnTo>
                    <a:pt x="1641602" y="557149"/>
                  </a:lnTo>
                  <a:lnTo>
                    <a:pt x="1641475" y="557784"/>
                  </a:lnTo>
                  <a:lnTo>
                    <a:pt x="1641348" y="559181"/>
                  </a:lnTo>
                  <a:lnTo>
                    <a:pt x="1641487" y="557517"/>
                  </a:lnTo>
                  <a:lnTo>
                    <a:pt x="1638884" y="600329"/>
                  </a:lnTo>
                  <a:lnTo>
                    <a:pt x="1638554" y="610108"/>
                  </a:lnTo>
                  <a:lnTo>
                    <a:pt x="1638300" y="622427"/>
                  </a:lnTo>
                  <a:lnTo>
                    <a:pt x="1637766" y="650875"/>
                  </a:lnTo>
                  <a:lnTo>
                    <a:pt x="1637398" y="666496"/>
                  </a:lnTo>
                  <a:lnTo>
                    <a:pt x="1637271" y="682879"/>
                  </a:lnTo>
                  <a:lnTo>
                    <a:pt x="1637017" y="700532"/>
                  </a:lnTo>
                  <a:lnTo>
                    <a:pt x="1636268" y="758063"/>
                  </a:lnTo>
                  <a:lnTo>
                    <a:pt x="1636128" y="779272"/>
                  </a:lnTo>
                  <a:lnTo>
                    <a:pt x="1635633" y="822960"/>
                  </a:lnTo>
                  <a:lnTo>
                    <a:pt x="1635112" y="918210"/>
                  </a:lnTo>
                  <a:lnTo>
                    <a:pt x="1634744" y="968248"/>
                  </a:lnTo>
                  <a:lnTo>
                    <a:pt x="1634655" y="1010335"/>
                  </a:lnTo>
                  <a:lnTo>
                    <a:pt x="1596517" y="1010285"/>
                  </a:lnTo>
                  <a:lnTo>
                    <a:pt x="1653540" y="1124585"/>
                  </a:lnTo>
                  <a:lnTo>
                    <a:pt x="1701253" y="1029462"/>
                  </a:lnTo>
                  <a:lnTo>
                    <a:pt x="1710817" y="101041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1" name="object 21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2128520" cy="1541780"/>
            </a:xfrm>
            <a:custGeom>
              <a:avLst/>
              <a:gdLst/>
              <a:ahLst/>
              <a:cxnLst/>
              <a:rect l="l" t="t" r="r" b="b"/>
              <a:pathLst>
                <a:path w="2128520" h="1541779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968260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2" y="542671"/>
                  </a:lnTo>
                  <a:lnTo>
                    <a:pt x="77089" y="501777"/>
                  </a:lnTo>
                  <a:lnTo>
                    <a:pt x="77343" y="206502"/>
                  </a:lnTo>
                  <a:lnTo>
                    <a:pt x="77470" y="0"/>
                  </a:ln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60"/>
                  </a:lnTo>
                  <a:lnTo>
                    <a:pt x="38100" y="1010285"/>
                  </a:ln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  <a:path w="2128520" h="1541779">
                  <a:moveTo>
                    <a:pt x="1717167" y="1484376"/>
                  </a:moveTo>
                  <a:lnTo>
                    <a:pt x="1679067" y="1465326"/>
                  </a:lnTo>
                  <a:lnTo>
                    <a:pt x="1602867" y="1427226"/>
                  </a:lnTo>
                  <a:lnTo>
                    <a:pt x="1602867" y="1465326"/>
                  </a:lnTo>
                  <a:lnTo>
                    <a:pt x="417576" y="1465326"/>
                  </a:lnTo>
                  <a:lnTo>
                    <a:pt x="417576" y="1503426"/>
                  </a:lnTo>
                  <a:lnTo>
                    <a:pt x="1602867" y="1503426"/>
                  </a:lnTo>
                  <a:lnTo>
                    <a:pt x="1602867" y="1541526"/>
                  </a:lnTo>
                  <a:lnTo>
                    <a:pt x="1679067" y="1503426"/>
                  </a:lnTo>
                  <a:lnTo>
                    <a:pt x="1717167" y="1484376"/>
                  </a:lnTo>
                  <a:close/>
                </a:path>
                <a:path w="2128520" h="1541779">
                  <a:moveTo>
                    <a:pt x="2128393" y="1016508"/>
                  </a:moveTo>
                  <a:lnTo>
                    <a:pt x="2090331" y="1016469"/>
                  </a:lnTo>
                  <a:lnTo>
                    <a:pt x="2090420" y="974344"/>
                  </a:lnTo>
                  <a:lnTo>
                    <a:pt x="2090801" y="924052"/>
                  </a:lnTo>
                  <a:lnTo>
                    <a:pt x="2091436" y="807212"/>
                  </a:lnTo>
                  <a:lnTo>
                    <a:pt x="2091817" y="785368"/>
                  </a:lnTo>
                  <a:lnTo>
                    <a:pt x="2091944" y="764159"/>
                  </a:lnTo>
                  <a:lnTo>
                    <a:pt x="2092452" y="724916"/>
                  </a:lnTo>
                  <a:lnTo>
                    <a:pt x="2092591" y="705993"/>
                  </a:lnTo>
                  <a:lnTo>
                    <a:pt x="2092960" y="688975"/>
                  </a:lnTo>
                  <a:lnTo>
                    <a:pt x="2093087" y="671830"/>
                  </a:lnTo>
                  <a:lnTo>
                    <a:pt x="2093353" y="656336"/>
                  </a:lnTo>
                  <a:lnTo>
                    <a:pt x="2093722" y="642620"/>
                  </a:lnTo>
                  <a:lnTo>
                    <a:pt x="2094242" y="616204"/>
                  </a:lnTo>
                  <a:lnTo>
                    <a:pt x="2094484" y="606425"/>
                  </a:lnTo>
                  <a:lnTo>
                    <a:pt x="2094903" y="595630"/>
                  </a:lnTo>
                  <a:lnTo>
                    <a:pt x="2095169" y="587248"/>
                  </a:lnTo>
                  <a:lnTo>
                    <a:pt x="2096262" y="572389"/>
                  </a:lnTo>
                  <a:lnTo>
                    <a:pt x="2096414" y="571627"/>
                  </a:lnTo>
                  <a:lnTo>
                    <a:pt x="2096516" y="571119"/>
                  </a:lnTo>
                  <a:lnTo>
                    <a:pt x="2097024" y="566547"/>
                  </a:lnTo>
                  <a:lnTo>
                    <a:pt x="2097125" y="565277"/>
                  </a:lnTo>
                  <a:lnTo>
                    <a:pt x="2097379" y="562483"/>
                  </a:lnTo>
                  <a:lnTo>
                    <a:pt x="2097430" y="561594"/>
                  </a:lnTo>
                  <a:lnTo>
                    <a:pt x="2097709" y="554990"/>
                  </a:lnTo>
                  <a:lnTo>
                    <a:pt x="2097963" y="548259"/>
                  </a:lnTo>
                  <a:lnTo>
                    <a:pt x="2098294" y="541147"/>
                  </a:lnTo>
                  <a:lnTo>
                    <a:pt x="2098560" y="530479"/>
                  </a:lnTo>
                  <a:lnTo>
                    <a:pt x="2099068" y="507619"/>
                  </a:lnTo>
                  <a:lnTo>
                    <a:pt x="2099437" y="495046"/>
                  </a:lnTo>
                  <a:lnTo>
                    <a:pt x="2099945" y="464820"/>
                  </a:lnTo>
                  <a:lnTo>
                    <a:pt x="2100453" y="430784"/>
                  </a:lnTo>
                  <a:lnTo>
                    <a:pt x="2100580" y="412369"/>
                  </a:lnTo>
                  <a:lnTo>
                    <a:pt x="2100961" y="392938"/>
                  </a:lnTo>
                  <a:lnTo>
                    <a:pt x="2101088" y="372364"/>
                  </a:lnTo>
                  <a:lnTo>
                    <a:pt x="2101850" y="307594"/>
                  </a:lnTo>
                  <a:lnTo>
                    <a:pt x="2101850" y="284480"/>
                  </a:lnTo>
                  <a:lnTo>
                    <a:pt x="2102104" y="260985"/>
                  </a:lnTo>
                  <a:lnTo>
                    <a:pt x="2102612" y="162433"/>
                  </a:lnTo>
                  <a:lnTo>
                    <a:pt x="2102739" y="110871"/>
                  </a:lnTo>
                  <a:lnTo>
                    <a:pt x="2102993" y="58801"/>
                  </a:lnTo>
                  <a:lnTo>
                    <a:pt x="2102993" y="6096"/>
                  </a:lnTo>
                  <a:lnTo>
                    <a:pt x="2064893" y="6096"/>
                  </a:lnTo>
                  <a:lnTo>
                    <a:pt x="2064893" y="58801"/>
                  </a:lnTo>
                  <a:lnTo>
                    <a:pt x="2064639" y="110871"/>
                  </a:lnTo>
                  <a:lnTo>
                    <a:pt x="2064499" y="162433"/>
                  </a:lnTo>
                  <a:lnTo>
                    <a:pt x="2063991" y="261239"/>
                  </a:lnTo>
                  <a:lnTo>
                    <a:pt x="2063750" y="284480"/>
                  </a:lnTo>
                  <a:lnTo>
                    <a:pt x="2063737" y="307594"/>
                  </a:lnTo>
                  <a:lnTo>
                    <a:pt x="2062988" y="372364"/>
                  </a:lnTo>
                  <a:lnTo>
                    <a:pt x="2062848" y="392938"/>
                  </a:lnTo>
                  <a:lnTo>
                    <a:pt x="2062099" y="447802"/>
                  </a:lnTo>
                  <a:lnTo>
                    <a:pt x="2061591" y="479806"/>
                  </a:lnTo>
                  <a:lnTo>
                    <a:pt x="2061057" y="508381"/>
                  </a:lnTo>
                  <a:lnTo>
                    <a:pt x="2060676" y="520573"/>
                  </a:lnTo>
                  <a:lnTo>
                    <a:pt x="2060155" y="541147"/>
                  </a:lnTo>
                  <a:lnTo>
                    <a:pt x="2059940" y="548259"/>
                  </a:lnTo>
                  <a:lnTo>
                    <a:pt x="2059482" y="556514"/>
                  </a:lnTo>
                  <a:lnTo>
                    <a:pt x="2059305" y="560324"/>
                  </a:lnTo>
                  <a:lnTo>
                    <a:pt x="2059063" y="563613"/>
                  </a:lnTo>
                  <a:lnTo>
                    <a:pt x="2059178" y="563245"/>
                  </a:lnTo>
                  <a:lnTo>
                    <a:pt x="2059686" y="561594"/>
                  </a:lnTo>
                  <a:lnTo>
                    <a:pt x="2059432" y="562483"/>
                  </a:lnTo>
                  <a:lnTo>
                    <a:pt x="2059178" y="563245"/>
                  </a:lnTo>
                  <a:lnTo>
                    <a:pt x="2059051" y="563880"/>
                  </a:lnTo>
                  <a:lnTo>
                    <a:pt x="2058924" y="565277"/>
                  </a:lnTo>
                  <a:lnTo>
                    <a:pt x="2059063" y="563613"/>
                  </a:lnTo>
                  <a:lnTo>
                    <a:pt x="2056460" y="606425"/>
                  </a:lnTo>
                  <a:lnTo>
                    <a:pt x="2056130" y="616204"/>
                  </a:lnTo>
                  <a:lnTo>
                    <a:pt x="2055876" y="628523"/>
                  </a:lnTo>
                  <a:lnTo>
                    <a:pt x="2055342" y="656971"/>
                  </a:lnTo>
                  <a:lnTo>
                    <a:pt x="2054974" y="672592"/>
                  </a:lnTo>
                  <a:lnTo>
                    <a:pt x="2054847" y="688975"/>
                  </a:lnTo>
                  <a:lnTo>
                    <a:pt x="2054593" y="706628"/>
                  </a:lnTo>
                  <a:lnTo>
                    <a:pt x="2053844" y="764159"/>
                  </a:lnTo>
                  <a:lnTo>
                    <a:pt x="2053704" y="785368"/>
                  </a:lnTo>
                  <a:lnTo>
                    <a:pt x="2053209" y="829056"/>
                  </a:lnTo>
                  <a:lnTo>
                    <a:pt x="2052688" y="924306"/>
                  </a:lnTo>
                  <a:lnTo>
                    <a:pt x="2052320" y="974344"/>
                  </a:lnTo>
                  <a:lnTo>
                    <a:pt x="2052231" y="1016431"/>
                  </a:lnTo>
                  <a:lnTo>
                    <a:pt x="2014093" y="1016381"/>
                  </a:lnTo>
                  <a:lnTo>
                    <a:pt x="2071116" y="1130681"/>
                  </a:lnTo>
                  <a:lnTo>
                    <a:pt x="2118830" y="1035558"/>
                  </a:lnTo>
                  <a:lnTo>
                    <a:pt x="2128393" y="101650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12312" y="3872865"/>
              <a:ext cx="1550670" cy="469265"/>
            </a:xfrm>
            <a:custGeom>
              <a:avLst/>
              <a:gdLst/>
              <a:ahLst/>
              <a:cxnLst/>
              <a:rect l="l" t="t" r="r" b="b"/>
              <a:pathLst>
                <a:path w="1550670" h="469264">
                  <a:moveTo>
                    <a:pt x="1434945" y="36799"/>
                  </a:moveTo>
                  <a:lnTo>
                    <a:pt x="0" y="432435"/>
                  </a:lnTo>
                  <a:lnTo>
                    <a:pt x="10160" y="469265"/>
                  </a:lnTo>
                  <a:lnTo>
                    <a:pt x="1445055" y="73518"/>
                  </a:lnTo>
                  <a:lnTo>
                    <a:pt x="1434945" y="36799"/>
                  </a:lnTo>
                  <a:close/>
                </a:path>
                <a:path w="1550670" h="469264">
                  <a:moveTo>
                    <a:pt x="1542398" y="31750"/>
                  </a:moveTo>
                  <a:lnTo>
                    <a:pt x="1453261" y="31750"/>
                  </a:lnTo>
                  <a:lnTo>
                    <a:pt x="1463421" y="68453"/>
                  </a:lnTo>
                  <a:lnTo>
                    <a:pt x="1445055" y="73518"/>
                  </a:lnTo>
                  <a:lnTo>
                    <a:pt x="1455165" y="110236"/>
                  </a:lnTo>
                  <a:lnTo>
                    <a:pt x="1542398" y="31750"/>
                  </a:lnTo>
                  <a:close/>
                </a:path>
                <a:path w="1550670" h="469264">
                  <a:moveTo>
                    <a:pt x="1453261" y="31750"/>
                  </a:moveTo>
                  <a:lnTo>
                    <a:pt x="1434945" y="36799"/>
                  </a:lnTo>
                  <a:lnTo>
                    <a:pt x="1445055" y="73518"/>
                  </a:lnTo>
                  <a:lnTo>
                    <a:pt x="1463421" y="68453"/>
                  </a:lnTo>
                  <a:lnTo>
                    <a:pt x="1453261" y="31750"/>
                  </a:lnTo>
                  <a:close/>
                </a:path>
                <a:path w="1550670" h="469264">
                  <a:moveTo>
                    <a:pt x="1424813" y="0"/>
                  </a:moveTo>
                  <a:lnTo>
                    <a:pt x="1434945" y="36799"/>
                  </a:lnTo>
                  <a:lnTo>
                    <a:pt x="1453261" y="31750"/>
                  </a:lnTo>
                  <a:lnTo>
                    <a:pt x="1542398" y="31750"/>
                  </a:lnTo>
                  <a:lnTo>
                    <a:pt x="1550162" y="24765"/>
                  </a:lnTo>
                  <a:lnTo>
                    <a:pt x="142481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7740" y="4816983"/>
              <a:ext cx="1553845" cy="925830"/>
            </a:xfrm>
            <a:custGeom>
              <a:avLst/>
              <a:gdLst/>
              <a:ahLst/>
              <a:cxnLst/>
              <a:rect l="l" t="t" r="r" b="b"/>
              <a:pathLst>
                <a:path w="1553845" h="925829">
                  <a:moveTo>
                    <a:pt x="1445412" y="884165"/>
                  </a:moveTo>
                  <a:lnTo>
                    <a:pt x="1426083" y="916965"/>
                  </a:lnTo>
                  <a:lnTo>
                    <a:pt x="1553590" y="925728"/>
                  </a:lnTo>
                  <a:lnTo>
                    <a:pt x="1532910" y="893800"/>
                  </a:lnTo>
                  <a:lnTo>
                    <a:pt x="1461770" y="893800"/>
                  </a:lnTo>
                  <a:lnTo>
                    <a:pt x="1445412" y="884165"/>
                  </a:lnTo>
                  <a:close/>
                </a:path>
                <a:path w="1553845" h="925829">
                  <a:moveTo>
                    <a:pt x="1464774" y="851309"/>
                  </a:moveTo>
                  <a:lnTo>
                    <a:pt x="1445412" y="884165"/>
                  </a:lnTo>
                  <a:lnTo>
                    <a:pt x="1461770" y="893800"/>
                  </a:lnTo>
                  <a:lnTo>
                    <a:pt x="1481201" y="860983"/>
                  </a:lnTo>
                  <a:lnTo>
                    <a:pt x="1464774" y="851309"/>
                  </a:lnTo>
                  <a:close/>
                </a:path>
                <a:path w="1553845" h="925829">
                  <a:moveTo>
                    <a:pt x="1484122" y="818476"/>
                  </a:moveTo>
                  <a:lnTo>
                    <a:pt x="1464774" y="851309"/>
                  </a:lnTo>
                  <a:lnTo>
                    <a:pt x="1481201" y="860983"/>
                  </a:lnTo>
                  <a:lnTo>
                    <a:pt x="1461770" y="893800"/>
                  </a:lnTo>
                  <a:lnTo>
                    <a:pt x="1532910" y="893800"/>
                  </a:lnTo>
                  <a:lnTo>
                    <a:pt x="1484122" y="818476"/>
                  </a:lnTo>
                  <a:close/>
                </a:path>
                <a:path w="1553845" h="925829">
                  <a:moveTo>
                    <a:pt x="19304" y="0"/>
                  </a:moveTo>
                  <a:lnTo>
                    <a:pt x="0" y="32766"/>
                  </a:lnTo>
                  <a:lnTo>
                    <a:pt x="1445412" y="884165"/>
                  </a:lnTo>
                  <a:lnTo>
                    <a:pt x="1464774" y="851309"/>
                  </a:lnTo>
                  <a:lnTo>
                    <a:pt x="19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64480" y="4258056"/>
              <a:ext cx="2128520" cy="1541780"/>
            </a:xfrm>
            <a:custGeom>
              <a:avLst/>
              <a:gdLst/>
              <a:ahLst/>
              <a:cxnLst/>
              <a:rect l="l" t="t" r="r" b="b"/>
              <a:pathLst>
                <a:path w="2128520" h="1541779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968260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2" y="542671"/>
                  </a:lnTo>
                  <a:lnTo>
                    <a:pt x="77089" y="501777"/>
                  </a:lnTo>
                  <a:lnTo>
                    <a:pt x="77343" y="206502"/>
                  </a:lnTo>
                  <a:lnTo>
                    <a:pt x="77470" y="0"/>
                  </a:ln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60"/>
                  </a:lnTo>
                  <a:lnTo>
                    <a:pt x="38100" y="1010285"/>
                  </a:ln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  <a:path w="2128520" h="1541779">
                  <a:moveTo>
                    <a:pt x="1717167" y="1484376"/>
                  </a:moveTo>
                  <a:lnTo>
                    <a:pt x="1679067" y="1465326"/>
                  </a:lnTo>
                  <a:lnTo>
                    <a:pt x="1602867" y="1427226"/>
                  </a:lnTo>
                  <a:lnTo>
                    <a:pt x="1602867" y="1465326"/>
                  </a:lnTo>
                  <a:lnTo>
                    <a:pt x="417576" y="1465326"/>
                  </a:lnTo>
                  <a:lnTo>
                    <a:pt x="417576" y="1503426"/>
                  </a:lnTo>
                  <a:lnTo>
                    <a:pt x="1602867" y="1503426"/>
                  </a:lnTo>
                  <a:lnTo>
                    <a:pt x="1602867" y="1541526"/>
                  </a:lnTo>
                  <a:lnTo>
                    <a:pt x="1679067" y="1503426"/>
                  </a:lnTo>
                  <a:lnTo>
                    <a:pt x="1717167" y="1484376"/>
                  </a:lnTo>
                  <a:close/>
                </a:path>
                <a:path w="2128520" h="1541779">
                  <a:moveTo>
                    <a:pt x="2128393" y="1016508"/>
                  </a:moveTo>
                  <a:lnTo>
                    <a:pt x="2090331" y="1016469"/>
                  </a:lnTo>
                  <a:lnTo>
                    <a:pt x="2090420" y="974344"/>
                  </a:lnTo>
                  <a:lnTo>
                    <a:pt x="2090801" y="924052"/>
                  </a:lnTo>
                  <a:lnTo>
                    <a:pt x="2091436" y="807212"/>
                  </a:lnTo>
                  <a:lnTo>
                    <a:pt x="2091817" y="785368"/>
                  </a:lnTo>
                  <a:lnTo>
                    <a:pt x="2091944" y="764159"/>
                  </a:lnTo>
                  <a:lnTo>
                    <a:pt x="2092452" y="724916"/>
                  </a:lnTo>
                  <a:lnTo>
                    <a:pt x="2092591" y="705993"/>
                  </a:lnTo>
                  <a:lnTo>
                    <a:pt x="2092960" y="688975"/>
                  </a:lnTo>
                  <a:lnTo>
                    <a:pt x="2093087" y="671830"/>
                  </a:lnTo>
                  <a:lnTo>
                    <a:pt x="2093353" y="656336"/>
                  </a:lnTo>
                  <a:lnTo>
                    <a:pt x="2093722" y="642620"/>
                  </a:lnTo>
                  <a:lnTo>
                    <a:pt x="2094242" y="616204"/>
                  </a:lnTo>
                  <a:lnTo>
                    <a:pt x="2094484" y="606425"/>
                  </a:lnTo>
                  <a:lnTo>
                    <a:pt x="2094903" y="595630"/>
                  </a:lnTo>
                  <a:lnTo>
                    <a:pt x="2095169" y="587248"/>
                  </a:lnTo>
                  <a:lnTo>
                    <a:pt x="2096262" y="572389"/>
                  </a:lnTo>
                  <a:lnTo>
                    <a:pt x="2096414" y="571627"/>
                  </a:lnTo>
                  <a:lnTo>
                    <a:pt x="2096516" y="571119"/>
                  </a:lnTo>
                  <a:lnTo>
                    <a:pt x="2097024" y="566547"/>
                  </a:lnTo>
                  <a:lnTo>
                    <a:pt x="2097125" y="565277"/>
                  </a:lnTo>
                  <a:lnTo>
                    <a:pt x="2097379" y="562483"/>
                  </a:lnTo>
                  <a:lnTo>
                    <a:pt x="2097430" y="561594"/>
                  </a:lnTo>
                  <a:lnTo>
                    <a:pt x="2097709" y="554990"/>
                  </a:lnTo>
                  <a:lnTo>
                    <a:pt x="2097963" y="548259"/>
                  </a:lnTo>
                  <a:lnTo>
                    <a:pt x="2098294" y="541147"/>
                  </a:lnTo>
                  <a:lnTo>
                    <a:pt x="2098560" y="530479"/>
                  </a:lnTo>
                  <a:lnTo>
                    <a:pt x="2099068" y="507619"/>
                  </a:lnTo>
                  <a:lnTo>
                    <a:pt x="2099437" y="495046"/>
                  </a:lnTo>
                  <a:lnTo>
                    <a:pt x="2099945" y="464820"/>
                  </a:lnTo>
                  <a:lnTo>
                    <a:pt x="2100453" y="430784"/>
                  </a:lnTo>
                  <a:lnTo>
                    <a:pt x="2100580" y="412369"/>
                  </a:lnTo>
                  <a:lnTo>
                    <a:pt x="2100961" y="392938"/>
                  </a:lnTo>
                  <a:lnTo>
                    <a:pt x="2101088" y="372364"/>
                  </a:lnTo>
                  <a:lnTo>
                    <a:pt x="2101850" y="307594"/>
                  </a:lnTo>
                  <a:lnTo>
                    <a:pt x="2101850" y="284480"/>
                  </a:lnTo>
                  <a:lnTo>
                    <a:pt x="2102104" y="260985"/>
                  </a:lnTo>
                  <a:lnTo>
                    <a:pt x="2102612" y="162433"/>
                  </a:lnTo>
                  <a:lnTo>
                    <a:pt x="2102739" y="110871"/>
                  </a:lnTo>
                  <a:lnTo>
                    <a:pt x="2102993" y="58801"/>
                  </a:lnTo>
                  <a:lnTo>
                    <a:pt x="2102993" y="6096"/>
                  </a:lnTo>
                  <a:lnTo>
                    <a:pt x="2064893" y="6096"/>
                  </a:lnTo>
                  <a:lnTo>
                    <a:pt x="2064893" y="58801"/>
                  </a:lnTo>
                  <a:lnTo>
                    <a:pt x="2064639" y="110871"/>
                  </a:lnTo>
                  <a:lnTo>
                    <a:pt x="2064499" y="162433"/>
                  </a:lnTo>
                  <a:lnTo>
                    <a:pt x="2063991" y="261239"/>
                  </a:lnTo>
                  <a:lnTo>
                    <a:pt x="2063750" y="284480"/>
                  </a:lnTo>
                  <a:lnTo>
                    <a:pt x="2063737" y="307594"/>
                  </a:lnTo>
                  <a:lnTo>
                    <a:pt x="2062988" y="372364"/>
                  </a:lnTo>
                  <a:lnTo>
                    <a:pt x="2062848" y="392938"/>
                  </a:lnTo>
                  <a:lnTo>
                    <a:pt x="2062099" y="447802"/>
                  </a:lnTo>
                  <a:lnTo>
                    <a:pt x="2061591" y="479806"/>
                  </a:lnTo>
                  <a:lnTo>
                    <a:pt x="2061057" y="508381"/>
                  </a:lnTo>
                  <a:lnTo>
                    <a:pt x="2060676" y="520573"/>
                  </a:lnTo>
                  <a:lnTo>
                    <a:pt x="2060155" y="541147"/>
                  </a:lnTo>
                  <a:lnTo>
                    <a:pt x="2059940" y="548259"/>
                  </a:lnTo>
                  <a:lnTo>
                    <a:pt x="2059482" y="556514"/>
                  </a:lnTo>
                  <a:lnTo>
                    <a:pt x="2059305" y="560324"/>
                  </a:lnTo>
                  <a:lnTo>
                    <a:pt x="2059063" y="563613"/>
                  </a:lnTo>
                  <a:lnTo>
                    <a:pt x="2059178" y="563245"/>
                  </a:lnTo>
                  <a:lnTo>
                    <a:pt x="2059686" y="561594"/>
                  </a:lnTo>
                  <a:lnTo>
                    <a:pt x="2059432" y="562483"/>
                  </a:lnTo>
                  <a:lnTo>
                    <a:pt x="2059178" y="563245"/>
                  </a:lnTo>
                  <a:lnTo>
                    <a:pt x="2059051" y="563880"/>
                  </a:lnTo>
                  <a:lnTo>
                    <a:pt x="2058924" y="565277"/>
                  </a:lnTo>
                  <a:lnTo>
                    <a:pt x="2059063" y="563613"/>
                  </a:lnTo>
                  <a:lnTo>
                    <a:pt x="2056460" y="606425"/>
                  </a:lnTo>
                  <a:lnTo>
                    <a:pt x="2056130" y="616204"/>
                  </a:lnTo>
                  <a:lnTo>
                    <a:pt x="2055876" y="628523"/>
                  </a:lnTo>
                  <a:lnTo>
                    <a:pt x="2055342" y="656971"/>
                  </a:lnTo>
                  <a:lnTo>
                    <a:pt x="2054974" y="672592"/>
                  </a:lnTo>
                  <a:lnTo>
                    <a:pt x="2054847" y="688975"/>
                  </a:lnTo>
                  <a:lnTo>
                    <a:pt x="2054593" y="706628"/>
                  </a:lnTo>
                  <a:lnTo>
                    <a:pt x="2053844" y="764159"/>
                  </a:lnTo>
                  <a:lnTo>
                    <a:pt x="2053704" y="785368"/>
                  </a:lnTo>
                  <a:lnTo>
                    <a:pt x="2053209" y="829056"/>
                  </a:lnTo>
                  <a:lnTo>
                    <a:pt x="2052688" y="924306"/>
                  </a:lnTo>
                  <a:lnTo>
                    <a:pt x="2052320" y="974344"/>
                  </a:lnTo>
                  <a:lnTo>
                    <a:pt x="2052231" y="1016431"/>
                  </a:lnTo>
                  <a:lnTo>
                    <a:pt x="2014093" y="1016381"/>
                  </a:lnTo>
                  <a:lnTo>
                    <a:pt x="2071116" y="1130681"/>
                  </a:lnTo>
                  <a:lnTo>
                    <a:pt x="2118830" y="1035558"/>
                  </a:lnTo>
                  <a:lnTo>
                    <a:pt x="2128393" y="101650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1" name="object 21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2128520" cy="1541780"/>
            </a:xfrm>
            <a:custGeom>
              <a:avLst/>
              <a:gdLst/>
              <a:ahLst/>
              <a:cxnLst/>
              <a:rect l="l" t="t" r="r" b="b"/>
              <a:pathLst>
                <a:path w="2128520" h="1541779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968260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2" y="542671"/>
                  </a:lnTo>
                  <a:lnTo>
                    <a:pt x="77089" y="501777"/>
                  </a:lnTo>
                  <a:lnTo>
                    <a:pt x="77343" y="206502"/>
                  </a:lnTo>
                  <a:lnTo>
                    <a:pt x="77470" y="0"/>
                  </a:ln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60"/>
                  </a:lnTo>
                  <a:lnTo>
                    <a:pt x="38100" y="1010285"/>
                  </a:ln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  <a:path w="2128520" h="1541779">
                  <a:moveTo>
                    <a:pt x="1717167" y="1484376"/>
                  </a:moveTo>
                  <a:lnTo>
                    <a:pt x="1679067" y="1465326"/>
                  </a:lnTo>
                  <a:lnTo>
                    <a:pt x="1602867" y="1427226"/>
                  </a:lnTo>
                  <a:lnTo>
                    <a:pt x="1602867" y="1465326"/>
                  </a:lnTo>
                  <a:lnTo>
                    <a:pt x="417576" y="1465326"/>
                  </a:lnTo>
                  <a:lnTo>
                    <a:pt x="417576" y="1503426"/>
                  </a:lnTo>
                  <a:lnTo>
                    <a:pt x="1602867" y="1503426"/>
                  </a:lnTo>
                  <a:lnTo>
                    <a:pt x="1602867" y="1541526"/>
                  </a:lnTo>
                  <a:lnTo>
                    <a:pt x="1679067" y="1503426"/>
                  </a:lnTo>
                  <a:lnTo>
                    <a:pt x="1717167" y="1484376"/>
                  </a:lnTo>
                  <a:close/>
                </a:path>
                <a:path w="2128520" h="1541779">
                  <a:moveTo>
                    <a:pt x="2128393" y="1016508"/>
                  </a:moveTo>
                  <a:lnTo>
                    <a:pt x="2090331" y="1016469"/>
                  </a:lnTo>
                  <a:lnTo>
                    <a:pt x="2090420" y="974344"/>
                  </a:lnTo>
                  <a:lnTo>
                    <a:pt x="2090801" y="924052"/>
                  </a:lnTo>
                  <a:lnTo>
                    <a:pt x="2091436" y="807212"/>
                  </a:lnTo>
                  <a:lnTo>
                    <a:pt x="2091817" y="785368"/>
                  </a:lnTo>
                  <a:lnTo>
                    <a:pt x="2091944" y="764159"/>
                  </a:lnTo>
                  <a:lnTo>
                    <a:pt x="2092452" y="724916"/>
                  </a:lnTo>
                  <a:lnTo>
                    <a:pt x="2092591" y="705993"/>
                  </a:lnTo>
                  <a:lnTo>
                    <a:pt x="2092960" y="688975"/>
                  </a:lnTo>
                  <a:lnTo>
                    <a:pt x="2093087" y="671830"/>
                  </a:lnTo>
                  <a:lnTo>
                    <a:pt x="2093353" y="656336"/>
                  </a:lnTo>
                  <a:lnTo>
                    <a:pt x="2093722" y="642620"/>
                  </a:lnTo>
                  <a:lnTo>
                    <a:pt x="2094242" y="616204"/>
                  </a:lnTo>
                  <a:lnTo>
                    <a:pt x="2094484" y="606425"/>
                  </a:lnTo>
                  <a:lnTo>
                    <a:pt x="2094903" y="595630"/>
                  </a:lnTo>
                  <a:lnTo>
                    <a:pt x="2095169" y="587248"/>
                  </a:lnTo>
                  <a:lnTo>
                    <a:pt x="2096262" y="572389"/>
                  </a:lnTo>
                  <a:lnTo>
                    <a:pt x="2096414" y="571627"/>
                  </a:lnTo>
                  <a:lnTo>
                    <a:pt x="2096516" y="571119"/>
                  </a:lnTo>
                  <a:lnTo>
                    <a:pt x="2097024" y="566547"/>
                  </a:lnTo>
                  <a:lnTo>
                    <a:pt x="2097125" y="565277"/>
                  </a:lnTo>
                  <a:lnTo>
                    <a:pt x="2097379" y="562483"/>
                  </a:lnTo>
                  <a:lnTo>
                    <a:pt x="2097430" y="561594"/>
                  </a:lnTo>
                  <a:lnTo>
                    <a:pt x="2097709" y="554990"/>
                  </a:lnTo>
                  <a:lnTo>
                    <a:pt x="2097963" y="548259"/>
                  </a:lnTo>
                  <a:lnTo>
                    <a:pt x="2098294" y="541147"/>
                  </a:lnTo>
                  <a:lnTo>
                    <a:pt x="2098560" y="530479"/>
                  </a:lnTo>
                  <a:lnTo>
                    <a:pt x="2099068" y="507619"/>
                  </a:lnTo>
                  <a:lnTo>
                    <a:pt x="2099437" y="495046"/>
                  </a:lnTo>
                  <a:lnTo>
                    <a:pt x="2099945" y="464820"/>
                  </a:lnTo>
                  <a:lnTo>
                    <a:pt x="2100453" y="430784"/>
                  </a:lnTo>
                  <a:lnTo>
                    <a:pt x="2100580" y="412369"/>
                  </a:lnTo>
                  <a:lnTo>
                    <a:pt x="2100961" y="392938"/>
                  </a:lnTo>
                  <a:lnTo>
                    <a:pt x="2101088" y="372364"/>
                  </a:lnTo>
                  <a:lnTo>
                    <a:pt x="2101850" y="307594"/>
                  </a:lnTo>
                  <a:lnTo>
                    <a:pt x="2101850" y="284480"/>
                  </a:lnTo>
                  <a:lnTo>
                    <a:pt x="2102104" y="260985"/>
                  </a:lnTo>
                  <a:lnTo>
                    <a:pt x="2102612" y="162433"/>
                  </a:lnTo>
                  <a:lnTo>
                    <a:pt x="2102739" y="110871"/>
                  </a:lnTo>
                  <a:lnTo>
                    <a:pt x="2102993" y="58801"/>
                  </a:lnTo>
                  <a:lnTo>
                    <a:pt x="2102993" y="6096"/>
                  </a:lnTo>
                  <a:lnTo>
                    <a:pt x="2064893" y="6096"/>
                  </a:lnTo>
                  <a:lnTo>
                    <a:pt x="2064893" y="58801"/>
                  </a:lnTo>
                  <a:lnTo>
                    <a:pt x="2064639" y="110871"/>
                  </a:lnTo>
                  <a:lnTo>
                    <a:pt x="2064499" y="162433"/>
                  </a:lnTo>
                  <a:lnTo>
                    <a:pt x="2063991" y="261239"/>
                  </a:lnTo>
                  <a:lnTo>
                    <a:pt x="2063750" y="284480"/>
                  </a:lnTo>
                  <a:lnTo>
                    <a:pt x="2063737" y="307594"/>
                  </a:lnTo>
                  <a:lnTo>
                    <a:pt x="2062988" y="372364"/>
                  </a:lnTo>
                  <a:lnTo>
                    <a:pt x="2062848" y="392938"/>
                  </a:lnTo>
                  <a:lnTo>
                    <a:pt x="2062099" y="447802"/>
                  </a:lnTo>
                  <a:lnTo>
                    <a:pt x="2061591" y="479806"/>
                  </a:lnTo>
                  <a:lnTo>
                    <a:pt x="2061057" y="508381"/>
                  </a:lnTo>
                  <a:lnTo>
                    <a:pt x="2060676" y="520573"/>
                  </a:lnTo>
                  <a:lnTo>
                    <a:pt x="2060155" y="541147"/>
                  </a:lnTo>
                  <a:lnTo>
                    <a:pt x="2059940" y="548259"/>
                  </a:lnTo>
                  <a:lnTo>
                    <a:pt x="2059482" y="556514"/>
                  </a:lnTo>
                  <a:lnTo>
                    <a:pt x="2059305" y="560324"/>
                  </a:lnTo>
                  <a:lnTo>
                    <a:pt x="2059063" y="563613"/>
                  </a:lnTo>
                  <a:lnTo>
                    <a:pt x="2059178" y="563245"/>
                  </a:lnTo>
                  <a:lnTo>
                    <a:pt x="2059686" y="561594"/>
                  </a:lnTo>
                  <a:lnTo>
                    <a:pt x="2059432" y="562483"/>
                  </a:lnTo>
                  <a:lnTo>
                    <a:pt x="2059178" y="563245"/>
                  </a:lnTo>
                  <a:lnTo>
                    <a:pt x="2059051" y="563880"/>
                  </a:lnTo>
                  <a:lnTo>
                    <a:pt x="2058924" y="565277"/>
                  </a:lnTo>
                  <a:lnTo>
                    <a:pt x="2059063" y="563613"/>
                  </a:lnTo>
                  <a:lnTo>
                    <a:pt x="2056460" y="606425"/>
                  </a:lnTo>
                  <a:lnTo>
                    <a:pt x="2056130" y="616204"/>
                  </a:lnTo>
                  <a:lnTo>
                    <a:pt x="2055876" y="628523"/>
                  </a:lnTo>
                  <a:lnTo>
                    <a:pt x="2055342" y="656971"/>
                  </a:lnTo>
                  <a:lnTo>
                    <a:pt x="2054974" y="672592"/>
                  </a:lnTo>
                  <a:lnTo>
                    <a:pt x="2054847" y="688975"/>
                  </a:lnTo>
                  <a:lnTo>
                    <a:pt x="2054593" y="706628"/>
                  </a:lnTo>
                  <a:lnTo>
                    <a:pt x="2053844" y="764159"/>
                  </a:lnTo>
                  <a:lnTo>
                    <a:pt x="2053704" y="785368"/>
                  </a:lnTo>
                  <a:lnTo>
                    <a:pt x="2053209" y="829056"/>
                  </a:lnTo>
                  <a:lnTo>
                    <a:pt x="2052688" y="924306"/>
                  </a:lnTo>
                  <a:lnTo>
                    <a:pt x="2052320" y="974344"/>
                  </a:lnTo>
                  <a:lnTo>
                    <a:pt x="2052231" y="1016431"/>
                  </a:lnTo>
                  <a:lnTo>
                    <a:pt x="2014093" y="1016381"/>
                  </a:lnTo>
                  <a:lnTo>
                    <a:pt x="2071116" y="1130681"/>
                  </a:lnTo>
                  <a:lnTo>
                    <a:pt x="2118830" y="1035558"/>
                  </a:lnTo>
                  <a:lnTo>
                    <a:pt x="2128393" y="101650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FFC000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(𝒔,</a:t>
            </a:r>
            <a:r>
              <a:rPr sz="2400" spc="-12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5228" y="5471718"/>
            <a:ext cx="27622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5242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695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9" name="object 19"/>
            <p:cNvSpPr/>
            <p:nvPr/>
          </p:nvSpPr>
          <p:spPr>
            <a:xfrm>
              <a:off x="5683758" y="4135755"/>
              <a:ext cx="1527810" cy="109855"/>
            </a:xfrm>
            <a:custGeom>
              <a:avLst/>
              <a:gdLst/>
              <a:ahLst/>
              <a:cxnLst/>
              <a:rect l="l" t="t" r="r" b="b"/>
              <a:pathLst>
                <a:path w="1527809" h="109854">
                  <a:moveTo>
                    <a:pt x="125729" y="0"/>
                  </a:moveTo>
                  <a:lnTo>
                    <a:pt x="0" y="22987"/>
                  </a:lnTo>
                  <a:lnTo>
                    <a:pt x="93852" y="109728"/>
                  </a:lnTo>
                  <a:lnTo>
                    <a:pt x="104733" y="72273"/>
                  </a:lnTo>
                  <a:lnTo>
                    <a:pt x="86994" y="68072"/>
                  </a:lnTo>
                  <a:lnTo>
                    <a:pt x="96012" y="30988"/>
                  </a:lnTo>
                  <a:lnTo>
                    <a:pt x="116727" y="30988"/>
                  </a:lnTo>
                  <a:lnTo>
                    <a:pt x="125729" y="0"/>
                  </a:lnTo>
                  <a:close/>
                </a:path>
                <a:path w="1527809" h="109854">
                  <a:moveTo>
                    <a:pt x="115331" y="35793"/>
                  </a:moveTo>
                  <a:lnTo>
                    <a:pt x="115950" y="74930"/>
                  </a:lnTo>
                  <a:lnTo>
                    <a:pt x="159512" y="80518"/>
                  </a:lnTo>
                  <a:lnTo>
                    <a:pt x="208152" y="85598"/>
                  </a:lnTo>
                  <a:lnTo>
                    <a:pt x="261492" y="90297"/>
                  </a:lnTo>
                  <a:lnTo>
                    <a:pt x="379856" y="98425"/>
                  </a:lnTo>
                  <a:lnTo>
                    <a:pt x="443864" y="101727"/>
                  </a:lnTo>
                  <a:lnTo>
                    <a:pt x="544449" y="105537"/>
                  </a:lnTo>
                  <a:lnTo>
                    <a:pt x="684021" y="108458"/>
                  </a:lnTo>
                  <a:lnTo>
                    <a:pt x="754888" y="108839"/>
                  </a:lnTo>
                  <a:lnTo>
                    <a:pt x="825753" y="108331"/>
                  </a:lnTo>
                  <a:lnTo>
                    <a:pt x="896112" y="107061"/>
                  </a:lnTo>
                  <a:lnTo>
                    <a:pt x="965453" y="104902"/>
                  </a:lnTo>
                  <a:lnTo>
                    <a:pt x="1065911" y="100330"/>
                  </a:lnTo>
                  <a:lnTo>
                    <a:pt x="1129918" y="96393"/>
                  </a:lnTo>
                  <a:lnTo>
                    <a:pt x="1220215" y="89281"/>
                  </a:lnTo>
                  <a:lnTo>
                    <a:pt x="1275714" y="83947"/>
                  </a:lnTo>
                  <a:lnTo>
                    <a:pt x="1326895" y="78105"/>
                  </a:lnTo>
                  <a:lnTo>
                    <a:pt x="1373123" y="71755"/>
                  </a:lnTo>
                  <a:lnTo>
                    <a:pt x="1379610" y="70739"/>
                  </a:lnTo>
                  <a:lnTo>
                    <a:pt x="754633" y="70739"/>
                  </a:lnTo>
                  <a:lnTo>
                    <a:pt x="684149" y="70358"/>
                  </a:lnTo>
                  <a:lnTo>
                    <a:pt x="545464" y="67437"/>
                  </a:lnTo>
                  <a:lnTo>
                    <a:pt x="445515" y="63627"/>
                  </a:lnTo>
                  <a:lnTo>
                    <a:pt x="351281" y="58547"/>
                  </a:lnTo>
                  <a:lnTo>
                    <a:pt x="292480" y="54483"/>
                  </a:lnTo>
                  <a:lnTo>
                    <a:pt x="237489" y="50038"/>
                  </a:lnTo>
                  <a:lnTo>
                    <a:pt x="186943" y="45085"/>
                  </a:lnTo>
                  <a:lnTo>
                    <a:pt x="141604" y="40005"/>
                  </a:lnTo>
                  <a:lnTo>
                    <a:pt x="121030" y="37211"/>
                  </a:lnTo>
                  <a:lnTo>
                    <a:pt x="115331" y="35793"/>
                  </a:lnTo>
                  <a:close/>
                </a:path>
                <a:path w="1527809" h="109854">
                  <a:moveTo>
                    <a:pt x="96012" y="30988"/>
                  </a:moveTo>
                  <a:lnTo>
                    <a:pt x="86994" y="68072"/>
                  </a:lnTo>
                  <a:lnTo>
                    <a:pt x="104733" y="72273"/>
                  </a:lnTo>
                  <a:lnTo>
                    <a:pt x="115331" y="35793"/>
                  </a:lnTo>
                  <a:lnTo>
                    <a:pt x="96012" y="30988"/>
                  </a:lnTo>
                  <a:close/>
                </a:path>
                <a:path w="1527809" h="109854">
                  <a:moveTo>
                    <a:pt x="1492436" y="3441"/>
                  </a:moveTo>
                  <a:lnTo>
                    <a:pt x="1454149" y="17653"/>
                  </a:lnTo>
                  <a:lnTo>
                    <a:pt x="1406906" y="27686"/>
                  </a:lnTo>
                  <a:lnTo>
                    <a:pt x="1367282" y="34163"/>
                  </a:lnTo>
                  <a:lnTo>
                    <a:pt x="1321942" y="40259"/>
                  </a:lnTo>
                  <a:lnTo>
                    <a:pt x="1244599" y="48768"/>
                  </a:lnTo>
                  <a:lnTo>
                    <a:pt x="1187831" y="53848"/>
                  </a:lnTo>
                  <a:lnTo>
                    <a:pt x="1095756" y="60452"/>
                  </a:lnTo>
                  <a:lnTo>
                    <a:pt x="963802" y="66929"/>
                  </a:lnTo>
                  <a:lnTo>
                    <a:pt x="825118" y="70358"/>
                  </a:lnTo>
                  <a:lnTo>
                    <a:pt x="754633" y="70739"/>
                  </a:lnTo>
                  <a:lnTo>
                    <a:pt x="1379610" y="70739"/>
                  </a:lnTo>
                  <a:lnTo>
                    <a:pt x="1432306" y="61595"/>
                  </a:lnTo>
                  <a:lnTo>
                    <a:pt x="1478025" y="50546"/>
                  </a:lnTo>
                  <a:lnTo>
                    <a:pt x="1517395" y="32512"/>
                  </a:lnTo>
                  <a:lnTo>
                    <a:pt x="1527810" y="15494"/>
                  </a:lnTo>
                  <a:lnTo>
                    <a:pt x="1504615" y="8890"/>
                  </a:lnTo>
                  <a:lnTo>
                    <a:pt x="1490090" y="8890"/>
                  </a:lnTo>
                  <a:lnTo>
                    <a:pt x="1491195" y="5207"/>
                  </a:lnTo>
                  <a:lnTo>
                    <a:pt x="1490852" y="5207"/>
                  </a:lnTo>
                  <a:lnTo>
                    <a:pt x="1492436" y="3441"/>
                  </a:lnTo>
                  <a:close/>
                </a:path>
                <a:path w="1527809" h="109854">
                  <a:moveTo>
                    <a:pt x="116727" y="30988"/>
                  </a:moveTo>
                  <a:lnTo>
                    <a:pt x="96012" y="30988"/>
                  </a:lnTo>
                  <a:lnTo>
                    <a:pt x="115331" y="35793"/>
                  </a:lnTo>
                  <a:lnTo>
                    <a:pt x="116727" y="30988"/>
                  </a:lnTo>
                  <a:close/>
                </a:path>
                <a:path w="1527809" h="109854">
                  <a:moveTo>
                    <a:pt x="1491234" y="5080"/>
                  </a:moveTo>
                  <a:lnTo>
                    <a:pt x="1490090" y="8890"/>
                  </a:lnTo>
                  <a:lnTo>
                    <a:pt x="1492062" y="5315"/>
                  </a:lnTo>
                  <a:lnTo>
                    <a:pt x="1491234" y="5080"/>
                  </a:lnTo>
                  <a:close/>
                </a:path>
                <a:path w="1527809" h="109854">
                  <a:moveTo>
                    <a:pt x="1492062" y="5315"/>
                  </a:moveTo>
                  <a:lnTo>
                    <a:pt x="1490090" y="8890"/>
                  </a:lnTo>
                  <a:lnTo>
                    <a:pt x="1504615" y="8890"/>
                  </a:lnTo>
                  <a:lnTo>
                    <a:pt x="1492062" y="5315"/>
                  </a:lnTo>
                  <a:close/>
                </a:path>
                <a:path w="1527809" h="109854">
                  <a:moveTo>
                    <a:pt x="1492193" y="5080"/>
                  </a:moveTo>
                  <a:lnTo>
                    <a:pt x="1491234" y="5080"/>
                  </a:lnTo>
                  <a:lnTo>
                    <a:pt x="1492062" y="5315"/>
                  </a:lnTo>
                  <a:lnTo>
                    <a:pt x="1492193" y="5080"/>
                  </a:lnTo>
                  <a:close/>
                </a:path>
                <a:path w="1527809" h="109854">
                  <a:moveTo>
                    <a:pt x="1493527" y="2661"/>
                  </a:moveTo>
                  <a:lnTo>
                    <a:pt x="1492436" y="3441"/>
                  </a:lnTo>
                  <a:lnTo>
                    <a:pt x="1490852" y="5207"/>
                  </a:lnTo>
                  <a:lnTo>
                    <a:pt x="1493356" y="2972"/>
                  </a:lnTo>
                  <a:lnTo>
                    <a:pt x="1493527" y="2661"/>
                  </a:lnTo>
                  <a:close/>
                </a:path>
                <a:path w="1527809" h="109854">
                  <a:moveTo>
                    <a:pt x="1493356" y="2972"/>
                  </a:moveTo>
                  <a:lnTo>
                    <a:pt x="1490852" y="5207"/>
                  </a:lnTo>
                  <a:lnTo>
                    <a:pt x="1491195" y="5207"/>
                  </a:lnTo>
                  <a:lnTo>
                    <a:pt x="1492193" y="5080"/>
                  </a:lnTo>
                  <a:lnTo>
                    <a:pt x="1493356" y="2972"/>
                  </a:lnTo>
                  <a:close/>
                </a:path>
                <a:path w="1527809" h="109854">
                  <a:moveTo>
                    <a:pt x="1494155" y="1524"/>
                  </a:moveTo>
                  <a:lnTo>
                    <a:pt x="1492436" y="3441"/>
                  </a:lnTo>
                  <a:lnTo>
                    <a:pt x="1493527" y="2661"/>
                  </a:lnTo>
                  <a:lnTo>
                    <a:pt x="1494155" y="1524"/>
                  </a:lnTo>
                  <a:close/>
                </a:path>
                <a:path w="1527809" h="109854">
                  <a:moveTo>
                    <a:pt x="1494409" y="2032"/>
                  </a:moveTo>
                  <a:lnTo>
                    <a:pt x="1493527" y="2661"/>
                  </a:lnTo>
                  <a:lnTo>
                    <a:pt x="1493356" y="2972"/>
                  </a:lnTo>
                  <a:lnTo>
                    <a:pt x="1494409" y="2032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87365" y="4212590"/>
              <a:ext cx="1600835" cy="1275080"/>
            </a:xfrm>
            <a:custGeom>
              <a:avLst/>
              <a:gdLst/>
              <a:ahLst/>
              <a:cxnLst/>
              <a:rect l="l" t="t" r="r" b="b"/>
              <a:pathLst>
                <a:path w="1600834" h="1275079">
                  <a:moveTo>
                    <a:pt x="1498896" y="1218903"/>
                  </a:moveTo>
                  <a:lnTo>
                    <a:pt x="1475232" y="1248791"/>
                  </a:lnTo>
                  <a:lnTo>
                    <a:pt x="1600327" y="1274953"/>
                  </a:lnTo>
                  <a:lnTo>
                    <a:pt x="1579682" y="1230757"/>
                  </a:lnTo>
                  <a:lnTo>
                    <a:pt x="1513839" y="1230757"/>
                  </a:lnTo>
                  <a:lnTo>
                    <a:pt x="1498896" y="1218903"/>
                  </a:lnTo>
                  <a:close/>
                </a:path>
                <a:path w="1600834" h="1275079">
                  <a:moveTo>
                    <a:pt x="1522524" y="1189062"/>
                  </a:moveTo>
                  <a:lnTo>
                    <a:pt x="1498896" y="1218903"/>
                  </a:lnTo>
                  <a:lnTo>
                    <a:pt x="1513839" y="1230757"/>
                  </a:lnTo>
                  <a:lnTo>
                    <a:pt x="1537462" y="1200912"/>
                  </a:lnTo>
                  <a:lnTo>
                    <a:pt x="1522524" y="1189062"/>
                  </a:lnTo>
                  <a:close/>
                </a:path>
                <a:path w="1600834" h="1275079">
                  <a:moveTo>
                    <a:pt x="1546225" y="1159129"/>
                  </a:moveTo>
                  <a:lnTo>
                    <a:pt x="1522524" y="1189062"/>
                  </a:lnTo>
                  <a:lnTo>
                    <a:pt x="1537462" y="1200912"/>
                  </a:lnTo>
                  <a:lnTo>
                    <a:pt x="1513839" y="1230757"/>
                  </a:lnTo>
                  <a:lnTo>
                    <a:pt x="1579682" y="1230757"/>
                  </a:lnTo>
                  <a:lnTo>
                    <a:pt x="1546225" y="1159129"/>
                  </a:lnTo>
                  <a:close/>
                </a:path>
                <a:path w="1600834" h="1275079">
                  <a:moveTo>
                    <a:pt x="23622" y="0"/>
                  </a:moveTo>
                  <a:lnTo>
                    <a:pt x="0" y="29972"/>
                  </a:lnTo>
                  <a:lnTo>
                    <a:pt x="1498896" y="1218903"/>
                  </a:lnTo>
                  <a:lnTo>
                    <a:pt x="1522524" y="118906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1845" y="5946647"/>
            <a:ext cx="3785235" cy="666115"/>
          </a:xfrm>
          <a:custGeom>
            <a:avLst/>
            <a:gdLst/>
            <a:ahLst/>
            <a:cxnLst/>
            <a:rect l="l" t="t" r="r" b="b"/>
            <a:pathLst>
              <a:path w="3785235" h="666115">
                <a:moveTo>
                  <a:pt x="3784854" y="0"/>
                </a:moveTo>
                <a:lnTo>
                  <a:pt x="0" y="0"/>
                </a:lnTo>
                <a:lnTo>
                  <a:pt x="0" y="665987"/>
                </a:lnTo>
                <a:lnTo>
                  <a:pt x="3784854" y="665987"/>
                </a:lnTo>
                <a:lnTo>
                  <a:pt x="37848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22819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94938" y="3141726"/>
            <a:ext cx="1327785" cy="634365"/>
          </a:xfrm>
          <a:custGeom>
            <a:avLst/>
            <a:gdLst/>
            <a:ahLst/>
            <a:cxnLst/>
            <a:rect l="l" t="t" r="r" b="b"/>
            <a:pathLst>
              <a:path w="1327785" h="634364">
                <a:moveTo>
                  <a:pt x="1327403" y="0"/>
                </a:moveTo>
                <a:lnTo>
                  <a:pt x="0" y="0"/>
                </a:lnTo>
                <a:lnTo>
                  <a:pt x="0" y="481584"/>
                </a:lnTo>
                <a:lnTo>
                  <a:pt x="774319" y="481584"/>
                </a:lnTo>
                <a:lnTo>
                  <a:pt x="1324864" y="633984"/>
                </a:lnTo>
                <a:lnTo>
                  <a:pt x="1106170" y="481584"/>
                </a:lnTo>
                <a:lnTo>
                  <a:pt x="1327403" y="481584"/>
                </a:lnTo>
                <a:lnTo>
                  <a:pt x="1327403" y="0"/>
                </a:lnTo>
                <a:close/>
              </a:path>
            </a:pathLst>
          </a:custGeom>
          <a:solidFill>
            <a:srgbClr val="00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900932" y="3154680"/>
            <a:ext cx="815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r>
              <a:rPr sz="24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38140" y="6047965"/>
            <a:ext cx="2381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85228" y="6047965"/>
            <a:ext cx="20955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3818890" cy="1927225"/>
            </a:xfrm>
            <a:custGeom>
              <a:avLst/>
              <a:gdLst/>
              <a:ahLst/>
              <a:cxnLst/>
              <a:rect l="l" t="t" r="r" b="b"/>
              <a:pathLst>
                <a:path w="3818890" h="192722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3818890" h="192722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  <a:path w="3818890" h="1927225">
                  <a:moveTo>
                    <a:pt x="3573907" y="1869567"/>
                  </a:moveTo>
                  <a:lnTo>
                    <a:pt x="3535807" y="1850517"/>
                  </a:lnTo>
                  <a:lnTo>
                    <a:pt x="3459607" y="1812417"/>
                  </a:lnTo>
                  <a:lnTo>
                    <a:pt x="3459607" y="1850517"/>
                  </a:lnTo>
                  <a:lnTo>
                    <a:pt x="2274316" y="1850517"/>
                  </a:lnTo>
                  <a:lnTo>
                    <a:pt x="2274316" y="1888617"/>
                  </a:lnTo>
                  <a:lnTo>
                    <a:pt x="3459607" y="1888617"/>
                  </a:lnTo>
                  <a:lnTo>
                    <a:pt x="3459607" y="1926717"/>
                  </a:lnTo>
                  <a:lnTo>
                    <a:pt x="3535807" y="1888617"/>
                  </a:lnTo>
                  <a:lnTo>
                    <a:pt x="3573907" y="1869567"/>
                  </a:lnTo>
                  <a:close/>
                </a:path>
                <a:path w="3818890" h="1927225">
                  <a:moveTo>
                    <a:pt x="3818509" y="354711"/>
                  </a:moveTo>
                  <a:lnTo>
                    <a:pt x="3693033" y="378714"/>
                  </a:lnTo>
                  <a:lnTo>
                    <a:pt x="3716109" y="408952"/>
                  </a:lnTo>
                  <a:lnTo>
                    <a:pt x="2157603" y="1599565"/>
                  </a:lnTo>
                  <a:lnTo>
                    <a:pt x="2180717" y="1629791"/>
                  </a:lnTo>
                  <a:lnTo>
                    <a:pt x="3739248" y="439254"/>
                  </a:lnTo>
                  <a:lnTo>
                    <a:pt x="3762375" y="469519"/>
                  </a:lnTo>
                  <a:lnTo>
                    <a:pt x="3797643" y="397383"/>
                  </a:lnTo>
                  <a:lnTo>
                    <a:pt x="3818509" y="354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845" y="5946647"/>
            <a:ext cx="3785235" cy="666115"/>
          </a:xfrm>
          <a:custGeom>
            <a:avLst/>
            <a:gdLst/>
            <a:ahLst/>
            <a:cxnLst/>
            <a:rect l="l" t="t" r="r" b="b"/>
            <a:pathLst>
              <a:path w="3785235" h="666115">
                <a:moveTo>
                  <a:pt x="3784854" y="0"/>
                </a:moveTo>
                <a:lnTo>
                  <a:pt x="0" y="0"/>
                </a:lnTo>
                <a:lnTo>
                  <a:pt x="0" y="665987"/>
                </a:lnTo>
                <a:lnTo>
                  <a:pt x="3784854" y="665987"/>
                </a:lnTo>
                <a:lnTo>
                  <a:pt x="378485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1" name="object 21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66431" y="5506973"/>
            <a:ext cx="5041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2758" y="5506973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91398" y="5137403"/>
            <a:ext cx="1868805" cy="887730"/>
            <a:chOff x="7891398" y="5137403"/>
            <a:chExt cx="1868805" cy="887730"/>
          </a:xfrm>
        </p:grpSpPr>
        <p:sp>
          <p:nvSpPr>
            <p:cNvPr id="32" name="object 32"/>
            <p:cNvSpPr/>
            <p:nvPr/>
          </p:nvSpPr>
          <p:spPr>
            <a:xfrm>
              <a:off x="8836151" y="5137403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836151" y="5675375"/>
              <a:ext cx="923925" cy="114300"/>
            </a:xfrm>
            <a:custGeom>
              <a:avLst/>
              <a:gdLst/>
              <a:ahLst/>
              <a:cxnLst/>
              <a:rect l="l" t="t" r="r" b="b"/>
              <a:pathLst>
                <a:path w="923925" h="114300">
                  <a:moveTo>
                    <a:pt x="809244" y="0"/>
                  </a:moveTo>
                  <a:lnTo>
                    <a:pt x="809244" y="114300"/>
                  </a:lnTo>
                  <a:lnTo>
                    <a:pt x="885444" y="76200"/>
                  </a:lnTo>
                  <a:lnTo>
                    <a:pt x="828294" y="76200"/>
                  </a:lnTo>
                  <a:lnTo>
                    <a:pt x="828294" y="38100"/>
                  </a:lnTo>
                  <a:lnTo>
                    <a:pt x="885444" y="38100"/>
                  </a:lnTo>
                  <a:lnTo>
                    <a:pt x="809244" y="0"/>
                  </a:lnTo>
                  <a:close/>
                </a:path>
                <a:path w="923925" h="114300">
                  <a:moveTo>
                    <a:pt x="8092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9244" y="76200"/>
                  </a:lnTo>
                  <a:lnTo>
                    <a:pt x="809244" y="38100"/>
                  </a:lnTo>
                  <a:close/>
                </a:path>
                <a:path w="923925" h="114300">
                  <a:moveTo>
                    <a:pt x="885444" y="38100"/>
                  </a:moveTo>
                  <a:lnTo>
                    <a:pt x="828294" y="38100"/>
                  </a:lnTo>
                  <a:lnTo>
                    <a:pt x="828294" y="76200"/>
                  </a:lnTo>
                  <a:lnTo>
                    <a:pt x="885444" y="76200"/>
                  </a:lnTo>
                  <a:lnTo>
                    <a:pt x="923544" y="57150"/>
                  </a:lnTo>
                  <a:lnTo>
                    <a:pt x="885444" y="3810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91398" y="5292089"/>
              <a:ext cx="1345565" cy="733425"/>
            </a:xfrm>
            <a:custGeom>
              <a:avLst/>
              <a:gdLst/>
              <a:ahLst/>
              <a:cxnLst/>
              <a:rect l="l" t="t" r="r" b="b"/>
              <a:pathLst>
                <a:path w="1345565" h="733425">
                  <a:moveTo>
                    <a:pt x="1345565" y="0"/>
                  </a:moveTo>
                  <a:lnTo>
                    <a:pt x="18160" y="0"/>
                  </a:lnTo>
                  <a:lnTo>
                    <a:pt x="18160" y="481584"/>
                  </a:lnTo>
                  <a:lnTo>
                    <a:pt x="239395" y="481584"/>
                  </a:lnTo>
                  <a:lnTo>
                    <a:pt x="0" y="732802"/>
                  </a:lnTo>
                  <a:lnTo>
                    <a:pt x="571246" y="481584"/>
                  </a:lnTo>
                  <a:lnTo>
                    <a:pt x="1345565" y="481584"/>
                  </a:lnTo>
                  <a:lnTo>
                    <a:pt x="1345565" y="0"/>
                  </a:lnTo>
                  <a:close/>
                </a:path>
              </a:pathLst>
            </a:custGeom>
            <a:solidFill>
              <a:srgbClr val="005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77178" y="5836521"/>
            <a:ext cx="20827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38140" y="6047965"/>
            <a:ext cx="2381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85228" y="6047965"/>
            <a:ext cx="20955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1858" y="6054029"/>
            <a:ext cx="30848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02016" y="5305805"/>
            <a:ext cx="1043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4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→</a:t>
            </a:r>
            <a:r>
              <a:rPr sz="24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661160" cy="1275080"/>
            </a:xfrm>
            <a:custGeom>
              <a:avLst/>
              <a:gdLst/>
              <a:ahLst/>
              <a:cxnLst/>
              <a:rect l="l" t="t" r="r" b="b"/>
              <a:pathLst>
                <a:path w="1661159" h="1275079">
                  <a:moveTo>
                    <a:pt x="1558518" y="54237"/>
                  </a:moveTo>
                  <a:lnTo>
                    <a:pt x="0" y="1244854"/>
                  </a:lnTo>
                  <a:lnTo>
                    <a:pt x="23114" y="1275080"/>
                  </a:lnTo>
                  <a:lnTo>
                    <a:pt x="1581657" y="84539"/>
                  </a:lnTo>
                  <a:lnTo>
                    <a:pt x="1558518" y="54237"/>
                  </a:lnTo>
                  <a:close/>
                </a:path>
                <a:path w="1661159" h="1275079">
                  <a:moveTo>
                    <a:pt x="1640042" y="42672"/>
                  </a:moveTo>
                  <a:lnTo>
                    <a:pt x="1573657" y="42672"/>
                  </a:lnTo>
                  <a:lnTo>
                    <a:pt x="1596898" y="72898"/>
                  </a:lnTo>
                  <a:lnTo>
                    <a:pt x="1581657" y="84539"/>
                  </a:lnTo>
                  <a:lnTo>
                    <a:pt x="1604772" y="114807"/>
                  </a:lnTo>
                  <a:lnTo>
                    <a:pt x="1640042" y="42672"/>
                  </a:lnTo>
                  <a:close/>
                </a:path>
                <a:path w="1661159" h="1275079">
                  <a:moveTo>
                    <a:pt x="1573657" y="42672"/>
                  </a:moveTo>
                  <a:lnTo>
                    <a:pt x="1558518" y="54237"/>
                  </a:lnTo>
                  <a:lnTo>
                    <a:pt x="1581657" y="84539"/>
                  </a:lnTo>
                  <a:lnTo>
                    <a:pt x="1596898" y="72898"/>
                  </a:lnTo>
                  <a:lnTo>
                    <a:pt x="1573657" y="42672"/>
                  </a:lnTo>
                  <a:close/>
                </a:path>
                <a:path w="1661159" h="1275079">
                  <a:moveTo>
                    <a:pt x="1660906" y="0"/>
                  </a:moveTo>
                  <a:lnTo>
                    <a:pt x="1535430" y="24003"/>
                  </a:lnTo>
                  <a:lnTo>
                    <a:pt x="1558518" y="54237"/>
                  </a:lnTo>
                  <a:lnTo>
                    <a:pt x="1573657" y="42672"/>
                  </a:lnTo>
                  <a:lnTo>
                    <a:pt x="1640042" y="42672"/>
                  </a:lnTo>
                  <a:lnTo>
                    <a:pt x="166090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82056" y="5685282"/>
              <a:ext cx="1299845" cy="114300"/>
            </a:xfrm>
            <a:custGeom>
              <a:avLst/>
              <a:gdLst/>
              <a:ahLst/>
              <a:cxnLst/>
              <a:rect l="l" t="t" r="r" b="b"/>
              <a:pathLst>
                <a:path w="1299845" h="114300">
                  <a:moveTo>
                    <a:pt x="1185291" y="0"/>
                  </a:moveTo>
                  <a:lnTo>
                    <a:pt x="1185291" y="114300"/>
                  </a:lnTo>
                  <a:lnTo>
                    <a:pt x="1261491" y="76200"/>
                  </a:lnTo>
                  <a:lnTo>
                    <a:pt x="1204341" y="76200"/>
                  </a:lnTo>
                  <a:lnTo>
                    <a:pt x="1204341" y="38100"/>
                  </a:lnTo>
                  <a:lnTo>
                    <a:pt x="1261491" y="38100"/>
                  </a:lnTo>
                  <a:lnTo>
                    <a:pt x="1185291" y="0"/>
                  </a:lnTo>
                  <a:close/>
                </a:path>
                <a:path w="1299845" h="114300">
                  <a:moveTo>
                    <a:pt x="118529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85291" y="76200"/>
                  </a:lnTo>
                  <a:lnTo>
                    <a:pt x="1185291" y="38100"/>
                  </a:lnTo>
                  <a:close/>
                </a:path>
                <a:path w="1299845" h="114300">
                  <a:moveTo>
                    <a:pt x="1261491" y="38100"/>
                  </a:moveTo>
                  <a:lnTo>
                    <a:pt x="1204341" y="38100"/>
                  </a:lnTo>
                  <a:lnTo>
                    <a:pt x="1204341" y="76200"/>
                  </a:lnTo>
                  <a:lnTo>
                    <a:pt x="1261491" y="76200"/>
                  </a:lnTo>
                  <a:lnTo>
                    <a:pt x="1299591" y="57150"/>
                  </a:lnTo>
                  <a:lnTo>
                    <a:pt x="126149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8573" y="4264152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0" y="1010285"/>
                  </a:moveTo>
                  <a:lnTo>
                    <a:pt x="57023" y="1124585"/>
                  </a:lnTo>
                  <a:lnTo>
                    <a:pt x="104743" y="1029462"/>
                  </a:lnTo>
                  <a:lnTo>
                    <a:pt x="76200" y="1029462"/>
                  </a:lnTo>
                  <a:lnTo>
                    <a:pt x="38100" y="1029335"/>
                  </a:lnTo>
                  <a:lnTo>
                    <a:pt x="38139" y="1010327"/>
                  </a:lnTo>
                  <a:lnTo>
                    <a:pt x="0" y="1010285"/>
                  </a:lnTo>
                  <a:close/>
                </a:path>
                <a:path w="114300" h="1124585">
                  <a:moveTo>
                    <a:pt x="38139" y="1010327"/>
                  </a:moveTo>
                  <a:lnTo>
                    <a:pt x="38100" y="1029335"/>
                  </a:lnTo>
                  <a:lnTo>
                    <a:pt x="76200" y="1029462"/>
                  </a:lnTo>
                  <a:lnTo>
                    <a:pt x="76239" y="1010369"/>
                  </a:lnTo>
                  <a:lnTo>
                    <a:pt x="38139" y="1010327"/>
                  </a:lnTo>
                  <a:close/>
                </a:path>
                <a:path w="114300" h="1124585">
                  <a:moveTo>
                    <a:pt x="76239" y="1010369"/>
                  </a:moveTo>
                  <a:lnTo>
                    <a:pt x="76200" y="1029462"/>
                  </a:lnTo>
                  <a:lnTo>
                    <a:pt x="104743" y="1029462"/>
                  </a:lnTo>
                  <a:lnTo>
                    <a:pt x="114300" y="1010412"/>
                  </a:lnTo>
                  <a:lnTo>
                    <a:pt x="76239" y="1010369"/>
                  </a:lnTo>
                  <a:close/>
                </a:path>
                <a:path w="114300" h="1124585">
                  <a:moveTo>
                    <a:pt x="44977" y="557506"/>
                  </a:moveTo>
                  <a:lnTo>
                    <a:pt x="42378" y="600329"/>
                  </a:lnTo>
                  <a:lnTo>
                    <a:pt x="42036" y="610108"/>
                  </a:lnTo>
                  <a:lnTo>
                    <a:pt x="41782" y="622427"/>
                  </a:lnTo>
                  <a:lnTo>
                    <a:pt x="41259" y="650875"/>
                  </a:lnTo>
                  <a:lnTo>
                    <a:pt x="40888" y="666496"/>
                  </a:lnTo>
                  <a:lnTo>
                    <a:pt x="40761" y="682879"/>
                  </a:lnTo>
                  <a:lnTo>
                    <a:pt x="40504" y="700532"/>
                  </a:lnTo>
                  <a:lnTo>
                    <a:pt x="39750" y="758063"/>
                  </a:lnTo>
                  <a:lnTo>
                    <a:pt x="39621" y="779272"/>
                  </a:lnTo>
                  <a:lnTo>
                    <a:pt x="39116" y="822960"/>
                  </a:lnTo>
                  <a:lnTo>
                    <a:pt x="38606" y="918210"/>
                  </a:lnTo>
                  <a:lnTo>
                    <a:pt x="38226" y="968248"/>
                  </a:lnTo>
                  <a:lnTo>
                    <a:pt x="38139" y="1010327"/>
                  </a:lnTo>
                  <a:lnTo>
                    <a:pt x="76239" y="1010369"/>
                  </a:lnTo>
                  <a:lnTo>
                    <a:pt x="76327" y="968248"/>
                  </a:lnTo>
                  <a:lnTo>
                    <a:pt x="76709" y="917956"/>
                  </a:lnTo>
                  <a:lnTo>
                    <a:pt x="77343" y="801116"/>
                  </a:lnTo>
                  <a:lnTo>
                    <a:pt x="77724" y="779272"/>
                  </a:lnTo>
                  <a:lnTo>
                    <a:pt x="77854" y="758063"/>
                  </a:lnTo>
                  <a:lnTo>
                    <a:pt x="78358" y="718820"/>
                  </a:lnTo>
                  <a:lnTo>
                    <a:pt x="78499" y="699897"/>
                  </a:lnTo>
                  <a:lnTo>
                    <a:pt x="78867" y="682879"/>
                  </a:lnTo>
                  <a:lnTo>
                    <a:pt x="79006" y="665734"/>
                  </a:lnTo>
                  <a:lnTo>
                    <a:pt x="79264" y="650240"/>
                  </a:lnTo>
                  <a:lnTo>
                    <a:pt x="79628" y="636524"/>
                  </a:lnTo>
                  <a:lnTo>
                    <a:pt x="80160" y="610108"/>
                  </a:lnTo>
                  <a:lnTo>
                    <a:pt x="80391" y="600329"/>
                  </a:lnTo>
                  <a:lnTo>
                    <a:pt x="80811" y="589534"/>
                  </a:lnTo>
                  <a:lnTo>
                    <a:pt x="81083" y="581152"/>
                  </a:lnTo>
                  <a:lnTo>
                    <a:pt x="81279" y="575945"/>
                  </a:lnTo>
                  <a:lnTo>
                    <a:pt x="81533" y="570865"/>
                  </a:lnTo>
                  <a:lnTo>
                    <a:pt x="81671" y="569214"/>
                  </a:lnTo>
                  <a:lnTo>
                    <a:pt x="81152" y="569214"/>
                  </a:lnTo>
                  <a:lnTo>
                    <a:pt x="82042" y="565531"/>
                  </a:lnTo>
                  <a:lnTo>
                    <a:pt x="82321" y="565531"/>
                  </a:lnTo>
                  <a:lnTo>
                    <a:pt x="82423" y="565023"/>
                  </a:lnTo>
                  <a:lnTo>
                    <a:pt x="82930" y="560451"/>
                  </a:lnTo>
                  <a:lnTo>
                    <a:pt x="83043" y="559181"/>
                  </a:lnTo>
                  <a:lnTo>
                    <a:pt x="44830" y="559181"/>
                  </a:lnTo>
                  <a:lnTo>
                    <a:pt x="44977" y="557506"/>
                  </a:lnTo>
                  <a:close/>
                </a:path>
                <a:path w="114300" h="1124585">
                  <a:moveTo>
                    <a:pt x="82042" y="565531"/>
                  </a:moveTo>
                  <a:lnTo>
                    <a:pt x="81152" y="569214"/>
                  </a:lnTo>
                  <a:lnTo>
                    <a:pt x="81533" y="568325"/>
                  </a:lnTo>
                  <a:lnTo>
                    <a:pt x="81832" y="567413"/>
                  </a:lnTo>
                  <a:lnTo>
                    <a:pt x="82042" y="565531"/>
                  </a:lnTo>
                  <a:close/>
                </a:path>
                <a:path w="114300" h="1124585">
                  <a:moveTo>
                    <a:pt x="81832" y="567413"/>
                  </a:moveTo>
                  <a:lnTo>
                    <a:pt x="81533" y="568325"/>
                  </a:lnTo>
                  <a:lnTo>
                    <a:pt x="81152" y="569214"/>
                  </a:lnTo>
                  <a:lnTo>
                    <a:pt x="81671" y="569214"/>
                  </a:lnTo>
                  <a:lnTo>
                    <a:pt x="81832" y="567413"/>
                  </a:lnTo>
                  <a:close/>
                </a:path>
                <a:path w="114300" h="1124585">
                  <a:moveTo>
                    <a:pt x="82321" y="565531"/>
                  </a:moveTo>
                  <a:lnTo>
                    <a:pt x="82042" y="565531"/>
                  </a:lnTo>
                  <a:lnTo>
                    <a:pt x="81832" y="567413"/>
                  </a:lnTo>
                  <a:lnTo>
                    <a:pt x="82169" y="566293"/>
                  </a:lnTo>
                  <a:lnTo>
                    <a:pt x="82321" y="565531"/>
                  </a:lnTo>
                  <a:close/>
                </a:path>
                <a:path w="114300" h="1124585">
                  <a:moveTo>
                    <a:pt x="45593" y="555498"/>
                  </a:moveTo>
                  <a:lnTo>
                    <a:pt x="45338" y="556387"/>
                  </a:lnTo>
                  <a:lnTo>
                    <a:pt x="45084" y="557149"/>
                  </a:lnTo>
                  <a:lnTo>
                    <a:pt x="44957" y="557784"/>
                  </a:lnTo>
                  <a:lnTo>
                    <a:pt x="44830" y="559181"/>
                  </a:lnTo>
                  <a:lnTo>
                    <a:pt x="45593" y="555498"/>
                  </a:lnTo>
                  <a:close/>
                </a:path>
                <a:path w="114300" h="1124585">
                  <a:moveTo>
                    <a:pt x="83340" y="555498"/>
                  </a:moveTo>
                  <a:lnTo>
                    <a:pt x="45593" y="555498"/>
                  </a:lnTo>
                  <a:lnTo>
                    <a:pt x="44830" y="559181"/>
                  </a:lnTo>
                  <a:lnTo>
                    <a:pt x="83043" y="559181"/>
                  </a:lnTo>
                  <a:lnTo>
                    <a:pt x="83289" y="556387"/>
                  </a:lnTo>
                  <a:lnTo>
                    <a:pt x="83340" y="555498"/>
                  </a:lnTo>
                  <a:close/>
                </a:path>
                <a:path w="114300" h="1124585">
                  <a:moveTo>
                    <a:pt x="88900" y="0"/>
                  </a:moveTo>
                  <a:lnTo>
                    <a:pt x="50800" y="0"/>
                  </a:lnTo>
                  <a:lnTo>
                    <a:pt x="50800" y="52705"/>
                  </a:lnTo>
                  <a:lnTo>
                    <a:pt x="50546" y="104775"/>
                  </a:lnTo>
                  <a:lnTo>
                    <a:pt x="50418" y="156337"/>
                  </a:lnTo>
                  <a:lnTo>
                    <a:pt x="49908" y="255143"/>
                  </a:lnTo>
                  <a:lnTo>
                    <a:pt x="49656" y="278384"/>
                  </a:lnTo>
                  <a:lnTo>
                    <a:pt x="49655" y="301498"/>
                  </a:lnTo>
                  <a:lnTo>
                    <a:pt x="48895" y="366268"/>
                  </a:lnTo>
                  <a:lnTo>
                    <a:pt x="48762" y="386842"/>
                  </a:lnTo>
                  <a:lnTo>
                    <a:pt x="48005" y="441706"/>
                  </a:lnTo>
                  <a:lnTo>
                    <a:pt x="47498" y="473710"/>
                  </a:lnTo>
                  <a:lnTo>
                    <a:pt x="46965" y="502285"/>
                  </a:lnTo>
                  <a:lnTo>
                    <a:pt x="46588" y="514477"/>
                  </a:lnTo>
                  <a:lnTo>
                    <a:pt x="46069" y="535051"/>
                  </a:lnTo>
                  <a:lnTo>
                    <a:pt x="45847" y="542163"/>
                  </a:lnTo>
                  <a:lnTo>
                    <a:pt x="45393" y="550418"/>
                  </a:lnTo>
                  <a:lnTo>
                    <a:pt x="45211" y="554228"/>
                  </a:lnTo>
                  <a:lnTo>
                    <a:pt x="44977" y="557506"/>
                  </a:lnTo>
                  <a:lnTo>
                    <a:pt x="45593" y="555498"/>
                  </a:lnTo>
                  <a:lnTo>
                    <a:pt x="83340" y="555498"/>
                  </a:lnTo>
                  <a:lnTo>
                    <a:pt x="83621" y="548894"/>
                  </a:lnTo>
                  <a:lnTo>
                    <a:pt x="83877" y="542163"/>
                  </a:lnTo>
                  <a:lnTo>
                    <a:pt x="84200" y="535051"/>
                  </a:lnTo>
                  <a:lnTo>
                    <a:pt x="84478" y="524383"/>
                  </a:lnTo>
                  <a:lnTo>
                    <a:pt x="84984" y="501523"/>
                  </a:lnTo>
                  <a:lnTo>
                    <a:pt x="85344" y="488950"/>
                  </a:lnTo>
                  <a:lnTo>
                    <a:pt x="85851" y="458724"/>
                  </a:lnTo>
                  <a:lnTo>
                    <a:pt x="86359" y="424688"/>
                  </a:lnTo>
                  <a:lnTo>
                    <a:pt x="86486" y="406273"/>
                  </a:lnTo>
                  <a:lnTo>
                    <a:pt x="86868" y="386842"/>
                  </a:lnTo>
                  <a:lnTo>
                    <a:pt x="86999" y="366268"/>
                  </a:lnTo>
                  <a:lnTo>
                    <a:pt x="87756" y="301498"/>
                  </a:lnTo>
                  <a:lnTo>
                    <a:pt x="87759" y="278384"/>
                  </a:lnTo>
                  <a:lnTo>
                    <a:pt x="88012" y="254889"/>
                  </a:lnTo>
                  <a:lnTo>
                    <a:pt x="88519" y="156337"/>
                  </a:lnTo>
                  <a:lnTo>
                    <a:pt x="88646" y="104775"/>
                  </a:lnTo>
                  <a:lnTo>
                    <a:pt x="88900" y="52705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2" name="object 22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5343" y="4227576"/>
              <a:ext cx="1827530" cy="1572260"/>
            </a:xfrm>
            <a:custGeom>
              <a:avLst/>
              <a:gdLst/>
              <a:ahLst/>
              <a:cxnLst/>
              <a:rect l="l" t="t" r="r" b="b"/>
              <a:pathLst>
                <a:path w="1827529" h="1572260">
                  <a:moveTo>
                    <a:pt x="1416304" y="1514856"/>
                  </a:moveTo>
                  <a:lnTo>
                    <a:pt x="1378204" y="1495806"/>
                  </a:lnTo>
                  <a:lnTo>
                    <a:pt x="1302004" y="1457706"/>
                  </a:lnTo>
                  <a:lnTo>
                    <a:pt x="1302004" y="1495806"/>
                  </a:lnTo>
                  <a:lnTo>
                    <a:pt x="116713" y="1495806"/>
                  </a:lnTo>
                  <a:lnTo>
                    <a:pt x="116713" y="1533906"/>
                  </a:lnTo>
                  <a:lnTo>
                    <a:pt x="1302004" y="1533906"/>
                  </a:lnTo>
                  <a:lnTo>
                    <a:pt x="1302004" y="1572006"/>
                  </a:lnTo>
                  <a:lnTo>
                    <a:pt x="1378204" y="1533906"/>
                  </a:lnTo>
                  <a:lnTo>
                    <a:pt x="1416304" y="1514856"/>
                  </a:lnTo>
                  <a:close/>
                </a:path>
                <a:path w="1827529" h="1572260">
                  <a:moveTo>
                    <a:pt x="1660906" y="0"/>
                  </a:moveTo>
                  <a:lnTo>
                    <a:pt x="1535430" y="24003"/>
                  </a:lnTo>
                  <a:lnTo>
                    <a:pt x="1558505" y="54241"/>
                  </a:lnTo>
                  <a:lnTo>
                    <a:pt x="0" y="1244854"/>
                  </a:lnTo>
                  <a:lnTo>
                    <a:pt x="23114" y="1275080"/>
                  </a:lnTo>
                  <a:lnTo>
                    <a:pt x="1581645" y="84543"/>
                  </a:lnTo>
                  <a:lnTo>
                    <a:pt x="1604772" y="114808"/>
                  </a:lnTo>
                  <a:lnTo>
                    <a:pt x="1640039" y="42672"/>
                  </a:lnTo>
                  <a:lnTo>
                    <a:pt x="1660906" y="0"/>
                  </a:lnTo>
                  <a:close/>
                </a:path>
                <a:path w="1827529" h="1572260">
                  <a:moveTo>
                    <a:pt x="1827530" y="1046988"/>
                  </a:moveTo>
                  <a:lnTo>
                    <a:pt x="1789468" y="1046949"/>
                  </a:lnTo>
                  <a:lnTo>
                    <a:pt x="1789557" y="1004824"/>
                  </a:lnTo>
                  <a:lnTo>
                    <a:pt x="1789938" y="954532"/>
                  </a:lnTo>
                  <a:lnTo>
                    <a:pt x="1790573" y="837692"/>
                  </a:lnTo>
                  <a:lnTo>
                    <a:pt x="1790954" y="815848"/>
                  </a:lnTo>
                  <a:lnTo>
                    <a:pt x="1791081" y="794639"/>
                  </a:lnTo>
                  <a:lnTo>
                    <a:pt x="1791589" y="755396"/>
                  </a:lnTo>
                  <a:lnTo>
                    <a:pt x="1791728" y="736473"/>
                  </a:lnTo>
                  <a:lnTo>
                    <a:pt x="1792097" y="719455"/>
                  </a:lnTo>
                  <a:lnTo>
                    <a:pt x="1792224" y="702310"/>
                  </a:lnTo>
                  <a:lnTo>
                    <a:pt x="1792490" y="686816"/>
                  </a:lnTo>
                  <a:lnTo>
                    <a:pt x="1792859" y="673100"/>
                  </a:lnTo>
                  <a:lnTo>
                    <a:pt x="1793379" y="646684"/>
                  </a:lnTo>
                  <a:lnTo>
                    <a:pt x="1793621" y="636905"/>
                  </a:lnTo>
                  <a:lnTo>
                    <a:pt x="1794040" y="626110"/>
                  </a:lnTo>
                  <a:lnTo>
                    <a:pt x="1794306" y="617728"/>
                  </a:lnTo>
                  <a:lnTo>
                    <a:pt x="1795399" y="602869"/>
                  </a:lnTo>
                  <a:lnTo>
                    <a:pt x="1795551" y="602107"/>
                  </a:lnTo>
                  <a:lnTo>
                    <a:pt x="1795653" y="601599"/>
                  </a:lnTo>
                  <a:lnTo>
                    <a:pt x="1796161" y="597027"/>
                  </a:lnTo>
                  <a:lnTo>
                    <a:pt x="1796262" y="595757"/>
                  </a:lnTo>
                  <a:lnTo>
                    <a:pt x="1796516" y="592963"/>
                  </a:lnTo>
                  <a:lnTo>
                    <a:pt x="1796567" y="592074"/>
                  </a:lnTo>
                  <a:lnTo>
                    <a:pt x="1796846" y="585470"/>
                  </a:lnTo>
                  <a:lnTo>
                    <a:pt x="1797100" y="578739"/>
                  </a:lnTo>
                  <a:lnTo>
                    <a:pt x="1797431" y="571627"/>
                  </a:lnTo>
                  <a:lnTo>
                    <a:pt x="1797697" y="560959"/>
                  </a:lnTo>
                  <a:lnTo>
                    <a:pt x="1798205" y="538099"/>
                  </a:lnTo>
                  <a:lnTo>
                    <a:pt x="1798574" y="525526"/>
                  </a:lnTo>
                  <a:lnTo>
                    <a:pt x="1799082" y="495300"/>
                  </a:lnTo>
                  <a:lnTo>
                    <a:pt x="1799590" y="461264"/>
                  </a:lnTo>
                  <a:lnTo>
                    <a:pt x="1799717" y="442849"/>
                  </a:lnTo>
                  <a:lnTo>
                    <a:pt x="1800098" y="423418"/>
                  </a:lnTo>
                  <a:lnTo>
                    <a:pt x="1800225" y="402844"/>
                  </a:lnTo>
                  <a:lnTo>
                    <a:pt x="1800987" y="338074"/>
                  </a:lnTo>
                  <a:lnTo>
                    <a:pt x="1800987" y="314960"/>
                  </a:lnTo>
                  <a:lnTo>
                    <a:pt x="1801241" y="291465"/>
                  </a:lnTo>
                  <a:lnTo>
                    <a:pt x="1801749" y="192913"/>
                  </a:lnTo>
                  <a:lnTo>
                    <a:pt x="1801876" y="141351"/>
                  </a:lnTo>
                  <a:lnTo>
                    <a:pt x="1802130" y="89281"/>
                  </a:lnTo>
                  <a:lnTo>
                    <a:pt x="1802130" y="36576"/>
                  </a:lnTo>
                  <a:lnTo>
                    <a:pt x="1764030" y="36576"/>
                  </a:lnTo>
                  <a:lnTo>
                    <a:pt x="1764030" y="89281"/>
                  </a:lnTo>
                  <a:lnTo>
                    <a:pt x="1763776" y="141351"/>
                  </a:lnTo>
                  <a:lnTo>
                    <a:pt x="1763636" y="192913"/>
                  </a:lnTo>
                  <a:lnTo>
                    <a:pt x="1763128" y="291719"/>
                  </a:lnTo>
                  <a:lnTo>
                    <a:pt x="1762887" y="314960"/>
                  </a:lnTo>
                  <a:lnTo>
                    <a:pt x="1762874" y="338074"/>
                  </a:lnTo>
                  <a:lnTo>
                    <a:pt x="1762125" y="402844"/>
                  </a:lnTo>
                  <a:lnTo>
                    <a:pt x="1761985" y="423418"/>
                  </a:lnTo>
                  <a:lnTo>
                    <a:pt x="1761236" y="478282"/>
                  </a:lnTo>
                  <a:lnTo>
                    <a:pt x="1760728" y="510286"/>
                  </a:lnTo>
                  <a:lnTo>
                    <a:pt x="1760194" y="538861"/>
                  </a:lnTo>
                  <a:lnTo>
                    <a:pt x="1759813" y="551053"/>
                  </a:lnTo>
                  <a:lnTo>
                    <a:pt x="1759292" y="571627"/>
                  </a:lnTo>
                  <a:lnTo>
                    <a:pt x="1759077" y="578739"/>
                  </a:lnTo>
                  <a:lnTo>
                    <a:pt x="1758619" y="586994"/>
                  </a:lnTo>
                  <a:lnTo>
                    <a:pt x="1758442" y="590804"/>
                  </a:lnTo>
                  <a:lnTo>
                    <a:pt x="1758200" y="594093"/>
                  </a:lnTo>
                  <a:lnTo>
                    <a:pt x="1758315" y="593725"/>
                  </a:lnTo>
                  <a:lnTo>
                    <a:pt x="1758823" y="592074"/>
                  </a:lnTo>
                  <a:lnTo>
                    <a:pt x="1758569" y="592963"/>
                  </a:lnTo>
                  <a:lnTo>
                    <a:pt x="1758315" y="593725"/>
                  </a:lnTo>
                  <a:lnTo>
                    <a:pt x="1758188" y="594360"/>
                  </a:lnTo>
                  <a:lnTo>
                    <a:pt x="1758061" y="595757"/>
                  </a:lnTo>
                  <a:lnTo>
                    <a:pt x="1758200" y="594093"/>
                  </a:lnTo>
                  <a:lnTo>
                    <a:pt x="1755597" y="636905"/>
                  </a:lnTo>
                  <a:lnTo>
                    <a:pt x="1755267" y="646684"/>
                  </a:lnTo>
                  <a:lnTo>
                    <a:pt x="1755013" y="659003"/>
                  </a:lnTo>
                  <a:lnTo>
                    <a:pt x="1754479" y="687451"/>
                  </a:lnTo>
                  <a:lnTo>
                    <a:pt x="1754111" y="703072"/>
                  </a:lnTo>
                  <a:lnTo>
                    <a:pt x="1753984" y="719455"/>
                  </a:lnTo>
                  <a:lnTo>
                    <a:pt x="1753730" y="737108"/>
                  </a:lnTo>
                  <a:lnTo>
                    <a:pt x="1752981" y="794639"/>
                  </a:lnTo>
                  <a:lnTo>
                    <a:pt x="1752841" y="815848"/>
                  </a:lnTo>
                  <a:lnTo>
                    <a:pt x="1752346" y="859536"/>
                  </a:lnTo>
                  <a:lnTo>
                    <a:pt x="1751825" y="954786"/>
                  </a:lnTo>
                  <a:lnTo>
                    <a:pt x="1751457" y="1004824"/>
                  </a:lnTo>
                  <a:lnTo>
                    <a:pt x="1751368" y="1046911"/>
                  </a:lnTo>
                  <a:lnTo>
                    <a:pt x="1713230" y="1046861"/>
                  </a:lnTo>
                  <a:lnTo>
                    <a:pt x="1770253" y="1161161"/>
                  </a:lnTo>
                  <a:lnTo>
                    <a:pt x="1817966" y="1066038"/>
                  </a:lnTo>
                  <a:lnTo>
                    <a:pt x="1827530" y="10469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58056"/>
              <a:ext cx="114300" cy="1124585"/>
            </a:xfrm>
            <a:custGeom>
              <a:avLst/>
              <a:gdLst/>
              <a:ahLst/>
              <a:cxnLst/>
              <a:rect l="l" t="t" r="r" b="b"/>
              <a:pathLst>
                <a:path w="114300" h="1124585">
                  <a:moveTo>
                    <a:pt x="38100" y="1010285"/>
                  </a:moveTo>
                  <a:lnTo>
                    <a:pt x="0" y="1010285"/>
                  </a:lnTo>
                  <a:lnTo>
                    <a:pt x="57150" y="1124585"/>
                  </a:lnTo>
                  <a:lnTo>
                    <a:pt x="104775" y="1029335"/>
                  </a:lnTo>
                  <a:lnTo>
                    <a:pt x="38100" y="1029335"/>
                  </a:lnTo>
                  <a:lnTo>
                    <a:pt x="38100" y="1010285"/>
                  </a:lnTo>
                  <a:close/>
                </a:path>
                <a:path w="114300" h="1124585">
                  <a:moveTo>
                    <a:pt x="77470" y="0"/>
                  </a:moveTo>
                  <a:lnTo>
                    <a:pt x="39370" y="0"/>
                  </a:lnTo>
                  <a:lnTo>
                    <a:pt x="39243" y="206502"/>
                  </a:lnTo>
                  <a:lnTo>
                    <a:pt x="38989" y="534543"/>
                  </a:lnTo>
                  <a:lnTo>
                    <a:pt x="38481" y="622681"/>
                  </a:lnTo>
                  <a:lnTo>
                    <a:pt x="38354" y="665988"/>
                  </a:lnTo>
                  <a:lnTo>
                    <a:pt x="38227" y="918083"/>
                  </a:lnTo>
                  <a:lnTo>
                    <a:pt x="38100" y="968248"/>
                  </a:lnTo>
                  <a:lnTo>
                    <a:pt x="38100" y="1029335"/>
                  </a:lnTo>
                  <a:lnTo>
                    <a:pt x="76200" y="1029335"/>
                  </a:lnTo>
                  <a:lnTo>
                    <a:pt x="76200" y="968248"/>
                  </a:lnTo>
                  <a:lnTo>
                    <a:pt x="76454" y="666242"/>
                  </a:lnTo>
                  <a:lnTo>
                    <a:pt x="76581" y="622935"/>
                  </a:lnTo>
                  <a:lnTo>
                    <a:pt x="76835" y="559562"/>
                  </a:lnTo>
                  <a:lnTo>
                    <a:pt x="76967" y="542671"/>
                  </a:lnTo>
                  <a:lnTo>
                    <a:pt x="77091" y="501777"/>
                  </a:lnTo>
                  <a:lnTo>
                    <a:pt x="77343" y="206502"/>
                  </a:lnTo>
                  <a:lnTo>
                    <a:pt x="77470" y="0"/>
                  </a:lnTo>
                  <a:close/>
                </a:path>
                <a:path w="114300" h="1124585">
                  <a:moveTo>
                    <a:pt x="114300" y="1010285"/>
                  </a:moveTo>
                  <a:lnTo>
                    <a:pt x="76200" y="1010285"/>
                  </a:lnTo>
                  <a:lnTo>
                    <a:pt x="76200" y="1029335"/>
                  </a:lnTo>
                  <a:lnTo>
                    <a:pt x="104775" y="1029335"/>
                  </a:lnTo>
                  <a:lnTo>
                    <a:pt x="114300" y="1010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07740" y="3872865"/>
              <a:ext cx="1555115" cy="1870075"/>
            </a:xfrm>
            <a:custGeom>
              <a:avLst/>
              <a:gdLst/>
              <a:ahLst/>
              <a:cxnLst/>
              <a:rect l="l" t="t" r="r" b="b"/>
              <a:pathLst>
                <a:path w="1555114" h="1870075">
                  <a:moveTo>
                    <a:pt x="1553591" y="1869846"/>
                  </a:moveTo>
                  <a:lnTo>
                    <a:pt x="1532902" y="1837918"/>
                  </a:lnTo>
                  <a:lnTo>
                    <a:pt x="1484122" y="1762594"/>
                  </a:lnTo>
                  <a:lnTo>
                    <a:pt x="1464767" y="1795437"/>
                  </a:lnTo>
                  <a:lnTo>
                    <a:pt x="19304" y="944118"/>
                  </a:lnTo>
                  <a:lnTo>
                    <a:pt x="0" y="976884"/>
                  </a:lnTo>
                  <a:lnTo>
                    <a:pt x="1445399" y="1828292"/>
                  </a:lnTo>
                  <a:lnTo>
                    <a:pt x="1426083" y="1861083"/>
                  </a:lnTo>
                  <a:lnTo>
                    <a:pt x="1553591" y="1869846"/>
                  </a:lnTo>
                  <a:close/>
                </a:path>
                <a:path w="1555114" h="1870075">
                  <a:moveTo>
                    <a:pt x="1554734" y="24765"/>
                  </a:moveTo>
                  <a:lnTo>
                    <a:pt x="1429385" y="0"/>
                  </a:lnTo>
                  <a:lnTo>
                    <a:pt x="1439506" y="36804"/>
                  </a:lnTo>
                  <a:lnTo>
                    <a:pt x="4572" y="432435"/>
                  </a:lnTo>
                  <a:lnTo>
                    <a:pt x="14732" y="469265"/>
                  </a:lnTo>
                  <a:lnTo>
                    <a:pt x="1449616" y="73520"/>
                  </a:lnTo>
                  <a:lnTo>
                    <a:pt x="1459738" y="110236"/>
                  </a:lnTo>
                  <a:lnTo>
                    <a:pt x="1546961" y="31750"/>
                  </a:lnTo>
                  <a:lnTo>
                    <a:pt x="1554734" y="24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64480" y="4227576"/>
              <a:ext cx="2128520" cy="1572260"/>
            </a:xfrm>
            <a:custGeom>
              <a:avLst/>
              <a:gdLst/>
              <a:ahLst/>
              <a:cxnLst/>
              <a:rect l="l" t="t" r="r" b="b"/>
              <a:pathLst>
                <a:path w="2128520" h="1572260">
                  <a:moveTo>
                    <a:pt x="114300" y="1040765"/>
                  </a:moveTo>
                  <a:lnTo>
                    <a:pt x="76200" y="1040765"/>
                  </a:lnTo>
                  <a:lnTo>
                    <a:pt x="76200" y="998740"/>
                  </a:lnTo>
                  <a:lnTo>
                    <a:pt x="76454" y="696722"/>
                  </a:lnTo>
                  <a:lnTo>
                    <a:pt x="76581" y="653415"/>
                  </a:lnTo>
                  <a:lnTo>
                    <a:pt x="76835" y="590042"/>
                  </a:lnTo>
                  <a:lnTo>
                    <a:pt x="76962" y="573151"/>
                  </a:lnTo>
                  <a:lnTo>
                    <a:pt x="77089" y="532257"/>
                  </a:lnTo>
                  <a:lnTo>
                    <a:pt x="77343" y="236982"/>
                  </a:lnTo>
                  <a:lnTo>
                    <a:pt x="77470" y="30480"/>
                  </a:lnTo>
                  <a:lnTo>
                    <a:pt x="39370" y="30480"/>
                  </a:lnTo>
                  <a:lnTo>
                    <a:pt x="39243" y="236982"/>
                  </a:lnTo>
                  <a:lnTo>
                    <a:pt x="38989" y="565023"/>
                  </a:lnTo>
                  <a:lnTo>
                    <a:pt x="38481" y="653161"/>
                  </a:lnTo>
                  <a:lnTo>
                    <a:pt x="38354" y="696468"/>
                  </a:lnTo>
                  <a:lnTo>
                    <a:pt x="38227" y="948563"/>
                  </a:lnTo>
                  <a:lnTo>
                    <a:pt x="38100" y="998740"/>
                  </a:lnTo>
                  <a:lnTo>
                    <a:pt x="38100" y="1040765"/>
                  </a:lnTo>
                  <a:lnTo>
                    <a:pt x="0" y="1040765"/>
                  </a:lnTo>
                  <a:lnTo>
                    <a:pt x="57150" y="1155065"/>
                  </a:lnTo>
                  <a:lnTo>
                    <a:pt x="104775" y="1059815"/>
                  </a:lnTo>
                  <a:lnTo>
                    <a:pt x="114300" y="1040765"/>
                  </a:lnTo>
                  <a:close/>
                </a:path>
                <a:path w="2128520" h="1572260">
                  <a:moveTo>
                    <a:pt x="1717167" y="1514856"/>
                  </a:moveTo>
                  <a:lnTo>
                    <a:pt x="1679067" y="1495806"/>
                  </a:lnTo>
                  <a:lnTo>
                    <a:pt x="1602867" y="1457706"/>
                  </a:lnTo>
                  <a:lnTo>
                    <a:pt x="1602867" y="1495806"/>
                  </a:lnTo>
                  <a:lnTo>
                    <a:pt x="417576" y="1495806"/>
                  </a:lnTo>
                  <a:lnTo>
                    <a:pt x="417576" y="1533906"/>
                  </a:lnTo>
                  <a:lnTo>
                    <a:pt x="1602867" y="1533906"/>
                  </a:lnTo>
                  <a:lnTo>
                    <a:pt x="1602867" y="1572006"/>
                  </a:lnTo>
                  <a:lnTo>
                    <a:pt x="1679067" y="1533906"/>
                  </a:lnTo>
                  <a:lnTo>
                    <a:pt x="1717167" y="1514856"/>
                  </a:lnTo>
                  <a:close/>
                </a:path>
                <a:path w="2128520" h="1572260">
                  <a:moveTo>
                    <a:pt x="1961769" y="0"/>
                  </a:moveTo>
                  <a:lnTo>
                    <a:pt x="1836293" y="24003"/>
                  </a:lnTo>
                  <a:lnTo>
                    <a:pt x="1859368" y="54241"/>
                  </a:lnTo>
                  <a:lnTo>
                    <a:pt x="300863" y="1244854"/>
                  </a:lnTo>
                  <a:lnTo>
                    <a:pt x="323977" y="1275080"/>
                  </a:lnTo>
                  <a:lnTo>
                    <a:pt x="1882508" y="84543"/>
                  </a:lnTo>
                  <a:lnTo>
                    <a:pt x="1905635" y="114808"/>
                  </a:lnTo>
                  <a:lnTo>
                    <a:pt x="1940902" y="42672"/>
                  </a:lnTo>
                  <a:lnTo>
                    <a:pt x="1961769" y="0"/>
                  </a:lnTo>
                  <a:close/>
                </a:path>
                <a:path w="2128520" h="1572260">
                  <a:moveTo>
                    <a:pt x="2128393" y="1046988"/>
                  </a:moveTo>
                  <a:lnTo>
                    <a:pt x="2090331" y="1046949"/>
                  </a:lnTo>
                  <a:lnTo>
                    <a:pt x="2090420" y="1004824"/>
                  </a:lnTo>
                  <a:lnTo>
                    <a:pt x="2090801" y="954532"/>
                  </a:lnTo>
                  <a:lnTo>
                    <a:pt x="2091436" y="837692"/>
                  </a:lnTo>
                  <a:lnTo>
                    <a:pt x="2091817" y="815848"/>
                  </a:lnTo>
                  <a:lnTo>
                    <a:pt x="2091944" y="794639"/>
                  </a:lnTo>
                  <a:lnTo>
                    <a:pt x="2092452" y="755396"/>
                  </a:lnTo>
                  <a:lnTo>
                    <a:pt x="2092591" y="736473"/>
                  </a:lnTo>
                  <a:lnTo>
                    <a:pt x="2092960" y="719455"/>
                  </a:lnTo>
                  <a:lnTo>
                    <a:pt x="2093087" y="702310"/>
                  </a:lnTo>
                  <a:lnTo>
                    <a:pt x="2093353" y="686816"/>
                  </a:lnTo>
                  <a:lnTo>
                    <a:pt x="2093722" y="673100"/>
                  </a:lnTo>
                  <a:lnTo>
                    <a:pt x="2094242" y="646684"/>
                  </a:lnTo>
                  <a:lnTo>
                    <a:pt x="2094484" y="636905"/>
                  </a:lnTo>
                  <a:lnTo>
                    <a:pt x="2094903" y="626110"/>
                  </a:lnTo>
                  <a:lnTo>
                    <a:pt x="2095169" y="617728"/>
                  </a:lnTo>
                  <a:lnTo>
                    <a:pt x="2096262" y="602869"/>
                  </a:lnTo>
                  <a:lnTo>
                    <a:pt x="2096414" y="602107"/>
                  </a:lnTo>
                  <a:lnTo>
                    <a:pt x="2096516" y="601599"/>
                  </a:lnTo>
                  <a:lnTo>
                    <a:pt x="2097024" y="597027"/>
                  </a:lnTo>
                  <a:lnTo>
                    <a:pt x="2097125" y="595757"/>
                  </a:lnTo>
                  <a:lnTo>
                    <a:pt x="2097379" y="592963"/>
                  </a:lnTo>
                  <a:lnTo>
                    <a:pt x="2097430" y="592074"/>
                  </a:lnTo>
                  <a:lnTo>
                    <a:pt x="2097709" y="585470"/>
                  </a:lnTo>
                  <a:lnTo>
                    <a:pt x="2097963" y="578739"/>
                  </a:lnTo>
                  <a:lnTo>
                    <a:pt x="2098294" y="571627"/>
                  </a:lnTo>
                  <a:lnTo>
                    <a:pt x="2098560" y="560959"/>
                  </a:lnTo>
                  <a:lnTo>
                    <a:pt x="2099068" y="538099"/>
                  </a:lnTo>
                  <a:lnTo>
                    <a:pt x="2099437" y="525526"/>
                  </a:lnTo>
                  <a:lnTo>
                    <a:pt x="2099945" y="495300"/>
                  </a:lnTo>
                  <a:lnTo>
                    <a:pt x="2100453" y="461264"/>
                  </a:lnTo>
                  <a:lnTo>
                    <a:pt x="2100580" y="442849"/>
                  </a:lnTo>
                  <a:lnTo>
                    <a:pt x="2100961" y="423418"/>
                  </a:lnTo>
                  <a:lnTo>
                    <a:pt x="2101088" y="402844"/>
                  </a:lnTo>
                  <a:lnTo>
                    <a:pt x="2101850" y="338074"/>
                  </a:lnTo>
                  <a:lnTo>
                    <a:pt x="2101850" y="314960"/>
                  </a:lnTo>
                  <a:lnTo>
                    <a:pt x="2102104" y="291465"/>
                  </a:lnTo>
                  <a:lnTo>
                    <a:pt x="2102612" y="192913"/>
                  </a:lnTo>
                  <a:lnTo>
                    <a:pt x="2102739" y="141351"/>
                  </a:lnTo>
                  <a:lnTo>
                    <a:pt x="2102993" y="89281"/>
                  </a:lnTo>
                  <a:lnTo>
                    <a:pt x="2102993" y="36576"/>
                  </a:lnTo>
                  <a:lnTo>
                    <a:pt x="2064893" y="36576"/>
                  </a:lnTo>
                  <a:lnTo>
                    <a:pt x="2064893" y="89281"/>
                  </a:lnTo>
                  <a:lnTo>
                    <a:pt x="2064639" y="141351"/>
                  </a:lnTo>
                  <a:lnTo>
                    <a:pt x="2064499" y="192913"/>
                  </a:lnTo>
                  <a:lnTo>
                    <a:pt x="2063991" y="291719"/>
                  </a:lnTo>
                  <a:lnTo>
                    <a:pt x="2063750" y="314960"/>
                  </a:lnTo>
                  <a:lnTo>
                    <a:pt x="2063737" y="338074"/>
                  </a:lnTo>
                  <a:lnTo>
                    <a:pt x="2062988" y="402844"/>
                  </a:lnTo>
                  <a:lnTo>
                    <a:pt x="2062848" y="423418"/>
                  </a:lnTo>
                  <a:lnTo>
                    <a:pt x="2062099" y="478282"/>
                  </a:lnTo>
                  <a:lnTo>
                    <a:pt x="2061591" y="510286"/>
                  </a:lnTo>
                  <a:lnTo>
                    <a:pt x="2061057" y="538861"/>
                  </a:lnTo>
                  <a:lnTo>
                    <a:pt x="2060676" y="551053"/>
                  </a:lnTo>
                  <a:lnTo>
                    <a:pt x="2060155" y="571627"/>
                  </a:lnTo>
                  <a:lnTo>
                    <a:pt x="2059940" y="578739"/>
                  </a:lnTo>
                  <a:lnTo>
                    <a:pt x="2059482" y="586994"/>
                  </a:lnTo>
                  <a:lnTo>
                    <a:pt x="2059305" y="590804"/>
                  </a:lnTo>
                  <a:lnTo>
                    <a:pt x="2059063" y="594093"/>
                  </a:lnTo>
                  <a:lnTo>
                    <a:pt x="2059178" y="593725"/>
                  </a:lnTo>
                  <a:lnTo>
                    <a:pt x="2059686" y="592074"/>
                  </a:lnTo>
                  <a:lnTo>
                    <a:pt x="2059432" y="592963"/>
                  </a:lnTo>
                  <a:lnTo>
                    <a:pt x="2059178" y="593725"/>
                  </a:lnTo>
                  <a:lnTo>
                    <a:pt x="2059051" y="594360"/>
                  </a:lnTo>
                  <a:lnTo>
                    <a:pt x="2058924" y="595757"/>
                  </a:lnTo>
                  <a:lnTo>
                    <a:pt x="2059063" y="594093"/>
                  </a:lnTo>
                  <a:lnTo>
                    <a:pt x="2056460" y="636905"/>
                  </a:lnTo>
                  <a:lnTo>
                    <a:pt x="2056130" y="646684"/>
                  </a:lnTo>
                  <a:lnTo>
                    <a:pt x="2055876" y="659003"/>
                  </a:lnTo>
                  <a:lnTo>
                    <a:pt x="2055342" y="687451"/>
                  </a:lnTo>
                  <a:lnTo>
                    <a:pt x="2054974" y="703072"/>
                  </a:lnTo>
                  <a:lnTo>
                    <a:pt x="2054847" y="719455"/>
                  </a:lnTo>
                  <a:lnTo>
                    <a:pt x="2054593" y="737108"/>
                  </a:lnTo>
                  <a:lnTo>
                    <a:pt x="2053844" y="794639"/>
                  </a:lnTo>
                  <a:lnTo>
                    <a:pt x="2053704" y="815848"/>
                  </a:lnTo>
                  <a:lnTo>
                    <a:pt x="2053209" y="859536"/>
                  </a:lnTo>
                  <a:lnTo>
                    <a:pt x="2052688" y="954786"/>
                  </a:lnTo>
                  <a:lnTo>
                    <a:pt x="2052320" y="1004824"/>
                  </a:lnTo>
                  <a:lnTo>
                    <a:pt x="2052231" y="1046911"/>
                  </a:lnTo>
                  <a:lnTo>
                    <a:pt x="2014093" y="1046861"/>
                  </a:lnTo>
                  <a:lnTo>
                    <a:pt x="2071116" y="1161161"/>
                  </a:lnTo>
                  <a:lnTo>
                    <a:pt x="2118830" y="1066038"/>
                  </a:lnTo>
                  <a:lnTo>
                    <a:pt x="2128393" y="10469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9" name="object 19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7740" y="3872865"/>
            <a:ext cx="3985260" cy="1927225"/>
            <a:chOff x="3507740" y="3872865"/>
            <a:chExt cx="3985260" cy="1927225"/>
          </a:xfrm>
        </p:grpSpPr>
        <p:sp>
          <p:nvSpPr>
            <p:cNvPr id="9" name="object 9"/>
            <p:cNvSpPr/>
            <p:nvPr/>
          </p:nvSpPr>
          <p:spPr>
            <a:xfrm>
              <a:off x="3512312" y="3872865"/>
              <a:ext cx="1550670" cy="469265"/>
            </a:xfrm>
            <a:custGeom>
              <a:avLst/>
              <a:gdLst/>
              <a:ahLst/>
              <a:cxnLst/>
              <a:rect l="l" t="t" r="r" b="b"/>
              <a:pathLst>
                <a:path w="1550670" h="469264">
                  <a:moveTo>
                    <a:pt x="1434945" y="36799"/>
                  </a:moveTo>
                  <a:lnTo>
                    <a:pt x="0" y="432435"/>
                  </a:lnTo>
                  <a:lnTo>
                    <a:pt x="10160" y="469265"/>
                  </a:lnTo>
                  <a:lnTo>
                    <a:pt x="1445055" y="73518"/>
                  </a:lnTo>
                  <a:lnTo>
                    <a:pt x="1434945" y="36799"/>
                  </a:lnTo>
                  <a:close/>
                </a:path>
                <a:path w="1550670" h="469264">
                  <a:moveTo>
                    <a:pt x="1542398" y="31750"/>
                  </a:moveTo>
                  <a:lnTo>
                    <a:pt x="1453261" y="31750"/>
                  </a:lnTo>
                  <a:lnTo>
                    <a:pt x="1463421" y="68453"/>
                  </a:lnTo>
                  <a:lnTo>
                    <a:pt x="1445055" y="73518"/>
                  </a:lnTo>
                  <a:lnTo>
                    <a:pt x="1455165" y="110236"/>
                  </a:lnTo>
                  <a:lnTo>
                    <a:pt x="1542398" y="31750"/>
                  </a:lnTo>
                  <a:close/>
                </a:path>
                <a:path w="1550670" h="469264">
                  <a:moveTo>
                    <a:pt x="1453261" y="31750"/>
                  </a:moveTo>
                  <a:lnTo>
                    <a:pt x="1434945" y="36799"/>
                  </a:lnTo>
                  <a:lnTo>
                    <a:pt x="1445055" y="73518"/>
                  </a:lnTo>
                  <a:lnTo>
                    <a:pt x="1463421" y="68453"/>
                  </a:lnTo>
                  <a:lnTo>
                    <a:pt x="1453261" y="31750"/>
                  </a:lnTo>
                  <a:close/>
                </a:path>
                <a:path w="1550670" h="469264">
                  <a:moveTo>
                    <a:pt x="1424813" y="0"/>
                  </a:moveTo>
                  <a:lnTo>
                    <a:pt x="1434945" y="36799"/>
                  </a:lnTo>
                  <a:lnTo>
                    <a:pt x="1453261" y="31750"/>
                  </a:lnTo>
                  <a:lnTo>
                    <a:pt x="1542398" y="31750"/>
                  </a:lnTo>
                  <a:lnTo>
                    <a:pt x="1550162" y="24765"/>
                  </a:lnTo>
                  <a:lnTo>
                    <a:pt x="142481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7740" y="4816983"/>
              <a:ext cx="1553845" cy="925830"/>
            </a:xfrm>
            <a:custGeom>
              <a:avLst/>
              <a:gdLst/>
              <a:ahLst/>
              <a:cxnLst/>
              <a:rect l="l" t="t" r="r" b="b"/>
              <a:pathLst>
                <a:path w="1553845" h="925829">
                  <a:moveTo>
                    <a:pt x="1445412" y="884165"/>
                  </a:moveTo>
                  <a:lnTo>
                    <a:pt x="1426083" y="916965"/>
                  </a:lnTo>
                  <a:lnTo>
                    <a:pt x="1553590" y="925728"/>
                  </a:lnTo>
                  <a:lnTo>
                    <a:pt x="1532910" y="893800"/>
                  </a:lnTo>
                  <a:lnTo>
                    <a:pt x="1461770" y="893800"/>
                  </a:lnTo>
                  <a:lnTo>
                    <a:pt x="1445412" y="884165"/>
                  </a:lnTo>
                  <a:close/>
                </a:path>
                <a:path w="1553845" h="925829">
                  <a:moveTo>
                    <a:pt x="1464774" y="851309"/>
                  </a:moveTo>
                  <a:lnTo>
                    <a:pt x="1445412" y="884165"/>
                  </a:lnTo>
                  <a:lnTo>
                    <a:pt x="1461770" y="893800"/>
                  </a:lnTo>
                  <a:lnTo>
                    <a:pt x="1481201" y="860983"/>
                  </a:lnTo>
                  <a:lnTo>
                    <a:pt x="1464774" y="851309"/>
                  </a:lnTo>
                  <a:close/>
                </a:path>
                <a:path w="1553845" h="925829">
                  <a:moveTo>
                    <a:pt x="1484122" y="818476"/>
                  </a:moveTo>
                  <a:lnTo>
                    <a:pt x="1464774" y="851309"/>
                  </a:lnTo>
                  <a:lnTo>
                    <a:pt x="1481201" y="860983"/>
                  </a:lnTo>
                  <a:lnTo>
                    <a:pt x="1461770" y="893800"/>
                  </a:lnTo>
                  <a:lnTo>
                    <a:pt x="1532910" y="893800"/>
                  </a:lnTo>
                  <a:lnTo>
                    <a:pt x="1484122" y="818476"/>
                  </a:lnTo>
                  <a:close/>
                </a:path>
                <a:path w="1553845" h="925829">
                  <a:moveTo>
                    <a:pt x="19304" y="0"/>
                  </a:moveTo>
                  <a:lnTo>
                    <a:pt x="0" y="32766"/>
                  </a:lnTo>
                  <a:lnTo>
                    <a:pt x="1445412" y="884165"/>
                  </a:lnTo>
                  <a:lnTo>
                    <a:pt x="1464774" y="851309"/>
                  </a:lnTo>
                  <a:lnTo>
                    <a:pt x="19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4480" y="4227576"/>
              <a:ext cx="2128520" cy="1572260"/>
            </a:xfrm>
            <a:custGeom>
              <a:avLst/>
              <a:gdLst/>
              <a:ahLst/>
              <a:cxnLst/>
              <a:rect l="l" t="t" r="r" b="b"/>
              <a:pathLst>
                <a:path w="2128520" h="1572260">
                  <a:moveTo>
                    <a:pt x="114300" y="1040765"/>
                  </a:moveTo>
                  <a:lnTo>
                    <a:pt x="76200" y="1040765"/>
                  </a:lnTo>
                  <a:lnTo>
                    <a:pt x="76200" y="998740"/>
                  </a:lnTo>
                  <a:lnTo>
                    <a:pt x="76454" y="696722"/>
                  </a:lnTo>
                  <a:lnTo>
                    <a:pt x="76581" y="653415"/>
                  </a:lnTo>
                  <a:lnTo>
                    <a:pt x="76835" y="590042"/>
                  </a:lnTo>
                  <a:lnTo>
                    <a:pt x="76962" y="573151"/>
                  </a:lnTo>
                  <a:lnTo>
                    <a:pt x="77089" y="532257"/>
                  </a:lnTo>
                  <a:lnTo>
                    <a:pt x="77343" y="236982"/>
                  </a:lnTo>
                  <a:lnTo>
                    <a:pt x="77470" y="30480"/>
                  </a:lnTo>
                  <a:lnTo>
                    <a:pt x="39370" y="30480"/>
                  </a:lnTo>
                  <a:lnTo>
                    <a:pt x="39243" y="236982"/>
                  </a:lnTo>
                  <a:lnTo>
                    <a:pt x="38989" y="565023"/>
                  </a:lnTo>
                  <a:lnTo>
                    <a:pt x="38481" y="653161"/>
                  </a:lnTo>
                  <a:lnTo>
                    <a:pt x="38354" y="696468"/>
                  </a:lnTo>
                  <a:lnTo>
                    <a:pt x="38227" y="948563"/>
                  </a:lnTo>
                  <a:lnTo>
                    <a:pt x="38100" y="998740"/>
                  </a:lnTo>
                  <a:lnTo>
                    <a:pt x="38100" y="1040765"/>
                  </a:lnTo>
                  <a:lnTo>
                    <a:pt x="0" y="1040765"/>
                  </a:lnTo>
                  <a:lnTo>
                    <a:pt x="57150" y="1155065"/>
                  </a:lnTo>
                  <a:lnTo>
                    <a:pt x="104775" y="1059815"/>
                  </a:lnTo>
                  <a:lnTo>
                    <a:pt x="114300" y="1040765"/>
                  </a:lnTo>
                  <a:close/>
                </a:path>
                <a:path w="2128520" h="1572260">
                  <a:moveTo>
                    <a:pt x="1717167" y="1514856"/>
                  </a:moveTo>
                  <a:lnTo>
                    <a:pt x="1679067" y="1495806"/>
                  </a:lnTo>
                  <a:lnTo>
                    <a:pt x="1602867" y="1457706"/>
                  </a:lnTo>
                  <a:lnTo>
                    <a:pt x="1602867" y="1495806"/>
                  </a:lnTo>
                  <a:lnTo>
                    <a:pt x="417576" y="1495806"/>
                  </a:lnTo>
                  <a:lnTo>
                    <a:pt x="417576" y="1533906"/>
                  </a:lnTo>
                  <a:lnTo>
                    <a:pt x="1602867" y="1533906"/>
                  </a:lnTo>
                  <a:lnTo>
                    <a:pt x="1602867" y="1572006"/>
                  </a:lnTo>
                  <a:lnTo>
                    <a:pt x="1679067" y="1533906"/>
                  </a:lnTo>
                  <a:lnTo>
                    <a:pt x="1717167" y="1514856"/>
                  </a:lnTo>
                  <a:close/>
                </a:path>
                <a:path w="2128520" h="1572260">
                  <a:moveTo>
                    <a:pt x="1961769" y="0"/>
                  </a:moveTo>
                  <a:lnTo>
                    <a:pt x="1836293" y="24003"/>
                  </a:lnTo>
                  <a:lnTo>
                    <a:pt x="1859368" y="54241"/>
                  </a:lnTo>
                  <a:lnTo>
                    <a:pt x="300863" y="1244854"/>
                  </a:lnTo>
                  <a:lnTo>
                    <a:pt x="323977" y="1275080"/>
                  </a:lnTo>
                  <a:lnTo>
                    <a:pt x="1882508" y="84543"/>
                  </a:lnTo>
                  <a:lnTo>
                    <a:pt x="1905635" y="114808"/>
                  </a:lnTo>
                  <a:lnTo>
                    <a:pt x="1940902" y="42672"/>
                  </a:lnTo>
                  <a:lnTo>
                    <a:pt x="1961769" y="0"/>
                  </a:lnTo>
                  <a:close/>
                </a:path>
                <a:path w="2128520" h="1572260">
                  <a:moveTo>
                    <a:pt x="2128393" y="1046988"/>
                  </a:moveTo>
                  <a:lnTo>
                    <a:pt x="2090331" y="1046949"/>
                  </a:lnTo>
                  <a:lnTo>
                    <a:pt x="2090420" y="1004824"/>
                  </a:lnTo>
                  <a:lnTo>
                    <a:pt x="2090801" y="954532"/>
                  </a:lnTo>
                  <a:lnTo>
                    <a:pt x="2091436" y="837692"/>
                  </a:lnTo>
                  <a:lnTo>
                    <a:pt x="2091817" y="815848"/>
                  </a:lnTo>
                  <a:lnTo>
                    <a:pt x="2091944" y="794639"/>
                  </a:lnTo>
                  <a:lnTo>
                    <a:pt x="2092452" y="755396"/>
                  </a:lnTo>
                  <a:lnTo>
                    <a:pt x="2092591" y="736473"/>
                  </a:lnTo>
                  <a:lnTo>
                    <a:pt x="2092960" y="719455"/>
                  </a:lnTo>
                  <a:lnTo>
                    <a:pt x="2093087" y="702310"/>
                  </a:lnTo>
                  <a:lnTo>
                    <a:pt x="2093353" y="686816"/>
                  </a:lnTo>
                  <a:lnTo>
                    <a:pt x="2093722" y="673100"/>
                  </a:lnTo>
                  <a:lnTo>
                    <a:pt x="2094242" y="646684"/>
                  </a:lnTo>
                  <a:lnTo>
                    <a:pt x="2094484" y="636905"/>
                  </a:lnTo>
                  <a:lnTo>
                    <a:pt x="2094903" y="626110"/>
                  </a:lnTo>
                  <a:lnTo>
                    <a:pt x="2095169" y="617728"/>
                  </a:lnTo>
                  <a:lnTo>
                    <a:pt x="2096262" y="602869"/>
                  </a:lnTo>
                  <a:lnTo>
                    <a:pt x="2096414" y="602107"/>
                  </a:lnTo>
                  <a:lnTo>
                    <a:pt x="2096516" y="601599"/>
                  </a:lnTo>
                  <a:lnTo>
                    <a:pt x="2097024" y="597027"/>
                  </a:lnTo>
                  <a:lnTo>
                    <a:pt x="2097125" y="595757"/>
                  </a:lnTo>
                  <a:lnTo>
                    <a:pt x="2097379" y="592963"/>
                  </a:lnTo>
                  <a:lnTo>
                    <a:pt x="2097430" y="592074"/>
                  </a:lnTo>
                  <a:lnTo>
                    <a:pt x="2097709" y="585470"/>
                  </a:lnTo>
                  <a:lnTo>
                    <a:pt x="2097963" y="578739"/>
                  </a:lnTo>
                  <a:lnTo>
                    <a:pt x="2098294" y="571627"/>
                  </a:lnTo>
                  <a:lnTo>
                    <a:pt x="2098560" y="560959"/>
                  </a:lnTo>
                  <a:lnTo>
                    <a:pt x="2099068" y="538099"/>
                  </a:lnTo>
                  <a:lnTo>
                    <a:pt x="2099437" y="525526"/>
                  </a:lnTo>
                  <a:lnTo>
                    <a:pt x="2099945" y="495300"/>
                  </a:lnTo>
                  <a:lnTo>
                    <a:pt x="2100453" y="461264"/>
                  </a:lnTo>
                  <a:lnTo>
                    <a:pt x="2100580" y="442849"/>
                  </a:lnTo>
                  <a:lnTo>
                    <a:pt x="2100961" y="423418"/>
                  </a:lnTo>
                  <a:lnTo>
                    <a:pt x="2101088" y="402844"/>
                  </a:lnTo>
                  <a:lnTo>
                    <a:pt x="2101850" y="338074"/>
                  </a:lnTo>
                  <a:lnTo>
                    <a:pt x="2101850" y="314960"/>
                  </a:lnTo>
                  <a:lnTo>
                    <a:pt x="2102104" y="291465"/>
                  </a:lnTo>
                  <a:lnTo>
                    <a:pt x="2102612" y="192913"/>
                  </a:lnTo>
                  <a:lnTo>
                    <a:pt x="2102739" y="141351"/>
                  </a:lnTo>
                  <a:lnTo>
                    <a:pt x="2102993" y="89281"/>
                  </a:lnTo>
                  <a:lnTo>
                    <a:pt x="2102993" y="36576"/>
                  </a:lnTo>
                  <a:lnTo>
                    <a:pt x="2064893" y="36576"/>
                  </a:lnTo>
                  <a:lnTo>
                    <a:pt x="2064893" y="89281"/>
                  </a:lnTo>
                  <a:lnTo>
                    <a:pt x="2064639" y="141351"/>
                  </a:lnTo>
                  <a:lnTo>
                    <a:pt x="2064499" y="192913"/>
                  </a:lnTo>
                  <a:lnTo>
                    <a:pt x="2063991" y="291719"/>
                  </a:lnTo>
                  <a:lnTo>
                    <a:pt x="2063750" y="314960"/>
                  </a:lnTo>
                  <a:lnTo>
                    <a:pt x="2063737" y="338074"/>
                  </a:lnTo>
                  <a:lnTo>
                    <a:pt x="2062988" y="402844"/>
                  </a:lnTo>
                  <a:lnTo>
                    <a:pt x="2062848" y="423418"/>
                  </a:lnTo>
                  <a:lnTo>
                    <a:pt x="2062099" y="478282"/>
                  </a:lnTo>
                  <a:lnTo>
                    <a:pt x="2061591" y="510286"/>
                  </a:lnTo>
                  <a:lnTo>
                    <a:pt x="2061057" y="538861"/>
                  </a:lnTo>
                  <a:lnTo>
                    <a:pt x="2060676" y="551053"/>
                  </a:lnTo>
                  <a:lnTo>
                    <a:pt x="2060155" y="571627"/>
                  </a:lnTo>
                  <a:lnTo>
                    <a:pt x="2059940" y="578739"/>
                  </a:lnTo>
                  <a:lnTo>
                    <a:pt x="2059482" y="586994"/>
                  </a:lnTo>
                  <a:lnTo>
                    <a:pt x="2059305" y="590804"/>
                  </a:lnTo>
                  <a:lnTo>
                    <a:pt x="2059063" y="594093"/>
                  </a:lnTo>
                  <a:lnTo>
                    <a:pt x="2059178" y="593725"/>
                  </a:lnTo>
                  <a:lnTo>
                    <a:pt x="2059686" y="592074"/>
                  </a:lnTo>
                  <a:lnTo>
                    <a:pt x="2059432" y="592963"/>
                  </a:lnTo>
                  <a:lnTo>
                    <a:pt x="2059178" y="593725"/>
                  </a:lnTo>
                  <a:lnTo>
                    <a:pt x="2059051" y="594360"/>
                  </a:lnTo>
                  <a:lnTo>
                    <a:pt x="2058924" y="595757"/>
                  </a:lnTo>
                  <a:lnTo>
                    <a:pt x="2059063" y="594093"/>
                  </a:lnTo>
                  <a:lnTo>
                    <a:pt x="2056460" y="636905"/>
                  </a:lnTo>
                  <a:lnTo>
                    <a:pt x="2056130" y="646684"/>
                  </a:lnTo>
                  <a:lnTo>
                    <a:pt x="2055876" y="659003"/>
                  </a:lnTo>
                  <a:lnTo>
                    <a:pt x="2055342" y="687451"/>
                  </a:lnTo>
                  <a:lnTo>
                    <a:pt x="2054974" y="703072"/>
                  </a:lnTo>
                  <a:lnTo>
                    <a:pt x="2054847" y="719455"/>
                  </a:lnTo>
                  <a:lnTo>
                    <a:pt x="2054593" y="737108"/>
                  </a:lnTo>
                  <a:lnTo>
                    <a:pt x="2053844" y="794639"/>
                  </a:lnTo>
                  <a:lnTo>
                    <a:pt x="2053704" y="815848"/>
                  </a:lnTo>
                  <a:lnTo>
                    <a:pt x="2053209" y="859536"/>
                  </a:lnTo>
                  <a:lnTo>
                    <a:pt x="2052688" y="954786"/>
                  </a:lnTo>
                  <a:lnTo>
                    <a:pt x="2052320" y="1004824"/>
                  </a:lnTo>
                  <a:lnTo>
                    <a:pt x="2052231" y="1046911"/>
                  </a:lnTo>
                  <a:lnTo>
                    <a:pt x="2014093" y="1046861"/>
                  </a:lnTo>
                  <a:lnTo>
                    <a:pt x="2071116" y="1161161"/>
                  </a:lnTo>
                  <a:lnTo>
                    <a:pt x="2118830" y="1066038"/>
                  </a:lnTo>
                  <a:lnTo>
                    <a:pt x="2128393" y="10469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20" name="object 20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FFC000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FFC00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C000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FFC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(𝒔,</a:t>
            </a:r>
            <a:r>
              <a:rPr sz="2400" spc="-12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394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4797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6910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6938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4929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38496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623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80" y="4227576"/>
            <a:ext cx="2128520" cy="1572260"/>
          </a:xfrm>
          <a:custGeom>
            <a:avLst/>
            <a:gdLst/>
            <a:ahLst/>
            <a:cxnLst/>
            <a:rect l="l" t="t" r="r" b="b"/>
            <a:pathLst>
              <a:path w="2128520" h="1572260">
                <a:moveTo>
                  <a:pt x="114300" y="1040765"/>
                </a:moveTo>
                <a:lnTo>
                  <a:pt x="76200" y="1040765"/>
                </a:lnTo>
                <a:lnTo>
                  <a:pt x="76200" y="998740"/>
                </a:lnTo>
                <a:lnTo>
                  <a:pt x="76454" y="696722"/>
                </a:lnTo>
                <a:lnTo>
                  <a:pt x="76581" y="653415"/>
                </a:lnTo>
                <a:lnTo>
                  <a:pt x="76835" y="590042"/>
                </a:lnTo>
                <a:lnTo>
                  <a:pt x="76962" y="573151"/>
                </a:lnTo>
                <a:lnTo>
                  <a:pt x="77089" y="532257"/>
                </a:lnTo>
                <a:lnTo>
                  <a:pt x="77343" y="236982"/>
                </a:lnTo>
                <a:lnTo>
                  <a:pt x="77470" y="30480"/>
                </a:lnTo>
                <a:lnTo>
                  <a:pt x="39370" y="30480"/>
                </a:lnTo>
                <a:lnTo>
                  <a:pt x="39243" y="236982"/>
                </a:lnTo>
                <a:lnTo>
                  <a:pt x="38989" y="565023"/>
                </a:lnTo>
                <a:lnTo>
                  <a:pt x="38481" y="653161"/>
                </a:lnTo>
                <a:lnTo>
                  <a:pt x="38354" y="696468"/>
                </a:lnTo>
                <a:lnTo>
                  <a:pt x="38227" y="948563"/>
                </a:lnTo>
                <a:lnTo>
                  <a:pt x="38100" y="998740"/>
                </a:lnTo>
                <a:lnTo>
                  <a:pt x="38100" y="1040765"/>
                </a:lnTo>
                <a:lnTo>
                  <a:pt x="0" y="1040765"/>
                </a:lnTo>
                <a:lnTo>
                  <a:pt x="57150" y="1155065"/>
                </a:lnTo>
                <a:lnTo>
                  <a:pt x="104775" y="1059815"/>
                </a:lnTo>
                <a:lnTo>
                  <a:pt x="114300" y="1040765"/>
                </a:lnTo>
                <a:close/>
              </a:path>
              <a:path w="2128520" h="1572260">
                <a:moveTo>
                  <a:pt x="1717167" y="1514856"/>
                </a:moveTo>
                <a:lnTo>
                  <a:pt x="1679067" y="1495806"/>
                </a:lnTo>
                <a:lnTo>
                  <a:pt x="1602867" y="1457706"/>
                </a:lnTo>
                <a:lnTo>
                  <a:pt x="1602867" y="1495806"/>
                </a:lnTo>
                <a:lnTo>
                  <a:pt x="417576" y="1495806"/>
                </a:lnTo>
                <a:lnTo>
                  <a:pt x="417576" y="1533906"/>
                </a:lnTo>
                <a:lnTo>
                  <a:pt x="1602867" y="1533906"/>
                </a:lnTo>
                <a:lnTo>
                  <a:pt x="1602867" y="1572006"/>
                </a:lnTo>
                <a:lnTo>
                  <a:pt x="1679067" y="1533906"/>
                </a:lnTo>
                <a:lnTo>
                  <a:pt x="1717167" y="1514856"/>
                </a:lnTo>
                <a:close/>
              </a:path>
              <a:path w="2128520" h="1572260">
                <a:moveTo>
                  <a:pt x="1961769" y="0"/>
                </a:moveTo>
                <a:lnTo>
                  <a:pt x="1836293" y="24003"/>
                </a:lnTo>
                <a:lnTo>
                  <a:pt x="1859368" y="54241"/>
                </a:lnTo>
                <a:lnTo>
                  <a:pt x="300863" y="1244854"/>
                </a:lnTo>
                <a:lnTo>
                  <a:pt x="323977" y="1275080"/>
                </a:lnTo>
                <a:lnTo>
                  <a:pt x="1882508" y="84543"/>
                </a:lnTo>
                <a:lnTo>
                  <a:pt x="1905635" y="114808"/>
                </a:lnTo>
                <a:lnTo>
                  <a:pt x="1940902" y="42672"/>
                </a:lnTo>
                <a:lnTo>
                  <a:pt x="1961769" y="0"/>
                </a:lnTo>
                <a:close/>
              </a:path>
              <a:path w="2128520" h="1572260">
                <a:moveTo>
                  <a:pt x="2128393" y="1046988"/>
                </a:moveTo>
                <a:lnTo>
                  <a:pt x="2090331" y="1046949"/>
                </a:lnTo>
                <a:lnTo>
                  <a:pt x="2090420" y="1004824"/>
                </a:lnTo>
                <a:lnTo>
                  <a:pt x="2090801" y="954532"/>
                </a:lnTo>
                <a:lnTo>
                  <a:pt x="2091436" y="837692"/>
                </a:lnTo>
                <a:lnTo>
                  <a:pt x="2091817" y="815848"/>
                </a:lnTo>
                <a:lnTo>
                  <a:pt x="2091944" y="794639"/>
                </a:lnTo>
                <a:lnTo>
                  <a:pt x="2092452" y="755396"/>
                </a:lnTo>
                <a:lnTo>
                  <a:pt x="2092591" y="736473"/>
                </a:lnTo>
                <a:lnTo>
                  <a:pt x="2092960" y="719455"/>
                </a:lnTo>
                <a:lnTo>
                  <a:pt x="2093087" y="702310"/>
                </a:lnTo>
                <a:lnTo>
                  <a:pt x="2093353" y="686816"/>
                </a:lnTo>
                <a:lnTo>
                  <a:pt x="2093722" y="673100"/>
                </a:lnTo>
                <a:lnTo>
                  <a:pt x="2094242" y="646684"/>
                </a:lnTo>
                <a:lnTo>
                  <a:pt x="2094484" y="636905"/>
                </a:lnTo>
                <a:lnTo>
                  <a:pt x="2094903" y="626110"/>
                </a:lnTo>
                <a:lnTo>
                  <a:pt x="2095169" y="617728"/>
                </a:lnTo>
                <a:lnTo>
                  <a:pt x="2096262" y="602869"/>
                </a:lnTo>
                <a:lnTo>
                  <a:pt x="2096414" y="602107"/>
                </a:lnTo>
                <a:lnTo>
                  <a:pt x="2096516" y="601599"/>
                </a:lnTo>
                <a:lnTo>
                  <a:pt x="2097024" y="597027"/>
                </a:lnTo>
                <a:lnTo>
                  <a:pt x="2097125" y="595757"/>
                </a:lnTo>
                <a:lnTo>
                  <a:pt x="2097379" y="592963"/>
                </a:lnTo>
                <a:lnTo>
                  <a:pt x="2097430" y="592074"/>
                </a:lnTo>
                <a:lnTo>
                  <a:pt x="2097709" y="585470"/>
                </a:lnTo>
                <a:lnTo>
                  <a:pt x="2097963" y="578739"/>
                </a:lnTo>
                <a:lnTo>
                  <a:pt x="2098294" y="571627"/>
                </a:lnTo>
                <a:lnTo>
                  <a:pt x="2098560" y="560959"/>
                </a:lnTo>
                <a:lnTo>
                  <a:pt x="2099068" y="538099"/>
                </a:lnTo>
                <a:lnTo>
                  <a:pt x="2099437" y="525526"/>
                </a:lnTo>
                <a:lnTo>
                  <a:pt x="2099945" y="495300"/>
                </a:lnTo>
                <a:lnTo>
                  <a:pt x="2100453" y="461264"/>
                </a:lnTo>
                <a:lnTo>
                  <a:pt x="2100580" y="442849"/>
                </a:lnTo>
                <a:lnTo>
                  <a:pt x="2100961" y="423418"/>
                </a:lnTo>
                <a:lnTo>
                  <a:pt x="2101088" y="402844"/>
                </a:lnTo>
                <a:lnTo>
                  <a:pt x="2101850" y="338074"/>
                </a:lnTo>
                <a:lnTo>
                  <a:pt x="2101850" y="314960"/>
                </a:lnTo>
                <a:lnTo>
                  <a:pt x="2102104" y="291465"/>
                </a:lnTo>
                <a:lnTo>
                  <a:pt x="2102612" y="192913"/>
                </a:lnTo>
                <a:lnTo>
                  <a:pt x="2102739" y="141351"/>
                </a:lnTo>
                <a:lnTo>
                  <a:pt x="2102993" y="89281"/>
                </a:lnTo>
                <a:lnTo>
                  <a:pt x="2102993" y="36576"/>
                </a:lnTo>
                <a:lnTo>
                  <a:pt x="2064893" y="36576"/>
                </a:lnTo>
                <a:lnTo>
                  <a:pt x="2064893" y="89281"/>
                </a:lnTo>
                <a:lnTo>
                  <a:pt x="2064639" y="141351"/>
                </a:lnTo>
                <a:lnTo>
                  <a:pt x="2064499" y="192913"/>
                </a:lnTo>
                <a:lnTo>
                  <a:pt x="2063991" y="291719"/>
                </a:lnTo>
                <a:lnTo>
                  <a:pt x="2063750" y="314960"/>
                </a:lnTo>
                <a:lnTo>
                  <a:pt x="2063737" y="338074"/>
                </a:lnTo>
                <a:lnTo>
                  <a:pt x="2062988" y="402844"/>
                </a:lnTo>
                <a:lnTo>
                  <a:pt x="2062848" y="423418"/>
                </a:lnTo>
                <a:lnTo>
                  <a:pt x="2062099" y="478282"/>
                </a:lnTo>
                <a:lnTo>
                  <a:pt x="2061591" y="510286"/>
                </a:lnTo>
                <a:lnTo>
                  <a:pt x="2061057" y="538861"/>
                </a:lnTo>
                <a:lnTo>
                  <a:pt x="2060676" y="551053"/>
                </a:lnTo>
                <a:lnTo>
                  <a:pt x="2060155" y="571627"/>
                </a:lnTo>
                <a:lnTo>
                  <a:pt x="2059940" y="578739"/>
                </a:lnTo>
                <a:lnTo>
                  <a:pt x="2059482" y="586994"/>
                </a:lnTo>
                <a:lnTo>
                  <a:pt x="2059305" y="590804"/>
                </a:lnTo>
                <a:lnTo>
                  <a:pt x="2059063" y="594093"/>
                </a:lnTo>
                <a:lnTo>
                  <a:pt x="2059178" y="593725"/>
                </a:lnTo>
                <a:lnTo>
                  <a:pt x="2059686" y="592074"/>
                </a:lnTo>
                <a:lnTo>
                  <a:pt x="2059432" y="592963"/>
                </a:lnTo>
                <a:lnTo>
                  <a:pt x="2059178" y="593725"/>
                </a:lnTo>
                <a:lnTo>
                  <a:pt x="2059051" y="594360"/>
                </a:lnTo>
                <a:lnTo>
                  <a:pt x="2058924" y="595757"/>
                </a:lnTo>
                <a:lnTo>
                  <a:pt x="2059063" y="594093"/>
                </a:lnTo>
                <a:lnTo>
                  <a:pt x="2056460" y="636905"/>
                </a:lnTo>
                <a:lnTo>
                  <a:pt x="2056130" y="646684"/>
                </a:lnTo>
                <a:lnTo>
                  <a:pt x="2055876" y="659003"/>
                </a:lnTo>
                <a:lnTo>
                  <a:pt x="2055342" y="687451"/>
                </a:lnTo>
                <a:lnTo>
                  <a:pt x="2054974" y="703072"/>
                </a:lnTo>
                <a:lnTo>
                  <a:pt x="2054847" y="719455"/>
                </a:lnTo>
                <a:lnTo>
                  <a:pt x="2054593" y="737108"/>
                </a:lnTo>
                <a:lnTo>
                  <a:pt x="2053844" y="794639"/>
                </a:lnTo>
                <a:lnTo>
                  <a:pt x="2053704" y="815848"/>
                </a:lnTo>
                <a:lnTo>
                  <a:pt x="2053209" y="859536"/>
                </a:lnTo>
                <a:lnTo>
                  <a:pt x="2052688" y="954786"/>
                </a:lnTo>
                <a:lnTo>
                  <a:pt x="2052320" y="1004824"/>
                </a:lnTo>
                <a:lnTo>
                  <a:pt x="2052231" y="1046911"/>
                </a:lnTo>
                <a:lnTo>
                  <a:pt x="2014093" y="1046861"/>
                </a:lnTo>
                <a:lnTo>
                  <a:pt x="2071116" y="1161161"/>
                </a:lnTo>
                <a:lnTo>
                  <a:pt x="2118830" y="1066038"/>
                </a:lnTo>
                <a:lnTo>
                  <a:pt x="2128393" y="1046988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−𝟑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7083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7138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9223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515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4078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2550" rIns="0" bIns="0" rtlCol="0">
            <a:spAutoFit/>
          </a:bodyPr>
          <a:lstStyle/>
          <a:p>
            <a:pPr marL="362585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𝟒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轮：松弛所有边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06978" y="3872864"/>
            <a:ext cx="1555750" cy="1873885"/>
          </a:xfrm>
          <a:custGeom>
            <a:avLst/>
            <a:gdLst/>
            <a:ahLst/>
            <a:cxnLst/>
            <a:rect l="l" t="t" r="r" b="b"/>
            <a:pathLst>
              <a:path w="1555750" h="1873885">
                <a:moveTo>
                  <a:pt x="1553591" y="1873656"/>
                </a:moveTo>
                <a:lnTo>
                  <a:pt x="1532902" y="1841728"/>
                </a:lnTo>
                <a:lnTo>
                  <a:pt x="1484122" y="1766404"/>
                </a:lnTo>
                <a:lnTo>
                  <a:pt x="1464767" y="1799247"/>
                </a:lnTo>
                <a:lnTo>
                  <a:pt x="19304" y="947928"/>
                </a:lnTo>
                <a:lnTo>
                  <a:pt x="0" y="980694"/>
                </a:lnTo>
                <a:lnTo>
                  <a:pt x="1445399" y="1832102"/>
                </a:lnTo>
                <a:lnTo>
                  <a:pt x="1426083" y="1864893"/>
                </a:lnTo>
                <a:lnTo>
                  <a:pt x="1553591" y="1873656"/>
                </a:lnTo>
                <a:close/>
              </a:path>
              <a:path w="1555750" h="1873885">
                <a:moveTo>
                  <a:pt x="1555496" y="24765"/>
                </a:moveTo>
                <a:lnTo>
                  <a:pt x="1430147" y="0"/>
                </a:lnTo>
                <a:lnTo>
                  <a:pt x="1440268" y="36804"/>
                </a:lnTo>
                <a:lnTo>
                  <a:pt x="5334" y="432435"/>
                </a:lnTo>
                <a:lnTo>
                  <a:pt x="15494" y="469265"/>
                </a:lnTo>
                <a:lnTo>
                  <a:pt x="1450378" y="73520"/>
                </a:lnTo>
                <a:lnTo>
                  <a:pt x="1460500" y="110236"/>
                </a:lnTo>
                <a:lnTo>
                  <a:pt x="1547723" y="31750"/>
                </a:lnTo>
                <a:lnTo>
                  <a:pt x="1555496" y="2476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𝒙</a:t>
            </a:r>
            <a:r>
              <a:rPr sz="2400" spc="48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𝒛</a:t>
            </a:r>
            <a:r>
              <a:rPr sz="2400" spc="47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𝒕,</a:t>
            </a:r>
            <a:r>
              <a:rPr sz="2400" spc="-13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𝒚</a:t>
            </a:r>
            <a:r>
              <a:rPr sz="2400" spc="46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𝒔,</a:t>
            </a:r>
            <a:r>
              <a:rPr sz="2400" spc="-150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BEBEBE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BEBEBE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Cambria Math"/>
                <a:cs typeface="Cambria Math"/>
              </a:rPr>
              <a:t>(𝒔,</a:t>
            </a:r>
            <a:r>
              <a:rPr sz="2400" spc="-125" dirty="0">
                <a:solidFill>
                  <a:srgbClr val="BEBEBE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BEBEBE"/>
                </a:solidFill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1457" y="1077975"/>
          <a:ext cx="5864858" cy="1554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𝑽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𝒛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𝒑𝒓𝒆𝒅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𝒙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38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𝒚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543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 dirty="0">
                          <a:latin typeface="Cambria Math"/>
                          <a:cs typeface="Cambria Math"/>
                        </a:rPr>
                        <a:t>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spc="-20" dirty="0">
                          <a:latin typeface="Cambria Math"/>
                          <a:cs typeface="Cambria Math"/>
                        </a:rPr>
                        <a:t>𝒅𝒊𝒔𝒕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02457" y="4218432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6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2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6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43757" y="4342891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4996" y="312623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5542" y="4401566"/>
            <a:ext cx="204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7740" y="3872864"/>
            <a:ext cx="3985260" cy="1927225"/>
          </a:xfrm>
          <a:custGeom>
            <a:avLst/>
            <a:gdLst/>
            <a:ahLst/>
            <a:cxnLst/>
            <a:rect l="l" t="t" r="r" b="b"/>
            <a:pathLst>
              <a:path w="3985259" h="1927225">
                <a:moveTo>
                  <a:pt x="1553591" y="1869846"/>
                </a:moveTo>
                <a:lnTo>
                  <a:pt x="1532902" y="1837918"/>
                </a:lnTo>
                <a:lnTo>
                  <a:pt x="1484122" y="1762594"/>
                </a:lnTo>
                <a:lnTo>
                  <a:pt x="1464767" y="1795437"/>
                </a:lnTo>
                <a:lnTo>
                  <a:pt x="19304" y="944118"/>
                </a:lnTo>
                <a:lnTo>
                  <a:pt x="0" y="976884"/>
                </a:lnTo>
                <a:lnTo>
                  <a:pt x="1445399" y="1828292"/>
                </a:lnTo>
                <a:lnTo>
                  <a:pt x="1426083" y="1861083"/>
                </a:lnTo>
                <a:lnTo>
                  <a:pt x="1553591" y="1869846"/>
                </a:lnTo>
                <a:close/>
              </a:path>
              <a:path w="3985259" h="1927225">
                <a:moveTo>
                  <a:pt x="1554734" y="24765"/>
                </a:moveTo>
                <a:lnTo>
                  <a:pt x="1429385" y="0"/>
                </a:lnTo>
                <a:lnTo>
                  <a:pt x="1439506" y="36804"/>
                </a:lnTo>
                <a:lnTo>
                  <a:pt x="4572" y="432435"/>
                </a:lnTo>
                <a:lnTo>
                  <a:pt x="14732" y="469265"/>
                </a:lnTo>
                <a:lnTo>
                  <a:pt x="1449616" y="73520"/>
                </a:lnTo>
                <a:lnTo>
                  <a:pt x="1459738" y="110236"/>
                </a:lnTo>
                <a:lnTo>
                  <a:pt x="1546961" y="31750"/>
                </a:lnTo>
                <a:lnTo>
                  <a:pt x="1554734" y="24765"/>
                </a:lnTo>
                <a:close/>
              </a:path>
              <a:path w="3985259" h="1927225">
                <a:moveTo>
                  <a:pt x="1971040" y="1395476"/>
                </a:moveTo>
                <a:lnTo>
                  <a:pt x="1932940" y="1395476"/>
                </a:lnTo>
                <a:lnTo>
                  <a:pt x="1932940" y="1353451"/>
                </a:lnTo>
                <a:lnTo>
                  <a:pt x="1933194" y="1051433"/>
                </a:lnTo>
                <a:lnTo>
                  <a:pt x="1933321" y="1008126"/>
                </a:lnTo>
                <a:lnTo>
                  <a:pt x="1933575" y="944753"/>
                </a:lnTo>
                <a:lnTo>
                  <a:pt x="1933702" y="927862"/>
                </a:lnTo>
                <a:lnTo>
                  <a:pt x="1933829" y="886968"/>
                </a:lnTo>
                <a:lnTo>
                  <a:pt x="1934083" y="591693"/>
                </a:lnTo>
                <a:lnTo>
                  <a:pt x="1934210" y="385191"/>
                </a:lnTo>
                <a:lnTo>
                  <a:pt x="1896110" y="385191"/>
                </a:lnTo>
                <a:lnTo>
                  <a:pt x="1895983" y="591693"/>
                </a:lnTo>
                <a:lnTo>
                  <a:pt x="1895729" y="919734"/>
                </a:lnTo>
                <a:lnTo>
                  <a:pt x="1895221" y="1007872"/>
                </a:lnTo>
                <a:lnTo>
                  <a:pt x="1895094" y="1051179"/>
                </a:lnTo>
                <a:lnTo>
                  <a:pt x="1894967" y="1303274"/>
                </a:lnTo>
                <a:lnTo>
                  <a:pt x="1894840" y="1353451"/>
                </a:lnTo>
                <a:lnTo>
                  <a:pt x="1894840" y="1395476"/>
                </a:lnTo>
                <a:lnTo>
                  <a:pt x="1856740" y="1395476"/>
                </a:lnTo>
                <a:lnTo>
                  <a:pt x="1913890" y="1509776"/>
                </a:lnTo>
                <a:lnTo>
                  <a:pt x="1961515" y="1414526"/>
                </a:lnTo>
                <a:lnTo>
                  <a:pt x="1971040" y="1395476"/>
                </a:lnTo>
                <a:close/>
              </a:path>
              <a:path w="3985259" h="1927225">
                <a:moveTo>
                  <a:pt x="3573907" y="1869567"/>
                </a:moveTo>
                <a:lnTo>
                  <a:pt x="3535807" y="1850517"/>
                </a:lnTo>
                <a:lnTo>
                  <a:pt x="3459607" y="1812417"/>
                </a:lnTo>
                <a:lnTo>
                  <a:pt x="3459607" y="1850517"/>
                </a:lnTo>
                <a:lnTo>
                  <a:pt x="2274316" y="1850517"/>
                </a:lnTo>
                <a:lnTo>
                  <a:pt x="2274316" y="1888617"/>
                </a:lnTo>
                <a:lnTo>
                  <a:pt x="3459607" y="1888617"/>
                </a:lnTo>
                <a:lnTo>
                  <a:pt x="3459607" y="1926717"/>
                </a:lnTo>
                <a:lnTo>
                  <a:pt x="3535807" y="1888617"/>
                </a:lnTo>
                <a:lnTo>
                  <a:pt x="3573907" y="1869567"/>
                </a:lnTo>
                <a:close/>
              </a:path>
              <a:path w="3985259" h="1927225">
                <a:moveTo>
                  <a:pt x="3818509" y="354711"/>
                </a:moveTo>
                <a:lnTo>
                  <a:pt x="3693033" y="378714"/>
                </a:lnTo>
                <a:lnTo>
                  <a:pt x="3716109" y="408952"/>
                </a:lnTo>
                <a:lnTo>
                  <a:pt x="2157603" y="1599565"/>
                </a:lnTo>
                <a:lnTo>
                  <a:pt x="2180717" y="1629791"/>
                </a:lnTo>
                <a:lnTo>
                  <a:pt x="3739248" y="439254"/>
                </a:lnTo>
                <a:lnTo>
                  <a:pt x="3762375" y="469519"/>
                </a:lnTo>
                <a:lnTo>
                  <a:pt x="3797643" y="397383"/>
                </a:lnTo>
                <a:lnTo>
                  <a:pt x="3818509" y="354711"/>
                </a:lnTo>
                <a:close/>
              </a:path>
              <a:path w="3985259" h="1927225">
                <a:moveTo>
                  <a:pt x="3985133" y="1401699"/>
                </a:moveTo>
                <a:lnTo>
                  <a:pt x="3947071" y="1401660"/>
                </a:lnTo>
                <a:lnTo>
                  <a:pt x="3947160" y="1359535"/>
                </a:lnTo>
                <a:lnTo>
                  <a:pt x="3947541" y="1309243"/>
                </a:lnTo>
                <a:lnTo>
                  <a:pt x="3948176" y="1192403"/>
                </a:lnTo>
                <a:lnTo>
                  <a:pt x="3948557" y="1170559"/>
                </a:lnTo>
                <a:lnTo>
                  <a:pt x="3948684" y="1149350"/>
                </a:lnTo>
                <a:lnTo>
                  <a:pt x="3949192" y="1110107"/>
                </a:lnTo>
                <a:lnTo>
                  <a:pt x="3949331" y="1091184"/>
                </a:lnTo>
                <a:lnTo>
                  <a:pt x="3949700" y="1074166"/>
                </a:lnTo>
                <a:lnTo>
                  <a:pt x="3949827" y="1057021"/>
                </a:lnTo>
                <a:lnTo>
                  <a:pt x="3950093" y="1041527"/>
                </a:lnTo>
                <a:lnTo>
                  <a:pt x="3950462" y="1027811"/>
                </a:lnTo>
                <a:lnTo>
                  <a:pt x="3950982" y="1001395"/>
                </a:lnTo>
                <a:lnTo>
                  <a:pt x="3951224" y="991616"/>
                </a:lnTo>
                <a:lnTo>
                  <a:pt x="3951643" y="980821"/>
                </a:lnTo>
                <a:lnTo>
                  <a:pt x="3951909" y="972439"/>
                </a:lnTo>
                <a:lnTo>
                  <a:pt x="3953002" y="957580"/>
                </a:lnTo>
                <a:lnTo>
                  <a:pt x="3953154" y="956818"/>
                </a:lnTo>
                <a:lnTo>
                  <a:pt x="3953256" y="956310"/>
                </a:lnTo>
                <a:lnTo>
                  <a:pt x="3953764" y="951738"/>
                </a:lnTo>
                <a:lnTo>
                  <a:pt x="3953865" y="950468"/>
                </a:lnTo>
                <a:lnTo>
                  <a:pt x="3954119" y="947674"/>
                </a:lnTo>
                <a:lnTo>
                  <a:pt x="3954170" y="946785"/>
                </a:lnTo>
                <a:lnTo>
                  <a:pt x="3954449" y="940181"/>
                </a:lnTo>
                <a:lnTo>
                  <a:pt x="3954703" y="933450"/>
                </a:lnTo>
                <a:lnTo>
                  <a:pt x="3955034" y="926338"/>
                </a:lnTo>
                <a:lnTo>
                  <a:pt x="3955300" y="915670"/>
                </a:lnTo>
                <a:lnTo>
                  <a:pt x="3955808" y="892810"/>
                </a:lnTo>
                <a:lnTo>
                  <a:pt x="3956177" y="880237"/>
                </a:lnTo>
                <a:lnTo>
                  <a:pt x="3956685" y="850011"/>
                </a:lnTo>
                <a:lnTo>
                  <a:pt x="3957193" y="815975"/>
                </a:lnTo>
                <a:lnTo>
                  <a:pt x="3957320" y="797560"/>
                </a:lnTo>
                <a:lnTo>
                  <a:pt x="3957701" y="778129"/>
                </a:lnTo>
                <a:lnTo>
                  <a:pt x="3957828" y="757555"/>
                </a:lnTo>
                <a:lnTo>
                  <a:pt x="3958590" y="692785"/>
                </a:lnTo>
                <a:lnTo>
                  <a:pt x="3958590" y="669671"/>
                </a:lnTo>
                <a:lnTo>
                  <a:pt x="3958844" y="646176"/>
                </a:lnTo>
                <a:lnTo>
                  <a:pt x="3959352" y="547624"/>
                </a:lnTo>
                <a:lnTo>
                  <a:pt x="3959479" y="496062"/>
                </a:lnTo>
                <a:lnTo>
                  <a:pt x="3959733" y="443992"/>
                </a:lnTo>
                <a:lnTo>
                  <a:pt x="3959733" y="391287"/>
                </a:lnTo>
                <a:lnTo>
                  <a:pt x="3921633" y="391287"/>
                </a:lnTo>
                <a:lnTo>
                  <a:pt x="3921633" y="443992"/>
                </a:lnTo>
                <a:lnTo>
                  <a:pt x="3921379" y="496062"/>
                </a:lnTo>
                <a:lnTo>
                  <a:pt x="3921239" y="547624"/>
                </a:lnTo>
                <a:lnTo>
                  <a:pt x="3920731" y="646430"/>
                </a:lnTo>
                <a:lnTo>
                  <a:pt x="3920490" y="669671"/>
                </a:lnTo>
                <a:lnTo>
                  <a:pt x="3920477" y="692785"/>
                </a:lnTo>
                <a:lnTo>
                  <a:pt x="3919728" y="757555"/>
                </a:lnTo>
                <a:lnTo>
                  <a:pt x="3919588" y="778129"/>
                </a:lnTo>
                <a:lnTo>
                  <a:pt x="3918839" y="832993"/>
                </a:lnTo>
                <a:lnTo>
                  <a:pt x="3918331" y="864997"/>
                </a:lnTo>
                <a:lnTo>
                  <a:pt x="3917797" y="893572"/>
                </a:lnTo>
                <a:lnTo>
                  <a:pt x="3917416" y="905764"/>
                </a:lnTo>
                <a:lnTo>
                  <a:pt x="3916896" y="926338"/>
                </a:lnTo>
                <a:lnTo>
                  <a:pt x="3916680" y="933450"/>
                </a:lnTo>
                <a:lnTo>
                  <a:pt x="3916222" y="941705"/>
                </a:lnTo>
                <a:lnTo>
                  <a:pt x="3916045" y="945515"/>
                </a:lnTo>
                <a:lnTo>
                  <a:pt x="3915803" y="948804"/>
                </a:lnTo>
                <a:lnTo>
                  <a:pt x="3915918" y="948436"/>
                </a:lnTo>
                <a:lnTo>
                  <a:pt x="3916426" y="946785"/>
                </a:lnTo>
                <a:lnTo>
                  <a:pt x="3916172" y="947674"/>
                </a:lnTo>
                <a:lnTo>
                  <a:pt x="3915918" y="948436"/>
                </a:lnTo>
                <a:lnTo>
                  <a:pt x="3915791" y="949071"/>
                </a:lnTo>
                <a:lnTo>
                  <a:pt x="3915664" y="950468"/>
                </a:lnTo>
                <a:lnTo>
                  <a:pt x="3915803" y="948804"/>
                </a:lnTo>
                <a:lnTo>
                  <a:pt x="3913200" y="991616"/>
                </a:lnTo>
                <a:lnTo>
                  <a:pt x="3912870" y="1001395"/>
                </a:lnTo>
                <a:lnTo>
                  <a:pt x="3912616" y="1013714"/>
                </a:lnTo>
                <a:lnTo>
                  <a:pt x="3912082" y="1042162"/>
                </a:lnTo>
                <a:lnTo>
                  <a:pt x="3911714" y="1057783"/>
                </a:lnTo>
                <a:lnTo>
                  <a:pt x="3911587" y="1074166"/>
                </a:lnTo>
                <a:lnTo>
                  <a:pt x="3911333" y="1091819"/>
                </a:lnTo>
                <a:lnTo>
                  <a:pt x="3910584" y="1149350"/>
                </a:lnTo>
                <a:lnTo>
                  <a:pt x="3910444" y="1170559"/>
                </a:lnTo>
                <a:lnTo>
                  <a:pt x="3909949" y="1214247"/>
                </a:lnTo>
                <a:lnTo>
                  <a:pt x="3909428" y="1309497"/>
                </a:lnTo>
                <a:lnTo>
                  <a:pt x="3909060" y="1359535"/>
                </a:lnTo>
                <a:lnTo>
                  <a:pt x="3908971" y="1401622"/>
                </a:lnTo>
                <a:lnTo>
                  <a:pt x="3870833" y="1401572"/>
                </a:lnTo>
                <a:lnTo>
                  <a:pt x="3927856" y="1515872"/>
                </a:lnTo>
                <a:lnTo>
                  <a:pt x="3975570" y="1420749"/>
                </a:lnTo>
                <a:lnTo>
                  <a:pt x="3985133" y="1401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2888" y="2944622"/>
            <a:ext cx="175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9656" y="4456938"/>
            <a:ext cx="890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2400" spc="-25" dirty="0">
                <a:latin typeface="Cambria Math"/>
                <a:cs typeface="Cambria Math"/>
              </a:rPr>
              <a:t>−𝟑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8709" y="3847083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7178" y="577138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5465" y="4459223"/>
            <a:ext cx="961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50" dirty="0">
                <a:latin typeface="Cambria Math"/>
                <a:cs typeface="Cambria Math"/>
              </a:rPr>
              <a:t>𝟖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−𝟒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0547" y="3751579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0547" y="5240782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7365" y="3532378"/>
            <a:ext cx="2233930" cy="2588895"/>
            <a:chOff x="5587365" y="3532378"/>
            <a:chExt cx="2233930" cy="2588895"/>
          </a:xfrm>
        </p:grpSpPr>
        <p:sp>
          <p:nvSpPr>
            <p:cNvPr id="17" name="object 17"/>
            <p:cNvSpPr/>
            <p:nvPr/>
          </p:nvSpPr>
          <p:spPr>
            <a:xfrm>
              <a:off x="5587365" y="4135755"/>
              <a:ext cx="1624330" cy="1351915"/>
            </a:xfrm>
            <a:custGeom>
              <a:avLst/>
              <a:gdLst/>
              <a:ahLst/>
              <a:cxnLst/>
              <a:rect l="l" t="t" r="r" b="b"/>
              <a:pathLst>
                <a:path w="1624329" h="1351914">
                  <a:moveTo>
                    <a:pt x="1600327" y="1351788"/>
                  </a:moveTo>
                  <a:lnTo>
                    <a:pt x="1579676" y="1307592"/>
                  </a:lnTo>
                  <a:lnTo>
                    <a:pt x="1546225" y="1235964"/>
                  </a:lnTo>
                  <a:lnTo>
                    <a:pt x="1522514" y="1265897"/>
                  </a:lnTo>
                  <a:lnTo>
                    <a:pt x="23622" y="76835"/>
                  </a:lnTo>
                  <a:lnTo>
                    <a:pt x="0" y="106807"/>
                  </a:lnTo>
                  <a:lnTo>
                    <a:pt x="1498892" y="1295742"/>
                  </a:lnTo>
                  <a:lnTo>
                    <a:pt x="1475232" y="1325626"/>
                  </a:lnTo>
                  <a:lnTo>
                    <a:pt x="1600327" y="1351788"/>
                  </a:lnTo>
                  <a:close/>
                </a:path>
                <a:path w="1624329" h="1351914">
                  <a:moveTo>
                    <a:pt x="1624203" y="15494"/>
                  </a:moveTo>
                  <a:lnTo>
                    <a:pt x="1601000" y="8890"/>
                  </a:lnTo>
                  <a:lnTo>
                    <a:pt x="1588452" y="5321"/>
                  </a:lnTo>
                  <a:lnTo>
                    <a:pt x="1588579" y="5080"/>
                  </a:lnTo>
                  <a:lnTo>
                    <a:pt x="1589747" y="2984"/>
                  </a:lnTo>
                  <a:lnTo>
                    <a:pt x="1590802" y="2032"/>
                  </a:lnTo>
                  <a:lnTo>
                    <a:pt x="1589913" y="2667"/>
                  </a:lnTo>
                  <a:lnTo>
                    <a:pt x="1590548" y="1524"/>
                  </a:lnTo>
                  <a:lnTo>
                    <a:pt x="1588820" y="3441"/>
                  </a:lnTo>
                  <a:lnTo>
                    <a:pt x="1585468" y="5842"/>
                  </a:lnTo>
                  <a:lnTo>
                    <a:pt x="1536573" y="20955"/>
                  </a:lnTo>
                  <a:lnTo>
                    <a:pt x="1484249" y="30988"/>
                  </a:lnTo>
                  <a:lnTo>
                    <a:pt x="1418336" y="40259"/>
                  </a:lnTo>
                  <a:lnTo>
                    <a:pt x="1340993" y="48768"/>
                  </a:lnTo>
                  <a:lnTo>
                    <a:pt x="1284224" y="53848"/>
                  </a:lnTo>
                  <a:lnTo>
                    <a:pt x="1192149" y="60452"/>
                  </a:lnTo>
                  <a:lnTo>
                    <a:pt x="1060183" y="66929"/>
                  </a:lnTo>
                  <a:lnTo>
                    <a:pt x="921512" y="70358"/>
                  </a:lnTo>
                  <a:lnTo>
                    <a:pt x="851027" y="70739"/>
                  </a:lnTo>
                  <a:lnTo>
                    <a:pt x="780542" y="70358"/>
                  </a:lnTo>
                  <a:lnTo>
                    <a:pt x="641858" y="67437"/>
                  </a:lnTo>
                  <a:lnTo>
                    <a:pt x="541909" y="63627"/>
                  </a:lnTo>
                  <a:lnTo>
                    <a:pt x="447675" y="58547"/>
                  </a:lnTo>
                  <a:lnTo>
                    <a:pt x="388874" y="54483"/>
                  </a:lnTo>
                  <a:lnTo>
                    <a:pt x="333883" y="50038"/>
                  </a:lnTo>
                  <a:lnTo>
                    <a:pt x="283337" y="45085"/>
                  </a:lnTo>
                  <a:lnTo>
                    <a:pt x="237998" y="40005"/>
                  </a:lnTo>
                  <a:lnTo>
                    <a:pt x="211721" y="35801"/>
                  </a:lnTo>
                  <a:lnTo>
                    <a:pt x="213118" y="30988"/>
                  </a:lnTo>
                  <a:lnTo>
                    <a:pt x="222123" y="0"/>
                  </a:lnTo>
                  <a:lnTo>
                    <a:pt x="96393" y="22987"/>
                  </a:lnTo>
                  <a:lnTo>
                    <a:pt x="190246" y="109728"/>
                  </a:lnTo>
                  <a:lnTo>
                    <a:pt x="201117" y="72275"/>
                  </a:lnTo>
                  <a:lnTo>
                    <a:pt x="212344" y="74930"/>
                  </a:lnTo>
                  <a:lnTo>
                    <a:pt x="255905" y="80518"/>
                  </a:lnTo>
                  <a:lnTo>
                    <a:pt x="304546" y="85598"/>
                  </a:lnTo>
                  <a:lnTo>
                    <a:pt x="357886" y="90297"/>
                  </a:lnTo>
                  <a:lnTo>
                    <a:pt x="476250" y="98425"/>
                  </a:lnTo>
                  <a:lnTo>
                    <a:pt x="540258" y="101727"/>
                  </a:lnTo>
                  <a:lnTo>
                    <a:pt x="640842" y="105537"/>
                  </a:lnTo>
                  <a:lnTo>
                    <a:pt x="780415" y="108458"/>
                  </a:lnTo>
                  <a:lnTo>
                    <a:pt x="851281" y="108839"/>
                  </a:lnTo>
                  <a:lnTo>
                    <a:pt x="922134" y="108331"/>
                  </a:lnTo>
                  <a:lnTo>
                    <a:pt x="992505" y="107061"/>
                  </a:lnTo>
                  <a:lnTo>
                    <a:pt x="1061834" y="104902"/>
                  </a:lnTo>
                  <a:lnTo>
                    <a:pt x="1162304" y="100330"/>
                  </a:lnTo>
                  <a:lnTo>
                    <a:pt x="1226312" y="96393"/>
                  </a:lnTo>
                  <a:lnTo>
                    <a:pt x="1316609" y="89281"/>
                  </a:lnTo>
                  <a:lnTo>
                    <a:pt x="1372108" y="83947"/>
                  </a:lnTo>
                  <a:lnTo>
                    <a:pt x="1423289" y="78105"/>
                  </a:lnTo>
                  <a:lnTo>
                    <a:pt x="1469517" y="71755"/>
                  </a:lnTo>
                  <a:lnTo>
                    <a:pt x="1475994" y="70739"/>
                  </a:lnTo>
                  <a:lnTo>
                    <a:pt x="1490599" y="68453"/>
                  </a:lnTo>
                  <a:lnTo>
                    <a:pt x="1528699" y="61595"/>
                  </a:lnTo>
                  <a:lnTo>
                    <a:pt x="1574419" y="50546"/>
                  </a:lnTo>
                  <a:lnTo>
                    <a:pt x="1613789" y="32512"/>
                  </a:lnTo>
                  <a:lnTo>
                    <a:pt x="1623187" y="19177"/>
                  </a:lnTo>
                  <a:lnTo>
                    <a:pt x="1624203" y="154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2028" y="5382768"/>
              <a:ext cx="720090" cy="719455"/>
            </a:xfrm>
            <a:custGeom>
              <a:avLst/>
              <a:gdLst/>
              <a:ahLst/>
              <a:cxnLst/>
              <a:rect l="l" t="t" r="r" b="b"/>
              <a:pathLst>
                <a:path w="720090" h="719454">
                  <a:moveTo>
                    <a:pt x="0" y="359663"/>
                  </a:moveTo>
                  <a:lnTo>
                    <a:pt x="3286" y="310861"/>
                  </a:lnTo>
                  <a:lnTo>
                    <a:pt x="12858" y="264054"/>
                  </a:lnTo>
                  <a:lnTo>
                    <a:pt x="28289" y="219670"/>
                  </a:lnTo>
                  <a:lnTo>
                    <a:pt x="49149" y="178138"/>
                  </a:lnTo>
                  <a:lnTo>
                    <a:pt x="75009" y="139887"/>
                  </a:lnTo>
                  <a:lnTo>
                    <a:pt x="105441" y="105346"/>
                  </a:lnTo>
                  <a:lnTo>
                    <a:pt x="140017" y="74943"/>
                  </a:lnTo>
                  <a:lnTo>
                    <a:pt x="178307" y="49106"/>
                  </a:lnTo>
                  <a:lnTo>
                    <a:pt x="219884" y="28265"/>
                  </a:lnTo>
                  <a:lnTo>
                    <a:pt x="264318" y="12848"/>
                  </a:lnTo>
                  <a:lnTo>
                    <a:pt x="311181" y="3283"/>
                  </a:lnTo>
                  <a:lnTo>
                    <a:pt x="360045" y="0"/>
                  </a:lnTo>
                  <a:lnTo>
                    <a:pt x="408908" y="3283"/>
                  </a:lnTo>
                  <a:lnTo>
                    <a:pt x="455771" y="12848"/>
                  </a:lnTo>
                  <a:lnTo>
                    <a:pt x="500205" y="28265"/>
                  </a:lnTo>
                  <a:lnTo>
                    <a:pt x="541781" y="49106"/>
                  </a:lnTo>
                  <a:lnTo>
                    <a:pt x="580072" y="74943"/>
                  </a:lnTo>
                  <a:lnTo>
                    <a:pt x="614648" y="105346"/>
                  </a:lnTo>
                  <a:lnTo>
                    <a:pt x="645080" y="139887"/>
                  </a:lnTo>
                  <a:lnTo>
                    <a:pt x="670940" y="178138"/>
                  </a:lnTo>
                  <a:lnTo>
                    <a:pt x="691800" y="219670"/>
                  </a:lnTo>
                  <a:lnTo>
                    <a:pt x="707231" y="264054"/>
                  </a:lnTo>
                  <a:lnTo>
                    <a:pt x="716803" y="310861"/>
                  </a:lnTo>
                  <a:lnTo>
                    <a:pt x="720090" y="359663"/>
                  </a:lnTo>
                  <a:lnTo>
                    <a:pt x="716803" y="408469"/>
                  </a:lnTo>
                  <a:lnTo>
                    <a:pt x="707231" y="455278"/>
                  </a:lnTo>
                  <a:lnTo>
                    <a:pt x="691800" y="499663"/>
                  </a:lnTo>
                  <a:lnTo>
                    <a:pt x="670941" y="541194"/>
                  </a:lnTo>
                  <a:lnTo>
                    <a:pt x="645080" y="579445"/>
                  </a:lnTo>
                  <a:lnTo>
                    <a:pt x="614648" y="613986"/>
                  </a:lnTo>
                  <a:lnTo>
                    <a:pt x="580072" y="644388"/>
                  </a:lnTo>
                  <a:lnTo>
                    <a:pt x="541782" y="670224"/>
                  </a:lnTo>
                  <a:lnTo>
                    <a:pt x="500205" y="691064"/>
                  </a:lnTo>
                  <a:lnTo>
                    <a:pt x="455771" y="706480"/>
                  </a:lnTo>
                  <a:lnTo>
                    <a:pt x="408908" y="716044"/>
                  </a:lnTo>
                  <a:lnTo>
                    <a:pt x="360045" y="719327"/>
                  </a:lnTo>
                  <a:lnTo>
                    <a:pt x="311181" y="716044"/>
                  </a:lnTo>
                  <a:lnTo>
                    <a:pt x="264318" y="706480"/>
                  </a:lnTo>
                  <a:lnTo>
                    <a:pt x="219884" y="691064"/>
                  </a:lnTo>
                  <a:lnTo>
                    <a:pt x="178308" y="670224"/>
                  </a:lnTo>
                  <a:lnTo>
                    <a:pt x="140017" y="644388"/>
                  </a:lnTo>
                  <a:lnTo>
                    <a:pt x="105441" y="613986"/>
                  </a:lnTo>
                  <a:lnTo>
                    <a:pt x="75009" y="579445"/>
                  </a:lnTo>
                  <a:lnTo>
                    <a:pt x="49149" y="541194"/>
                  </a:lnTo>
                  <a:lnTo>
                    <a:pt x="28289" y="499663"/>
                  </a:lnTo>
                  <a:lnTo>
                    <a:pt x="12858" y="455278"/>
                  </a:lnTo>
                  <a:lnTo>
                    <a:pt x="3286" y="408469"/>
                  </a:lnTo>
                  <a:lnTo>
                    <a:pt x="0" y="3596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5216" y="3532378"/>
              <a:ext cx="1528445" cy="123825"/>
            </a:xfrm>
            <a:custGeom>
              <a:avLst/>
              <a:gdLst/>
              <a:ahLst/>
              <a:cxnLst/>
              <a:rect l="l" t="t" r="r" b="b"/>
              <a:pathLst>
                <a:path w="1528445" h="123825">
                  <a:moveTo>
                    <a:pt x="36516" y="121535"/>
                  </a:moveTo>
                  <a:lnTo>
                    <a:pt x="35902" y="122061"/>
                  </a:lnTo>
                  <a:lnTo>
                    <a:pt x="35179" y="123698"/>
                  </a:lnTo>
                  <a:lnTo>
                    <a:pt x="36673" y="121571"/>
                  </a:lnTo>
                  <a:lnTo>
                    <a:pt x="36516" y="121535"/>
                  </a:lnTo>
                  <a:close/>
                </a:path>
                <a:path w="1528445" h="123825">
                  <a:moveTo>
                    <a:pt x="36065" y="121692"/>
                  </a:moveTo>
                  <a:lnTo>
                    <a:pt x="35179" y="122682"/>
                  </a:lnTo>
                  <a:lnTo>
                    <a:pt x="35902" y="122061"/>
                  </a:lnTo>
                  <a:lnTo>
                    <a:pt x="36065" y="121692"/>
                  </a:lnTo>
                  <a:close/>
                </a:path>
                <a:path w="1528445" h="123825">
                  <a:moveTo>
                    <a:pt x="36259" y="121476"/>
                  </a:moveTo>
                  <a:lnTo>
                    <a:pt x="36065" y="121692"/>
                  </a:lnTo>
                  <a:lnTo>
                    <a:pt x="35902" y="122061"/>
                  </a:lnTo>
                  <a:lnTo>
                    <a:pt x="36516" y="121535"/>
                  </a:lnTo>
                  <a:lnTo>
                    <a:pt x="36259" y="121476"/>
                  </a:lnTo>
                  <a:close/>
                </a:path>
                <a:path w="1528445" h="123825">
                  <a:moveTo>
                    <a:pt x="36170" y="121456"/>
                  </a:moveTo>
                  <a:lnTo>
                    <a:pt x="36065" y="121692"/>
                  </a:lnTo>
                  <a:lnTo>
                    <a:pt x="36170" y="121456"/>
                  </a:lnTo>
                  <a:close/>
                </a:path>
                <a:path w="1528445" h="123825">
                  <a:moveTo>
                    <a:pt x="37253" y="120904"/>
                  </a:moveTo>
                  <a:lnTo>
                    <a:pt x="36974" y="121143"/>
                  </a:lnTo>
                  <a:lnTo>
                    <a:pt x="36673" y="121571"/>
                  </a:lnTo>
                  <a:lnTo>
                    <a:pt x="37084" y="121666"/>
                  </a:lnTo>
                  <a:lnTo>
                    <a:pt x="37253" y="120904"/>
                  </a:lnTo>
                  <a:close/>
                </a:path>
                <a:path w="1528445" h="123825">
                  <a:moveTo>
                    <a:pt x="36974" y="121143"/>
                  </a:moveTo>
                  <a:lnTo>
                    <a:pt x="36516" y="121535"/>
                  </a:lnTo>
                  <a:lnTo>
                    <a:pt x="36673" y="121571"/>
                  </a:lnTo>
                  <a:lnTo>
                    <a:pt x="36974" y="121143"/>
                  </a:lnTo>
                  <a:close/>
                </a:path>
                <a:path w="1528445" h="123825">
                  <a:moveTo>
                    <a:pt x="37411" y="120191"/>
                  </a:moveTo>
                  <a:lnTo>
                    <a:pt x="36259" y="121476"/>
                  </a:lnTo>
                  <a:lnTo>
                    <a:pt x="36516" y="121535"/>
                  </a:lnTo>
                  <a:lnTo>
                    <a:pt x="36974" y="121143"/>
                  </a:lnTo>
                  <a:lnTo>
                    <a:pt x="37304" y="120673"/>
                  </a:lnTo>
                  <a:lnTo>
                    <a:pt x="37411" y="120191"/>
                  </a:lnTo>
                  <a:close/>
                </a:path>
                <a:path w="1528445" h="123825">
                  <a:moveTo>
                    <a:pt x="38100" y="117094"/>
                  </a:moveTo>
                  <a:lnTo>
                    <a:pt x="36309" y="121143"/>
                  </a:lnTo>
                  <a:lnTo>
                    <a:pt x="36259" y="121476"/>
                  </a:lnTo>
                  <a:lnTo>
                    <a:pt x="37411" y="120191"/>
                  </a:lnTo>
                  <a:lnTo>
                    <a:pt x="38100" y="117094"/>
                  </a:lnTo>
                  <a:close/>
                </a:path>
                <a:path w="1528445" h="123825">
                  <a:moveTo>
                    <a:pt x="773176" y="0"/>
                  </a:moveTo>
                  <a:lnTo>
                    <a:pt x="702183" y="508"/>
                  </a:lnTo>
                  <a:lnTo>
                    <a:pt x="631825" y="2159"/>
                  </a:lnTo>
                  <a:lnTo>
                    <a:pt x="562483" y="4825"/>
                  </a:lnTo>
                  <a:lnTo>
                    <a:pt x="494919" y="8509"/>
                  </a:lnTo>
                  <a:lnTo>
                    <a:pt x="429513" y="12826"/>
                  </a:lnTo>
                  <a:lnTo>
                    <a:pt x="366775" y="18161"/>
                  </a:lnTo>
                  <a:lnTo>
                    <a:pt x="307467" y="24130"/>
                  </a:lnTo>
                  <a:lnTo>
                    <a:pt x="251841" y="30861"/>
                  </a:lnTo>
                  <a:lnTo>
                    <a:pt x="200533" y="38100"/>
                  </a:lnTo>
                  <a:lnTo>
                    <a:pt x="154305" y="45974"/>
                  </a:lnTo>
                  <a:lnTo>
                    <a:pt x="113284" y="54229"/>
                  </a:lnTo>
                  <a:lnTo>
                    <a:pt x="62484" y="67563"/>
                  </a:lnTo>
                  <a:lnTo>
                    <a:pt x="25400" y="82804"/>
                  </a:lnTo>
                  <a:lnTo>
                    <a:pt x="10413" y="93726"/>
                  </a:lnTo>
                  <a:lnTo>
                    <a:pt x="9144" y="94742"/>
                  </a:lnTo>
                  <a:lnTo>
                    <a:pt x="1016" y="108585"/>
                  </a:lnTo>
                  <a:lnTo>
                    <a:pt x="0" y="113157"/>
                  </a:lnTo>
                  <a:lnTo>
                    <a:pt x="36170" y="121456"/>
                  </a:lnTo>
                  <a:lnTo>
                    <a:pt x="38100" y="117094"/>
                  </a:lnTo>
                  <a:lnTo>
                    <a:pt x="42523" y="117094"/>
                  </a:lnTo>
                  <a:lnTo>
                    <a:pt x="88900" y="99441"/>
                  </a:lnTo>
                  <a:lnTo>
                    <a:pt x="140970" y="87249"/>
                  </a:lnTo>
                  <a:lnTo>
                    <a:pt x="183387" y="79502"/>
                  </a:lnTo>
                  <a:lnTo>
                    <a:pt x="231267" y="72136"/>
                  </a:lnTo>
                  <a:lnTo>
                    <a:pt x="283972" y="65277"/>
                  </a:lnTo>
                  <a:lnTo>
                    <a:pt x="340613" y="59055"/>
                  </a:lnTo>
                  <a:lnTo>
                    <a:pt x="401066" y="53467"/>
                  </a:lnTo>
                  <a:lnTo>
                    <a:pt x="464566" y="48641"/>
                  </a:lnTo>
                  <a:lnTo>
                    <a:pt x="564514" y="42925"/>
                  </a:lnTo>
                  <a:lnTo>
                    <a:pt x="633222" y="40259"/>
                  </a:lnTo>
                  <a:lnTo>
                    <a:pt x="703072" y="38608"/>
                  </a:lnTo>
                  <a:lnTo>
                    <a:pt x="1379503" y="38100"/>
                  </a:lnTo>
                  <a:lnTo>
                    <a:pt x="1345438" y="33147"/>
                  </a:lnTo>
                  <a:lnTo>
                    <a:pt x="1294257" y="26797"/>
                  </a:lnTo>
                  <a:lnTo>
                    <a:pt x="1238758" y="21082"/>
                  </a:lnTo>
                  <a:lnTo>
                    <a:pt x="1148461" y="13462"/>
                  </a:lnTo>
                  <a:lnTo>
                    <a:pt x="1051306" y="7366"/>
                  </a:lnTo>
                  <a:lnTo>
                    <a:pt x="983741" y="4191"/>
                  </a:lnTo>
                  <a:lnTo>
                    <a:pt x="914527" y="1905"/>
                  </a:lnTo>
                  <a:lnTo>
                    <a:pt x="844168" y="508"/>
                  </a:lnTo>
                  <a:lnTo>
                    <a:pt x="773176" y="0"/>
                  </a:lnTo>
                  <a:close/>
                </a:path>
                <a:path w="1528445" h="123825">
                  <a:moveTo>
                    <a:pt x="37304" y="120673"/>
                  </a:moveTo>
                  <a:lnTo>
                    <a:pt x="36974" y="121143"/>
                  </a:lnTo>
                  <a:lnTo>
                    <a:pt x="37253" y="120904"/>
                  </a:lnTo>
                  <a:lnTo>
                    <a:pt x="37304" y="120673"/>
                  </a:lnTo>
                  <a:close/>
                </a:path>
                <a:path w="1528445" h="123825">
                  <a:moveTo>
                    <a:pt x="39282" y="118999"/>
                  </a:moveTo>
                  <a:lnTo>
                    <a:pt x="38481" y="118999"/>
                  </a:lnTo>
                  <a:lnTo>
                    <a:pt x="37304" y="120673"/>
                  </a:lnTo>
                  <a:lnTo>
                    <a:pt x="37253" y="120904"/>
                  </a:lnTo>
                  <a:lnTo>
                    <a:pt x="38586" y="119761"/>
                  </a:lnTo>
                  <a:lnTo>
                    <a:pt x="38226" y="119761"/>
                  </a:lnTo>
                  <a:lnTo>
                    <a:pt x="39282" y="118999"/>
                  </a:lnTo>
                  <a:close/>
                </a:path>
                <a:path w="1528445" h="123825">
                  <a:moveTo>
                    <a:pt x="38481" y="118999"/>
                  </a:moveTo>
                  <a:lnTo>
                    <a:pt x="37411" y="120191"/>
                  </a:lnTo>
                  <a:lnTo>
                    <a:pt x="37304" y="120673"/>
                  </a:lnTo>
                  <a:lnTo>
                    <a:pt x="38481" y="118999"/>
                  </a:lnTo>
                  <a:close/>
                </a:path>
                <a:path w="1528445" h="123825">
                  <a:moveTo>
                    <a:pt x="42523" y="117094"/>
                  </a:moveTo>
                  <a:lnTo>
                    <a:pt x="38100" y="117094"/>
                  </a:lnTo>
                  <a:lnTo>
                    <a:pt x="37411" y="120191"/>
                  </a:lnTo>
                  <a:lnTo>
                    <a:pt x="38481" y="118999"/>
                  </a:lnTo>
                  <a:lnTo>
                    <a:pt x="39282" y="118999"/>
                  </a:lnTo>
                  <a:lnTo>
                    <a:pt x="40512" y="118110"/>
                  </a:lnTo>
                  <a:lnTo>
                    <a:pt x="40886" y="118110"/>
                  </a:lnTo>
                  <a:lnTo>
                    <a:pt x="42523" y="117094"/>
                  </a:lnTo>
                  <a:close/>
                </a:path>
                <a:path w="1528445" h="123825">
                  <a:moveTo>
                    <a:pt x="40512" y="118110"/>
                  </a:moveTo>
                  <a:lnTo>
                    <a:pt x="38226" y="119761"/>
                  </a:lnTo>
                  <a:lnTo>
                    <a:pt x="39531" y="118951"/>
                  </a:lnTo>
                  <a:lnTo>
                    <a:pt x="40512" y="118110"/>
                  </a:lnTo>
                  <a:close/>
                </a:path>
                <a:path w="1528445" h="123825">
                  <a:moveTo>
                    <a:pt x="39531" y="118951"/>
                  </a:moveTo>
                  <a:lnTo>
                    <a:pt x="38226" y="119761"/>
                  </a:lnTo>
                  <a:lnTo>
                    <a:pt x="38586" y="119761"/>
                  </a:lnTo>
                  <a:lnTo>
                    <a:pt x="39531" y="118951"/>
                  </a:lnTo>
                  <a:close/>
                </a:path>
                <a:path w="1528445" h="123825">
                  <a:moveTo>
                    <a:pt x="40886" y="118110"/>
                  </a:moveTo>
                  <a:lnTo>
                    <a:pt x="40512" y="118110"/>
                  </a:lnTo>
                  <a:lnTo>
                    <a:pt x="39531" y="118951"/>
                  </a:lnTo>
                  <a:lnTo>
                    <a:pt x="40886" y="118110"/>
                  </a:lnTo>
                  <a:close/>
                </a:path>
                <a:path w="1528445" h="123825">
                  <a:moveTo>
                    <a:pt x="1413924" y="83358"/>
                  </a:moveTo>
                  <a:lnTo>
                    <a:pt x="1400937" y="117856"/>
                  </a:lnTo>
                  <a:lnTo>
                    <a:pt x="1528064" y="104648"/>
                  </a:lnTo>
                  <a:lnTo>
                    <a:pt x="1513939" y="89408"/>
                  </a:lnTo>
                  <a:lnTo>
                    <a:pt x="1433449" y="89408"/>
                  </a:lnTo>
                  <a:lnTo>
                    <a:pt x="1413924" y="83358"/>
                  </a:lnTo>
                  <a:close/>
                </a:path>
                <a:path w="1528445" h="123825">
                  <a:moveTo>
                    <a:pt x="1427324" y="47766"/>
                  </a:moveTo>
                  <a:lnTo>
                    <a:pt x="1413924" y="83358"/>
                  </a:lnTo>
                  <a:lnTo>
                    <a:pt x="1433449" y="89408"/>
                  </a:lnTo>
                  <a:lnTo>
                    <a:pt x="1444370" y="52832"/>
                  </a:lnTo>
                  <a:lnTo>
                    <a:pt x="1427324" y="47766"/>
                  </a:lnTo>
                  <a:close/>
                </a:path>
                <a:path w="1528445" h="123825">
                  <a:moveTo>
                    <a:pt x="1441195" y="10922"/>
                  </a:moveTo>
                  <a:lnTo>
                    <a:pt x="1427324" y="47766"/>
                  </a:lnTo>
                  <a:lnTo>
                    <a:pt x="1444370" y="52832"/>
                  </a:lnTo>
                  <a:lnTo>
                    <a:pt x="1433449" y="89408"/>
                  </a:lnTo>
                  <a:lnTo>
                    <a:pt x="1513939" y="89408"/>
                  </a:lnTo>
                  <a:lnTo>
                    <a:pt x="1441195" y="10922"/>
                  </a:lnTo>
                  <a:close/>
                </a:path>
                <a:path w="1528445" h="123825">
                  <a:moveTo>
                    <a:pt x="1379503" y="38100"/>
                  </a:moveTo>
                  <a:lnTo>
                    <a:pt x="773430" y="38100"/>
                  </a:lnTo>
                  <a:lnTo>
                    <a:pt x="843788" y="38608"/>
                  </a:lnTo>
                  <a:lnTo>
                    <a:pt x="913638" y="40005"/>
                  </a:lnTo>
                  <a:lnTo>
                    <a:pt x="982472" y="42291"/>
                  </a:lnTo>
                  <a:lnTo>
                    <a:pt x="1049528" y="45338"/>
                  </a:lnTo>
                  <a:lnTo>
                    <a:pt x="1145793" y="51435"/>
                  </a:lnTo>
                  <a:lnTo>
                    <a:pt x="1206245" y="56387"/>
                  </a:lnTo>
                  <a:lnTo>
                    <a:pt x="1263268" y="61849"/>
                  </a:lnTo>
                  <a:lnTo>
                    <a:pt x="1315847" y="67691"/>
                  </a:lnTo>
                  <a:lnTo>
                    <a:pt x="1385824" y="77597"/>
                  </a:lnTo>
                  <a:lnTo>
                    <a:pt x="1413924" y="83358"/>
                  </a:lnTo>
                  <a:lnTo>
                    <a:pt x="1427324" y="47766"/>
                  </a:lnTo>
                  <a:lnTo>
                    <a:pt x="1412748" y="43434"/>
                  </a:lnTo>
                  <a:lnTo>
                    <a:pt x="1391539" y="39877"/>
                  </a:lnTo>
                  <a:lnTo>
                    <a:pt x="137950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64400" y="2944622"/>
            <a:ext cx="23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𝒙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845" y="5946647"/>
            <a:ext cx="3785235" cy="6661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75565" rIns="0" bIns="0" rtlCol="0">
            <a:spAutoFit/>
          </a:bodyPr>
          <a:lstStyle/>
          <a:p>
            <a:pPr marL="1179830">
              <a:lnSpc>
                <a:spcPct val="100000"/>
              </a:lnSpc>
              <a:spcBef>
                <a:spcPts val="595"/>
              </a:spcBef>
            </a:pP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松弛结束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66431" y="5471718"/>
            <a:ext cx="504190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25" dirty="0">
                <a:latin typeface="Cambria Math"/>
                <a:cs typeface="Cambria Math"/>
              </a:rPr>
              <a:t>−𝟐</a:t>
            </a:r>
            <a:endParaRPr sz="2800">
              <a:latin typeface="Cambria Math"/>
              <a:cs typeface="Cambria Math"/>
            </a:endParaRPr>
          </a:p>
          <a:p>
            <a:pPr marL="3111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2028" y="3537965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89">
                <a:moveTo>
                  <a:pt x="0" y="360045"/>
                </a:moveTo>
                <a:lnTo>
                  <a:pt x="3286" y="311181"/>
                </a:lnTo>
                <a:lnTo>
                  <a:pt x="12858" y="264318"/>
                </a:lnTo>
                <a:lnTo>
                  <a:pt x="28289" y="219884"/>
                </a:lnTo>
                <a:lnTo>
                  <a:pt x="49149" y="178308"/>
                </a:lnTo>
                <a:lnTo>
                  <a:pt x="75009" y="140017"/>
                </a:lnTo>
                <a:lnTo>
                  <a:pt x="105441" y="105441"/>
                </a:lnTo>
                <a:lnTo>
                  <a:pt x="140017" y="75009"/>
                </a:lnTo>
                <a:lnTo>
                  <a:pt x="178307" y="49149"/>
                </a:lnTo>
                <a:lnTo>
                  <a:pt x="219884" y="28289"/>
                </a:lnTo>
                <a:lnTo>
                  <a:pt x="264318" y="12858"/>
                </a:lnTo>
                <a:lnTo>
                  <a:pt x="311181" y="3286"/>
                </a:lnTo>
                <a:lnTo>
                  <a:pt x="360045" y="0"/>
                </a:lnTo>
                <a:lnTo>
                  <a:pt x="408908" y="3286"/>
                </a:lnTo>
                <a:lnTo>
                  <a:pt x="455771" y="12858"/>
                </a:lnTo>
                <a:lnTo>
                  <a:pt x="500205" y="28289"/>
                </a:lnTo>
                <a:lnTo>
                  <a:pt x="541781" y="49149"/>
                </a:lnTo>
                <a:lnTo>
                  <a:pt x="580072" y="75009"/>
                </a:lnTo>
                <a:lnTo>
                  <a:pt x="614648" y="105441"/>
                </a:lnTo>
                <a:lnTo>
                  <a:pt x="645080" y="140017"/>
                </a:lnTo>
                <a:lnTo>
                  <a:pt x="670940" y="178308"/>
                </a:lnTo>
                <a:lnTo>
                  <a:pt x="691800" y="219884"/>
                </a:lnTo>
                <a:lnTo>
                  <a:pt x="707231" y="264318"/>
                </a:lnTo>
                <a:lnTo>
                  <a:pt x="716803" y="311181"/>
                </a:lnTo>
                <a:lnTo>
                  <a:pt x="720090" y="360045"/>
                </a:lnTo>
                <a:lnTo>
                  <a:pt x="716803" y="408908"/>
                </a:lnTo>
                <a:lnTo>
                  <a:pt x="707231" y="455771"/>
                </a:lnTo>
                <a:lnTo>
                  <a:pt x="691800" y="500205"/>
                </a:lnTo>
                <a:lnTo>
                  <a:pt x="670941" y="541782"/>
                </a:lnTo>
                <a:lnTo>
                  <a:pt x="645080" y="580072"/>
                </a:lnTo>
                <a:lnTo>
                  <a:pt x="614648" y="614648"/>
                </a:lnTo>
                <a:lnTo>
                  <a:pt x="580072" y="645080"/>
                </a:lnTo>
                <a:lnTo>
                  <a:pt x="541782" y="670941"/>
                </a:lnTo>
                <a:lnTo>
                  <a:pt x="500205" y="691800"/>
                </a:lnTo>
                <a:lnTo>
                  <a:pt x="455771" y="707231"/>
                </a:lnTo>
                <a:lnTo>
                  <a:pt x="408908" y="716803"/>
                </a:lnTo>
                <a:lnTo>
                  <a:pt x="360045" y="720090"/>
                </a:lnTo>
                <a:lnTo>
                  <a:pt x="311181" y="716803"/>
                </a:lnTo>
                <a:lnTo>
                  <a:pt x="264318" y="707231"/>
                </a:lnTo>
                <a:lnTo>
                  <a:pt x="219884" y="691800"/>
                </a:lnTo>
                <a:lnTo>
                  <a:pt x="178308" y="670941"/>
                </a:lnTo>
                <a:lnTo>
                  <a:pt x="140017" y="645080"/>
                </a:lnTo>
                <a:lnTo>
                  <a:pt x="105441" y="614648"/>
                </a:lnTo>
                <a:lnTo>
                  <a:pt x="75009" y="580072"/>
                </a:lnTo>
                <a:lnTo>
                  <a:pt x="49149" y="541782"/>
                </a:lnTo>
                <a:lnTo>
                  <a:pt x="28289" y="500205"/>
                </a:lnTo>
                <a:lnTo>
                  <a:pt x="12858" y="455771"/>
                </a:lnTo>
                <a:lnTo>
                  <a:pt x="3286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22819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2728" y="3537965"/>
            <a:ext cx="721360" cy="720090"/>
          </a:xfrm>
          <a:custGeom>
            <a:avLst/>
            <a:gdLst/>
            <a:ahLst/>
            <a:cxnLst/>
            <a:rect l="l" t="t" r="r" b="b"/>
            <a:pathLst>
              <a:path w="721360" h="720089">
                <a:moveTo>
                  <a:pt x="0" y="360045"/>
                </a:moveTo>
                <a:lnTo>
                  <a:pt x="3291" y="311181"/>
                </a:lnTo>
                <a:lnTo>
                  <a:pt x="12878" y="264318"/>
                </a:lnTo>
                <a:lnTo>
                  <a:pt x="28330" y="219884"/>
                </a:lnTo>
                <a:lnTo>
                  <a:pt x="49219" y="178308"/>
                </a:lnTo>
                <a:lnTo>
                  <a:pt x="75114" y="140017"/>
                </a:lnTo>
                <a:lnTo>
                  <a:pt x="105584" y="105441"/>
                </a:lnTo>
                <a:lnTo>
                  <a:pt x="140201" y="75009"/>
                </a:lnTo>
                <a:lnTo>
                  <a:pt x="178533" y="49149"/>
                </a:lnTo>
                <a:lnTo>
                  <a:pt x="220152" y="28289"/>
                </a:lnTo>
                <a:lnTo>
                  <a:pt x="264627" y="12858"/>
                </a:lnTo>
                <a:lnTo>
                  <a:pt x="311528" y="3286"/>
                </a:lnTo>
                <a:lnTo>
                  <a:pt x="360425" y="0"/>
                </a:lnTo>
                <a:lnTo>
                  <a:pt x="409323" y="3286"/>
                </a:lnTo>
                <a:lnTo>
                  <a:pt x="456224" y="12858"/>
                </a:lnTo>
                <a:lnTo>
                  <a:pt x="500699" y="28289"/>
                </a:lnTo>
                <a:lnTo>
                  <a:pt x="542318" y="49149"/>
                </a:lnTo>
                <a:lnTo>
                  <a:pt x="580650" y="75009"/>
                </a:lnTo>
                <a:lnTo>
                  <a:pt x="615267" y="105441"/>
                </a:lnTo>
                <a:lnTo>
                  <a:pt x="645737" y="140017"/>
                </a:lnTo>
                <a:lnTo>
                  <a:pt x="671632" y="178308"/>
                </a:lnTo>
                <a:lnTo>
                  <a:pt x="692521" y="219884"/>
                </a:lnTo>
                <a:lnTo>
                  <a:pt x="707973" y="264318"/>
                </a:lnTo>
                <a:lnTo>
                  <a:pt x="717560" y="311181"/>
                </a:lnTo>
                <a:lnTo>
                  <a:pt x="720851" y="360045"/>
                </a:lnTo>
                <a:lnTo>
                  <a:pt x="717560" y="408908"/>
                </a:lnTo>
                <a:lnTo>
                  <a:pt x="707973" y="455771"/>
                </a:lnTo>
                <a:lnTo>
                  <a:pt x="692521" y="500205"/>
                </a:lnTo>
                <a:lnTo>
                  <a:pt x="671632" y="541782"/>
                </a:lnTo>
                <a:lnTo>
                  <a:pt x="645737" y="580072"/>
                </a:lnTo>
                <a:lnTo>
                  <a:pt x="615267" y="614648"/>
                </a:lnTo>
                <a:lnTo>
                  <a:pt x="580650" y="645080"/>
                </a:lnTo>
                <a:lnTo>
                  <a:pt x="542318" y="670941"/>
                </a:lnTo>
                <a:lnTo>
                  <a:pt x="500699" y="691800"/>
                </a:lnTo>
                <a:lnTo>
                  <a:pt x="456224" y="707231"/>
                </a:lnTo>
                <a:lnTo>
                  <a:pt x="409323" y="716803"/>
                </a:lnTo>
                <a:lnTo>
                  <a:pt x="360425" y="720090"/>
                </a:lnTo>
                <a:lnTo>
                  <a:pt x="311528" y="716803"/>
                </a:lnTo>
                <a:lnTo>
                  <a:pt x="264627" y="707231"/>
                </a:lnTo>
                <a:lnTo>
                  <a:pt x="220152" y="691800"/>
                </a:lnTo>
                <a:lnTo>
                  <a:pt x="178533" y="670941"/>
                </a:lnTo>
                <a:lnTo>
                  <a:pt x="140201" y="645080"/>
                </a:lnTo>
                <a:lnTo>
                  <a:pt x="105584" y="614648"/>
                </a:lnTo>
                <a:lnTo>
                  <a:pt x="75114" y="580072"/>
                </a:lnTo>
                <a:lnTo>
                  <a:pt x="49219" y="541782"/>
                </a:lnTo>
                <a:lnTo>
                  <a:pt x="28330" y="500205"/>
                </a:lnTo>
                <a:lnTo>
                  <a:pt x="12878" y="455771"/>
                </a:lnTo>
                <a:lnTo>
                  <a:pt x="3291" y="408908"/>
                </a:lnTo>
                <a:lnTo>
                  <a:pt x="0" y="36004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03773" y="3662172"/>
            <a:ext cx="2387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61965" y="5382767"/>
            <a:ext cx="720090" cy="719455"/>
          </a:xfrm>
          <a:custGeom>
            <a:avLst/>
            <a:gdLst/>
            <a:ahLst/>
            <a:cxnLst/>
            <a:rect l="l" t="t" r="r" b="b"/>
            <a:pathLst>
              <a:path w="720089" h="719454">
                <a:moveTo>
                  <a:pt x="0" y="359663"/>
                </a:moveTo>
                <a:lnTo>
                  <a:pt x="3286" y="310861"/>
                </a:lnTo>
                <a:lnTo>
                  <a:pt x="12858" y="264054"/>
                </a:lnTo>
                <a:lnTo>
                  <a:pt x="28289" y="219670"/>
                </a:lnTo>
                <a:lnTo>
                  <a:pt x="49149" y="178138"/>
                </a:lnTo>
                <a:lnTo>
                  <a:pt x="75009" y="139887"/>
                </a:lnTo>
                <a:lnTo>
                  <a:pt x="105441" y="105346"/>
                </a:lnTo>
                <a:lnTo>
                  <a:pt x="140017" y="74943"/>
                </a:lnTo>
                <a:lnTo>
                  <a:pt x="178308" y="49106"/>
                </a:lnTo>
                <a:lnTo>
                  <a:pt x="219884" y="28265"/>
                </a:lnTo>
                <a:lnTo>
                  <a:pt x="264318" y="12848"/>
                </a:lnTo>
                <a:lnTo>
                  <a:pt x="311181" y="3283"/>
                </a:lnTo>
                <a:lnTo>
                  <a:pt x="360045" y="0"/>
                </a:lnTo>
                <a:lnTo>
                  <a:pt x="408908" y="3283"/>
                </a:lnTo>
                <a:lnTo>
                  <a:pt x="455771" y="12848"/>
                </a:lnTo>
                <a:lnTo>
                  <a:pt x="500205" y="28265"/>
                </a:lnTo>
                <a:lnTo>
                  <a:pt x="541781" y="49106"/>
                </a:lnTo>
                <a:lnTo>
                  <a:pt x="580072" y="74943"/>
                </a:lnTo>
                <a:lnTo>
                  <a:pt x="614648" y="105346"/>
                </a:lnTo>
                <a:lnTo>
                  <a:pt x="645080" y="139887"/>
                </a:lnTo>
                <a:lnTo>
                  <a:pt x="670940" y="178138"/>
                </a:lnTo>
                <a:lnTo>
                  <a:pt x="691800" y="219670"/>
                </a:lnTo>
                <a:lnTo>
                  <a:pt x="707231" y="264054"/>
                </a:lnTo>
                <a:lnTo>
                  <a:pt x="716803" y="310861"/>
                </a:lnTo>
                <a:lnTo>
                  <a:pt x="720089" y="359663"/>
                </a:lnTo>
                <a:lnTo>
                  <a:pt x="716803" y="408469"/>
                </a:lnTo>
                <a:lnTo>
                  <a:pt x="707231" y="455278"/>
                </a:lnTo>
                <a:lnTo>
                  <a:pt x="691800" y="499663"/>
                </a:lnTo>
                <a:lnTo>
                  <a:pt x="670940" y="541194"/>
                </a:lnTo>
                <a:lnTo>
                  <a:pt x="645080" y="579445"/>
                </a:lnTo>
                <a:lnTo>
                  <a:pt x="614648" y="613986"/>
                </a:lnTo>
                <a:lnTo>
                  <a:pt x="580072" y="644388"/>
                </a:lnTo>
                <a:lnTo>
                  <a:pt x="541782" y="670224"/>
                </a:lnTo>
                <a:lnTo>
                  <a:pt x="500205" y="691064"/>
                </a:lnTo>
                <a:lnTo>
                  <a:pt x="455771" y="706480"/>
                </a:lnTo>
                <a:lnTo>
                  <a:pt x="408908" y="716044"/>
                </a:lnTo>
                <a:lnTo>
                  <a:pt x="360045" y="719327"/>
                </a:lnTo>
                <a:lnTo>
                  <a:pt x="311181" y="716044"/>
                </a:lnTo>
                <a:lnTo>
                  <a:pt x="264318" y="706480"/>
                </a:lnTo>
                <a:lnTo>
                  <a:pt x="219884" y="691064"/>
                </a:lnTo>
                <a:lnTo>
                  <a:pt x="178307" y="670224"/>
                </a:lnTo>
                <a:lnTo>
                  <a:pt x="140017" y="644388"/>
                </a:lnTo>
                <a:lnTo>
                  <a:pt x="105441" y="613986"/>
                </a:lnTo>
                <a:lnTo>
                  <a:pt x="75009" y="579445"/>
                </a:lnTo>
                <a:lnTo>
                  <a:pt x="49148" y="541194"/>
                </a:lnTo>
                <a:lnTo>
                  <a:pt x="28289" y="499663"/>
                </a:lnTo>
                <a:lnTo>
                  <a:pt x="12858" y="455278"/>
                </a:lnTo>
                <a:lnTo>
                  <a:pt x="3286" y="408469"/>
                </a:lnTo>
                <a:lnTo>
                  <a:pt x="0" y="35966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02758" y="5471718"/>
            <a:ext cx="374015" cy="9499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spc="-50" dirty="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  <a:p>
            <a:pPr marL="147955">
              <a:lnSpc>
                <a:spcPct val="100000"/>
              </a:lnSpc>
              <a:spcBef>
                <a:spcPts val="280"/>
              </a:spcBef>
            </a:pPr>
            <a:r>
              <a:rPr sz="2800" spc="-50" dirty="0">
                <a:latin typeface="Cambria Math"/>
                <a:cs typeface="Cambria Math"/>
              </a:rPr>
              <a:t>𝒚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36152" y="5137403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36152" y="5675376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4" y="0"/>
                </a:moveTo>
                <a:lnTo>
                  <a:pt x="809244" y="114300"/>
                </a:lnTo>
                <a:lnTo>
                  <a:pt x="885444" y="76200"/>
                </a:lnTo>
                <a:lnTo>
                  <a:pt x="828294" y="76200"/>
                </a:lnTo>
                <a:lnTo>
                  <a:pt x="828294" y="38100"/>
                </a:lnTo>
                <a:lnTo>
                  <a:pt x="885444" y="38100"/>
                </a:lnTo>
                <a:lnTo>
                  <a:pt x="809244" y="0"/>
                </a:lnTo>
                <a:close/>
              </a:path>
              <a:path w="923925" h="114300">
                <a:moveTo>
                  <a:pt x="8092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4" y="76200"/>
                </a:lnTo>
                <a:lnTo>
                  <a:pt x="809244" y="38100"/>
                </a:lnTo>
                <a:close/>
              </a:path>
              <a:path w="923925" h="114300">
                <a:moveTo>
                  <a:pt x="885444" y="38100"/>
                </a:moveTo>
                <a:lnTo>
                  <a:pt x="828294" y="38100"/>
                </a:lnTo>
                <a:lnTo>
                  <a:pt x="828294" y="76200"/>
                </a:lnTo>
                <a:lnTo>
                  <a:pt x="885444" y="76200"/>
                </a:lnTo>
                <a:lnTo>
                  <a:pt x="923544" y="57150"/>
                </a:lnTo>
                <a:lnTo>
                  <a:pt x="885444" y="381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23526" y="4996434"/>
            <a:ext cx="1040765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宋体"/>
                <a:cs typeface="宋体"/>
              </a:rPr>
              <a:t>松弛失</a:t>
            </a:r>
            <a:r>
              <a:rPr sz="2000" spc="-50" dirty="0">
                <a:latin typeface="宋体"/>
                <a:cs typeface="宋体"/>
              </a:rPr>
              <a:t>败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000" spc="-20" dirty="0">
                <a:latin typeface="宋体"/>
                <a:cs typeface="宋体"/>
              </a:rPr>
              <a:t>松弛成</a:t>
            </a:r>
            <a:r>
              <a:rPr sz="2000" spc="-50" dirty="0">
                <a:latin typeface="宋体"/>
                <a:cs typeface="宋体"/>
              </a:rPr>
              <a:t>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56697" y="3694048"/>
            <a:ext cx="647065" cy="282575"/>
          </a:xfrm>
          <a:custGeom>
            <a:avLst/>
            <a:gdLst/>
            <a:ahLst/>
            <a:cxnLst/>
            <a:rect l="l" t="t" r="r" b="b"/>
            <a:pathLst>
              <a:path w="647065" h="282575">
                <a:moveTo>
                  <a:pt x="556768" y="0"/>
                </a:moveTo>
                <a:lnTo>
                  <a:pt x="552703" y="11430"/>
                </a:lnTo>
                <a:lnTo>
                  <a:pt x="569013" y="18522"/>
                </a:lnTo>
                <a:lnTo>
                  <a:pt x="583072" y="28352"/>
                </a:lnTo>
                <a:lnTo>
                  <a:pt x="611653" y="73852"/>
                </a:lnTo>
                <a:lnTo>
                  <a:pt x="619984" y="115623"/>
                </a:lnTo>
                <a:lnTo>
                  <a:pt x="621029" y="139700"/>
                </a:lnTo>
                <a:lnTo>
                  <a:pt x="619982" y="164633"/>
                </a:lnTo>
                <a:lnTo>
                  <a:pt x="611600" y="207547"/>
                </a:lnTo>
                <a:lnTo>
                  <a:pt x="583104" y="253793"/>
                </a:lnTo>
                <a:lnTo>
                  <a:pt x="553084" y="270890"/>
                </a:lnTo>
                <a:lnTo>
                  <a:pt x="556768" y="282320"/>
                </a:lnTo>
                <a:lnTo>
                  <a:pt x="595217" y="264239"/>
                </a:lnTo>
                <a:lnTo>
                  <a:pt x="623570" y="232918"/>
                </a:lnTo>
                <a:lnTo>
                  <a:pt x="641000" y="191119"/>
                </a:lnTo>
                <a:lnTo>
                  <a:pt x="646810" y="141224"/>
                </a:lnTo>
                <a:lnTo>
                  <a:pt x="645338" y="115339"/>
                </a:lnTo>
                <a:lnTo>
                  <a:pt x="633630" y="69429"/>
                </a:lnTo>
                <a:lnTo>
                  <a:pt x="610560" y="32093"/>
                </a:lnTo>
                <a:lnTo>
                  <a:pt x="577222" y="7379"/>
                </a:lnTo>
                <a:lnTo>
                  <a:pt x="556768" y="0"/>
                </a:lnTo>
                <a:close/>
              </a:path>
              <a:path w="647065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68990" y="3694048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7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0"/>
                </a:lnTo>
                <a:lnTo>
                  <a:pt x="526287" y="282320"/>
                </a:lnTo>
                <a:lnTo>
                  <a:pt x="564737" y="264239"/>
                </a:lnTo>
                <a:lnTo>
                  <a:pt x="593089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7" y="0"/>
                </a:lnTo>
                <a:close/>
              </a:path>
              <a:path w="616584" h="282575">
                <a:moveTo>
                  <a:pt x="90042" y="0"/>
                </a:moveTo>
                <a:lnTo>
                  <a:pt x="51657" y="18081"/>
                </a:lnTo>
                <a:lnTo>
                  <a:pt x="23367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8878" y="4081907"/>
            <a:ext cx="616585" cy="282575"/>
          </a:xfrm>
          <a:custGeom>
            <a:avLst/>
            <a:gdLst/>
            <a:ahLst/>
            <a:cxnLst/>
            <a:rect l="l" t="t" r="r" b="b"/>
            <a:pathLst>
              <a:path w="616584" h="282575">
                <a:moveTo>
                  <a:pt x="526288" y="0"/>
                </a:moveTo>
                <a:lnTo>
                  <a:pt x="522224" y="11430"/>
                </a:lnTo>
                <a:lnTo>
                  <a:pt x="538533" y="18522"/>
                </a:lnTo>
                <a:lnTo>
                  <a:pt x="552592" y="28352"/>
                </a:lnTo>
                <a:lnTo>
                  <a:pt x="581173" y="73852"/>
                </a:lnTo>
                <a:lnTo>
                  <a:pt x="589504" y="115623"/>
                </a:lnTo>
                <a:lnTo>
                  <a:pt x="590550" y="139700"/>
                </a:lnTo>
                <a:lnTo>
                  <a:pt x="589502" y="164633"/>
                </a:lnTo>
                <a:lnTo>
                  <a:pt x="581120" y="207547"/>
                </a:lnTo>
                <a:lnTo>
                  <a:pt x="552624" y="253793"/>
                </a:lnTo>
                <a:lnTo>
                  <a:pt x="522604" y="270891"/>
                </a:lnTo>
                <a:lnTo>
                  <a:pt x="526288" y="282321"/>
                </a:lnTo>
                <a:lnTo>
                  <a:pt x="564737" y="264239"/>
                </a:lnTo>
                <a:lnTo>
                  <a:pt x="593090" y="232918"/>
                </a:lnTo>
                <a:lnTo>
                  <a:pt x="610520" y="191119"/>
                </a:lnTo>
                <a:lnTo>
                  <a:pt x="616330" y="141224"/>
                </a:lnTo>
                <a:lnTo>
                  <a:pt x="614858" y="115339"/>
                </a:lnTo>
                <a:lnTo>
                  <a:pt x="603150" y="69429"/>
                </a:lnTo>
                <a:lnTo>
                  <a:pt x="580080" y="32093"/>
                </a:lnTo>
                <a:lnTo>
                  <a:pt x="546742" y="7379"/>
                </a:lnTo>
                <a:lnTo>
                  <a:pt x="526288" y="0"/>
                </a:lnTo>
                <a:close/>
              </a:path>
              <a:path w="61658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32214" y="4081907"/>
            <a:ext cx="598805" cy="282575"/>
          </a:xfrm>
          <a:custGeom>
            <a:avLst/>
            <a:gdLst/>
            <a:ahLst/>
            <a:cxnLst/>
            <a:rect l="l" t="t" r="r" b="b"/>
            <a:pathLst>
              <a:path w="598804" h="282575">
                <a:moveTo>
                  <a:pt x="508761" y="0"/>
                </a:moveTo>
                <a:lnTo>
                  <a:pt x="504697" y="11430"/>
                </a:lnTo>
                <a:lnTo>
                  <a:pt x="521007" y="18522"/>
                </a:lnTo>
                <a:lnTo>
                  <a:pt x="535066" y="28352"/>
                </a:lnTo>
                <a:lnTo>
                  <a:pt x="563647" y="73852"/>
                </a:lnTo>
                <a:lnTo>
                  <a:pt x="571978" y="115623"/>
                </a:lnTo>
                <a:lnTo>
                  <a:pt x="573024" y="139700"/>
                </a:lnTo>
                <a:lnTo>
                  <a:pt x="571976" y="164633"/>
                </a:lnTo>
                <a:lnTo>
                  <a:pt x="563594" y="207547"/>
                </a:lnTo>
                <a:lnTo>
                  <a:pt x="535098" y="253793"/>
                </a:lnTo>
                <a:lnTo>
                  <a:pt x="505078" y="270891"/>
                </a:lnTo>
                <a:lnTo>
                  <a:pt x="508761" y="282321"/>
                </a:lnTo>
                <a:lnTo>
                  <a:pt x="547211" y="264239"/>
                </a:lnTo>
                <a:lnTo>
                  <a:pt x="575563" y="232918"/>
                </a:lnTo>
                <a:lnTo>
                  <a:pt x="592994" y="191119"/>
                </a:lnTo>
                <a:lnTo>
                  <a:pt x="598804" y="141224"/>
                </a:lnTo>
                <a:lnTo>
                  <a:pt x="597332" y="115339"/>
                </a:lnTo>
                <a:lnTo>
                  <a:pt x="585624" y="69429"/>
                </a:lnTo>
                <a:lnTo>
                  <a:pt x="562554" y="32093"/>
                </a:lnTo>
                <a:lnTo>
                  <a:pt x="529216" y="7379"/>
                </a:lnTo>
                <a:lnTo>
                  <a:pt x="508761" y="0"/>
                </a:lnTo>
                <a:close/>
              </a:path>
              <a:path w="598804" h="282575">
                <a:moveTo>
                  <a:pt x="90042" y="0"/>
                </a:moveTo>
                <a:lnTo>
                  <a:pt x="51657" y="18081"/>
                </a:lnTo>
                <a:lnTo>
                  <a:pt x="23367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096500" y="4081907"/>
            <a:ext cx="670560" cy="282575"/>
          </a:xfrm>
          <a:custGeom>
            <a:avLst/>
            <a:gdLst/>
            <a:ahLst/>
            <a:cxnLst/>
            <a:rect l="l" t="t" r="r" b="b"/>
            <a:pathLst>
              <a:path w="670559" h="282575">
                <a:moveTo>
                  <a:pt x="580390" y="0"/>
                </a:moveTo>
                <a:lnTo>
                  <a:pt x="576326" y="11430"/>
                </a:lnTo>
                <a:lnTo>
                  <a:pt x="592635" y="18522"/>
                </a:lnTo>
                <a:lnTo>
                  <a:pt x="606694" y="28352"/>
                </a:lnTo>
                <a:lnTo>
                  <a:pt x="635275" y="73852"/>
                </a:lnTo>
                <a:lnTo>
                  <a:pt x="643606" y="115623"/>
                </a:lnTo>
                <a:lnTo>
                  <a:pt x="644651" y="139700"/>
                </a:lnTo>
                <a:lnTo>
                  <a:pt x="643604" y="164633"/>
                </a:lnTo>
                <a:lnTo>
                  <a:pt x="635222" y="207547"/>
                </a:lnTo>
                <a:lnTo>
                  <a:pt x="606726" y="253793"/>
                </a:lnTo>
                <a:lnTo>
                  <a:pt x="576706" y="270891"/>
                </a:lnTo>
                <a:lnTo>
                  <a:pt x="580390" y="282321"/>
                </a:lnTo>
                <a:lnTo>
                  <a:pt x="618839" y="264239"/>
                </a:lnTo>
                <a:lnTo>
                  <a:pt x="647192" y="232918"/>
                </a:lnTo>
                <a:lnTo>
                  <a:pt x="664622" y="191119"/>
                </a:lnTo>
                <a:lnTo>
                  <a:pt x="670432" y="141224"/>
                </a:lnTo>
                <a:lnTo>
                  <a:pt x="668960" y="115339"/>
                </a:lnTo>
                <a:lnTo>
                  <a:pt x="657252" y="69429"/>
                </a:lnTo>
                <a:lnTo>
                  <a:pt x="634182" y="32093"/>
                </a:lnTo>
                <a:lnTo>
                  <a:pt x="600844" y="7379"/>
                </a:lnTo>
                <a:lnTo>
                  <a:pt x="580390" y="0"/>
                </a:lnTo>
                <a:close/>
              </a:path>
              <a:path w="670559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933176" y="4081907"/>
            <a:ext cx="653415" cy="282575"/>
          </a:xfrm>
          <a:custGeom>
            <a:avLst/>
            <a:gdLst/>
            <a:ahLst/>
            <a:cxnLst/>
            <a:rect l="l" t="t" r="r" b="b"/>
            <a:pathLst>
              <a:path w="653415" h="282575">
                <a:moveTo>
                  <a:pt x="562864" y="0"/>
                </a:moveTo>
                <a:lnTo>
                  <a:pt x="558800" y="11430"/>
                </a:lnTo>
                <a:lnTo>
                  <a:pt x="575109" y="18522"/>
                </a:lnTo>
                <a:lnTo>
                  <a:pt x="589168" y="28352"/>
                </a:lnTo>
                <a:lnTo>
                  <a:pt x="617749" y="73852"/>
                </a:lnTo>
                <a:lnTo>
                  <a:pt x="626080" y="115623"/>
                </a:lnTo>
                <a:lnTo>
                  <a:pt x="627126" y="139700"/>
                </a:lnTo>
                <a:lnTo>
                  <a:pt x="626078" y="164633"/>
                </a:lnTo>
                <a:lnTo>
                  <a:pt x="617696" y="207547"/>
                </a:lnTo>
                <a:lnTo>
                  <a:pt x="589200" y="253793"/>
                </a:lnTo>
                <a:lnTo>
                  <a:pt x="559180" y="270891"/>
                </a:lnTo>
                <a:lnTo>
                  <a:pt x="562864" y="282321"/>
                </a:lnTo>
                <a:lnTo>
                  <a:pt x="601313" y="264239"/>
                </a:lnTo>
                <a:lnTo>
                  <a:pt x="629666" y="232918"/>
                </a:lnTo>
                <a:lnTo>
                  <a:pt x="647096" y="191119"/>
                </a:lnTo>
                <a:lnTo>
                  <a:pt x="652906" y="141224"/>
                </a:lnTo>
                <a:lnTo>
                  <a:pt x="651434" y="115339"/>
                </a:lnTo>
                <a:lnTo>
                  <a:pt x="639726" y="69429"/>
                </a:lnTo>
                <a:lnTo>
                  <a:pt x="616656" y="32093"/>
                </a:lnTo>
                <a:lnTo>
                  <a:pt x="583318" y="7379"/>
                </a:lnTo>
                <a:lnTo>
                  <a:pt x="562864" y="0"/>
                </a:lnTo>
                <a:close/>
              </a:path>
              <a:path w="65341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48878" y="4424045"/>
            <a:ext cx="623570" cy="282575"/>
          </a:xfrm>
          <a:custGeom>
            <a:avLst/>
            <a:gdLst/>
            <a:ahLst/>
            <a:cxnLst/>
            <a:rect l="l" t="t" r="r" b="b"/>
            <a:pathLst>
              <a:path w="623570" h="282575">
                <a:moveTo>
                  <a:pt x="533146" y="0"/>
                </a:moveTo>
                <a:lnTo>
                  <a:pt x="529081" y="11429"/>
                </a:lnTo>
                <a:lnTo>
                  <a:pt x="545391" y="18522"/>
                </a:lnTo>
                <a:lnTo>
                  <a:pt x="559450" y="28352"/>
                </a:lnTo>
                <a:lnTo>
                  <a:pt x="588031" y="73852"/>
                </a:lnTo>
                <a:lnTo>
                  <a:pt x="596362" y="115623"/>
                </a:lnTo>
                <a:lnTo>
                  <a:pt x="597407" y="139699"/>
                </a:lnTo>
                <a:lnTo>
                  <a:pt x="596360" y="164633"/>
                </a:lnTo>
                <a:lnTo>
                  <a:pt x="587978" y="207547"/>
                </a:lnTo>
                <a:lnTo>
                  <a:pt x="559482" y="253793"/>
                </a:lnTo>
                <a:lnTo>
                  <a:pt x="529463" y="270890"/>
                </a:lnTo>
                <a:lnTo>
                  <a:pt x="533146" y="282320"/>
                </a:lnTo>
                <a:lnTo>
                  <a:pt x="571595" y="264239"/>
                </a:lnTo>
                <a:lnTo>
                  <a:pt x="599948" y="232917"/>
                </a:lnTo>
                <a:lnTo>
                  <a:pt x="617378" y="191119"/>
                </a:lnTo>
                <a:lnTo>
                  <a:pt x="623189" y="141223"/>
                </a:lnTo>
                <a:lnTo>
                  <a:pt x="621716" y="115339"/>
                </a:lnTo>
                <a:lnTo>
                  <a:pt x="610008" y="69429"/>
                </a:lnTo>
                <a:lnTo>
                  <a:pt x="586938" y="32093"/>
                </a:lnTo>
                <a:lnTo>
                  <a:pt x="553600" y="7379"/>
                </a:lnTo>
                <a:lnTo>
                  <a:pt x="533146" y="0"/>
                </a:lnTo>
                <a:close/>
              </a:path>
              <a:path w="62357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38309" y="4424045"/>
            <a:ext cx="593090" cy="282575"/>
          </a:xfrm>
          <a:custGeom>
            <a:avLst/>
            <a:gdLst/>
            <a:ahLst/>
            <a:cxnLst/>
            <a:rect l="l" t="t" r="r" b="b"/>
            <a:pathLst>
              <a:path w="593090" h="282575">
                <a:moveTo>
                  <a:pt x="502666" y="0"/>
                </a:moveTo>
                <a:lnTo>
                  <a:pt x="498601" y="11429"/>
                </a:lnTo>
                <a:lnTo>
                  <a:pt x="514911" y="18522"/>
                </a:lnTo>
                <a:lnTo>
                  <a:pt x="528970" y="28352"/>
                </a:lnTo>
                <a:lnTo>
                  <a:pt x="557551" y="73852"/>
                </a:lnTo>
                <a:lnTo>
                  <a:pt x="565882" y="115623"/>
                </a:lnTo>
                <a:lnTo>
                  <a:pt x="566928" y="139699"/>
                </a:lnTo>
                <a:lnTo>
                  <a:pt x="565880" y="164633"/>
                </a:lnTo>
                <a:lnTo>
                  <a:pt x="557498" y="207547"/>
                </a:lnTo>
                <a:lnTo>
                  <a:pt x="529002" y="253793"/>
                </a:lnTo>
                <a:lnTo>
                  <a:pt x="498983" y="270890"/>
                </a:lnTo>
                <a:lnTo>
                  <a:pt x="502666" y="282320"/>
                </a:lnTo>
                <a:lnTo>
                  <a:pt x="541115" y="264239"/>
                </a:lnTo>
                <a:lnTo>
                  <a:pt x="569468" y="232917"/>
                </a:lnTo>
                <a:lnTo>
                  <a:pt x="586898" y="191119"/>
                </a:lnTo>
                <a:lnTo>
                  <a:pt x="592709" y="141223"/>
                </a:lnTo>
                <a:lnTo>
                  <a:pt x="591236" y="115339"/>
                </a:lnTo>
                <a:lnTo>
                  <a:pt x="579528" y="69429"/>
                </a:lnTo>
                <a:lnTo>
                  <a:pt x="556458" y="32093"/>
                </a:lnTo>
                <a:lnTo>
                  <a:pt x="523120" y="7379"/>
                </a:lnTo>
                <a:lnTo>
                  <a:pt x="502666" y="0"/>
                </a:lnTo>
                <a:close/>
              </a:path>
              <a:path w="59309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0016" y="3582194"/>
            <a:ext cx="3179445" cy="11442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559050" algn="l"/>
                <a:tab pos="3103245" algn="l"/>
              </a:tabLst>
            </a:pPr>
            <a:r>
              <a:rPr sz="2400" spc="-10" dirty="0">
                <a:latin typeface="宋体"/>
                <a:cs typeface="宋体"/>
              </a:rPr>
              <a:t>松弛顺序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459" dirty="0">
                <a:latin typeface="宋体"/>
                <a:cs typeface="宋体"/>
              </a:rPr>
              <a:t> </a:t>
            </a: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spcBef>
                <a:spcPts val="175"/>
              </a:spcBef>
              <a:tabLst>
                <a:tab pos="682625" algn="l"/>
                <a:tab pos="922019" algn="l"/>
                <a:tab pos="1686560" algn="l"/>
                <a:tab pos="2523490" algn="l"/>
              </a:tabLst>
            </a:pPr>
            <a:r>
              <a:rPr sz="2400" dirty="0">
                <a:latin typeface="Cambria Math"/>
                <a:cs typeface="Cambria Math"/>
              </a:rPr>
              <a:t>𝒙,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4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𝒚,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𝒛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139065">
              <a:lnSpc>
                <a:spcPts val="2785"/>
              </a:lnSpc>
              <a:tabLst>
                <a:tab pos="928369" algn="l"/>
                <a:tab pos="1448435" algn="l"/>
              </a:tabLst>
            </a:pPr>
            <a:r>
              <a:rPr sz="2400" dirty="0">
                <a:latin typeface="Cambria Math"/>
                <a:cs typeface="Cambria Math"/>
              </a:rPr>
              <a:t>𝒕,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𝒔,</a:t>
            </a:r>
            <a:r>
              <a:rPr sz="2400" spc="-1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𝒕</a:t>
            </a:r>
            <a:r>
              <a:rPr sz="2400" dirty="0">
                <a:latin typeface="Cambria Math"/>
                <a:cs typeface="Cambria Math"/>
              </a:rPr>
              <a:t>	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(𝒔,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069" y="1153475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83277" y="2132403"/>
            <a:ext cx="7888605" cy="2571115"/>
            <a:chOff x="883277" y="2132403"/>
            <a:chExt cx="7888605" cy="2571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277" y="2132403"/>
              <a:ext cx="7888090" cy="25705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1757" y="3333750"/>
              <a:ext cx="4241800" cy="1019810"/>
            </a:xfrm>
            <a:custGeom>
              <a:avLst/>
              <a:gdLst/>
              <a:ahLst/>
              <a:cxnLst/>
              <a:rect l="l" t="t" r="r" b="b"/>
              <a:pathLst>
                <a:path w="4241800" h="1019810">
                  <a:moveTo>
                    <a:pt x="0" y="118999"/>
                  </a:moveTo>
                  <a:lnTo>
                    <a:pt x="9348" y="72651"/>
                  </a:lnTo>
                  <a:lnTo>
                    <a:pt x="34844" y="34829"/>
                  </a:lnTo>
                  <a:lnTo>
                    <a:pt x="72657" y="9342"/>
                  </a:lnTo>
                  <a:lnTo>
                    <a:pt x="118960" y="0"/>
                  </a:lnTo>
                  <a:lnTo>
                    <a:pt x="4122292" y="0"/>
                  </a:lnTo>
                  <a:lnTo>
                    <a:pt x="4168640" y="9342"/>
                  </a:lnTo>
                  <a:lnTo>
                    <a:pt x="4206462" y="34829"/>
                  </a:lnTo>
                  <a:lnTo>
                    <a:pt x="4231949" y="72651"/>
                  </a:lnTo>
                  <a:lnTo>
                    <a:pt x="4241292" y="118999"/>
                  </a:lnTo>
                  <a:lnTo>
                    <a:pt x="4241292" y="900557"/>
                  </a:lnTo>
                  <a:lnTo>
                    <a:pt x="4231949" y="946904"/>
                  </a:lnTo>
                  <a:lnTo>
                    <a:pt x="4206462" y="984726"/>
                  </a:lnTo>
                  <a:lnTo>
                    <a:pt x="4168640" y="1010213"/>
                  </a:lnTo>
                  <a:lnTo>
                    <a:pt x="4122292" y="1019556"/>
                  </a:lnTo>
                  <a:lnTo>
                    <a:pt x="118960" y="1019556"/>
                  </a:lnTo>
                  <a:lnTo>
                    <a:pt x="72657" y="1010213"/>
                  </a:lnTo>
                  <a:lnTo>
                    <a:pt x="34844" y="984726"/>
                  </a:lnTo>
                  <a:lnTo>
                    <a:pt x="9348" y="946904"/>
                  </a:lnTo>
                  <a:lnTo>
                    <a:pt x="0" y="900557"/>
                  </a:lnTo>
                  <a:lnTo>
                    <a:pt x="0" y="11899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97271" y="3334130"/>
            <a:ext cx="306641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645160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初始化辅助数</a:t>
            </a:r>
            <a:r>
              <a:rPr sz="2000" spc="-50" dirty="0">
                <a:latin typeface="宋体"/>
                <a:cs typeface="宋体"/>
              </a:rPr>
              <a:t>组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3277" y="2132403"/>
            <a:ext cx="7888605" cy="2571115"/>
            <a:chOff x="883277" y="2132403"/>
            <a:chExt cx="7888605" cy="25711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277" y="2132403"/>
              <a:ext cx="7888090" cy="2570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11757" y="4219955"/>
              <a:ext cx="4241800" cy="437515"/>
            </a:xfrm>
            <a:custGeom>
              <a:avLst/>
              <a:gdLst/>
              <a:ahLst/>
              <a:cxnLst/>
              <a:rect l="l" t="t" r="r" b="b"/>
              <a:pathLst>
                <a:path w="4241800" h="437514">
                  <a:moveTo>
                    <a:pt x="0" y="51054"/>
                  </a:moveTo>
                  <a:lnTo>
                    <a:pt x="4010" y="31182"/>
                  </a:lnTo>
                  <a:lnTo>
                    <a:pt x="14947" y="14954"/>
                  </a:lnTo>
                  <a:lnTo>
                    <a:pt x="31171" y="4012"/>
                  </a:lnTo>
                  <a:lnTo>
                    <a:pt x="51041" y="0"/>
                  </a:lnTo>
                  <a:lnTo>
                    <a:pt x="4190238" y="0"/>
                  </a:lnTo>
                  <a:lnTo>
                    <a:pt x="4210109" y="4012"/>
                  </a:lnTo>
                  <a:lnTo>
                    <a:pt x="4226337" y="14954"/>
                  </a:lnTo>
                  <a:lnTo>
                    <a:pt x="4237279" y="31182"/>
                  </a:lnTo>
                  <a:lnTo>
                    <a:pt x="4241292" y="51054"/>
                  </a:lnTo>
                  <a:lnTo>
                    <a:pt x="4241292" y="386334"/>
                  </a:lnTo>
                  <a:lnTo>
                    <a:pt x="4237279" y="406205"/>
                  </a:lnTo>
                  <a:lnTo>
                    <a:pt x="4226337" y="422433"/>
                  </a:lnTo>
                  <a:lnTo>
                    <a:pt x="4210109" y="433375"/>
                  </a:lnTo>
                  <a:lnTo>
                    <a:pt x="4190238" y="437388"/>
                  </a:lnTo>
                  <a:lnTo>
                    <a:pt x="51041" y="437388"/>
                  </a:lnTo>
                  <a:lnTo>
                    <a:pt x="31171" y="433375"/>
                  </a:lnTo>
                  <a:lnTo>
                    <a:pt x="14947" y="422433"/>
                  </a:lnTo>
                  <a:lnTo>
                    <a:pt x="4010" y="406205"/>
                  </a:lnTo>
                  <a:lnTo>
                    <a:pt x="0" y="386334"/>
                  </a:lnTo>
                  <a:lnTo>
                    <a:pt x="0" y="5105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0938" y="1272231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7271" y="4220336"/>
            <a:ext cx="3066415" cy="485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645160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初始化源点距</a:t>
            </a:r>
            <a:r>
              <a:rPr sz="2000" spc="-50" dirty="0">
                <a:latin typeface="宋体"/>
                <a:cs typeface="宋体"/>
              </a:rPr>
              <a:t>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8F4E32C-6AE8-1649-A8D8-D1A8E1F65FF6}"/>
              </a:ext>
            </a:extLst>
          </p:cNvPr>
          <p:cNvSpPr txBox="1">
            <a:spLocks/>
          </p:cNvSpPr>
          <p:nvPr/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4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lang="zh-CN" altLang="en-US" sz="4000" spc="-5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lang="zh-CN" altLang="en-US"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9988" y="1334097"/>
            <a:ext cx="7918561" cy="4266457"/>
            <a:chOff x="859988" y="1334097"/>
            <a:chExt cx="7918561" cy="426645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88" y="1334097"/>
              <a:ext cx="7918561" cy="42664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11758" y="1628067"/>
              <a:ext cx="4241800" cy="361567"/>
            </a:xfrm>
            <a:custGeom>
              <a:avLst/>
              <a:gdLst/>
              <a:ahLst/>
              <a:cxnLst/>
              <a:rect l="l" t="t" r="r" b="b"/>
              <a:pathLst>
                <a:path w="4241800" h="486410">
                  <a:moveTo>
                    <a:pt x="0" y="56769"/>
                  </a:moveTo>
                  <a:lnTo>
                    <a:pt x="4458" y="34665"/>
                  </a:lnTo>
                  <a:lnTo>
                    <a:pt x="16614" y="16621"/>
                  </a:lnTo>
                  <a:lnTo>
                    <a:pt x="34643" y="4458"/>
                  </a:lnTo>
                  <a:lnTo>
                    <a:pt x="56718" y="0"/>
                  </a:lnTo>
                  <a:lnTo>
                    <a:pt x="4184522" y="0"/>
                  </a:lnTo>
                  <a:lnTo>
                    <a:pt x="4206626" y="4458"/>
                  </a:lnTo>
                  <a:lnTo>
                    <a:pt x="4224670" y="16621"/>
                  </a:lnTo>
                  <a:lnTo>
                    <a:pt x="4236833" y="34665"/>
                  </a:lnTo>
                  <a:lnTo>
                    <a:pt x="4241292" y="56769"/>
                  </a:lnTo>
                  <a:lnTo>
                    <a:pt x="4241292" y="429387"/>
                  </a:lnTo>
                  <a:lnTo>
                    <a:pt x="4236833" y="451490"/>
                  </a:lnTo>
                  <a:lnTo>
                    <a:pt x="4224670" y="469534"/>
                  </a:lnTo>
                  <a:lnTo>
                    <a:pt x="4206626" y="481697"/>
                  </a:lnTo>
                  <a:lnTo>
                    <a:pt x="4184522" y="486156"/>
                  </a:lnTo>
                  <a:lnTo>
                    <a:pt x="56718" y="486156"/>
                  </a:lnTo>
                  <a:lnTo>
                    <a:pt x="34643" y="481697"/>
                  </a:lnTo>
                  <a:lnTo>
                    <a:pt x="16614" y="469534"/>
                  </a:lnTo>
                  <a:lnTo>
                    <a:pt x="4458" y="451490"/>
                  </a:lnTo>
                  <a:lnTo>
                    <a:pt x="0" y="429387"/>
                  </a:lnTo>
                  <a:lnTo>
                    <a:pt x="0" y="5676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42989" y="1724405"/>
              <a:ext cx="264160" cy="230504"/>
            </a:xfrm>
            <a:custGeom>
              <a:avLst/>
              <a:gdLst/>
              <a:ahLst/>
              <a:cxnLst/>
              <a:rect l="l" t="t" r="r" b="b"/>
              <a:pathLst>
                <a:path w="264159" h="230505">
                  <a:moveTo>
                    <a:pt x="19050" y="0"/>
                  </a:moveTo>
                  <a:lnTo>
                    <a:pt x="0" y="0"/>
                  </a:lnTo>
                  <a:lnTo>
                    <a:pt x="0" y="230505"/>
                  </a:lnTo>
                  <a:lnTo>
                    <a:pt x="19050" y="230505"/>
                  </a:lnTo>
                  <a:lnTo>
                    <a:pt x="19050" y="0"/>
                  </a:lnTo>
                  <a:close/>
                </a:path>
                <a:path w="264159" h="230505">
                  <a:moveTo>
                    <a:pt x="263652" y="0"/>
                  </a:moveTo>
                  <a:lnTo>
                    <a:pt x="244602" y="0"/>
                  </a:lnTo>
                  <a:lnTo>
                    <a:pt x="244602" y="230505"/>
                  </a:lnTo>
                  <a:lnTo>
                    <a:pt x="263652" y="230505"/>
                  </a:lnTo>
                  <a:lnTo>
                    <a:pt x="263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8340" y="890268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271" y="1593722"/>
            <a:ext cx="306641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505"/>
              </a:spcBef>
              <a:tabLst>
                <a:tab pos="1397000" algn="l"/>
              </a:tabLst>
            </a:pPr>
            <a:r>
              <a:rPr sz="2000" spc="-20" dirty="0">
                <a:latin typeface="宋体"/>
                <a:cs typeface="宋体"/>
              </a:rPr>
              <a:t>进行</a:t>
            </a:r>
            <a:r>
              <a:rPr sz="2000" spc="-370" dirty="0">
                <a:latin typeface="宋体"/>
                <a:cs typeface="宋体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𝑽</a:t>
            </a:r>
            <a:r>
              <a:rPr sz="2000" dirty="0">
                <a:latin typeface="Cambria Math"/>
                <a:cs typeface="Cambria Math"/>
              </a:rPr>
              <a:t>	−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𝟏</a:t>
            </a:r>
            <a:r>
              <a:rPr sz="2000" spc="-20" dirty="0">
                <a:latin typeface="宋体"/>
                <a:cs typeface="宋体"/>
              </a:rPr>
              <a:t>轮松</a:t>
            </a:r>
            <a:r>
              <a:rPr sz="2000" spc="-50" dirty="0">
                <a:latin typeface="宋体"/>
                <a:cs typeface="宋体"/>
              </a:rPr>
              <a:t>弛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3417700A-8610-EA46-8CDD-54CB9E3B2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9988" y="1334097"/>
            <a:ext cx="7919084" cy="4266565"/>
            <a:chOff x="859988" y="1334097"/>
            <a:chExt cx="7919084" cy="4266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88" y="1334097"/>
              <a:ext cx="7918561" cy="42664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11758" y="1955291"/>
              <a:ext cx="4241800" cy="565785"/>
            </a:xfrm>
            <a:custGeom>
              <a:avLst/>
              <a:gdLst/>
              <a:ahLst/>
              <a:cxnLst/>
              <a:rect l="l" t="t" r="r" b="b"/>
              <a:pathLst>
                <a:path w="4241800" h="565785">
                  <a:moveTo>
                    <a:pt x="0" y="65912"/>
                  </a:moveTo>
                  <a:lnTo>
                    <a:pt x="5184" y="40290"/>
                  </a:lnTo>
                  <a:lnTo>
                    <a:pt x="19324" y="19335"/>
                  </a:lnTo>
                  <a:lnTo>
                    <a:pt x="40296" y="5191"/>
                  </a:lnTo>
                  <a:lnTo>
                    <a:pt x="65976" y="0"/>
                  </a:lnTo>
                  <a:lnTo>
                    <a:pt x="4175379" y="0"/>
                  </a:lnTo>
                  <a:lnTo>
                    <a:pt x="4201001" y="5191"/>
                  </a:lnTo>
                  <a:lnTo>
                    <a:pt x="4221956" y="19335"/>
                  </a:lnTo>
                  <a:lnTo>
                    <a:pt x="4236100" y="40290"/>
                  </a:lnTo>
                  <a:lnTo>
                    <a:pt x="4241292" y="65912"/>
                  </a:lnTo>
                  <a:lnTo>
                    <a:pt x="4241292" y="499491"/>
                  </a:lnTo>
                  <a:lnTo>
                    <a:pt x="4236100" y="525113"/>
                  </a:lnTo>
                  <a:lnTo>
                    <a:pt x="4221956" y="546068"/>
                  </a:lnTo>
                  <a:lnTo>
                    <a:pt x="4201001" y="560212"/>
                  </a:lnTo>
                  <a:lnTo>
                    <a:pt x="4175379" y="565404"/>
                  </a:lnTo>
                  <a:lnTo>
                    <a:pt x="65976" y="565404"/>
                  </a:lnTo>
                  <a:lnTo>
                    <a:pt x="40296" y="560212"/>
                  </a:lnTo>
                  <a:lnTo>
                    <a:pt x="19324" y="546068"/>
                  </a:lnTo>
                  <a:lnTo>
                    <a:pt x="5184" y="525113"/>
                  </a:lnTo>
                  <a:lnTo>
                    <a:pt x="0" y="499491"/>
                  </a:lnTo>
                  <a:lnTo>
                    <a:pt x="0" y="6591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88340" y="867118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7271" y="1955673"/>
            <a:ext cx="306641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对所有边进行松弛操</a:t>
            </a:r>
            <a:r>
              <a:rPr sz="2000" spc="-50" dirty="0">
                <a:latin typeface="宋体"/>
                <a:cs typeface="宋体"/>
              </a:rPr>
              <a:t>作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36B087E-CD89-9C48-87AD-E89C9869D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878693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9988" y="1334097"/>
            <a:ext cx="7919084" cy="4266565"/>
            <a:chOff x="859988" y="1334097"/>
            <a:chExt cx="7919084" cy="4266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88" y="1334097"/>
              <a:ext cx="7918561" cy="42664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1758" y="2468118"/>
              <a:ext cx="4241800" cy="565785"/>
            </a:xfrm>
            <a:custGeom>
              <a:avLst/>
              <a:gdLst/>
              <a:ahLst/>
              <a:cxnLst/>
              <a:rect l="l" t="t" r="r" b="b"/>
              <a:pathLst>
                <a:path w="4241800" h="565785">
                  <a:moveTo>
                    <a:pt x="0" y="65912"/>
                  </a:moveTo>
                  <a:lnTo>
                    <a:pt x="5184" y="40290"/>
                  </a:lnTo>
                  <a:lnTo>
                    <a:pt x="19324" y="19335"/>
                  </a:lnTo>
                  <a:lnTo>
                    <a:pt x="40296" y="5191"/>
                  </a:lnTo>
                  <a:lnTo>
                    <a:pt x="65976" y="0"/>
                  </a:lnTo>
                  <a:lnTo>
                    <a:pt x="4175379" y="0"/>
                  </a:lnTo>
                  <a:lnTo>
                    <a:pt x="4201001" y="5191"/>
                  </a:lnTo>
                  <a:lnTo>
                    <a:pt x="4221956" y="19335"/>
                  </a:lnTo>
                  <a:lnTo>
                    <a:pt x="4236100" y="40290"/>
                  </a:lnTo>
                  <a:lnTo>
                    <a:pt x="4241292" y="65912"/>
                  </a:lnTo>
                  <a:lnTo>
                    <a:pt x="4241292" y="499491"/>
                  </a:lnTo>
                  <a:lnTo>
                    <a:pt x="4236100" y="525113"/>
                  </a:lnTo>
                  <a:lnTo>
                    <a:pt x="4221956" y="546068"/>
                  </a:lnTo>
                  <a:lnTo>
                    <a:pt x="4201001" y="560212"/>
                  </a:lnTo>
                  <a:lnTo>
                    <a:pt x="4175379" y="565404"/>
                  </a:lnTo>
                  <a:lnTo>
                    <a:pt x="65976" y="565404"/>
                  </a:lnTo>
                  <a:lnTo>
                    <a:pt x="40296" y="560212"/>
                  </a:lnTo>
                  <a:lnTo>
                    <a:pt x="19324" y="546068"/>
                  </a:lnTo>
                  <a:lnTo>
                    <a:pt x="5184" y="525113"/>
                  </a:lnTo>
                  <a:lnTo>
                    <a:pt x="0" y="499491"/>
                  </a:lnTo>
                  <a:lnTo>
                    <a:pt x="0" y="6591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97271" y="2468498"/>
            <a:ext cx="3066415" cy="485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771525">
              <a:lnSpc>
                <a:spcPct val="100000"/>
              </a:lnSpc>
              <a:spcBef>
                <a:spcPts val="500"/>
              </a:spcBef>
            </a:pPr>
            <a:r>
              <a:rPr sz="2000" spc="-20" dirty="0">
                <a:latin typeface="宋体"/>
                <a:cs typeface="宋体"/>
              </a:rPr>
              <a:t>更新辅助数</a:t>
            </a:r>
            <a:r>
              <a:rPr sz="2000" spc="-50" dirty="0">
                <a:latin typeface="宋体"/>
                <a:cs typeface="宋体"/>
              </a:rPr>
              <a:t>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6DF7538B-F056-BA40-A405-ABB3B0EB77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01843"/>
            <a:ext cx="328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Bellman-Ford(</a:t>
            </a:r>
            <a:r>
              <a:rPr sz="2800" dirty="0">
                <a:latin typeface="Cambria Math"/>
                <a:cs typeface="Cambria Math"/>
              </a:rPr>
              <a:t>𝑮,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𝒔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9988" y="1334097"/>
            <a:ext cx="7919084" cy="4266565"/>
            <a:chOff x="859988" y="1334097"/>
            <a:chExt cx="7919084" cy="4266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88" y="1334097"/>
              <a:ext cx="7918561" cy="42664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1758" y="3898392"/>
              <a:ext cx="4241800" cy="1329055"/>
            </a:xfrm>
            <a:custGeom>
              <a:avLst/>
              <a:gdLst/>
              <a:ahLst/>
              <a:cxnLst/>
              <a:rect l="l" t="t" r="r" b="b"/>
              <a:pathLst>
                <a:path w="4241800" h="1329054">
                  <a:moveTo>
                    <a:pt x="0" y="155066"/>
                  </a:moveTo>
                  <a:lnTo>
                    <a:pt x="7904" y="106070"/>
                  </a:lnTo>
                  <a:lnTo>
                    <a:pt x="29915" y="63505"/>
                  </a:lnTo>
                  <a:lnTo>
                    <a:pt x="63480" y="29931"/>
                  </a:lnTo>
                  <a:lnTo>
                    <a:pt x="106044" y="7909"/>
                  </a:lnTo>
                  <a:lnTo>
                    <a:pt x="155054" y="0"/>
                  </a:lnTo>
                  <a:lnTo>
                    <a:pt x="4086225" y="0"/>
                  </a:lnTo>
                  <a:lnTo>
                    <a:pt x="4135221" y="7909"/>
                  </a:lnTo>
                  <a:lnTo>
                    <a:pt x="4177786" y="29931"/>
                  </a:lnTo>
                  <a:lnTo>
                    <a:pt x="4211360" y="63505"/>
                  </a:lnTo>
                  <a:lnTo>
                    <a:pt x="4233382" y="106070"/>
                  </a:lnTo>
                  <a:lnTo>
                    <a:pt x="4241292" y="155066"/>
                  </a:lnTo>
                  <a:lnTo>
                    <a:pt x="4241292" y="1173860"/>
                  </a:lnTo>
                  <a:lnTo>
                    <a:pt x="4233382" y="1222857"/>
                  </a:lnTo>
                  <a:lnTo>
                    <a:pt x="4211360" y="1265422"/>
                  </a:lnTo>
                  <a:lnTo>
                    <a:pt x="4177786" y="1298996"/>
                  </a:lnTo>
                  <a:lnTo>
                    <a:pt x="4135221" y="1321018"/>
                  </a:lnTo>
                  <a:lnTo>
                    <a:pt x="4086225" y="1328927"/>
                  </a:lnTo>
                  <a:lnTo>
                    <a:pt x="155054" y="1328927"/>
                  </a:lnTo>
                  <a:lnTo>
                    <a:pt x="106044" y="1321018"/>
                  </a:lnTo>
                  <a:lnTo>
                    <a:pt x="63480" y="1298996"/>
                  </a:lnTo>
                  <a:lnTo>
                    <a:pt x="29915" y="1265422"/>
                  </a:lnTo>
                  <a:lnTo>
                    <a:pt x="7904" y="1222857"/>
                  </a:lnTo>
                  <a:lnTo>
                    <a:pt x="0" y="1173860"/>
                  </a:lnTo>
                  <a:lnTo>
                    <a:pt x="0" y="15506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97271" y="3898772"/>
            <a:ext cx="3066415" cy="486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宋体"/>
                <a:cs typeface="宋体"/>
              </a:rPr>
              <a:t>判断是否存在负</a:t>
            </a:r>
            <a:r>
              <a:rPr sz="2000" spc="-50" dirty="0">
                <a:latin typeface="宋体"/>
                <a:cs typeface="宋体"/>
              </a:rPr>
              <a:t>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733AA35-7263-FA4A-9973-D77158408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608" y="313434"/>
            <a:ext cx="209085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7F6B3A-1E91-3F42-BC02-A83ECC1D14B0}"/>
              </a:ext>
            </a:extLst>
          </p:cNvPr>
          <p:cNvSpPr txBox="1"/>
          <p:nvPr/>
        </p:nvSpPr>
        <p:spPr>
          <a:xfrm>
            <a:off x="1306287" y="222069"/>
            <a:ext cx="500307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与迪杰斯特拉算法的区别：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33A604-B273-B848-A24F-4AB0A0460C9F}"/>
              </a:ext>
            </a:extLst>
          </p:cNvPr>
          <p:cNvSpPr txBox="1"/>
          <p:nvPr/>
        </p:nvSpPr>
        <p:spPr>
          <a:xfrm>
            <a:off x="692331" y="1404653"/>
            <a:ext cx="10515599" cy="27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1. 迪杰斯特拉算法是借助贪心思想，每次选取一个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未处理的最近的结点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，去对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与他相连接的边进行松弛操作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；贝尔曼福特算法是直接对所有边进行N-1遍松弛操作。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2. 迪杰斯特拉算法要求边的权值不能是负数；贝尔曼福特算法边的权值可以为负数，并可检测负权回路。</a:t>
            </a:r>
          </a:p>
        </p:txBody>
      </p:sp>
    </p:spTree>
    <p:extLst>
      <p:ext uri="{BB962C8B-B14F-4D97-AF65-F5344CB8AC3E}">
        <p14:creationId xmlns:p14="http://schemas.microsoft.com/office/powerpoint/2010/main" val="292038141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29177"/>
            <a:ext cx="64166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一笔画问题：手机解锁图案需一笔画出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1835" y="233948"/>
            <a:ext cx="34669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图的背</a:t>
            </a:r>
            <a:r>
              <a:rPr spc="-50" dirty="0"/>
              <a:t>景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251" y="1931562"/>
            <a:ext cx="3165348" cy="37475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91400" y="1931562"/>
            <a:ext cx="3165475" cy="3747770"/>
            <a:chOff x="7391400" y="1578863"/>
            <a:chExt cx="3165475" cy="37477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0" y="1578863"/>
              <a:ext cx="3165348" cy="37475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0154" y="2922219"/>
              <a:ext cx="1942338" cy="4290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93023" y="3083052"/>
              <a:ext cx="1628775" cy="114300"/>
            </a:xfrm>
            <a:custGeom>
              <a:avLst/>
              <a:gdLst/>
              <a:ahLst/>
              <a:cxnLst/>
              <a:rect l="l" t="t" r="r" b="b"/>
              <a:pathLst>
                <a:path w="1628775" h="114300">
                  <a:moveTo>
                    <a:pt x="1514475" y="0"/>
                  </a:moveTo>
                  <a:lnTo>
                    <a:pt x="1514475" y="114300"/>
                  </a:lnTo>
                  <a:lnTo>
                    <a:pt x="1590675" y="76200"/>
                  </a:lnTo>
                  <a:lnTo>
                    <a:pt x="1533525" y="76200"/>
                  </a:lnTo>
                  <a:lnTo>
                    <a:pt x="1533525" y="38100"/>
                  </a:lnTo>
                  <a:lnTo>
                    <a:pt x="1590675" y="38100"/>
                  </a:lnTo>
                  <a:lnTo>
                    <a:pt x="1514475" y="0"/>
                  </a:lnTo>
                  <a:close/>
                </a:path>
                <a:path w="1628775" h="114300">
                  <a:moveTo>
                    <a:pt x="151447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514475" y="76200"/>
                  </a:lnTo>
                  <a:lnTo>
                    <a:pt x="1514475" y="38100"/>
                  </a:lnTo>
                  <a:close/>
                </a:path>
                <a:path w="1628775" h="114300">
                  <a:moveTo>
                    <a:pt x="1590675" y="38100"/>
                  </a:moveTo>
                  <a:lnTo>
                    <a:pt x="1533525" y="38100"/>
                  </a:lnTo>
                  <a:lnTo>
                    <a:pt x="1533525" y="76200"/>
                  </a:lnTo>
                  <a:lnTo>
                    <a:pt x="1590675" y="76200"/>
                  </a:lnTo>
                  <a:lnTo>
                    <a:pt x="1628775" y="57150"/>
                  </a:lnTo>
                  <a:lnTo>
                    <a:pt x="1590675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5091" y="3115055"/>
              <a:ext cx="1956053" cy="19187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93023" y="3218053"/>
              <a:ext cx="1642110" cy="1605280"/>
            </a:xfrm>
            <a:custGeom>
              <a:avLst/>
              <a:gdLst/>
              <a:ahLst/>
              <a:cxnLst/>
              <a:rect l="l" t="t" r="r" b="b"/>
              <a:pathLst>
                <a:path w="1642109" h="1605279">
                  <a:moveTo>
                    <a:pt x="41782" y="1484249"/>
                  </a:moveTo>
                  <a:lnTo>
                    <a:pt x="0" y="1605026"/>
                  </a:lnTo>
                  <a:lnTo>
                    <a:pt x="121666" y="1566037"/>
                  </a:lnTo>
                  <a:lnTo>
                    <a:pt x="108021" y="1552067"/>
                  </a:lnTo>
                  <a:lnTo>
                    <a:pt x="81406" y="1552067"/>
                  </a:lnTo>
                  <a:lnTo>
                    <a:pt x="54864" y="1524762"/>
                  </a:lnTo>
                  <a:lnTo>
                    <a:pt x="68417" y="1511519"/>
                  </a:lnTo>
                  <a:lnTo>
                    <a:pt x="41782" y="1484249"/>
                  </a:lnTo>
                  <a:close/>
                </a:path>
                <a:path w="1642109" h="1605279">
                  <a:moveTo>
                    <a:pt x="68417" y="1511519"/>
                  </a:moveTo>
                  <a:lnTo>
                    <a:pt x="54864" y="1524762"/>
                  </a:lnTo>
                  <a:lnTo>
                    <a:pt x="81406" y="1552067"/>
                  </a:lnTo>
                  <a:lnTo>
                    <a:pt x="95025" y="1538761"/>
                  </a:lnTo>
                  <a:lnTo>
                    <a:pt x="68417" y="1511519"/>
                  </a:lnTo>
                  <a:close/>
                </a:path>
                <a:path w="1642109" h="1605279">
                  <a:moveTo>
                    <a:pt x="95025" y="1538761"/>
                  </a:moveTo>
                  <a:lnTo>
                    <a:pt x="81406" y="1552067"/>
                  </a:lnTo>
                  <a:lnTo>
                    <a:pt x="108021" y="1552067"/>
                  </a:lnTo>
                  <a:lnTo>
                    <a:pt x="95025" y="1538761"/>
                  </a:lnTo>
                  <a:close/>
                </a:path>
                <a:path w="1642109" h="1605279">
                  <a:moveTo>
                    <a:pt x="1615440" y="0"/>
                  </a:moveTo>
                  <a:lnTo>
                    <a:pt x="68417" y="1511519"/>
                  </a:lnTo>
                  <a:lnTo>
                    <a:pt x="95025" y="1538761"/>
                  </a:lnTo>
                  <a:lnTo>
                    <a:pt x="1642109" y="27177"/>
                  </a:lnTo>
                  <a:lnTo>
                    <a:pt x="16154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6155" y="4725111"/>
              <a:ext cx="1926336" cy="4290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09025" y="4885943"/>
              <a:ext cx="1612900" cy="114300"/>
            </a:xfrm>
            <a:custGeom>
              <a:avLst/>
              <a:gdLst/>
              <a:ahLst/>
              <a:cxnLst/>
              <a:rect l="l" t="t" r="r" b="b"/>
              <a:pathLst>
                <a:path w="1612900" h="114300">
                  <a:moveTo>
                    <a:pt x="1498473" y="0"/>
                  </a:moveTo>
                  <a:lnTo>
                    <a:pt x="1498473" y="114299"/>
                  </a:lnTo>
                  <a:lnTo>
                    <a:pt x="1574673" y="76199"/>
                  </a:lnTo>
                  <a:lnTo>
                    <a:pt x="1517523" y="76199"/>
                  </a:lnTo>
                  <a:lnTo>
                    <a:pt x="1517523" y="38099"/>
                  </a:lnTo>
                  <a:lnTo>
                    <a:pt x="1574673" y="38099"/>
                  </a:lnTo>
                  <a:lnTo>
                    <a:pt x="1498473" y="0"/>
                  </a:lnTo>
                  <a:close/>
                </a:path>
                <a:path w="1612900" h="114300">
                  <a:moveTo>
                    <a:pt x="1498473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1498473" y="76199"/>
                  </a:lnTo>
                  <a:lnTo>
                    <a:pt x="1498473" y="38099"/>
                  </a:lnTo>
                  <a:close/>
                </a:path>
                <a:path w="1612900" h="114300">
                  <a:moveTo>
                    <a:pt x="1574673" y="38099"/>
                  </a:moveTo>
                  <a:lnTo>
                    <a:pt x="1517523" y="38099"/>
                  </a:lnTo>
                  <a:lnTo>
                    <a:pt x="1517523" y="76199"/>
                  </a:lnTo>
                  <a:lnTo>
                    <a:pt x="1574673" y="76199"/>
                  </a:lnTo>
                  <a:lnTo>
                    <a:pt x="1612773" y="57149"/>
                  </a:lnTo>
                  <a:lnTo>
                    <a:pt x="1574673" y="38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0227" y="3017519"/>
              <a:ext cx="2010918" cy="19438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138159" y="3235452"/>
              <a:ext cx="1697355" cy="1630680"/>
            </a:xfrm>
            <a:custGeom>
              <a:avLst/>
              <a:gdLst/>
              <a:ahLst/>
              <a:cxnLst/>
              <a:rect l="l" t="t" r="r" b="b"/>
              <a:pathLst>
                <a:path w="1697354" h="1630679">
                  <a:moveTo>
                    <a:pt x="95693" y="65426"/>
                  </a:moveTo>
                  <a:lnTo>
                    <a:pt x="69257" y="92965"/>
                  </a:lnTo>
                  <a:lnTo>
                    <a:pt x="1670431" y="1630172"/>
                  </a:lnTo>
                  <a:lnTo>
                    <a:pt x="1696847" y="1602740"/>
                  </a:lnTo>
                  <a:lnTo>
                    <a:pt x="95693" y="65426"/>
                  </a:lnTo>
                  <a:close/>
                </a:path>
                <a:path w="1697354" h="1630679">
                  <a:moveTo>
                    <a:pt x="0" y="0"/>
                  </a:moveTo>
                  <a:lnTo>
                    <a:pt x="42925" y="120396"/>
                  </a:lnTo>
                  <a:lnTo>
                    <a:pt x="69257" y="92965"/>
                  </a:lnTo>
                  <a:lnTo>
                    <a:pt x="55499" y="79756"/>
                  </a:lnTo>
                  <a:lnTo>
                    <a:pt x="81915" y="52197"/>
                  </a:lnTo>
                  <a:lnTo>
                    <a:pt x="108392" y="52197"/>
                  </a:lnTo>
                  <a:lnTo>
                    <a:pt x="122047" y="37973"/>
                  </a:lnTo>
                  <a:lnTo>
                    <a:pt x="0" y="0"/>
                  </a:lnTo>
                  <a:close/>
                </a:path>
                <a:path w="1697354" h="1630679">
                  <a:moveTo>
                    <a:pt x="81915" y="52197"/>
                  </a:moveTo>
                  <a:lnTo>
                    <a:pt x="55499" y="79756"/>
                  </a:lnTo>
                  <a:lnTo>
                    <a:pt x="69257" y="92965"/>
                  </a:lnTo>
                  <a:lnTo>
                    <a:pt x="95693" y="65426"/>
                  </a:lnTo>
                  <a:lnTo>
                    <a:pt x="81915" y="52197"/>
                  </a:lnTo>
                  <a:close/>
                </a:path>
                <a:path w="1697354" h="1630679">
                  <a:moveTo>
                    <a:pt x="108392" y="52197"/>
                  </a:moveTo>
                  <a:lnTo>
                    <a:pt x="81915" y="52197"/>
                  </a:lnTo>
                  <a:lnTo>
                    <a:pt x="95693" y="65426"/>
                  </a:lnTo>
                  <a:lnTo>
                    <a:pt x="108392" y="5219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148" y="243473"/>
            <a:ext cx="29444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图的背</a:t>
            </a:r>
            <a:r>
              <a:rPr spc="-50" dirty="0"/>
              <a:t>景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292" y="2308208"/>
            <a:ext cx="2556510" cy="28849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34417" y="2298619"/>
            <a:ext cx="3939540" cy="3108960"/>
            <a:chOff x="6134417" y="1828355"/>
            <a:chExt cx="3939540" cy="31089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4005" y="1837943"/>
              <a:ext cx="3920490" cy="30899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39179" y="1833117"/>
              <a:ext cx="3930015" cy="3099435"/>
            </a:xfrm>
            <a:custGeom>
              <a:avLst/>
              <a:gdLst/>
              <a:ahLst/>
              <a:cxnLst/>
              <a:rect l="l" t="t" r="r" b="b"/>
              <a:pathLst>
                <a:path w="3930015" h="3099435">
                  <a:moveTo>
                    <a:pt x="0" y="3099435"/>
                  </a:moveTo>
                  <a:lnTo>
                    <a:pt x="3930014" y="3099435"/>
                  </a:lnTo>
                  <a:lnTo>
                    <a:pt x="3930014" y="0"/>
                  </a:lnTo>
                  <a:lnTo>
                    <a:pt x="0" y="0"/>
                  </a:lnTo>
                  <a:lnTo>
                    <a:pt x="0" y="309943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8340" y="1246742"/>
            <a:ext cx="10683875" cy="460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>
                <a:latin typeface="宋体"/>
                <a:cs typeface="宋体"/>
              </a:rPr>
              <a:t>柯尼斯堡七桥问题：七座桥连接河岸和两个小岛，步行者怎样才能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不重复、不遗漏</a:t>
            </a:r>
            <a:r>
              <a:rPr sz="2800" spc="30" dirty="0">
                <a:latin typeface="宋体"/>
                <a:cs typeface="宋体"/>
              </a:rPr>
              <a:t>地一次走完七座桥?</a:t>
            </a:r>
            <a:endParaRPr sz="2800">
              <a:latin typeface="宋体"/>
              <a:cs typeface="宋体"/>
            </a:endParaRPr>
          </a:p>
          <a:p>
            <a:pPr marL="6948805" marR="2793365" indent="167640">
              <a:lnSpc>
                <a:spcPct val="221400"/>
              </a:lnSpc>
              <a:spcBef>
                <a:spcPts val="2680"/>
              </a:spcBef>
            </a:pPr>
            <a:r>
              <a:rPr sz="2400" spc="-10" dirty="0">
                <a:latin typeface="宋体"/>
                <a:cs typeface="宋体"/>
              </a:rPr>
              <a:t>河岸</a:t>
            </a:r>
            <a:r>
              <a:rPr sz="2400" spc="-50" dirty="0">
                <a:latin typeface="宋体"/>
                <a:cs typeface="宋体"/>
              </a:rPr>
              <a:t>1</a:t>
            </a:r>
            <a:r>
              <a:rPr sz="2400" dirty="0">
                <a:latin typeface="宋体"/>
                <a:cs typeface="宋体"/>
              </a:rPr>
              <a:t>小岛</a:t>
            </a:r>
            <a:r>
              <a:rPr sz="2400" spc="-50" dirty="0">
                <a:latin typeface="宋体"/>
                <a:cs typeface="宋体"/>
              </a:rPr>
              <a:t>1</a:t>
            </a:r>
            <a:endParaRPr sz="2400">
              <a:latin typeface="宋体"/>
              <a:cs typeface="宋体"/>
            </a:endParaRPr>
          </a:p>
          <a:p>
            <a:pPr marR="1447800" algn="r">
              <a:lnSpc>
                <a:spcPts val="2615"/>
              </a:lnSpc>
            </a:pPr>
            <a:r>
              <a:rPr sz="2400" dirty="0">
                <a:latin typeface="宋体"/>
                <a:cs typeface="宋体"/>
              </a:rPr>
              <a:t>小岛</a:t>
            </a:r>
            <a:r>
              <a:rPr sz="2400" spc="370" dirty="0">
                <a:latin typeface="宋体"/>
                <a:cs typeface="宋体"/>
              </a:rPr>
              <a:t>2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宋体"/>
              <a:cs typeface="宋体"/>
            </a:endParaRPr>
          </a:p>
          <a:p>
            <a:pPr marL="6557009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河岸</a:t>
            </a:r>
            <a:r>
              <a:rPr sz="2400" spc="370" dirty="0">
                <a:latin typeface="宋体"/>
                <a:cs typeface="宋体"/>
              </a:rPr>
              <a:t>2</a:t>
            </a:r>
            <a:endParaRPr sz="2400">
              <a:latin typeface="宋体"/>
              <a:cs typeface="宋体"/>
            </a:endParaRPr>
          </a:p>
          <a:p>
            <a:pPr marL="2291080" marR="7496175" indent="-380365">
              <a:lnSpc>
                <a:spcPct val="100000"/>
              </a:lnSpc>
              <a:spcBef>
                <a:spcPts val="905"/>
              </a:spcBef>
            </a:pPr>
            <a:r>
              <a:rPr sz="2000" spc="-20" dirty="0">
                <a:latin typeface="宋体"/>
                <a:cs typeface="宋体"/>
              </a:rPr>
              <a:t>瑞士数学</a:t>
            </a:r>
            <a:r>
              <a:rPr sz="2000" spc="-50" dirty="0">
                <a:latin typeface="宋体"/>
                <a:cs typeface="宋体"/>
              </a:rPr>
              <a:t>家</a:t>
            </a:r>
            <a:r>
              <a:rPr sz="2000" spc="-20" dirty="0">
                <a:latin typeface="宋体"/>
                <a:cs typeface="宋体"/>
              </a:rPr>
              <a:t>欧</a:t>
            </a:r>
            <a:r>
              <a:rPr sz="2000" spc="-50" dirty="0">
                <a:latin typeface="宋体"/>
                <a:cs typeface="宋体"/>
              </a:rPr>
              <a:t>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7979" y="3313666"/>
            <a:ext cx="2214245" cy="1749425"/>
          </a:xfrm>
          <a:custGeom>
            <a:avLst/>
            <a:gdLst/>
            <a:ahLst/>
            <a:cxnLst/>
            <a:rect l="l" t="t" r="r" b="b"/>
            <a:pathLst>
              <a:path w="2214245" h="1749425">
                <a:moveTo>
                  <a:pt x="692150" y="0"/>
                </a:moveTo>
                <a:lnTo>
                  <a:pt x="537464" y="113284"/>
                </a:lnTo>
                <a:lnTo>
                  <a:pt x="588403" y="139458"/>
                </a:lnTo>
                <a:lnTo>
                  <a:pt x="0" y="1283970"/>
                </a:lnTo>
                <a:lnTo>
                  <a:pt x="50800" y="1310005"/>
                </a:lnTo>
                <a:lnTo>
                  <a:pt x="639178" y="165544"/>
                </a:lnTo>
                <a:lnTo>
                  <a:pt x="689991" y="191643"/>
                </a:lnTo>
                <a:lnTo>
                  <a:pt x="690854" y="114046"/>
                </a:lnTo>
                <a:lnTo>
                  <a:pt x="692150" y="0"/>
                </a:lnTo>
                <a:close/>
              </a:path>
              <a:path w="2214245" h="1749425">
                <a:moveTo>
                  <a:pt x="1131570" y="257302"/>
                </a:moveTo>
                <a:lnTo>
                  <a:pt x="1082929" y="227330"/>
                </a:lnTo>
                <a:lnTo>
                  <a:pt x="548576" y="1099223"/>
                </a:lnTo>
                <a:lnTo>
                  <a:pt x="499872" y="1069340"/>
                </a:lnTo>
                <a:lnTo>
                  <a:pt x="483362" y="1260348"/>
                </a:lnTo>
                <a:lnTo>
                  <a:pt x="646049" y="1159002"/>
                </a:lnTo>
                <a:lnTo>
                  <a:pt x="636930" y="1153414"/>
                </a:lnTo>
                <a:lnTo>
                  <a:pt x="597306" y="1129118"/>
                </a:lnTo>
                <a:lnTo>
                  <a:pt x="1131570" y="257302"/>
                </a:lnTo>
                <a:close/>
              </a:path>
              <a:path w="2214245" h="1749425">
                <a:moveTo>
                  <a:pt x="1267434" y="129032"/>
                </a:moveTo>
                <a:lnTo>
                  <a:pt x="1172464" y="129032"/>
                </a:lnTo>
                <a:lnTo>
                  <a:pt x="1143863" y="129032"/>
                </a:lnTo>
                <a:lnTo>
                  <a:pt x="1141222" y="184785"/>
                </a:lnTo>
                <a:lnTo>
                  <a:pt x="1267434" y="129032"/>
                </a:lnTo>
                <a:close/>
              </a:path>
              <a:path w="2214245" h="1749425">
                <a:moveTo>
                  <a:pt x="1316609" y="107315"/>
                </a:moveTo>
                <a:lnTo>
                  <a:pt x="1149350" y="13589"/>
                </a:lnTo>
                <a:lnTo>
                  <a:pt x="1146632" y="70675"/>
                </a:lnTo>
                <a:lnTo>
                  <a:pt x="754507" y="52197"/>
                </a:lnTo>
                <a:lnTo>
                  <a:pt x="751713" y="109347"/>
                </a:lnTo>
                <a:lnTo>
                  <a:pt x="1143927" y="127698"/>
                </a:lnTo>
                <a:lnTo>
                  <a:pt x="1172514" y="127698"/>
                </a:lnTo>
                <a:lnTo>
                  <a:pt x="1270457" y="127698"/>
                </a:lnTo>
                <a:lnTo>
                  <a:pt x="1316609" y="107315"/>
                </a:lnTo>
                <a:close/>
              </a:path>
              <a:path w="2214245" h="1749425">
                <a:moveTo>
                  <a:pt x="2214118" y="844296"/>
                </a:moveTo>
                <a:lnTo>
                  <a:pt x="2057781" y="955294"/>
                </a:lnTo>
                <a:lnTo>
                  <a:pt x="2108225" y="982179"/>
                </a:lnTo>
                <a:lnTo>
                  <a:pt x="1745970" y="1662353"/>
                </a:lnTo>
                <a:lnTo>
                  <a:pt x="1744726" y="1661033"/>
                </a:lnTo>
                <a:lnTo>
                  <a:pt x="1633093" y="1543812"/>
                </a:lnTo>
                <a:lnTo>
                  <a:pt x="1613687" y="1597621"/>
                </a:lnTo>
                <a:lnTo>
                  <a:pt x="584454" y="1226566"/>
                </a:lnTo>
                <a:lnTo>
                  <a:pt x="565150" y="1280414"/>
                </a:lnTo>
                <a:lnTo>
                  <a:pt x="1594319" y="1651317"/>
                </a:lnTo>
                <a:lnTo>
                  <a:pt x="1574927" y="1705102"/>
                </a:lnTo>
                <a:lnTo>
                  <a:pt x="1733143" y="1686420"/>
                </a:lnTo>
                <a:lnTo>
                  <a:pt x="1713865" y="1722628"/>
                </a:lnTo>
                <a:lnTo>
                  <a:pt x="1764411" y="1749425"/>
                </a:lnTo>
                <a:lnTo>
                  <a:pt x="2158669" y="1009053"/>
                </a:lnTo>
                <a:lnTo>
                  <a:pt x="2209165" y="1035939"/>
                </a:lnTo>
                <a:lnTo>
                  <a:pt x="2211197" y="956945"/>
                </a:lnTo>
                <a:lnTo>
                  <a:pt x="2214118" y="8442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75394" y="3344146"/>
            <a:ext cx="471805" cy="755015"/>
          </a:xfrm>
          <a:custGeom>
            <a:avLst/>
            <a:gdLst/>
            <a:ahLst/>
            <a:cxnLst/>
            <a:rect l="l" t="t" r="r" b="b"/>
            <a:pathLst>
              <a:path w="471804" h="755014">
                <a:moveTo>
                  <a:pt x="113218" y="131916"/>
                </a:moveTo>
                <a:lnTo>
                  <a:pt x="64236" y="161559"/>
                </a:lnTo>
                <a:lnTo>
                  <a:pt x="422909" y="754633"/>
                </a:lnTo>
                <a:lnTo>
                  <a:pt x="471804" y="725169"/>
                </a:lnTo>
                <a:lnTo>
                  <a:pt x="113218" y="131916"/>
                </a:lnTo>
                <a:close/>
              </a:path>
              <a:path w="471804" h="755014">
                <a:moveTo>
                  <a:pt x="0" y="0"/>
                </a:moveTo>
                <a:lnTo>
                  <a:pt x="15366" y="191134"/>
                </a:lnTo>
                <a:lnTo>
                  <a:pt x="64236" y="161559"/>
                </a:lnTo>
                <a:lnTo>
                  <a:pt x="49402" y="137032"/>
                </a:lnTo>
                <a:lnTo>
                  <a:pt x="98425" y="107441"/>
                </a:lnTo>
                <a:lnTo>
                  <a:pt x="153658" y="107441"/>
                </a:lnTo>
                <a:lnTo>
                  <a:pt x="162051" y="102362"/>
                </a:lnTo>
                <a:lnTo>
                  <a:pt x="0" y="0"/>
                </a:lnTo>
                <a:close/>
              </a:path>
              <a:path w="471804" h="755014">
                <a:moveTo>
                  <a:pt x="98425" y="107441"/>
                </a:moveTo>
                <a:lnTo>
                  <a:pt x="49402" y="137032"/>
                </a:lnTo>
                <a:lnTo>
                  <a:pt x="64236" y="161559"/>
                </a:lnTo>
                <a:lnTo>
                  <a:pt x="113218" y="131916"/>
                </a:lnTo>
                <a:lnTo>
                  <a:pt x="98425" y="107441"/>
                </a:lnTo>
                <a:close/>
              </a:path>
              <a:path w="471804" h="755014">
                <a:moveTo>
                  <a:pt x="153658" y="107441"/>
                </a:moveTo>
                <a:lnTo>
                  <a:pt x="98425" y="107441"/>
                </a:lnTo>
                <a:lnTo>
                  <a:pt x="113218" y="131916"/>
                </a:lnTo>
                <a:lnTo>
                  <a:pt x="153658" y="1074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148" y="184711"/>
            <a:ext cx="345385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图的背</a:t>
            </a:r>
            <a:r>
              <a:rPr spc="-50" dirty="0"/>
              <a:t>景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292" y="2112267"/>
            <a:ext cx="2556510" cy="28849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6111" y="5895596"/>
            <a:ext cx="9526905" cy="82994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56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经过抽象之后，仅保留</a:t>
            </a:r>
            <a:r>
              <a:rPr sz="2800" spc="-10" dirty="0">
                <a:solidFill>
                  <a:srgbClr val="FFC000"/>
                </a:solidFill>
                <a:latin typeface="宋体"/>
                <a:cs typeface="宋体"/>
              </a:rPr>
              <a:t>点和边</a:t>
            </a:r>
            <a:r>
              <a:rPr sz="2800" spc="-25" dirty="0">
                <a:solidFill>
                  <a:srgbClr val="FFFFFF"/>
                </a:solidFill>
                <a:latin typeface="宋体"/>
                <a:cs typeface="宋体"/>
              </a:rPr>
              <a:t>的结构称为图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39624" y="2107885"/>
            <a:ext cx="3930015" cy="3099435"/>
            <a:chOff x="6139624" y="1833562"/>
            <a:chExt cx="3930015" cy="3099435"/>
          </a:xfrm>
        </p:grpSpPr>
        <p:sp>
          <p:nvSpPr>
            <p:cNvPr id="6" name="object 6"/>
            <p:cNvSpPr/>
            <p:nvPr/>
          </p:nvSpPr>
          <p:spPr>
            <a:xfrm>
              <a:off x="6144386" y="1838325"/>
              <a:ext cx="3920490" cy="3089910"/>
            </a:xfrm>
            <a:custGeom>
              <a:avLst/>
              <a:gdLst/>
              <a:ahLst/>
              <a:cxnLst/>
              <a:rect l="l" t="t" r="r" b="b"/>
              <a:pathLst>
                <a:path w="3920490" h="3089910">
                  <a:moveTo>
                    <a:pt x="0" y="3089910"/>
                  </a:moveTo>
                  <a:lnTo>
                    <a:pt x="3920490" y="3089910"/>
                  </a:lnTo>
                  <a:lnTo>
                    <a:pt x="3920490" y="0"/>
                  </a:lnTo>
                  <a:lnTo>
                    <a:pt x="0" y="0"/>
                  </a:lnTo>
                  <a:lnTo>
                    <a:pt x="0" y="308991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86143" y="1915668"/>
              <a:ext cx="3236595" cy="2933700"/>
            </a:xfrm>
            <a:custGeom>
              <a:avLst/>
              <a:gdLst/>
              <a:ahLst/>
              <a:cxnLst/>
              <a:rect l="l" t="t" r="r" b="b"/>
              <a:pathLst>
                <a:path w="3236595" h="2933700">
                  <a:moveTo>
                    <a:pt x="0" y="2518029"/>
                  </a:moveTo>
                  <a:lnTo>
                    <a:pt x="2799" y="2469544"/>
                  </a:lnTo>
                  <a:lnTo>
                    <a:pt x="10990" y="2422704"/>
                  </a:lnTo>
                  <a:lnTo>
                    <a:pt x="24259" y="2377821"/>
                  </a:lnTo>
                  <a:lnTo>
                    <a:pt x="42294" y="2335206"/>
                  </a:lnTo>
                  <a:lnTo>
                    <a:pt x="64783" y="2295171"/>
                  </a:lnTo>
                  <a:lnTo>
                    <a:pt x="91413" y="2258028"/>
                  </a:lnTo>
                  <a:lnTo>
                    <a:pt x="121872" y="2224087"/>
                  </a:lnTo>
                  <a:lnTo>
                    <a:pt x="155847" y="2193661"/>
                  </a:lnTo>
                  <a:lnTo>
                    <a:pt x="193027" y="2167061"/>
                  </a:lnTo>
                  <a:lnTo>
                    <a:pt x="233098" y="2144599"/>
                  </a:lnTo>
                  <a:lnTo>
                    <a:pt x="275749" y="2126585"/>
                  </a:lnTo>
                  <a:lnTo>
                    <a:pt x="320666" y="2113333"/>
                  </a:lnTo>
                  <a:lnTo>
                    <a:pt x="367538" y="2105153"/>
                  </a:lnTo>
                  <a:lnTo>
                    <a:pt x="416051" y="2102358"/>
                  </a:lnTo>
                  <a:lnTo>
                    <a:pt x="464565" y="2105153"/>
                  </a:lnTo>
                  <a:lnTo>
                    <a:pt x="511437" y="2113333"/>
                  </a:lnTo>
                  <a:lnTo>
                    <a:pt x="556354" y="2126585"/>
                  </a:lnTo>
                  <a:lnTo>
                    <a:pt x="599005" y="2144599"/>
                  </a:lnTo>
                  <a:lnTo>
                    <a:pt x="639076" y="2167061"/>
                  </a:lnTo>
                  <a:lnTo>
                    <a:pt x="676256" y="2193661"/>
                  </a:lnTo>
                  <a:lnTo>
                    <a:pt x="710231" y="2224087"/>
                  </a:lnTo>
                  <a:lnTo>
                    <a:pt x="740690" y="2258028"/>
                  </a:lnTo>
                  <a:lnTo>
                    <a:pt x="767320" y="2295171"/>
                  </a:lnTo>
                  <a:lnTo>
                    <a:pt x="789809" y="2335206"/>
                  </a:lnTo>
                  <a:lnTo>
                    <a:pt x="807844" y="2377821"/>
                  </a:lnTo>
                  <a:lnTo>
                    <a:pt x="821113" y="2422704"/>
                  </a:lnTo>
                  <a:lnTo>
                    <a:pt x="829304" y="2469544"/>
                  </a:lnTo>
                  <a:lnTo>
                    <a:pt x="832103" y="2518029"/>
                  </a:lnTo>
                  <a:lnTo>
                    <a:pt x="829304" y="2566513"/>
                  </a:lnTo>
                  <a:lnTo>
                    <a:pt x="821113" y="2613353"/>
                  </a:lnTo>
                  <a:lnTo>
                    <a:pt x="807844" y="2658236"/>
                  </a:lnTo>
                  <a:lnTo>
                    <a:pt x="789809" y="2700851"/>
                  </a:lnTo>
                  <a:lnTo>
                    <a:pt x="767320" y="2740886"/>
                  </a:lnTo>
                  <a:lnTo>
                    <a:pt x="740690" y="2778029"/>
                  </a:lnTo>
                  <a:lnTo>
                    <a:pt x="710231" y="2811970"/>
                  </a:lnTo>
                  <a:lnTo>
                    <a:pt x="676256" y="2842396"/>
                  </a:lnTo>
                  <a:lnTo>
                    <a:pt x="639076" y="2868996"/>
                  </a:lnTo>
                  <a:lnTo>
                    <a:pt x="599005" y="2891458"/>
                  </a:lnTo>
                  <a:lnTo>
                    <a:pt x="556354" y="2909472"/>
                  </a:lnTo>
                  <a:lnTo>
                    <a:pt x="511437" y="2922724"/>
                  </a:lnTo>
                  <a:lnTo>
                    <a:pt x="464565" y="2930904"/>
                  </a:lnTo>
                  <a:lnTo>
                    <a:pt x="416051" y="2933700"/>
                  </a:lnTo>
                  <a:lnTo>
                    <a:pt x="367538" y="2930904"/>
                  </a:lnTo>
                  <a:lnTo>
                    <a:pt x="320666" y="2922724"/>
                  </a:lnTo>
                  <a:lnTo>
                    <a:pt x="275749" y="2909472"/>
                  </a:lnTo>
                  <a:lnTo>
                    <a:pt x="233098" y="2891458"/>
                  </a:lnTo>
                  <a:lnTo>
                    <a:pt x="193027" y="2868996"/>
                  </a:lnTo>
                  <a:lnTo>
                    <a:pt x="155847" y="2842396"/>
                  </a:lnTo>
                  <a:lnTo>
                    <a:pt x="121872" y="2811970"/>
                  </a:lnTo>
                  <a:lnTo>
                    <a:pt x="91413" y="2778029"/>
                  </a:lnTo>
                  <a:lnTo>
                    <a:pt x="64783" y="2740886"/>
                  </a:lnTo>
                  <a:lnTo>
                    <a:pt x="42294" y="2700851"/>
                  </a:lnTo>
                  <a:lnTo>
                    <a:pt x="24259" y="2658236"/>
                  </a:lnTo>
                  <a:lnTo>
                    <a:pt x="10990" y="2613353"/>
                  </a:lnTo>
                  <a:lnTo>
                    <a:pt x="2799" y="2566513"/>
                  </a:lnTo>
                  <a:lnTo>
                    <a:pt x="0" y="2518029"/>
                  </a:lnTo>
                  <a:close/>
                </a:path>
                <a:path w="3236595" h="2933700">
                  <a:moveTo>
                    <a:pt x="2404109" y="1772031"/>
                  </a:moveTo>
                  <a:lnTo>
                    <a:pt x="2406909" y="1723546"/>
                  </a:lnTo>
                  <a:lnTo>
                    <a:pt x="2415100" y="1676706"/>
                  </a:lnTo>
                  <a:lnTo>
                    <a:pt x="2428369" y="1631823"/>
                  </a:lnTo>
                  <a:lnTo>
                    <a:pt x="2446404" y="1589208"/>
                  </a:lnTo>
                  <a:lnTo>
                    <a:pt x="2468893" y="1549173"/>
                  </a:lnTo>
                  <a:lnTo>
                    <a:pt x="2495523" y="1512030"/>
                  </a:lnTo>
                  <a:lnTo>
                    <a:pt x="2525982" y="1478089"/>
                  </a:lnTo>
                  <a:lnTo>
                    <a:pt x="2559957" y="1447663"/>
                  </a:lnTo>
                  <a:lnTo>
                    <a:pt x="2597137" y="1421063"/>
                  </a:lnTo>
                  <a:lnTo>
                    <a:pt x="2637208" y="1398601"/>
                  </a:lnTo>
                  <a:lnTo>
                    <a:pt x="2679859" y="1380587"/>
                  </a:lnTo>
                  <a:lnTo>
                    <a:pt x="2724776" y="1367335"/>
                  </a:lnTo>
                  <a:lnTo>
                    <a:pt x="2771648" y="1359155"/>
                  </a:lnTo>
                  <a:lnTo>
                    <a:pt x="2820161" y="1356360"/>
                  </a:lnTo>
                  <a:lnTo>
                    <a:pt x="2868675" y="1359155"/>
                  </a:lnTo>
                  <a:lnTo>
                    <a:pt x="2915547" y="1367335"/>
                  </a:lnTo>
                  <a:lnTo>
                    <a:pt x="2960464" y="1380587"/>
                  </a:lnTo>
                  <a:lnTo>
                    <a:pt x="3003115" y="1398601"/>
                  </a:lnTo>
                  <a:lnTo>
                    <a:pt x="3043186" y="1421063"/>
                  </a:lnTo>
                  <a:lnTo>
                    <a:pt x="3080366" y="1447663"/>
                  </a:lnTo>
                  <a:lnTo>
                    <a:pt x="3114341" y="1478089"/>
                  </a:lnTo>
                  <a:lnTo>
                    <a:pt x="3144800" y="1512030"/>
                  </a:lnTo>
                  <a:lnTo>
                    <a:pt x="3171430" y="1549173"/>
                  </a:lnTo>
                  <a:lnTo>
                    <a:pt x="3193919" y="1589208"/>
                  </a:lnTo>
                  <a:lnTo>
                    <a:pt x="3211954" y="1631823"/>
                  </a:lnTo>
                  <a:lnTo>
                    <a:pt x="3225223" y="1676706"/>
                  </a:lnTo>
                  <a:lnTo>
                    <a:pt x="3233414" y="1723546"/>
                  </a:lnTo>
                  <a:lnTo>
                    <a:pt x="3236213" y="1772031"/>
                  </a:lnTo>
                  <a:lnTo>
                    <a:pt x="3233414" y="1820515"/>
                  </a:lnTo>
                  <a:lnTo>
                    <a:pt x="3225223" y="1867355"/>
                  </a:lnTo>
                  <a:lnTo>
                    <a:pt x="3211954" y="1912238"/>
                  </a:lnTo>
                  <a:lnTo>
                    <a:pt x="3193919" y="1954853"/>
                  </a:lnTo>
                  <a:lnTo>
                    <a:pt x="3171430" y="1994888"/>
                  </a:lnTo>
                  <a:lnTo>
                    <a:pt x="3144800" y="2032031"/>
                  </a:lnTo>
                  <a:lnTo>
                    <a:pt x="3114341" y="2065972"/>
                  </a:lnTo>
                  <a:lnTo>
                    <a:pt x="3080366" y="2096398"/>
                  </a:lnTo>
                  <a:lnTo>
                    <a:pt x="3043186" y="2122998"/>
                  </a:lnTo>
                  <a:lnTo>
                    <a:pt x="3003115" y="2145460"/>
                  </a:lnTo>
                  <a:lnTo>
                    <a:pt x="2960464" y="2163474"/>
                  </a:lnTo>
                  <a:lnTo>
                    <a:pt x="2915547" y="2176726"/>
                  </a:lnTo>
                  <a:lnTo>
                    <a:pt x="2868675" y="2184906"/>
                  </a:lnTo>
                  <a:lnTo>
                    <a:pt x="2820161" y="2187702"/>
                  </a:lnTo>
                  <a:lnTo>
                    <a:pt x="2771648" y="2184906"/>
                  </a:lnTo>
                  <a:lnTo>
                    <a:pt x="2724776" y="2176726"/>
                  </a:lnTo>
                  <a:lnTo>
                    <a:pt x="2679859" y="2163474"/>
                  </a:lnTo>
                  <a:lnTo>
                    <a:pt x="2637208" y="2145460"/>
                  </a:lnTo>
                  <a:lnTo>
                    <a:pt x="2597137" y="2122998"/>
                  </a:lnTo>
                  <a:lnTo>
                    <a:pt x="2559957" y="2096398"/>
                  </a:lnTo>
                  <a:lnTo>
                    <a:pt x="2525982" y="2065972"/>
                  </a:lnTo>
                  <a:lnTo>
                    <a:pt x="2495523" y="2032031"/>
                  </a:lnTo>
                  <a:lnTo>
                    <a:pt x="2468893" y="1994888"/>
                  </a:lnTo>
                  <a:lnTo>
                    <a:pt x="2446404" y="1954853"/>
                  </a:lnTo>
                  <a:lnTo>
                    <a:pt x="2428369" y="1912238"/>
                  </a:lnTo>
                  <a:lnTo>
                    <a:pt x="2415100" y="1867355"/>
                  </a:lnTo>
                  <a:lnTo>
                    <a:pt x="2406909" y="1820515"/>
                  </a:lnTo>
                  <a:lnTo>
                    <a:pt x="2404109" y="1772031"/>
                  </a:lnTo>
                  <a:close/>
                </a:path>
                <a:path w="3236595" h="2933700">
                  <a:moveTo>
                    <a:pt x="1041653" y="414909"/>
                  </a:moveTo>
                  <a:lnTo>
                    <a:pt x="1044445" y="366529"/>
                  </a:lnTo>
                  <a:lnTo>
                    <a:pt x="1052614" y="319786"/>
                  </a:lnTo>
                  <a:lnTo>
                    <a:pt x="1065846" y="274993"/>
                  </a:lnTo>
                  <a:lnTo>
                    <a:pt x="1083832" y="232459"/>
                  </a:lnTo>
                  <a:lnTo>
                    <a:pt x="1106260" y="192498"/>
                  </a:lnTo>
                  <a:lnTo>
                    <a:pt x="1132817" y="155421"/>
                  </a:lnTo>
                  <a:lnTo>
                    <a:pt x="1163193" y="121539"/>
                  </a:lnTo>
                  <a:lnTo>
                    <a:pt x="1197075" y="91163"/>
                  </a:lnTo>
                  <a:lnTo>
                    <a:pt x="1234152" y="64606"/>
                  </a:lnTo>
                  <a:lnTo>
                    <a:pt x="1274113" y="42178"/>
                  </a:lnTo>
                  <a:lnTo>
                    <a:pt x="1316647" y="24192"/>
                  </a:lnTo>
                  <a:lnTo>
                    <a:pt x="1361440" y="10960"/>
                  </a:lnTo>
                  <a:lnTo>
                    <a:pt x="1408183" y="2791"/>
                  </a:lnTo>
                  <a:lnTo>
                    <a:pt x="1456562" y="0"/>
                  </a:lnTo>
                  <a:lnTo>
                    <a:pt x="1504942" y="2791"/>
                  </a:lnTo>
                  <a:lnTo>
                    <a:pt x="1551685" y="10960"/>
                  </a:lnTo>
                  <a:lnTo>
                    <a:pt x="1596478" y="24192"/>
                  </a:lnTo>
                  <a:lnTo>
                    <a:pt x="1639012" y="42178"/>
                  </a:lnTo>
                  <a:lnTo>
                    <a:pt x="1678973" y="64606"/>
                  </a:lnTo>
                  <a:lnTo>
                    <a:pt x="1716050" y="91163"/>
                  </a:lnTo>
                  <a:lnTo>
                    <a:pt x="1749933" y="121538"/>
                  </a:lnTo>
                  <a:lnTo>
                    <a:pt x="1780308" y="155421"/>
                  </a:lnTo>
                  <a:lnTo>
                    <a:pt x="1806865" y="192498"/>
                  </a:lnTo>
                  <a:lnTo>
                    <a:pt x="1829293" y="232459"/>
                  </a:lnTo>
                  <a:lnTo>
                    <a:pt x="1847279" y="274993"/>
                  </a:lnTo>
                  <a:lnTo>
                    <a:pt x="1860511" y="319786"/>
                  </a:lnTo>
                  <a:lnTo>
                    <a:pt x="1868680" y="366529"/>
                  </a:lnTo>
                  <a:lnTo>
                    <a:pt x="1871472" y="414909"/>
                  </a:lnTo>
                  <a:lnTo>
                    <a:pt x="1868680" y="463288"/>
                  </a:lnTo>
                  <a:lnTo>
                    <a:pt x="1860511" y="510031"/>
                  </a:lnTo>
                  <a:lnTo>
                    <a:pt x="1847279" y="554824"/>
                  </a:lnTo>
                  <a:lnTo>
                    <a:pt x="1829293" y="597358"/>
                  </a:lnTo>
                  <a:lnTo>
                    <a:pt x="1806865" y="637319"/>
                  </a:lnTo>
                  <a:lnTo>
                    <a:pt x="1780308" y="674396"/>
                  </a:lnTo>
                  <a:lnTo>
                    <a:pt x="1749932" y="708279"/>
                  </a:lnTo>
                  <a:lnTo>
                    <a:pt x="1716050" y="738654"/>
                  </a:lnTo>
                  <a:lnTo>
                    <a:pt x="1678973" y="765211"/>
                  </a:lnTo>
                  <a:lnTo>
                    <a:pt x="1639012" y="787639"/>
                  </a:lnTo>
                  <a:lnTo>
                    <a:pt x="1596478" y="805625"/>
                  </a:lnTo>
                  <a:lnTo>
                    <a:pt x="1551685" y="818857"/>
                  </a:lnTo>
                  <a:lnTo>
                    <a:pt x="1504942" y="827026"/>
                  </a:lnTo>
                  <a:lnTo>
                    <a:pt x="1456562" y="829818"/>
                  </a:lnTo>
                  <a:lnTo>
                    <a:pt x="1408183" y="827026"/>
                  </a:lnTo>
                  <a:lnTo>
                    <a:pt x="1361440" y="818857"/>
                  </a:lnTo>
                  <a:lnTo>
                    <a:pt x="1316647" y="805625"/>
                  </a:lnTo>
                  <a:lnTo>
                    <a:pt x="1274113" y="787639"/>
                  </a:lnTo>
                  <a:lnTo>
                    <a:pt x="1234152" y="765211"/>
                  </a:lnTo>
                  <a:lnTo>
                    <a:pt x="1197075" y="738654"/>
                  </a:lnTo>
                  <a:lnTo>
                    <a:pt x="1163192" y="708279"/>
                  </a:lnTo>
                  <a:lnTo>
                    <a:pt x="1132817" y="674396"/>
                  </a:lnTo>
                  <a:lnTo>
                    <a:pt x="1106260" y="637319"/>
                  </a:lnTo>
                  <a:lnTo>
                    <a:pt x="1083832" y="597358"/>
                  </a:lnTo>
                  <a:lnTo>
                    <a:pt x="1065846" y="554824"/>
                  </a:lnTo>
                  <a:lnTo>
                    <a:pt x="1052614" y="510031"/>
                  </a:lnTo>
                  <a:lnTo>
                    <a:pt x="1044445" y="463288"/>
                  </a:lnTo>
                  <a:lnTo>
                    <a:pt x="1041653" y="414909"/>
                  </a:lnTo>
                  <a:close/>
                </a:path>
                <a:path w="3236595" h="2933700">
                  <a:moveTo>
                    <a:pt x="0" y="1463802"/>
                  </a:moveTo>
                  <a:lnTo>
                    <a:pt x="2799" y="1415288"/>
                  </a:lnTo>
                  <a:lnTo>
                    <a:pt x="10990" y="1368416"/>
                  </a:lnTo>
                  <a:lnTo>
                    <a:pt x="24259" y="1323499"/>
                  </a:lnTo>
                  <a:lnTo>
                    <a:pt x="42294" y="1280848"/>
                  </a:lnTo>
                  <a:lnTo>
                    <a:pt x="64783" y="1240777"/>
                  </a:lnTo>
                  <a:lnTo>
                    <a:pt x="91413" y="1203597"/>
                  </a:lnTo>
                  <a:lnTo>
                    <a:pt x="121872" y="1169622"/>
                  </a:lnTo>
                  <a:lnTo>
                    <a:pt x="155847" y="1139163"/>
                  </a:lnTo>
                  <a:lnTo>
                    <a:pt x="193027" y="1112533"/>
                  </a:lnTo>
                  <a:lnTo>
                    <a:pt x="233098" y="1090044"/>
                  </a:lnTo>
                  <a:lnTo>
                    <a:pt x="275749" y="1072009"/>
                  </a:lnTo>
                  <a:lnTo>
                    <a:pt x="320666" y="1058740"/>
                  </a:lnTo>
                  <a:lnTo>
                    <a:pt x="367538" y="1050549"/>
                  </a:lnTo>
                  <a:lnTo>
                    <a:pt x="416051" y="1047750"/>
                  </a:lnTo>
                  <a:lnTo>
                    <a:pt x="464565" y="1050549"/>
                  </a:lnTo>
                  <a:lnTo>
                    <a:pt x="511437" y="1058740"/>
                  </a:lnTo>
                  <a:lnTo>
                    <a:pt x="556354" y="1072009"/>
                  </a:lnTo>
                  <a:lnTo>
                    <a:pt x="599005" y="1090044"/>
                  </a:lnTo>
                  <a:lnTo>
                    <a:pt x="639076" y="1112533"/>
                  </a:lnTo>
                  <a:lnTo>
                    <a:pt x="676256" y="1139163"/>
                  </a:lnTo>
                  <a:lnTo>
                    <a:pt x="710231" y="1169622"/>
                  </a:lnTo>
                  <a:lnTo>
                    <a:pt x="740690" y="1203597"/>
                  </a:lnTo>
                  <a:lnTo>
                    <a:pt x="767320" y="1240777"/>
                  </a:lnTo>
                  <a:lnTo>
                    <a:pt x="789809" y="1280848"/>
                  </a:lnTo>
                  <a:lnTo>
                    <a:pt x="807844" y="1323499"/>
                  </a:lnTo>
                  <a:lnTo>
                    <a:pt x="821113" y="1368416"/>
                  </a:lnTo>
                  <a:lnTo>
                    <a:pt x="829304" y="1415288"/>
                  </a:lnTo>
                  <a:lnTo>
                    <a:pt x="832103" y="1463802"/>
                  </a:lnTo>
                  <a:lnTo>
                    <a:pt x="829304" y="1512315"/>
                  </a:lnTo>
                  <a:lnTo>
                    <a:pt x="821113" y="1559187"/>
                  </a:lnTo>
                  <a:lnTo>
                    <a:pt x="807844" y="1604104"/>
                  </a:lnTo>
                  <a:lnTo>
                    <a:pt x="789809" y="1646755"/>
                  </a:lnTo>
                  <a:lnTo>
                    <a:pt x="767320" y="1686826"/>
                  </a:lnTo>
                  <a:lnTo>
                    <a:pt x="740690" y="1724006"/>
                  </a:lnTo>
                  <a:lnTo>
                    <a:pt x="710231" y="1757981"/>
                  </a:lnTo>
                  <a:lnTo>
                    <a:pt x="676256" y="1788440"/>
                  </a:lnTo>
                  <a:lnTo>
                    <a:pt x="639076" y="1815070"/>
                  </a:lnTo>
                  <a:lnTo>
                    <a:pt x="599005" y="1837559"/>
                  </a:lnTo>
                  <a:lnTo>
                    <a:pt x="556354" y="1855594"/>
                  </a:lnTo>
                  <a:lnTo>
                    <a:pt x="511437" y="1868863"/>
                  </a:lnTo>
                  <a:lnTo>
                    <a:pt x="464565" y="1877054"/>
                  </a:lnTo>
                  <a:lnTo>
                    <a:pt x="416051" y="1879854"/>
                  </a:lnTo>
                  <a:lnTo>
                    <a:pt x="367538" y="1877054"/>
                  </a:lnTo>
                  <a:lnTo>
                    <a:pt x="320666" y="1868863"/>
                  </a:lnTo>
                  <a:lnTo>
                    <a:pt x="275749" y="1855594"/>
                  </a:lnTo>
                  <a:lnTo>
                    <a:pt x="233098" y="1837559"/>
                  </a:lnTo>
                  <a:lnTo>
                    <a:pt x="193027" y="1815070"/>
                  </a:lnTo>
                  <a:lnTo>
                    <a:pt x="155847" y="1788440"/>
                  </a:lnTo>
                  <a:lnTo>
                    <a:pt x="121872" y="1757981"/>
                  </a:lnTo>
                  <a:lnTo>
                    <a:pt x="91413" y="1724006"/>
                  </a:lnTo>
                  <a:lnTo>
                    <a:pt x="64783" y="1686826"/>
                  </a:lnTo>
                  <a:lnTo>
                    <a:pt x="42294" y="1646755"/>
                  </a:lnTo>
                  <a:lnTo>
                    <a:pt x="24259" y="1604104"/>
                  </a:lnTo>
                  <a:lnTo>
                    <a:pt x="10990" y="1559187"/>
                  </a:lnTo>
                  <a:lnTo>
                    <a:pt x="2799" y="1512315"/>
                  </a:lnTo>
                  <a:lnTo>
                    <a:pt x="0" y="146380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1050801"/>
            <a:ext cx="10683875" cy="460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>
                <a:latin typeface="宋体"/>
                <a:cs typeface="宋体"/>
              </a:rPr>
              <a:t>柯尼斯堡七桥问题：七座桥连接河岸和两个小岛，步行者怎样才能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不重复、不遗漏</a:t>
            </a:r>
            <a:r>
              <a:rPr sz="2800" spc="30" dirty="0">
                <a:latin typeface="宋体"/>
                <a:cs typeface="宋体"/>
              </a:rPr>
              <a:t>地一次走完七座桥?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宋体"/>
              <a:cs typeface="宋体"/>
            </a:endParaRPr>
          </a:p>
          <a:p>
            <a:pPr marL="687197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河岸</a:t>
            </a:r>
            <a:r>
              <a:rPr sz="2400" spc="-50" dirty="0">
                <a:latin typeface="宋体"/>
                <a:cs typeface="宋体"/>
              </a:rPr>
              <a:t>1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4200">
              <a:latin typeface="宋体"/>
              <a:cs typeface="宋体"/>
            </a:endParaRPr>
          </a:p>
          <a:p>
            <a:pPr marL="1744345" algn="ctr">
              <a:lnSpc>
                <a:spcPts val="2655"/>
              </a:lnSpc>
            </a:pPr>
            <a:r>
              <a:rPr sz="2400" dirty="0">
                <a:latin typeface="宋体"/>
                <a:cs typeface="宋体"/>
              </a:rPr>
              <a:t>小岛</a:t>
            </a:r>
            <a:r>
              <a:rPr sz="2400" spc="-50" dirty="0">
                <a:latin typeface="宋体"/>
                <a:cs typeface="宋体"/>
              </a:rPr>
              <a:t>1</a:t>
            </a:r>
            <a:endParaRPr sz="2400">
              <a:latin typeface="宋体"/>
              <a:cs typeface="宋体"/>
            </a:endParaRPr>
          </a:p>
          <a:p>
            <a:pPr marL="6553834" algn="ctr">
              <a:lnSpc>
                <a:spcPts val="2655"/>
              </a:lnSpc>
            </a:pPr>
            <a:r>
              <a:rPr sz="2400" dirty="0">
                <a:latin typeface="宋体"/>
                <a:cs typeface="宋体"/>
              </a:rPr>
              <a:t>小岛</a:t>
            </a:r>
            <a:r>
              <a:rPr sz="2400" spc="370" dirty="0">
                <a:latin typeface="宋体"/>
                <a:cs typeface="宋体"/>
              </a:rPr>
              <a:t>2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宋体"/>
              <a:cs typeface="宋体"/>
            </a:endParaRPr>
          </a:p>
          <a:p>
            <a:pPr marL="1745614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河岸</a:t>
            </a:r>
            <a:r>
              <a:rPr sz="2400" spc="370" dirty="0">
                <a:latin typeface="宋体"/>
                <a:cs typeface="宋体"/>
              </a:rPr>
              <a:t>2</a:t>
            </a:r>
            <a:endParaRPr sz="2400">
              <a:latin typeface="宋体"/>
              <a:cs typeface="宋体"/>
            </a:endParaRPr>
          </a:p>
          <a:p>
            <a:pPr marL="2291080" marR="7496175" indent="-380365">
              <a:lnSpc>
                <a:spcPct val="100000"/>
              </a:lnSpc>
              <a:spcBef>
                <a:spcPts val="1410"/>
              </a:spcBef>
            </a:pPr>
            <a:r>
              <a:rPr sz="2000" spc="-20" dirty="0">
                <a:latin typeface="宋体"/>
                <a:cs typeface="宋体"/>
              </a:rPr>
              <a:t>瑞士数学</a:t>
            </a:r>
            <a:r>
              <a:rPr sz="2000" spc="-50" dirty="0">
                <a:latin typeface="宋体"/>
                <a:cs typeface="宋体"/>
              </a:rPr>
              <a:t>家</a:t>
            </a:r>
            <a:r>
              <a:rPr sz="2000" spc="-20" dirty="0">
                <a:latin typeface="宋体"/>
                <a:cs typeface="宋体"/>
              </a:rPr>
              <a:t>欧</a:t>
            </a:r>
            <a:r>
              <a:rPr sz="2000" spc="-50" dirty="0">
                <a:latin typeface="宋体"/>
                <a:cs typeface="宋体"/>
              </a:rPr>
              <a:t>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8064" y="2898650"/>
            <a:ext cx="2404745" cy="1809750"/>
          </a:xfrm>
          <a:custGeom>
            <a:avLst/>
            <a:gdLst/>
            <a:ahLst/>
            <a:cxnLst/>
            <a:rect l="l" t="t" r="r" b="b"/>
            <a:pathLst>
              <a:path w="2404745" h="1809750">
                <a:moveTo>
                  <a:pt x="1628393" y="0"/>
                </a:moveTo>
                <a:lnTo>
                  <a:pt x="2404236" y="769493"/>
                </a:lnTo>
              </a:path>
              <a:path w="2404745" h="1809750">
                <a:moveTo>
                  <a:pt x="710183" y="755142"/>
                </a:moveTo>
                <a:lnTo>
                  <a:pt x="2282570" y="1063371"/>
                </a:lnTo>
              </a:path>
              <a:path w="2404745" h="1809750">
                <a:moveTo>
                  <a:pt x="1334896" y="121158"/>
                </a:moveTo>
                <a:lnTo>
                  <a:pt x="588263" y="460883"/>
                </a:lnTo>
              </a:path>
              <a:path w="2404745" h="1809750">
                <a:moveTo>
                  <a:pt x="1041272" y="0"/>
                </a:moveTo>
                <a:lnTo>
                  <a:pt x="294131" y="339471"/>
                </a:lnTo>
              </a:path>
              <a:path w="2404745" h="1809750">
                <a:moveTo>
                  <a:pt x="0" y="1049274"/>
                </a:moveTo>
                <a:lnTo>
                  <a:pt x="0" y="1515745"/>
                </a:lnTo>
              </a:path>
              <a:path w="2404745" h="1809750">
                <a:moveTo>
                  <a:pt x="2404363" y="1357122"/>
                </a:moveTo>
                <a:lnTo>
                  <a:pt x="710183" y="1809369"/>
                </a:lnTo>
              </a:path>
              <a:path w="2404745" h="1809750">
                <a:moveTo>
                  <a:pt x="588263" y="1049274"/>
                </a:moveTo>
                <a:lnTo>
                  <a:pt x="588263" y="1515745"/>
                </a:lnTo>
              </a:path>
            </a:pathLst>
          </a:custGeom>
          <a:ln w="38100">
            <a:solidFill>
              <a:srgbClr val="B8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50" y="2563479"/>
            <a:ext cx="808355" cy="329565"/>
          </a:xfrm>
          <a:custGeom>
            <a:avLst/>
            <a:gdLst/>
            <a:ahLst/>
            <a:cxnLst/>
            <a:rect l="l" t="t" r="r" b="b"/>
            <a:pathLst>
              <a:path w="808355" h="329564">
                <a:moveTo>
                  <a:pt x="703199" y="0"/>
                </a:moveTo>
                <a:lnTo>
                  <a:pt x="698500" y="13334"/>
                </a:lnTo>
                <a:lnTo>
                  <a:pt x="717569" y="21669"/>
                </a:lnTo>
                <a:lnTo>
                  <a:pt x="733996" y="33146"/>
                </a:lnTo>
                <a:lnTo>
                  <a:pt x="758825" y="65531"/>
                </a:lnTo>
                <a:lnTo>
                  <a:pt x="773398" y="109362"/>
                </a:lnTo>
                <a:lnTo>
                  <a:pt x="778256" y="163194"/>
                </a:lnTo>
                <a:lnTo>
                  <a:pt x="777039" y="192246"/>
                </a:lnTo>
                <a:lnTo>
                  <a:pt x="767272" y="242347"/>
                </a:lnTo>
                <a:lnTo>
                  <a:pt x="747621" y="281493"/>
                </a:lnTo>
                <a:lnTo>
                  <a:pt x="717800" y="307921"/>
                </a:lnTo>
                <a:lnTo>
                  <a:pt x="699007" y="316229"/>
                </a:lnTo>
                <a:lnTo>
                  <a:pt x="703199" y="329564"/>
                </a:lnTo>
                <a:lnTo>
                  <a:pt x="748141" y="308514"/>
                </a:lnTo>
                <a:lnTo>
                  <a:pt x="781176" y="272033"/>
                </a:lnTo>
                <a:lnTo>
                  <a:pt x="801576" y="223154"/>
                </a:lnTo>
                <a:lnTo>
                  <a:pt x="808355" y="164845"/>
                </a:lnTo>
                <a:lnTo>
                  <a:pt x="806644" y="134651"/>
                </a:lnTo>
                <a:lnTo>
                  <a:pt x="793031" y="81121"/>
                </a:lnTo>
                <a:lnTo>
                  <a:pt x="766081" y="37522"/>
                </a:lnTo>
                <a:lnTo>
                  <a:pt x="727080" y="8618"/>
                </a:lnTo>
                <a:lnTo>
                  <a:pt x="703199" y="0"/>
                </a:lnTo>
                <a:close/>
              </a:path>
              <a:path w="808355" h="329564">
                <a:moveTo>
                  <a:pt x="105156" y="0"/>
                </a:moveTo>
                <a:lnTo>
                  <a:pt x="60309" y="21129"/>
                </a:lnTo>
                <a:lnTo>
                  <a:pt x="27177" y="57784"/>
                </a:lnTo>
                <a:lnTo>
                  <a:pt x="6826" y="106743"/>
                </a:lnTo>
                <a:lnTo>
                  <a:pt x="0" y="164845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7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7069" y="1005839"/>
            <a:ext cx="7599680" cy="288036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图可以表示为一个二元组</a:t>
            </a:r>
            <a:r>
              <a:rPr sz="2800" dirty="0">
                <a:latin typeface="Cambria Math"/>
                <a:cs typeface="Cambria Math"/>
              </a:rPr>
              <a:t>𝑮</a:t>
            </a:r>
            <a:r>
              <a:rPr sz="2800" spc="75" dirty="0">
                <a:latin typeface="Cambria Math"/>
                <a:cs typeface="Cambria Math"/>
              </a:rPr>
              <a:t> =&lt;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𝑬</a:t>
            </a:r>
            <a:r>
              <a:rPr sz="2800" spc="80" dirty="0">
                <a:latin typeface="Cambria Math"/>
                <a:cs typeface="Cambria Math"/>
              </a:rPr>
              <a:t> &gt;</a:t>
            </a:r>
            <a:r>
              <a:rPr sz="2800" spc="-20" dirty="0">
                <a:latin typeface="宋体"/>
                <a:cs typeface="宋体"/>
              </a:rPr>
              <a:t>，其中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Cambria Math"/>
                <a:cs typeface="Cambria Math"/>
              </a:rPr>
              <a:t>𝑽</a:t>
            </a:r>
            <a:r>
              <a:rPr sz="2400" spc="-5" dirty="0">
                <a:latin typeface="宋体"/>
                <a:cs typeface="宋体"/>
              </a:rPr>
              <a:t>表示非空顶点集，其元素称为顶点</a:t>
            </a:r>
            <a:r>
              <a:rPr sz="2400" b="1" spc="-10" dirty="0">
                <a:latin typeface="Times New Roman"/>
                <a:cs typeface="Times New Roman"/>
              </a:rPr>
              <a:t>(Vertex)</a:t>
            </a:r>
            <a:endParaRPr sz="2400" dirty="0">
              <a:latin typeface="Times New Roman"/>
              <a:cs typeface="Times New Roman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Cambria Math"/>
                <a:cs typeface="Cambria Math"/>
              </a:rPr>
              <a:t>𝑬</a:t>
            </a:r>
            <a:r>
              <a:rPr sz="2400" spc="-5" dirty="0">
                <a:latin typeface="宋体"/>
                <a:cs typeface="宋体"/>
              </a:rPr>
              <a:t>表示边集，其元素称为边</a:t>
            </a:r>
            <a:r>
              <a:rPr sz="2400" b="1" spc="-10" dirty="0">
                <a:latin typeface="Times New Roman"/>
                <a:cs typeface="Times New Roman"/>
              </a:rPr>
              <a:t>(Edge)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161415" algn="l"/>
                <a:tab pos="1884680" algn="l"/>
              </a:tabLst>
            </a:pP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55" dirty="0">
                <a:latin typeface="Cambria Math"/>
                <a:cs typeface="Cambria Math"/>
              </a:rPr>
              <a:t> 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𝒖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spc="-50" dirty="0">
                <a:latin typeface="Cambria Math"/>
                <a:cs typeface="Cambria Math"/>
              </a:rPr>
              <a:t>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宋体"/>
                <a:cs typeface="宋体"/>
              </a:rPr>
              <a:t>表示一条边，其中</a:t>
            </a:r>
            <a:r>
              <a:rPr sz="2800" dirty="0">
                <a:latin typeface="Cambria Math"/>
                <a:cs typeface="Cambria Math"/>
              </a:rPr>
              <a:t>𝒖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𝒗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10" dirty="0">
                <a:latin typeface="Cambria Math"/>
                <a:cs typeface="Cambria Math"/>
              </a:rPr>
              <a:t>𝑽</a:t>
            </a:r>
            <a:r>
              <a:rPr sz="2800" spc="-80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𝒆</a:t>
            </a:r>
            <a:r>
              <a:rPr sz="2800" spc="105" dirty="0">
                <a:latin typeface="Cambria Math"/>
                <a:cs typeface="Cambria Math"/>
              </a:rPr>
              <a:t> ∈ </a:t>
            </a:r>
            <a:r>
              <a:rPr sz="2800" spc="-50" dirty="0">
                <a:latin typeface="Cambria Math"/>
                <a:cs typeface="Cambria Math"/>
              </a:rPr>
              <a:t>𝑬</a:t>
            </a:r>
            <a:endParaRPr sz="2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8092F0"/>
              </a:buClr>
              <a:buFont typeface="Wingdings"/>
              <a:buChar char=""/>
            </a:pPr>
            <a:endParaRPr sz="345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无向图与有向图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461" y="175037"/>
            <a:ext cx="25086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图的定</a:t>
            </a:r>
            <a:r>
              <a:rPr spc="-50" dirty="0"/>
              <a:t>义</a:t>
            </a:r>
          </a:p>
        </p:txBody>
      </p:sp>
      <p:sp>
        <p:nvSpPr>
          <p:cNvPr id="5" name="object 5"/>
          <p:cNvSpPr/>
          <p:nvPr/>
        </p:nvSpPr>
        <p:spPr>
          <a:xfrm>
            <a:off x="1726692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8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600" y="4214621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827" y="412242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1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8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1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3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4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0005" y="4214621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6692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1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3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4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1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8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75535" y="5849620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5827" y="5756909"/>
            <a:ext cx="596265" cy="596900"/>
          </a:xfrm>
          <a:custGeom>
            <a:avLst/>
            <a:gdLst/>
            <a:ahLst/>
            <a:cxnLst/>
            <a:rect l="l" t="t" r="r" b="b"/>
            <a:pathLst>
              <a:path w="596264" h="596900">
                <a:moveTo>
                  <a:pt x="0" y="298322"/>
                </a:moveTo>
                <a:lnTo>
                  <a:pt x="3898" y="249933"/>
                </a:lnTo>
                <a:lnTo>
                  <a:pt x="15185" y="204030"/>
                </a:lnTo>
                <a:lnTo>
                  <a:pt x="33247" y="161227"/>
                </a:lnTo>
                <a:lnTo>
                  <a:pt x="57473" y="122138"/>
                </a:lnTo>
                <a:lnTo>
                  <a:pt x="87249" y="87377"/>
                </a:lnTo>
                <a:lnTo>
                  <a:pt x="121962" y="57559"/>
                </a:lnTo>
                <a:lnTo>
                  <a:pt x="161001" y="33298"/>
                </a:lnTo>
                <a:lnTo>
                  <a:pt x="203752" y="15208"/>
                </a:lnTo>
                <a:lnTo>
                  <a:pt x="249603" y="3904"/>
                </a:lnTo>
                <a:lnTo>
                  <a:pt x="297942" y="0"/>
                </a:lnTo>
                <a:lnTo>
                  <a:pt x="346280" y="3904"/>
                </a:lnTo>
                <a:lnTo>
                  <a:pt x="392131" y="15208"/>
                </a:lnTo>
                <a:lnTo>
                  <a:pt x="434882" y="33298"/>
                </a:lnTo>
                <a:lnTo>
                  <a:pt x="473921" y="57559"/>
                </a:lnTo>
                <a:lnTo>
                  <a:pt x="508635" y="87377"/>
                </a:lnTo>
                <a:lnTo>
                  <a:pt x="538410" y="122138"/>
                </a:lnTo>
                <a:lnTo>
                  <a:pt x="562636" y="161227"/>
                </a:lnTo>
                <a:lnTo>
                  <a:pt x="580698" y="204030"/>
                </a:lnTo>
                <a:lnTo>
                  <a:pt x="591985" y="249933"/>
                </a:lnTo>
                <a:lnTo>
                  <a:pt x="595884" y="298322"/>
                </a:lnTo>
                <a:lnTo>
                  <a:pt x="591985" y="346712"/>
                </a:lnTo>
                <a:lnTo>
                  <a:pt x="580698" y="392615"/>
                </a:lnTo>
                <a:lnTo>
                  <a:pt x="562636" y="435418"/>
                </a:lnTo>
                <a:lnTo>
                  <a:pt x="538410" y="474507"/>
                </a:lnTo>
                <a:lnTo>
                  <a:pt x="508635" y="509268"/>
                </a:lnTo>
                <a:lnTo>
                  <a:pt x="473921" y="539086"/>
                </a:lnTo>
                <a:lnTo>
                  <a:pt x="434882" y="563347"/>
                </a:lnTo>
                <a:lnTo>
                  <a:pt x="392131" y="581437"/>
                </a:lnTo>
                <a:lnTo>
                  <a:pt x="346280" y="592741"/>
                </a:lnTo>
                <a:lnTo>
                  <a:pt x="297942" y="596645"/>
                </a:lnTo>
                <a:lnTo>
                  <a:pt x="249603" y="592741"/>
                </a:lnTo>
                <a:lnTo>
                  <a:pt x="203752" y="581437"/>
                </a:lnTo>
                <a:lnTo>
                  <a:pt x="161001" y="563347"/>
                </a:lnTo>
                <a:lnTo>
                  <a:pt x="121962" y="539086"/>
                </a:lnTo>
                <a:lnTo>
                  <a:pt x="87249" y="509268"/>
                </a:lnTo>
                <a:lnTo>
                  <a:pt x="57473" y="474507"/>
                </a:lnTo>
                <a:lnTo>
                  <a:pt x="33247" y="435418"/>
                </a:lnTo>
                <a:lnTo>
                  <a:pt x="15185" y="392615"/>
                </a:lnTo>
                <a:lnTo>
                  <a:pt x="3898" y="346712"/>
                </a:lnTo>
                <a:lnTo>
                  <a:pt x="0" y="29832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57626" y="5849620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64202" y="4122420"/>
            <a:ext cx="596900" cy="596265"/>
          </a:xfrm>
          <a:custGeom>
            <a:avLst/>
            <a:gdLst/>
            <a:ahLst/>
            <a:cxnLst/>
            <a:rect l="l" t="t" r="r" b="b"/>
            <a:pathLst>
              <a:path w="596900" h="596264">
                <a:moveTo>
                  <a:pt x="0" y="297941"/>
                </a:moveTo>
                <a:lnTo>
                  <a:pt x="3905" y="249603"/>
                </a:lnTo>
                <a:lnTo>
                  <a:pt x="15212" y="203752"/>
                </a:lnTo>
                <a:lnTo>
                  <a:pt x="33305" y="161001"/>
                </a:lnTo>
                <a:lnTo>
                  <a:pt x="57570" y="121962"/>
                </a:lnTo>
                <a:lnTo>
                  <a:pt x="87391" y="87248"/>
                </a:lnTo>
                <a:lnTo>
                  <a:pt x="122154" y="57473"/>
                </a:lnTo>
                <a:lnTo>
                  <a:pt x="161244" y="33247"/>
                </a:lnTo>
                <a:lnTo>
                  <a:pt x="204045" y="15185"/>
                </a:lnTo>
                <a:lnTo>
                  <a:pt x="249943" y="3898"/>
                </a:lnTo>
                <a:lnTo>
                  <a:pt x="298323" y="0"/>
                </a:lnTo>
                <a:lnTo>
                  <a:pt x="346702" y="3898"/>
                </a:lnTo>
                <a:lnTo>
                  <a:pt x="392600" y="15185"/>
                </a:lnTo>
                <a:lnTo>
                  <a:pt x="435401" y="33247"/>
                </a:lnTo>
                <a:lnTo>
                  <a:pt x="474491" y="57473"/>
                </a:lnTo>
                <a:lnTo>
                  <a:pt x="509254" y="87248"/>
                </a:lnTo>
                <a:lnTo>
                  <a:pt x="539075" y="121962"/>
                </a:lnTo>
                <a:lnTo>
                  <a:pt x="563340" y="161001"/>
                </a:lnTo>
                <a:lnTo>
                  <a:pt x="581433" y="203752"/>
                </a:lnTo>
                <a:lnTo>
                  <a:pt x="592740" y="249603"/>
                </a:lnTo>
                <a:lnTo>
                  <a:pt x="596646" y="297941"/>
                </a:lnTo>
                <a:lnTo>
                  <a:pt x="592740" y="346280"/>
                </a:lnTo>
                <a:lnTo>
                  <a:pt x="581433" y="392131"/>
                </a:lnTo>
                <a:lnTo>
                  <a:pt x="563340" y="434882"/>
                </a:lnTo>
                <a:lnTo>
                  <a:pt x="539075" y="473921"/>
                </a:lnTo>
                <a:lnTo>
                  <a:pt x="509254" y="508635"/>
                </a:lnTo>
                <a:lnTo>
                  <a:pt x="474491" y="538410"/>
                </a:lnTo>
                <a:lnTo>
                  <a:pt x="435401" y="562636"/>
                </a:lnTo>
                <a:lnTo>
                  <a:pt x="392600" y="580698"/>
                </a:lnTo>
                <a:lnTo>
                  <a:pt x="346702" y="591985"/>
                </a:lnTo>
                <a:lnTo>
                  <a:pt x="298323" y="595883"/>
                </a:lnTo>
                <a:lnTo>
                  <a:pt x="249943" y="591985"/>
                </a:lnTo>
                <a:lnTo>
                  <a:pt x="204045" y="580698"/>
                </a:lnTo>
                <a:lnTo>
                  <a:pt x="161244" y="562636"/>
                </a:lnTo>
                <a:lnTo>
                  <a:pt x="122154" y="538410"/>
                </a:lnTo>
                <a:lnTo>
                  <a:pt x="87391" y="508634"/>
                </a:lnTo>
                <a:lnTo>
                  <a:pt x="57570" y="473921"/>
                </a:lnTo>
                <a:lnTo>
                  <a:pt x="33305" y="434882"/>
                </a:lnTo>
                <a:lnTo>
                  <a:pt x="15212" y="392131"/>
                </a:lnTo>
                <a:lnTo>
                  <a:pt x="3905" y="346280"/>
                </a:lnTo>
                <a:lnTo>
                  <a:pt x="0" y="29794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34890" y="421462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05583" y="4401311"/>
            <a:ext cx="2659380" cy="1673860"/>
            <a:chOff x="2005583" y="4401311"/>
            <a:chExt cx="2659380" cy="1673860"/>
          </a:xfrm>
        </p:grpSpPr>
        <p:sp>
          <p:nvSpPr>
            <p:cNvPr id="16" name="object 16"/>
            <p:cNvSpPr/>
            <p:nvPr/>
          </p:nvSpPr>
          <p:spPr>
            <a:xfrm>
              <a:off x="2322575" y="4420361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>
                  <a:moveTo>
                    <a:pt x="0" y="0"/>
                  </a:moveTo>
                  <a:lnTo>
                    <a:pt x="872744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24633" y="4420361"/>
              <a:ext cx="2640330" cy="1635760"/>
            </a:xfrm>
            <a:custGeom>
              <a:avLst/>
              <a:gdLst/>
              <a:ahLst/>
              <a:cxnLst/>
              <a:rect l="l" t="t" r="r" b="b"/>
              <a:pathLst>
                <a:path w="2640329" h="1635760">
                  <a:moveTo>
                    <a:pt x="0" y="297942"/>
                  </a:moveTo>
                  <a:lnTo>
                    <a:pt x="0" y="1336789"/>
                  </a:lnTo>
                </a:path>
                <a:path w="2640329" h="1635760">
                  <a:moveTo>
                    <a:pt x="1258443" y="211074"/>
                  </a:moveTo>
                  <a:lnTo>
                    <a:pt x="211074" y="1424495"/>
                  </a:lnTo>
                </a:path>
                <a:path w="2640329" h="1635760">
                  <a:moveTo>
                    <a:pt x="1170686" y="1635252"/>
                  </a:moveTo>
                  <a:lnTo>
                    <a:pt x="297942" y="1635252"/>
                  </a:lnTo>
                </a:path>
                <a:path w="2640329" h="1635760">
                  <a:moveTo>
                    <a:pt x="1469136" y="297942"/>
                  </a:moveTo>
                  <a:lnTo>
                    <a:pt x="1469136" y="1336789"/>
                  </a:lnTo>
                </a:path>
                <a:path w="2640329" h="1635760">
                  <a:moveTo>
                    <a:pt x="1767078" y="0"/>
                  </a:moveTo>
                  <a:lnTo>
                    <a:pt x="263982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7440168" y="413156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1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4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3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4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1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93330" y="4223766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09304" y="413156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03"/>
                </a:lnTo>
                <a:lnTo>
                  <a:pt x="15185" y="203752"/>
                </a:lnTo>
                <a:lnTo>
                  <a:pt x="33247" y="161001"/>
                </a:lnTo>
                <a:lnTo>
                  <a:pt x="57473" y="121962"/>
                </a:lnTo>
                <a:lnTo>
                  <a:pt x="87249" y="87248"/>
                </a:lnTo>
                <a:lnTo>
                  <a:pt x="121962" y="57473"/>
                </a:lnTo>
                <a:lnTo>
                  <a:pt x="161001" y="33247"/>
                </a:lnTo>
                <a:lnTo>
                  <a:pt x="203752" y="15185"/>
                </a:lnTo>
                <a:lnTo>
                  <a:pt x="249603" y="3898"/>
                </a:lnTo>
                <a:lnTo>
                  <a:pt x="297942" y="0"/>
                </a:lnTo>
                <a:lnTo>
                  <a:pt x="346280" y="3898"/>
                </a:lnTo>
                <a:lnTo>
                  <a:pt x="392131" y="15185"/>
                </a:lnTo>
                <a:lnTo>
                  <a:pt x="434882" y="33247"/>
                </a:lnTo>
                <a:lnTo>
                  <a:pt x="473921" y="57473"/>
                </a:lnTo>
                <a:lnTo>
                  <a:pt x="508635" y="87249"/>
                </a:lnTo>
                <a:lnTo>
                  <a:pt x="538410" y="121962"/>
                </a:lnTo>
                <a:lnTo>
                  <a:pt x="562636" y="161001"/>
                </a:lnTo>
                <a:lnTo>
                  <a:pt x="580698" y="203752"/>
                </a:lnTo>
                <a:lnTo>
                  <a:pt x="591985" y="249603"/>
                </a:lnTo>
                <a:lnTo>
                  <a:pt x="595884" y="297942"/>
                </a:lnTo>
                <a:lnTo>
                  <a:pt x="591985" y="346280"/>
                </a:lnTo>
                <a:lnTo>
                  <a:pt x="580698" y="392131"/>
                </a:lnTo>
                <a:lnTo>
                  <a:pt x="562636" y="434882"/>
                </a:lnTo>
                <a:lnTo>
                  <a:pt x="538410" y="473921"/>
                </a:lnTo>
                <a:lnTo>
                  <a:pt x="508635" y="508635"/>
                </a:lnTo>
                <a:lnTo>
                  <a:pt x="473921" y="538410"/>
                </a:lnTo>
                <a:lnTo>
                  <a:pt x="434882" y="562636"/>
                </a:lnTo>
                <a:lnTo>
                  <a:pt x="392131" y="580698"/>
                </a:lnTo>
                <a:lnTo>
                  <a:pt x="346280" y="591985"/>
                </a:lnTo>
                <a:lnTo>
                  <a:pt x="297942" y="595884"/>
                </a:lnTo>
                <a:lnTo>
                  <a:pt x="249603" y="591985"/>
                </a:lnTo>
                <a:lnTo>
                  <a:pt x="203752" y="580698"/>
                </a:lnTo>
                <a:lnTo>
                  <a:pt x="161001" y="562636"/>
                </a:lnTo>
                <a:lnTo>
                  <a:pt x="121962" y="538410"/>
                </a:lnTo>
                <a:lnTo>
                  <a:pt x="87249" y="508635"/>
                </a:lnTo>
                <a:lnTo>
                  <a:pt x="57473" y="473921"/>
                </a:lnTo>
                <a:lnTo>
                  <a:pt x="33247" y="434882"/>
                </a:lnTo>
                <a:lnTo>
                  <a:pt x="15185" y="392131"/>
                </a:lnTo>
                <a:lnTo>
                  <a:pt x="3898" y="34628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63735" y="422376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72450" y="5708903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4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342883" y="5801105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20965" y="4372355"/>
            <a:ext cx="1487170" cy="1431925"/>
            <a:chOff x="7720965" y="4372355"/>
            <a:chExt cx="1487170" cy="1431925"/>
          </a:xfrm>
        </p:grpSpPr>
        <p:sp>
          <p:nvSpPr>
            <p:cNvPr id="25" name="object 25"/>
            <p:cNvSpPr/>
            <p:nvPr/>
          </p:nvSpPr>
          <p:spPr>
            <a:xfrm>
              <a:off x="8036052" y="4372355"/>
              <a:ext cx="873125" cy="114300"/>
            </a:xfrm>
            <a:custGeom>
              <a:avLst/>
              <a:gdLst/>
              <a:ahLst/>
              <a:cxnLst/>
              <a:rect l="l" t="t" r="r" b="b"/>
              <a:pathLst>
                <a:path w="873125" h="114300">
                  <a:moveTo>
                    <a:pt x="758444" y="0"/>
                  </a:moveTo>
                  <a:lnTo>
                    <a:pt x="758444" y="114300"/>
                  </a:lnTo>
                  <a:lnTo>
                    <a:pt x="834644" y="76200"/>
                  </a:lnTo>
                  <a:lnTo>
                    <a:pt x="777494" y="76200"/>
                  </a:lnTo>
                  <a:lnTo>
                    <a:pt x="777494" y="38100"/>
                  </a:lnTo>
                  <a:lnTo>
                    <a:pt x="834644" y="38100"/>
                  </a:lnTo>
                  <a:lnTo>
                    <a:pt x="758444" y="0"/>
                  </a:lnTo>
                  <a:close/>
                </a:path>
                <a:path w="873125" h="114300">
                  <a:moveTo>
                    <a:pt x="7584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58444" y="76200"/>
                  </a:lnTo>
                  <a:lnTo>
                    <a:pt x="758444" y="38100"/>
                  </a:lnTo>
                  <a:close/>
                </a:path>
                <a:path w="873125" h="114300">
                  <a:moveTo>
                    <a:pt x="834644" y="38100"/>
                  </a:moveTo>
                  <a:lnTo>
                    <a:pt x="777494" y="38100"/>
                  </a:lnTo>
                  <a:lnTo>
                    <a:pt x="777494" y="76200"/>
                  </a:lnTo>
                  <a:lnTo>
                    <a:pt x="834644" y="76200"/>
                  </a:lnTo>
                  <a:lnTo>
                    <a:pt x="872744" y="57150"/>
                  </a:lnTo>
                  <a:lnTo>
                    <a:pt x="83464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20965" y="4640579"/>
              <a:ext cx="767080" cy="1155700"/>
            </a:xfrm>
            <a:custGeom>
              <a:avLst/>
              <a:gdLst/>
              <a:ahLst/>
              <a:cxnLst/>
              <a:rect l="l" t="t" r="r" b="b"/>
              <a:pathLst>
                <a:path w="767079" h="1155700">
                  <a:moveTo>
                    <a:pt x="539623" y="1027455"/>
                  </a:moveTo>
                  <a:lnTo>
                    <a:pt x="505358" y="1044168"/>
                  </a:lnTo>
                  <a:lnTo>
                    <a:pt x="34290" y="78486"/>
                  </a:lnTo>
                  <a:lnTo>
                    <a:pt x="0" y="95250"/>
                  </a:lnTo>
                  <a:lnTo>
                    <a:pt x="471081" y="1060894"/>
                  </a:lnTo>
                  <a:lnTo>
                    <a:pt x="436880" y="1077569"/>
                  </a:lnTo>
                  <a:lnTo>
                    <a:pt x="538353" y="1155242"/>
                  </a:lnTo>
                  <a:lnTo>
                    <a:pt x="539115" y="1077988"/>
                  </a:lnTo>
                  <a:lnTo>
                    <a:pt x="539623" y="1027455"/>
                  </a:lnTo>
                  <a:close/>
                </a:path>
                <a:path w="767079" h="1155700">
                  <a:moveTo>
                    <a:pt x="766572" y="1060030"/>
                  </a:moveTo>
                  <a:lnTo>
                    <a:pt x="295503" y="94373"/>
                  </a:lnTo>
                  <a:lnTo>
                    <a:pt x="329692" y="77724"/>
                  </a:lnTo>
                  <a:lnTo>
                    <a:pt x="329018" y="77216"/>
                  </a:lnTo>
                  <a:lnTo>
                    <a:pt x="228219" y="0"/>
                  </a:lnTo>
                  <a:lnTo>
                    <a:pt x="226949" y="127762"/>
                  </a:lnTo>
                  <a:lnTo>
                    <a:pt x="261188" y="111086"/>
                  </a:lnTo>
                  <a:lnTo>
                    <a:pt x="732282" y="1076731"/>
                  </a:lnTo>
                  <a:lnTo>
                    <a:pt x="766572" y="10600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63559" y="4727447"/>
              <a:ext cx="544195" cy="1076960"/>
            </a:xfrm>
            <a:custGeom>
              <a:avLst/>
              <a:gdLst/>
              <a:ahLst/>
              <a:cxnLst/>
              <a:rect l="l" t="t" r="r" b="b"/>
              <a:pathLst>
                <a:path w="544195" h="1076960">
                  <a:moveTo>
                    <a:pt x="475724" y="94140"/>
                  </a:moveTo>
                  <a:lnTo>
                    <a:pt x="0" y="1059967"/>
                  </a:lnTo>
                  <a:lnTo>
                    <a:pt x="34290" y="1076794"/>
                  </a:lnTo>
                  <a:lnTo>
                    <a:pt x="509873" y="110940"/>
                  </a:lnTo>
                  <a:lnTo>
                    <a:pt x="475724" y="94140"/>
                  </a:lnTo>
                  <a:close/>
                </a:path>
                <a:path w="544195" h="1076960">
                  <a:moveTo>
                    <a:pt x="543765" y="77088"/>
                  </a:moveTo>
                  <a:lnTo>
                    <a:pt x="484124" y="77088"/>
                  </a:lnTo>
                  <a:lnTo>
                    <a:pt x="518287" y="93852"/>
                  </a:lnTo>
                  <a:lnTo>
                    <a:pt x="509873" y="110940"/>
                  </a:lnTo>
                  <a:lnTo>
                    <a:pt x="544068" y="127762"/>
                  </a:lnTo>
                  <a:lnTo>
                    <a:pt x="543765" y="77088"/>
                  </a:lnTo>
                  <a:close/>
                </a:path>
                <a:path w="544195" h="1076960">
                  <a:moveTo>
                    <a:pt x="484124" y="77088"/>
                  </a:moveTo>
                  <a:lnTo>
                    <a:pt x="475724" y="94140"/>
                  </a:lnTo>
                  <a:lnTo>
                    <a:pt x="509873" y="110940"/>
                  </a:lnTo>
                  <a:lnTo>
                    <a:pt x="518287" y="93852"/>
                  </a:lnTo>
                  <a:lnTo>
                    <a:pt x="484124" y="77088"/>
                  </a:lnTo>
                  <a:close/>
                </a:path>
                <a:path w="544195" h="1076960">
                  <a:moveTo>
                    <a:pt x="543306" y="0"/>
                  </a:moveTo>
                  <a:lnTo>
                    <a:pt x="441579" y="77343"/>
                  </a:lnTo>
                  <a:lnTo>
                    <a:pt x="475724" y="94140"/>
                  </a:lnTo>
                  <a:lnTo>
                    <a:pt x="484124" y="77088"/>
                  </a:lnTo>
                  <a:lnTo>
                    <a:pt x="543765" y="77088"/>
                  </a:lnTo>
                  <a:lnTo>
                    <a:pt x="543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36120"/>
            <a:ext cx="4679950" cy="369824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图的概念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>
                <a:latin typeface="宋体"/>
                <a:cs typeface="宋体"/>
              </a:rPr>
              <a:t>图的定义、相邻与关联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>
                <a:latin typeface="宋体"/>
                <a:cs typeface="宋体"/>
              </a:rPr>
              <a:t>顶点的度与图的度、握手定理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宋体"/>
                <a:cs typeface="宋体"/>
              </a:rPr>
              <a:t>路径与环路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宋体"/>
                <a:cs typeface="宋体"/>
              </a:rPr>
              <a:t>连通、连通分量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宋体"/>
                <a:cs typeface="宋体"/>
              </a:rPr>
              <a:t>子图、生成子图、树</a:t>
            </a:r>
            <a:endParaRPr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图的表示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3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宋体"/>
                <a:cs typeface="宋体"/>
              </a:rPr>
              <a:t>邻接链表与邻接矩阵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2914" y="210873"/>
            <a:ext cx="423762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图的概念与表</a:t>
            </a:r>
            <a:r>
              <a:rPr spc="-50" dirty="0"/>
              <a:t>示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9070" y="4566459"/>
            <a:ext cx="2047689" cy="22380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0408" y="4927893"/>
            <a:ext cx="3551633" cy="14758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25358" y="2852252"/>
            <a:ext cx="1322062" cy="15627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1957" y="975436"/>
            <a:ext cx="1808985" cy="1809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38061" y="2957939"/>
            <a:ext cx="1767333" cy="13807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6842" y="1256734"/>
            <a:ext cx="1976975" cy="1262243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78822"/>
            <a:ext cx="74231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数组结构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>
                <a:latin typeface="宋体"/>
                <a:cs typeface="宋体"/>
              </a:rPr>
              <a:t>查询最大值：简单循环搜索所有元素，记录最大值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2512476"/>
            <a:ext cx="11080750" cy="1430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>
                <a:latin typeface="宋体"/>
                <a:cs typeface="宋体"/>
              </a:rPr>
              <a:t>图结构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>
                <a:latin typeface="宋体"/>
                <a:cs typeface="宋体"/>
              </a:rPr>
              <a:t>查询相邻顶点：简单循环搜索各顶点关联的边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>
                <a:latin typeface="宋体"/>
                <a:cs typeface="宋体"/>
              </a:rPr>
              <a:t>查询可达顶点：简单循环搜索，不能找到全部可达顶点！是否存在有效算法？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20914" y="-69168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图的搜索算</a:t>
            </a:r>
            <a:r>
              <a:rPr spc="-50" dirty="0"/>
              <a:t>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1068" y="4222241"/>
            <a:ext cx="4666615" cy="82994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1235"/>
              </a:spcBef>
            </a:pPr>
            <a:r>
              <a:rPr sz="2800" spc="-5" dirty="0">
                <a:latin typeface="宋体"/>
                <a:cs typeface="宋体"/>
              </a:rPr>
              <a:t>按照什么次序搜索顶点？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1068" y="5111496"/>
            <a:ext cx="466661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265555">
              <a:lnSpc>
                <a:spcPct val="100000"/>
              </a:lnSpc>
              <a:spcBef>
                <a:spcPts val="13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广度优先搜索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1068" y="5999988"/>
            <a:ext cx="4666615" cy="829944"/>
          </a:xfrm>
          <a:custGeom>
            <a:avLst/>
            <a:gdLst/>
            <a:ahLst/>
            <a:cxnLst/>
            <a:rect l="l" t="t" r="r" b="b"/>
            <a:pathLst>
              <a:path w="4666615" h="829945">
                <a:moveTo>
                  <a:pt x="4666487" y="0"/>
                </a:moveTo>
                <a:lnTo>
                  <a:pt x="0" y="0"/>
                </a:lnTo>
                <a:lnTo>
                  <a:pt x="0" y="829818"/>
                </a:lnTo>
                <a:lnTo>
                  <a:pt x="4666487" y="829818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74050" y="6152641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深度优先搜索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54448"/>
              </p:ext>
            </p:extLst>
          </p:nvPr>
        </p:nvGraphicFramePr>
        <p:xfrm>
          <a:off x="7929886" y="1641460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 dirty="0">
                          <a:latin typeface="Cambria Math"/>
                          <a:cs typeface="Cambria Math"/>
                        </a:rPr>
                        <a:t>𝑨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407153" y="2925317"/>
            <a:ext cx="2891790" cy="114300"/>
          </a:xfrm>
          <a:custGeom>
            <a:avLst/>
            <a:gdLst/>
            <a:ahLst/>
            <a:cxnLst/>
            <a:rect l="l" t="t" r="r" b="b"/>
            <a:pathLst>
              <a:path w="2891790" h="114300">
                <a:moveTo>
                  <a:pt x="2777235" y="0"/>
                </a:moveTo>
                <a:lnTo>
                  <a:pt x="2777235" y="114300"/>
                </a:lnTo>
                <a:lnTo>
                  <a:pt x="2853435" y="76200"/>
                </a:lnTo>
                <a:lnTo>
                  <a:pt x="2796285" y="76200"/>
                </a:lnTo>
                <a:lnTo>
                  <a:pt x="2796285" y="38100"/>
                </a:lnTo>
                <a:lnTo>
                  <a:pt x="2853435" y="38100"/>
                </a:lnTo>
                <a:lnTo>
                  <a:pt x="2777235" y="0"/>
                </a:lnTo>
                <a:close/>
              </a:path>
              <a:path w="2891790" h="114300">
                <a:moveTo>
                  <a:pt x="277723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77235" y="76200"/>
                </a:lnTo>
                <a:lnTo>
                  <a:pt x="2777235" y="38100"/>
                </a:lnTo>
                <a:close/>
              </a:path>
              <a:path w="2891790" h="114300">
                <a:moveTo>
                  <a:pt x="2853435" y="38100"/>
                </a:moveTo>
                <a:lnTo>
                  <a:pt x="2796285" y="38100"/>
                </a:lnTo>
                <a:lnTo>
                  <a:pt x="2796285" y="76200"/>
                </a:lnTo>
                <a:lnTo>
                  <a:pt x="2853435" y="76200"/>
                </a:lnTo>
                <a:lnTo>
                  <a:pt x="2891535" y="57150"/>
                </a:lnTo>
                <a:lnTo>
                  <a:pt x="285343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661915" y="4910328"/>
            <a:ext cx="634365" cy="635000"/>
            <a:chOff x="4661915" y="4910328"/>
            <a:chExt cx="634365" cy="635000"/>
          </a:xfrm>
        </p:grpSpPr>
        <p:sp>
          <p:nvSpPr>
            <p:cNvPr id="12" name="object 12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8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9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4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8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4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9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25238" y="5022088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𝒈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80582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8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1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4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5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1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9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71844" y="5843016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𝒊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48784" y="5438394"/>
            <a:ext cx="1519555" cy="908685"/>
          </a:xfrm>
          <a:custGeom>
            <a:avLst/>
            <a:gdLst/>
            <a:ahLst/>
            <a:cxnLst/>
            <a:rect l="l" t="t" r="r" b="b"/>
            <a:pathLst>
              <a:path w="1519554" h="908685">
                <a:moveTo>
                  <a:pt x="441198" y="0"/>
                </a:moveTo>
                <a:lnTo>
                  <a:pt x="1519427" y="399580"/>
                </a:lnTo>
              </a:path>
              <a:path w="1519554" h="908685">
                <a:moveTo>
                  <a:pt x="0" y="610361"/>
                </a:moveTo>
                <a:lnTo>
                  <a:pt x="3905" y="562033"/>
                </a:lnTo>
                <a:lnTo>
                  <a:pt x="15212" y="516187"/>
                </a:lnTo>
                <a:lnTo>
                  <a:pt x="33305" y="473438"/>
                </a:lnTo>
                <a:lnTo>
                  <a:pt x="57570" y="434399"/>
                </a:lnTo>
                <a:lnTo>
                  <a:pt x="87391" y="399683"/>
                </a:lnTo>
                <a:lnTo>
                  <a:pt x="122154" y="369904"/>
                </a:lnTo>
                <a:lnTo>
                  <a:pt x="161244" y="345674"/>
                </a:lnTo>
                <a:lnTo>
                  <a:pt x="204045" y="327608"/>
                </a:lnTo>
                <a:lnTo>
                  <a:pt x="249943" y="316319"/>
                </a:lnTo>
                <a:lnTo>
                  <a:pt x="298323" y="312419"/>
                </a:lnTo>
                <a:lnTo>
                  <a:pt x="346702" y="316319"/>
                </a:lnTo>
                <a:lnTo>
                  <a:pt x="392600" y="327608"/>
                </a:lnTo>
                <a:lnTo>
                  <a:pt x="435401" y="345674"/>
                </a:lnTo>
                <a:lnTo>
                  <a:pt x="474491" y="369904"/>
                </a:lnTo>
                <a:lnTo>
                  <a:pt x="509254" y="399683"/>
                </a:lnTo>
                <a:lnTo>
                  <a:pt x="539075" y="434399"/>
                </a:lnTo>
                <a:lnTo>
                  <a:pt x="563340" y="473438"/>
                </a:lnTo>
                <a:lnTo>
                  <a:pt x="581433" y="516187"/>
                </a:lnTo>
                <a:lnTo>
                  <a:pt x="592740" y="562033"/>
                </a:lnTo>
                <a:lnTo>
                  <a:pt x="596645" y="610361"/>
                </a:lnTo>
                <a:lnTo>
                  <a:pt x="592740" y="658690"/>
                </a:lnTo>
                <a:lnTo>
                  <a:pt x="581433" y="704536"/>
                </a:lnTo>
                <a:lnTo>
                  <a:pt x="563340" y="747285"/>
                </a:lnTo>
                <a:lnTo>
                  <a:pt x="539075" y="786324"/>
                </a:lnTo>
                <a:lnTo>
                  <a:pt x="509254" y="821040"/>
                </a:lnTo>
                <a:lnTo>
                  <a:pt x="474491" y="850819"/>
                </a:lnTo>
                <a:lnTo>
                  <a:pt x="435401" y="875049"/>
                </a:lnTo>
                <a:lnTo>
                  <a:pt x="392600" y="893115"/>
                </a:lnTo>
                <a:lnTo>
                  <a:pt x="346702" y="904404"/>
                </a:lnTo>
                <a:lnTo>
                  <a:pt x="298323" y="908303"/>
                </a:lnTo>
                <a:lnTo>
                  <a:pt x="249943" y="904404"/>
                </a:lnTo>
                <a:lnTo>
                  <a:pt x="204045" y="893115"/>
                </a:lnTo>
                <a:lnTo>
                  <a:pt x="161244" y="875049"/>
                </a:lnTo>
                <a:lnTo>
                  <a:pt x="122154" y="850819"/>
                </a:lnTo>
                <a:lnTo>
                  <a:pt x="87391" y="821040"/>
                </a:lnTo>
                <a:lnTo>
                  <a:pt x="57570" y="786324"/>
                </a:lnTo>
                <a:lnTo>
                  <a:pt x="33305" y="747285"/>
                </a:lnTo>
                <a:lnTo>
                  <a:pt x="15212" y="704536"/>
                </a:lnTo>
                <a:lnTo>
                  <a:pt x="3905" y="658690"/>
                </a:lnTo>
                <a:lnTo>
                  <a:pt x="0" y="6103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00421" y="5843016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𝒉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17747" y="5526023"/>
            <a:ext cx="1729739" cy="821055"/>
          </a:xfrm>
          <a:custGeom>
            <a:avLst/>
            <a:gdLst/>
            <a:ahLst/>
            <a:cxnLst/>
            <a:rect l="l" t="t" r="r" b="b"/>
            <a:pathLst>
              <a:path w="1729739" h="821054">
                <a:moveTo>
                  <a:pt x="1729359" y="224993"/>
                </a:moveTo>
                <a:lnTo>
                  <a:pt x="1661160" y="0"/>
                </a:lnTo>
              </a:path>
              <a:path w="1729739" h="821054">
                <a:moveTo>
                  <a:pt x="0" y="522731"/>
                </a:moveTo>
                <a:lnTo>
                  <a:pt x="3898" y="474403"/>
                </a:lnTo>
                <a:lnTo>
                  <a:pt x="15185" y="428557"/>
                </a:lnTo>
                <a:lnTo>
                  <a:pt x="33247" y="385808"/>
                </a:lnTo>
                <a:lnTo>
                  <a:pt x="57473" y="346769"/>
                </a:lnTo>
                <a:lnTo>
                  <a:pt x="87248" y="312053"/>
                </a:lnTo>
                <a:lnTo>
                  <a:pt x="121962" y="282274"/>
                </a:lnTo>
                <a:lnTo>
                  <a:pt x="161001" y="258044"/>
                </a:lnTo>
                <a:lnTo>
                  <a:pt x="203752" y="239978"/>
                </a:lnTo>
                <a:lnTo>
                  <a:pt x="249603" y="228689"/>
                </a:lnTo>
                <a:lnTo>
                  <a:pt x="297941" y="224789"/>
                </a:lnTo>
                <a:lnTo>
                  <a:pt x="346280" y="228689"/>
                </a:lnTo>
                <a:lnTo>
                  <a:pt x="392131" y="239978"/>
                </a:lnTo>
                <a:lnTo>
                  <a:pt x="434882" y="258044"/>
                </a:lnTo>
                <a:lnTo>
                  <a:pt x="473921" y="282274"/>
                </a:lnTo>
                <a:lnTo>
                  <a:pt x="508635" y="312053"/>
                </a:lnTo>
                <a:lnTo>
                  <a:pt x="538410" y="346769"/>
                </a:lnTo>
                <a:lnTo>
                  <a:pt x="562636" y="385808"/>
                </a:lnTo>
                <a:lnTo>
                  <a:pt x="580698" y="428557"/>
                </a:lnTo>
                <a:lnTo>
                  <a:pt x="591985" y="474403"/>
                </a:lnTo>
                <a:lnTo>
                  <a:pt x="595884" y="522731"/>
                </a:lnTo>
                <a:lnTo>
                  <a:pt x="591985" y="571060"/>
                </a:lnTo>
                <a:lnTo>
                  <a:pt x="580698" y="616906"/>
                </a:lnTo>
                <a:lnTo>
                  <a:pt x="562636" y="659655"/>
                </a:lnTo>
                <a:lnTo>
                  <a:pt x="538410" y="698694"/>
                </a:lnTo>
                <a:lnTo>
                  <a:pt x="508635" y="733410"/>
                </a:lnTo>
                <a:lnTo>
                  <a:pt x="473921" y="763189"/>
                </a:lnTo>
                <a:lnTo>
                  <a:pt x="434882" y="787419"/>
                </a:lnTo>
                <a:lnTo>
                  <a:pt x="392131" y="805485"/>
                </a:lnTo>
                <a:lnTo>
                  <a:pt x="346280" y="816774"/>
                </a:lnTo>
                <a:lnTo>
                  <a:pt x="297941" y="820674"/>
                </a:lnTo>
                <a:lnTo>
                  <a:pt x="249603" y="816774"/>
                </a:lnTo>
                <a:lnTo>
                  <a:pt x="203752" y="805485"/>
                </a:lnTo>
                <a:lnTo>
                  <a:pt x="161001" y="787419"/>
                </a:lnTo>
                <a:lnTo>
                  <a:pt x="121962" y="763189"/>
                </a:lnTo>
                <a:lnTo>
                  <a:pt x="87249" y="733410"/>
                </a:lnTo>
                <a:lnTo>
                  <a:pt x="57473" y="698694"/>
                </a:lnTo>
                <a:lnTo>
                  <a:pt x="33247" y="659655"/>
                </a:lnTo>
                <a:lnTo>
                  <a:pt x="15185" y="616906"/>
                </a:lnTo>
                <a:lnTo>
                  <a:pt x="3898" y="571060"/>
                </a:lnTo>
                <a:lnTo>
                  <a:pt x="0" y="52273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71926" y="5843016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85950" y="5750814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8" y="249613"/>
                </a:lnTo>
                <a:lnTo>
                  <a:pt x="15185" y="203767"/>
                </a:lnTo>
                <a:lnTo>
                  <a:pt x="33247" y="161018"/>
                </a:lnTo>
                <a:lnTo>
                  <a:pt x="57473" y="121979"/>
                </a:lnTo>
                <a:lnTo>
                  <a:pt x="87249" y="87263"/>
                </a:lnTo>
                <a:lnTo>
                  <a:pt x="121962" y="57484"/>
                </a:lnTo>
                <a:lnTo>
                  <a:pt x="161001" y="33254"/>
                </a:lnTo>
                <a:lnTo>
                  <a:pt x="203752" y="15188"/>
                </a:lnTo>
                <a:lnTo>
                  <a:pt x="249603" y="3899"/>
                </a:lnTo>
                <a:lnTo>
                  <a:pt x="297942" y="0"/>
                </a:lnTo>
                <a:lnTo>
                  <a:pt x="346280" y="3899"/>
                </a:lnTo>
                <a:lnTo>
                  <a:pt x="392131" y="15188"/>
                </a:lnTo>
                <a:lnTo>
                  <a:pt x="434882" y="33254"/>
                </a:lnTo>
                <a:lnTo>
                  <a:pt x="473921" y="57484"/>
                </a:lnTo>
                <a:lnTo>
                  <a:pt x="508635" y="87263"/>
                </a:lnTo>
                <a:lnTo>
                  <a:pt x="538410" y="121979"/>
                </a:lnTo>
                <a:lnTo>
                  <a:pt x="562636" y="161018"/>
                </a:lnTo>
                <a:lnTo>
                  <a:pt x="580698" y="203767"/>
                </a:lnTo>
                <a:lnTo>
                  <a:pt x="591985" y="249613"/>
                </a:lnTo>
                <a:lnTo>
                  <a:pt x="595883" y="297942"/>
                </a:lnTo>
                <a:lnTo>
                  <a:pt x="591985" y="346270"/>
                </a:lnTo>
                <a:lnTo>
                  <a:pt x="580698" y="392116"/>
                </a:lnTo>
                <a:lnTo>
                  <a:pt x="562636" y="434865"/>
                </a:lnTo>
                <a:lnTo>
                  <a:pt x="538410" y="473904"/>
                </a:lnTo>
                <a:lnTo>
                  <a:pt x="508634" y="508620"/>
                </a:lnTo>
                <a:lnTo>
                  <a:pt x="473921" y="538399"/>
                </a:lnTo>
                <a:lnTo>
                  <a:pt x="434882" y="562629"/>
                </a:lnTo>
                <a:lnTo>
                  <a:pt x="392131" y="580695"/>
                </a:lnTo>
                <a:lnTo>
                  <a:pt x="346280" y="591984"/>
                </a:lnTo>
                <a:lnTo>
                  <a:pt x="297942" y="595884"/>
                </a:lnTo>
                <a:lnTo>
                  <a:pt x="249603" y="591984"/>
                </a:lnTo>
                <a:lnTo>
                  <a:pt x="203752" y="580695"/>
                </a:lnTo>
                <a:lnTo>
                  <a:pt x="161001" y="562629"/>
                </a:lnTo>
                <a:lnTo>
                  <a:pt x="121962" y="538399"/>
                </a:lnTo>
                <a:lnTo>
                  <a:pt x="87248" y="508620"/>
                </a:lnTo>
                <a:lnTo>
                  <a:pt x="57473" y="473904"/>
                </a:lnTo>
                <a:lnTo>
                  <a:pt x="33247" y="434865"/>
                </a:lnTo>
                <a:lnTo>
                  <a:pt x="15185" y="392116"/>
                </a:lnTo>
                <a:lnTo>
                  <a:pt x="3898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56129" y="584301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75916" y="4910328"/>
            <a:ext cx="1983105" cy="946785"/>
            <a:chOff x="2375916" y="4910328"/>
            <a:chExt cx="1983105" cy="946785"/>
          </a:xfrm>
        </p:grpSpPr>
        <p:sp>
          <p:nvSpPr>
            <p:cNvPr id="24" name="object 24"/>
            <p:cNvSpPr/>
            <p:nvPr/>
          </p:nvSpPr>
          <p:spPr>
            <a:xfrm>
              <a:off x="3314700" y="5438394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16" y="3122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2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05250" y="5022088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𝒇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86633" y="4507229"/>
            <a:ext cx="2010410" cy="1038225"/>
            <a:chOff x="2786633" y="4507229"/>
            <a:chExt cx="2010410" cy="1038225"/>
          </a:xfrm>
        </p:grpSpPr>
        <p:sp>
          <p:nvSpPr>
            <p:cNvPr id="30" name="object 30"/>
            <p:cNvSpPr/>
            <p:nvPr/>
          </p:nvSpPr>
          <p:spPr>
            <a:xfrm>
              <a:off x="3275456" y="4535804"/>
              <a:ext cx="1493520" cy="517525"/>
            </a:xfrm>
            <a:custGeom>
              <a:avLst/>
              <a:gdLst/>
              <a:ahLst/>
              <a:cxnLst/>
              <a:rect l="l" t="t" r="r" b="b"/>
              <a:pathLst>
                <a:path w="1493520" h="517525">
                  <a:moveTo>
                    <a:pt x="555625" y="0"/>
                  </a:moveTo>
                  <a:lnTo>
                    <a:pt x="0" y="517017"/>
                  </a:lnTo>
                </a:path>
                <a:path w="1493520" h="517525">
                  <a:moveTo>
                    <a:pt x="766571" y="87630"/>
                  </a:moveTo>
                  <a:lnTo>
                    <a:pt x="766571" y="394462"/>
                  </a:lnTo>
                </a:path>
                <a:path w="1493520" h="517525">
                  <a:moveTo>
                    <a:pt x="976883" y="0"/>
                  </a:moveTo>
                  <a:lnTo>
                    <a:pt x="1493012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03" y="3905"/>
                  </a:lnTo>
                  <a:lnTo>
                    <a:pt x="203752" y="15212"/>
                  </a:lnTo>
                  <a:lnTo>
                    <a:pt x="161001" y="33305"/>
                  </a:lnTo>
                  <a:lnTo>
                    <a:pt x="121962" y="57570"/>
                  </a:lnTo>
                  <a:lnTo>
                    <a:pt x="87249" y="87391"/>
                  </a:lnTo>
                  <a:lnTo>
                    <a:pt x="57473" y="122154"/>
                  </a:lnTo>
                  <a:lnTo>
                    <a:pt x="33247" y="161244"/>
                  </a:lnTo>
                  <a:lnTo>
                    <a:pt x="15185" y="204045"/>
                  </a:lnTo>
                  <a:lnTo>
                    <a:pt x="3898" y="249943"/>
                  </a:lnTo>
                  <a:lnTo>
                    <a:pt x="0" y="298323"/>
                  </a:lnTo>
                  <a:lnTo>
                    <a:pt x="3898" y="346702"/>
                  </a:lnTo>
                  <a:lnTo>
                    <a:pt x="15185" y="392600"/>
                  </a:lnTo>
                  <a:lnTo>
                    <a:pt x="33247" y="435401"/>
                  </a:lnTo>
                  <a:lnTo>
                    <a:pt x="57473" y="474491"/>
                  </a:lnTo>
                  <a:lnTo>
                    <a:pt x="87248" y="509254"/>
                  </a:lnTo>
                  <a:lnTo>
                    <a:pt x="121962" y="539075"/>
                  </a:lnTo>
                  <a:lnTo>
                    <a:pt x="161001" y="563340"/>
                  </a:lnTo>
                  <a:lnTo>
                    <a:pt x="203752" y="581433"/>
                  </a:lnTo>
                  <a:lnTo>
                    <a:pt x="249603" y="592740"/>
                  </a:lnTo>
                  <a:lnTo>
                    <a:pt x="297942" y="596646"/>
                  </a:lnTo>
                  <a:lnTo>
                    <a:pt x="346280" y="592740"/>
                  </a:lnTo>
                  <a:lnTo>
                    <a:pt x="392131" y="581433"/>
                  </a:lnTo>
                  <a:lnTo>
                    <a:pt x="434882" y="563340"/>
                  </a:lnTo>
                  <a:lnTo>
                    <a:pt x="473921" y="539075"/>
                  </a:lnTo>
                  <a:lnTo>
                    <a:pt x="508635" y="509254"/>
                  </a:lnTo>
                  <a:lnTo>
                    <a:pt x="538410" y="474491"/>
                  </a:lnTo>
                  <a:lnTo>
                    <a:pt x="562636" y="435401"/>
                  </a:lnTo>
                  <a:lnTo>
                    <a:pt x="580698" y="392600"/>
                  </a:lnTo>
                  <a:lnTo>
                    <a:pt x="591985" y="346702"/>
                  </a:lnTo>
                  <a:lnTo>
                    <a:pt x="595883" y="298323"/>
                  </a:lnTo>
                  <a:lnTo>
                    <a:pt x="591985" y="249943"/>
                  </a:lnTo>
                  <a:lnTo>
                    <a:pt x="580698" y="204045"/>
                  </a:lnTo>
                  <a:lnTo>
                    <a:pt x="562636" y="161244"/>
                  </a:lnTo>
                  <a:lnTo>
                    <a:pt x="538410" y="122154"/>
                  </a:lnTo>
                  <a:lnTo>
                    <a:pt x="508635" y="87391"/>
                  </a:lnTo>
                  <a:lnTo>
                    <a:pt x="473921" y="57570"/>
                  </a:lnTo>
                  <a:lnTo>
                    <a:pt x="434882" y="33305"/>
                  </a:lnTo>
                  <a:lnTo>
                    <a:pt x="392131" y="15212"/>
                  </a:lnTo>
                  <a:lnTo>
                    <a:pt x="346280" y="3905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8" y="249943"/>
                  </a:lnTo>
                  <a:lnTo>
                    <a:pt x="15185" y="204045"/>
                  </a:lnTo>
                  <a:lnTo>
                    <a:pt x="33247" y="161244"/>
                  </a:lnTo>
                  <a:lnTo>
                    <a:pt x="57473" y="122154"/>
                  </a:lnTo>
                  <a:lnTo>
                    <a:pt x="87249" y="87391"/>
                  </a:lnTo>
                  <a:lnTo>
                    <a:pt x="121962" y="57570"/>
                  </a:lnTo>
                  <a:lnTo>
                    <a:pt x="161001" y="33305"/>
                  </a:lnTo>
                  <a:lnTo>
                    <a:pt x="203752" y="15212"/>
                  </a:lnTo>
                  <a:lnTo>
                    <a:pt x="249603" y="3905"/>
                  </a:lnTo>
                  <a:lnTo>
                    <a:pt x="297942" y="0"/>
                  </a:lnTo>
                  <a:lnTo>
                    <a:pt x="346280" y="3905"/>
                  </a:lnTo>
                  <a:lnTo>
                    <a:pt x="392131" y="15212"/>
                  </a:lnTo>
                  <a:lnTo>
                    <a:pt x="434882" y="33305"/>
                  </a:lnTo>
                  <a:lnTo>
                    <a:pt x="473921" y="57570"/>
                  </a:lnTo>
                  <a:lnTo>
                    <a:pt x="508635" y="87391"/>
                  </a:lnTo>
                  <a:lnTo>
                    <a:pt x="538410" y="122154"/>
                  </a:lnTo>
                  <a:lnTo>
                    <a:pt x="562636" y="161244"/>
                  </a:lnTo>
                  <a:lnTo>
                    <a:pt x="580698" y="204045"/>
                  </a:lnTo>
                  <a:lnTo>
                    <a:pt x="591985" y="249943"/>
                  </a:lnTo>
                  <a:lnTo>
                    <a:pt x="595883" y="298323"/>
                  </a:lnTo>
                  <a:lnTo>
                    <a:pt x="591985" y="346702"/>
                  </a:lnTo>
                  <a:lnTo>
                    <a:pt x="580698" y="392600"/>
                  </a:lnTo>
                  <a:lnTo>
                    <a:pt x="562636" y="435401"/>
                  </a:lnTo>
                  <a:lnTo>
                    <a:pt x="538410" y="474491"/>
                  </a:lnTo>
                  <a:lnTo>
                    <a:pt x="508635" y="509254"/>
                  </a:lnTo>
                  <a:lnTo>
                    <a:pt x="473921" y="539075"/>
                  </a:lnTo>
                  <a:lnTo>
                    <a:pt x="434882" y="563340"/>
                  </a:lnTo>
                  <a:lnTo>
                    <a:pt x="392131" y="581433"/>
                  </a:lnTo>
                  <a:lnTo>
                    <a:pt x="346280" y="592740"/>
                  </a:lnTo>
                  <a:lnTo>
                    <a:pt x="297942" y="596646"/>
                  </a:lnTo>
                  <a:lnTo>
                    <a:pt x="249603" y="592740"/>
                  </a:lnTo>
                  <a:lnTo>
                    <a:pt x="203752" y="581433"/>
                  </a:lnTo>
                  <a:lnTo>
                    <a:pt x="161001" y="563340"/>
                  </a:lnTo>
                  <a:lnTo>
                    <a:pt x="121962" y="539075"/>
                  </a:lnTo>
                  <a:lnTo>
                    <a:pt x="87248" y="509254"/>
                  </a:lnTo>
                  <a:lnTo>
                    <a:pt x="57473" y="474491"/>
                  </a:lnTo>
                  <a:lnTo>
                    <a:pt x="33247" y="435401"/>
                  </a:lnTo>
                  <a:lnTo>
                    <a:pt x="15185" y="392600"/>
                  </a:lnTo>
                  <a:lnTo>
                    <a:pt x="3898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954527" y="5022088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𝒅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723894" y="4007358"/>
            <a:ext cx="635000" cy="635000"/>
            <a:chOff x="3723894" y="4007358"/>
            <a:chExt cx="635000" cy="635000"/>
          </a:xfrm>
        </p:grpSpPr>
        <p:sp>
          <p:nvSpPr>
            <p:cNvPr id="35" name="object 35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2" y="0"/>
                  </a:moveTo>
                  <a:lnTo>
                    <a:pt x="249943" y="3905"/>
                  </a:lnTo>
                  <a:lnTo>
                    <a:pt x="204045" y="15212"/>
                  </a:lnTo>
                  <a:lnTo>
                    <a:pt x="161244" y="33305"/>
                  </a:lnTo>
                  <a:lnTo>
                    <a:pt x="122154" y="57570"/>
                  </a:lnTo>
                  <a:lnTo>
                    <a:pt x="87391" y="87391"/>
                  </a:lnTo>
                  <a:lnTo>
                    <a:pt x="57570" y="122154"/>
                  </a:lnTo>
                  <a:lnTo>
                    <a:pt x="33305" y="161244"/>
                  </a:lnTo>
                  <a:lnTo>
                    <a:pt x="15212" y="204045"/>
                  </a:lnTo>
                  <a:lnTo>
                    <a:pt x="3905" y="249943"/>
                  </a:lnTo>
                  <a:lnTo>
                    <a:pt x="0" y="298323"/>
                  </a:lnTo>
                  <a:lnTo>
                    <a:pt x="3905" y="346702"/>
                  </a:lnTo>
                  <a:lnTo>
                    <a:pt x="15212" y="392600"/>
                  </a:lnTo>
                  <a:lnTo>
                    <a:pt x="33305" y="435401"/>
                  </a:lnTo>
                  <a:lnTo>
                    <a:pt x="57570" y="474491"/>
                  </a:lnTo>
                  <a:lnTo>
                    <a:pt x="87391" y="509254"/>
                  </a:lnTo>
                  <a:lnTo>
                    <a:pt x="122154" y="539075"/>
                  </a:lnTo>
                  <a:lnTo>
                    <a:pt x="161244" y="563340"/>
                  </a:lnTo>
                  <a:lnTo>
                    <a:pt x="204045" y="581433"/>
                  </a:lnTo>
                  <a:lnTo>
                    <a:pt x="249943" y="592740"/>
                  </a:lnTo>
                  <a:lnTo>
                    <a:pt x="298322" y="596646"/>
                  </a:lnTo>
                  <a:lnTo>
                    <a:pt x="346702" y="592740"/>
                  </a:lnTo>
                  <a:lnTo>
                    <a:pt x="392600" y="581433"/>
                  </a:lnTo>
                  <a:lnTo>
                    <a:pt x="435401" y="563340"/>
                  </a:lnTo>
                  <a:lnTo>
                    <a:pt x="474491" y="539075"/>
                  </a:lnTo>
                  <a:lnTo>
                    <a:pt x="509254" y="509254"/>
                  </a:lnTo>
                  <a:lnTo>
                    <a:pt x="539075" y="474491"/>
                  </a:lnTo>
                  <a:lnTo>
                    <a:pt x="563340" y="435401"/>
                  </a:lnTo>
                  <a:lnTo>
                    <a:pt x="581433" y="392600"/>
                  </a:lnTo>
                  <a:lnTo>
                    <a:pt x="592740" y="346702"/>
                  </a:lnTo>
                  <a:lnTo>
                    <a:pt x="596645" y="298323"/>
                  </a:lnTo>
                  <a:lnTo>
                    <a:pt x="592740" y="249943"/>
                  </a:lnTo>
                  <a:lnTo>
                    <a:pt x="581433" y="204045"/>
                  </a:lnTo>
                  <a:lnTo>
                    <a:pt x="563340" y="161244"/>
                  </a:lnTo>
                  <a:lnTo>
                    <a:pt x="539075" y="122154"/>
                  </a:lnTo>
                  <a:lnTo>
                    <a:pt x="509254" y="87391"/>
                  </a:lnTo>
                  <a:lnTo>
                    <a:pt x="474491" y="57570"/>
                  </a:lnTo>
                  <a:lnTo>
                    <a:pt x="435401" y="33305"/>
                  </a:lnTo>
                  <a:lnTo>
                    <a:pt x="392600" y="15212"/>
                  </a:lnTo>
                  <a:lnTo>
                    <a:pt x="346702" y="3905"/>
                  </a:lnTo>
                  <a:lnTo>
                    <a:pt x="29832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5" y="249943"/>
                  </a:lnTo>
                  <a:lnTo>
                    <a:pt x="15212" y="204045"/>
                  </a:lnTo>
                  <a:lnTo>
                    <a:pt x="33305" y="161244"/>
                  </a:lnTo>
                  <a:lnTo>
                    <a:pt x="57570" y="122154"/>
                  </a:lnTo>
                  <a:lnTo>
                    <a:pt x="87391" y="87391"/>
                  </a:lnTo>
                  <a:lnTo>
                    <a:pt x="122154" y="57570"/>
                  </a:lnTo>
                  <a:lnTo>
                    <a:pt x="161244" y="33305"/>
                  </a:lnTo>
                  <a:lnTo>
                    <a:pt x="204045" y="15212"/>
                  </a:lnTo>
                  <a:lnTo>
                    <a:pt x="249943" y="3905"/>
                  </a:lnTo>
                  <a:lnTo>
                    <a:pt x="298322" y="0"/>
                  </a:lnTo>
                  <a:lnTo>
                    <a:pt x="346702" y="3905"/>
                  </a:lnTo>
                  <a:lnTo>
                    <a:pt x="392600" y="15212"/>
                  </a:lnTo>
                  <a:lnTo>
                    <a:pt x="435401" y="33305"/>
                  </a:lnTo>
                  <a:lnTo>
                    <a:pt x="474491" y="57570"/>
                  </a:lnTo>
                  <a:lnTo>
                    <a:pt x="509254" y="87391"/>
                  </a:lnTo>
                  <a:lnTo>
                    <a:pt x="539075" y="122154"/>
                  </a:lnTo>
                  <a:lnTo>
                    <a:pt x="563340" y="161244"/>
                  </a:lnTo>
                  <a:lnTo>
                    <a:pt x="581433" y="204045"/>
                  </a:lnTo>
                  <a:lnTo>
                    <a:pt x="592740" y="249943"/>
                  </a:lnTo>
                  <a:lnTo>
                    <a:pt x="596645" y="298323"/>
                  </a:lnTo>
                  <a:lnTo>
                    <a:pt x="592740" y="346702"/>
                  </a:lnTo>
                  <a:lnTo>
                    <a:pt x="581433" y="392600"/>
                  </a:lnTo>
                  <a:lnTo>
                    <a:pt x="563340" y="435401"/>
                  </a:lnTo>
                  <a:lnTo>
                    <a:pt x="539075" y="474491"/>
                  </a:lnTo>
                  <a:lnTo>
                    <a:pt x="509254" y="509254"/>
                  </a:lnTo>
                  <a:lnTo>
                    <a:pt x="474491" y="539075"/>
                  </a:lnTo>
                  <a:lnTo>
                    <a:pt x="435401" y="563340"/>
                  </a:lnTo>
                  <a:lnTo>
                    <a:pt x="392600" y="581433"/>
                  </a:lnTo>
                  <a:lnTo>
                    <a:pt x="346702" y="592740"/>
                  </a:lnTo>
                  <a:lnTo>
                    <a:pt x="298322" y="596646"/>
                  </a:lnTo>
                  <a:lnTo>
                    <a:pt x="249943" y="592740"/>
                  </a:lnTo>
                  <a:lnTo>
                    <a:pt x="204045" y="581433"/>
                  </a:lnTo>
                  <a:lnTo>
                    <a:pt x="161244" y="563340"/>
                  </a:lnTo>
                  <a:lnTo>
                    <a:pt x="122154" y="539075"/>
                  </a:lnTo>
                  <a:lnTo>
                    <a:pt x="87391" y="509254"/>
                  </a:lnTo>
                  <a:lnTo>
                    <a:pt x="57570" y="474491"/>
                  </a:lnTo>
                  <a:lnTo>
                    <a:pt x="33305" y="435401"/>
                  </a:lnTo>
                  <a:lnTo>
                    <a:pt x="15212" y="392600"/>
                  </a:lnTo>
                  <a:lnTo>
                    <a:pt x="3905" y="34670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896105" y="4118864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24675"/>
            <a:ext cx="17919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算法思想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8462" y="-55398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图的搜索算</a:t>
            </a:r>
            <a:r>
              <a:rPr spc="-50" dirty="0"/>
              <a:t>法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24761" y="1628286"/>
            <a:ext cx="3914140" cy="2143760"/>
            <a:chOff x="1524761" y="1458467"/>
            <a:chExt cx="3914140" cy="2143760"/>
          </a:xfrm>
        </p:grpSpPr>
        <p:sp>
          <p:nvSpPr>
            <p:cNvPr id="5" name="object 5"/>
            <p:cNvSpPr/>
            <p:nvPr/>
          </p:nvSpPr>
          <p:spPr>
            <a:xfrm>
              <a:off x="1543811" y="1477517"/>
              <a:ext cx="3876040" cy="2105660"/>
            </a:xfrm>
            <a:custGeom>
              <a:avLst/>
              <a:gdLst/>
              <a:ahLst/>
              <a:cxnLst/>
              <a:rect l="l" t="t" r="r" b="b"/>
              <a:pathLst>
                <a:path w="3876040" h="2105660">
                  <a:moveTo>
                    <a:pt x="0" y="193929"/>
                  </a:moveTo>
                  <a:lnTo>
                    <a:pt x="5131" y="149476"/>
                  </a:lnTo>
                  <a:lnTo>
                    <a:pt x="19749" y="108662"/>
                  </a:lnTo>
                  <a:lnTo>
                    <a:pt x="42687" y="72654"/>
                  </a:lnTo>
                  <a:lnTo>
                    <a:pt x="72778" y="42617"/>
                  </a:lnTo>
                  <a:lnTo>
                    <a:pt x="108857" y="19718"/>
                  </a:lnTo>
                  <a:lnTo>
                    <a:pt x="149756" y="5124"/>
                  </a:lnTo>
                  <a:lnTo>
                    <a:pt x="194310" y="0"/>
                  </a:lnTo>
                  <a:lnTo>
                    <a:pt x="238863" y="5124"/>
                  </a:lnTo>
                  <a:lnTo>
                    <a:pt x="279762" y="19718"/>
                  </a:lnTo>
                  <a:lnTo>
                    <a:pt x="315841" y="42617"/>
                  </a:lnTo>
                  <a:lnTo>
                    <a:pt x="345932" y="72654"/>
                  </a:lnTo>
                  <a:lnTo>
                    <a:pt x="368870" y="108662"/>
                  </a:lnTo>
                  <a:lnTo>
                    <a:pt x="383488" y="149476"/>
                  </a:lnTo>
                  <a:lnTo>
                    <a:pt x="388619" y="193929"/>
                  </a:lnTo>
                  <a:lnTo>
                    <a:pt x="383488" y="238381"/>
                  </a:lnTo>
                  <a:lnTo>
                    <a:pt x="368870" y="279195"/>
                  </a:lnTo>
                  <a:lnTo>
                    <a:pt x="345932" y="315203"/>
                  </a:lnTo>
                  <a:lnTo>
                    <a:pt x="315841" y="345240"/>
                  </a:lnTo>
                  <a:lnTo>
                    <a:pt x="279762" y="368139"/>
                  </a:lnTo>
                  <a:lnTo>
                    <a:pt x="238863" y="382733"/>
                  </a:lnTo>
                  <a:lnTo>
                    <a:pt x="194310" y="387858"/>
                  </a:lnTo>
                  <a:lnTo>
                    <a:pt x="149756" y="382733"/>
                  </a:lnTo>
                  <a:lnTo>
                    <a:pt x="108857" y="368139"/>
                  </a:lnTo>
                  <a:lnTo>
                    <a:pt x="72778" y="345240"/>
                  </a:lnTo>
                  <a:lnTo>
                    <a:pt x="42687" y="315203"/>
                  </a:lnTo>
                  <a:lnTo>
                    <a:pt x="19749" y="279195"/>
                  </a:lnTo>
                  <a:lnTo>
                    <a:pt x="5131" y="238381"/>
                  </a:lnTo>
                  <a:lnTo>
                    <a:pt x="0" y="193929"/>
                  </a:lnTo>
                  <a:close/>
                </a:path>
                <a:path w="3876040" h="2105660">
                  <a:moveTo>
                    <a:pt x="0" y="765429"/>
                  </a:moveTo>
                  <a:lnTo>
                    <a:pt x="5131" y="720976"/>
                  </a:lnTo>
                  <a:lnTo>
                    <a:pt x="19749" y="680162"/>
                  </a:lnTo>
                  <a:lnTo>
                    <a:pt x="42687" y="644154"/>
                  </a:lnTo>
                  <a:lnTo>
                    <a:pt x="72778" y="614117"/>
                  </a:lnTo>
                  <a:lnTo>
                    <a:pt x="108857" y="591218"/>
                  </a:lnTo>
                  <a:lnTo>
                    <a:pt x="149756" y="576624"/>
                  </a:lnTo>
                  <a:lnTo>
                    <a:pt x="194310" y="571500"/>
                  </a:lnTo>
                  <a:lnTo>
                    <a:pt x="238863" y="576624"/>
                  </a:lnTo>
                  <a:lnTo>
                    <a:pt x="279762" y="591218"/>
                  </a:lnTo>
                  <a:lnTo>
                    <a:pt x="315841" y="614117"/>
                  </a:lnTo>
                  <a:lnTo>
                    <a:pt x="345932" y="644154"/>
                  </a:lnTo>
                  <a:lnTo>
                    <a:pt x="368870" y="680162"/>
                  </a:lnTo>
                  <a:lnTo>
                    <a:pt x="383488" y="720976"/>
                  </a:lnTo>
                  <a:lnTo>
                    <a:pt x="388619" y="765429"/>
                  </a:lnTo>
                  <a:lnTo>
                    <a:pt x="383488" y="809881"/>
                  </a:lnTo>
                  <a:lnTo>
                    <a:pt x="368870" y="850695"/>
                  </a:lnTo>
                  <a:lnTo>
                    <a:pt x="345932" y="886703"/>
                  </a:lnTo>
                  <a:lnTo>
                    <a:pt x="315841" y="916740"/>
                  </a:lnTo>
                  <a:lnTo>
                    <a:pt x="279762" y="939639"/>
                  </a:lnTo>
                  <a:lnTo>
                    <a:pt x="238863" y="954233"/>
                  </a:lnTo>
                  <a:lnTo>
                    <a:pt x="194310" y="959358"/>
                  </a:lnTo>
                  <a:lnTo>
                    <a:pt x="149756" y="954233"/>
                  </a:lnTo>
                  <a:lnTo>
                    <a:pt x="108857" y="939639"/>
                  </a:lnTo>
                  <a:lnTo>
                    <a:pt x="72778" y="916740"/>
                  </a:lnTo>
                  <a:lnTo>
                    <a:pt x="42687" y="886703"/>
                  </a:lnTo>
                  <a:lnTo>
                    <a:pt x="19749" y="850695"/>
                  </a:lnTo>
                  <a:lnTo>
                    <a:pt x="5131" y="809881"/>
                  </a:lnTo>
                  <a:lnTo>
                    <a:pt x="0" y="765429"/>
                  </a:lnTo>
                  <a:close/>
                </a:path>
                <a:path w="3876040" h="2105660">
                  <a:moveTo>
                    <a:pt x="194310" y="387858"/>
                  </a:moveTo>
                  <a:lnTo>
                    <a:pt x="194310" y="571246"/>
                  </a:lnTo>
                </a:path>
                <a:path w="3876040" h="2105660">
                  <a:moveTo>
                    <a:pt x="0" y="1337310"/>
                  </a:moveTo>
                  <a:lnTo>
                    <a:pt x="5131" y="1292756"/>
                  </a:lnTo>
                  <a:lnTo>
                    <a:pt x="19749" y="1251857"/>
                  </a:lnTo>
                  <a:lnTo>
                    <a:pt x="42687" y="1215778"/>
                  </a:lnTo>
                  <a:lnTo>
                    <a:pt x="72778" y="1185687"/>
                  </a:lnTo>
                  <a:lnTo>
                    <a:pt x="108857" y="1162749"/>
                  </a:lnTo>
                  <a:lnTo>
                    <a:pt x="149756" y="1148131"/>
                  </a:lnTo>
                  <a:lnTo>
                    <a:pt x="194310" y="1143000"/>
                  </a:lnTo>
                  <a:lnTo>
                    <a:pt x="238863" y="1148131"/>
                  </a:lnTo>
                  <a:lnTo>
                    <a:pt x="279762" y="1162749"/>
                  </a:lnTo>
                  <a:lnTo>
                    <a:pt x="315841" y="1185687"/>
                  </a:lnTo>
                  <a:lnTo>
                    <a:pt x="345932" y="1215778"/>
                  </a:lnTo>
                  <a:lnTo>
                    <a:pt x="368870" y="1251857"/>
                  </a:lnTo>
                  <a:lnTo>
                    <a:pt x="383488" y="1292756"/>
                  </a:lnTo>
                  <a:lnTo>
                    <a:pt x="388619" y="1337310"/>
                  </a:lnTo>
                  <a:lnTo>
                    <a:pt x="383488" y="1381863"/>
                  </a:lnTo>
                  <a:lnTo>
                    <a:pt x="368870" y="1422762"/>
                  </a:lnTo>
                  <a:lnTo>
                    <a:pt x="345932" y="1458841"/>
                  </a:lnTo>
                  <a:lnTo>
                    <a:pt x="315841" y="1488932"/>
                  </a:lnTo>
                  <a:lnTo>
                    <a:pt x="279762" y="1511870"/>
                  </a:lnTo>
                  <a:lnTo>
                    <a:pt x="238863" y="1526488"/>
                  </a:lnTo>
                  <a:lnTo>
                    <a:pt x="194310" y="1531620"/>
                  </a:lnTo>
                  <a:lnTo>
                    <a:pt x="149756" y="1526488"/>
                  </a:lnTo>
                  <a:lnTo>
                    <a:pt x="108857" y="1511870"/>
                  </a:lnTo>
                  <a:lnTo>
                    <a:pt x="72778" y="1488932"/>
                  </a:lnTo>
                  <a:lnTo>
                    <a:pt x="42687" y="1458841"/>
                  </a:lnTo>
                  <a:lnTo>
                    <a:pt x="19749" y="1422762"/>
                  </a:lnTo>
                  <a:lnTo>
                    <a:pt x="5131" y="1381863"/>
                  </a:lnTo>
                  <a:lnTo>
                    <a:pt x="0" y="1337310"/>
                  </a:lnTo>
                  <a:close/>
                </a:path>
                <a:path w="3876040" h="2105660">
                  <a:moveTo>
                    <a:pt x="194310" y="959358"/>
                  </a:moveTo>
                  <a:lnTo>
                    <a:pt x="194310" y="1142746"/>
                  </a:lnTo>
                </a:path>
                <a:path w="3876040" h="2105660">
                  <a:moveTo>
                    <a:pt x="0" y="1908810"/>
                  </a:moveTo>
                  <a:lnTo>
                    <a:pt x="5131" y="1864256"/>
                  </a:lnTo>
                  <a:lnTo>
                    <a:pt x="19749" y="1823357"/>
                  </a:lnTo>
                  <a:lnTo>
                    <a:pt x="42687" y="1787278"/>
                  </a:lnTo>
                  <a:lnTo>
                    <a:pt x="72778" y="1757187"/>
                  </a:lnTo>
                  <a:lnTo>
                    <a:pt x="108857" y="1734249"/>
                  </a:lnTo>
                  <a:lnTo>
                    <a:pt x="149756" y="1719631"/>
                  </a:lnTo>
                  <a:lnTo>
                    <a:pt x="194310" y="1714500"/>
                  </a:lnTo>
                  <a:lnTo>
                    <a:pt x="238863" y="1719631"/>
                  </a:lnTo>
                  <a:lnTo>
                    <a:pt x="279762" y="1734249"/>
                  </a:lnTo>
                  <a:lnTo>
                    <a:pt x="315841" y="1757187"/>
                  </a:lnTo>
                  <a:lnTo>
                    <a:pt x="345932" y="1787278"/>
                  </a:lnTo>
                  <a:lnTo>
                    <a:pt x="368870" y="1823357"/>
                  </a:lnTo>
                  <a:lnTo>
                    <a:pt x="383488" y="1864256"/>
                  </a:lnTo>
                  <a:lnTo>
                    <a:pt x="388619" y="1908810"/>
                  </a:lnTo>
                  <a:lnTo>
                    <a:pt x="383488" y="1953363"/>
                  </a:lnTo>
                  <a:lnTo>
                    <a:pt x="368870" y="1994262"/>
                  </a:lnTo>
                  <a:lnTo>
                    <a:pt x="345932" y="2030341"/>
                  </a:lnTo>
                  <a:lnTo>
                    <a:pt x="315841" y="2060432"/>
                  </a:lnTo>
                  <a:lnTo>
                    <a:pt x="279762" y="2083370"/>
                  </a:lnTo>
                  <a:lnTo>
                    <a:pt x="238863" y="2097988"/>
                  </a:lnTo>
                  <a:lnTo>
                    <a:pt x="194310" y="2103120"/>
                  </a:lnTo>
                  <a:lnTo>
                    <a:pt x="149756" y="2097988"/>
                  </a:lnTo>
                  <a:lnTo>
                    <a:pt x="108857" y="2083370"/>
                  </a:lnTo>
                  <a:lnTo>
                    <a:pt x="72778" y="2060432"/>
                  </a:lnTo>
                  <a:lnTo>
                    <a:pt x="42687" y="2030341"/>
                  </a:lnTo>
                  <a:lnTo>
                    <a:pt x="19749" y="1994262"/>
                  </a:lnTo>
                  <a:lnTo>
                    <a:pt x="5131" y="1953363"/>
                  </a:lnTo>
                  <a:lnTo>
                    <a:pt x="0" y="1908810"/>
                  </a:lnTo>
                  <a:close/>
                </a:path>
                <a:path w="3876040" h="2105660">
                  <a:moveTo>
                    <a:pt x="194310" y="1531620"/>
                  </a:moveTo>
                  <a:lnTo>
                    <a:pt x="194310" y="1715008"/>
                  </a:lnTo>
                </a:path>
                <a:path w="3876040" h="2105660">
                  <a:moveTo>
                    <a:pt x="697992" y="193929"/>
                  </a:moveTo>
                  <a:lnTo>
                    <a:pt x="703116" y="149476"/>
                  </a:lnTo>
                  <a:lnTo>
                    <a:pt x="717710" y="108662"/>
                  </a:lnTo>
                  <a:lnTo>
                    <a:pt x="740609" y="72654"/>
                  </a:lnTo>
                  <a:lnTo>
                    <a:pt x="770646" y="42617"/>
                  </a:lnTo>
                  <a:lnTo>
                    <a:pt x="806654" y="19718"/>
                  </a:lnTo>
                  <a:lnTo>
                    <a:pt x="847468" y="5124"/>
                  </a:lnTo>
                  <a:lnTo>
                    <a:pt x="891920" y="0"/>
                  </a:lnTo>
                  <a:lnTo>
                    <a:pt x="936373" y="5124"/>
                  </a:lnTo>
                  <a:lnTo>
                    <a:pt x="977187" y="19718"/>
                  </a:lnTo>
                  <a:lnTo>
                    <a:pt x="1013195" y="42617"/>
                  </a:lnTo>
                  <a:lnTo>
                    <a:pt x="1043232" y="72654"/>
                  </a:lnTo>
                  <a:lnTo>
                    <a:pt x="1066131" y="108662"/>
                  </a:lnTo>
                  <a:lnTo>
                    <a:pt x="1080725" y="149476"/>
                  </a:lnTo>
                  <a:lnTo>
                    <a:pt x="1085850" y="193929"/>
                  </a:lnTo>
                  <a:lnTo>
                    <a:pt x="1080725" y="238381"/>
                  </a:lnTo>
                  <a:lnTo>
                    <a:pt x="1066131" y="279195"/>
                  </a:lnTo>
                  <a:lnTo>
                    <a:pt x="1043232" y="315203"/>
                  </a:lnTo>
                  <a:lnTo>
                    <a:pt x="1013195" y="345240"/>
                  </a:lnTo>
                  <a:lnTo>
                    <a:pt x="977187" y="368139"/>
                  </a:lnTo>
                  <a:lnTo>
                    <a:pt x="936373" y="382733"/>
                  </a:lnTo>
                  <a:lnTo>
                    <a:pt x="891920" y="387858"/>
                  </a:lnTo>
                  <a:lnTo>
                    <a:pt x="847468" y="382733"/>
                  </a:lnTo>
                  <a:lnTo>
                    <a:pt x="806654" y="368139"/>
                  </a:lnTo>
                  <a:lnTo>
                    <a:pt x="770646" y="345240"/>
                  </a:lnTo>
                  <a:lnTo>
                    <a:pt x="740609" y="315203"/>
                  </a:lnTo>
                  <a:lnTo>
                    <a:pt x="717710" y="279195"/>
                  </a:lnTo>
                  <a:lnTo>
                    <a:pt x="703116" y="238381"/>
                  </a:lnTo>
                  <a:lnTo>
                    <a:pt x="697992" y="193929"/>
                  </a:lnTo>
                  <a:close/>
                </a:path>
                <a:path w="3876040" h="2105660">
                  <a:moveTo>
                    <a:pt x="388619" y="193548"/>
                  </a:moveTo>
                  <a:lnTo>
                    <a:pt x="697738" y="193548"/>
                  </a:lnTo>
                </a:path>
                <a:path w="3876040" h="2105660">
                  <a:moveTo>
                    <a:pt x="1395221" y="193929"/>
                  </a:moveTo>
                  <a:lnTo>
                    <a:pt x="1400353" y="149476"/>
                  </a:lnTo>
                  <a:lnTo>
                    <a:pt x="1414971" y="108662"/>
                  </a:lnTo>
                  <a:lnTo>
                    <a:pt x="1437909" y="72654"/>
                  </a:lnTo>
                  <a:lnTo>
                    <a:pt x="1468000" y="42617"/>
                  </a:lnTo>
                  <a:lnTo>
                    <a:pt x="1504079" y="19718"/>
                  </a:lnTo>
                  <a:lnTo>
                    <a:pt x="1544978" y="5124"/>
                  </a:lnTo>
                  <a:lnTo>
                    <a:pt x="1589532" y="0"/>
                  </a:lnTo>
                  <a:lnTo>
                    <a:pt x="1634085" y="5124"/>
                  </a:lnTo>
                  <a:lnTo>
                    <a:pt x="1674984" y="19718"/>
                  </a:lnTo>
                  <a:lnTo>
                    <a:pt x="1711063" y="42617"/>
                  </a:lnTo>
                  <a:lnTo>
                    <a:pt x="1741154" y="72654"/>
                  </a:lnTo>
                  <a:lnTo>
                    <a:pt x="1764092" y="108662"/>
                  </a:lnTo>
                  <a:lnTo>
                    <a:pt x="1778710" y="149476"/>
                  </a:lnTo>
                  <a:lnTo>
                    <a:pt x="1783841" y="193929"/>
                  </a:lnTo>
                  <a:lnTo>
                    <a:pt x="1778710" y="238381"/>
                  </a:lnTo>
                  <a:lnTo>
                    <a:pt x="1764092" y="279195"/>
                  </a:lnTo>
                  <a:lnTo>
                    <a:pt x="1741154" y="315203"/>
                  </a:lnTo>
                  <a:lnTo>
                    <a:pt x="1711063" y="345240"/>
                  </a:lnTo>
                  <a:lnTo>
                    <a:pt x="1674984" y="368139"/>
                  </a:lnTo>
                  <a:lnTo>
                    <a:pt x="1634085" y="382733"/>
                  </a:lnTo>
                  <a:lnTo>
                    <a:pt x="1589532" y="387858"/>
                  </a:lnTo>
                  <a:lnTo>
                    <a:pt x="1544978" y="382733"/>
                  </a:lnTo>
                  <a:lnTo>
                    <a:pt x="1504079" y="368139"/>
                  </a:lnTo>
                  <a:lnTo>
                    <a:pt x="1468000" y="345240"/>
                  </a:lnTo>
                  <a:lnTo>
                    <a:pt x="1437909" y="315203"/>
                  </a:lnTo>
                  <a:lnTo>
                    <a:pt x="1414971" y="279195"/>
                  </a:lnTo>
                  <a:lnTo>
                    <a:pt x="1400353" y="238381"/>
                  </a:lnTo>
                  <a:lnTo>
                    <a:pt x="1395221" y="193929"/>
                  </a:lnTo>
                  <a:close/>
                </a:path>
                <a:path w="3876040" h="2105660">
                  <a:moveTo>
                    <a:pt x="1085850" y="193548"/>
                  </a:moveTo>
                  <a:lnTo>
                    <a:pt x="1394968" y="193548"/>
                  </a:lnTo>
                </a:path>
                <a:path w="3876040" h="2105660">
                  <a:moveTo>
                    <a:pt x="2092452" y="193929"/>
                  </a:moveTo>
                  <a:lnTo>
                    <a:pt x="2097583" y="149476"/>
                  </a:lnTo>
                  <a:lnTo>
                    <a:pt x="2112201" y="108662"/>
                  </a:lnTo>
                  <a:lnTo>
                    <a:pt x="2135139" y="72654"/>
                  </a:lnTo>
                  <a:lnTo>
                    <a:pt x="2165230" y="42617"/>
                  </a:lnTo>
                  <a:lnTo>
                    <a:pt x="2201309" y="19718"/>
                  </a:lnTo>
                  <a:lnTo>
                    <a:pt x="2242208" y="5124"/>
                  </a:lnTo>
                  <a:lnTo>
                    <a:pt x="2286762" y="0"/>
                  </a:lnTo>
                  <a:lnTo>
                    <a:pt x="2331315" y="5124"/>
                  </a:lnTo>
                  <a:lnTo>
                    <a:pt x="2372214" y="19718"/>
                  </a:lnTo>
                  <a:lnTo>
                    <a:pt x="2408293" y="42617"/>
                  </a:lnTo>
                  <a:lnTo>
                    <a:pt x="2438384" y="72654"/>
                  </a:lnTo>
                  <a:lnTo>
                    <a:pt x="2461322" y="108662"/>
                  </a:lnTo>
                  <a:lnTo>
                    <a:pt x="2475940" y="149476"/>
                  </a:lnTo>
                  <a:lnTo>
                    <a:pt x="2481072" y="193929"/>
                  </a:lnTo>
                  <a:lnTo>
                    <a:pt x="2475940" y="238381"/>
                  </a:lnTo>
                  <a:lnTo>
                    <a:pt x="2461322" y="279195"/>
                  </a:lnTo>
                  <a:lnTo>
                    <a:pt x="2438384" y="315203"/>
                  </a:lnTo>
                  <a:lnTo>
                    <a:pt x="2408293" y="345240"/>
                  </a:lnTo>
                  <a:lnTo>
                    <a:pt x="2372214" y="368139"/>
                  </a:lnTo>
                  <a:lnTo>
                    <a:pt x="2331315" y="382733"/>
                  </a:lnTo>
                  <a:lnTo>
                    <a:pt x="2286762" y="387858"/>
                  </a:lnTo>
                  <a:lnTo>
                    <a:pt x="2242208" y="382733"/>
                  </a:lnTo>
                  <a:lnTo>
                    <a:pt x="2201309" y="368139"/>
                  </a:lnTo>
                  <a:lnTo>
                    <a:pt x="2165230" y="345240"/>
                  </a:lnTo>
                  <a:lnTo>
                    <a:pt x="2135139" y="315203"/>
                  </a:lnTo>
                  <a:lnTo>
                    <a:pt x="2112201" y="279195"/>
                  </a:lnTo>
                  <a:lnTo>
                    <a:pt x="2097583" y="238381"/>
                  </a:lnTo>
                  <a:lnTo>
                    <a:pt x="2092452" y="193929"/>
                  </a:lnTo>
                  <a:close/>
                </a:path>
                <a:path w="3876040" h="2105660">
                  <a:moveTo>
                    <a:pt x="1783841" y="193548"/>
                  </a:moveTo>
                  <a:lnTo>
                    <a:pt x="2092960" y="193548"/>
                  </a:lnTo>
                </a:path>
                <a:path w="3876040" h="2105660">
                  <a:moveTo>
                    <a:pt x="2790443" y="193929"/>
                  </a:moveTo>
                  <a:lnTo>
                    <a:pt x="2795568" y="149476"/>
                  </a:lnTo>
                  <a:lnTo>
                    <a:pt x="2810162" y="108662"/>
                  </a:lnTo>
                  <a:lnTo>
                    <a:pt x="2833061" y="72654"/>
                  </a:lnTo>
                  <a:lnTo>
                    <a:pt x="2863098" y="42617"/>
                  </a:lnTo>
                  <a:lnTo>
                    <a:pt x="2899106" y="19718"/>
                  </a:lnTo>
                  <a:lnTo>
                    <a:pt x="2939920" y="5124"/>
                  </a:lnTo>
                  <a:lnTo>
                    <a:pt x="2984373" y="0"/>
                  </a:lnTo>
                  <a:lnTo>
                    <a:pt x="3028825" y="5124"/>
                  </a:lnTo>
                  <a:lnTo>
                    <a:pt x="3069639" y="19718"/>
                  </a:lnTo>
                  <a:lnTo>
                    <a:pt x="3105647" y="42617"/>
                  </a:lnTo>
                  <a:lnTo>
                    <a:pt x="3135684" y="72654"/>
                  </a:lnTo>
                  <a:lnTo>
                    <a:pt x="3158583" y="108662"/>
                  </a:lnTo>
                  <a:lnTo>
                    <a:pt x="3173177" y="149476"/>
                  </a:lnTo>
                  <a:lnTo>
                    <a:pt x="3178302" y="193929"/>
                  </a:lnTo>
                  <a:lnTo>
                    <a:pt x="3173177" y="238381"/>
                  </a:lnTo>
                  <a:lnTo>
                    <a:pt x="3158583" y="279195"/>
                  </a:lnTo>
                  <a:lnTo>
                    <a:pt x="3135684" y="315203"/>
                  </a:lnTo>
                  <a:lnTo>
                    <a:pt x="3105647" y="345240"/>
                  </a:lnTo>
                  <a:lnTo>
                    <a:pt x="3069639" y="368139"/>
                  </a:lnTo>
                  <a:lnTo>
                    <a:pt x="3028825" y="382733"/>
                  </a:lnTo>
                  <a:lnTo>
                    <a:pt x="2984373" y="387858"/>
                  </a:lnTo>
                  <a:lnTo>
                    <a:pt x="2939920" y="382733"/>
                  </a:lnTo>
                  <a:lnTo>
                    <a:pt x="2899106" y="368139"/>
                  </a:lnTo>
                  <a:lnTo>
                    <a:pt x="2863098" y="345240"/>
                  </a:lnTo>
                  <a:lnTo>
                    <a:pt x="2833061" y="315203"/>
                  </a:lnTo>
                  <a:lnTo>
                    <a:pt x="2810162" y="279195"/>
                  </a:lnTo>
                  <a:lnTo>
                    <a:pt x="2795568" y="238381"/>
                  </a:lnTo>
                  <a:lnTo>
                    <a:pt x="2790443" y="193929"/>
                  </a:lnTo>
                  <a:close/>
                </a:path>
                <a:path w="3876040" h="2105660">
                  <a:moveTo>
                    <a:pt x="2481072" y="193548"/>
                  </a:moveTo>
                  <a:lnTo>
                    <a:pt x="2790190" y="193548"/>
                  </a:lnTo>
                </a:path>
                <a:path w="3876040" h="2105660">
                  <a:moveTo>
                    <a:pt x="3487674" y="193929"/>
                  </a:moveTo>
                  <a:lnTo>
                    <a:pt x="3492798" y="149476"/>
                  </a:lnTo>
                  <a:lnTo>
                    <a:pt x="3507392" y="108662"/>
                  </a:lnTo>
                  <a:lnTo>
                    <a:pt x="3530291" y="72654"/>
                  </a:lnTo>
                  <a:lnTo>
                    <a:pt x="3560328" y="42617"/>
                  </a:lnTo>
                  <a:lnTo>
                    <a:pt x="3596336" y="19718"/>
                  </a:lnTo>
                  <a:lnTo>
                    <a:pt x="3637150" y="5124"/>
                  </a:lnTo>
                  <a:lnTo>
                    <a:pt x="3681603" y="0"/>
                  </a:lnTo>
                  <a:lnTo>
                    <a:pt x="3726055" y="5124"/>
                  </a:lnTo>
                  <a:lnTo>
                    <a:pt x="3766869" y="19718"/>
                  </a:lnTo>
                  <a:lnTo>
                    <a:pt x="3802877" y="42617"/>
                  </a:lnTo>
                  <a:lnTo>
                    <a:pt x="3832914" y="72654"/>
                  </a:lnTo>
                  <a:lnTo>
                    <a:pt x="3855813" y="108662"/>
                  </a:lnTo>
                  <a:lnTo>
                    <a:pt x="3870407" y="149476"/>
                  </a:lnTo>
                  <a:lnTo>
                    <a:pt x="3875532" y="193929"/>
                  </a:lnTo>
                  <a:lnTo>
                    <a:pt x="3870407" y="238381"/>
                  </a:lnTo>
                  <a:lnTo>
                    <a:pt x="3855813" y="279195"/>
                  </a:lnTo>
                  <a:lnTo>
                    <a:pt x="3832914" y="315203"/>
                  </a:lnTo>
                  <a:lnTo>
                    <a:pt x="3802877" y="345240"/>
                  </a:lnTo>
                  <a:lnTo>
                    <a:pt x="3766869" y="368139"/>
                  </a:lnTo>
                  <a:lnTo>
                    <a:pt x="3726055" y="382733"/>
                  </a:lnTo>
                  <a:lnTo>
                    <a:pt x="3681603" y="387858"/>
                  </a:lnTo>
                  <a:lnTo>
                    <a:pt x="3637150" y="382733"/>
                  </a:lnTo>
                  <a:lnTo>
                    <a:pt x="3596336" y="368139"/>
                  </a:lnTo>
                  <a:lnTo>
                    <a:pt x="3560328" y="345240"/>
                  </a:lnTo>
                  <a:lnTo>
                    <a:pt x="3530291" y="315203"/>
                  </a:lnTo>
                  <a:lnTo>
                    <a:pt x="3507392" y="279195"/>
                  </a:lnTo>
                  <a:lnTo>
                    <a:pt x="3492798" y="238381"/>
                  </a:lnTo>
                  <a:lnTo>
                    <a:pt x="3487674" y="193929"/>
                  </a:lnTo>
                  <a:close/>
                </a:path>
                <a:path w="3876040" h="2105660">
                  <a:moveTo>
                    <a:pt x="3178302" y="193548"/>
                  </a:moveTo>
                  <a:lnTo>
                    <a:pt x="3487420" y="193548"/>
                  </a:lnTo>
                </a:path>
                <a:path w="3876040" h="2105660">
                  <a:moveTo>
                    <a:pt x="697992" y="765429"/>
                  </a:moveTo>
                  <a:lnTo>
                    <a:pt x="703116" y="720976"/>
                  </a:lnTo>
                  <a:lnTo>
                    <a:pt x="717710" y="680162"/>
                  </a:lnTo>
                  <a:lnTo>
                    <a:pt x="740609" y="644154"/>
                  </a:lnTo>
                  <a:lnTo>
                    <a:pt x="770646" y="614117"/>
                  </a:lnTo>
                  <a:lnTo>
                    <a:pt x="806654" y="591218"/>
                  </a:lnTo>
                  <a:lnTo>
                    <a:pt x="847468" y="576624"/>
                  </a:lnTo>
                  <a:lnTo>
                    <a:pt x="891920" y="571500"/>
                  </a:lnTo>
                  <a:lnTo>
                    <a:pt x="936373" y="576624"/>
                  </a:lnTo>
                  <a:lnTo>
                    <a:pt x="977187" y="591218"/>
                  </a:lnTo>
                  <a:lnTo>
                    <a:pt x="1013195" y="614117"/>
                  </a:lnTo>
                  <a:lnTo>
                    <a:pt x="1043232" y="644154"/>
                  </a:lnTo>
                  <a:lnTo>
                    <a:pt x="1066131" y="680162"/>
                  </a:lnTo>
                  <a:lnTo>
                    <a:pt x="1080725" y="720976"/>
                  </a:lnTo>
                  <a:lnTo>
                    <a:pt x="1085850" y="765429"/>
                  </a:lnTo>
                  <a:lnTo>
                    <a:pt x="1080725" y="809881"/>
                  </a:lnTo>
                  <a:lnTo>
                    <a:pt x="1066131" y="850695"/>
                  </a:lnTo>
                  <a:lnTo>
                    <a:pt x="1043232" y="886703"/>
                  </a:lnTo>
                  <a:lnTo>
                    <a:pt x="1013195" y="916740"/>
                  </a:lnTo>
                  <a:lnTo>
                    <a:pt x="977187" y="939639"/>
                  </a:lnTo>
                  <a:lnTo>
                    <a:pt x="936373" y="954233"/>
                  </a:lnTo>
                  <a:lnTo>
                    <a:pt x="891920" y="959358"/>
                  </a:lnTo>
                  <a:lnTo>
                    <a:pt x="847468" y="954233"/>
                  </a:lnTo>
                  <a:lnTo>
                    <a:pt x="806654" y="939639"/>
                  </a:lnTo>
                  <a:lnTo>
                    <a:pt x="770646" y="916740"/>
                  </a:lnTo>
                  <a:lnTo>
                    <a:pt x="740609" y="886703"/>
                  </a:lnTo>
                  <a:lnTo>
                    <a:pt x="717710" y="850695"/>
                  </a:lnTo>
                  <a:lnTo>
                    <a:pt x="703116" y="809881"/>
                  </a:lnTo>
                  <a:lnTo>
                    <a:pt x="697992" y="765429"/>
                  </a:lnTo>
                  <a:close/>
                </a:path>
                <a:path w="3876040" h="2105660">
                  <a:moveTo>
                    <a:pt x="892301" y="387858"/>
                  </a:moveTo>
                  <a:lnTo>
                    <a:pt x="892301" y="571246"/>
                  </a:lnTo>
                </a:path>
                <a:path w="3876040" h="2105660">
                  <a:moveTo>
                    <a:pt x="1395221" y="765429"/>
                  </a:moveTo>
                  <a:lnTo>
                    <a:pt x="1400353" y="720976"/>
                  </a:lnTo>
                  <a:lnTo>
                    <a:pt x="1414971" y="680162"/>
                  </a:lnTo>
                  <a:lnTo>
                    <a:pt x="1437909" y="644154"/>
                  </a:lnTo>
                  <a:lnTo>
                    <a:pt x="1468000" y="614117"/>
                  </a:lnTo>
                  <a:lnTo>
                    <a:pt x="1504079" y="591218"/>
                  </a:lnTo>
                  <a:lnTo>
                    <a:pt x="1544978" y="576624"/>
                  </a:lnTo>
                  <a:lnTo>
                    <a:pt x="1589532" y="571500"/>
                  </a:lnTo>
                  <a:lnTo>
                    <a:pt x="1634085" y="576624"/>
                  </a:lnTo>
                  <a:lnTo>
                    <a:pt x="1674984" y="591218"/>
                  </a:lnTo>
                  <a:lnTo>
                    <a:pt x="1711063" y="614117"/>
                  </a:lnTo>
                  <a:lnTo>
                    <a:pt x="1741154" y="644154"/>
                  </a:lnTo>
                  <a:lnTo>
                    <a:pt x="1764092" y="680162"/>
                  </a:lnTo>
                  <a:lnTo>
                    <a:pt x="1778710" y="720976"/>
                  </a:lnTo>
                  <a:lnTo>
                    <a:pt x="1783841" y="765429"/>
                  </a:lnTo>
                  <a:lnTo>
                    <a:pt x="1778710" y="809881"/>
                  </a:lnTo>
                  <a:lnTo>
                    <a:pt x="1764092" y="850695"/>
                  </a:lnTo>
                  <a:lnTo>
                    <a:pt x="1741154" y="886703"/>
                  </a:lnTo>
                  <a:lnTo>
                    <a:pt x="1711063" y="916740"/>
                  </a:lnTo>
                  <a:lnTo>
                    <a:pt x="1674984" y="939639"/>
                  </a:lnTo>
                  <a:lnTo>
                    <a:pt x="1634085" y="954233"/>
                  </a:lnTo>
                  <a:lnTo>
                    <a:pt x="1589532" y="959358"/>
                  </a:lnTo>
                  <a:lnTo>
                    <a:pt x="1544978" y="954233"/>
                  </a:lnTo>
                  <a:lnTo>
                    <a:pt x="1504079" y="939639"/>
                  </a:lnTo>
                  <a:lnTo>
                    <a:pt x="1468000" y="916740"/>
                  </a:lnTo>
                  <a:lnTo>
                    <a:pt x="1437909" y="886703"/>
                  </a:lnTo>
                  <a:lnTo>
                    <a:pt x="1414971" y="850695"/>
                  </a:lnTo>
                  <a:lnTo>
                    <a:pt x="1400353" y="809881"/>
                  </a:lnTo>
                  <a:lnTo>
                    <a:pt x="1395221" y="765429"/>
                  </a:lnTo>
                  <a:close/>
                </a:path>
                <a:path w="3876040" h="2105660">
                  <a:moveTo>
                    <a:pt x="1589532" y="371856"/>
                  </a:moveTo>
                  <a:lnTo>
                    <a:pt x="1589532" y="571246"/>
                  </a:lnTo>
                </a:path>
                <a:path w="3876040" h="2105660">
                  <a:moveTo>
                    <a:pt x="2092452" y="765429"/>
                  </a:moveTo>
                  <a:lnTo>
                    <a:pt x="2097583" y="720976"/>
                  </a:lnTo>
                  <a:lnTo>
                    <a:pt x="2112201" y="680162"/>
                  </a:lnTo>
                  <a:lnTo>
                    <a:pt x="2135139" y="644154"/>
                  </a:lnTo>
                  <a:lnTo>
                    <a:pt x="2165230" y="614117"/>
                  </a:lnTo>
                  <a:lnTo>
                    <a:pt x="2201309" y="591218"/>
                  </a:lnTo>
                  <a:lnTo>
                    <a:pt x="2242208" y="576624"/>
                  </a:lnTo>
                  <a:lnTo>
                    <a:pt x="2286762" y="571500"/>
                  </a:lnTo>
                  <a:lnTo>
                    <a:pt x="2331315" y="576624"/>
                  </a:lnTo>
                  <a:lnTo>
                    <a:pt x="2372214" y="591218"/>
                  </a:lnTo>
                  <a:lnTo>
                    <a:pt x="2408293" y="614117"/>
                  </a:lnTo>
                  <a:lnTo>
                    <a:pt x="2438384" y="644154"/>
                  </a:lnTo>
                  <a:lnTo>
                    <a:pt x="2461322" y="680162"/>
                  </a:lnTo>
                  <a:lnTo>
                    <a:pt x="2475940" y="720976"/>
                  </a:lnTo>
                  <a:lnTo>
                    <a:pt x="2481072" y="765429"/>
                  </a:lnTo>
                  <a:lnTo>
                    <a:pt x="2475940" y="809881"/>
                  </a:lnTo>
                  <a:lnTo>
                    <a:pt x="2461322" y="850695"/>
                  </a:lnTo>
                  <a:lnTo>
                    <a:pt x="2438384" y="886703"/>
                  </a:lnTo>
                  <a:lnTo>
                    <a:pt x="2408293" y="916740"/>
                  </a:lnTo>
                  <a:lnTo>
                    <a:pt x="2372214" y="939639"/>
                  </a:lnTo>
                  <a:lnTo>
                    <a:pt x="2331315" y="954233"/>
                  </a:lnTo>
                  <a:lnTo>
                    <a:pt x="2286762" y="959358"/>
                  </a:lnTo>
                  <a:lnTo>
                    <a:pt x="2242208" y="954233"/>
                  </a:lnTo>
                  <a:lnTo>
                    <a:pt x="2201309" y="939639"/>
                  </a:lnTo>
                  <a:lnTo>
                    <a:pt x="2165230" y="916740"/>
                  </a:lnTo>
                  <a:lnTo>
                    <a:pt x="2135139" y="886703"/>
                  </a:lnTo>
                  <a:lnTo>
                    <a:pt x="2112201" y="850695"/>
                  </a:lnTo>
                  <a:lnTo>
                    <a:pt x="2097583" y="809881"/>
                  </a:lnTo>
                  <a:lnTo>
                    <a:pt x="2092452" y="765429"/>
                  </a:lnTo>
                  <a:close/>
                </a:path>
                <a:path w="3876040" h="2105660">
                  <a:moveTo>
                    <a:pt x="2286762" y="371856"/>
                  </a:moveTo>
                  <a:lnTo>
                    <a:pt x="2286762" y="571246"/>
                  </a:lnTo>
                </a:path>
                <a:path w="3876040" h="2105660">
                  <a:moveTo>
                    <a:pt x="2790443" y="765429"/>
                  </a:moveTo>
                  <a:lnTo>
                    <a:pt x="2795568" y="720976"/>
                  </a:lnTo>
                  <a:lnTo>
                    <a:pt x="2810162" y="680162"/>
                  </a:lnTo>
                  <a:lnTo>
                    <a:pt x="2833061" y="644154"/>
                  </a:lnTo>
                  <a:lnTo>
                    <a:pt x="2863098" y="614117"/>
                  </a:lnTo>
                  <a:lnTo>
                    <a:pt x="2899106" y="591218"/>
                  </a:lnTo>
                  <a:lnTo>
                    <a:pt x="2939920" y="576624"/>
                  </a:lnTo>
                  <a:lnTo>
                    <a:pt x="2984373" y="571500"/>
                  </a:lnTo>
                  <a:lnTo>
                    <a:pt x="3028825" y="576624"/>
                  </a:lnTo>
                  <a:lnTo>
                    <a:pt x="3069639" y="591218"/>
                  </a:lnTo>
                  <a:lnTo>
                    <a:pt x="3105647" y="614117"/>
                  </a:lnTo>
                  <a:lnTo>
                    <a:pt x="3135684" y="644154"/>
                  </a:lnTo>
                  <a:lnTo>
                    <a:pt x="3158583" y="680162"/>
                  </a:lnTo>
                  <a:lnTo>
                    <a:pt x="3173177" y="720976"/>
                  </a:lnTo>
                  <a:lnTo>
                    <a:pt x="3178302" y="765429"/>
                  </a:lnTo>
                  <a:lnTo>
                    <a:pt x="3173177" y="809881"/>
                  </a:lnTo>
                  <a:lnTo>
                    <a:pt x="3158583" y="850695"/>
                  </a:lnTo>
                  <a:lnTo>
                    <a:pt x="3135684" y="886703"/>
                  </a:lnTo>
                  <a:lnTo>
                    <a:pt x="3105647" y="916740"/>
                  </a:lnTo>
                  <a:lnTo>
                    <a:pt x="3069639" y="939639"/>
                  </a:lnTo>
                  <a:lnTo>
                    <a:pt x="3028825" y="954233"/>
                  </a:lnTo>
                  <a:lnTo>
                    <a:pt x="2984373" y="959358"/>
                  </a:lnTo>
                  <a:lnTo>
                    <a:pt x="2939920" y="954233"/>
                  </a:lnTo>
                  <a:lnTo>
                    <a:pt x="2899106" y="939639"/>
                  </a:lnTo>
                  <a:lnTo>
                    <a:pt x="2863098" y="916740"/>
                  </a:lnTo>
                  <a:lnTo>
                    <a:pt x="2833061" y="886703"/>
                  </a:lnTo>
                  <a:lnTo>
                    <a:pt x="2810162" y="850695"/>
                  </a:lnTo>
                  <a:lnTo>
                    <a:pt x="2795568" y="809881"/>
                  </a:lnTo>
                  <a:lnTo>
                    <a:pt x="2790443" y="765429"/>
                  </a:lnTo>
                  <a:close/>
                </a:path>
                <a:path w="3876040" h="2105660">
                  <a:moveTo>
                    <a:pt x="2983991" y="371856"/>
                  </a:moveTo>
                  <a:lnTo>
                    <a:pt x="2983991" y="571246"/>
                  </a:lnTo>
                </a:path>
                <a:path w="3876040" h="2105660">
                  <a:moveTo>
                    <a:pt x="3487674" y="765429"/>
                  </a:moveTo>
                  <a:lnTo>
                    <a:pt x="3492798" y="720976"/>
                  </a:lnTo>
                  <a:lnTo>
                    <a:pt x="3507392" y="680162"/>
                  </a:lnTo>
                  <a:lnTo>
                    <a:pt x="3530291" y="644154"/>
                  </a:lnTo>
                  <a:lnTo>
                    <a:pt x="3560328" y="614117"/>
                  </a:lnTo>
                  <a:lnTo>
                    <a:pt x="3596336" y="591218"/>
                  </a:lnTo>
                  <a:lnTo>
                    <a:pt x="3637150" y="576624"/>
                  </a:lnTo>
                  <a:lnTo>
                    <a:pt x="3681603" y="571500"/>
                  </a:lnTo>
                  <a:lnTo>
                    <a:pt x="3726055" y="576624"/>
                  </a:lnTo>
                  <a:lnTo>
                    <a:pt x="3766869" y="591218"/>
                  </a:lnTo>
                  <a:lnTo>
                    <a:pt x="3802877" y="614117"/>
                  </a:lnTo>
                  <a:lnTo>
                    <a:pt x="3832914" y="644154"/>
                  </a:lnTo>
                  <a:lnTo>
                    <a:pt x="3855813" y="680162"/>
                  </a:lnTo>
                  <a:lnTo>
                    <a:pt x="3870407" y="720976"/>
                  </a:lnTo>
                  <a:lnTo>
                    <a:pt x="3875532" y="765429"/>
                  </a:lnTo>
                  <a:lnTo>
                    <a:pt x="3870407" y="809881"/>
                  </a:lnTo>
                  <a:lnTo>
                    <a:pt x="3855813" y="850695"/>
                  </a:lnTo>
                  <a:lnTo>
                    <a:pt x="3832914" y="886703"/>
                  </a:lnTo>
                  <a:lnTo>
                    <a:pt x="3802877" y="916740"/>
                  </a:lnTo>
                  <a:lnTo>
                    <a:pt x="3766869" y="939639"/>
                  </a:lnTo>
                  <a:lnTo>
                    <a:pt x="3726055" y="954233"/>
                  </a:lnTo>
                  <a:lnTo>
                    <a:pt x="3681603" y="959358"/>
                  </a:lnTo>
                  <a:lnTo>
                    <a:pt x="3637150" y="954233"/>
                  </a:lnTo>
                  <a:lnTo>
                    <a:pt x="3596336" y="939639"/>
                  </a:lnTo>
                  <a:lnTo>
                    <a:pt x="3560328" y="916740"/>
                  </a:lnTo>
                  <a:lnTo>
                    <a:pt x="3530291" y="886703"/>
                  </a:lnTo>
                  <a:lnTo>
                    <a:pt x="3507392" y="850695"/>
                  </a:lnTo>
                  <a:lnTo>
                    <a:pt x="3492798" y="809881"/>
                  </a:lnTo>
                  <a:lnTo>
                    <a:pt x="3487674" y="765429"/>
                  </a:lnTo>
                  <a:close/>
                </a:path>
                <a:path w="3876040" h="2105660">
                  <a:moveTo>
                    <a:pt x="3681984" y="387858"/>
                  </a:moveTo>
                  <a:lnTo>
                    <a:pt x="3681984" y="571246"/>
                  </a:lnTo>
                </a:path>
                <a:path w="3876040" h="2105660">
                  <a:moveTo>
                    <a:pt x="388619" y="765810"/>
                  </a:moveTo>
                  <a:lnTo>
                    <a:pt x="697738" y="765810"/>
                  </a:lnTo>
                </a:path>
                <a:path w="3876040" h="2105660">
                  <a:moveTo>
                    <a:pt x="1085850" y="765810"/>
                  </a:moveTo>
                  <a:lnTo>
                    <a:pt x="1394968" y="765810"/>
                  </a:lnTo>
                </a:path>
                <a:path w="3876040" h="2105660">
                  <a:moveTo>
                    <a:pt x="1783841" y="765048"/>
                  </a:moveTo>
                  <a:lnTo>
                    <a:pt x="2092960" y="765048"/>
                  </a:lnTo>
                </a:path>
                <a:path w="3876040" h="2105660">
                  <a:moveTo>
                    <a:pt x="2481072" y="764286"/>
                  </a:moveTo>
                  <a:lnTo>
                    <a:pt x="2790190" y="764286"/>
                  </a:lnTo>
                </a:path>
                <a:path w="3876040" h="2105660">
                  <a:moveTo>
                    <a:pt x="3178302" y="764286"/>
                  </a:moveTo>
                  <a:lnTo>
                    <a:pt x="3487547" y="765175"/>
                  </a:lnTo>
                </a:path>
                <a:path w="3876040" h="2105660">
                  <a:moveTo>
                    <a:pt x="697992" y="1336167"/>
                  </a:moveTo>
                  <a:lnTo>
                    <a:pt x="703116" y="1291714"/>
                  </a:lnTo>
                  <a:lnTo>
                    <a:pt x="717710" y="1250900"/>
                  </a:lnTo>
                  <a:lnTo>
                    <a:pt x="740609" y="1214892"/>
                  </a:lnTo>
                  <a:lnTo>
                    <a:pt x="770646" y="1184855"/>
                  </a:lnTo>
                  <a:lnTo>
                    <a:pt x="806654" y="1161956"/>
                  </a:lnTo>
                  <a:lnTo>
                    <a:pt x="847468" y="1147362"/>
                  </a:lnTo>
                  <a:lnTo>
                    <a:pt x="891920" y="1142238"/>
                  </a:lnTo>
                  <a:lnTo>
                    <a:pt x="936373" y="1147362"/>
                  </a:lnTo>
                  <a:lnTo>
                    <a:pt x="977187" y="1161956"/>
                  </a:lnTo>
                  <a:lnTo>
                    <a:pt x="1013195" y="1184855"/>
                  </a:lnTo>
                  <a:lnTo>
                    <a:pt x="1043232" y="1214892"/>
                  </a:lnTo>
                  <a:lnTo>
                    <a:pt x="1066131" y="1250900"/>
                  </a:lnTo>
                  <a:lnTo>
                    <a:pt x="1080725" y="1291714"/>
                  </a:lnTo>
                  <a:lnTo>
                    <a:pt x="1085850" y="1336167"/>
                  </a:lnTo>
                  <a:lnTo>
                    <a:pt x="1080725" y="1380619"/>
                  </a:lnTo>
                  <a:lnTo>
                    <a:pt x="1066131" y="1421433"/>
                  </a:lnTo>
                  <a:lnTo>
                    <a:pt x="1043232" y="1457441"/>
                  </a:lnTo>
                  <a:lnTo>
                    <a:pt x="1013195" y="1487478"/>
                  </a:lnTo>
                  <a:lnTo>
                    <a:pt x="977187" y="1510377"/>
                  </a:lnTo>
                  <a:lnTo>
                    <a:pt x="936373" y="1524971"/>
                  </a:lnTo>
                  <a:lnTo>
                    <a:pt x="891920" y="1530096"/>
                  </a:lnTo>
                  <a:lnTo>
                    <a:pt x="847468" y="1524971"/>
                  </a:lnTo>
                  <a:lnTo>
                    <a:pt x="806654" y="1510377"/>
                  </a:lnTo>
                  <a:lnTo>
                    <a:pt x="770646" y="1487478"/>
                  </a:lnTo>
                  <a:lnTo>
                    <a:pt x="740609" y="1457441"/>
                  </a:lnTo>
                  <a:lnTo>
                    <a:pt x="717710" y="1421433"/>
                  </a:lnTo>
                  <a:lnTo>
                    <a:pt x="703116" y="1380619"/>
                  </a:lnTo>
                  <a:lnTo>
                    <a:pt x="697992" y="1336167"/>
                  </a:lnTo>
                  <a:close/>
                </a:path>
                <a:path w="3876040" h="2105660">
                  <a:moveTo>
                    <a:pt x="892301" y="958596"/>
                  </a:moveTo>
                  <a:lnTo>
                    <a:pt x="892301" y="1141984"/>
                  </a:lnTo>
                </a:path>
                <a:path w="3876040" h="2105660">
                  <a:moveTo>
                    <a:pt x="1395221" y="1336167"/>
                  </a:moveTo>
                  <a:lnTo>
                    <a:pt x="1400353" y="1291714"/>
                  </a:lnTo>
                  <a:lnTo>
                    <a:pt x="1414971" y="1250900"/>
                  </a:lnTo>
                  <a:lnTo>
                    <a:pt x="1437909" y="1214892"/>
                  </a:lnTo>
                  <a:lnTo>
                    <a:pt x="1468000" y="1184855"/>
                  </a:lnTo>
                  <a:lnTo>
                    <a:pt x="1504079" y="1161956"/>
                  </a:lnTo>
                  <a:lnTo>
                    <a:pt x="1544978" y="1147362"/>
                  </a:lnTo>
                  <a:lnTo>
                    <a:pt x="1589532" y="1142238"/>
                  </a:lnTo>
                  <a:lnTo>
                    <a:pt x="1634085" y="1147362"/>
                  </a:lnTo>
                  <a:lnTo>
                    <a:pt x="1674984" y="1161956"/>
                  </a:lnTo>
                  <a:lnTo>
                    <a:pt x="1711063" y="1184855"/>
                  </a:lnTo>
                  <a:lnTo>
                    <a:pt x="1741154" y="1214892"/>
                  </a:lnTo>
                  <a:lnTo>
                    <a:pt x="1764092" y="1250900"/>
                  </a:lnTo>
                  <a:lnTo>
                    <a:pt x="1778710" y="1291714"/>
                  </a:lnTo>
                  <a:lnTo>
                    <a:pt x="1783841" y="1336167"/>
                  </a:lnTo>
                  <a:lnTo>
                    <a:pt x="1778710" y="1380619"/>
                  </a:lnTo>
                  <a:lnTo>
                    <a:pt x="1764092" y="1421433"/>
                  </a:lnTo>
                  <a:lnTo>
                    <a:pt x="1741154" y="1457441"/>
                  </a:lnTo>
                  <a:lnTo>
                    <a:pt x="1711063" y="1487478"/>
                  </a:lnTo>
                  <a:lnTo>
                    <a:pt x="1674984" y="1510377"/>
                  </a:lnTo>
                  <a:lnTo>
                    <a:pt x="1634085" y="1524971"/>
                  </a:lnTo>
                  <a:lnTo>
                    <a:pt x="1589532" y="1530096"/>
                  </a:lnTo>
                  <a:lnTo>
                    <a:pt x="1544978" y="1524971"/>
                  </a:lnTo>
                  <a:lnTo>
                    <a:pt x="1504079" y="1510377"/>
                  </a:lnTo>
                  <a:lnTo>
                    <a:pt x="1468000" y="1487478"/>
                  </a:lnTo>
                  <a:lnTo>
                    <a:pt x="1437909" y="1457441"/>
                  </a:lnTo>
                  <a:lnTo>
                    <a:pt x="1414971" y="1421433"/>
                  </a:lnTo>
                  <a:lnTo>
                    <a:pt x="1400353" y="1380619"/>
                  </a:lnTo>
                  <a:lnTo>
                    <a:pt x="1395221" y="1336167"/>
                  </a:lnTo>
                  <a:close/>
                </a:path>
                <a:path w="3876040" h="2105660">
                  <a:moveTo>
                    <a:pt x="1589532" y="942594"/>
                  </a:moveTo>
                  <a:lnTo>
                    <a:pt x="1589532" y="1141984"/>
                  </a:lnTo>
                </a:path>
                <a:path w="3876040" h="2105660">
                  <a:moveTo>
                    <a:pt x="2092452" y="1336167"/>
                  </a:moveTo>
                  <a:lnTo>
                    <a:pt x="2097583" y="1291714"/>
                  </a:lnTo>
                  <a:lnTo>
                    <a:pt x="2112201" y="1250900"/>
                  </a:lnTo>
                  <a:lnTo>
                    <a:pt x="2135139" y="1214892"/>
                  </a:lnTo>
                  <a:lnTo>
                    <a:pt x="2165230" y="1184855"/>
                  </a:lnTo>
                  <a:lnTo>
                    <a:pt x="2201309" y="1161956"/>
                  </a:lnTo>
                  <a:lnTo>
                    <a:pt x="2242208" y="1147362"/>
                  </a:lnTo>
                  <a:lnTo>
                    <a:pt x="2286762" y="1142238"/>
                  </a:lnTo>
                  <a:lnTo>
                    <a:pt x="2331315" y="1147362"/>
                  </a:lnTo>
                  <a:lnTo>
                    <a:pt x="2372214" y="1161956"/>
                  </a:lnTo>
                  <a:lnTo>
                    <a:pt x="2408293" y="1184855"/>
                  </a:lnTo>
                  <a:lnTo>
                    <a:pt x="2438384" y="1214892"/>
                  </a:lnTo>
                  <a:lnTo>
                    <a:pt x="2461322" y="1250900"/>
                  </a:lnTo>
                  <a:lnTo>
                    <a:pt x="2475940" y="1291714"/>
                  </a:lnTo>
                  <a:lnTo>
                    <a:pt x="2481072" y="1336167"/>
                  </a:lnTo>
                  <a:lnTo>
                    <a:pt x="2475940" y="1380619"/>
                  </a:lnTo>
                  <a:lnTo>
                    <a:pt x="2461322" y="1421433"/>
                  </a:lnTo>
                  <a:lnTo>
                    <a:pt x="2438384" y="1457441"/>
                  </a:lnTo>
                  <a:lnTo>
                    <a:pt x="2408293" y="1487478"/>
                  </a:lnTo>
                  <a:lnTo>
                    <a:pt x="2372214" y="1510377"/>
                  </a:lnTo>
                  <a:lnTo>
                    <a:pt x="2331315" y="1524971"/>
                  </a:lnTo>
                  <a:lnTo>
                    <a:pt x="2286762" y="1530096"/>
                  </a:lnTo>
                  <a:lnTo>
                    <a:pt x="2242208" y="1524971"/>
                  </a:lnTo>
                  <a:lnTo>
                    <a:pt x="2201309" y="1510377"/>
                  </a:lnTo>
                  <a:lnTo>
                    <a:pt x="2165230" y="1487478"/>
                  </a:lnTo>
                  <a:lnTo>
                    <a:pt x="2135139" y="1457441"/>
                  </a:lnTo>
                  <a:lnTo>
                    <a:pt x="2112201" y="1421433"/>
                  </a:lnTo>
                  <a:lnTo>
                    <a:pt x="2097583" y="1380619"/>
                  </a:lnTo>
                  <a:lnTo>
                    <a:pt x="2092452" y="1336167"/>
                  </a:lnTo>
                  <a:close/>
                </a:path>
                <a:path w="3876040" h="2105660">
                  <a:moveTo>
                    <a:pt x="2286762" y="942594"/>
                  </a:moveTo>
                  <a:lnTo>
                    <a:pt x="2286762" y="1141984"/>
                  </a:lnTo>
                </a:path>
                <a:path w="3876040" h="2105660">
                  <a:moveTo>
                    <a:pt x="2790443" y="1336167"/>
                  </a:moveTo>
                  <a:lnTo>
                    <a:pt x="2795568" y="1291714"/>
                  </a:lnTo>
                  <a:lnTo>
                    <a:pt x="2810162" y="1250900"/>
                  </a:lnTo>
                  <a:lnTo>
                    <a:pt x="2833061" y="1214892"/>
                  </a:lnTo>
                  <a:lnTo>
                    <a:pt x="2863098" y="1184855"/>
                  </a:lnTo>
                  <a:lnTo>
                    <a:pt x="2899106" y="1161956"/>
                  </a:lnTo>
                  <a:lnTo>
                    <a:pt x="2939920" y="1147362"/>
                  </a:lnTo>
                  <a:lnTo>
                    <a:pt x="2984373" y="1142238"/>
                  </a:lnTo>
                  <a:lnTo>
                    <a:pt x="3028825" y="1147362"/>
                  </a:lnTo>
                  <a:lnTo>
                    <a:pt x="3069639" y="1161956"/>
                  </a:lnTo>
                  <a:lnTo>
                    <a:pt x="3105647" y="1184855"/>
                  </a:lnTo>
                  <a:lnTo>
                    <a:pt x="3135684" y="1214892"/>
                  </a:lnTo>
                  <a:lnTo>
                    <a:pt x="3158583" y="1250900"/>
                  </a:lnTo>
                  <a:lnTo>
                    <a:pt x="3173177" y="1291714"/>
                  </a:lnTo>
                  <a:lnTo>
                    <a:pt x="3178302" y="1336167"/>
                  </a:lnTo>
                  <a:lnTo>
                    <a:pt x="3173177" y="1380619"/>
                  </a:lnTo>
                  <a:lnTo>
                    <a:pt x="3158583" y="1421433"/>
                  </a:lnTo>
                  <a:lnTo>
                    <a:pt x="3135684" y="1457441"/>
                  </a:lnTo>
                  <a:lnTo>
                    <a:pt x="3105647" y="1487478"/>
                  </a:lnTo>
                  <a:lnTo>
                    <a:pt x="3069639" y="1510377"/>
                  </a:lnTo>
                  <a:lnTo>
                    <a:pt x="3028825" y="1524971"/>
                  </a:lnTo>
                  <a:lnTo>
                    <a:pt x="2984373" y="1530096"/>
                  </a:lnTo>
                  <a:lnTo>
                    <a:pt x="2939920" y="1524971"/>
                  </a:lnTo>
                  <a:lnTo>
                    <a:pt x="2899106" y="1510377"/>
                  </a:lnTo>
                  <a:lnTo>
                    <a:pt x="2863098" y="1487478"/>
                  </a:lnTo>
                  <a:lnTo>
                    <a:pt x="2833061" y="1457441"/>
                  </a:lnTo>
                  <a:lnTo>
                    <a:pt x="2810162" y="1421433"/>
                  </a:lnTo>
                  <a:lnTo>
                    <a:pt x="2795568" y="1380619"/>
                  </a:lnTo>
                  <a:lnTo>
                    <a:pt x="2790443" y="1336167"/>
                  </a:lnTo>
                  <a:close/>
                </a:path>
                <a:path w="3876040" h="2105660">
                  <a:moveTo>
                    <a:pt x="2983991" y="942594"/>
                  </a:moveTo>
                  <a:lnTo>
                    <a:pt x="2983991" y="1141984"/>
                  </a:lnTo>
                </a:path>
                <a:path w="3876040" h="2105660">
                  <a:moveTo>
                    <a:pt x="3487674" y="1336167"/>
                  </a:moveTo>
                  <a:lnTo>
                    <a:pt x="3492798" y="1291714"/>
                  </a:lnTo>
                  <a:lnTo>
                    <a:pt x="3507392" y="1250900"/>
                  </a:lnTo>
                  <a:lnTo>
                    <a:pt x="3530291" y="1214892"/>
                  </a:lnTo>
                  <a:lnTo>
                    <a:pt x="3560328" y="1184855"/>
                  </a:lnTo>
                  <a:lnTo>
                    <a:pt x="3596336" y="1161956"/>
                  </a:lnTo>
                  <a:lnTo>
                    <a:pt x="3637150" y="1147362"/>
                  </a:lnTo>
                  <a:lnTo>
                    <a:pt x="3681603" y="1142238"/>
                  </a:lnTo>
                  <a:lnTo>
                    <a:pt x="3726055" y="1147362"/>
                  </a:lnTo>
                  <a:lnTo>
                    <a:pt x="3766869" y="1161956"/>
                  </a:lnTo>
                  <a:lnTo>
                    <a:pt x="3802877" y="1184855"/>
                  </a:lnTo>
                  <a:lnTo>
                    <a:pt x="3832914" y="1214892"/>
                  </a:lnTo>
                  <a:lnTo>
                    <a:pt x="3855813" y="1250900"/>
                  </a:lnTo>
                  <a:lnTo>
                    <a:pt x="3870407" y="1291714"/>
                  </a:lnTo>
                  <a:lnTo>
                    <a:pt x="3875532" y="1336167"/>
                  </a:lnTo>
                  <a:lnTo>
                    <a:pt x="3870407" y="1380619"/>
                  </a:lnTo>
                  <a:lnTo>
                    <a:pt x="3855813" y="1421433"/>
                  </a:lnTo>
                  <a:lnTo>
                    <a:pt x="3832914" y="1457441"/>
                  </a:lnTo>
                  <a:lnTo>
                    <a:pt x="3802877" y="1487478"/>
                  </a:lnTo>
                  <a:lnTo>
                    <a:pt x="3766869" y="1510377"/>
                  </a:lnTo>
                  <a:lnTo>
                    <a:pt x="3726055" y="1524971"/>
                  </a:lnTo>
                  <a:lnTo>
                    <a:pt x="3681603" y="1530096"/>
                  </a:lnTo>
                  <a:lnTo>
                    <a:pt x="3637150" y="1524971"/>
                  </a:lnTo>
                  <a:lnTo>
                    <a:pt x="3596336" y="1510377"/>
                  </a:lnTo>
                  <a:lnTo>
                    <a:pt x="3560328" y="1487478"/>
                  </a:lnTo>
                  <a:lnTo>
                    <a:pt x="3530291" y="1457441"/>
                  </a:lnTo>
                  <a:lnTo>
                    <a:pt x="3507392" y="1421433"/>
                  </a:lnTo>
                  <a:lnTo>
                    <a:pt x="3492798" y="1380619"/>
                  </a:lnTo>
                  <a:lnTo>
                    <a:pt x="3487674" y="1336167"/>
                  </a:lnTo>
                  <a:close/>
                </a:path>
                <a:path w="3876040" h="2105660">
                  <a:moveTo>
                    <a:pt x="3681984" y="958596"/>
                  </a:moveTo>
                  <a:lnTo>
                    <a:pt x="3681984" y="1141984"/>
                  </a:lnTo>
                </a:path>
                <a:path w="3876040" h="2105660">
                  <a:moveTo>
                    <a:pt x="388619" y="1336548"/>
                  </a:moveTo>
                  <a:lnTo>
                    <a:pt x="697738" y="1336548"/>
                  </a:lnTo>
                </a:path>
                <a:path w="3876040" h="2105660">
                  <a:moveTo>
                    <a:pt x="1085850" y="1336548"/>
                  </a:moveTo>
                  <a:lnTo>
                    <a:pt x="1394968" y="1336548"/>
                  </a:lnTo>
                </a:path>
                <a:path w="3876040" h="2105660">
                  <a:moveTo>
                    <a:pt x="1783841" y="1335786"/>
                  </a:moveTo>
                  <a:lnTo>
                    <a:pt x="2092960" y="1335786"/>
                  </a:lnTo>
                </a:path>
                <a:path w="3876040" h="2105660">
                  <a:moveTo>
                    <a:pt x="2481072" y="1335024"/>
                  </a:moveTo>
                  <a:lnTo>
                    <a:pt x="2790190" y="1335024"/>
                  </a:lnTo>
                </a:path>
                <a:path w="3876040" h="2105660">
                  <a:moveTo>
                    <a:pt x="3178302" y="1335024"/>
                  </a:moveTo>
                  <a:lnTo>
                    <a:pt x="3487547" y="1335913"/>
                  </a:lnTo>
                </a:path>
                <a:path w="3876040" h="2105660">
                  <a:moveTo>
                    <a:pt x="697992" y="1911477"/>
                  </a:moveTo>
                  <a:lnTo>
                    <a:pt x="703116" y="1867024"/>
                  </a:lnTo>
                  <a:lnTo>
                    <a:pt x="717710" y="1826210"/>
                  </a:lnTo>
                  <a:lnTo>
                    <a:pt x="740609" y="1790202"/>
                  </a:lnTo>
                  <a:lnTo>
                    <a:pt x="770646" y="1760165"/>
                  </a:lnTo>
                  <a:lnTo>
                    <a:pt x="806654" y="1737266"/>
                  </a:lnTo>
                  <a:lnTo>
                    <a:pt x="847468" y="1722672"/>
                  </a:lnTo>
                  <a:lnTo>
                    <a:pt x="891920" y="1717548"/>
                  </a:lnTo>
                  <a:lnTo>
                    <a:pt x="936373" y="1722672"/>
                  </a:lnTo>
                  <a:lnTo>
                    <a:pt x="977187" y="1737266"/>
                  </a:lnTo>
                  <a:lnTo>
                    <a:pt x="1013195" y="1760165"/>
                  </a:lnTo>
                  <a:lnTo>
                    <a:pt x="1043232" y="1790202"/>
                  </a:lnTo>
                  <a:lnTo>
                    <a:pt x="1066131" y="1826210"/>
                  </a:lnTo>
                  <a:lnTo>
                    <a:pt x="1080725" y="1867024"/>
                  </a:lnTo>
                  <a:lnTo>
                    <a:pt x="1085850" y="1911477"/>
                  </a:lnTo>
                  <a:lnTo>
                    <a:pt x="1080725" y="1955929"/>
                  </a:lnTo>
                  <a:lnTo>
                    <a:pt x="1066131" y="1996743"/>
                  </a:lnTo>
                  <a:lnTo>
                    <a:pt x="1043232" y="2032751"/>
                  </a:lnTo>
                  <a:lnTo>
                    <a:pt x="1013195" y="2062788"/>
                  </a:lnTo>
                  <a:lnTo>
                    <a:pt x="977187" y="2085687"/>
                  </a:lnTo>
                  <a:lnTo>
                    <a:pt x="936373" y="2100281"/>
                  </a:lnTo>
                  <a:lnTo>
                    <a:pt x="891920" y="2105406"/>
                  </a:lnTo>
                  <a:lnTo>
                    <a:pt x="847468" y="2100281"/>
                  </a:lnTo>
                  <a:lnTo>
                    <a:pt x="806654" y="2085687"/>
                  </a:lnTo>
                  <a:lnTo>
                    <a:pt x="770646" y="2062788"/>
                  </a:lnTo>
                  <a:lnTo>
                    <a:pt x="740609" y="2032751"/>
                  </a:lnTo>
                  <a:lnTo>
                    <a:pt x="717710" y="1996743"/>
                  </a:lnTo>
                  <a:lnTo>
                    <a:pt x="703116" y="1955929"/>
                  </a:lnTo>
                  <a:lnTo>
                    <a:pt x="697992" y="1911477"/>
                  </a:lnTo>
                  <a:close/>
                </a:path>
                <a:path w="3876040" h="2105660">
                  <a:moveTo>
                    <a:pt x="892301" y="1533906"/>
                  </a:moveTo>
                  <a:lnTo>
                    <a:pt x="892301" y="1717294"/>
                  </a:lnTo>
                </a:path>
                <a:path w="3876040" h="2105660">
                  <a:moveTo>
                    <a:pt x="1395221" y="1911477"/>
                  </a:moveTo>
                  <a:lnTo>
                    <a:pt x="1400353" y="1867024"/>
                  </a:lnTo>
                  <a:lnTo>
                    <a:pt x="1414971" y="1826210"/>
                  </a:lnTo>
                  <a:lnTo>
                    <a:pt x="1437909" y="1790202"/>
                  </a:lnTo>
                  <a:lnTo>
                    <a:pt x="1468000" y="1760165"/>
                  </a:lnTo>
                  <a:lnTo>
                    <a:pt x="1504079" y="1737266"/>
                  </a:lnTo>
                  <a:lnTo>
                    <a:pt x="1544978" y="1722672"/>
                  </a:lnTo>
                  <a:lnTo>
                    <a:pt x="1589532" y="1717548"/>
                  </a:lnTo>
                  <a:lnTo>
                    <a:pt x="1634085" y="1722672"/>
                  </a:lnTo>
                  <a:lnTo>
                    <a:pt x="1674984" y="1737266"/>
                  </a:lnTo>
                  <a:lnTo>
                    <a:pt x="1711063" y="1760165"/>
                  </a:lnTo>
                  <a:lnTo>
                    <a:pt x="1741154" y="1790202"/>
                  </a:lnTo>
                  <a:lnTo>
                    <a:pt x="1764092" y="1826210"/>
                  </a:lnTo>
                  <a:lnTo>
                    <a:pt x="1778710" y="1867024"/>
                  </a:lnTo>
                  <a:lnTo>
                    <a:pt x="1783841" y="1911477"/>
                  </a:lnTo>
                  <a:lnTo>
                    <a:pt x="1778710" y="1955929"/>
                  </a:lnTo>
                  <a:lnTo>
                    <a:pt x="1764092" y="1996743"/>
                  </a:lnTo>
                  <a:lnTo>
                    <a:pt x="1741154" y="2032751"/>
                  </a:lnTo>
                  <a:lnTo>
                    <a:pt x="1711063" y="2062788"/>
                  </a:lnTo>
                  <a:lnTo>
                    <a:pt x="1674984" y="2085687"/>
                  </a:lnTo>
                  <a:lnTo>
                    <a:pt x="1634085" y="2100281"/>
                  </a:lnTo>
                  <a:lnTo>
                    <a:pt x="1589532" y="2105406"/>
                  </a:lnTo>
                  <a:lnTo>
                    <a:pt x="1544978" y="2100281"/>
                  </a:lnTo>
                  <a:lnTo>
                    <a:pt x="1504079" y="2085687"/>
                  </a:lnTo>
                  <a:lnTo>
                    <a:pt x="1468000" y="2062788"/>
                  </a:lnTo>
                  <a:lnTo>
                    <a:pt x="1437909" y="2032751"/>
                  </a:lnTo>
                  <a:lnTo>
                    <a:pt x="1414971" y="1996743"/>
                  </a:lnTo>
                  <a:lnTo>
                    <a:pt x="1400353" y="1955929"/>
                  </a:lnTo>
                  <a:lnTo>
                    <a:pt x="1395221" y="1911477"/>
                  </a:lnTo>
                  <a:close/>
                </a:path>
                <a:path w="3876040" h="2105660">
                  <a:moveTo>
                    <a:pt x="1589532" y="1517904"/>
                  </a:moveTo>
                  <a:lnTo>
                    <a:pt x="1589532" y="1717294"/>
                  </a:lnTo>
                </a:path>
                <a:path w="3876040" h="2105660">
                  <a:moveTo>
                    <a:pt x="2092452" y="1911477"/>
                  </a:moveTo>
                  <a:lnTo>
                    <a:pt x="2097583" y="1867024"/>
                  </a:lnTo>
                  <a:lnTo>
                    <a:pt x="2112201" y="1826210"/>
                  </a:lnTo>
                  <a:lnTo>
                    <a:pt x="2135139" y="1790202"/>
                  </a:lnTo>
                  <a:lnTo>
                    <a:pt x="2165230" y="1760165"/>
                  </a:lnTo>
                  <a:lnTo>
                    <a:pt x="2201309" y="1737266"/>
                  </a:lnTo>
                  <a:lnTo>
                    <a:pt x="2242208" y="1722672"/>
                  </a:lnTo>
                  <a:lnTo>
                    <a:pt x="2286762" y="1717548"/>
                  </a:lnTo>
                  <a:lnTo>
                    <a:pt x="2331315" y="1722672"/>
                  </a:lnTo>
                  <a:lnTo>
                    <a:pt x="2372214" y="1737266"/>
                  </a:lnTo>
                  <a:lnTo>
                    <a:pt x="2408293" y="1760165"/>
                  </a:lnTo>
                  <a:lnTo>
                    <a:pt x="2438384" y="1790202"/>
                  </a:lnTo>
                  <a:lnTo>
                    <a:pt x="2461322" y="1826210"/>
                  </a:lnTo>
                  <a:lnTo>
                    <a:pt x="2475940" y="1867024"/>
                  </a:lnTo>
                  <a:lnTo>
                    <a:pt x="2481072" y="1911477"/>
                  </a:lnTo>
                  <a:lnTo>
                    <a:pt x="2475940" y="1955929"/>
                  </a:lnTo>
                  <a:lnTo>
                    <a:pt x="2461322" y="1996743"/>
                  </a:lnTo>
                  <a:lnTo>
                    <a:pt x="2438384" y="2032751"/>
                  </a:lnTo>
                  <a:lnTo>
                    <a:pt x="2408293" y="2062788"/>
                  </a:lnTo>
                  <a:lnTo>
                    <a:pt x="2372214" y="2085687"/>
                  </a:lnTo>
                  <a:lnTo>
                    <a:pt x="2331315" y="2100281"/>
                  </a:lnTo>
                  <a:lnTo>
                    <a:pt x="2286762" y="2105406"/>
                  </a:lnTo>
                  <a:lnTo>
                    <a:pt x="2242208" y="2100281"/>
                  </a:lnTo>
                  <a:lnTo>
                    <a:pt x="2201309" y="2085687"/>
                  </a:lnTo>
                  <a:lnTo>
                    <a:pt x="2165230" y="2062788"/>
                  </a:lnTo>
                  <a:lnTo>
                    <a:pt x="2135139" y="2032751"/>
                  </a:lnTo>
                  <a:lnTo>
                    <a:pt x="2112201" y="1996743"/>
                  </a:lnTo>
                  <a:lnTo>
                    <a:pt x="2097583" y="1955929"/>
                  </a:lnTo>
                  <a:lnTo>
                    <a:pt x="2092452" y="1911477"/>
                  </a:lnTo>
                  <a:close/>
                </a:path>
                <a:path w="3876040" h="2105660">
                  <a:moveTo>
                    <a:pt x="2286762" y="1517904"/>
                  </a:moveTo>
                  <a:lnTo>
                    <a:pt x="2286762" y="1717294"/>
                  </a:lnTo>
                </a:path>
                <a:path w="3876040" h="2105660">
                  <a:moveTo>
                    <a:pt x="2790443" y="1911477"/>
                  </a:moveTo>
                  <a:lnTo>
                    <a:pt x="2795568" y="1867024"/>
                  </a:lnTo>
                  <a:lnTo>
                    <a:pt x="2810162" y="1826210"/>
                  </a:lnTo>
                  <a:lnTo>
                    <a:pt x="2833061" y="1790202"/>
                  </a:lnTo>
                  <a:lnTo>
                    <a:pt x="2863098" y="1760165"/>
                  </a:lnTo>
                  <a:lnTo>
                    <a:pt x="2899106" y="1737266"/>
                  </a:lnTo>
                  <a:lnTo>
                    <a:pt x="2939920" y="1722672"/>
                  </a:lnTo>
                  <a:lnTo>
                    <a:pt x="2984373" y="1717548"/>
                  </a:lnTo>
                  <a:lnTo>
                    <a:pt x="3028825" y="1722672"/>
                  </a:lnTo>
                  <a:lnTo>
                    <a:pt x="3069639" y="1737266"/>
                  </a:lnTo>
                  <a:lnTo>
                    <a:pt x="3105647" y="1760165"/>
                  </a:lnTo>
                  <a:lnTo>
                    <a:pt x="3135684" y="1790202"/>
                  </a:lnTo>
                  <a:lnTo>
                    <a:pt x="3158583" y="1826210"/>
                  </a:lnTo>
                  <a:lnTo>
                    <a:pt x="3173177" y="1867024"/>
                  </a:lnTo>
                  <a:lnTo>
                    <a:pt x="3178302" y="1911477"/>
                  </a:lnTo>
                  <a:lnTo>
                    <a:pt x="3173177" y="1955929"/>
                  </a:lnTo>
                  <a:lnTo>
                    <a:pt x="3158583" y="1996743"/>
                  </a:lnTo>
                  <a:lnTo>
                    <a:pt x="3135684" y="2032751"/>
                  </a:lnTo>
                  <a:lnTo>
                    <a:pt x="3105647" y="2062788"/>
                  </a:lnTo>
                  <a:lnTo>
                    <a:pt x="3069639" y="2085687"/>
                  </a:lnTo>
                  <a:lnTo>
                    <a:pt x="3028825" y="2100281"/>
                  </a:lnTo>
                  <a:lnTo>
                    <a:pt x="2984373" y="2105406"/>
                  </a:lnTo>
                  <a:lnTo>
                    <a:pt x="2939920" y="2100281"/>
                  </a:lnTo>
                  <a:lnTo>
                    <a:pt x="2899106" y="2085687"/>
                  </a:lnTo>
                  <a:lnTo>
                    <a:pt x="2863098" y="2062788"/>
                  </a:lnTo>
                  <a:lnTo>
                    <a:pt x="2833061" y="2032751"/>
                  </a:lnTo>
                  <a:lnTo>
                    <a:pt x="2810162" y="1996743"/>
                  </a:lnTo>
                  <a:lnTo>
                    <a:pt x="2795568" y="1955929"/>
                  </a:lnTo>
                  <a:lnTo>
                    <a:pt x="2790443" y="1911477"/>
                  </a:lnTo>
                  <a:close/>
                </a:path>
                <a:path w="3876040" h="2105660">
                  <a:moveTo>
                    <a:pt x="2983991" y="1517904"/>
                  </a:moveTo>
                  <a:lnTo>
                    <a:pt x="2983991" y="1717294"/>
                  </a:lnTo>
                </a:path>
                <a:path w="3876040" h="2105660">
                  <a:moveTo>
                    <a:pt x="3487674" y="1911477"/>
                  </a:moveTo>
                  <a:lnTo>
                    <a:pt x="3492798" y="1867024"/>
                  </a:lnTo>
                  <a:lnTo>
                    <a:pt x="3507392" y="1826210"/>
                  </a:lnTo>
                  <a:lnTo>
                    <a:pt x="3530291" y="1790202"/>
                  </a:lnTo>
                  <a:lnTo>
                    <a:pt x="3560328" y="1760165"/>
                  </a:lnTo>
                  <a:lnTo>
                    <a:pt x="3596336" y="1737266"/>
                  </a:lnTo>
                  <a:lnTo>
                    <a:pt x="3637150" y="1722672"/>
                  </a:lnTo>
                  <a:lnTo>
                    <a:pt x="3681603" y="1717548"/>
                  </a:lnTo>
                  <a:lnTo>
                    <a:pt x="3726055" y="1722672"/>
                  </a:lnTo>
                  <a:lnTo>
                    <a:pt x="3766869" y="1737266"/>
                  </a:lnTo>
                  <a:lnTo>
                    <a:pt x="3802877" y="1760165"/>
                  </a:lnTo>
                  <a:lnTo>
                    <a:pt x="3832914" y="1790202"/>
                  </a:lnTo>
                  <a:lnTo>
                    <a:pt x="3855813" y="1826210"/>
                  </a:lnTo>
                  <a:lnTo>
                    <a:pt x="3870407" y="1867024"/>
                  </a:lnTo>
                  <a:lnTo>
                    <a:pt x="3875532" y="1911477"/>
                  </a:lnTo>
                  <a:lnTo>
                    <a:pt x="3870407" y="1955929"/>
                  </a:lnTo>
                  <a:lnTo>
                    <a:pt x="3855813" y="1996743"/>
                  </a:lnTo>
                  <a:lnTo>
                    <a:pt x="3832914" y="2032751"/>
                  </a:lnTo>
                  <a:lnTo>
                    <a:pt x="3802877" y="2062788"/>
                  </a:lnTo>
                  <a:lnTo>
                    <a:pt x="3766869" y="2085687"/>
                  </a:lnTo>
                  <a:lnTo>
                    <a:pt x="3726055" y="2100281"/>
                  </a:lnTo>
                  <a:lnTo>
                    <a:pt x="3681603" y="2105406"/>
                  </a:lnTo>
                  <a:lnTo>
                    <a:pt x="3637150" y="2100281"/>
                  </a:lnTo>
                  <a:lnTo>
                    <a:pt x="3596336" y="2085687"/>
                  </a:lnTo>
                  <a:lnTo>
                    <a:pt x="3560328" y="2062788"/>
                  </a:lnTo>
                  <a:lnTo>
                    <a:pt x="3530291" y="2032751"/>
                  </a:lnTo>
                  <a:lnTo>
                    <a:pt x="3507392" y="1996743"/>
                  </a:lnTo>
                  <a:lnTo>
                    <a:pt x="3492798" y="1955929"/>
                  </a:lnTo>
                  <a:lnTo>
                    <a:pt x="3487674" y="1911477"/>
                  </a:lnTo>
                  <a:close/>
                </a:path>
                <a:path w="3876040" h="2105660">
                  <a:moveTo>
                    <a:pt x="3681984" y="1533906"/>
                  </a:moveTo>
                  <a:lnTo>
                    <a:pt x="3681984" y="1717294"/>
                  </a:lnTo>
                </a:path>
                <a:path w="3876040" h="2105660">
                  <a:moveTo>
                    <a:pt x="388619" y="1911096"/>
                  </a:moveTo>
                  <a:lnTo>
                    <a:pt x="697738" y="1911096"/>
                  </a:lnTo>
                </a:path>
                <a:path w="3876040" h="2105660">
                  <a:moveTo>
                    <a:pt x="1085850" y="1911096"/>
                  </a:moveTo>
                  <a:lnTo>
                    <a:pt x="1394968" y="1911096"/>
                  </a:lnTo>
                </a:path>
                <a:path w="3876040" h="2105660">
                  <a:moveTo>
                    <a:pt x="1783841" y="1911096"/>
                  </a:moveTo>
                  <a:lnTo>
                    <a:pt x="2092960" y="1911096"/>
                  </a:lnTo>
                </a:path>
                <a:path w="3876040" h="2105660">
                  <a:moveTo>
                    <a:pt x="2481072" y="1910334"/>
                  </a:moveTo>
                  <a:lnTo>
                    <a:pt x="2790190" y="1910334"/>
                  </a:lnTo>
                </a:path>
                <a:path w="3876040" h="2105660">
                  <a:moveTo>
                    <a:pt x="3178302" y="1910334"/>
                  </a:moveTo>
                  <a:lnTo>
                    <a:pt x="3487547" y="191122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6079" y="2495550"/>
              <a:ext cx="426719" cy="4526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9983" y="1901951"/>
              <a:ext cx="426719" cy="4526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3310" y="2481071"/>
              <a:ext cx="426720" cy="4533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2269" y="3045713"/>
              <a:ext cx="427481" cy="4533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8087" y="2538221"/>
              <a:ext cx="427481" cy="4526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38122" y="1755647"/>
              <a:ext cx="2732405" cy="1547495"/>
            </a:xfrm>
            <a:custGeom>
              <a:avLst/>
              <a:gdLst/>
              <a:ahLst/>
              <a:cxnLst/>
              <a:rect l="l" t="t" r="r" b="b"/>
              <a:pathLst>
                <a:path w="2732404" h="1547495">
                  <a:moveTo>
                    <a:pt x="489458" y="1337056"/>
                  </a:moveTo>
                  <a:lnTo>
                    <a:pt x="460870" y="1337056"/>
                  </a:lnTo>
                  <a:lnTo>
                    <a:pt x="460756" y="985266"/>
                  </a:lnTo>
                  <a:lnTo>
                    <a:pt x="460082" y="985266"/>
                  </a:lnTo>
                  <a:lnTo>
                    <a:pt x="454812" y="716330"/>
                  </a:lnTo>
                  <a:lnTo>
                    <a:pt x="483489" y="715772"/>
                  </a:lnTo>
                  <a:lnTo>
                    <a:pt x="476275" y="702056"/>
                  </a:lnTo>
                  <a:lnTo>
                    <a:pt x="438912" y="630936"/>
                  </a:lnTo>
                  <a:lnTo>
                    <a:pt x="397764" y="717423"/>
                  </a:lnTo>
                  <a:lnTo>
                    <a:pt x="426224" y="716876"/>
                  </a:lnTo>
                  <a:lnTo>
                    <a:pt x="431800" y="1000252"/>
                  </a:lnTo>
                  <a:lnTo>
                    <a:pt x="432181" y="1000252"/>
                  </a:lnTo>
                  <a:lnTo>
                    <a:pt x="432181" y="1007503"/>
                  </a:lnTo>
                  <a:lnTo>
                    <a:pt x="85725" y="1007618"/>
                  </a:lnTo>
                  <a:lnTo>
                    <a:pt x="85725" y="979043"/>
                  </a:lnTo>
                  <a:lnTo>
                    <a:pt x="0" y="1021842"/>
                  </a:lnTo>
                  <a:lnTo>
                    <a:pt x="85725" y="1064768"/>
                  </a:lnTo>
                  <a:lnTo>
                    <a:pt x="85725" y="1036193"/>
                  </a:lnTo>
                  <a:lnTo>
                    <a:pt x="432193" y="1036078"/>
                  </a:lnTo>
                  <a:lnTo>
                    <a:pt x="432295" y="1337056"/>
                  </a:lnTo>
                  <a:lnTo>
                    <a:pt x="403733" y="1337056"/>
                  </a:lnTo>
                  <a:lnTo>
                    <a:pt x="446532" y="1422781"/>
                  </a:lnTo>
                  <a:lnTo>
                    <a:pt x="482333" y="1351280"/>
                  </a:lnTo>
                  <a:lnTo>
                    <a:pt x="489458" y="1337056"/>
                  </a:lnTo>
                  <a:close/>
                </a:path>
                <a:path w="2732404" h="1547495">
                  <a:moveTo>
                    <a:pt x="1201420" y="1489837"/>
                  </a:moveTo>
                  <a:lnTo>
                    <a:pt x="885825" y="1489837"/>
                  </a:lnTo>
                  <a:lnTo>
                    <a:pt x="885825" y="1461262"/>
                  </a:lnTo>
                  <a:lnTo>
                    <a:pt x="800100" y="1504188"/>
                  </a:lnTo>
                  <a:lnTo>
                    <a:pt x="885825" y="1546987"/>
                  </a:lnTo>
                  <a:lnTo>
                    <a:pt x="885825" y="1518412"/>
                  </a:lnTo>
                  <a:lnTo>
                    <a:pt x="1201420" y="1518412"/>
                  </a:lnTo>
                  <a:lnTo>
                    <a:pt x="1201420" y="1489837"/>
                  </a:lnTo>
                  <a:close/>
                </a:path>
                <a:path w="2732404" h="1547495">
                  <a:moveTo>
                    <a:pt x="1201420" y="354457"/>
                  </a:moveTo>
                  <a:lnTo>
                    <a:pt x="885825" y="354457"/>
                  </a:lnTo>
                  <a:lnTo>
                    <a:pt x="885825" y="325882"/>
                  </a:lnTo>
                  <a:lnTo>
                    <a:pt x="800100" y="368808"/>
                  </a:lnTo>
                  <a:lnTo>
                    <a:pt x="885825" y="411607"/>
                  </a:lnTo>
                  <a:lnTo>
                    <a:pt x="885825" y="383032"/>
                  </a:lnTo>
                  <a:lnTo>
                    <a:pt x="1201420" y="383032"/>
                  </a:lnTo>
                  <a:lnTo>
                    <a:pt x="1201420" y="354457"/>
                  </a:lnTo>
                  <a:close/>
                </a:path>
                <a:path w="2732404" h="1547495">
                  <a:moveTo>
                    <a:pt x="1967230" y="368808"/>
                  </a:moveTo>
                  <a:lnTo>
                    <a:pt x="1938566" y="354457"/>
                  </a:lnTo>
                  <a:lnTo>
                    <a:pt x="1881505" y="325882"/>
                  </a:lnTo>
                  <a:lnTo>
                    <a:pt x="1881505" y="354457"/>
                  </a:lnTo>
                  <a:lnTo>
                    <a:pt x="1587080" y="354457"/>
                  </a:lnTo>
                  <a:lnTo>
                    <a:pt x="1581810" y="85394"/>
                  </a:lnTo>
                  <a:lnTo>
                    <a:pt x="1610487" y="84836"/>
                  </a:lnTo>
                  <a:lnTo>
                    <a:pt x="1603273" y="71120"/>
                  </a:lnTo>
                  <a:lnTo>
                    <a:pt x="1565910" y="0"/>
                  </a:lnTo>
                  <a:lnTo>
                    <a:pt x="1524762" y="86487"/>
                  </a:lnTo>
                  <a:lnTo>
                    <a:pt x="1553222" y="85940"/>
                  </a:lnTo>
                  <a:lnTo>
                    <a:pt x="1558798" y="369316"/>
                  </a:lnTo>
                  <a:lnTo>
                    <a:pt x="1565910" y="369201"/>
                  </a:lnTo>
                  <a:lnTo>
                    <a:pt x="1565910" y="383032"/>
                  </a:lnTo>
                  <a:lnTo>
                    <a:pt x="1881505" y="383032"/>
                  </a:lnTo>
                  <a:lnTo>
                    <a:pt x="1881505" y="411607"/>
                  </a:lnTo>
                  <a:lnTo>
                    <a:pt x="1938731" y="383032"/>
                  </a:lnTo>
                  <a:lnTo>
                    <a:pt x="1967230" y="368808"/>
                  </a:lnTo>
                  <a:close/>
                </a:path>
                <a:path w="2732404" h="1547495">
                  <a:moveTo>
                    <a:pt x="1975612" y="1494282"/>
                  </a:moveTo>
                  <a:lnTo>
                    <a:pt x="1946948" y="1479931"/>
                  </a:lnTo>
                  <a:lnTo>
                    <a:pt x="1889887" y="1451356"/>
                  </a:lnTo>
                  <a:lnTo>
                    <a:pt x="1889887" y="1479943"/>
                  </a:lnTo>
                  <a:lnTo>
                    <a:pt x="1574292" y="1480058"/>
                  </a:lnTo>
                  <a:lnTo>
                    <a:pt x="1574292" y="1508633"/>
                  </a:lnTo>
                  <a:lnTo>
                    <a:pt x="1889887" y="1508518"/>
                  </a:lnTo>
                  <a:lnTo>
                    <a:pt x="1889887" y="1537081"/>
                  </a:lnTo>
                  <a:lnTo>
                    <a:pt x="1975612" y="1494282"/>
                  </a:lnTo>
                  <a:close/>
                </a:path>
                <a:path w="2732404" h="1547495">
                  <a:moveTo>
                    <a:pt x="2732278" y="963168"/>
                  </a:moveTo>
                  <a:lnTo>
                    <a:pt x="2703614" y="948817"/>
                  </a:lnTo>
                  <a:lnTo>
                    <a:pt x="2646553" y="920242"/>
                  </a:lnTo>
                  <a:lnTo>
                    <a:pt x="2646553" y="948817"/>
                  </a:lnTo>
                  <a:lnTo>
                    <a:pt x="2334514" y="948817"/>
                  </a:lnTo>
                  <a:lnTo>
                    <a:pt x="2334514" y="926592"/>
                  </a:lnTo>
                  <a:lnTo>
                    <a:pt x="2333841" y="926592"/>
                  </a:lnTo>
                  <a:lnTo>
                    <a:pt x="2328570" y="657656"/>
                  </a:lnTo>
                  <a:lnTo>
                    <a:pt x="2357247" y="657098"/>
                  </a:lnTo>
                  <a:lnTo>
                    <a:pt x="2350033" y="643382"/>
                  </a:lnTo>
                  <a:lnTo>
                    <a:pt x="2312670" y="572262"/>
                  </a:lnTo>
                  <a:lnTo>
                    <a:pt x="2271522" y="658749"/>
                  </a:lnTo>
                  <a:lnTo>
                    <a:pt x="2299982" y="658202"/>
                  </a:lnTo>
                  <a:lnTo>
                    <a:pt x="2305558" y="941578"/>
                  </a:lnTo>
                  <a:lnTo>
                    <a:pt x="2305939" y="941578"/>
                  </a:lnTo>
                  <a:lnTo>
                    <a:pt x="2305939" y="1278382"/>
                  </a:lnTo>
                  <a:lnTo>
                    <a:pt x="2277364" y="1278382"/>
                  </a:lnTo>
                  <a:lnTo>
                    <a:pt x="2320290" y="1364107"/>
                  </a:lnTo>
                  <a:lnTo>
                    <a:pt x="2355977" y="1292606"/>
                  </a:lnTo>
                  <a:lnTo>
                    <a:pt x="2363089" y="1278382"/>
                  </a:lnTo>
                  <a:lnTo>
                    <a:pt x="2334514" y="1278382"/>
                  </a:lnTo>
                  <a:lnTo>
                    <a:pt x="2334514" y="977392"/>
                  </a:lnTo>
                  <a:lnTo>
                    <a:pt x="2646553" y="977392"/>
                  </a:lnTo>
                  <a:lnTo>
                    <a:pt x="2646553" y="1005967"/>
                  </a:lnTo>
                  <a:lnTo>
                    <a:pt x="2703779" y="977392"/>
                  </a:lnTo>
                  <a:lnTo>
                    <a:pt x="2732278" y="96316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8167116" y="1328927"/>
            <a:ext cx="2054860" cy="2018664"/>
          </a:xfrm>
          <a:custGeom>
            <a:avLst/>
            <a:gdLst/>
            <a:ahLst/>
            <a:cxnLst/>
            <a:rect l="l" t="t" r="r" b="b"/>
            <a:pathLst>
              <a:path w="2054859" h="2018664">
                <a:moveTo>
                  <a:pt x="1036320" y="1069086"/>
                </a:moveTo>
                <a:lnTo>
                  <a:pt x="861822" y="1069086"/>
                </a:lnTo>
                <a:lnTo>
                  <a:pt x="173736" y="1069086"/>
                </a:lnTo>
                <a:lnTo>
                  <a:pt x="173736" y="0"/>
                </a:lnTo>
                <a:lnTo>
                  <a:pt x="0" y="0"/>
                </a:lnTo>
                <a:lnTo>
                  <a:pt x="0" y="1243584"/>
                </a:lnTo>
                <a:lnTo>
                  <a:pt x="86868" y="1243584"/>
                </a:lnTo>
                <a:lnTo>
                  <a:pt x="173736" y="1243584"/>
                </a:lnTo>
                <a:lnTo>
                  <a:pt x="861822" y="1243584"/>
                </a:lnTo>
                <a:lnTo>
                  <a:pt x="861822" y="2018538"/>
                </a:lnTo>
                <a:lnTo>
                  <a:pt x="1036320" y="2018538"/>
                </a:lnTo>
                <a:lnTo>
                  <a:pt x="1036320" y="1243584"/>
                </a:lnTo>
                <a:lnTo>
                  <a:pt x="1036320" y="1069086"/>
                </a:lnTo>
                <a:close/>
              </a:path>
              <a:path w="2054859" h="2018664">
                <a:moveTo>
                  <a:pt x="2054339" y="775716"/>
                </a:moveTo>
                <a:lnTo>
                  <a:pt x="2018538" y="775716"/>
                </a:lnTo>
                <a:lnTo>
                  <a:pt x="1915668" y="775716"/>
                </a:lnTo>
                <a:lnTo>
                  <a:pt x="1365504" y="775716"/>
                </a:lnTo>
                <a:lnTo>
                  <a:pt x="503669" y="775716"/>
                </a:lnTo>
                <a:lnTo>
                  <a:pt x="503669" y="0"/>
                </a:lnTo>
                <a:lnTo>
                  <a:pt x="329946" y="0"/>
                </a:lnTo>
                <a:lnTo>
                  <a:pt x="329946" y="949452"/>
                </a:lnTo>
                <a:lnTo>
                  <a:pt x="416814" y="949452"/>
                </a:lnTo>
                <a:lnTo>
                  <a:pt x="503669" y="949452"/>
                </a:lnTo>
                <a:lnTo>
                  <a:pt x="1365504" y="949452"/>
                </a:lnTo>
                <a:lnTo>
                  <a:pt x="1915668" y="949452"/>
                </a:lnTo>
                <a:lnTo>
                  <a:pt x="1915668" y="1069086"/>
                </a:lnTo>
                <a:lnTo>
                  <a:pt x="1354836" y="1069086"/>
                </a:lnTo>
                <a:lnTo>
                  <a:pt x="1234440" y="1069086"/>
                </a:lnTo>
                <a:lnTo>
                  <a:pt x="1181100" y="1069086"/>
                </a:lnTo>
                <a:lnTo>
                  <a:pt x="1181100" y="2018538"/>
                </a:lnTo>
                <a:lnTo>
                  <a:pt x="1354836" y="2018538"/>
                </a:lnTo>
                <a:lnTo>
                  <a:pt x="1354836" y="1243584"/>
                </a:lnTo>
                <a:lnTo>
                  <a:pt x="1915668" y="1243584"/>
                </a:lnTo>
                <a:lnTo>
                  <a:pt x="2018538" y="1243584"/>
                </a:lnTo>
                <a:lnTo>
                  <a:pt x="2054339" y="1243584"/>
                </a:lnTo>
                <a:lnTo>
                  <a:pt x="2054339" y="77571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29319" y="95173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入口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3983" y="1013460"/>
            <a:ext cx="243077" cy="17602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7047" y="3438144"/>
            <a:ext cx="243077" cy="17602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390508" y="1316355"/>
            <a:ext cx="2176145" cy="2019935"/>
            <a:chOff x="8390508" y="1316355"/>
            <a:chExt cx="2176145" cy="2019935"/>
          </a:xfrm>
        </p:grpSpPr>
        <p:sp>
          <p:nvSpPr>
            <p:cNvPr id="17" name="object 17"/>
            <p:cNvSpPr/>
            <p:nvPr/>
          </p:nvSpPr>
          <p:spPr>
            <a:xfrm>
              <a:off x="8390508" y="1316355"/>
              <a:ext cx="918844" cy="1089025"/>
            </a:xfrm>
            <a:custGeom>
              <a:avLst/>
              <a:gdLst/>
              <a:ahLst/>
              <a:cxnLst/>
              <a:rect l="l" t="t" r="r" b="b"/>
              <a:pathLst>
                <a:path w="918845" h="1089025">
                  <a:moveTo>
                    <a:pt x="870946" y="986536"/>
                  </a:moveTo>
                  <a:lnTo>
                    <a:pt x="791718" y="986536"/>
                  </a:lnTo>
                  <a:lnTo>
                    <a:pt x="791718" y="1037336"/>
                  </a:lnTo>
                  <a:lnTo>
                    <a:pt x="766857" y="1037352"/>
                  </a:lnTo>
                  <a:lnTo>
                    <a:pt x="767969" y="1088644"/>
                  </a:lnTo>
                  <a:lnTo>
                    <a:pt x="918718" y="1009142"/>
                  </a:lnTo>
                  <a:lnTo>
                    <a:pt x="870946" y="986536"/>
                  </a:lnTo>
                  <a:close/>
                </a:path>
                <a:path w="918845" h="1089025">
                  <a:moveTo>
                    <a:pt x="50800" y="0"/>
                  </a:moveTo>
                  <a:lnTo>
                    <a:pt x="0" y="0"/>
                  </a:lnTo>
                  <a:lnTo>
                    <a:pt x="0" y="1012444"/>
                  </a:lnTo>
                  <a:lnTo>
                    <a:pt x="2004" y="1022359"/>
                  </a:lnTo>
                  <a:lnTo>
                    <a:pt x="7461" y="1030430"/>
                  </a:lnTo>
                  <a:lnTo>
                    <a:pt x="15537" y="1035857"/>
                  </a:lnTo>
                  <a:lnTo>
                    <a:pt x="25400" y="1037844"/>
                  </a:lnTo>
                  <a:lnTo>
                    <a:pt x="766857" y="1037352"/>
                  </a:lnTo>
                  <a:lnTo>
                    <a:pt x="766318" y="1012444"/>
                  </a:lnTo>
                  <a:lnTo>
                    <a:pt x="50800" y="1012444"/>
                  </a:lnTo>
                  <a:lnTo>
                    <a:pt x="25400" y="987044"/>
                  </a:lnTo>
                  <a:lnTo>
                    <a:pt x="50800" y="987027"/>
                  </a:lnTo>
                  <a:lnTo>
                    <a:pt x="50800" y="0"/>
                  </a:lnTo>
                  <a:close/>
                </a:path>
                <a:path w="918845" h="1089025">
                  <a:moveTo>
                    <a:pt x="791718" y="986536"/>
                  </a:moveTo>
                  <a:lnTo>
                    <a:pt x="765757" y="986553"/>
                  </a:lnTo>
                  <a:lnTo>
                    <a:pt x="766857" y="1037352"/>
                  </a:lnTo>
                  <a:lnTo>
                    <a:pt x="791718" y="1037336"/>
                  </a:lnTo>
                  <a:lnTo>
                    <a:pt x="791718" y="986536"/>
                  </a:lnTo>
                  <a:close/>
                </a:path>
                <a:path w="918845" h="1089025">
                  <a:moveTo>
                    <a:pt x="50800" y="987027"/>
                  </a:moveTo>
                  <a:lnTo>
                    <a:pt x="25400" y="987044"/>
                  </a:lnTo>
                  <a:lnTo>
                    <a:pt x="50800" y="1012444"/>
                  </a:lnTo>
                  <a:lnTo>
                    <a:pt x="50800" y="987027"/>
                  </a:lnTo>
                  <a:close/>
                </a:path>
                <a:path w="918845" h="1089025">
                  <a:moveTo>
                    <a:pt x="765757" y="986553"/>
                  </a:moveTo>
                  <a:lnTo>
                    <a:pt x="50800" y="987027"/>
                  </a:lnTo>
                  <a:lnTo>
                    <a:pt x="50800" y="1012444"/>
                  </a:lnTo>
                  <a:lnTo>
                    <a:pt x="766318" y="1012444"/>
                  </a:lnTo>
                  <a:lnTo>
                    <a:pt x="765757" y="986553"/>
                  </a:lnTo>
                  <a:close/>
                </a:path>
                <a:path w="918845" h="1089025">
                  <a:moveTo>
                    <a:pt x="764667" y="936244"/>
                  </a:moveTo>
                  <a:lnTo>
                    <a:pt x="765757" y="986553"/>
                  </a:lnTo>
                  <a:lnTo>
                    <a:pt x="870946" y="986536"/>
                  </a:lnTo>
                  <a:lnTo>
                    <a:pt x="764667" y="936244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21203" y="2160731"/>
              <a:ext cx="345440" cy="345440"/>
            </a:xfrm>
            <a:custGeom>
              <a:avLst/>
              <a:gdLst/>
              <a:ahLst/>
              <a:cxnLst/>
              <a:rect l="l" t="t" r="r" b="b"/>
              <a:pathLst>
                <a:path w="345440" h="345439">
                  <a:moveTo>
                    <a:pt x="303871" y="0"/>
                  </a:moveTo>
                  <a:lnTo>
                    <a:pt x="172665" y="131164"/>
                  </a:lnTo>
                  <a:lnTo>
                    <a:pt x="41459" y="0"/>
                  </a:lnTo>
                  <a:lnTo>
                    <a:pt x="0" y="41445"/>
                  </a:lnTo>
                  <a:lnTo>
                    <a:pt x="131206" y="172610"/>
                  </a:lnTo>
                  <a:lnTo>
                    <a:pt x="0" y="303774"/>
                  </a:lnTo>
                  <a:lnTo>
                    <a:pt x="41459" y="345217"/>
                  </a:lnTo>
                  <a:lnTo>
                    <a:pt x="172665" y="214056"/>
                  </a:lnTo>
                  <a:lnTo>
                    <a:pt x="303871" y="345217"/>
                  </a:lnTo>
                  <a:lnTo>
                    <a:pt x="345330" y="303774"/>
                  </a:lnTo>
                  <a:lnTo>
                    <a:pt x="214124" y="172610"/>
                  </a:lnTo>
                  <a:lnTo>
                    <a:pt x="345330" y="41445"/>
                  </a:lnTo>
                  <a:lnTo>
                    <a:pt x="30387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70669" y="1866138"/>
              <a:ext cx="859155" cy="426084"/>
            </a:xfrm>
            <a:custGeom>
              <a:avLst/>
              <a:gdLst/>
              <a:ahLst/>
              <a:cxnLst/>
              <a:rect l="l" t="t" r="r" b="b"/>
              <a:pathLst>
                <a:path w="859154" h="426085">
                  <a:moveTo>
                    <a:pt x="794508" y="35813"/>
                  </a:moveTo>
                  <a:lnTo>
                    <a:pt x="694054" y="35813"/>
                  </a:lnTo>
                  <a:lnTo>
                    <a:pt x="744253" y="45936"/>
                  </a:lnTo>
                  <a:lnTo>
                    <a:pt x="785225" y="73548"/>
                  </a:lnTo>
                  <a:lnTo>
                    <a:pt x="812837" y="114520"/>
                  </a:lnTo>
                  <a:lnTo>
                    <a:pt x="822959" y="164719"/>
                  </a:lnTo>
                  <a:lnTo>
                    <a:pt x="822959" y="425958"/>
                  </a:lnTo>
                  <a:lnTo>
                    <a:pt x="858774" y="425958"/>
                  </a:lnTo>
                  <a:lnTo>
                    <a:pt x="858774" y="164719"/>
                  </a:lnTo>
                  <a:lnTo>
                    <a:pt x="852896" y="120899"/>
                  </a:lnTo>
                  <a:lnTo>
                    <a:pt x="836304" y="81543"/>
                  </a:lnTo>
                  <a:lnTo>
                    <a:pt x="810561" y="48212"/>
                  </a:lnTo>
                  <a:lnTo>
                    <a:pt x="794508" y="35813"/>
                  </a:lnTo>
                  <a:close/>
                </a:path>
                <a:path w="859154" h="426085">
                  <a:moveTo>
                    <a:pt x="212978" y="164719"/>
                  </a:moveTo>
                  <a:lnTo>
                    <a:pt x="0" y="164719"/>
                  </a:lnTo>
                  <a:lnTo>
                    <a:pt x="106425" y="352933"/>
                  </a:lnTo>
                  <a:lnTo>
                    <a:pt x="212978" y="164719"/>
                  </a:lnTo>
                  <a:close/>
                </a:path>
                <a:path w="859154" h="426085">
                  <a:moveTo>
                    <a:pt x="694054" y="0"/>
                  </a:moveTo>
                  <a:lnTo>
                    <a:pt x="253237" y="0"/>
                  </a:lnTo>
                  <a:lnTo>
                    <a:pt x="209462" y="5877"/>
                  </a:lnTo>
                  <a:lnTo>
                    <a:pt x="170118" y="22469"/>
                  </a:lnTo>
                  <a:lnTo>
                    <a:pt x="136778" y="48212"/>
                  </a:lnTo>
                  <a:lnTo>
                    <a:pt x="111016" y="81543"/>
                  </a:lnTo>
                  <a:lnTo>
                    <a:pt x="94405" y="120899"/>
                  </a:lnTo>
                  <a:lnTo>
                    <a:pt x="88519" y="164719"/>
                  </a:lnTo>
                  <a:lnTo>
                    <a:pt x="124459" y="164719"/>
                  </a:lnTo>
                  <a:lnTo>
                    <a:pt x="134580" y="114520"/>
                  </a:lnTo>
                  <a:lnTo>
                    <a:pt x="162178" y="73548"/>
                  </a:lnTo>
                  <a:lnTo>
                    <a:pt x="203112" y="45936"/>
                  </a:lnTo>
                  <a:lnTo>
                    <a:pt x="253237" y="35813"/>
                  </a:lnTo>
                  <a:lnTo>
                    <a:pt x="794508" y="35813"/>
                  </a:lnTo>
                  <a:lnTo>
                    <a:pt x="777230" y="22469"/>
                  </a:lnTo>
                  <a:lnTo>
                    <a:pt x="737874" y="5877"/>
                  </a:lnTo>
                  <a:lnTo>
                    <a:pt x="69405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2193" y="2251710"/>
              <a:ext cx="157733" cy="1569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330308" y="2246757"/>
              <a:ext cx="681990" cy="152400"/>
            </a:xfrm>
            <a:custGeom>
              <a:avLst/>
              <a:gdLst/>
              <a:ahLst/>
              <a:cxnLst/>
              <a:rect l="l" t="t" r="r" b="b"/>
              <a:pathLst>
                <a:path w="681990" h="152400">
                  <a:moveTo>
                    <a:pt x="529590" y="0"/>
                  </a:moveTo>
                  <a:lnTo>
                    <a:pt x="529590" y="152400"/>
                  </a:lnTo>
                  <a:lnTo>
                    <a:pt x="631190" y="101600"/>
                  </a:lnTo>
                  <a:lnTo>
                    <a:pt x="554990" y="101600"/>
                  </a:lnTo>
                  <a:lnTo>
                    <a:pt x="554990" y="50800"/>
                  </a:lnTo>
                  <a:lnTo>
                    <a:pt x="631190" y="50800"/>
                  </a:lnTo>
                  <a:lnTo>
                    <a:pt x="529590" y="0"/>
                  </a:lnTo>
                  <a:close/>
                </a:path>
                <a:path w="681990" h="152400">
                  <a:moveTo>
                    <a:pt x="529590" y="50800"/>
                  </a:moveTo>
                  <a:lnTo>
                    <a:pt x="0" y="50800"/>
                  </a:lnTo>
                  <a:lnTo>
                    <a:pt x="0" y="101600"/>
                  </a:lnTo>
                  <a:lnTo>
                    <a:pt x="529590" y="101600"/>
                  </a:lnTo>
                  <a:lnTo>
                    <a:pt x="529590" y="50800"/>
                  </a:lnTo>
                  <a:close/>
                </a:path>
                <a:path w="681990" h="152400">
                  <a:moveTo>
                    <a:pt x="631190" y="50800"/>
                  </a:moveTo>
                  <a:lnTo>
                    <a:pt x="554990" y="50800"/>
                  </a:lnTo>
                  <a:lnTo>
                    <a:pt x="554990" y="101600"/>
                  </a:lnTo>
                  <a:lnTo>
                    <a:pt x="631190" y="101600"/>
                  </a:lnTo>
                  <a:lnTo>
                    <a:pt x="681990" y="76200"/>
                  </a:lnTo>
                  <a:lnTo>
                    <a:pt x="631190" y="508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91624" y="2414397"/>
              <a:ext cx="152400" cy="922019"/>
            </a:xfrm>
            <a:custGeom>
              <a:avLst/>
              <a:gdLst/>
              <a:ahLst/>
              <a:cxnLst/>
              <a:rect l="l" t="t" r="r" b="b"/>
              <a:pathLst>
                <a:path w="152400" h="922020">
                  <a:moveTo>
                    <a:pt x="50800" y="769365"/>
                  </a:moveTo>
                  <a:lnTo>
                    <a:pt x="0" y="769365"/>
                  </a:lnTo>
                  <a:lnTo>
                    <a:pt x="76200" y="921765"/>
                  </a:lnTo>
                  <a:lnTo>
                    <a:pt x="139700" y="794765"/>
                  </a:lnTo>
                  <a:lnTo>
                    <a:pt x="50800" y="794765"/>
                  </a:lnTo>
                  <a:lnTo>
                    <a:pt x="50800" y="769365"/>
                  </a:lnTo>
                  <a:close/>
                </a:path>
                <a:path w="152400" h="922020">
                  <a:moveTo>
                    <a:pt x="101600" y="0"/>
                  </a:moveTo>
                  <a:lnTo>
                    <a:pt x="50800" y="0"/>
                  </a:lnTo>
                  <a:lnTo>
                    <a:pt x="50800" y="794765"/>
                  </a:lnTo>
                  <a:lnTo>
                    <a:pt x="101600" y="794765"/>
                  </a:lnTo>
                  <a:lnTo>
                    <a:pt x="101600" y="0"/>
                  </a:lnTo>
                  <a:close/>
                </a:path>
                <a:path w="152400" h="922020">
                  <a:moveTo>
                    <a:pt x="152400" y="769365"/>
                  </a:moveTo>
                  <a:lnTo>
                    <a:pt x="101600" y="769365"/>
                  </a:lnTo>
                  <a:lnTo>
                    <a:pt x="101600" y="794765"/>
                  </a:lnTo>
                  <a:lnTo>
                    <a:pt x="139700" y="794765"/>
                  </a:lnTo>
                  <a:lnTo>
                    <a:pt x="152400" y="769365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144524" y="6176009"/>
            <a:ext cx="4667250" cy="623570"/>
          </a:xfrm>
          <a:custGeom>
            <a:avLst/>
            <a:gdLst/>
            <a:ahLst/>
            <a:cxnLst/>
            <a:rect l="l" t="t" r="r" b="b"/>
            <a:pathLst>
              <a:path w="4667250" h="623570">
                <a:moveTo>
                  <a:pt x="4667250" y="0"/>
                </a:moveTo>
                <a:lnTo>
                  <a:pt x="0" y="0"/>
                </a:lnTo>
                <a:lnTo>
                  <a:pt x="0" y="623315"/>
                </a:lnTo>
                <a:lnTo>
                  <a:pt x="4667250" y="623315"/>
                </a:lnTo>
                <a:lnTo>
                  <a:pt x="46672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21068" y="6176009"/>
            <a:ext cx="4666615" cy="623570"/>
          </a:xfrm>
          <a:custGeom>
            <a:avLst/>
            <a:gdLst/>
            <a:ahLst/>
            <a:cxnLst/>
            <a:rect l="l" t="t" r="r" b="b"/>
            <a:pathLst>
              <a:path w="4666615" h="623570">
                <a:moveTo>
                  <a:pt x="4666487" y="0"/>
                </a:moveTo>
                <a:lnTo>
                  <a:pt x="0" y="0"/>
                </a:lnTo>
                <a:lnTo>
                  <a:pt x="0" y="623315"/>
                </a:lnTo>
                <a:lnTo>
                  <a:pt x="4666487" y="623315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208020" y="3999738"/>
            <a:ext cx="470534" cy="470534"/>
            <a:chOff x="3208020" y="3999738"/>
            <a:chExt cx="470534" cy="470534"/>
          </a:xfrm>
        </p:grpSpPr>
        <p:sp>
          <p:nvSpPr>
            <p:cNvPr id="26" name="object 26"/>
            <p:cNvSpPr/>
            <p:nvPr/>
          </p:nvSpPr>
          <p:spPr>
            <a:xfrm>
              <a:off x="3227070" y="401878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7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7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4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27070" y="401878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7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7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359911" y="4045203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561082" y="4790694"/>
            <a:ext cx="470534" cy="470534"/>
            <a:chOff x="2561082" y="4790694"/>
            <a:chExt cx="470534" cy="470534"/>
          </a:xfrm>
        </p:grpSpPr>
        <p:sp>
          <p:nvSpPr>
            <p:cNvPr id="30" name="object 30"/>
            <p:cNvSpPr/>
            <p:nvPr/>
          </p:nvSpPr>
          <p:spPr>
            <a:xfrm>
              <a:off x="2580132" y="48097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4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80132" y="48097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713482" y="483590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42160" y="4796790"/>
            <a:ext cx="2303145" cy="1262380"/>
            <a:chOff x="2042160" y="4796790"/>
            <a:chExt cx="2303145" cy="1262380"/>
          </a:xfrm>
        </p:grpSpPr>
        <p:sp>
          <p:nvSpPr>
            <p:cNvPr id="34" name="object 34"/>
            <p:cNvSpPr/>
            <p:nvPr/>
          </p:nvSpPr>
          <p:spPr>
            <a:xfrm>
              <a:off x="2061210" y="5607558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5">
                  <a:moveTo>
                    <a:pt x="0" y="216026"/>
                  </a:moveTo>
                  <a:lnTo>
                    <a:pt x="5693" y="166495"/>
                  </a:lnTo>
                  <a:lnTo>
                    <a:pt x="21913" y="121025"/>
                  </a:lnTo>
                  <a:lnTo>
                    <a:pt x="47366" y="80915"/>
                  </a:lnTo>
                  <a:lnTo>
                    <a:pt x="80758" y="47460"/>
                  </a:lnTo>
                  <a:lnTo>
                    <a:pt x="120798" y="21958"/>
                  </a:lnTo>
                  <a:lnTo>
                    <a:pt x="166191" y="5705"/>
                  </a:lnTo>
                  <a:lnTo>
                    <a:pt x="215645" y="0"/>
                  </a:lnTo>
                  <a:lnTo>
                    <a:pt x="265100" y="5705"/>
                  </a:lnTo>
                  <a:lnTo>
                    <a:pt x="310493" y="21958"/>
                  </a:lnTo>
                  <a:lnTo>
                    <a:pt x="350533" y="47460"/>
                  </a:lnTo>
                  <a:lnTo>
                    <a:pt x="383925" y="80915"/>
                  </a:lnTo>
                  <a:lnTo>
                    <a:pt x="409378" y="121025"/>
                  </a:lnTo>
                  <a:lnTo>
                    <a:pt x="425598" y="166495"/>
                  </a:lnTo>
                  <a:lnTo>
                    <a:pt x="431291" y="216026"/>
                  </a:lnTo>
                  <a:lnTo>
                    <a:pt x="425598" y="265558"/>
                  </a:lnTo>
                  <a:lnTo>
                    <a:pt x="409378" y="311028"/>
                  </a:lnTo>
                  <a:lnTo>
                    <a:pt x="383925" y="351138"/>
                  </a:lnTo>
                  <a:lnTo>
                    <a:pt x="350533" y="384593"/>
                  </a:lnTo>
                  <a:lnTo>
                    <a:pt x="310493" y="410095"/>
                  </a:lnTo>
                  <a:lnTo>
                    <a:pt x="265100" y="426348"/>
                  </a:lnTo>
                  <a:lnTo>
                    <a:pt x="215645" y="432053"/>
                  </a:lnTo>
                  <a:lnTo>
                    <a:pt x="166191" y="426348"/>
                  </a:lnTo>
                  <a:lnTo>
                    <a:pt x="120798" y="410095"/>
                  </a:lnTo>
                  <a:lnTo>
                    <a:pt x="80758" y="384593"/>
                  </a:lnTo>
                  <a:lnTo>
                    <a:pt x="47366" y="351138"/>
                  </a:lnTo>
                  <a:lnTo>
                    <a:pt x="21913" y="311028"/>
                  </a:lnTo>
                  <a:lnTo>
                    <a:pt x="5693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93820" y="4815840"/>
              <a:ext cx="432434" cy="431800"/>
            </a:xfrm>
            <a:custGeom>
              <a:avLst/>
              <a:gdLst/>
              <a:ahLst/>
              <a:cxnLst/>
              <a:rect l="l" t="t" r="r" b="b"/>
              <a:pathLst>
                <a:path w="432435" h="431800">
                  <a:moveTo>
                    <a:pt x="216026" y="0"/>
                  </a:moveTo>
                  <a:lnTo>
                    <a:pt x="166511" y="5693"/>
                  </a:lnTo>
                  <a:lnTo>
                    <a:pt x="121048" y="21913"/>
                  </a:lnTo>
                  <a:lnTo>
                    <a:pt x="80936" y="47366"/>
                  </a:lnTo>
                  <a:lnTo>
                    <a:pt x="47476" y="80758"/>
                  </a:lnTo>
                  <a:lnTo>
                    <a:pt x="21966" y="120798"/>
                  </a:lnTo>
                  <a:lnTo>
                    <a:pt x="5708" y="166191"/>
                  </a:lnTo>
                  <a:lnTo>
                    <a:pt x="0" y="215646"/>
                  </a:lnTo>
                  <a:lnTo>
                    <a:pt x="5708" y="265100"/>
                  </a:lnTo>
                  <a:lnTo>
                    <a:pt x="21966" y="310493"/>
                  </a:lnTo>
                  <a:lnTo>
                    <a:pt x="47476" y="350533"/>
                  </a:lnTo>
                  <a:lnTo>
                    <a:pt x="80936" y="383925"/>
                  </a:lnTo>
                  <a:lnTo>
                    <a:pt x="121048" y="409378"/>
                  </a:lnTo>
                  <a:lnTo>
                    <a:pt x="166511" y="425598"/>
                  </a:lnTo>
                  <a:lnTo>
                    <a:pt x="216026" y="431292"/>
                  </a:lnTo>
                  <a:lnTo>
                    <a:pt x="265542" y="425598"/>
                  </a:lnTo>
                  <a:lnTo>
                    <a:pt x="311005" y="409378"/>
                  </a:lnTo>
                  <a:lnTo>
                    <a:pt x="351117" y="383925"/>
                  </a:lnTo>
                  <a:lnTo>
                    <a:pt x="384577" y="350533"/>
                  </a:lnTo>
                  <a:lnTo>
                    <a:pt x="410087" y="310493"/>
                  </a:lnTo>
                  <a:lnTo>
                    <a:pt x="426345" y="265100"/>
                  </a:lnTo>
                  <a:lnTo>
                    <a:pt x="432053" y="215646"/>
                  </a:lnTo>
                  <a:lnTo>
                    <a:pt x="426345" y="166191"/>
                  </a:lnTo>
                  <a:lnTo>
                    <a:pt x="410087" y="120798"/>
                  </a:lnTo>
                  <a:lnTo>
                    <a:pt x="384577" y="80758"/>
                  </a:lnTo>
                  <a:lnTo>
                    <a:pt x="351117" y="47366"/>
                  </a:lnTo>
                  <a:lnTo>
                    <a:pt x="311005" y="21913"/>
                  </a:lnTo>
                  <a:lnTo>
                    <a:pt x="265542" y="5693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93820" y="4815840"/>
              <a:ext cx="432434" cy="431800"/>
            </a:xfrm>
            <a:custGeom>
              <a:avLst/>
              <a:gdLst/>
              <a:ahLst/>
              <a:cxnLst/>
              <a:rect l="l" t="t" r="r" b="b"/>
              <a:pathLst>
                <a:path w="432435" h="431800">
                  <a:moveTo>
                    <a:pt x="0" y="215646"/>
                  </a:moveTo>
                  <a:lnTo>
                    <a:pt x="5708" y="166191"/>
                  </a:lnTo>
                  <a:lnTo>
                    <a:pt x="21966" y="120798"/>
                  </a:lnTo>
                  <a:lnTo>
                    <a:pt x="47476" y="80758"/>
                  </a:lnTo>
                  <a:lnTo>
                    <a:pt x="80936" y="47366"/>
                  </a:lnTo>
                  <a:lnTo>
                    <a:pt x="121048" y="21913"/>
                  </a:lnTo>
                  <a:lnTo>
                    <a:pt x="166511" y="5693"/>
                  </a:lnTo>
                  <a:lnTo>
                    <a:pt x="216026" y="0"/>
                  </a:lnTo>
                  <a:lnTo>
                    <a:pt x="265542" y="5693"/>
                  </a:lnTo>
                  <a:lnTo>
                    <a:pt x="311005" y="21913"/>
                  </a:lnTo>
                  <a:lnTo>
                    <a:pt x="351117" y="47366"/>
                  </a:lnTo>
                  <a:lnTo>
                    <a:pt x="384577" y="80758"/>
                  </a:lnTo>
                  <a:lnTo>
                    <a:pt x="410087" y="120798"/>
                  </a:lnTo>
                  <a:lnTo>
                    <a:pt x="426345" y="166191"/>
                  </a:lnTo>
                  <a:lnTo>
                    <a:pt x="432053" y="215646"/>
                  </a:lnTo>
                  <a:lnTo>
                    <a:pt x="426345" y="265100"/>
                  </a:lnTo>
                  <a:lnTo>
                    <a:pt x="410087" y="310493"/>
                  </a:lnTo>
                  <a:lnTo>
                    <a:pt x="384577" y="350533"/>
                  </a:lnTo>
                  <a:lnTo>
                    <a:pt x="351117" y="383925"/>
                  </a:lnTo>
                  <a:lnTo>
                    <a:pt x="311005" y="409378"/>
                  </a:lnTo>
                  <a:lnTo>
                    <a:pt x="265542" y="425598"/>
                  </a:lnTo>
                  <a:lnTo>
                    <a:pt x="216026" y="431292"/>
                  </a:lnTo>
                  <a:lnTo>
                    <a:pt x="166511" y="425598"/>
                  </a:lnTo>
                  <a:lnTo>
                    <a:pt x="121048" y="409378"/>
                  </a:lnTo>
                  <a:lnTo>
                    <a:pt x="80936" y="383925"/>
                  </a:lnTo>
                  <a:lnTo>
                    <a:pt x="47476" y="350533"/>
                  </a:lnTo>
                  <a:lnTo>
                    <a:pt x="21966" y="310493"/>
                  </a:lnTo>
                  <a:lnTo>
                    <a:pt x="5708" y="265100"/>
                  </a:lnTo>
                  <a:lnTo>
                    <a:pt x="0" y="21564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26915" y="4841747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38094" y="5607558"/>
            <a:ext cx="431800" cy="432434"/>
          </a:xfrm>
          <a:custGeom>
            <a:avLst/>
            <a:gdLst/>
            <a:ahLst/>
            <a:cxnLst/>
            <a:rect l="l" t="t" r="r" b="b"/>
            <a:pathLst>
              <a:path w="431800" h="432435">
                <a:moveTo>
                  <a:pt x="0" y="216026"/>
                </a:moveTo>
                <a:lnTo>
                  <a:pt x="5693" y="166495"/>
                </a:lnTo>
                <a:lnTo>
                  <a:pt x="21913" y="121025"/>
                </a:lnTo>
                <a:lnTo>
                  <a:pt x="47366" y="80915"/>
                </a:lnTo>
                <a:lnTo>
                  <a:pt x="80758" y="47460"/>
                </a:lnTo>
                <a:lnTo>
                  <a:pt x="120798" y="21958"/>
                </a:lnTo>
                <a:lnTo>
                  <a:pt x="166191" y="5705"/>
                </a:lnTo>
                <a:lnTo>
                  <a:pt x="215645" y="0"/>
                </a:lnTo>
                <a:lnTo>
                  <a:pt x="265100" y="5705"/>
                </a:lnTo>
                <a:lnTo>
                  <a:pt x="310493" y="21958"/>
                </a:lnTo>
                <a:lnTo>
                  <a:pt x="350533" y="47460"/>
                </a:lnTo>
                <a:lnTo>
                  <a:pt x="383925" y="80915"/>
                </a:lnTo>
                <a:lnTo>
                  <a:pt x="409378" y="121025"/>
                </a:lnTo>
                <a:lnTo>
                  <a:pt x="425598" y="166495"/>
                </a:lnTo>
                <a:lnTo>
                  <a:pt x="431292" y="216026"/>
                </a:lnTo>
                <a:lnTo>
                  <a:pt x="425598" y="265558"/>
                </a:lnTo>
                <a:lnTo>
                  <a:pt x="409378" y="311028"/>
                </a:lnTo>
                <a:lnTo>
                  <a:pt x="383925" y="351138"/>
                </a:lnTo>
                <a:lnTo>
                  <a:pt x="350533" y="384593"/>
                </a:lnTo>
                <a:lnTo>
                  <a:pt x="310493" y="410095"/>
                </a:lnTo>
                <a:lnTo>
                  <a:pt x="265100" y="426348"/>
                </a:lnTo>
                <a:lnTo>
                  <a:pt x="215645" y="432053"/>
                </a:lnTo>
                <a:lnTo>
                  <a:pt x="166191" y="426348"/>
                </a:lnTo>
                <a:lnTo>
                  <a:pt x="120798" y="410095"/>
                </a:lnTo>
                <a:lnTo>
                  <a:pt x="80758" y="384593"/>
                </a:lnTo>
                <a:lnTo>
                  <a:pt x="47366" y="351138"/>
                </a:lnTo>
                <a:lnTo>
                  <a:pt x="21913" y="311028"/>
                </a:lnTo>
                <a:lnTo>
                  <a:pt x="5693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08252" y="5633720"/>
            <a:ext cx="3940175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>
              <a:lnSpc>
                <a:spcPct val="100000"/>
              </a:lnSpc>
              <a:spcBef>
                <a:spcPts val="100"/>
              </a:spcBef>
              <a:tabLst>
                <a:tab pos="1675130" algn="l"/>
              </a:tabLst>
            </a:pPr>
            <a:r>
              <a:rPr sz="2200" b="1" spc="-50" dirty="0">
                <a:latin typeface="Times New Roman"/>
                <a:cs typeface="Times New Roman"/>
              </a:rPr>
              <a:t>4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50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广度优先搜索：步步为营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96897" y="4368546"/>
            <a:ext cx="2696845" cy="1258570"/>
            <a:chOff x="2096897" y="4368546"/>
            <a:chExt cx="2696845" cy="1258570"/>
          </a:xfrm>
        </p:grpSpPr>
        <p:sp>
          <p:nvSpPr>
            <p:cNvPr id="41" name="object 41"/>
            <p:cNvSpPr/>
            <p:nvPr/>
          </p:nvSpPr>
          <p:spPr>
            <a:xfrm>
              <a:off x="2276856" y="4387596"/>
              <a:ext cx="1680845" cy="1220470"/>
            </a:xfrm>
            <a:custGeom>
              <a:avLst/>
              <a:gdLst/>
              <a:ahLst/>
              <a:cxnLst/>
              <a:rect l="l" t="t" r="r" b="b"/>
              <a:pathLst>
                <a:path w="1680845" h="1220470">
                  <a:moveTo>
                    <a:pt x="1013079" y="0"/>
                  </a:moveTo>
                  <a:lnTo>
                    <a:pt x="672083" y="485139"/>
                  </a:lnTo>
                </a:path>
                <a:path w="1680845" h="1220470">
                  <a:moveTo>
                    <a:pt x="366775" y="790955"/>
                  </a:moveTo>
                  <a:lnTo>
                    <a:pt x="0" y="1220101"/>
                  </a:lnTo>
                </a:path>
                <a:path w="1680845" h="1220470">
                  <a:moveTo>
                    <a:pt x="672083" y="790955"/>
                  </a:moveTo>
                  <a:lnTo>
                    <a:pt x="976757" y="1220101"/>
                  </a:lnTo>
                </a:path>
                <a:path w="1680845" h="1220470">
                  <a:moveTo>
                    <a:pt x="1319021" y="0"/>
                  </a:moveTo>
                  <a:lnTo>
                    <a:pt x="1680464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15947" y="5181727"/>
              <a:ext cx="2658745" cy="227329"/>
            </a:xfrm>
            <a:custGeom>
              <a:avLst/>
              <a:gdLst/>
              <a:ahLst/>
              <a:cxnLst/>
              <a:rect l="l" t="t" r="r" b="b"/>
              <a:pathLst>
                <a:path w="2658745" h="227329">
                  <a:moveTo>
                    <a:pt x="2658491" y="40512"/>
                  </a:moveTo>
                  <a:lnTo>
                    <a:pt x="2604229" y="64768"/>
                  </a:lnTo>
                  <a:lnTo>
                    <a:pt x="2541881" y="87533"/>
                  </a:lnTo>
                  <a:lnTo>
                    <a:pt x="2472007" y="108758"/>
                  </a:lnTo>
                  <a:lnTo>
                    <a:pt x="2434424" y="118778"/>
                  </a:lnTo>
                  <a:lnTo>
                    <a:pt x="2395171" y="128396"/>
                  </a:lnTo>
                  <a:lnTo>
                    <a:pt x="2354316" y="137605"/>
                  </a:lnTo>
                  <a:lnTo>
                    <a:pt x="2311932" y="146400"/>
                  </a:lnTo>
                  <a:lnTo>
                    <a:pt x="2268087" y="154774"/>
                  </a:lnTo>
                  <a:lnTo>
                    <a:pt x="2222852" y="162722"/>
                  </a:lnTo>
                  <a:lnTo>
                    <a:pt x="2176298" y="170237"/>
                  </a:lnTo>
                  <a:lnTo>
                    <a:pt x="2128494" y="177314"/>
                  </a:lnTo>
                  <a:lnTo>
                    <a:pt x="2079510" y="183947"/>
                  </a:lnTo>
                  <a:lnTo>
                    <a:pt x="2029418" y="190129"/>
                  </a:lnTo>
                  <a:lnTo>
                    <a:pt x="1978286" y="195855"/>
                  </a:lnTo>
                  <a:lnTo>
                    <a:pt x="1926185" y="201119"/>
                  </a:lnTo>
                  <a:lnTo>
                    <a:pt x="1873186" y="205914"/>
                  </a:lnTo>
                  <a:lnTo>
                    <a:pt x="1819358" y="210236"/>
                  </a:lnTo>
                  <a:lnTo>
                    <a:pt x="1764772" y="214077"/>
                  </a:lnTo>
                  <a:lnTo>
                    <a:pt x="1709498" y="217432"/>
                  </a:lnTo>
                  <a:lnTo>
                    <a:pt x="1653606" y="220295"/>
                  </a:lnTo>
                  <a:lnTo>
                    <a:pt x="1597166" y="222661"/>
                  </a:lnTo>
                  <a:lnTo>
                    <a:pt x="1540248" y="224522"/>
                  </a:lnTo>
                  <a:lnTo>
                    <a:pt x="1482924" y="225873"/>
                  </a:lnTo>
                  <a:lnTo>
                    <a:pt x="1425262" y="226709"/>
                  </a:lnTo>
                  <a:lnTo>
                    <a:pt x="1367333" y="227023"/>
                  </a:lnTo>
                  <a:lnTo>
                    <a:pt x="1309207" y="226809"/>
                  </a:lnTo>
                  <a:lnTo>
                    <a:pt x="1250954" y="226061"/>
                  </a:lnTo>
                  <a:lnTo>
                    <a:pt x="1192645" y="224774"/>
                  </a:lnTo>
                  <a:lnTo>
                    <a:pt x="1134350" y="222941"/>
                  </a:lnTo>
                  <a:lnTo>
                    <a:pt x="1076138" y="220556"/>
                  </a:lnTo>
                  <a:lnTo>
                    <a:pt x="1018081" y="217614"/>
                  </a:lnTo>
                  <a:lnTo>
                    <a:pt x="960248" y="214109"/>
                  </a:lnTo>
                  <a:lnTo>
                    <a:pt x="902710" y="210034"/>
                  </a:lnTo>
                  <a:lnTo>
                    <a:pt x="845536" y="205383"/>
                  </a:lnTo>
                  <a:lnTo>
                    <a:pt x="788796" y="200152"/>
                  </a:lnTo>
                  <a:lnTo>
                    <a:pt x="717877" y="192688"/>
                  </a:lnTo>
                  <a:lnTo>
                    <a:pt x="649306" y="184415"/>
                  </a:lnTo>
                  <a:lnTo>
                    <a:pt x="583200" y="175361"/>
                  </a:lnTo>
                  <a:lnTo>
                    <a:pt x="519672" y="165556"/>
                  </a:lnTo>
                  <a:lnTo>
                    <a:pt x="458836" y="155029"/>
                  </a:lnTo>
                  <a:lnTo>
                    <a:pt x="400806" y="143810"/>
                  </a:lnTo>
                  <a:lnTo>
                    <a:pt x="345697" y="131927"/>
                  </a:lnTo>
                  <a:lnTo>
                    <a:pt x="293624" y="119411"/>
                  </a:lnTo>
                  <a:lnTo>
                    <a:pt x="244699" y="106291"/>
                  </a:lnTo>
                  <a:lnTo>
                    <a:pt x="199038" y="92596"/>
                  </a:lnTo>
                  <a:lnTo>
                    <a:pt x="156754" y="78355"/>
                  </a:lnTo>
                  <a:lnTo>
                    <a:pt x="117963" y="63599"/>
                  </a:lnTo>
                  <a:lnTo>
                    <a:pt x="82777" y="48355"/>
                  </a:lnTo>
                  <a:lnTo>
                    <a:pt x="23681" y="16526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9217914" y="3967734"/>
            <a:ext cx="469900" cy="470534"/>
            <a:chOff x="9217914" y="3967734"/>
            <a:chExt cx="469900" cy="470534"/>
          </a:xfrm>
        </p:grpSpPr>
        <p:sp>
          <p:nvSpPr>
            <p:cNvPr id="44" name="object 44"/>
            <p:cNvSpPr/>
            <p:nvPr/>
          </p:nvSpPr>
          <p:spPr>
            <a:xfrm>
              <a:off x="9236964" y="3986784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5">
                  <a:moveTo>
                    <a:pt x="215645" y="0"/>
                  </a:moveTo>
                  <a:lnTo>
                    <a:pt x="166191" y="5708"/>
                  </a:lnTo>
                  <a:lnTo>
                    <a:pt x="120798" y="21966"/>
                  </a:lnTo>
                  <a:lnTo>
                    <a:pt x="80758" y="47476"/>
                  </a:lnTo>
                  <a:lnTo>
                    <a:pt x="47366" y="80936"/>
                  </a:lnTo>
                  <a:lnTo>
                    <a:pt x="21913" y="121048"/>
                  </a:lnTo>
                  <a:lnTo>
                    <a:pt x="5693" y="166511"/>
                  </a:lnTo>
                  <a:lnTo>
                    <a:pt x="0" y="216027"/>
                  </a:lnTo>
                  <a:lnTo>
                    <a:pt x="5693" y="265542"/>
                  </a:lnTo>
                  <a:lnTo>
                    <a:pt x="21913" y="311005"/>
                  </a:lnTo>
                  <a:lnTo>
                    <a:pt x="47366" y="351117"/>
                  </a:lnTo>
                  <a:lnTo>
                    <a:pt x="80758" y="384577"/>
                  </a:lnTo>
                  <a:lnTo>
                    <a:pt x="120798" y="410087"/>
                  </a:lnTo>
                  <a:lnTo>
                    <a:pt x="166191" y="426345"/>
                  </a:lnTo>
                  <a:lnTo>
                    <a:pt x="215645" y="432054"/>
                  </a:lnTo>
                  <a:lnTo>
                    <a:pt x="265100" y="426345"/>
                  </a:lnTo>
                  <a:lnTo>
                    <a:pt x="310493" y="410087"/>
                  </a:lnTo>
                  <a:lnTo>
                    <a:pt x="350533" y="384577"/>
                  </a:lnTo>
                  <a:lnTo>
                    <a:pt x="383925" y="351117"/>
                  </a:lnTo>
                  <a:lnTo>
                    <a:pt x="409378" y="311005"/>
                  </a:lnTo>
                  <a:lnTo>
                    <a:pt x="425598" y="265542"/>
                  </a:lnTo>
                  <a:lnTo>
                    <a:pt x="431291" y="216027"/>
                  </a:lnTo>
                  <a:lnTo>
                    <a:pt x="425598" y="166511"/>
                  </a:lnTo>
                  <a:lnTo>
                    <a:pt x="409378" y="121048"/>
                  </a:lnTo>
                  <a:lnTo>
                    <a:pt x="383925" y="80936"/>
                  </a:lnTo>
                  <a:lnTo>
                    <a:pt x="350533" y="47476"/>
                  </a:lnTo>
                  <a:lnTo>
                    <a:pt x="310493" y="21966"/>
                  </a:lnTo>
                  <a:lnTo>
                    <a:pt x="265100" y="5708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36964" y="3986784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5">
                  <a:moveTo>
                    <a:pt x="0" y="216027"/>
                  </a:moveTo>
                  <a:lnTo>
                    <a:pt x="5693" y="166511"/>
                  </a:lnTo>
                  <a:lnTo>
                    <a:pt x="21913" y="121048"/>
                  </a:lnTo>
                  <a:lnTo>
                    <a:pt x="47366" y="80936"/>
                  </a:lnTo>
                  <a:lnTo>
                    <a:pt x="80758" y="47476"/>
                  </a:lnTo>
                  <a:lnTo>
                    <a:pt x="120798" y="21966"/>
                  </a:lnTo>
                  <a:lnTo>
                    <a:pt x="166191" y="5708"/>
                  </a:lnTo>
                  <a:lnTo>
                    <a:pt x="215645" y="0"/>
                  </a:lnTo>
                  <a:lnTo>
                    <a:pt x="265100" y="5708"/>
                  </a:lnTo>
                  <a:lnTo>
                    <a:pt x="310493" y="21966"/>
                  </a:lnTo>
                  <a:lnTo>
                    <a:pt x="350533" y="47476"/>
                  </a:lnTo>
                  <a:lnTo>
                    <a:pt x="383925" y="80936"/>
                  </a:lnTo>
                  <a:lnTo>
                    <a:pt x="409378" y="121048"/>
                  </a:lnTo>
                  <a:lnTo>
                    <a:pt x="425598" y="166511"/>
                  </a:lnTo>
                  <a:lnTo>
                    <a:pt x="431291" y="216027"/>
                  </a:lnTo>
                  <a:lnTo>
                    <a:pt x="425598" y="265542"/>
                  </a:lnTo>
                  <a:lnTo>
                    <a:pt x="409378" y="311005"/>
                  </a:lnTo>
                  <a:lnTo>
                    <a:pt x="383925" y="351117"/>
                  </a:lnTo>
                  <a:lnTo>
                    <a:pt x="350533" y="384577"/>
                  </a:lnTo>
                  <a:lnTo>
                    <a:pt x="310493" y="410087"/>
                  </a:lnTo>
                  <a:lnTo>
                    <a:pt x="265100" y="426345"/>
                  </a:lnTo>
                  <a:lnTo>
                    <a:pt x="215645" y="432054"/>
                  </a:lnTo>
                  <a:lnTo>
                    <a:pt x="166191" y="426345"/>
                  </a:lnTo>
                  <a:lnTo>
                    <a:pt x="120798" y="410087"/>
                  </a:lnTo>
                  <a:lnTo>
                    <a:pt x="80758" y="384577"/>
                  </a:lnTo>
                  <a:lnTo>
                    <a:pt x="47366" y="351117"/>
                  </a:lnTo>
                  <a:lnTo>
                    <a:pt x="21913" y="311005"/>
                  </a:lnTo>
                  <a:lnTo>
                    <a:pt x="5693" y="265542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370314" y="3342640"/>
            <a:ext cx="73469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出口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200" b="1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570976" y="4758690"/>
            <a:ext cx="470534" cy="470534"/>
            <a:chOff x="8570976" y="4758690"/>
            <a:chExt cx="470534" cy="470534"/>
          </a:xfrm>
        </p:grpSpPr>
        <p:sp>
          <p:nvSpPr>
            <p:cNvPr id="48" name="object 48"/>
            <p:cNvSpPr/>
            <p:nvPr/>
          </p:nvSpPr>
          <p:spPr>
            <a:xfrm>
              <a:off x="8590026" y="477774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7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7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90026" y="477774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7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723630" y="48039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051292" y="4764785"/>
            <a:ext cx="2303780" cy="1262380"/>
            <a:chOff x="8051292" y="4764785"/>
            <a:chExt cx="2303780" cy="1262380"/>
          </a:xfrm>
        </p:grpSpPr>
        <p:sp>
          <p:nvSpPr>
            <p:cNvPr id="52" name="object 52"/>
            <p:cNvSpPr/>
            <p:nvPr/>
          </p:nvSpPr>
          <p:spPr>
            <a:xfrm>
              <a:off x="8070342" y="557555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5"/>
                  </a:lnTo>
                  <a:lnTo>
                    <a:pt x="121048" y="21958"/>
                  </a:lnTo>
                  <a:lnTo>
                    <a:pt x="80936" y="47460"/>
                  </a:lnTo>
                  <a:lnTo>
                    <a:pt x="47476" y="80915"/>
                  </a:lnTo>
                  <a:lnTo>
                    <a:pt x="21966" y="121025"/>
                  </a:lnTo>
                  <a:lnTo>
                    <a:pt x="5708" y="166495"/>
                  </a:lnTo>
                  <a:lnTo>
                    <a:pt x="0" y="216027"/>
                  </a:lnTo>
                  <a:lnTo>
                    <a:pt x="5708" y="265558"/>
                  </a:lnTo>
                  <a:lnTo>
                    <a:pt x="21966" y="311028"/>
                  </a:lnTo>
                  <a:lnTo>
                    <a:pt x="47476" y="351138"/>
                  </a:lnTo>
                  <a:lnTo>
                    <a:pt x="80936" y="384593"/>
                  </a:lnTo>
                  <a:lnTo>
                    <a:pt x="121048" y="410095"/>
                  </a:lnTo>
                  <a:lnTo>
                    <a:pt x="166511" y="426348"/>
                  </a:lnTo>
                  <a:lnTo>
                    <a:pt x="216026" y="432054"/>
                  </a:lnTo>
                  <a:lnTo>
                    <a:pt x="265542" y="426348"/>
                  </a:lnTo>
                  <a:lnTo>
                    <a:pt x="311005" y="410095"/>
                  </a:lnTo>
                  <a:lnTo>
                    <a:pt x="351117" y="384593"/>
                  </a:lnTo>
                  <a:lnTo>
                    <a:pt x="384577" y="351138"/>
                  </a:lnTo>
                  <a:lnTo>
                    <a:pt x="410087" y="311028"/>
                  </a:lnTo>
                  <a:lnTo>
                    <a:pt x="426345" y="265558"/>
                  </a:lnTo>
                  <a:lnTo>
                    <a:pt x="432053" y="216027"/>
                  </a:lnTo>
                  <a:lnTo>
                    <a:pt x="426345" y="166495"/>
                  </a:lnTo>
                  <a:lnTo>
                    <a:pt x="410087" y="121025"/>
                  </a:lnTo>
                  <a:lnTo>
                    <a:pt x="384577" y="80915"/>
                  </a:lnTo>
                  <a:lnTo>
                    <a:pt x="351117" y="47460"/>
                  </a:lnTo>
                  <a:lnTo>
                    <a:pt x="311005" y="21958"/>
                  </a:lnTo>
                  <a:lnTo>
                    <a:pt x="265542" y="5705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70342" y="4783835"/>
              <a:ext cx="2265680" cy="1224280"/>
            </a:xfrm>
            <a:custGeom>
              <a:avLst/>
              <a:gdLst/>
              <a:ahLst/>
              <a:cxnLst/>
              <a:rect l="l" t="t" r="r" b="b"/>
              <a:pathLst>
                <a:path w="2265679" h="1224279">
                  <a:moveTo>
                    <a:pt x="0" y="1007744"/>
                  </a:moveTo>
                  <a:lnTo>
                    <a:pt x="5708" y="958213"/>
                  </a:lnTo>
                  <a:lnTo>
                    <a:pt x="21966" y="912743"/>
                  </a:lnTo>
                  <a:lnTo>
                    <a:pt x="47476" y="872633"/>
                  </a:lnTo>
                  <a:lnTo>
                    <a:pt x="80936" y="839178"/>
                  </a:lnTo>
                  <a:lnTo>
                    <a:pt x="121048" y="813676"/>
                  </a:lnTo>
                  <a:lnTo>
                    <a:pt x="166511" y="797423"/>
                  </a:lnTo>
                  <a:lnTo>
                    <a:pt x="216026" y="791717"/>
                  </a:lnTo>
                  <a:lnTo>
                    <a:pt x="265542" y="797423"/>
                  </a:lnTo>
                  <a:lnTo>
                    <a:pt x="311005" y="813676"/>
                  </a:lnTo>
                  <a:lnTo>
                    <a:pt x="351117" y="839178"/>
                  </a:lnTo>
                  <a:lnTo>
                    <a:pt x="384577" y="872633"/>
                  </a:lnTo>
                  <a:lnTo>
                    <a:pt x="410087" y="912743"/>
                  </a:lnTo>
                  <a:lnTo>
                    <a:pt x="426345" y="958213"/>
                  </a:lnTo>
                  <a:lnTo>
                    <a:pt x="432053" y="1007744"/>
                  </a:lnTo>
                  <a:lnTo>
                    <a:pt x="426345" y="1057276"/>
                  </a:lnTo>
                  <a:lnTo>
                    <a:pt x="410087" y="1102746"/>
                  </a:lnTo>
                  <a:lnTo>
                    <a:pt x="384577" y="1142856"/>
                  </a:lnTo>
                  <a:lnTo>
                    <a:pt x="351117" y="1176311"/>
                  </a:lnTo>
                  <a:lnTo>
                    <a:pt x="311005" y="1201813"/>
                  </a:lnTo>
                  <a:lnTo>
                    <a:pt x="265542" y="1218066"/>
                  </a:lnTo>
                  <a:lnTo>
                    <a:pt x="216026" y="1223772"/>
                  </a:lnTo>
                  <a:lnTo>
                    <a:pt x="166511" y="1218066"/>
                  </a:lnTo>
                  <a:lnTo>
                    <a:pt x="121048" y="1201813"/>
                  </a:lnTo>
                  <a:lnTo>
                    <a:pt x="80936" y="1176311"/>
                  </a:lnTo>
                  <a:lnTo>
                    <a:pt x="47476" y="1142856"/>
                  </a:lnTo>
                  <a:lnTo>
                    <a:pt x="21966" y="1102746"/>
                  </a:lnTo>
                  <a:lnTo>
                    <a:pt x="5708" y="1057276"/>
                  </a:lnTo>
                  <a:lnTo>
                    <a:pt x="0" y="1007744"/>
                  </a:lnTo>
                  <a:close/>
                </a:path>
                <a:path w="2265679" h="1224279">
                  <a:moveTo>
                    <a:pt x="1833372" y="216026"/>
                  </a:moveTo>
                  <a:lnTo>
                    <a:pt x="1839080" y="166511"/>
                  </a:lnTo>
                  <a:lnTo>
                    <a:pt x="1855338" y="121048"/>
                  </a:lnTo>
                  <a:lnTo>
                    <a:pt x="1880848" y="80936"/>
                  </a:lnTo>
                  <a:lnTo>
                    <a:pt x="1914308" y="47476"/>
                  </a:lnTo>
                  <a:lnTo>
                    <a:pt x="1954420" y="21966"/>
                  </a:lnTo>
                  <a:lnTo>
                    <a:pt x="1999883" y="5708"/>
                  </a:lnTo>
                  <a:lnTo>
                    <a:pt x="2049399" y="0"/>
                  </a:lnTo>
                  <a:lnTo>
                    <a:pt x="2098914" y="5708"/>
                  </a:lnTo>
                  <a:lnTo>
                    <a:pt x="2144377" y="21966"/>
                  </a:lnTo>
                  <a:lnTo>
                    <a:pt x="2184489" y="47476"/>
                  </a:lnTo>
                  <a:lnTo>
                    <a:pt x="2217949" y="80936"/>
                  </a:lnTo>
                  <a:lnTo>
                    <a:pt x="2243459" y="121048"/>
                  </a:lnTo>
                  <a:lnTo>
                    <a:pt x="2259717" y="166511"/>
                  </a:lnTo>
                  <a:lnTo>
                    <a:pt x="2265426" y="216026"/>
                  </a:lnTo>
                  <a:lnTo>
                    <a:pt x="2259717" y="265542"/>
                  </a:lnTo>
                  <a:lnTo>
                    <a:pt x="2243459" y="311005"/>
                  </a:lnTo>
                  <a:lnTo>
                    <a:pt x="2217949" y="351117"/>
                  </a:lnTo>
                  <a:lnTo>
                    <a:pt x="2184489" y="384577"/>
                  </a:lnTo>
                  <a:lnTo>
                    <a:pt x="2144377" y="410087"/>
                  </a:lnTo>
                  <a:lnTo>
                    <a:pt x="2098914" y="426345"/>
                  </a:lnTo>
                  <a:lnTo>
                    <a:pt x="2049399" y="432053"/>
                  </a:lnTo>
                  <a:lnTo>
                    <a:pt x="1999883" y="426345"/>
                  </a:lnTo>
                  <a:lnTo>
                    <a:pt x="1954420" y="410087"/>
                  </a:lnTo>
                  <a:lnTo>
                    <a:pt x="1914308" y="384577"/>
                  </a:lnTo>
                  <a:lnTo>
                    <a:pt x="1880848" y="351117"/>
                  </a:lnTo>
                  <a:lnTo>
                    <a:pt x="1855338" y="311005"/>
                  </a:lnTo>
                  <a:lnTo>
                    <a:pt x="1839080" y="265542"/>
                  </a:lnTo>
                  <a:lnTo>
                    <a:pt x="1833372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037064" y="4809744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028176" y="5556503"/>
            <a:ext cx="470534" cy="470534"/>
            <a:chOff x="9028176" y="5556503"/>
            <a:chExt cx="470534" cy="470534"/>
          </a:xfrm>
        </p:grpSpPr>
        <p:sp>
          <p:nvSpPr>
            <p:cNvPr id="56" name="object 56"/>
            <p:cNvSpPr/>
            <p:nvPr/>
          </p:nvSpPr>
          <p:spPr>
            <a:xfrm>
              <a:off x="9047226" y="557555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5"/>
                  </a:lnTo>
                  <a:lnTo>
                    <a:pt x="121048" y="21958"/>
                  </a:lnTo>
                  <a:lnTo>
                    <a:pt x="80936" y="47460"/>
                  </a:lnTo>
                  <a:lnTo>
                    <a:pt x="47476" y="80915"/>
                  </a:lnTo>
                  <a:lnTo>
                    <a:pt x="21966" y="121025"/>
                  </a:lnTo>
                  <a:lnTo>
                    <a:pt x="5708" y="166495"/>
                  </a:lnTo>
                  <a:lnTo>
                    <a:pt x="0" y="216027"/>
                  </a:lnTo>
                  <a:lnTo>
                    <a:pt x="5708" y="265558"/>
                  </a:lnTo>
                  <a:lnTo>
                    <a:pt x="21966" y="311028"/>
                  </a:lnTo>
                  <a:lnTo>
                    <a:pt x="47476" y="351138"/>
                  </a:lnTo>
                  <a:lnTo>
                    <a:pt x="80936" y="384593"/>
                  </a:lnTo>
                  <a:lnTo>
                    <a:pt x="121048" y="410095"/>
                  </a:lnTo>
                  <a:lnTo>
                    <a:pt x="166511" y="426348"/>
                  </a:lnTo>
                  <a:lnTo>
                    <a:pt x="216026" y="432054"/>
                  </a:lnTo>
                  <a:lnTo>
                    <a:pt x="265542" y="426348"/>
                  </a:lnTo>
                  <a:lnTo>
                    <a:pt x="311005" y="410095"/>
                  </a:lnTo>
                  <a:lnTo>
                    <a:pt x="351117" y="384593"/>
                  </a:lnTo>
                  <a:lnTo>
                    <a:pt x="384577" y="351138"/>
                  </a:lnTo>
                  <a:lnTo>
                    <a:pt x="410087" y="311028"/>
                  </a:lnTo>
                  <a:lnTo>
                    <a:pt x="426345" y="265558"/>
                  </a:lnTo>
                  <a:lnTo>
                    <a:pt x="432053" y="216027"/>
                  </a:lnTo>
                  <a:lnTo>
                    <a:pt x="426345" y="166495"/>
                  </a:lnTo>
                  <a:lnTo>
                    <a:pt x="410087" y="121025"/>
                  </a:lnTo>
                  <a:lnTo>
                    <a:pt x="384577" y="80915"/>
                  </a:lnTo>
                  <a:lnTo>
                    <a:pt x="351117" y="47460"/>
                  </a:lnTo>
                  <a:lnTo>
                    <a:pt x="311005" y="21958"/>
                  </a:lnTo>
                  <a:lnTo>
                    <a:pt x="265542" y="5705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047226" y="557555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7"/>
                  </a:moveTo>
                  <a:lnTo>
                    <a:pt x="5708" y="166495"/>
                  </a:lnTo>
                  <a:lnTo>
                    <a:pt x="21966" y="121025"/>
                  </a:lnTo>
                  <a:lnTo>
                    <a:pt x="47476" y="80915"/>
                  </a:lnTo>
                  <a:lnTo>
                    <a:pt x="80936" y="47460"/>
                  </a:lnTo>
                  <a:lnTo>
                    <a:pt x="121048" y="21958"/>
                  </a:lnTo>
                  <a:lnTo>
                    <a:pt x="166511" y="5705"/>
                  </a:lnTo>
                  <a:lnTo>
                    <a:pt x="216026" y="0"/>
                  </a:lnTo>
                  <a:lnTo>
                    <a:pt x="265542" y="5705"/>
                  </a:lnTo>
                  <a:lnTo>
                    <a:pt x="311005" y="21958"/>
                  </a:lnTo>
                  <a:lnTo>
                    <a:pt x="351117" y="47460"/>
                  </a:lnTo>
                  <a:lnTo>
                    <a:pt x="384577" y="80915"/>
                  </a:lnTo>
                  <a:lnTo>
                    <a:pt x="410087" y="121025"/>
                  </a:lnTo>
                  <a:lnTo>
                    <a:pt x="426345" y="166495"/>
                  </a:lnTo>
                  <a:lnTo>
                    <a:pt x="432053" y="216027"/>
                  </a:lnTo>
                  <a:lnTo>
                    <a:pt x="426345" y="265558"/>
                  </a:lnTo>
                  <a:lnTo>
                    <a:pt x="410087" y="311028"/>
                  </a:lnTo>
                  <a:lnTo>
                    <a:pt x="384577" y="351138"/>
                  </a:lnTo>
                  <a:lnTo>
                    <a:pt x="351117" y="384593"/>
                  </a:lnTo>
                  <a:lnTo>
                    <a:pt x="311005" y="410095"/>
                  </a:lnTo>
                  <a:lnTo>
                    <a:pt x="265542" y="426348"/>
                  </a:lnTo>
                  <a:lnTo>
                    <a:pt x="216026" y="432054"/>
                  </a:lnTo>
                  <a:lnTo>
                    <a:pt x="166511" y="426348"/>
                  </a:lnTo>
                  <a:lnTo>
                    <a:pt x="121048" y="410095"/>
                  </a:lnTo>
                  <a:lnTo>
                    <a:pt x="80936" y="384593"/>
                  </a:lnTo>
                  <a:lnTo>
                    <a:pt x="47476" y="351138"/>
                  </a:lnTo>
                  <a:lnTo>
                    <a:pt x="21966" y="311028"/>
                  </a:lnTo>
                  <a:lnTo>
                    <a:pt x="5708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384795" y="5601970"/>
            <a:ext cx="394017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  <a:tabLst>
                <a:tab pos="1808480" algn="l"/>
              </a:tabLst>
            </a:pP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b="1" spc="-50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深度优先搜索：勇往直前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267700" y="3896995"/>
            <a:ext cx="1718310" cy="2078989"/>
            <a:chOff x="8267700" y="3896995"/>
            <a:chExt cx="1718310" cy="2078989"/>
          </a:xfrm>
        </p:grpSpPr>
        <p:sp>
          <p:nvSpPr>
            <p:cNvPr id="60" name="object 60"/>
            <p:cNvSpPr/>
            <p:nvPr/>
          </p:nvSpPr>
          <p:spPr>
            <a:xfrm>
              <a:off x="8286750" y="4355592"/>
              <a:ext cx="1680210" cy="1220470"/>
            </a:xfrm>
            <a:custGeom>
              <a:avLst/>
              <a:gdLst/>
              <a:ahLst/>
              <a:cxnLst/>
              <a:rect l="l" t="t" r="r" b="b"/>
              <a:pathLst>
                <a:path w="1680209" h="1220470">
                  <a:moveTo>
                    <a:pt x="1013078" y="0"/>
                  </a:moveTo>
                  <a:lnTo>
                    <a:pt x="672083" y="485139"/>
                  </a:lnTo>
                </a:path>
                <a:path w="1680209" h="1220470">
                  <a:moveTo>
                    <a:pt x="366775" y="790955"/>
                  </a:moveTo>
                  <a:lnTo>
                    <a:pt x="0" y="1220088"/>
                  </a:lnTo>
                </a:path>
                <a:path w="1680209" h="1220470">
                  <a:moveTo>
                    <a:pt x="672083" y="790955"/>
                  </a:moveTo>
                  <a:lnTo>
                    <a:pt x="976756" y="1220088"/>
                  </a:lnTo>
                </a:path>
                <a:path w="1680209" h="1220470">
                  <a:moveTo>
                    <a:pt x="1318259" y="0"/>
                  </a:moveTo>
                  <a:lnTo>
                    <a:pt x="1679702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382127" y="3896994"/>
              <a:ext cx="680720" cy="2078989"/>
            </a:xfrm>
            <a:custGeom>
              <a:avLst/>
              <a:gdLst/>
              <a:ahLst/>
              <a:cxnLst/>
              <a:rect l="l" t="t" r="r" b="b"/>
              <a:pathLst>
                <a:path w="680720" h="2078989">
                  <a:moveTo>
                    <a:pt x="658622" y="2078456"/>
                  </a:moveTo>
                  <a:lnTo>
                    <a:pt x="646201" y="2014575"/>
                  </a:lnTo>
                  <a:lnTo>
                    <a:pt x="634238" y="1953006"/>
                  </a:lnTo>
                  <a:lnTo>
                    <a:pt x="603961" y="1976272"/>
                  </a:lnTo>
                  <a:lnTo>
                    <a:pt x="30226" y="1230376"/>
                  </a:lnTo>
                  <a:lnTo>
                    <a:pt x="0" y="1253490"/>
                  </a:lnTo>
                  <a:lnTo>
                    <a:pt x="573824" y="1999449"/>
                  </a:lnTo>
                  <a:lnTo>
                    <a:pt x="543560" y="2022703"/>
                  </a:lnTo>
                  <a:lnTo>
                    <a:pt x="658622" y="2078456"/>
                  </a:lnTo>
                  <a:close/>
                </a:path>
                <a:path w="680720" h="2078989">
                  <a:moveTo>
                    <a:pt x="680212" y="24130"/>
                  </a:moveTo>
                  <a:lnTo>
                    <a:pt x="650748" y="0"/>
                  </a:lnTo>
                  <a:lnTo>
                    <a:pt x="81902" y="694944"/>
                  </a:lnTo>
                  <a:lnTo>
                    <a:pt x="52451" y="670814"/>
                  </a:lnTo>
                  <a:lnTo>
                    <a:pt x="24257" y="795401"/>
                  </a:lnTo>
                  <a:lnTo>
                    <a:pt x="140843" y="743204"/>
                  </a:lnTo>
                  <a:lnTo>
                    <a:pt x="129362" y="733806"/>
                  </a:lnTo>
                  <a:lnTo>
                    <a:pt x="111366" y="719074"/>
                  </a:lnTo>
                  <a:lnTo>
                    <a:pt x="680212" y="24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930" y="1252189"/>
            <a:ext cx="17919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算法应用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4824" y="-122905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图的搜索算</a:t>
            </a:r>
            <a:r>
              <a:rPr spc="-50" dirty="0"/>
              <a:t>法</a:t>
            </a:r>
          </a:p>
        </p:txBody>
      </p:sp>
      <p:sp>
        <p:nvSpPr>
          <p:cNvPr id="4" name="object 4"/>
          <p:cNvSpPr/>
          <p:nvPr/>
        </p:nvSpPr>
        <p:spPr>
          <a:xfrm>
            <a:off x="1144524" y="6176009"/>
            <a:ext cx="4667250" cy="623570"/>
          </a:xfrm>
          <a:custGeom>
            <a:avLst/>
            <a:gdLst/>
            <a:ahLst/>
            <a:cxnLst/>
            <a:rect l="l" t="t" r="r" b="b"/>
            <a:pathLst>
              <a:path w="4667250" h="623570">
                <a:moveTo>
                  <a:pt x="4667250" y="0"/>
                </a:moveTo>
                <a:lnTo>
                  <a:pt x="0" y="0"/>
                </a:lnTo>
                <a:lnTo>
                  <a:pt x="0" y="623315"/>
                </a:lnTo>
                <a:lnTo>
                  <a:pt x="4667250" y="623315"/>
                </a:lnTo>
                <a:lnTo>
                  <a:pt x="46672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97505" y="6225540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广度优先搜索</a:t>
            </a:r>
            <a:endParaRPr sz="2800">
              <a:latin typeface="宋体"/>
              <a:cs typeface="宋体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134" y="2676114"/>
            <a:ext cx="3235372" cy="13166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42338" y="4228992"/>
            <a:ext cx="2811145" cy="4432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476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95"/>
              </a:spcBef>
            </a:pPr>
            <a:r>
              <a:rPr sz="2200" spc="-10" dirty="0">
                <a:solidFill>
                  <a:srgbClr val="FFFFFF"/>
                </a:solidFill>
                <a:latin typeface="宋体"/>
                <a:cs typeface="宋体"/>
              </a:rPr>
              <a:t>无权图的最短路径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945" y="1267332"/>
            <a:ext cx="17919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>
                <a:latin typeface="宋体"/>
                <a:cs typeface="宋体"/>
              </a:rPr>
              <a:t>算法应用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5094" y="-51689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图的搜索算</a:t>
            </a:r>
            <a:r>
              <a:rPr spc="-50" dirty="0"/>
              <a:t>法</a:t>
            </a:r>
          </a:p>
        </p:txBody>
      </p:sp>
      <p:sp>
        <p:nvSpPr>
          <p:cNvPr id="4" name="object 4"/>
          <p:cNvSpPr/>
          <p:nvPr/>
        </p:nvSpPr>
        <p:spPr>
          <a:xfrm>
            <a:off x="1144524" y="6176009"/>
            <a:ext cx="4667250" cy="623570"/>
          </a:xfrm>
          <a:custGeom>
            <a:avLst/>
            <a:gdLst/>
            <a:ahLst/>
            <a:cxnLst/>
            <a:rect l="l" t="t" r="r" b="b"/>
            <a:pathLst>
              <a:path w="4667250" h="623570">
                <a:moveTo>
                  <a:pt x="4667250" y="0"/>
                </a:moveTo>
                <a:lnTo>
                  <a:pt x="0" y="0"/>
                </a:lnTo>
                <a:lnTo>
                  <a:pt x="0" y="623315"/>
                </a:lnTo>
                <a:lnTo>
                  <a:pt x="4667250" y="623315"/>
                </a:lnTo>
                <a:lnTo>
                  <a:pt x="46672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97505" y="6225540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广度优先搜索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1068" y="6176009"/>
            <a:ext cx="4666615" cy="623570"/>
          </a:xfrm>
          <a:custGeom>
            <a:avLst/>
            <a:gdLst/>
            <a:ahLst/>
            <a:cxnLst/>
            <a:rect l="l" t="t" r="r" b="b"/>
            <a:pathLst>
              <a:path w="4666615" h="623570">
                <a:moveTo>
                  <a:pt x="4666487" y="0"/>
                </a:moveTo>
                <a:lnTo>
                  <a:pt x="0" y="0"/>
                </a:lnTo>
                <a:lnTo>
                  <a:pt x="0" y="623315"/>
                </a:lnTo>
                <a:lnTo>
                  <a:pt x="4666487" y="623315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74050" y="6225540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深度优先搜索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7111" y="5449061"/>
            <a:ext cx="2493645" cy="448309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222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75"/>
              </a:spcBef>
            </a:pPr>
            <a:r>
              <a:rPr sz="2200" spc="-10" dirty="0">
                <a:solidFill>
                  <a:srgbClr val="FFFFFF"/>
                </a:solidFill>
                <a:latin typeface="宋体"/>
                <a:cs typeface="宋体"/>
              </a:rPr>
              <a:t>环路的存在性判断</a:t>
            </a:r>
            <a:endParaRPr sz="2200">
              <a:latin typeface="宋体"/>
              <a:cs typeface="宋体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078" y="3791711"/>
            <a:ext cx="1514094" cy="14455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61956" y="3790188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93757" y="430885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32340" y="485851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30661" y="417652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0661" y="477113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66276" y="2865882"/>
            <a:ext cx="2155825" cy="4476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159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2200" spc="-10" dirty="0">
                <a:solidFill>
                  <a:srgbClr val="FFFFFF"/>
                </a:solidFill>
                <a:latin typeface="宋体"/>
                <a:cs typeface="宋体"/>
              </a:rPr>
              <a:t>强连通分量</a:t>
            </a:r>
            <a:endParaRPr sz="2200">
              <a:latin typeface="宋体"/>
              <a:cs typeface="宋体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2356" y="837438"/>
            <a:ext cx="3923538" cy="199682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791702" y="906017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95385" y="149682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36380" y="1590040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31476" y="853186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50957" y="177926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62335" y="1301749"/>
            <a:ext cx="14319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  <a:tab pos="1278255" algn="l"/>
              </a:tabLst>
            </a:pPr>
            <a:r>
              <a:rPr sz="2200" b="1" spc="-50" dirty="0">
                <a:latin typeface="Times New Roman"/>
                <a:cs typeface="Times New Roman"/>
              </a:rPr>
              <a:t>1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25" dirty="0">
                <a:latin typeface="Times New Roman"/>
                <a:cs typeface="Times New Roman"/>
              </a:rPr>
              <a:t>10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50" dirty="0">
                <a:latin typeface="Times New Roman"/>
                <a:cs typeface="Times New Roman"/>
              </a:rPr>
              <a:t>8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42700" y="1996948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9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7426" y="220979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7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1134" y="2741428"/>
            <a:ext cx="3235372" cy="1316657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942338" y="4294306"/>
            <a:ext cx="2811145" cy="4432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476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95"/>
              </a:spcBef>
            </a:pPr>
            <a:r>
              <a:rPr sz="2200" spc="-10" dirty="0">
                <a:solidFill>
                  <a:srgbClr val="FFFFFF"/>
                </a:solidFill>
                <a:latin typeface="宋体"/>
                <a:cs typeface="宋体"/>
              </a:rPr>
              <a:t>无权图的最短路径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76478"/>
            <a:ext cx="2147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最小生成树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0846" y="48414"/>
            <a:ext cx="459754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贪心策略的算</a:t>
            </a:r>
            <a:r>
              <a:rPr spc="-50" dirty="0"/>
              <a:t>法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35583" y="3263646"/>
          <a:ext cx="10440034" cy="337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2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400" b="1" spc="-15" dirty="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通用框架</a:t>
                      </a:r>
                      <a:endParaRPr sz="2400">
                        <a:latin typeface="Microsoft JhengHei"/>
                        <a:cs typeface="Microsoft JhengHei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</a:t>
                      </a:r>
                      <a:r>
                        <a:rPr sz="2400" spc="-2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算法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Kruskal</a:t>
                      </a:r>
                      <a:r>
                        <a:rPr sz="2400" spc="-2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算法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5" dirty="0">
                          <a:latin typeface="宋体"/>
                          <a:cs typeface="宋体"/>
                        </a:rPr>
                        <a:t>成环判断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5" dirty="0">
                          <a:latin typeface="宋体"/>
                          <a:cs typeface="宋体"/>
                        </a:rPr>
                        <a:t>始终保持一棵树，不断扩展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5" dirty="0">
                          <a:latin typeface="宋体"/>
                          <a:cs typeface="宋体"/>
                        </a:rPr>
                        <a:t>森林合成一棵树，不相交集合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5" dirty="0">
                          <a:latin typeface="宋体"/>
                          <a:cs typeface="宋体"/>
                        </a:rPr>
                        <a:t>轻边发现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5" dirty="0">
                          <a:latin typeface="宋体"/>
                          <a:cs typeface="宋体"/>
                        </a:rPr>
                        <a:t>优先队列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0" dirty="0">
                          <a:latin typeface="宋体"/>
                          <a:cs typeface="宋体"/>
                        </a:rPr>
                        <a:t>全部边排序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5" dirty="0">
                          <a:latin typeface="宋体"/>
                          <a:cs typeface="宋体"/>
                        </a:rPr>
                        <a:t>求解视角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5" dirty="0">
                          <a:latin typeface="宋体"/>
                          <a:cs typeface="宋体"/>
                        </a:rPr>
                        <a:t>微观视角，基于当前点选边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5" dirty="0">
                          <a:latin typeface="宋体"/>
                          <a:cs typeface="宋体"/>
                        </a:rPr>
                        <a:t>宏观视角，基于全局顺序选边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15" dirty="0">
                          <a:latin typeface="宋体"/>
                          <a:cs typeface="宋体"/>
                        </a:rPr>
                        <a:t>算法思想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200" spc="-5" dirty="0">
                          <a:latin typeface="宋体"/>
                          <a:cs typeface="宋体"/>
                        </a:rPr>
                        <a:t>都是采用贪心策略的图算法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174496" y="1285747"/>
            <a:ext cx="4425950" cy="1873250"/>
            <a:chOff x="1174496" y="1285747"/>
            <a:chExt cx="4425950" cy="18732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2638" y="1355304"/>
              <a:ext cx="3502246" cy="17455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0846" y="1292097"/>
              <a:ext cx="4413250" cy="1860550"/>
            </a:xfrm>
            <a:custGeom>
              <a:avLst/>
              <a:gdLst/>
              <a:ahLst/>
              <a:cxnLst/>
              <a:rect l="l" t="t" r="r" b="b"/>
              <a:pathLst>
                <a:path w="4413250" h="1860550">
                  <a:moveTo>
                    <a:pt x="0" y="1860550"/>
                  </a:moveTo>
                  <a:lnTo>
                    <a:pt x="4413250" y="1860550"/>
                  </a:lnTo>
                  <a:lnTo>
                    <a:pt x="4413250" y="0"/>
                  </a:lnTo>
                  <a:lnTo>
                    <a:pt x="0" y="0"/>
                  </a:lnTo>
                  <a:lnTo>
                    <a:pt x="0" y="18605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148" y="230878"/>
            <a:ext cx="555697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贪心策略的算</a:t>
            </a:r>
            <a:r>
              <a:rPr spc="-50" dirty="0"/>
              <a:t>法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23060"/>
              </p:ext>
            </p:extLst>
          </p:nvPr>
        </p:nvGraphicFramePr>
        <p:xfrm>
          <a:off x="753681" y="1919751"/>
          <a:ext cx="10671809" cy="379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广度优先搜索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82169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Dijkstra</a:t>
                      </a:r>
                      <a:r>
                        <a:rPr sz="2400" spc="-25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算法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Bellman-Ford</a:t>
                      </a:r>
                      <a:r>
                        <a:rPr sz="2400" spc="-3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算</a:t>
                      </a:r>
                      <a:r>
                        <a:rPr sz="2400" spc="-50" dirty="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法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spc="-15" dirty="0">
                          <a:latin typeface="宋体"/>
                          <a:cs typeface="宋体"/>
                        </a:rPr>
                        <a:t>适用范围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无权图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带权图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（所有边权为正</a:t>
                      </a:r>
                      <a:r>
                        <a:rPr sz="2400" spc="-50" dirty="0">
                          <a:latin typeface="宋体"/>
                          <a:cs typeface="宋体"/>
                        </a:rPr>
                        <a:t>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带权图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315"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-15" dirty="0">
                          <a:latin typeface="宋体"/>
                          <a:cs typeface="宋体"/>
                        </a:rPr>
                        <a:t>松弛次数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200" dirty="0">
                          <a:latin typeface="宋体"/>
                          <a:cs typeface="宋体"/>
                        </a:rPr>
                        <a:t>-</a:t>
                      </a:r>
                      <a:r>
                        <a:rPr sz="2400" spc="150" dirty="0">
                          <a:latin typeface="宋体"/>
                          <a:cs typeface="宋体"/>
                        </a:rPr>
                        <a:t>-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|𝑬|</a:t>
                      </a:r>
                      <a:r>
                        <a:rPr sz="2400" spc="-50" dirty="0">
                          <a:latin typeface="宋体"/>
                          <a:cs typeface="宋体"/>
                        </a:rPr>
                        <a:t>次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47725">
                        <a:lnSpc>
                          <a:spcPct val="100000"/>
                        </a:lnSpc>
                        <a:spcBef>
                          <a:spcPts val="1230"/>
                        </a:spcBef>
                        <a:tabLst>
                          <a:tab pos="1210310" algn="l"/>
                        </a:tabLst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𝑽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	⋅ |𝑬|</a:t>
                      </a:r>
                      <a:r>
                        <a:rPr sz="2400" spc="-50" dirty="0">
                          <a:latin typeface="宋体"/>
                          <a:cs typeface="宋体"/>
                        </a:rPr>
                        <a:t>次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-15" dirty="0">
                          <a:latin typeface="宋体"/>
                          <a:cs typeface="宋体"/>
                        </a:rPr>
                        <a:t>数据结构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队列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585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-15" dirty="0">
                          <a:latin typeface="宋体"/>
                          <a:cs typeface="宋体"/>
                        </a:rPr>
                        <a:t>优先队列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200" dirty="0">
                          <a:latin typeface="宋体"/>
                          <a:cs typeface="宋体"/>
                        </a:rPr>
                        <a:t>-</a:t>
                      </a:r>
                      <a:r>
                        <a:rPr sz="2400" spc="150" dirty="0">
                          <a:latin typeface="宋体"/>
                          <a:cs typeface="宋体"/>
                        </a:rPr>
                        <a:t>-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2400" spc="-15" dirty="0">
                          <a:latin typeface="宋体"/>
                          <a:cs typeface="宋体"/>
                        </a:rPr>
                        <a:t>运行时间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𝑶(|𝑽|</a:t>
                      </a:r>
                      <a:r>
                        <a:rPr sz="24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4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20" dirty="0">
                          <a:latin typeface="Cambria Math"/>
                          <a:cs typeface="Cambria Math"/>
                        </a:rPr>
                        <a:t>|𝑬|)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5468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𝑶(|𝑬|</a:t>
                      </a:r>
                      <a:r>
                        <a:rPr sz="24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⋅ </a:t>
                      </a:r>
                      <a:r>
                        <a:rPr sz="2400" spc="-10" dirty="0">
                          <a:latin typeface="Cambria Math"/>
                          <a:cs typeface="Cambria Math"/>
                        </a:rPr>
                        <a:t>𝐥𝐨𝐠|𝑽|)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4045">
                        <a:lnSpc>
                          <a:spcPct val="100000"/>
                        </a:lnSpc>
                        <a:spcBef>
                          <a:spcPts val="1235"/>
                        </a:spcBef>
                        <a:tabLst>
                          <a:tab pos="1425575" algn="l"/>
                        </a:tabLst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𝑶(</a:t>
                      </a:r>
                      <a:r>
                        <a:rPr sz="2400" spc="2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50" dirty="0">
                          <a:latin typeface="Cambria Math"/>
                          <a:cs typeface="Cambria Math"/>
                        </a:rPr>
                        <a:t>𝑬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	⋅</a:t>
                      </a:r>
                      <a:r>
                        <a:rPr sz="24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20" dirty="0">
                          <a:latin typeface="Cambria Math"/>
                          <a:cs typeface="Cambria Math"/>
                        </a:rPr>
                        <a:t>|𝑽|)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156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700768" y="3727215"/>
            <a:ext cx="23495" cy="276860"/>
          </a:xfrm>
          <a:custGeom>
            <a:avLst/>
            <a:gdLst/>
            <a:ahLst/>
            <a:cxnLst/>
            <a:rect l="l" t="t" r="r" b="b"/>
            <a:pathLst>
              <a:path w="23495" h="276860">
                <a:moveTo>
                  <a:pt x="22986" y="0"/>
                </a:moveTo>
                <a:lnTo>
                  <a:pt x="0" y="0"/>
                </a:lnTo>
                <a:lnTo>
                  <a:pt x="0" y="276860"/>
                </a:lnTo>
                <a:lnTo>
                  <a:pt x="22986" y="276860"/>
                </a:lnTo>
                <a:lnTo>
                  <a:pt x="229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05873" y="3727215"/>
            <a:ext cx="23495" cy="276860"/>
          </a:xfrm>
          <a:custGeom>
            <a:avLst/>
            <a:gdLst/>
            <a:ahLst/>
            <a:cxnLst/>
            <a:rect l="l" t="t" r="r" b="b"/>
            <a:pathLst>
              <a:path w="23495" h="276860">
                <a:moveTo>
                  <a:pt x="22986" y="0"/>
                </a:moveTo>
                <a:lnTo>
                  <a:pt x="0" y="0"/>
                </a:lnTo>
                <a:lnTo>
                  <a:pt x="0" y="276860"/>
                </a:lnTo>
                <a:lnTo>
                  <a:pt x="22986" y="276860"/>
                </a:lnTo>
                <a:lnTo>
                  <a:pt x="229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16794" y="5211719"/>
            <a:ext cx="22860" cy="276860"/>
          </a:xfrm>
          <a:custGeom>
            <a:avLst/>
            <a:gdLst/>
            <a:ahLst/>
            <a:cxnLst/>
            <a:rect l="l" t="t" r="r" b="b"/>
            <a:pathLst>
              <a:path w="22859" h="276860">
                <a:moveTo>
                  <a:pt x="22859" y="0"/>
                </a:moveTo>
                <a:lnTo>
                  <a:pt x="0" y="0"/>
                </a:lnTo>
                <a:lnTo>
                  <a:pt x="0" y="276859"/>
                </a:lnTo>
                <a:lnTo>
                  <a:pt x="22859" y="276859"/>
                </a:lnTo>
                <a:lnTo>
                  <a:pt x="22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20377" y="5211719"/>
            <a:ext cx="22860" cy="276860"/>
          </a:xfrm>
          <a:custGeom>
            <a:avLst/>
            <a:gdLst/>
            <a:ahLst/>
            <a:cxnLst/>
            <a:rect l="l" t="t" r="r" b="b"/>
            <a:pathLst>
              <a:path w="22859" h="276860">
                <a:moveTo>
                  <a:pt x="22859" y="0"/>
                </a:moveTo>
                <a:lnTo>
                  <a:pt x="0" y="0"/>
                </a:lnTo>
                <a:lnTo>
                  <a:pt x="0" y="276859"/>
                </a:lnTo>
                <a:lnTo>
                  <a:pt x="22859" y="276859"/>
                </a:lnTo>
                <a:lnTo>
                  <a:pt x="22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3681" y="1246745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单源最短路径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24109</TotalTime>
  <Words>6697</Words>
  <Application>Microsoft Macintosh PowerPoint</Application>
  <PresentationFormat>宽屏</PresentationFormat>
  <Paragraphs>3402</Paragraphs>
  <Slides>130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130</vt:i4>
      </vt:variant>
    </vt:vector>
  </HeadingPairs>
  <TitlesOfParts>
    <vt:vector size="143" baseType="lpstr">
      <vt:lpstr>等线</vt:lpstr>
      <vt:lpstr>等线 Light</vt:lpstr>
      <vt:lpstr>方正大标宋简体</vt:lpstr>
      <vt:lpstr>方正清刻本悦宋简体</vt:lpstr>
      <vt:lpstr>SimSun</vt:lpstr>
      <vt:lpstr>SimSun</vt:lpstr>
      <vt:lpstr>Microsoft JhengHei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问题背景</vt:lpstr>
      <vt:lpstr>问题背景</vt:lpstr>
      <vt:lpstr>问题定义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PowerPoint 演示文稿</vt:lpstr>
      <vt:lpstr>PowerPoint 演示文稿</vt:lpstr>
      <vt:lpstr>伪代码</vt:lpstr>
      <vt:lpstr>伪代码</vt:lpstr>
      <vt:lpstr>伪代码</vt:lpstr>
      <vt:lpstr>伪代码</vt:lpstr>
      <vt:lpstr>伪代码</vt:lpstr>
      <vt:lpstr>伪代码</vt:lpstr>
      <vt:lpstr>PowerPoint 演示文稿</vt:lpstr>
      <vt:lpstr>PowerPoint 演示文稿</vt:lpstr>
      <vt:lpstr>PowerPoint 演示文稿</vt:lpstr>
      <vt:lpstr>PowerPoint 演示文稿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问题背景</vt:lpstr>
      <vt:lpstr>问题定义</vt:lpstr>
      <vt:lpstr>问题定义</vt:lpstr>
      <vt:lpstr>问题定义</vt:lpstr>
      <vt:lpstr>问题定义</vt:lpstr>
      <vt:lpstr>算法思想</vt:lpstr>
      <vt:lpstr>算法思想</vt:lpstr>
      <vt:lpstr>算法思想</vt:lpstr>
      <vt:lpstr>算法思想</vt:lpstr>
      <vt:lpstr>算法思想</vt:lpstr>
      <vt:lpstr>算法思想</vt:lpstr>
      <vt:lpstr>算法实例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伪代码</vt:lpstr>
      <vt:lpstr>PowerPoint 演示文稿</vt:lpstr>
      <vt:lpstr>伪代码</vt:lpstr>
      <vt:lpstr>伪代码</vt:lpstr>
      <vt:lpstr>伪代码</vt:lpstr>
      <vt:lpstr>伪代码</vt:lpstr>
      <vt:lpstr>PowerPoint 演示文稿</vt:lpstr>
      <vt:lpstr>图的背景</vt:lpstr>
      <vt:lpstr>图的背景</vt:lpstr>
      <vt:lpstr>图的背景</vt:lpstr>
      <vt:lpstr>图的定义</vt:lpstr>
      <vt:lpstr>图的概念与表示</vt:lpstr>
      <vt:lpstr>图的搜索算法</vt:lpstr>
      <vt:lpstr>图的搜索算法</vt:lpstr>
      <vt:lpstr>图的搜索算法</vt:lpstr>
      <vt:lpstr>图的搜索算法</vt:lpstr>
      <vt:lpstr>贪心策略的算法</vt:lpstr>
      <vt:lpstr>贪心策略的算法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1138</cp:revision>
  <dcterms:created xsi:type="dcterms:W3CDTF">2022-08-31T02:13:47Z</dcterms:created>
  <dcterms:modified xsi:type="dcterms:W3CDTF">2023-06-19T02:39:33Z</dcterms:modified>
</cp:coreProperties>
</file>