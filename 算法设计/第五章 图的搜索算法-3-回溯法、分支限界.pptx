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395" r:id="rId2"/>
    <p:sldId id="259" r:id="rId3"/>
    <p:sldId id="258" r:id="rId4"/>
    <p:sldId id="413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5" r:id="rId14"/>
    <p:sldId id="404" r:id="rId15"/>
    <p:sldId id="362" r:id="rId16"/>
    <p:sldId id="364" r:id="rId17"/>
    <p:sldId id="363" r:id="rId18"/>
    <p:sldId id="365" r:id="rId19"/>
    <p:sldId id="366" r:id="rId20"/>
    <p:sldId id="406" r:id="rId21"/>
    <p:sldId id="407" r:id="rId22"/>
    <p:sldId id="408" r:id="rId23"/>
    <p:sldId id="409" r:id="rId24"/>
    <p:sldId id="410" r:id="rId25"/>
    <p:sldId id="412" r:id="rId26"/>
    <p:sldId id="41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52"/>
    <p:restoredTop sz="85631"/>
  </p:normalViewPr>
  <p:slideViewPr>
    <p:cSldViewPr snapToGrid="0" snapToObjects="1">
      <p:cViewPr varScale="1">
        <p:scale>
          <a:sx n="100" d="100"/>
          <a:sy n="100" d="100"/>
        </p:scale>
        <p:origin x="13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763B8-6B5A-4C5A-9BB4-F6106120264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065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763B8-6B5A-4C5A-9BB4-F6106120264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225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763B8-6B5A-4C5A-9BB4-F6106120264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391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763B8-6B5A-4C5A-9BB4-F6106120264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601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回溯在可行解方面效果还可以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9790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2023/6/12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zh.wikipedia.org/wiki/%E5%90%8E_(%E5%9B%BD%E9%99%85%E8%B1%A1%E6%A3%8B)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05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39482" y="2794468"/>
            <a:ext cx="5711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第五章 图的搜索算法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063" y="995804"/>
            <a:ext cx="7423150" cy="9912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查询最大值：简单循环搜索所有元素，记录最大值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063" y="2824604"/>
            <a:ext cx="11080750" cy="14300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图结构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查询相邻顶点：简单循环搜索各顶点关联的边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查询可达顶点：简单循环搜索，不能找到全部可达顶点！是否存在有效算法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？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4935" y="273413"/>
            <a:ext cx="205524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图的搜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索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55793" y="4268539"/>
            <a:ext cx="4666615" cy="829944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1235"/>
              </a:spcBef>
            </a:pPr>
            <a:r>
              <a:rPr sz="2800" spc="-5">
                <a:latin typeface="PMingLiU"/>
                <a:cs typeface="PMingLiU"/>
              </a:rPr>
              <a:t>按照什么次序搜索顶点？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5793" y="5157794"/>
            <a:ext cx="4666615" cy="82931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164465" rIns="0" bIns="0" rtlCol="0">
            <a:spAutoFit/>
          </a:bodyPr>
          <a:lstStyle/>
          <a:p>
            <a:pPr marL="1264920">
              <a:lnSpc>
                <a:spcPct val="100000"/>
              </a:lnSpc>
              <a:spcBef>
                <a:spcPts val="1295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广度优先搜索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55793" y="6046286"/>
            <a:ext cx="4666615" cy="829944"/>
          </a:xfrm>
          <a:custGeom>
            <a:avLst/>
            <a:gdLst/>
            <a:ahLst/>
            <a:cxnLst/>
            <a:rect l="l" t="t" r="r" b="b"/>
            <a:pathLst>
              <a:path w="4666615" h="829944">
                <a:moveTo>
                  <a:pt x="4666487" y="0"/>
                </a:moveTo>
                <a:lnTo>
                  <a:pt x="0" y="0"/>
                </a:lnTo>
                <a:lnTo>
                  <a:pt x="0" y="829818"/>
                </a:lnTo>
                <a:lnTo>
                  <a:pt x="4666487" y="829818"/>
                </a:lnTo>
                <a:lnTo>
                  <a:pt x="466648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08285" y="6198384"/>
            <a:ext cx="21609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FFFF"/>
                </a:solidFill>
                <a:latin typeface="PMingLiU"/>
                <a:cs typeface="PMingLiU"/>
              </a:rPr>
              <a:t>深度优先搜索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33661"/>
              </p:ext>
            </p:extLst>
          </p:nvPr>
        </p:nvGraphicFramePr>
        <p:xfrm>
          <a:off x="4489712" y="1953796"/>
          <a:ext cx="3349621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35"/>
                        </a:lnSpc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spc="15">
                          <a:latin typeface="Cambria Math"/>
                          <a:cs typeface="Cambria Math"/>
                        </a:rPr>
                        <a:t>𝐴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78105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967151" y="3237830"/>
            <a:ext cx="2891790" cy="114300"/>
            <a:chOff x="4932426" y="2925314"/>
            <a:chExt cx="2891790" cy="114300"/>
          </a:xfrm>
        </p:grpSpPr>
        <p:sp>
          <p:nvSpPr>
            <p:cNvPr id="11" name="object 11"/>
            <p:cNvSpPr/>
            <p:nvPr/>
          </p:nvSpPr>
          <p:spPr>
            <a:xfrm>
              <a:off x="4932426" y="2982468"/>
              <a:ext cx="2796540" cy="0"/>
            </a:xfrm>
            <a:custGeom>
              <a:avLst/>
              <a:gdLst/>
              <a:ahLst/>
              <a:cxnLst/>
              <a:rect l="l" t="t" r="r" b="b"/>
              <a:pathLst>
                <a:path w="2796540">
                  <a:moveTo>
                    <a:pt x="0" y="0"/>
                  </a:moveTo>
                  <a:lnTo>
                    <a:pt x="279623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09610" y="292531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696640" y="5222844"/>
            <a:ext cx="634365" cy="635000"/>
            <a:chOff x="4661915" y="4910328"/>
            <a:chExt cx="634365" cy="635000"/>
          </a:xfrm>
        </p:grpSpPr>
        <p:sp>
          <p:nvSpPr>
            <p:cNvPr id="14" name="object 14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13" y="3904"/>
                  </a:lnTo>
                  <a:lnTo>
                    <a:pt x="203767" y="15208"/>
                  </a:lnTo>
                  <a:lnTo>
                    <a:pt x="161018" y="33298"/>
                  </a:lnTo>
                  <a:lnTo>
                    <a:pt x="121979" y="57559"/>
                  </a:lnTo>
                  <a:lnTo>
                    <a:pt x="87263" y="87377"/>
                  </a:lnTo>
                  <a:lnTo>
                    <a:pt x="57484" y="122138"/>
                  </a:lnTo>
                  <a:lnTo>
                    <a:pt x="33254" y="161227"/>
                  </a:lnTo>
                  <a:lnTo>
                    <a:pt x="15188" y="204030"/>
                  </a:lnTo>
                  <a:lnTo>
                    <a:pt x="3899" y="249933"/>
                  </a:lnTo>
                  <a:lnTo>
                    <a:pt x="0" y="298323"/>
                  </a:lnTo>
                  <a:lnTo>
                    <a:pt x="3899" y="346712"/>
                  </a:lnTo>
                  <a:lnTo>
                    <a:pt x="15188" y="392615"/>
                  </a:lnTo>
                  <a:lnTo>
                    <a:pt x="33254" y="435418"/>
                  </a:lnTo>
                  <a:lnTo>
                    <a:pt x="57484" y="474507"/>
                  </a:lnTo>
                  <a:lnTo>
                    <a:pt x="87263" y="509268"/>
                  </a:lnTo>
                  <a:lnTo>
                    <a:pt x="121979" y="539086"/>
                  </a:lnTo>
                  <a:lnTo>
                    <a:pt x="161018" y="563347"/>
                  </a:lnTo>
                  <a:lnTo>
                    <a:pt x="203767" y="581437"/>
                  </a:lnTo>
                  <a:lnTo>
                    <a:pt x="249613" y="592741"/>
                  </a:lnTo>
                  <a:lnTo>
                    <a:pt x="297942" y="596646"/>
                  </a:lnTo>
                  <a:lnTo>
                    <a:pt x="346270" y="592741"/>
                  </a:lnTo>
                  <a:lnTo>
                    <a:pt x="392116" y="581437"/>
                  </a:lnTo>
                  <a:lnTo>
                    <a:pt x="434865" y="563347"/>
                  </a:lnTo>
                  <a:lnTo>
                    <a:pt x="473904" y="539086"/>
                  </a:lnTo>
                  <a:lnTo>
                    <a:pt x="508620" y="509268"/>
                  </a:lnTo>
                  <a:lnTo>
                    <a:pt x="538399" y="474507"/>
                  </a:lnTo>
                  <a:lnTo>
                    <a:pt x="562629" y="435418"/>
                  </a:lnTo>
                  <a:lnTo>
                    <a:pt x="580695" y="392615"/>
                  </a:lnTo>
                  <a:lnTo>
                    <a:pt x="591984" y="346712"/>
                  </a:lnTo>
                  <a:lnTo>
                    <a:pt x="595884" y="298323"/>
                  </a:lnTo>
                  <a:lnTo>
                    <a:pt x="591984" y="249933"/>
                  </a:lnTo>
                  <a:lnTo>
                    <a:pt x="580695" y="204030"/>
                  </a:lnTo>
                  <a:lnTo>
                    <a:pt x="562629" y="161227"/>
                  </a:lnTo>
                  <a:lnTo>
                    <a:pt x="538399" y="122138"/>
                  </a:lnTo>
                  <a:lnTo>
                    <a:pt x="508620" y="87377"/>
                  </a:lnTo>
                  <a:lnTo>
                    <a:pt x="473904" y="57559"/>
                  </a:lnTo>
                  <a:lnTo>
                    <a:pt x="434865" y="33298"/>
                  </a:lnTo>
                  <a:lnTo>
                    <a:pt x="392116" y="15208"/>
                  </a:lnTo>
                  <a:lnTo>
                    <a:pt x="346270" y="3904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0965" y="4929378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9" y="249933"/>
                  </a:lnTo>
                  <a:lnTo>
                    <a:pt x="15188" y="204030"/>
                  </a:lnTo>
                  <a:lnTo>
                    <a:pt x="33254" y="161227"/>
                  </a:lnTo>
                  <a:lnTo>
                    <a:pt x="57484" y="122138"/>
                  </a:lnTo>
                  <a:lnTo>
                    <a:pt x="87263" y="87377"/>
                  </a:lnTo>
                  <a:lnTo>
                    <a:pt x="121979" y="57559"/>
                  </a:lnTo>
                  <a:lnTo>
                    <a:pt x="161018" y="33298"/>
                  </a:lnTo>
                  <a:lnTo>
                    <a:pt x="203767" y="15208"/>
                  </a:lnTo>
                  <a:lnTo>
                    <a:pt x="249613" y="3904"/>
                  </a:lnTo>
                  <a:lnTo>
                    <a:pt x="297942" y="0"/>
                  </a:lnTo>
                  <a:lnTo>
                    <a:pt x="346270" y="3904"/>
                  </a:lnTo>
                  <a:lnTo>
                    <a:pt x="392116" y="15208"/>
                  </a:lnTo>
                  <a:lnTo>
                    <a:pt x="434865" y="33298"/>
                  </a:lnTo>
                  <a:lnTo>
                    <a:pt x="473904" y="57559"/>
                  </a:lnTo>
                  <a:lnTo>
                    <a:pt x="508620" y="87377"/>
                  </a:lnTo>
                  <a:lnTo>
                    <a:pt x="538399" y="122138"/>
                  </a:lnTo>
                  <a:lnTo>
                    <a:pt x="562629" y="161227"/>
                  </a:lnTo>
                  <a:lnTo>
                    <a:pt x="580695" y="204030"/>
                  </a:lnTo>
                  <a:lnTo>
                    <a:pt x="591984" y="249933"/>
                  </a:lnTo>
                  <a:lnTo>
                    <a:pt x="595884" y="298323"/>
                  </a:lnTo>
                  <a:lnTo>
                    <a:pt x="591984" y="346712"/>
                  </a:lnTo>
                  <a:lnTo>
                    <a:pt x="580695" y="392615"/>
                  </a:lnTo>
                  <a:lnTo>
                    <a:pt x="562629" y="435418"/>
                  </a:lnTo>
                  <a:lnTo>
                    <a:pt x="538399" y="474507"/>
                  </a:lnTo>
                  <a:lnTo>
                    <a:pt x="508620" y="509268"/>
                  </a:lnTo>
                  <a:lnTo>
                    <a:pt x="473904" y="539086"/>
                  </a:lnTo>
                  <a:lnTo>
                    <a:pt x="434865" y="563347"/>
                  </a:lnTo>
                  <a:lnTo>
                    <a:pt x="392116" y="581437"/>
                  </a:lnTo>
                  <a:lnTo>
                    <a:pt x="346270" y="592741"/>
                  </a:lnTo>
                  <a:lnTo>
                    <a:pt x="297942" y="596646"/>
                  </a:lnTo>
                  <a:lnTo>
                    <a:pt x="249613" y="592741"/>
                  </a:lnTo>
                  <a:lnTo>
                    <a:pt x="203767" y="581437"/>
                  </a:lnTo>
                  <a:lnTo>
                    <a:pt x="161018" y="563347"/>
                  </a:lnTo>
                  <a:lnTo>
                    <a:pt x="121979" y="539086"/>
                  </a:lnTo>
                  <a:lnTo>
                    <a:pt x="87263" y="509268"/>
                  </a:lnTo>
                  <a:lnTo>
                    <a:pt x="57484" y="474507"/>
                  </a:lnTo>
                  <a:lnTo>
                    <a:pt x="33254" y="435418"/>
                  </a:lnTo>
                  <a:lnTo>
                    <a:pt x="15188" y="392615"/>
                  </a:lnTo>
                  <a:lnTo>
                    <a:pt x="3899" y="346712"/>
                  </a:lnTo>
                  <a:lnTo>
                    <a:pt x="0" y="298323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59764" y="5334005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>
                <a:latin typeface="Cambria Math"/>
                <a:cs typeface="Cambria Math"/>
              </a:rPr>
              <a:t>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15307" y="606333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4">
                <a:moveTo>
                  <a:pt x="0" y="297942"/>
                </a:moveTo>
                <a:lnTo>
                  <a:pt x="3899" y="249613"/>
                </a:lnTo>
                <a:lnTo>
                  <a:pt x="15188" y="203767"/>
                </a:lnTo>
                <a:lnTo>
                  <a:pt x="33254" y="161018"/>
                </a:lnTo>
                <a:lnTo>
                  <a:pt x="57484" y="121979"/>
                </a:lnTo>
                <a:lnTo>
                  <a:pt x="87263" y="87263"/>
                </a:lnTo>
                <a:lnTo>
                  <a:pt x="121979" y="57484"/>
                </a:lnTo>
                <a:lnTo>
                  <a:pt x="161018" y="33254"/>
                </a:lnTo>
                <a:lnTo>
                  <a:pt x="203767" y="15188"/>
                </a:lnTo>
                <a:lnTo>
                  <a:pt x="249613" y="3899"/>
                </a:lnTo>
                <a:lnTo>
                  <a:pt x="297942" y="0"/>
                </a:lnTo>
                <a:lnTo>
                  <a:pt x="346270" y="3899"/>
                </a:lnTo>
                <a:lnTo>
                  <a:pt x="392116" y="15188"/>
                </a:lnTo>
                <a:lnTo>
                  <a:pt x="434865" y="33254"/>
                </a:lnTo>
                <a:lnTo>
                  <a:pt x="473904" y="57484"/>
                </a:lnTo>
                <a:lnTo>
                  <a:pt x="508620" y="87263"/>
                </a:lnTo>
                <a:lnTo>
                  <a:pt x="538399" y="121979"/>
                </a:lnTo>
                <a:lnTo>
                  <a:pt x="562629" y="161018"/>
                </a:lnTo>
                <a:lnTo>
                  <a:pt x="580695" y="203767"/>
                </a:lnTo>
                <a:lnTo>
                  <a:pt x="591984" y="249613"/>
                </a:lnTo>
                <a:lnTo>
                  <a:pt x="595884" y="297942"/>
                </a:lnTo>
                <a:lnTo>
                  <a:pt x="591984" y="346270"/>
                </a:lnTo>
                <a:lnTo>
                  <a:pt x="580695" y="392116"/>
                </a:lnTo>
                <a:lnTo>
                  <a:pt x="562629" y="434865"/>
                </a:lnTo>
                <a:lnTo>
                  <a:pt x="538399" y="473904"/>
                </a:lnTo>
                <a:lnTo>
                  <a:pt x="508620" y="508620"/>
                </a:lnTo>
                <a:lnTo>
                  <a:pt x="473904" y="538399"/>
                </a:lnTo>
                <a:lnTo>
                  <a:pt x="434865" y="562629"/>
                </a:lnTo>
                <a:lnTo>
                  <a:pt x="392116" y="580695"/>
                </a:lnTo>
                <a:lnTo>
                  <a:pt x="346270" y="591984"/>
                </a:lnTo>
                <a:lnTo>
                  <a:pt x="297942" y="595884"/>
                </a:lnTo>
                <a:lnTo>
                  <a:pt x="249613" y="591984"/>
                </a:lnTo>
                <a:lnTo>
                  <a:pt x="203767" y="580695"/>
                </a:lnTo>
                <a:lnTo>
                  <a:pt x="161018" y="562629"/>
                </a:lnTo>
                <a:lnTo>
                  <a:pt x="121979" y="538399"/>
                </a:lnTo>
                <a:lnTo>
                  <a:pt x="87263" y="508620"/>
                </a:lnTo>
                <a:lnTo>
                  <a:pt x="57484" y="473904"/>
                </a:lnTo>
                <a:lnTo>
                  <a:pt x="33254" y="434865"/>
                </a:lnTo>
                <a:lnTo>
                  <a:pt x="15188" y="392116"/>
                </a:lnTo>
                <a:lnTo>
                  <a:pt x="3899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06019" y="6155062"/>
            <a:ext cx="139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>
                <a:latin typeface="Cambria Math"/>
                <a:cs typeface="Cambria Math"/>
              </a:rPr>
              <a:t>𝑖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64459" y="5731860"/>
            <a:ext cx="1557655" cy="946785"/>
            <a:chOff x="4729734" y="5419344"/>
            <a:chExt cx="1557655" cy="946785"/>
          </a:xfrm>
        </p:grpSpPr>
        <p:sp>
          <p:nvSpPr>
            <p:cNvPr id="20" name="object 20"/>
            <p:cNvSpPr/>
            <p:nvPr/>
          </p:nvSpPr>
          <p:spPr>
            <a:xfrm>
              <a:off x="5189982" y="5438394"/>
              <a:ext cx="1078865" cy="400050"/>
            </a:xfrm>
            <a:custGeom>
              <a:avLst/>
              <a:gdLst/>
              <a:ahLst/>
              <a:cxnLst/>
              <a:rect l="l" t="t" r="r" b="b"/>
              <a:pathLst>
                <a:path w="1078864" h="400050">
                  <a:moveTo>
                    <a:pt x="0" y="0"/>
                  </a:moveTo>
                  <a:lnTo>
                    <a:pt x="1078268" y="39958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48784" y="5750814"/>
              <a:ext cx="596900" cy="596265"/>
            </a:xfrm>
            <a:custGeom>
              <a:avLst/>
              <a:gdLst/>
              <a:ahLst/>
              <a:cxnLst/>
              <a:rect l="l" t="t" r="r" b="b"/>
              <a:pathLst>
                <a:path w="596900" h="596264">
                  <a:moveTo>
                    <a:pt x="0" y="297942"/>
                  </a:moveTo>
                  <a:lnTo>
                    <a:pt x="3904" y="249613"/>
                  </a:lnTo>
                  <a:lnTo>
                    <a:pt x="15208" y="203767"/>
                  </a:lnTo>
                  <a:lnTo>
                    <a:pt x="33298" y="161018"/>
                  </a:lnTo>
                  <a:lnTo>
                    <a:pt x="57559" y="121979"/>
                  </a:lnTo>
                  <a:lnTo>
                    <a:pt x="87377" y="87263"/>
                  </a:lnTo>
                  <a:lnTo>
                    <a:pt x="122138" y="57484"/>
                  </a:lnTo>
                  <a:lnTo>
                    <a:pt x="161227" y="33254"/>
                  </a:lnTo>
                  <a:lnTo>
                    <a:pt x="204030" y="15188"/>
                  </a:lnTo>
                  <a:lnTo>
                    <a:pt x="249933" y="3899"/>
                  </a:lnTo>
                  <a:lnTo>
                    <a:pt x="298323" y="0"/>
                  </a:lnTo>
                  <a:lnTo>
                    <a:pt x="346712" y="3899"/>
                  </a:lnTo>
                  <a:lnTo>
                    <a:pt x="392615" y="15188"/>
                  </a:lnTo>
                  <a:lnTo>
                    <a:pt x="435418" y="33254"/>
                  </a:lnTo>
                  <a:lnTo>
                    <a:pt x="474507" y="57484"/>
                  </a:lnTo>
                  <a:lnTo>
                    <a:pt x="509268" y="87263"/>
                  </a:lnTo>
                  <a:lnTo>
                    <a:pt x="539086" y="121979"/>
                  </a:lnTo>
                  <a:lnTo>
                    <a:pt x="563347" y="161018"/>
                  </a:lnTo>
                  <a:lnTo>
                    <a:pt x="581437" y="203767"/>
                  </a:lnTo>
                  <a:lnTo>
                    <a:pt x="592741" y="249613"/>
                  </a:lnTo>
                  <a:lnTo>
                    <a:pt x="596646" y="297942"/>
                  </a:lnTo>
                  <a:lnTo>
                    <a:pt x="592741" y="346270"/>
                  </a:lnTo>
                  <a:lnTo>
                    <a:pt x="581437" y="392116"/>
                  </a:lnTo>
                  <a:lnTo>
                    <a:pt x="563347" y="434865"/>
                  </a:lnTo>
                  <a:lnTo>
                    <a:pt x="539086" y="473904"/>
                  </a:lnTo>
                  <a:lnTo>
                    <a:pt x="509268" y="508620"/>
                  </a:lnTo>
                  <a:lnTo>
                    <a:pt x="474507" y="538399"/>
                  </a:lnTo>
                  <a:lnTo>
                    <a:pt x="435418" y="562629"/>
                  </a:lnTo>
                  <a:lnTo>
                    <a:pt x="392615" y="580695"/>
                  </a:lnTo>
                  <a:lnTo>
                    <a:pt x="346712" y="591984"/>
                  </a:lnTo>
                  <a:lnTo>
                    <a:pt x="298323" y="595884"/>
                  </a:lnTo>
                  <a:lnTo>
                    <a:pt x="249933" y="591984"/>
                  </a:lnTo>
                  <a:lnTo>
                    <a:pt x="204030" y="580695"/>
                  </a:lnTo>
                  <a:lnTo>
                    <a:pt x="161227" y="562629"/>
                  </a:lnTo>
                  <a:lnTo>
                    <a:pt x="122138" y="538399"/>
                  </a:lnTo>
                  <a:lnTo>
                    <a:pt x="87377" y="508620"/>
                  </a:lnTo>
                  <a:lnTo>
                    <a:pt x="57559" y="473904"/>
                  </a:lnTo>
                  <a:lnTo>
                    <a:pt x="33298" y="434865"/>
                  </a:lnTo>
                  <a:lnTo>
                    <a:pt x="15208" y="392116"/>
                  </a:lnTo>
                  <a:lnTo>
                    <a:pt x="3904" y="34627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34842" y="6155062"/>
            <a:ext cx="21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5">
                <a:latin typeface="Cambria Math"/>
                <a:cs typeface="Cambria Math"/>
              </a:rPr>
              <a:t>ℎ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33422" y="5819494"/>
            <a:ext cx="1767839" cy="859155"/>
            <a:chOff x="3298697" y="5506978"/>
            <a:chExt cx="1767839" cy="859155"/>
          </a:xfrm>
        </p:grpSpPr>
        <p:sp>
          <p:nvSpPr>
            <p:cNvPr id="24" name="object 24"/>
            <p:cNvSpPr/>
            <p:nvPr/>
          </p:nvSpPr>
          <p:spPr>
            <a:xfrm>
              <a:off x="4978909" y="5526028"/>
              <a:ext cx="68580" cy="225425"/>
            </a:xfrm>
            <a:custGeom>
              <a:avLst/>
              <a:gdLst/>
              <a:ahLst/>
              <a:cxnLst/>
              <a:rect l="l" t="t" r="r" b="b"/>
              <a:pathLst>
                <a:path w="68579" h="225425">
                  <a:moveTo>
                    <a:pt x="68186" y="224993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17747" y="575081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0" y="297942"/>
                  </a:moveTo>
                  <a:lnTo>
                    <a:pt x="3899" y="249613"/>
                  </a:lnTo>
                  <a:lnTo>
                    <a:pt x="15188" y="203767"/>
                  </a:lnTo>
                  <a:lnTo>
                    <a:pt x="33254" y="161018"/>
                  </a:lnTo>
                  <a:lnTo>
                    <a:pt x="57484" y="121979"/>
                  </a:lnTo>
                  <a:lnTo>
                    <a:pt x="87263" y="87263"/>
                  </a:lnTo>
                  <a:lnTo>
                    <a:pt x="121979" y="57484"/>
                  </a:lnTo>
                  <a:lnTo>
                    <a:pt x="161018" y="33254"/>
                  </a:lnTo>
                  <a:lnTo>
                    <a:pt x="203767" y="15188"/>
                  </a:lnTo>
                  <a:lnTo>
                    <a:pt x="249613" y="3899"/>
                  </a:lnTo>
                  <a:lnTo>
                    <a:pt x="297942" y="0"/>
                  </a:lnTo>
                  <a:lnTo>
                    <a:pt x="346270" y="3899"/>
                  </a:lnTo>
                  <a:lnTo>
                    <a:pt x="392116" y="15188"/>
                  </a:lnTo>
                  <a:lnTo>
                    <a:pt x="434865" y="33254"/>
                  </a:lnTo>
                  <a:lnTo>
                    <a:pt x="473904" y="57484"/>
                  </a:lnTo>
                  <a:lnTo>
                    <a:pt x="508620" y="87263"/>
                  </a:lnTo>
                  <a:lnTo>
                    <a:pt x="538399" y="121979"/>
                  </a:lnTo>
                  <a:lnTo>
                    <a:pt x="562629" y="161018"/>
                  </a:lnTo>
                  <a:lnTo>
                    <a:pt x="580695" y="203767"/>
                  </a:lnTo>
                  <a:lnTo>
                    <a:pt x="591984" y="249613"/>
                  </a:lnTo>
                  <a:lnTo>
                    <a:pt x="595884" y="297942"/>
                  </a:lnTo>
                  <a:lnTo>
                    <a:pt x="591984" y="346270"/>
                  </a:lnTo>
                  <a:lnTo>
                    <a:pt x="580695" y="392116"/>
                  </a:lnTo>
                  <a:lnTo>
                    <a:pt x="562629" y="434865"/>
                  </a:lnTo>
                  <a:lnTo>
                    <a:pt x="538399" y="473904"/>
                  </a:lnTo>
                  <a:lnTo>
                    <a:pt x="508620" y="508620"/>
                  </a:lnTo>
                  <a:lnTo>
                    <a:pt x="473904" y="538399"/>
                  </a:lnTo>
                  <a:lnTo>
                    <a:pt x="434865" y="562629"/>
                  </a:lnTo>
                  <a:lnTo>
                    <a:pt x="392116" y="580695"/>
                  </a:lnTo>
                  <a:lnTo>
                    <a:pt x="346270" y="591984"/>
                  </a:lnTo>
                  <a:lnTo>
                    <a:pt x="297942" y="595884"/>
                  </a:lnTo>
                  <a:lnTo>
                    <a:pt x="249613" y="591984"/>
                  </a:lnTo>
                  <a:lnTo>
                    <a:pt x="203767" y="580695"/>
                  </a:lnTo>
                  <a:lnTo>
                    <a:pt x="161018" y="562629"/>
                  </a:lnTo>
                  <a:lnTo>
                    <a:pt x="121979" y="538399"/>
                  </a:lnTo>
                  <a:lnTo>
                    <a:pt x="87263" y="508620"/>
                  </a:lnTo>
                  <a:lnTo>
                    <a:pt x="57484" y="473904"/>
                  </a:lnTo>
                  <a:lnTo>
                    <a:pt x="33254" y="434865"/>
                  </a:lnTo>
                  <a:lnTo>
                    <a:pt x="15188" y="392116"/>
                  </a:lnTo>
                  <a:lnTo>
                    <a:pt x="3899" y="346270"/>
                  </a:lnTo>
                  <a:lnTo>
                    <a:pt x="0" y="29794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06337" y="6155062"/>
            <a:ext cx="21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5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0675" y="6063330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4" h="596264">
                <a:moveTo>
                  <a:pt x="0" y="297942"/>
                </a:moveTo>
                <a:lnTo>
                  <a:pt x="3899" y="249613"/>
                </a:lnTo>
                <a:lnTo>
                  <a:pt x="15188" y="203767"/>
                </a:lnTo>
                <a:lnTo>
                  <a:pt x="33254" y="161018"/>
                </a:lnTo>
                <a:lnTo>
                  <a:pt x="57484" y="121979"/>
                </a:lnTo>
                <a:lnTo>
                  <a:pt x="87263" y="87263"/>
                </a:lnTo>
                <a:lnTo>
                  <a:pt x="121979" y="57484"/>
                </a:lnTo>
                <a:lnTo>
                  <a:pt x="161018" y="33254"/>
                </a:lnTo>
                <a:lnTo>
                  <a:pt x="203767" y="15188"/>
                </a:lnTo>
                <a:lnTo>
                  <a:pt x="249613" y="3899"/>
                </a:lnTo>
                <a:lnTo>
                  <a:pt x="297942" y="0"/>
                </a:lnTo>
                <a:lnTo>
                  <a:pt x="346270" y="3899"/>
                </a:lnTo>
                <a:lnTo>
                  <a:pt x="392116" y="15188"/>
                </a:lnTo>
                <a:lnTo>
                  <a:pt x="434865" y="33254"/>
                </a:lnTo>
                <a:lnTo>
                  <a:pt x="473904" y="57484"/>
                </a:lnTo>
                <a:lnTo>
                  <a:pt x="508620" y="87263"/>
                </a:lnTo>
                <a:lnTo>
                  <a:pt x="538399" y="121979"/>
                </a:lnTo>
                <a:lnTo>
                  <a:pt x="562629" y="161018"/>
                </a:lnTo>
                <a:lnTo>
                  <a:pt x="580695" y="203767"/>
                </a:lnTo>
                <a:lnTo>
                  <a:pt x="591984" y="249613"/>
                </a:lnTo>
                <a:lnTo>
                  <a:pt x="595884" y="297942"/>
                </a:lnTo>
                <a:lnTo>
                  <a:pt x="591984" y="346270"/>
                </a:lnTo>
                <a:lnTo>
                  <a:pt x="580695" y="392116"/>
                </a:lnTo>
                <a:lnTo>
                  <a:pt x="562629" y="434865"/>
                </a:lnTo>
                <a:lnTo>
                  <a:pt x="538399" y="473904"/>
                </a:lnTo>
                <a:lnTo>
                  <a:pt x="508620" y="508620"/>
                </a:lnTo>
                <a:lnTo>
                  <a:pt x="473904" y="538399"/>
                </a:lnTo>
                <a:lnTo>
                  <a:pt x="434865" y="562629"/>
                </a:lnTo>
                <a:lnTo>
                  <a:pt x="392116" y="580695"/>
                </a:lnTo>
                <a:lnTo>
                  <a:pt x="346270" y="591984"/>
                </a:lnTo>
                <a:lnTo>
                  <a:pt x="297942" y="595884"/>
                </a:lnTo>
                <a:lnTo>
                  <a:pt x="249613" y="591984"/>
                </a:lnTo>
                <a:lnTo>
                  <a:pt x="203767" y="580695"/>
                </a:lnTo>
                <a:lnTo>
                  <a:pt x="161018" y="562629"/>
                </a:lnTo>
                <a:lnTo>
                  <a:pt x="121979" y="538399"/>
                </a:lnTo>
                <a:lnTo>
                  <a:pt x="87263" y="508620"/>
                </a:lnTo>
                <a:lnTo>
                  <a:pt x="57484" y="473904"/>
                </a:lnTo>
                <a:lnTo>
                  <a:pt x="33254" y="434865"/>
                </a:lnTo>
                <a:lnTo>
                  <a:pt x="15188" y="392116"/>
                </a:lnTo>
                <a:lnTo>
                  <a:pt x="3899" y="346270"/>
                </a:lnTo>
                <a:lnTo>
                  <a:pt x="0" y="29794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090786" y="6155062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45">
                <a:latin typeface="Cambria Math"/>
                <a:cs typeface="Cambria Math"/>
              </a:rPr>
              <a:t>𝑐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410641" y="5222844"/>
            <a:ext cx="1983105" cy="946785"/>
            <a:chOff x="2375916" y="4910328"/>
            <a:chExt cx="1983105" cy="946785"/>
          </a:xfrm>
        </p:grpSpPr>
        <p:sp>
          <p:nvSpPr>
            <p:cNvPr id="30" name="object 30"/>
            <p:cNvSpPr/>
            <p:nvPr/>
          </p:nvSpPr>
          <p:spPr>
            <a:xfrm>
              <a:off x="3314696" y="5438390"/>
              <a:ext cx="301625" cy="312420"/>
            </a:xfrm>
            <a:custGeom>
              <a:avLst/>
              <a:gdLst/>
              <a:ahLst/>
              <a:cxnLst/>
              <a:rect l="l" t="t" r="r" b="b"/>
              <a:pathLst>
                <a:path w="301625" h="312420">
                  <a:moveTo>
                    <a:pt x="301104" y="312293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3" y="0"/>
                  </a:moveTo>
                  <a:lnTo>
                    <a:pt x="249933" y="3904"/>
                  </a:lnTo>
                  <a:lnTo>
                    <a:pt x="204030" y="15208"/>
                  </a:lnTo>
                  <a:lnTo>
                    <a:pt x="161227" y="33298"/>
                  </a:lnTo>
                  <a:lnTo>
                    <a:pt x="122138" y="57559"/>
                  </a:lnTo>
                  <a:lnTo>
                    <a:pt x="87377" y="87377"/>
                  </a:lnTo>
                  <a:lnTo>
                    <a:pt x="57559" y="122138"/>
                  </a:lnTo>
                  <a:lnTo>
                    <a:pt x="33298" y="161227"/>
                  </a:lnTo>
                  <a:lnTo>
                    <a:pt x="15208" y="204030"/>
                  </a:lnTo>
                  <a:lnTo>
                    <a:pt x="3904" y="249933"/>
                  </a:lnTo>
                  <a:lnTo>
                    <a:pt x="0" y="298323"/>
                  </a:lnTo>
                  <a:lnTo>
                    <a:pt x="3904" y="346712"/>
                  </a:lnTo>
                  <a:lnTo>
                    <a:pt x="15208" y="392615"/>
                  </a:lnTo>
                  <a:lnTo>
                    <a:pt x="33298" y="435418"/>
                  </a:lnTo>
                  <a:lnTo>
                    <a:pt x="57559" y="474507"/>
                  </a:lnTo>
                  <a:lnTo>
                    <a:pt x="87377" y="509268"/>
                  </a:lnTo>
                  <a:lnTo>
                    <a:pt x="122138" y="539086"/>
                  </a:lnTo>
                  <a:lnTo>
                    <a:pt x="161227" y="563347"/>
                  </a:lnTo>
                  <a:lnTo>
                    <a:pt x="204030" y="581437"/>
                  </a:lnTo>
                  <a:lnTo>
                    <a:pt x="249933" y="592741"/>
                  </a:lnTo>
                  <a:lnTo>
                    <a:pt x="298323" y="596646"/>
                  </a:lnTo>
                  <a:lnTo>
                    <a:pt x="346712" y="592741"/>
                  </a:lnTo>
                  <a:lnTo>
                    <a:pt x="392615" y="581437"/>
                  </a:lnTo>
                  <a:lnTo>
                    <a:pt x="435418" y="563347"/>
                  </a:lnTo>
                  <a:lnTo>
                    <a:pt x="474507" y="539086"/>
                  </a:lnTo>
                  <a:lnTo>
                    <a:pt x="509268" y="509268"/>
                  </a:lnTo>
                  <a:lnTo>
                    <a:pt x="539086" y="474507"/>
                  </a:lnTo>
                  <a:lnTo>
                    <a:pt x="563347" y="435418"/>
                  </a:lnTo>
                  <a:lnTo>
                    <a:pt x="581437" y="392615"/>
                  </a:lnTo>
                  <a:lnTo>
                    <a:pt x="592741" y="346712"/>
                  </a:lnTo>
                  <a:lnTo>
                    <a:pt x="596646" y="298323"/>
                  </a:lnTo>
                  <a:lnTo>
                    <a:pt x="592741" y="249933"/>
                  </a:lnTo>
                  <a:lnTo>
                    <a:pt x="581437" y="204030"/>
                  </a:lnTo>
                  <a:lnTo>
                    <a:pt x="563347" y="161227"/>
                  </a:lnTo>
                  <a:lnTo>
                    <a:pt x="539086" y="122138"/>
                  </a:lnTo>
                  <a:lnTo>
                    <a:pt x="509268" y="87377"/>
                  </a:lnTo>
                  <a:lnTo>
                    <a:pt x="474507" y="57559"/>
                  </a:lnTo>
                  <a:lnTo>
                    <a:pt x="435418" y="33298"/>
                  </a:lnTo>
                  <a:lnTo>
                    <a:pt x="392615" y="15208"/>
                  </a:lnTo>
                  <a:lnTo>
                    <a:pt x="346712" y="3904"/>
                  </a:lnTo>
                  <a:lnTo>
                    <a:pt x="29832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42944" y="492937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4" y="249933"/>
                  </a:lnTo>
                  <a:lnTo>
                    <a:pt x="15208" y="204030"/>
                  </a:lnTo>
                  <a:lnTo>
                    <a:pt x="33298" y="161227"/>
                  </a:lnTo>
                  <a:lnTo>
                    <a:pt x="57559" y="122138"/>
                  </a:lnTo>
                  <a:lnTo>
                    <a:pt x="87377" y="87377"/>
                  </a:lnTo>
                  <a:lnTo>
                    <a:pt x="122138" y="57559"/>
                  </a:lnTo>
                  <a:lnTo>
                    <a:pt x="161227" y="33298"/>
                  </a:lnTo>
                  <a:lnTo>
                    <a:pt x="204030" y="15208"/>
                  </a:lnTo>
                  <a:lnTo>
                    <a:pt x="249933" y="3904"/>
                  </a:lnTo>
                  <a:lnTo>
                    <a:pt x="298323" y="0"/>
                  </a:lnTo>
                  <a:lnTo>
                    <a:pt x="346712" y="3904"/>
                  </a:lnTo>
                  <a:lnTo>
                    <a:pt x="392615" y="15208"/>
                  </a:lnTo>
                  <a:lnTo>
                    <a:pt x="435418" y="33298"/>
                  </a:lnTo>
                  <a:lnTo>
                    <a:pt x="474507" y="57559"/>
                  </a:lnTo>
                  <a:lnTo>
                    <a:pt x="509268" y="87377"/>
                  </a:lnTo>
                  <a:lnTo>
                    <a:pt x="539086" y="122138"/>
                  </a:lnTo>
                  <a:lnTo>
                    <a:pt x="563347" y="161227"/>
                  </a:lnTo>
                  <a:lnTo>
                    <a:pt x="581437" y="204030"/>
                  </a:lnTo>
                  <a:lnTo>
                    <a:pt x="592741" y="249933"/>
                  </a:lnTo>
                  <a:lnTo>
                    <a:pt x="596646" y="298323"/>
                  </a:lnTo>
                  <a:lnTo>
                    <a:pt x="592741" y="346712"/>
                  </a:lnTo>
                  <a:lnTo>
                    <a:pt x="581437" y="392615"/>
                  </a:lnTo>
                  <a:lnTo>
                    <a:pt x="563347" y="435418"/>
                  </a:lnTo>
                  <a:lnTo>
                    <a:pt x="539086" y="474507"/>
                  </a:lnTo>
                  <a:lnTo>
                    <a:pt x="509268" y="509268"/>
                  </a:lnTo>
                  <a:lnTo>
                    <a:pt x="474507" y="539086"/>
                  </a:lnTo>
                  <a:lnTo>
                    <a:pt x="435418" y="563347"/>
                  </a:lnTo>
                  <a:lnTo>
                    <a:pt x="392615" y="581437"/>
                  </a:lnTo>
                  <a:lnTo>
                    <a:pt x="346712" y="592741"/>
                  </a:lnTo>
                  <a:lnTo>
                    <a:pt x="298323" y="596646"/>
                  </a:lnTo>
                  <a:lnTo>
                    <a:pt x="249933" y="592741"/>
                  </a:lnTo>
                  <a:lnTo>
                    <a:pt x="204030" y="581437"/>
                  </a:lnTo>
                  <a:lnTo>
                    <a:pt x="161227" y="563347"/>
                  </a:lnTo>
                  <a:lnTo>
                    <a:pt x="122138" y="539086"/>
                  </a:lnTo>
                  <a:lnTo>
                    <a:pt x="87377" y="509268"/>
                  </a:lnTo>
                  <a:lnTo>
                    <a:pt x="57559" y="474507"/>
                  </a:lnTo>
                  <a:lnTo>
                    <a:pt x="33298" y="435418"/>
                  </a:lnTo>
                  <a:lnTo>
                    <a:pt x="15208" y="392615"/>
                  </a:lnTo>
                  <a:lnTo>
                    <a:pt x="3904" y="34671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94966" y="5438394"/>
              <a:ext cx="498475" cy="400050"/>
            </a:xfrm>
            <a:custGeom>
              <a:avLst/>
              <a:gdLst/>
              <a:ahLst/>
              <a:cxnLst/>
              <a:rect l="l" t="t" r="r" b="b"/>
              <a:pathLst>
                <a:path w="498475" h="400050">
                  <a:moveTo>
                    <a:pt x="0" y="399580"/>
                  </a:moveTo>
                  <a:lnTo>
                    <a:pt x="49823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939687" y="5334005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821358" y="4819745"/>
            <a:ext cx="2010410" cy="1038225"/>
            <a:chOff x="2786633" y="4507229"/>
            <a:chExt cx="2010410" cy="1038225"/>
          </a:xfrm>
        </p:grpSpPr>
        <p:sp>
          <p:nvSpPr>
            <p:cNvPr id="36" name="object 36"/>
            <p:cNvSpPr/>
            <p:nvPr/>
          </p:nvSpPr>
          <p:spPr>
            <a:xfrm>
              <a:off x="3275451" y="4535804"/>
              <a:ext cx="555625" cy="517525"/>
            </a:xfrm>
            <a:custGeom>
              <a:avLst/>
              <a:gdLst/>
              <a:ahLst/>
              <a:cxnLst/>
              <a:rect l="l" t="t" r="r" b="b"/>
              <a:pathLst>
                <a:path w="555625" h="517525">
                  <a:moveTo>
                    <a:pt x="555586" y="0"/>
                  </a:moveTo>
                  <a:lnTo>
                    <a:pt x="0" y="517004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 flipH="1">
              <a:off x="4042030" y="4623434"/>
              <a:ext cx="0" cy="307340"/>
            </a:xfrm>
            <a:custGeom>
              <a:avLst/>
              <a:gdLst/>
              <a:ahLst/>
              <a:cxnLst/>
              <a:rect l="l" t="t" r="r" b="b"/>
              <a:pathLst>
                <a:path h="307339">
                  <a:moveTo>
                    <a:pt x="0" y="0"/>
                  </a:moveTo>
                  <a:lnTo>
                    <a:pt x="0" y="30687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52341" y="4535804"/>
              <a:ext cx="516255" cy="481965"/>
            </a:xfrm>
            <a:custGeom>
              <a:avLst/>
              <a:gdLst/>
              <a:ahLst/>
              <a:cxnLst/>
              <a:rect l="l" t="t" r="r" b="b"/>
              <a:pathLst>
                <a:path w="516254" h="481964">
                  <a:moveTo>
                    <a:pt x="0" y="0"/>
                  </a:moveTo>
                  <a:lnTo>
                    <a:pt x="516128" y="481457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297942" y="0"/>
                  </a:moveTo>
                  <a:lnTo>
                    <a:pt x="249613" y="3904"/>
                  </a:lnTo>
                  <a:lnTo>
                    <a:pt x="203767" y="15208"/>
                  </a:lnTo>
                  <a:lnTo>
                    <a:pt x="161018" y="33298"/>
                  </a:lnTo>
                  <a:lnTo>
                    <a:pt x="121979" y="57559"/>
                  </a:lnTo>
                  <a:lnTo>
                    <a:pt x="87263" y="87377"/>
                  </a:lnTo>
                  <a:lnTo>
                    <a:pt x="57484" y="122138"/>
                  </a:lnTo>
                  <a:lnTo>
                    <a:pt x="33254" y="161227"/>
                  </a:lnTo>
                  <a:lnTo>
                    <a:pt x="15188" y="204030"/>
                  </a:lnTo>
                  <a:lnTo>
                    <a:pt x="3899" y="249933"/>
                  </a:lnTo>
                  <a:lnTo>
                    <a:pt x="0" y="298323"/>
                  </a:lnTo>
                  <a:lnTo>
                    <a:pt x="3899" y="346712"/>
                  </a:lnTo>
                  <a:lnTo>
                    <a:pt x="15188" y="392615"/>
                  </a:lnTo>
                  <a:lnTo>
                    <a:pt x="33254" y="435418"/>
                  </a:lnTo>
                  <a:lnTo>
                    <a:pt x="57484" y="474507"/>
                  </a:lnTo>
                  <a:lnTo>
                    <a:pt x="87263" y="509268"/>
                  </a:lnTo>
                  <a:lnTo>
                    <a:pt x="121979" y="539086"/>
                  </a:lnTo>
                  <a:lnTo>
                    <a:pt x="161018" y="563347"/>
                  </a:lnTo>
                  <a:lnTo>
                    <a:pt x="203767" y="581437"/>
                  </a:lnTo>
                  <a:lnTo>
                    <a:pt x="249613" y="592741"/>
                  </a:lnTo>
                  <a:lnTo>
                    <a:pt x="297942" y="596646"/>
                  </a:lnTo>
                  <a:lnTo>
                    <a:pt x="346270" y="592741"/>
                  </a:lnTo>
                  <a:lnTo>
                    <a:pt x="392116" y="581437"/>
                  </a:lnTo>
                  <a:lnTo>
                    <a:pt x="434865" y="563347"/>
                  </a:lnTo>
                  <a:lnTo>
                    <a:pt x="473904" y="539086"/>
                  </a:lnTo>
                  <a:lnTo>
                    <a:pt x="508620" y="509268"/>
                  </a:lnTo>
                  <a:lnTo>
                    <a:pt x="538399" y="474507"/>
                  </a:lnTo>
                  <a:lnTo>
                    <a:pt x="562629" y="435418"/>
                  </a:lnTo>
                  <a:lnTo>
                    <a:pt x="580695" y="392615"/>
                  </a:lnTo>
                  <a:lnTo>
                    <a:pt x="591984" y="346712"/>
                  </a:lnTo>
                  <a:lnTo>
                    <a:pt x="595884" y="298323"/>
                  </a:lnTo>
                  <a:lnTo>
                    <a:pt x="591984" y="249933"/>
                  </a:lnTo>
                  <a:lnTo>
                    <a:pt x="580695" y="204030"/>
                  </a:lnTo>
                  <a:lnTo>
                    <a:pt x="562629" y="161227"/>
                  </a:lnTo>
                  <a:lnTo>
                    <a:pt x="538399" y="122138"/>
                  </a:lnTo>
                  <a:lnTo>
                    <a:pt x="508620" y="87377"/>
                  </a:lnTo>
                  <a:lnTo>
                    <a:pt x="473904" y="57559"/>
                  </a:lnTo>
                  <a:lnTo>
                    <a:pt x="434865" y="33298"/>
                  </a:lnTo>
                  <a:lnTo>
                    <a:pt x="392116" y="15208"/>
                  </a:lnTo>
                  <a:lnTo>
                    <a:pt x="346270" y="3904"/>
                  </a:lnTo>
                  <a:lnTo>
                    <a:pt x="29794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05683" y="4929377"/>
              <a:ext cx="596265" cy="596900"/>
            </a:xfrm>
            <a:custGeom>
              <a:avLst/>
              <a:gdLst/>
              <a:ahLst/>
              <a:cxnLst/>
              <a:rect l="l" t="t" r="r" b="b"/>
              <a:pathLst>
                <a:path w="596264" h="596900">
                  <a:moveTo>
                    <a:pt x="0" y="298323"/>
                  </a:moveTo>
                  <a:lnTo>
                    <a:pt x="3899" y="249933"/>
                  </a:lnTo>
                  <a:lnTo>
                    <a:pt x="15188" y="204030"/>
                  </a:lnTo>
                  <a:lnTo>
                    <a:pt x="33254" y="161227"/>
                  </a:lnTo>
                  <a:lnTo>
                    <a:pt x="57484" y="122138"/>
                  </a:lnTo>
                  <a:lnTo>
                    <a:pt x="87263" y="87377"/>
                  </a:lnTo>
                  <a:lnTo>
                    <a:pt x="121979" y="57559"/>
                  </a:lnTo>
                  <a:lnTo>
                    <a:pt x="161018" y="33298"/>
                  </a:lnTo>
                  <a:lnTo>
                    <a:pt x="203767" y="15208"/>
                  </a:lnTo>
                  <a:lnTo>
                    <a:pt x="249613" y="3904"/>
                  </a:lnTo>
                  <a:lnTo>
                    <a:pt x="297942" y="0"/>
                  </a:lnTo>
                  <a:lnTo>
                    <a:pt x="346270" y="3904"/>
                  </a:lnTo>
                  <a:lnTo>
                    <a:pt x="392116" y="15208"/>
                  </a:lnTo>
                  <a:lnTo>
                    <a:pt x="434865" y="33298"/>
                  </a:lnTo>
                  <a:lnTo>
                    <a:pt x="473904" y="57559"/>
                  </a:lnTo>
                  <a:lnTo>
                    <a:pt x="508620" y="87377"/>
                  </a:lnTo>
                  <a:lnTo>
                    <a:pt x="538399" y="122138"/>
                  </a:lnTo>
                  <a:lnTo>
                    <a:pt x="562629" y="161227"/>
                  </a:lnTo>
                  <a:lnTo>
                    <a:pt x="580695" y="204030"/>
                  </a:lnTo>
                  <a:lnTo>
                    <a:pt x="591984" y="249933"/>
                  </a:lnTo>
                  <a:lnTo>
                    <a:pt x="595884" y="298323"/>
                  </a:lnTo>
                  <a:lnTo>
                    <a:pt x="591984" y="346712"/>
                  </a:lnTo>
                  <a:lnTo>
                    <a:pt x="580695" y="392615"/>
                  </a:lnTo>
                  <a:lnTo>
                    <a:pt x="562629" y="435418"/>
                  </a:lnTo>
                  <a:lnTo>
                    <a:pt x="538399" y="474507"/>
                  </a:lnTo>
                  <a:lnTo>
                    <a:pt x="508620" y="509268"/>
                  </a:lnTo>
                  <a:lnTo>
                    <a:pt x="473904" y="539086"/>
                  </a:lnTo>
                  <a:lnTo>
                    <a:pt x="434865" y="563347"/>
                  </a:lnTo>
                  <a:lnTo>
                    <a:pt x="392116" y="581437"/>
                  </a:lnTo>
                  <a:lnTo>
                    <a:pt x="346270" y="592741"/>
                  </a:lnTo>
                  <a:lnTo>
                    <a:pt x="297942" y="596646"/>
                  </a:lnTo>
                  <a:lnTo>
                    <a:pt x="249613" y="592741"/>
                  </a:lnTo>
                  <a:lnTo>
                    <a:pt x="203767" y="581437"/>
                  </a:lnTo>
                  <a:lnTo>
                    <a:pt x="161018" y="563347"/>
                  </a:lnTo>
                  <a:lnTo>
                    <a:pt x="121979" y="539086"/>
                  </a:lnTo>
                  <a:lnTo>
                    <a:pt x="87263" y="509268"/>
                  </a:lnTo>
                  <a:lnTo>
                    <a:pt x="57484" y="474507"/>
                  </a:lnTo>
                  <a:lnTo>
                    <a:pt x="33254" y="435418"/>
                  </a:lnTo>
                  <a:lnTo>
                    <a:pt x="15188" y="392615"/>
                  </a:lnTo>
                  <a:lnTo>
                    <a:pt x="3899" y="346712"/>
                  </a:lnTo>
                  <a:lnTo>
                    <a:pt x="0" y="298323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989132" y="5334005"/>
            <a:ext cx="22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0">
                <a:latin typeface="Cambria Math"/>
                <a:cs typeface="Cambria Math"/>
              </a:rPr>
              <a:t>𝑑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758619" y="4319874"/>
            <a:ext cx="635000" cy="635000"/>
            <a:chOff x="3723894" y="4007358"/>
            <a:chExt cx="635000" cy="635000"/>
          </a:xfrm>
        </p:grpSpPr>
        <p:sp>
          <p:nvSpPr>
            <p:cNvPr id="43" name="object 43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298323" y="0"/>
                  </a:moveTo>
                  <a:lnTo>
                    <a:pt x="249933" y="3904"/>
                  </a:lnTo>
                  <a:lnTo>
                    <a:pt x="204030" y="15208"/>
                  </a:lnTo>
                  <a:lnTo>
                    <a:pt x="161227" y="33298"/>
                  </a:lnTo>
                  <a:lnTo>
                    <a:pt x="122138" y="57559"/>
                  </a:lnTo>
                  <a:lnTo>
                    <a:pt x="87377" y="87377"/>
                  </a:lnTo>
                  <a:lnTo>
                    <a:pt x="57559" y="122138"/>
                  </a:lnTo>
                  <a:lnTo>
                    <a:pt x="33298" y="161227"/>
                  </a:lnTo>
                  <a:lnTo>
                    <a:pt x="15208" y="204030"/>
                  </a:lnTo>
                  <a:lnTo>
                    <a:pt x="3904" y="249933"/>
                  </a:lnTo>
                  <a:lnTo>
                    <a:pt x="0" y="298323"/>
                  </a:lnTo>
                  <a:lnTo>
                    <a:pt x="3904" y="346712"/>
                  </a:lnTo>
                  <a:lnTo>
                    <a:pt x="15208" y="392615"/>
                  </a:lnTo>
                  <a:lnTo>
                    <a:pt x="33298" y="435418"/>
                  </a:lnTo>
                  <a:lnTo>
                    <a:pt x="57559" y="474507"/>
                  </a:lnTo>
                  <a:lnTo>
                    <a:pt x="87377" y="509268"/>
                  </a:lnTo>
                  <a:lnTo>
                    <a:pt x="122138" y="539086"/>
                  </a:lnTo>
                  <a:lnTo>
                    <a:pt x="161227" y="563347"/>
                  </a:lnTo>
                  <a:lnTo>
                    <a:pt x="204030" y="581437"/>
                  </a:lnTo>
                  <a:lnTo>
                    <a:pt x="249933" y="592741"/>
                  </a:lnTo>
                  <a:lnTo>
                    <a:pt x="298323" y="596646"/>
                  </a:lnTo>
                  <a:lnTo>
                    <a:pt x="346712" y="592741"/>
                  </a:lnTo>
                  <a:lnTo>
                    <a:pt x="392615" y="581437"/>
                  </a:lnTo>
                  <a:lnTo>
                    <a:pt x="435418" y="563347"/>
                  </a:lnTo>
                  <a:lnTo>
                    <a:pt x="474507" y="539086"/>
                  </a:lnTo>
                  <a:lnTo>
                    <a:pt x="509268" y="509268"/>
                  </a:lnTo>
                  <a:lnTo>
                    <a:pt x="539086" y="474507"/>
                  </a:lnTo>
                  <a:lnTo>
                    <a:pt x="563347" y="435418"/>
                  </a:lnTo>
                  <a:lnTo>
                    <a:pt x="581437" y="392615"/>
                  </a:lnTo>
                  <a:lnTo>
                    <a:pt x="592741" y="346712"/>
                  </a:lnTo>
                  <a:lnTo>
                    <a:pt x="596646" y="298323"/>
                  </a:lnTo>
                  <a:lnTo>
                    <a:pt x="592741" y="249933"/>
                  </a:lnTo>
                  <a:lnTo>
                    <a:pt x="581437" y="204030"/>
                  </a:lnTo>
                  <a:lnTo>
                    <a:pt x="563347" y="161227"/>
                  </a:lnTo>
                  <a:lnTo>
                    <a:pt x="539086" y="122138"/>
                  </a:lnTo>
                  <a:lnTo>
                    <a:pt x="509268" y="87377"/>
                  </a:lnTo>
                  <a:lnTo>
                    <a:pt x="474507" y="57559"/>
                  </a:lnTo>
                  <a:lnTo>
                    <a:pt x="435418" y="33298"/>
                  </a:lnTo>
                  <a:lnTo>
                    <a:pt x="392615" y="15208"/>
                  </a:lnTo>
                  <a:lnTo>
                    <a:pt x="346712" y="3904"/>
                  </a:lnTo>
                  <a:lnTo>
                    <a:pt x="298323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42944" y="4026408"/>
              <a:ext cx="596900" cy="596900"/>
            </a:xfrm>
            <a:custGeom>
              <a:avLst/>
              <a:gdLst/>
              <a:ahLst/>
              <a:cxnLst/>
              <a:rect l="l" t="t" r="r" b="b"/>
              <a:pathLst>
                <a:path w="596900" h="596900">
                  <a:moveTo>
                    <a:pt x="0" y="298323"/>
                  </a:moveTo>
                  <a:lnTo>
                    <a:pt x="3904" y="249933"/>
                  </a:lnTo>
                  <a:lnTo>
                    <a:pt x="15208" y="204030"/>
                  </a:lnTo>
                  <a:lnTo>
                    <a:pt x="33298" y="161227"/>
                  </a:lnTo>
                  <a:lnTo>
                    <a:pt x="57559" y="122138"/>
                  </a:lnTo>
                  <a:lnTo>
                    <a:pt x="87377" y="87377"/>
                  </a:lnTo>
                  <a:lnTo>
                    <a:pt x="122138" y="57559"/>
                  </a:lnTo>
                  <a:lnTo>
                    <a:pt x="161227" y="33298"/>
                  </a:lnTo>
                  <a:lnTo>
                    <a:pt x="204030" y="15208"/>
                  </a:lnTo>
                  <a:lnTo>
                    <a:pt x="249933" y="3904"/>
                  </a:lnTo>
                  <a:lnTo>
                    <a:pt x="298323" y="0"/>
                  </a:lnTo>
                  <a:lnTo>
                    <a:pt x="346712" y="3904"/>
                  </a:lnTo>
                  <a:lnTo>
                    <a:pt x="392615" y="15208"/>
                  </a:lnTo>
                  <a:lnTo>
                    <a:pt x="435418" y="33298"/>
                  </a:lnTo>
                  <a:lnTo>
                    <a:pt x="474507" y="57559"/>
                  </a:lnTo>
                  <a:lnTo>
                    <a:pt x="509268" y="87377"/>
                  </a:lnTo>
                  <a:lnTo>
                    <a:pt x="539086" y="122138"/>
                  </a:lnTo>
                  <a:lnTo>
                    <a:pt x="563347" y="161227"/>
                  </a:lnTo>
                  <a:lnTo>
                    <a:pt x="581437" y="204030"/>
                  </a:lnTo>
                  <a:lnTo>
                    <a:pt x="592741" y="249933"/>
                  </a:lnTo>
                  <a:lnTo>
                    <a:pt x="596646" y="298323"/>
                  </a:lnTo>
                  <a:lnTo>
                    <a:pt x="592741" y="346712"/>
                  </a:lnTo>
                  <a:lnTo>
                    <a:pt x="581437" y="392615"/>
                  </a:lnTo>
                  <a:lnTo>
                    <a:pt x="563347" y="435418"/>
                  </a:lnTo>
                  <a:lnTo>
                    <a:pt x="539086" y="474507"/>
                  </a:lnTo>
                  <a:lnTo>
                    <a:pt x="509268" y="509268"/>
                  </a:lnTo>
                  <a:lnTo>
                    <a:pt x="474507" y="539086"/>
                  </a:lnTo>
                  <a:lnTo>
                    <a:pt x="435418" y="563347"/>
                  </a:lnTo>
                  <a:lnTo>
                    <a:pt x="392615" y="581437"/>
                  </a:lnTo>
                  <a:lnTo>
                    <a:pt x="346712" y="592741"/>
                  </a:lnTo>
                  <a:lnTo>
                    <a:pt x="298323" y="596646"/>
                  </a:lnTo>
                  <a:lnTo>
                    <a:pt x="249933" y="592741"/>
                  </a:lnTo>
                  <a:lnTo>
                    <a:pt x="204030" y="581437"/>
                  </a:lnTo>
                  <a:lnTo>
                    <a:pt x="161227" y="563347"/>
                  </a:lnTo>
                  <a:lnTo>
                    <a:pt x="122138" y="539086"/>
                  </a:lnTo>
                  <a:lnTo>
                    <a:pt x="87377" y="509268"/>
                  </a:lnTo>
                  <a:lnTo>
                    <a:pt x="57559" y="474507"/>
                  </a:lnTo>
                  <a:lnTo>
                    <a:pt x="33298" y="435418"/>
                  </a:lnTo>
                  <a:lnTo>
                    <a:pt x="15208" y="392615"/>
                  </a:lnTo>
                  <a:lnTo>
                    <a:pt x="3904" y="346712"/>
                  </a:lnTo>
                  <a:lnTo>
                    <a:pt x="0" y="298323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30577" y="4431075"/>
            <a:ext cx="21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FCDB9D8-72E2-D64F-AF88-2C635C3000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4935" y="273413"/>
            <a:ext cx="205524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图的搜</a:t>
            </a:r>
            <a:r>
              <a:rPr sz="3600"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索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6" name="object 30">
            <a:extLst>
              <a:ext uri="{FF2B5EF4-FFF2-40B4-BE49-F238E27FC236}">
                <a16:creationId xmlns:a16="http://schemas.microsoft.com/office/drawing/2014/main" id="{6FC1C771-4055-C44E-B230-35663051BFE5}"/>
              </a:ext>
            </a:extLst>
          </p:cNvPr>
          <p:cNvGrpSpPr/>
          <p:nvPr/>
        </p:nvGrpSpPr>
        <p:grpSpPr>
          <a:xfrm>
            <a:off x="7689559" y="3778867"/>
            <a:ext cx="1117600" cy="1261110"/>
            <a:chOff x="7297673" y="2668523"/>
            <a:chExt cx="1117600" cy="1261110"/>
          </a:xfrm>
        </p:grpSpPr>
        <p:sp>
          <p:nvSpPr>
            <p:cNvPr id="7" name="object 31">
              <a:extLst>
                <a:ext uri="{FF2B5EF4-FFF2-40B4-BE49-F238E27FC236}">
                  <a16:creationId xmlns:a16="http://schemas.microsoft.com/office/drawing/2014/main" id="{44B0A612-EBA4-0A44-8BC2-D9483D9F5DB2}"/>
                </a:ext>
              </a:extLst>
            </p:cNvPr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2">
              <a:extLst>
                <a:ext uri="{FF2B5EF4-FFF2-40B4-BE49-F238E27FC236}">
                  <a16:creationId xmlns:a16="http://schemas.microsoft.com/office/drawing/2014/main" id="{6B43BA44-B4C8-0647-AE99-B9E1A405EE33}"/>
                </a:ext>
              </a:extLst>
            </p:cNvPr>
            <p:cNvSpPr/>
            <p:nvPr/>
          </p:nvSpPr>
          <p:spPr>
            <a:xfrm>
              <a:off x="7963661" y="26875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33">
              <a:extLst>
                <a:ext uri="{FF2B5EF4-FFF2-40B4-BE49-F238E27FC236}">
                  <a16:creationId xmlns:a16="http://schemas.microsoft.com/office/drawing/2014/main" id="{5581FD31-F7B1-744B-B50A-5CAB20063E3E}"/>
                </a:ext>
              </a:extLst>
            </p:cNvPr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4">
              <a:extLst>
                <a:ext uri="{FF2B5EF4-FFF2-40B4-BE49-F238E27FC236}">
                  <a16:creationId xmlns:a16="http://schemas.microsoft.com/office/drawing/2014/main" id="{8A40520F-852C-8249-8369-4658718C57DA}"/>
                </a:ext>
              </a:extLst>
            </p:cNvPr>
            <p:cNvSpPr/>
            <p:nvPr/>
          </p:nvSpPr>
          <p:spPr>
            <a:xfrm>
              <a:off x="7316723" y="34785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35">
            <a:extLst>
              <a:ext uri="{FF2B5EF4-FFF2-40B4-BE49-F238E27FC236}">
                <a16:creationId xmlns:a16="http://schemas.microsoft.com/office/drawing/2014/main" id="{6877D311-8C07-4E45-A71C-1488A04C4D8A}"/>
              </a:ext>
            </a:extLst>
          </p:cNvPr>
          <p:cNvSpPr txBox="1"/>
          <p:nvPr/>
        </p:nvSpPr>
        <p:spPr>
          <a:xfrm>
            <a:off x="7841983" y="4614433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2" name="object 36">
            <a:extLst>
              <a:ext uri="{FF2B5EF4-FFF2-40B4-BE49-F238E27FC236}">
                <a16:creationId xmlns:a16="http://schemas.microsoft.com/office/drawing/2014/main" id="{80272B06-FA9B-6441-BAC2-0C5280B98BCA}"/>
              </a:ext>
            </a:extLst>
          </p:cNvPr>
          <p:cNvGrpSpPr/>
          <p:nvPr/>
        </p:nvGrpSpPr>
        <p:grpSpPr>
          <a:xfrm>
            <a:off x="7170638" y="5367638"/>
            <a:ext cx="470534" cy="470534"/>
            <a:chOff x="6778752" y="4257294"/>
            <a:chExt cx="470534" cy="470534"/>
          </a:xfrm>
        </p:grpSpPr>
        <p:sp>
          <p:nvSpPr>
            <p:cNvPr id="13" name="object 37">
              <a:extLst>
                <a:ext uri="{FF2B5EF4-FFF2-40B4-BE49-F238E27FC236}">
                  <a16:creationId xmlns:a16="http://schemas.microsoft.com/office/drawing/2014/main" id="{1CD1024B-E117-DA4E-BBB6-E9FC79DF256E}"/>
                </a:ext>
              </a:extLst>
            </p:cNvPr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38">
              <a:extLst>
                <a:ext uri="{FF2B5EF4-FFF2-40B4-BE49-F238E27FC236}">
                  <a16:creationId xmlns:a16="http://schemas.microsoft.com/office/drawing/2014/main" id="{9E1D78C2-26EC-CF46-8460-F503EB71CCBA}"/>
                </a:ext>
              </a:extLst>
            </p:cNvPr>
            <p:cNvSpPr/>
            <p:nvPr/>
          </p:nvSpPr>
          <p:spPr>
            <a:xfrm>
              <a:off x="6797802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39">
            <a:extLst>
              <a:ext uri="{FF2B5EF4-FFF2-40B4-BE49-F238E27FC236}">
                <a16:creationId xmlns:a16="http://schemas.microsoft.com/office/drawing/2014/main" id="{FAD1AF1B-0B21-7B42-A626-C715B34BAA2E}"/>
              </a:ext>
            </a:extLst>
          </p:cNvPr>
          <p:cNvSpPr txBox="1"/>
          <p:nvPr/>
        </p:nvSpPr>
        <p:spPr>
          <a:xfrm>
            <a:off x="7322513" y="5412316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40">
            <a:extLst>
              <a:ext uri="{FF2B5EF4-FFF2-40B4-BE49-F238E27FC236}">
                <a16:creationId xmlns:a16="http://schemas.microsoft.com/office/drawing/2014/main" id="{A3B8E522-D269-8548-8476-2C394887F4D8}"/>
              </a:ext>
            </a:extLst>
          </p:cNvPr>
          <p:cNvSpPr/>
          <p:nvPr/>
        </p:nvSpPr>
        <p:spPr>
          <a:xfrm>
            <a:off x="9022297" y="459420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7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7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4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41">
            <a:extLst>
              <a:ext uri="{FF2B5EF4-FFF2-40B4-BE49-F238E27FC236}">
                <a16:creationId xmlns:a16="http://schemas.microsoft.com/office/drawing/2014/main" id="{9E7CF114-A2F0-EB47-BB40-15F7470DA637}"/>
              </a:ext>
            </a:extLst>
          </p:cNvPr>
          <p:cNvSpPr txBox="1"/>
          <p:nvPr/>
        </p:nvSpPr>
        <p:spPr>
          <a:xfrm>
            <a:off x="8488456" y="3823866"/>
            <a:ext cx="83248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8" name="object 42">
            <a:extLst>
              <a:ext uri="{FF2B5EF4-FFF2-40B4-BE49-F238E27FC236}">
                <a16:creationId xmlns:a16="http://schemas.microsoft.com/office/drawing/2014/main" id="{CC6CAEE4-B5B1-0C4E-BC6A-FA1F29868943}"/>
              </a:ext>
            </a:extLst>
          </p:cNvPr>
          <p:cNvGrpSpPr/>
          <p:nvPr/>
        </p:nvGrpSpPr>
        <p:grpSpPr>
          <a:xfrm>
            <a:off x="8147521" y="5367638"/>
            <a:ext cx="470534" cy="470534"/>
            <a:chOff x="7755635" y="4257294"/>
            <a:chExt cx="470534" cy="470534"/>
          </a:xfrm>
        </p:grpSpPr>
        <p:sp>
          <p:nvSpPr>
            <p:cNvPr id="19" name="object 43">
              <a:extLst>
                <a:ext uri="{FF2B5EF4-FFF2-40B4-BE49-F238E27FC236}">
                  <a16:creationId xmlns:a16="http://schemas.microsoft.com/office/drawing/2014/main" id="{1BA46EBB-0185-B040-AD89-F92018335235}"/>
                </a:ext>
              </a:extLst>
            </p:cNvPr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44">
              <a:extLst>
                <a:ext uri="{FF2B5EF4-FFF2-40B4-BE49-F238E27FC236}">
                  <a16:creationId xmlns:a16="http://schemas.microsoft.com/office/drawing/2014/main" id="{4203BC27-41C9-AC4A-9254-3F5DAA9B9284}"/>
                </a:ext>
              </a:extLst>
            </p:cNvPr>
            <p:cNvSpPr/>
            <p:nvPr/>
          </p:nvSpPr>
          <p:spPr>
            <a:xfrm>
              <a:off x="7774685" y="42763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45">
            <a:extLst>
              <a:ext uri="{FF2B5EF4-FFF2-40B4-BE49-F238E27FC236}">
                <a16:creationId xmlns:a16="http://schemas.microsoft.com/office/drawing/2014/main" id="{A7AE4F42-5023-DA41-BD3E-4F1DED288313}"/>
              </a:ext>
            </a:extLst>
          </p:cNvPr>
          <p:cNvSpPr txBox="1"/>
          <p:nvPr/>
        </p:nvSpPr>
        <p:spPr>
          <a:xfrm>
            <a:off x="8299432" y="5412316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2" name="object 46">
            <a:extLst>
              <a:ext uri="{FF2B5EF4-FFF2-40B4-BE49-F238E27FC236}">
                <a16:creationId xmlns:a16="http://schemas.microsoft.com/office/drawing/2014/main" id="{02EC99C1-A65C-134E-9531-ED59B06CFF51}"/>
              </a:ext>
            </a:extLst>
          </p:cNvPr>
          <p:cNvGrpSpPr/>
          <p:nvPr/>
        </p:nvGrpSpPr>
        <p:grpSpPr>
          <a:xfrm>
            <a:off x="7386283" y="3701144"/>
            <a:ext cx="1718945" cy="2085975"/>
            <a:chOff x="6994397" y="2590800"/>
            <a:chExt cx="1718945" cy="2085975"/>
          </a:xfrm>
        </p:grpSpPr>
        <p:sp>
          <p:nvSpPr>
            <p:cNvPr id="23" name="object 47">
              <a:extLst>
                <a:ext uri="{FF2B5EF4-FFF2-40B4-BE49-F238E27FC236}">
                  <a16:creationId xmlns:a16="http://schemas.microsoft.com/office/drawing/2014/main" id="{64E1A293-801A-5740-80CD-BB43A17D9A10}"/>
                </a:ext>
              </a:extLst>
            </p:cNvPr>
            <p:cNvSpPr/>
            <p:nvPr/>
          </p:nvSpPr>
          <p:spPr>
            <a:xfrm>
              <a:off x="7685526" y="3056381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29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48">
              <a:extLst>
                <a:ext uri="{FF2B5EF4-FFF2-40B4-BE49-F238E27FC236}">
                  <a16:creationId xmlns:a16="http://schemas.microsoft.com/office/drawing/2014/main" id="{44A61FBF-A452-D747-97AF-F0C0DBDA93E5}"/>
                </a:ext>
              </a:extLst>
            </p:cNvPr>
            <p:cNvSpPr/>
            <p:nvPr/>
          </p:nvSpPr>
          <p:spPr>
            <a:xfrm>
              <a:off x="7013447" y="3847338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29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49">
              <a:extLst>
                <a:ext uri="{FF2B5EF4-FFF2-40B4-BE49-F238E27FC236}">
                  <a16:creationId xmlns:a16="http://schemas.microsoft.com/office/drawing/2014/main" id="{C03F2DF3-0BAC-4A49-BC77-3B24723BEED9}"/>
                </a:ext>
              </a:extLst>
            </p:cNvPr>
            <p:cNvSpPr/>
            <p:nvPr/>
          </p:nvSpPr>
          <p:spPr>
            <a:xfrm>
              <a:off x="7685532" y="3847338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50">
              <a:extLst>
                <a:ext uri="{FF2B5EF4-FFF2-40B4-BE49-F238E27FC236}">
                  <a16:creationId xmlns:a16="http://schemas.microsoft.com/office/drawing/2014/main" id="{034311EC-5228-2144-B636-589644CFC8AD}"/>
                </a:ext>
              </a:extLst>
            </p:cNvPr>
            <p:cNvSpPr/>
            <p:nvPr/>
          </p:nvSpPr>
          <p:spPr>
            <a:xfrm>
              <a:off x="8332470" y="3056381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51">
              <a:extLst>
                <a:ext uri="{FF2B5EF4-FFF2-40B4-BE49-F238E27FC236}">
                  <a16:creationId xmlns:a16="http://schemas.microsoft.com/office/drawing/2014/main" id="{A9F3FF76-00A2-8041-806E-7AEB42024F76}"/>
                </a:ext>
              </a:extLst>
            </p:cNvPr>
            <p:cNvSpPr/>
            <p:nvPr/>
          </p:nvSpPr>
          <p:spPr>
            <a:xfrm>
              <a:off x="7193421" y="2609850"/>
              <a:ext cx="581025" cy="709930"/>
            </a:xfrm>
            <a:custGeom>
              <a:avLst/>
              <a:gdLst/>
              <a:ahLst/>
              <a:cxnLst/>
              <a:rect l="l" t="t" r="r" b="b"/>
              <a:pathLst>
                <a:path w="581025" h="709929">
                  <a:moveTo>
                    <a:pt x="580910" y="0"/>
                  </a:moveTo>
                  <a:lnTo>
                    <a:pt x="0" y="70963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52">
              <a:extLst>
                <a:ext uri="{FF2B5EF4-FFF2-40B4-BE49-F238E27FC236}">
                  <a16:creationId xmlns:a16="http://schemas.microsoft.com/office/drawing/2014/main" id="{A719CEB3-BAD8-D448-B5AA-3B6A7EEEFE49}"/>
                </a:ext>
              </a:extLst>
            </p:cNvPr>
            <p:cNvSpPr/>
            <p:nvPr/>
          </p:nvSpPr>
          <p:spPr>
            <a:xfrm>
              <a:off x="7133087" y="3268543"/>
              <a:ext cx="116839" cy="125095"/>
            </a:xfrm>
            <a:custGeom>
              <a:avLst/>
              <a:gdLst/>
              <a:ahLst/>
              <a:cxnLst/>
              <a:rect l="l" t="t" r="r" b="b"/>
              <a:pathLst>
                <a:path w="116839" h="125095">
                  <a:moveTo>
                    <a:pt x="28168" y="0"/>
                  </a:moveTo>
                  <a:lnTo>
                    <a:pt x="0" y="124650"/>
                  </a:lnTo>
                  <a:lnTo>
                    <a:pt x="116611" y="72402"/>
                  </a:lnTo>
                  <a:lnTo>
                    <a:pt x="281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53">
              <a:extLst>
                <a:ext uri="{FF2B5EF4-FFF2-40B4-BE49-F238E27FC236}">
                  <a16:creationId xmlns:a16="http://schemas.microsoft.com/office/drawing/2014/main" id="{16BA3E3E-66BE-B345-A61D-131ABED8B088}"/>
                </a:ext>
              </a:extLst>
            </p:cNvPr>
            <p:cNvSpPr/>
            <p:nvPr/>
          </p:nvSpPr>
          <p:spPr>
            <a:xfrm>
              <a:off x="7123938" y="3839717"/>
              <a:ext cx="585470" cy="761365"/>
            </a:xfrm>
            <a:custGeom>
              <a:avLst/>
              <a:gdLst/>
              <a:ahLst/>
              <a:cxnLst/>
              <a:rect l="l" t="t" r="r" b="b"/>
              <a:pathLst>
                <a:path w="585470" h="761364">
                  <a:moveTo>
                    <a:pt x="0" y="0"/>
                  </a:moveTo>
                  <a:lnTo>
                    <a:pt x="585393" y="76102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54">
              <a:extLst>
                <a:ext uri="{FF2B5EF4-FFF2-40B4-BE49-F238E27FC236}">
                  <a16:creationId xmlns:a16="http://schemas.microsoft.com/office/drawing/2014/main" id="{9A2F1DAD-4A5A-F649-9BAE-44A2FC46ECEB}"/>
                </a:ext>
              </a:extLst>
            </p:cNvPr>
            <p:cNvSpPr/>
            <p:nvPr/>
          </p:nvSpPr>
          <p:spPr>
            <a:xfrm>
              <a:off x="7652424" y="4550797"/>
              <a:ext cx="115570" cy="125730"/>
            </a:xfrm>
            <a:custGeom>
              <a:avLst/>
              <a:gdLst/>
              <a:ahLst/>
              <a:cxnLst/>
              <a:rect l="l" t="t" r="r" b="b"/>
              <a:pathLst>
                <a:path w="115570" h="125729">
                  <a:moveTo>
                    <a:pt x="90601" y="0"/>
                  </a:moveTo>
                  <a:lnTo>
                    <a:pt x="0" y="69684"/>
                  </a:lnTo>
                  <a:lnTo>
                    <a:pt x="114985" y="125437"/>
                  </a:lnTo>
                  <a:lnTo>
                    <a:pt x="906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4">
            <a:extLst>
              <a:ext uri="{FF2B5EF4-FFF2-40B4-BE49-F238E27FC236}">
                <a16:creationId xmlns:a16="http://schemas.microsoft.com/office/drawing/2014/main" id="{294052C0-C7F9-8244-A8E5-E568E40A7C47}"/>
              </a:ext>
            </a:extLst>
          </p:cNvPr>
          <p:cNvGrpSpPr/>
          <p:nvPr/>
        </p:nvGrpSpPr>
        <p:grpSpPr>
          <a:xfrm>
            <a:off x="7237800" y="548551"/>
            <a:ext cx="2642228" cy="2366008"/>
            <a:chOff x="4744973" y="3683634"/>
            <a:chExt cx="3157220" cy="2697480"/>
          </a:xfrm>
        </p:grpSpPr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F4E6B466-A8C3-1649-A3C3-415C2586ACCB}"/>
                </a:ext>
              </a:extLst>
            </p:cNvPr>
            <p:cNvSpPr/>
            <p:nvPr/>
          </p:nvSpPr>
          <p:spPr>
            <a:xfrm>
              <a:off x="4744974" y="3726179"/>
              <a:ext cx="2702560" cy="2654935"/>
            </a:xfrm>
            <a:custGeom>
              <a:avLst/>
              <a:gdLst/>
              <a:ahLst/>
              <a:cxnLst/>
              <a:rect l="l" t="t" r="r" b="b"/>
              <a:pathLst>
                <a:path w="2702559" h="2654935">
                  <a:moveTo>
                    <a:pt x="1362456" y="1406652"/>
                  </a:moveTo>
                  <a:lnTo>
                    <a:pt x="1133856" y="1406652"/>
                  </a:lnTo>
                  <a:lnTo>
                    <a:pt x="228600" y="1406652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635252"/>
                  </a:lnTo>
                  <a:lnTo>
                    <a:pt x="114300" y="1635252"/>
                  </a:lnTo>
                  <a:lnTo>
                    <a:pt x="228600" y="1635252"/>
                  </a:lnTo>
                  <a:lnTo>
                    <a:pt x="1133856" y="1635252"/>
                  </a:lnTo>
                  <a:lnTo>
                    <a:pt x="1133856" y="2654808"/>
                  </a:lnTo>
                  <a:lnTo>
                    <a:pt x="1362456" y="2654808"/>
                  </a:lnTo>
                  <a:lnTo>
                    <a:pt x="1362456" y="1635252"/>
                  </a:lnTo>
                  <a:lnTo>
                    <a:pt x="1362456" y="1406652"/>
                  </a:lnTo>
                  <a:close/>
                </a:path>
                <a:path w="2702559" h="2654935">
                  <a:moveTo>
                    <a:pt x="2702052" y="1019556"/>
                  </a:moveTo>
                  <a:lnTo>
                    <a:pt x="2655570" y="1019556"/>
                  </a:lnTo>
                  <a:lnTo>
                    <a:pt x="2520696" y="1019556"/>
                  </a:lnTo>
                  <a:lnTo>
                    <a:pt x="1796796" y="1019556"/>
                  </a:lnTo>
                  <a:lnTo>
                    <a:pt x="662178" y="1019556"/>
                  </a:lnTo>
                  <a:lnTo>
                    <a:pt x="662178" y="0"/>
                  </a:lnTo>
                  <a:lnTo>
                    <a:pt x="433578" y="0"/>
                  </a:lnTo>
                  <a:lnTo>
                    <a:pt x="433578" y="1248156"/>
                  </a:lnTo>
                  <a:lnTo>
                    <a:pt x="547878" y="1248156"/>
                  </a:lnTo>
                  <a:lnTo>
                    <a:pt x="662178" y="1248156"/>
                  </a:lnTo>
                  <a:lnTo>
                    <a:pt x="1796796" y="1248156"/>
                  </a:lnTo>
                  <a:lnTo>
                    <a:pt x="2520696" y="1248156"/>
                  </a:lnTo>
                  <a:lnTo>
                    <a:pt x="2520696" y="1406652"/>
                  </a:lnTo>
                  <a:lnTo>
                    <a:pt x="1781556" y="1406652"/>
                  </a:lnTo>
                  <a:lnTo>
                    <a:pt x="1623822" y="1406652"/>
                  </a:lnTo>
                  <a:lnTo>
                    <a:pt x="1552956" y="1406652"/>
                  </a:lnTo>
                  <a:lnTo>
                    <a:pt x="1552956" y="2654808"/>
                  </a:lnTo>
                  <a:lnTo>
                    <a:pt x="1781556" y="2654808"/>
                  </a:lnTo>
                  <a:lnTo>
                    <a:pt x="1781556" y="1635252"/>
                  </a:lnTo>
                  <a:lnTo>
                    <a:pt x="2520696" y="1635252"/>
                  </a:lnTo>
                  <a:lnTo>
                    <a:pt x="2655570" y="1635252"/>
                  </a:lnTo>
                  <a:lnTo>
                    <a:pt x="2702052" y="1635252"/>
                  </a:lnTo>
                  <a:lnTo>
                    <a:pt x="2702052" y="1019556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6">
              <a:extLst>
                <a:ext uri="{FF2B5EF4-FFF2-40B4-BE49-F238E27FC236}">
                  <a16:creationId xmlns:a16="http://schemas.microsoft.com/office/drawing/2014/main" id="{46757E37-4D17-1E48-9786-1F598450B801}"/>
                </a:ext>
              </a:extLst>
            </p:cNvPr>
            <p:cNvSpPr/>
            <p:nvPr/>
          </p:nvSpPr>
          <p:spPr>
            <a:xfrm>
              <a:off x="5072252" y="3709034"/>
              <a:ext cx="1048385" cy="1332230"/>
            </a:xfrm>
            <a:custGeom>
              <a:avLst/>
              <a:gdLst/>
              <a:ahLst/>
              <a:cxnLst/>
              <a:rect l="l" t="t" r="r" b="b"/>
              <a:pathLst>
                <a:path w="1048385" h="1332229">
                  <a:moveTo>
                    <a:pt x="0" y="0"/>
                  </a:moveTo>
                  <a:lnTo>
                    <a:pt x="0" y="1332026"/>
                  </a:lnTo>
                  <a:lnTo>
                    <a:pt x="1048308" y="1332026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7">
              <a:extLst>
                <a:ext uri="{FF2B5EF4-FFF2-40B4-BE49-F238E27FC236}">
                  <a16:creationId xmlns:a16="http://schemas.microsoft.com/office/drawing/2014/main" id="{C12F3727-22FD-014E-B036-52734B42DFA8}"/>
                </a:ext>
              </a:extLst>
            </p:cNvPr>
            <p:cNvSpPr/>
            <p:nvPr/>
          </p:nvSpPr>
          <p:spPr>
            <a:xfrm>
              <a:off x="6092540" y="4965781"/>
              <a:ext cx="154940" cy="152400"/>
            </a:xfrm>
            <a:custGeom>
              <a:avLst/>
              <a:gdLst/>
              <a:ahLst/>
              <a:cxnLst/>
              <a:rect l="l" t="t" r="r" b="b"/>
              <a:pathLst>
                <a:path w="154939" h="152400">
                  <a:moveTo>
                    <a:pt x="0" y="0"/>
                  </a:moveTo>
                  <a:lnTo>
                    <a:pt x="5270" y="152311"/>
                  </a:lnTo>
                  <a:lnTo>
                    <a:pt x="154940" y="70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8">
              <a:extLst>
                <a:ext uri="{FF2B5EF4-FFF2-40B4-BE49-F238E27FC236}">
                  <a16:creationId xmlns:a16="http://schemas.microsoft.com/office/drawing/2014/main" id="{A26037CF-45D1-B842-814B-6480C884877B}"/>
                </a:ext>
              </a:extLst>
            </p:cNvPr>
            <p:cNvSpPr/>
            <p:nvPr/>
          </p:nvSpPr>
          <p:spPr>
            <a:xfrm>
              <a:off x="7447128" y="4819727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59" h="454659">
                  <a:moveTo>
                    <a:pt x="399894" y="454271"/>
                  </a:moveTo>
                  <a:lnTo>
                    <a:pt x="227227" y="281671"/>
                  </a:lnTo>
                  <a:lnTo>
                    <a:pt x="54560" y="454271"/>
                  </a:lnTo>
                  <a:lnTo>
                    <a:pt x="0" y="399732"/>
                  </a:lnTo>
                  <a:lnTo>
                    <a:pt x="172667" y="227132"/>
                  </a:lnTo>
                  <a:lnTo>
                    <a:pt x="0" y="54532"/>
                  </a:lnTo>
                  <a:lnTo>
                    <a:pt x="54560" y="0"/>
                  </a:lnTo>
                  <a:lnTo>
                    <a:pt x="227227" y="172599"/>
                  </a:lnTo>
                  <a:lnTo>
                    <a:pt x="399894" y="0"/>
                  </a:lnTo>
                  <a:lnTo>
                    <a:pt x="454461" y="54532"/>
                  </a:lnTo>
                  <a:lnTo>
                    <a:pt x="281787" y="227132"/>
                  </a:lnTo>
                  <a:lnTo>
                    <a:pt x="454461" y="399732"/>
                  </a:lnTo>
                  <a:lnTo>
                    <a:pt x="399894" y="4542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6A6B246D-30EA-504C-BAB5-877C4B73F52D}"/>
                </a:ext>
              </a:extLst>
            </p:cNvPr>
            <p:cNvSpPr/>
            <p:nvPr/>
          </p:nvSpPr>
          <p:spPr>
            <a:xfrm>
              <a:off x="6064757" y="4433315"/>
              <a:ext cx="1130935" cy="560070"/>
            </a:xfrm>
            <a:custGeom>
              <a:avLst/>
              <a:gdLst/>
              <a:ahLst/>
              <a:cxnLst/>
              <a:rect l="l" t="t" r="r" b="b"/>
              <a:pathLst>
                <a:path w="1130934" h="560070">
                  <a:moveTo>
                    <a:pt x="1049085" y="47167"/>
                  </a:moveTo>
                  <a:lnTo>
                    <a:pt x="914298" y="47167"/>
                  </a:lnTo>
                  <a:lnTo>
                    <a:pt x="959315" y="53216"/>
                  </a:lnTo>
                  <a:lnTo>
                    <a:pt x="999767" y="70288"/>
                  </a:lnTo>
                  <a:lnTo>
                    <a:pt x="1034040" y="96767"/>
                  </a:lnTo>
                  <a:lnTo>
                    <a:pt x="1060519" y="131040"/>
                  </a:lnTo>
                  <a:lnTo>
                    <a:pt x="1077591" y="171492"/>
                  </a:lnTo>
                  <a:lnTo>
                    <a:pt x="1083640" y="216509"/>
                  </a:lnTo>
                  <a:lnTo>
                    <a:pt x="1083640" y="560069"/>
                  </a:lnTo>
                  <a:lnTo>
                    <a:pt x="1130808" y="560069"/>
                  </a:lnTo>
                  <a:lnTo>
                    <a:pt x="1130808" y="216509"/>
                  </a:lnTo>
                  <a:lnTo>
                    <a:pt x="1125089" y="166867"/>
                  </a:lnTo>
                  <a:lnTo>
                    <a:pt x="1108800" y="121296"/>
                  </a:lnTo>
                  <a:lnTo>
                    <a:pt x="1083241" y="81095"/>
                  </a:lnTo>
                  <a:lnTo>
                    <a:pt x="1049712" y="47566"/>
                  </a:lnTo>
                  <a:lnTo>
                    <a:pt x="1049085" y="47167"/>
                  </a:lnTo>
                  <a:close/>
                </a:path>
                <a:path w="1130934" h="560070">
                  <a:moveTo>
                    <a:pt x="280035" y="216509"/>
                  </a:moveTo>
                  <a:lnTo>
                    <a:pt x="0" y="216509"/>
                  </a:lnTo>
                  <a:lnTo>
                    <a:pt x="140017" y="464032"/>
                  </a:lnTo>
                  <a:lnTo>
                    <a:pt x="280035" y="216509"/>
                  </a:lnTo>
                  <a:close/>
                </a:path>
                <a:path w="1130934" h="560070">
                  <a:moveTo>
                    <a:pt x="914298" y="0"/>
                  </a:moveTo>
                  <a:lnTo>
                    <a:pt x="332943" y="0"/>
                  </a:lnTo>
                  <a:lnTo>
                    <a:pt x="283296" y="5718"/>
                  </a:lnTo>
                  <a:lnTo>
                    <a:pt x="237724" y="22007"/>
                  </a:lnTo>
                  <a:lnTo>
                    <a:pt x="197524" y="47566"/>
                  </a:lnTo>
                  <a:lnTo>
                    <a:pt x="163995" y="81095"/>
                  </a:lnTo>
                  <a:lnTo>
                    <a:pt x="138438" y="121296"/>
                  </a:lnTo>
                  <a:lnTo>
                    <a:pt x="122151" y="166867"/>
                  </a:lnTo>
                  <a:lnTo>
                    <a:pt x="116433" y="216509"/>
                  </a:lnTo>
                  <a:lnTo>
                    <a:pt x="163601" y="216509"/>
                  </a:lnTo>
                  <a:lnTo>
                    <a:pt x="169650" y="171492"/>
                  </a:lnTo>
                  <a:lnTo>
                    <a:pt x="186721" y="131040"/>
                  </a:lnTo>
                  <a:lnTo>
                    <a:pt x="213201" y="96767"/>
                  </a:lnTo>
                  <a:lnTo>
                    <a:pt x="247474" y="70288"/>
                  </a:lnTo>
                  <a:lnTo>
                    <a:pt x="287926" y="53216"/>
                  </a:lnTo>
                  <a:lnTo>
                    <a:pt x="332943" y="47167"/>
                  </a:lnTo>
                  <a:lnTo>
                    <a:pt x="1049085" y="47167"/>
                  </a:lnTo>
                  <a:lnTo>
                    <a:pt x="1009511" y="22007"/>
                  </a:lnTo>
                  <a:lnTo>
                    <a:pt x="963940" y="5718"/>
                  </a:lnTo>
                  <a:lnTo>
                    <a:pt x="914298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10">
              <a:extLst>
                <a:ext uri="{FF2B5EF4-FFF2-40B4-BE49-F238E27FC236}">
                  <a16:creationId xmlns:a16="http://schemas.microsoft.com/office/drawing/2014/main" id="{4A306C44-CF8C-CB4D-B082-A06FA685CBD3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067043" y="4939283"/>
              <a:ext cx="207263" cy="207263"/>
            </a:xfrm>
            <a:prstGeom prst="rect">
              <a:avLst/>
            </a:prstGeom>
          </p:spPr>
        </p:pic>
        <p:sp>
          <p:nvSpPr>
            <p:cNvPr id="38" name="object 11">
              <a:extLst>
                <a:ext uri="{FF2B5EF4-FFF2-40B4-BE49-F238E27FC236}">
                  <a16:creationId xmlns:a16="http://schemas.microsoft.com/office/drawing/2014/main" id="{77022A13-9CEB-F645-A7B6-046E7F266465}"/>
                </a:ext>
              </a:extLst>
            </p:cNvPr>
            <p:cNvSpPr/>
            <p:nvPr/>
          </p:nvSpPr>
          <p:spPr>
            <a:xfrm>
              <a:off x="6274688" y="5033390"/>
              <a:ext cx="770255" cy="0"/>
            </a:xfrm>
            <a:custGeom>
              <a:avLst/>
              <a:gdLst/>
              <a:ahLst/>
              <a:cxnLst/>
              <a:rect l="l" t="t" r="r" b="b"/>
              <a:pathLst>
                <a:path w="770254">
                  <a:moveTo>
                    <a:pt x="0" y="0"/>
                  </a:moveTo>
                  <a:lnTo>
                    <a:pt x="770191" y="0"/>
                  </a:lnTo>
                </a:path>
              </a:pathLst>
            </a:custGeom>
            <a:ln w="50800">
              <a:solidFill>
                <a:srgbClr val="FF9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2">
              <a:extLst>
                <a:ext uri="{FF2B5EF4-FFF2-40B4-BE49-F238E27FC236}">
                  <a16:creationId xmlns:a16="http://schemas.microsoft.com/office/drawing/2014/main" id="{B5A752F5-6CA4-3A45-A234-EAE15BEA3E0A}"/>
                </a:ext>
              </a:extLst>
            </p:cNvPr>
            <p:cNvSpPr/>
            <p:nvPr/>
          </p:nvSpPr>
          <p:spPr>
            <a:xfrm>
              <a:off x="7019472" y="4957197"/>
              <a:ext cx="153035" cy="152400"/>
            </a:xfrm>
            <a:custGeom>
              <a:avLst/>
              <a:gdLst/>
              <a:ahLst/>
              <a:cxnLst/>
              <a:rect l="l" t="t" r="r" b="b"/>
              <a:pathLst>
                <a:path w="153034" h="152400">
                  <a:moveTo>
                    <a:pt x="0" y="0"/>
                  </a:moveTo>
                  <a:lnTo>
                    <a:pt x="12" y="152399"/>
                  </a:lnTo>
                  <a:lnTo>
                    <a:pt x="152412" y="76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13">
            <a:extLst>
              <a:ext uri="{FF2B5EF4-FFF2-40B4-BE49-F238E27FC236}">
                <a16:creationId xmlns:a16="http://schemas.microsoft.com/office/drawing/2014/main" id="{60DEB750-AF67-4D4D-9BA6-E789F5312B68}"/>
              </a:ext>
            </a:extLst>
          </p:cNvPr>
          <p:cNvSpPr txBox="1"/>
          <p:nvPr/>
        </p:nvSpPr>
        <p:spPr>
          <a:xfrm>
            <a:off x="7688567" y="96103"/>
            <a:ext cx="80665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 err="1">
                <a:latin typeface="PMingLiU"/>
                <a:cs typeface="PMingLiU"/>
              </a:rPr>
              <a:t>入口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41" name="object 14">
            <a:extLst>
              <a:ext uri="{FF2B5EF4-FFF2-40B4-BE49-F238E27FC236}">
                <a16:creationId xmlns:a16="http://schemas.microsoft.com/office/drawing/2014/main" id="{8EC02594-F988-4942-9B16-536514BF9EFE}"/>
              </a:ext>
            </a:extLst>
          </p:cNvPr>
          <p:cNvSpPr/>
          <p:nvPr/>
        </p:nvSpPr>
        <p:spPr>
          <a:xfrm>
            <a:off x="7373872" y="219352"/>
            <a:ext cx="267305" cy="203294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4"/>
                </a:lnTo>
                <a:lnTo>
                  <a:pt x="0" y="115824"/>
                </a:lnTo>
                <a:lnTo>
                  <a:pt x="159639" y="231648"/>
                </a:lnTo>
                <a:lnTo>
                  <a:pt x="319278" y="115824"/>
                </a:lnTo>
                <a:lnTo>
                  <a:pt x="239458" y="115824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5">
            <a:extLst>
              <a:ext uri="{FF2B5EF4-FFF2-40B4-BE49-F238E27FC236}">
                <a16:creationId xmlns:a16="http://schemas.microsoft.com/office/drawing/2014/main" id="{88A6DB6B-B622-A448-AB1E-F67536177686}"/>
              </a:ext>
            </a:extLst>
          </p:cNvPr>
          <p:cNvSpPr/>
          <p:nvPr/>
        </p:nvSpPr>
        <p:spPr>
          <a:xfrm>
            <a:off x="8321522" y="3016959"/>
            <a:ext cx="267305" cy="203294"/>
          </a:xfrm>
          <a:custGeom>
            <a:avLst/>
            <a:gdLst/>
            <a:ahLst/>
            <a:cxnLst/>
            <a:rect l="l" t="t" r="r" b="b"/>
            <a:pathLst>
              <a:path w="319404" h="231775">
                <a:moveTo>
                  <a:pt x="239458" y="0"/>
                </a:moveTo>
                <a:lnTo>
                  <a:pt x="79819" y="0"/>
                </a:lnTo>
                <a:lnTo>
                  <a:pt x="79819" y="115823"/>
                </a:lnTo>
                <a:lnTo>
                  <a:pt x="0" y="115823"/>
                </a:lnTo>
                <a:lnTo>
                  <a:pt x="159639" y="231647"/>
                </a:lnTo>
                <a:lnTo>
                  <a:pt x="319278" y="115823"/>
                </a:lnTo>
                <a:lnTo>
                  <a:pt x="239458" y="115823"/>
                </a:lnTo>
                <a:lnTo>
                  <a:pt x="239458" y="0"/>
                </a:lnTo>
                <a:close/>
              </a:path>
            </a:pathLst>
          </a:custGeom>
          <a:solidFill>
            <a:srgbClr val="FF9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6">
            <a:extLst>
              <a:ext uri="{FF2B5EF4-FFF2-40B4-BE49-F238E27FC236}">
                <a16:creationId xmlns:a16="http://schemas.microsoft.com/office/drawing/2014/main" id="{FA366677-6E87-964C-814E-E26D92683783}"/>
              </a:ext>
            </a:extLst>
          </p:cNvPr>
          <p:cNvSpPr txBox="1"/>
          <p:nvPr/>
        </p:nvSpPr>
        <p:spPr>
          <a:xfrm>
            <a:off x="8763356" y="2945530"/>
            <a:ext cx="7004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5"/>
              </a:lnSpc>
            </a:pPr>
            <a:r>
              <a:rPr sz="2400" spc="-25" dirty="0" err="1">
                <a:latin typeface="PMingLiU"/>
                <a:cs typeface="PMingLiU"/>
              </a:rPr>
              <a:t>出口</a:t>
            </a:r>
            <a:endParaRPr sz="2400" dirty="0">
              <a:latin typeface="PMingLiU"/>
              <a:cs typeface="PMingLiU"/>
            </a:endParaRPr>
          </a:p>
        </p:txBody>
      </p:sp>
      <p:grpSp>
        <p:nvGrpSpPr>
          <p:cNvPr id="44" name="object 5">
            <a:extLst>
              <a:ext uri="{FF2B5EF4-FFF2-40B4-BE49-F238E27FC236}">
                <a16:creationId xmlns:a16="http://schemas.microsoft.com/office/drawing/2014/main" id="{AE5113F3-D3DA-434A-A0BF-1D012806F0C5}"/>
              </a:ext>
            </a:extLst>
          </p:cNvPr>
          <p:cNvGrpSpPr/>
          <p:nvPr/>
        </p:nvGrpSpPr>
        <p:grpSpPr>
          <a:xfrm>
            <a:off x="2677450" y="4138531"/>
            <a:ext cx="470534" cy="470534"/>
            <a:chOff x="2231135" y="2647188"/>
            <a:chExt cx="470534" cy="470534"/>
          </a:xfrm>
        </p:grpSpPr>
        <p:sp>
          <p:nvSpPr>
            <p:cNvPr id="45" name="object 6">
              <a:extLst>
                <a:ext uri="{FF2B5EF4-FFF2-40B4-BE49-F238E27FC236}">
                  <a16:creationId xmlns:a16="http://schemas.microsoft.com/office/drawing/2014/main" id="{DF3221D6-9481-F84F-ACAD-F952A9EAD4A0}"/>
                </a:ext>
              </a:extLst>
            </p:cNvPr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6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3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6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7">
              <a:extLst>
                <a:ext uri="{FF2B5EF4-FFF2-40B4-BE49-F238E27FC236}">
                  <a16:creationId xmlns:a16="http://schemas.microsoft.com/office/drawing/2014/main" id="{D9115417-03DD-3E46-896E-D26D225D5F10}"/>
                </a:ext>
              </a:extLst>
            </p:cNvPr>
            <p:cNvSpPr/>
            <p:nvPr/>
          </p:nvSpPr>
          <p:spPr>
            <a:xfrm>
              <a:off x="2250185" y="266623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6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3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8">
            <a:extLst>
              <a:ext uri="{FF2B5EF4-FFF2-40B4-BE49-F238E27FC236}">
                <a16:creationId xmlns:a16="http://schemas.microsoft.com/office/drawing/2014/main" id="{8F3CD5C4-918C-2C4B-A6FA-DF45170DC615}"/>
              </a:ext>
            </a:extLst>
          </p:cNvPr>
          <p:cNvSpPr txBox="1"/>
          <p:nvPr/>
        </p:nvSpPr>
        <p:spPr>
          <a:xfrm>
            <a:off x="2829443" y="4183095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8" name="object 9">
            <a:extLst>
              <a:ext uri="{FF2B5EF4-FFF2-40B4-BE49-F238E27FC236}">
                <a16:creationId xmlns:a16="http://schemas.microsoft.com/office/drawing/2014/main" id="{5D1C6170-A7A2-D344-BD3D-24F7B3BEF73E}"/>
              </a:ext>
            </a:extLst>
          </p:cNvPr>
          <p:cNvGrpSpPr/>
          <p:nvPr/>
        </p:nvGrpSpPr>
        <p:grpSpPr>
          <a:xfrm>
            <a:off x="2031275" y="4928725"/>
            <a:ext cx="469900" cy="470534"/>
            <a:chOff x="1584960" y="3437382"/>
            <a:chExt cx="469900" cy="470534"/>
          </a:xfrm>
        </p:grpSpPr>
        <p:sp>
          <p:nvSpPr>
            <p:cNvPr id="49" name="object 10">
              <a:extLst>
                <a:ext uri="{FF2B5EF4-FFF2-40B4-BE49-F238E27FC236}">
                  <a16:creationId xmlns:a16="http://schemas.microsoft.com/office/drawing/2014/main" id="{5B990B7D-B013-0643-9F2D-9F2DE0271EAF}"/>
                </a:ext>
              </a:extLst>
            </p:cNvPr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215646" y="0"/>
                  </a:moveTo>
                  <a:lnTo>
                    <a:pt x="166199" y="5705"/>
                  </a:lnTo>
                  <a:lnTo>
                    <a:pt x="120809" y="21958"/>
                  </a:lnTo>
                  <a:lnTo>
                    <a:pt x="80769" y="47460"/>
                  </a:lnTo>
                  <a:lnTo>
                    <a:pt x="47374" y="80915"/>
                  </a:lnTo>
                  <a:lnTo>
                    <a:pt x="21918" y="121025"/>
                  </a:lnTo>
                  <a:lnTo>
                    <a:pt x="5695" y="166495"/>
                  </a:lnTo>
                  <a:lnTo>
                    <a:pt x="0" y="216027"/>
                  </a:lnTo>
                  <a:lnTo>
                    <a:pt x="5695" y="265558"/>
                  </a:lnTo>
                  <a:lnTo>
                    <a:pt x="21918" y="311028"/>
                  </a:lnTo>
                  <a:lnTo>
                    <a:pt x="47374" y="351138"/>
                  </a:lnTo>
                  <a:lnTo>
                    <a:pt x="80769" y="384593"/>
                  </a:lnTo>
                  <a:lnTo>
                    <a:pt x="120809" y="410095"/>
                  </a:lnTo>
                  <a:lnTo>
                    <a:pt x="166199" y="426348"/>
                  </a:lnTo>
                  <a:lnTo>
                    <a:pt x="215646" y="432054"/>
                  </a:lnTo>
                  <a:lnTo>
                    <a:pt x="265092" y="426348"/>
                  </a:lnTo>
                  <a:lnTo>
                    <a:pt x="310482" y="410095"/>
                  </a:lnTo>
                  <a:lnTo>
                    <a:pt x="350522" y="384593"/>
                  </a:lnTo>
                  <a:lnTo>
                    <a:pt x="383917" y="351138"/>
                  </a:lnTo>
                  <a:lnTo>
                    <a:pt x="409373" y="311028"/>
                  </a:lnTo>
                  <a:lnTo>
                    <a:pt x="425596" y="265558"/>
                  </a:lnTo>
                  <a:lnTo>
                    <a:pt x="431292" y="216027"/>
                  </a:lnTo>
                  <a:lnTo>
                    <a:pt x="425596" y="166495"/>
                  </a:lnTo>
                  <a:lnTo>
                    <a:pt x="409373" y="121025"/>
                  </a:lnTo>
                  <a:lnTo>
                    <a:pt x="383917" y="80915"/>
                  </a:lnTo>
                  <a:lnTo>
                    <a:pt x="350522" y="47460"/>
                  </a:lnTo>
                  <a:lnTo>
                    <a:pt x="310482" y="21958"/>
                  </a:lnTo>
                  <a:lnTo>
                    <a:pt x="265092" y="5705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1">
              <a:extLst>
                <a:ext uri="{FF2B5EF4-FFF2-40B4-BE49-F238E27FC236}">
                  <a16:creationId xmlns:a16="http://schemas.microsoft.com/office/drawing/2014/main" id="{CEF6B091-D272-C941-86C7-4A4331608C90}"/>
                </a:ext>
              </a:extLst>
            </p:cNvPr>
            <p:cNvSpPr/>
            <p:nvPr/>
          </p:nvSpPr>
          <p:spPr>
            <a:xfrm>
              <a:off x="1604010" y="3456432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0" y="216027"/>
                  </a:moveTo>
                  <a:lnTo>
                    <a:pt x="5695" y="166495"/>
                  </a:lnTo>
                  <a:lnTo>
                    <a:pt x="21918" y="121025"/>
                  </a:lnTo>
                  <a:lnTo>
                    <a:pt x="47374" y="80915"/>
                  </a:lnTo>
                  <a:lnTo>
                    <a:pt x="80769" y="47460"/>
                  </a:lnTo>
                  <a:lnTo>
                    <a:pt x="120809" y="21958"/>
                  </a:lnTo>
                  <a:lnTo>
                    <a:pt x="166199" y="5705"/>
                  </a:lnTo>
                  <a:lnTo>
                    <a:pt x="215646" y="0"/>
                  </a:lnTo>
                  <a:lnTo>
                    <a:pt x="265092" y="5705"/>
                  </a:lnTo>
                  <a:lnTo>
                    <a:pt x="310482" y="21958"/>
                  </a:lnTo>
                  <a:lnTo>
                    <a:pt x="350522" y="47460"/>
                  </a:lnTo>
                  <a:lnTo>
                    <a:pt x="383917" y="80915"/>
                  </a:lnTo>
                  <a:lnTo>
                    <a:pt x="409373" y="121025"/>
                  </a:lnTo>
                  <a:lnTo>
                    <a:pt x="425596" y="166495"/>
                  </a:lnTo>
                  <a:lnTo>
                    <a:pt x="431292" y="216027"/>
                  </a:lnTo>
                  <a:lnTo>
                    <a:pt x="425596" y="265558"/>
                  </a:lnTo>
                  <a:lnTo>
                    <a:pt x="409373" y="311028"/>
                  </a:lnTo>
                  <a:lnTo>
                    <a:pt x="383917" y="351138"/>
                  </a:lnTo>
                  <a:lnTo>
                    <a:pt x="350522" y="384593"/>
                  </a:lnTo>
                  <a:lnTo>
                    <a:pt x="310482" y="410095"/>
                  </a:lnTo>
                  <a:lnTo>
                    <a:pt x="265092" y="426348"/>
                  </a:lnTo>
                  <a:lnTo>
                    <a:pt x="215646" y="432054"/>
                  </a:lnTo>
                  <a:lnTo>
                    <a:pt x="166199" y="426348"/>
                  </a:lnTo>
                  <a:lnTo>
                    <a:pt x="120809" y="410095"/>
                  </a:lnTo>
                  <a:lnTo>
                    <a:pt x="80769" y="384593"/>
                  </a:lnTo>
                  <a:lnTo>
                    <a:pt x="47374" y="351138"/>
                  </a:lnTo>
                  <a:lnTo>
                    <a:pt x="21918" y="311028"/>
                  </a:lnTo>
                  <a:lnTo>
                    <a:pt x="569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12">
            <a:extLst>
              <a:ext uri="{FF2B5EF4-FFF2-40B4-BE49-F238E27FC236}">
                <a16:creationId xmlns:a16="http://schemas.microsoft.com/office/drawing/2014/main" id="{DB35AE15-0F0B-634D-BD27-EBBC722E0ED9}"/>
              </a:ext>
            </a:extLst>
          </p:cNvPr>
          <p:cNvSpPr txBox="1"/>
          <p:nvPr/>
        </p:nvSpPr>
        <p:spPr>
          <a:xfrm>
            <a:off x="2182971" y="4973662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2" name="object 13">
            <a:extLst>
              <a:ext uri="{FF2B5EF4-FFF2-40B4-BE49-F238E27FC236}">
                <a16:creationId xmlns:a16="http://schemas.microsoft.com/office/drawing/2014/main" id="{7A6A7153-9C7F-194F-B3D5-1916084FCE4B}"/>
              </a:ext>
            </a:extLst>
          </p:cNvPr>
          <p:cNvSpPr/>
          <p:nvPr/>
        </p:nvSpPr>
        <p:spPr>
          <a:xfrm>
            <a:off x="1530640" y="574558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4">
            <a:extLst>
              <a:ext uri="{FF2B5EF4-FFF2-40B4-BE49-F238E27FC236}">
                <a16:creationId xmlns:a16="http://schemas.microsoft.com/office/drawing/2014/main" id="{26018C9C-5D35-DF40-9E9D-101003253793}"/>
              </a:ext>
            </a:extLst>
          </p:cNvPr>
          <p:cNvSpPr txBox="1"/>
          <p:nvPr/>
        </p:nvSpPr>
        <p:spPr>
          <a:xfrm>
            <a:off x="1663500" y="5771545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4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4" name="object 15">
            <a:extLst>
              <a:ext uri="{FF2B5EF4-FFF2-40B4-BE49-F238E27FC236}">
                <a16:creationId xmlns:a16="http://schemas.microsoft.com/office/drawing/2014/main" id="{1F394C23-3936-2244-8F23-3BB06A05983B}"/>
              </a:ext>
            </a:extLst>
          </p:cNvPr>
          <p:cNvGrpSpPr/>
          <p:nvPr/>
        </p:nvGrpSpPr>
        <p:grpSpPr>
          <a:xfrm>
            <a:off x="3344200" y="4934821"/>
            <a:ext cx="470534" cy="470534"/>
            <a:chOff x="2897885" y="3443478"/>
            <a:chExt cx="470534" cy="470534"/>
          </a:xfrm>
        </p:grpSpPr>
        <p:sp>
          <p:nvSpPr>
            <p:cNvPr id="55" name="object 16">
              <a:extLst>
                <a:ext uri="{FF2B5EF4-FFF2-40B4-BE49-F238E27FC236}">
                  <a16:creationId xmlns:a16="http://schemas.microsoft.com/office/drawing/2014/main" id="{AA6F8C2E-42D0-E94C-B45E-CC8AFADDBA6F}"/>
                </a:ext>
              </a:extLst>
            </p:cNvPr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7" y="0"/>
                  </a:moveTo>
                  <a:lnTo>
                    <a:pt x="166495" y="5705"/>
                  </a:lnTo>
                  <a:lnTo>
                    <a:pt x="121025" y="21958"/>
                  </a:lnTo>
                  <a:lnTo>
                    <a:pt x="80915" y="47460"/>
                  </a:lnTo>
                  <a:lnTo>
                    <a:pt x="47460" y="80915"/>
                  </a:lnTo>
                  <a:lnTo>
                    <a:pt x="21958" y="121025"/>
                  </a:lnTo>
                  <a:lnTo>
                    <a:pt x="5705" y="166495"/>
                  </a:lnTo>
                  <a:lnTo>
                    <a:pt x="0" y="216027"/>
                  </a:lnTo>
                  <a:lnTo>
                    <a:pt x="5705" y="265558"/>
                  </a:lnTo>
                  <a:lnTo>
                    <a:pt x="21958" y="311028"/>
                  </a:lnTo>
                  <a:lnTo>
                    <a:pt x="47460" y="351138"/>
                  </a:lnTo>
                  <a:lnTo>
                    <a:pt x="80915" y="384593"/>
                  </a:lnTo>
                  <a:lnTo>
                    <a:pt x="121025" y="410095"/>
                  </a:lnTo>
                  <a:lnTo>
                    <a:pt x="166495" y="426348"/>
                  </a:lnTo>
                  <a:lnTo>
                    <a:pt x="216027" y="432054"/>
                  </a:lnTo>
                  <a:lnTo>
                    <a:pt x="265558" y="426348"/>
                  </a:lnTo>
                  <a:lnTo>
                    <a:pt x="311028" y="410095"/>
                  </a:lnTo>
                  <a:lnTo>
                    <a:pt x="351138" y="384593"/>
                  </a:lnTo>
                  <a:lnTo>
                    <a:pt x="384593" y="351138"/>
                  </a:lnTo>
                  <a:lnTo>
                    <a:pt x="410095" y="311028"/>
                  </a:lnTo>
                  <a:lnTo>
                    <a:pt x="426348" y="265558"/>
                  </a:lnTo>
                  <a:lnTo>
                    <a:pt x="432054" y="216027"/>
                  </a:lnTo>
                  <a:lnTo>
                    <a:pt x="426348" y="166495"/>
                  </a:lnTo>
                  <a:lnTo>
                    <a:pt x="410095" y="121025"/>
                  </a:lnTo>
                  <a:lnTo>
                    <a:pt x="384593" y="80915"/>
                  </a:lnTo>
                  <a:lnTo>
                    <a:pt x="351138" y="47460"/>
                  </a:lnTo>
                  <a:lnTo>
                    <a:pt x="311028" y="21958"/>
                  </a:lnTo>
                  <a:lnTo>
                    <a:pt x="265558" y="5705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7">
              <a:extLst>
                <a:ext uri="{FF2B5EF4-FFF2-40B4-BE49-F238E27FC236}">
                  <a16:creationId xmlns:a16="http://schemas.microsoft.com/office/drawing/2014/main" id="{B3E12934-B619-C249-A869-727F831FB79D}"/>
                </a:ext>
              </a:extLst>
            </p:cNvPr>
            <p:cNvSpPr/>
            <p:nvPr/>
          </p:nvSpPr>
          <p:spPr>
            <a:xfrm>
              <a:off x="2916935" y="346252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7"/>
                  </a:moveTo>
                  <a:lnTo>
                    <a:pt x="5705" y="166495"/>
                  </a:lnTo>
                  <a:lnTo>
                    <a:pt x="21958" y="121025"/>
                  </a:lnTo>
                  <a:lnTo>
                    <a:pt x="47460" y="80915"/>
                  </a:lnTo>
                  <a:lnTo>
                    <a:pt x="80915" y="47460"/>
                  </a:lnTo>
                  <a:lnTo>
                    <a:pt x="121025" y="21958"/>
                  </a:lnTo>
                  <a:lnTo>
                    <a:pt x="166495" y="5705"/>
                  </a:lnTo>
                  <a:lnTo>
                    <a:pt x="216027" y="0"/>
                  </a:lnTo>
                  <a:lnTo>
                    <a:pt x="265558" y="5705"/>
                  </a:lnTo>
                  <a:lnTo>
                    <a:pt x="311028" y="21958"/>
                  </a:lnTo>
                  <a:lnTo>
                    <a:pt x="351138" y="47460"/>
                  </a:lnTo>
                  <a:lnTo>
                    <a:pt x="384593" y="80915"/>
                  </a:lnTo>
                  <a:lnTo>
                    <a:pt x="410095" y="121025"/>
                  </a:lnTo>
                  <a:lnTo>
                    <a:pt x="426348" y="166495"/>
                  </a:lnTo>
                  <a:lnTo>
                    <a:pt x="432054" y="216027"/>
                  </a:lnTo>
                  <a:lnTo>
                    <a:pt x="426348" y="265558"/>
                  </a:lnTo>
                  <a:lnTo>
                    <a:pt x="410095" y="311028"/>
                  </a:lnTo>
                  <a:lnTo>
                    <a:pt x="384593" y="351138"/>
                  </a:lnTo>
                  <a:lnTo>
                    <a:pt x="351138" y="384593"/>
                  </a:lnTo>
                  <a:lnTo>
                    <a:pt x="311028" y="410095"/>
                  </a:lnTo>
                  <a:lnTo>
                    <a:pt x="265558" y="426348"/>
                  </a:lnTo>
                  <a:lnTo>
                    <a:pt x="216027" y="432054"/>
                  </a:lnTo>
                  <a:lnTo>
                    <a:pt x="166495" y="426348"/>
                  </a:lnTo>
                  <a:lnTo>
                    <a:pt x="121025" y="410095"/>
                  </a:lnTo>
                  <a:lnTo>
                    <a:pt x="80915" y="384593"/>
                  </a:lnTo>
                  <a:lnTo>
                    <a:pt x="47460" y="351138"/>
                  </a:lnTo>
                  <a:lnTo>
                    <a:pt x="21958" y="311028"/>
                  </a:lnTo>
                  <a:lnTo>
                    <a:pt x="5705" y="265558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18">
            <a:extLst>
              <a:ext uri="{FF2B5EF4-FFF2-40B4-BE49-F238E27FC236}">
                <a16:creationId xmlns:a16="http://schemas.microsoft.com/office/drawing/2014/main" id="{FAAC05DD-132C-024F-8184-0FC3AB52EA61}"/>
              </a:ext>
            </a:extLst>
          </p:cNvPr>
          <p:cNvSpPr txBox="1"/>
          <p:nvPr/>
        </p:nvSpPr>
        <p:spPr>
          <a:xfrm>
            <a:off x="3496330" y="4979544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D38E1274-2207-FB4E-B321-DA6DC8F8B811}"/>
              </a:ext>
            </a:extLst>
          </p:cNvPr>
          <p:cNvSpPr/>
          <p:nvPr/>
        </p:nvSpPr>
        <p:spPr>
          <a:xfrm>
            <a:off x="2507525" y="574558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0" y="216026"/>
                </a:moveTo>
                <a:lnTo>
                  <a:pt x="5705" y="166495"/>
                </a:lnTo>
                <a:lnTo>
                  <a:pt x="21958" y="121025"/>
                </a:lnTo>
                <a:lnTo>
                  <a:pt x="47460" y="80915"/>
                </a:lnTo>
                <a:lnTo>
                  <a:pt x="80915" y="47460"/>
                </a:lnTo>
                <a:lnTo>
                  <a:pt x="121025" y="21958"/>
                </a:lnTo>
                <a:lnTo>
                  <a:pt x="166495" y="5705"/>
                </a:lnTo>
                <a:lnTo>
                  <a:pt x="216027" y="0"/>
                </a:lnTo>
                <a:lnTo>
                  <a:pt x="265558" y="5705"/>
                </a:lnTo>
                <a:lnTo>
                  <a:pt x="311028" y="21958"/>
                </a:lnTo>
                <a:lnTo>
                  <a:pt x="351138" y="47460"/>
                </a:lnTo>
                <a:lnTo>
                  <a:pt x="384593" y="80915"/>
                </a:lnTo>
                <a:lnTo>
                  <a:pt x="410095" y="121025"/>
                </a:lnTo>
                <a:lnTo>
                  <a:pt x="426348" y="166495"/>
                </a:lnTo>
                <a:lnTo>
                  <a:pt x="432054" y="216026"/>
                </a:lnTo>
                <a:lnTo>
                  <a:pt x="426348" y="265558"/>
                </a:lnTo>
                <a:lnTo>
                  <a:pt x="410095" y="311028"/>
                </a:lnTo>
                <a:lnTo>
                  <a:pt x="384593" y="351138"/>
                </a:lnTo>
                <a:lnTo>
                  <a:pt x="351138" y="384593"/>
                </a:lnTo>
                <a:lnTo>
                  <a:pt x="311028" y="410095"/>
                </a:lnTo>
                <a:lnTo>
                  <a:pt x="265558" y="426348"/>
                </a:lnTo>
                <a:lnTo>
                  <a:pt x="216027" y="432053"/>
                </a:lnTo>
                <a:lnTo>
                  <a:pt x="166495" y="426348"/>
                </a:lnTo>
                <a:lnTo>
                  <a:pt x="121025" y="410095"/>
                </a:lnTo>
                <a:lnTo>
                  <a:pt x="80915" y="384593"/>
                </a:lnTo>
                <a:lnTo>
                  <a:pt x="47460" y="351138"/>
                </a:lnTo>
                <a:lnTo>
                  <a:pt x="21958" y="311028"/>
                </a:lnTo>
                <a:lnTo>
                  <a:pt x="5705" y="265558"/>
                </a:lnTo>
                <a:lnTo>
                  <a:pt x="0" y="2160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0">
            <a:extLst>
              <a:ext uri="{FF2B5EF4-FFF2-40B4-BE49-F238E27FC236}">
                <a16:creationId xmlns:a16="http://schemas.microsoft.com/office/drawing/2014/main" id="{3DDE34AD-1446-EC46-900F-642B915917B0}"/>
              </a:ext>
            </a:extLst>
          </p:cNvPr>
          <p:cNvSpPr txBox="1"/>
          <p:nvPr/>
        </p:nvSpPr>
        <p:spPr>
          <a:xfrm>
            <a:off x="2640419" y="5771545"/>
            <a:ext cx="1657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60" name="object 21">
            <a:extLst>
              <a:ext uri="{FF2B5EF4-FFF2-40B4-BE49-F238E27FC236}">
                <a16:creationId xmlns:a16="http://schemas.microsoft.com/office/drawing/2014/main" id="{4AD6D35C-1974-5649-B344-24B913EFD0CE}"/>
              </a:ext>
            </a:extLst>
          </p:cNvPr>
          <p:cNvGrpSpPr/>
          <p:nvPr/>
        </p:nvGrpSpPr>
        <p:grpSpPr>
          <a:xfrm>
            <a:off x="1566314" y="4507338"/>
            <a:ext cx="2696845" cy="1257935"/>
            <a:chOff x="1119999" y="3015995"/>
            <a:chExt cx="2696845" cy="1257935"/>
          </a:xfrm>
        </p:grpSpPr>
        <p:sp>
          <p:nvSpPr>
            <p:cNvPr id="61" name="object 22">
              <a:extLst>
                <a:ext uri="{FF2B5EF4-FFF2-40B4-BE49-F238E27FC236}">
                  <a16:creationId xmlns:a16="http://schemas.microsoft.com/office/drawing/2014/main" id="{8DCCD1DA-A297-3D44-8CDC-982E69687323}"/>
                </a:ext>
              </a:extLst>
            </p:cNvPr>
            <p:cNvSpPr/>
            <p:nvPr/>
          </p:nvSpPr>
          <p:spPr>
            <a:xfrm>
              <a:off x="1972050" y="3035045"/>
              <a:ext cx="341630" cy="485140"/>
            </a:xfrm>
            <a:custGeom>
              <a:avLst/>
              <a:gdLst/>
              <a:ahLst/>
              <a:cxnLst/>
              <a:rect l="l" t="t" r="r" b="b"/>
              <a:pathLst>
                <a:path w="341630" h="485139">
                  <a:moveTo>
                    <a:pt x="341007" y="0"/>
                  </a:moveTo>
                  <a:lnTo>
                    <a:pt x="0" y="4851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23">
              <a:extLst>
                <a:ext uri="{FF2B5EF4-FFF2-40B4-BE49-F238E27FC236}">
                  <a16:creationId xmlns:a16="http://schemas.microsoft.com/office/drawing/2014/main" id="{38EF8D07-E87A-A949-B52D-D94460C7945F}"/>
                </a:ext>
              </a:extLst>
            </p:cNvPr>
            <p:cNvSpPr/>
            <p:nvPr/>
          </p:nvSpPr>
          <p:spPr>
            <a:xfrm>
              <a:off x="1299969" y="3825239"/>
              <a:ext cx="367030" cy="429259"/>
            </a:xfrm>
            <a:custGeom>
              <a:avLst/>
              <a:gdLst/>
              <a:ahLst/>
              <a:cxnLst/>
              <a:rect l="l" t="t" r="r" b="b"/>
              <a:pathLst>
                <a:path w="367030" h="429259">
                  <a:moveTo>
                    <a:pt x="366737" y="0"/>
                  </a:moveTo>
                  <a:lnTo>
                    <a:pt x="0" y="4291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24">
              <a:extLst>
                <a:ext uri="{FF2B5EF4-FFF2-40B4-BE49-F238E27FC236}">
                  <a16:creationId xmlns:a16="http://schemas.microsoft.com/office/drawing/2014/main" id="{8CD6E4E7-2E4E-D145-B3B0-08AC68087781}"/>
                </a:ext>
              </a:extLst>
            </p:cNvPr>
            <p:cNvSpPr/>
            <p:nvPr/>
          </p:nvSpPr>
          <p:spPr>
            <a:xfrm>
              <a:off x="1972056" y="3825239"/>
              <a:ext cx="304800" cy="429259"/>
            </a:xfrm>
            <a:custGeom>
              <a:avLst/>
              <a:gdLst/>
              <a:ahLst/>
              <a:cxnLst/>
              <a:rect l="l" t="t" r="r" b="b"/>
              <a:pathLst>
                <a:path w="304800" h="429259">
                  <a:moveTo>
                    <a:pt x="0" y="0"/>
                  </a:moveTo>
                  <a:lnTo>
                    <a:pt x="304711" y="4291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25">
              <a:extLst>
                <a:ext uri="{FF2B5EF4-FFF2-40B4-BE49-F238E27FC236}">
                  <a16:creationId xmlns:a16="http://schemas.microsoft.com/office/drawing/2014/main" id="{2E900B0E-6ECC-894C-8F36-BA93413B6C34}"/>
                </a:ext>
              </a:extLst>
            </p:cNvPr>
            <p:cNvSpPr/>
            <p:nvPr/>
          </p:nvSpPr>
          <p:spPr>
            <a:xfrm>
              <a:off x="2618994" y="3035045"/>
              <a:ext cx="361950" cy="491490"/>
            </a:xfrm>
            <a:custGeom>
              <a:avLst/>
              <a:gdLst/>
              <a:ahLst/>
              <a:cxnLst/>
              <a:rect l="l" t="t" r="r" b="b"/>
              <a:pathLst>
                <a:path w="361950" h="491489">
                  <a:moveTo>
                    <a:pt x="0" y="0"/>
                  </a:moveTo>
                  <a:lnTo>
                    <a:pt x="361416" y="4909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26">
              <a:extLst>
                <a:ext uri="{FF2B5EF4-FFF2-40B4-BE49-F238E27FC236}">
                  <a16:creationId xmlns:a16="http://schemas.microsoft.com/office/drawing/2014/main" id="{3D52BBAA-67F7-9E4D-A50C-CB9994F0CC33}"/>
                </a:ext>
              </a:extLst>
            </p:cNvPr>
            <p:cNvSpPr/>
            <p:nvPr/>
          </p:nvSpPr>
          <p:spPr>
            <a:xfrm>
              <a:off x="1139049" y="3828366"/>
              <a:ext cx="2658745" cy="227329"/>
            </a:xfrm>
            <a:custGeom>
              <a:avLst/>
              <a:gdLst/>
              <a:ahLst/>
              <a:cxnLst/>
              <a:rect l="l" t="t" r="r" b="b"/>
              <a:pathLst>
                <a:path w="2658745" h="227328">
                  <a:moveTo>
                    <a:pt x="2658554" y="40614"/>
                  </a:moveTo>
                  <a:lnTo>
                    <a:pt x="2604285" y="64857"/>
                  </a:lnTo>
                  <a:lnTo>
                    <a:pt x="2541931" y="87611"/>
                  </a:lnTo>
                  <a:lnTo>
                    <a:pt x="2472053" y="108828"/>
                  </a:lnTo>
                  <a:lnTo>
                    <a:pt x="2434467" y="118845"/>
                  </a:lnTo>
                  <a:lnTo>
                    <a:pt x="2395212" y="128459"/>
                  </a:lnTo>
                  <a:lnTo>
                    <a:pt x="2354356" y="137666"/>
                  </a:lnTo>
                  <a:lnTo>
                    <a:pt x="2311970" y="146458"/>
                  </a:lnTo>
                  <a:lnTo>
                    <a:pt x="2268124" y="154831"/>
                  </a:lnTo>
                  <a:lnTo>
                    <a:pt x="2222888" y="162777"/>
                  </a:lnTo>
                  <a:lnTo>
                    <a:pt x="2176332" y="170290"/>
                  </a:lnTo>
                  <a:lnTo>
                    <a:pt x="2128527" y="177366"/>
                  </a:lnTo>
                  <a:lnTo>
                    <a:pt x="2079542" y="183998"/>
                  </a:lnTo>
                  <a:lnTo>
                    <a:pt x="2029448" y="190179"/>
                  </a:lnTo>
                  <a:lnTo>
                    <a:pt x="1978315" y="195905"/>
                  </a:lnTo>
                  <a:lnTo>
                    <a:pt x="1926213" y="201168"/>
                  </a:lnTo>
                  <a:lnTo>
                    <a:pt x="1873213" y="205963"/>
                  </a:lnTo>
                  <a:lnTo>
                    <a:pt x="1819384" y="210285"/>
                  </a:lnTo>
                  <a:lnTo>
                    <a:pt x="1764796" y="214126"/>
                  </a:lnTo>
                  <a:lnTo>
                    <a:pt x="1709521" y="217481"/>
                  </a:lnTo>
                  <a:lnTo>
                    <a:pt x="1653627" y="220344"/>
                  </a:lnTo>
                  <a:lnTo>
                    <a:pt x="1597185" y="222709"/>
                  </a:lnTo>
                  <a:lnTo>
                    <a:pt x="1540266" y="224570"/>
                  </a:lnTo>
                  <a:lnTo>
                    <a:pt x="1482939" y="225921"/>
                  </a:lnTo>
                  <a:lnTo>
                    <a:pt x="1425274" y="226756"/>
                  </a:lnTo>
                  <a:lnTo>
                    <a:pt x="1367342" y="227069"/>
                  </a:lnTo>
                  <a:lnTo>
                    <a:pt x="1309213" y="226855"/>
                  </a:lnTo>
                  <a:lnTo>
                    <a:pt x="1250957" y="226106"/>
                  </a:lnTo>
                  <a:lnTo>
                    <a:pt x="1192645" y="224817"/>
                  </a:lnTo>
                  <a:lnTo>
                    <a:pt x="1134345" y="222983"/>
                  </a:lnTo>
                  <a:lnTo>
                    <a:pt x="1076129" y="220597"/>
                  </a:lnTo>
                  <a:lnTo>
                    <a:pt x="1018067" y="217652"/>
                  </a:lnTo>
                  <a:lnTo>
                    <a:pt x="960229" y="214144"/>
                  </a:lnTo>
                  <a:lnTo>
                    <a:pt x="902684" y="210066"/>
                  </a:lnTo>
                  <a:lnTo>
                    <a:pt x="845504" y="205413"/>
                  </a:lnTo>
                  <a:lnTo>
                    <a:pt x="788758" y="200177"/>
                  </a:lnTo>
                  <a:lnTo>
                    <a:pt x="717856" y="192715"/>
                  </a:lnTo>
                  <a:lnTo>
                    <a:pt x="649302" y="184444"/>
                  </a:lnTo>
                  <a:lnTo>
                    <a:pt x="583209" y="175394"/>
                  </a:lnTo>
                  <a:lnTo>
                    <a:pt x="519691" y="165593"/>
                  </a:lnTo>
                  <a:lnTo>
                    <a:pt x="458864" y="155072"/>
                  </a:lnTo>
                  <a:lnTo>
                    <a:pt x="400841" y="143857"/>
                  </a:lnTo>
                  <a:lnTo>
                    <a:pt x="345737" y="131979"/>
                  </a:lnTo>
                  <a:lnTo>
                    <a:pt x="293666" y="119467"/>
                  </a:lnTo>
                  <a:lnTo>
                    <a:pt x="244743" y="106349"/>
                  </a:lnTo>
                  <a:lnTo>
                    <a:pt x="199080" y="92654"/>
                  </a:lnTo>
                  <a:lnTo>
                    <a:pt x="156794" y="78412"/>
                  </a:lnTo>
                  <a:lnTo>
                    <a:pt x="117998" y="63651"/>
                  </a:lnTo>
                  <a:lnTo>
                    <a:pt x="82806" y="48400"/>
                  </a:lnTo>
                  <a:lnTo>
                    <a:pt x="23692" y="16546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5">
            <a:extLst>
              <a:ext uri="{FF2B5EF4-FFF2-40B4-BE49-F238E27FC236}">
                <a16:creationId xmlns:a16="http://schemas.microsoft.com/office/drawing/2014/main" id="{74311EEE-3902-404F-BDE3-C8B17B1E7520}"/>
              </a:ext>
            </a:extLst>
          </p:cNvPr>
          <p:cNvGrpSpPr/>
          <p:nvPr/>
        </p:nvGrpSpPr>
        <p:grpSpPr>
          <a:xfrm>
            <a:off x="859759" y="1390202"/>
            <a:ext cx="3974520" cy="2203759"/>
            <a:chOff x="6195821" y="2325623"/>
            <a:chExt cx="5016500" cy="2742565"/>
          </a:xfrm>
        </p:grpSpPr>
        <p:sp>
          <p:nvSpPr>
            <p:cNvPr id="67" name="object 6">
              <a:extLst>
                <a:ext uri="{FF2B5EF4-FFF2-40B4-BE49-F238E27FC236}">
                  <a16:creationId xmlns:a16="http://schemas.microsoft.com/office/drawing/2014/main" id="{FAA6621F-5A26-3B4C-8ECB-D60DDA203E7A}"/>
                </a:ext>
              </a:extLst>
            </p:cNvPr>
            <p:cNvSpPr/>
            <p:nvPr/>
          </p:nvSpPr>
          <p:spPr>
            <a:xfrm>
              <a:off x="6214871" y="2344673"/>
              <a:ext cx="4978400" cy="2704465"/>
            </a:xfrm>
            <a:custGeom>
              <a:avLst/>
              <a:gdLst/>
              <a:ahLst/>
              <a:cxnLst/>
              <a:rect l="l" t="t" r="r" b="b"/>
              <a:pathLst>
                <a:path w="4978400" h="2704465">
                  <a:moveTo>
                    <a:pt x="0" y="249174"/>
                  </a:moveTo>
                  <a:lnTo>
                    <a:pt x="4012" y="204370"/>
                  </a:lnTo>
                  <a:lnTo>
                    <a:pt x="15582" y="162207"/>
                  </a:lnTo>
                  <a:lnTo>
                    <a:pt x="34007" y="123387"/>
                  </a:lnTo>
                  <a:lnTo>
                    <a:pt x="58585" y="88612"/>
                  </a:lnTo>
                  <a:lnTo>
                    <a:pt x="88612" y="58585"/>
                  </a:lnTo>
                  <a:lnTo>
                    <a:pt x="123387" y="34007"/>
                  </a:lnTo>
                  <a:lnTo>
                    <a:pt x="162207" y="15582"/>
                  </a:lnTo>
                  <a:lnTo>
                    <a:pt x="204370" y="4012"/>
                  </a:lnTo>
                  <a:lnTo>
                    <a:pt x="249174" y="0"/>
                  </a:lnTo>
                  <a:lnTo>
                    <a:pt x="293977" y="4012"/>
                  </a:lnTo>
                  <a:lnTo>
                    <a:pt x="336140" y="15582"/>
                  </a:lnTo>
                  <a:lnTo>
                    <a:pt x="374960" y="34007"/>
                  </a:lnTo>
                  <a:lnTo>
                    <a:pt x="409735" y="58585"/>
                  </a:lnTo>
                  <a:lnTo>
                    <a:pt x="439762" y="88612"/>
                  </a:lnTo>
                  <a:lnTo>
                    <a:pt x="464340" y="123387"/>
                  </a:lnTo>
                  <a:lnTo>
                    <a:pt x="482765" y="162207"/>
                  </a:lnTo>
                  <a:lnTo>
                    <a:pt x="494335" y="204370"/>
                  </a:lnTo>
                  <a:lnTo>
                    <a:pt x="498348" y="249174"/>
                  </a:lnTo>
                  <a:lnTo>
                    <a:pt x="494335" y="293977"/>
                  </a:lnTo>
                  <a:lnTo>
                    <a:pt x="482765" y="336140"/>
                  </a:lnTo>
                  <a:lnTo>
                    <a:pt x="464340" y="374960"/>
                  </a:lnTo>
                  <a:lnTo>
                    <a:pt x="439762" y="409735"/>
                  </a:lnTo>
                  <a:lnTo>
                    <a:pt x="409735" y="439762"/>
                  </a:lnTo>
                  <a:lnTo>
                    <a:pt x="374960" y="464340"/>
                  </a:lnTo>
                  <a:lnTo>
                    <a:pt x="336140" y="482765"/>
                  </a:lnTo>
                  <a:lnTo>
                    <a:pt x="293977" y="494335"/>
                  </a:lnTo>
                  <a:lnTo>
                    <a:pt x="249174" y="498348"/>
                  </a:lnTo>
                  <a:lnTo>
                    <a:pt x="204370" y="494335"/>
                  </a:lnTo>
                  <a:lnTo>
                    <a:pt x="162207" y="482765"/>
                  </a:lnTo>
                  <a:lnTo>
                    <a:pt x="123387" y="464340"/>
                  </a:lnTo>
                  <a:lnTo>
                    <a:pt x="88612" y="439762"/>
                  </a:lnTo>
                  <a:lnTo>
                    <a:pt x="58585" y="409735"/>
                  </a:lnTo>
                  <a:lnTo>
                    <a:pt x="34007" y="374960"/>
                  </a:lnTo>
                  <a:lnTo>
                    <a:pt x="15582" y="336140"/>
                  </a:lnTo>
                  <a:lnTo>
                    <a:pt x="4012" y="293977"/>
                  </a:lnTo>
                  <a:lnTo>
                    <a:pt x="0" y="249174"/>
                  </a:lnTo>
                  <a:close/>
                </a:path>
                <a:path w="4978400" h="2704465">
                  <a:moveTo>
                    <a:pt x="0" y="983361"/>
                  </a:moveTo>
                  <a:lnTo>
                    <a:pt x="4012" y="938511"/>
                  </a:lnTo>
                  <a:lnTo>
                    <a:pt x="15582" y="896295"/>
                  </a:lnTo>
                  <a:lnTo>
                    <a:pt x="34007" y="857419"/>
                  </a:lnTo>
                  <a:lnTo>
                    <a:pt x="58585" y="822588"/>
                  </a:lnTo>
                  <a:lnTo>
                    <a:pt x="88612" y="792508"/>
                  </a:lnTo>
                  <a:lnTo>
                    <a:pt x="123387" y="767884"/>
                  </a:lnTo>
                  <a:lnTo>
                    <a:pt x="162207" y="749422"/>
                  </a:lnTo>
                  <a:lnTo>
                    <a:pt x="204370" y="737827"/>
                  </a:lnTo>
                  <a:lnTo>
                    <a:pt x="249174" y="733805"/>
                  </a:lnTo>
                  <a:lnTo>
                    <a:pt x="293977" y="737827"/>
                  </a:lnTo>
                  <a:lnTo>
                    <a:pt x="336140" y="749422"/>
                  </a:lnTo>
                  <a:lnTo>
                    <a:pt x="374960" y="767884"/>
                  </a:lnTo>
                  <a:lnTo>
                    <a:pt x="409735" y="792508"/>
                  </a:lnTo>
                  <a:lnTo>
                    <a:pt x="439762" y="822588"/>
                  </a:lnTo>
                  <a:lnTo>
                    <a:pt x="464340" y="857419"/>
                  </a:lnTo>
                  <a:lnTo>
                    <a:pt x="482765" y="896295"/>
                  </a:lnTo>
                  <a:lnTo>
                    <a:pt x="494335" y="938511"/>
                  </a:lnTo>
                  <a:lnTo>
                    <a:pt x="498348" y="983361"/>
                  </a:lnTo>
                  <a:lnTo>
                    <a:pt x="494335" y="1028210"/>
                  </a:lnTo>
                  <a:lnTo>
                    <a:pt x="482765" y="1070426"/>
                  </a:lnTo>
                  <a:lnTo>
                    <a:pt x="464340" y="1109302"/>
                  </a:lnTo>
                  <a:lnTo>
                    <a:pt x="439762" y="1144133"/>
                  </a:lnTo>
                  <a:lnTo>
                    <a:pt x="409735" y="1174213"/>
                  </a:lnTo>
                  <a:lnTo>
                    <a:pt x="374960" y="1198837"/>
                  </a:lnTo>
                  <a:lnTo>
                    <a:pt x="336140" y="1217299"/>
                  </a:lnTo>
                  <a:lnTo>
                    <a:pt x="293977" y="1228894"/>
                  </a:lnTo>
                  <a:lnTo>
                    <a:pt x="249174" y="1232915"/>
                  </a:lnTo>
                  <a:lnTo>
                    <a:pt x="204370" y="1228894"/>
                  </a:lnTo>
                  <a:lnTo>
                    <a:pt x="162207" y="1217299"/>
                  </a:lnTo>
                  <a:lnTo>
                    <a:pt x="123387" y="1198837"/>
                  </a:lnTo>
                  <a:lnTo>
                    <a:pt x="88612" y="1174213"/>
                  </a:lnTo>
                  <a:lnTo>
                    <a:pt x="58585" y="1144133"/>
                  </a:lnTo>
                  <a:lnTo>
                    <a:pt x="34007" y="1109302"/>
                  </a:lnTo>
                  <a:lnTo>
                    <a:pt x="15582" y="1070426"/>
                  </a:lnTo>
                  <a:lnTo>
                    <a:pt x="4012" y="1028210"/>
                  </a:lnTo>
                  <a:lnTo>
                    <a:pt x="0" y="983361"/>
                  </a:lnTo>
                  <a:close/>
                </a:path>
                <a:path w="4978400" h="2704465">
                  <a:moveTo>
                    <a:pt x="249174" y="498348"/>
                  </a:moveTo>
                  <a:lnTo>
                    <a:pt x="249174" y="733933"/>
                  </a:lnTo>
                </a:path>
                <a:path w="4978400" h="2704465">
                  <a:moveTo>
                    <a:pt x="0" y="1717548"/>
                  </a:moveTo>
                  <a:lnTo>
                    <a:pt x="4012" y="1672744"/>
                  </a:lnTo>
                  <a:lnTo>
                    <a:pt x="15582" y="1630581"/>
                  </a:lnTo>
                  <a:lnTo>
                    <a:pt x="34007" y="1591761"/>
                  </a:lnTo>
                  <a:lnTo>
                    <a:pt x="58585" y="1556986"/>
                  </a:lnTo>
                  <a:lnTo>
                    <a:pt x="88612" y="1526959"/>
                  </a:lnTo>
                  <a:lnTo>
                    <a:pt x="123387" y="1502381"/>
                  </a:lnTo>
                  <a:lnTo>
                    <a:pt x="162207" y="1483956"/>
                  </a:lnTo>
                  <a:lnTo>
                    <a:pt x="204370" y="1472386"/>
                  </a:lnTo>
                  <a:lnTo>
                    <a:pt x="249174" y="1468374"/>
                  </a:lnTo>
                  <a:lnTo>
                    <a:pt x="293977" y="1472386"/>
                  </a:lnTo>
                  <a:lnTo>
                    <a:pt x="336140" y="1483956"/>
                  </a:lnTo>
                  <a:lnTo>
                    <a:pt x="374960" y="1502381"/>
                  </a:lnTo>
                  <a:lnTo>
                    <a:pt x="409735" y="1526959"/>
                  </a:lnTo>
                  <a:lnTo>
                    <a:pt x="439762" y="1556986"/>
                  </a:lnTo>
                  <a:lnTo>
                    <a:pt x="464340" y="1591761"/>
                  </a:lnTo>
                  <a:lnTo>
                    <a:pt x="482765" y="1630581"/>
                  </a:lnTo>
                  <a:lnTo>
                    <a:pt x="494335" y="1672744"/>
                  </a:lnTo>
                  <a:lnTo>
                    <a:pt x="498348" y="1717548"/>
                  </a:lnTo>
                  <a:lnTo>
                    <a:pt x="494335" y="1762351"/>
                  </a:lnTo>
                  <a:lnTo>
                    <a:pt x="482765" y="1804514"/>
                  </a:lnTo>
                  <a:lnTo>
                    <a:pt x="464340" y="1843334"/>
                  </a:lnTo>
                  <a:lnTo>
                    <a:pt x="439762" y="1878109"/>
                  </a:lnTo>
                  <a:lnTo>
                    <a:pt x="409735" y="1908136"/>
                  </a:lnTo>
                  <a:lnTo>
                    <a:pt x="374960" y="1932714"/>
                  </a:lnTo>
                  <a:lnTo>
                    <a:pt x="336140" y="1951139"/>
                  </a:lnTo>
                  <a:lnTo>
                    <a:pt x="293977" y="1962709"/>
                  </a:lnTo>
                  <a:lnTo>
                    <a:pt x="249174" y="1966721"/>
                  </a:lnTo>
                  <a:lnTo>
                    <a:pt x="204370" y="1962709"/>
                  </a:lnTo>
                  <a:lnTo>
                    <a:pt x="162207" y="1951139"/>
                  </a:lnTo>
                  <a:lnTo>
                    <a:pt x="123387" y="1932714"/>
                  </a:lnTo>
                  <a:lnTo>
                    <a:pt x="88612" y="1908136"/>
                  </a:lnTo>
                  <a:lnTo>
                    <a:pt x="58585" y="1878109"/>
                  </a:lnTo>
                  <a:lnTo>
                    <a:pt x="34007" y="1843334"/>
                  </a:lnTo>
                  <a:lnTo>
                    <a:pt x="15582" y="1804514"/>
                  </a:lnTo>
                  <a:lnTo>
                    <a:pt x="4012" y="1762351"/>
                  </a:lnTo>
                  <a:lnTo>
                    <a:pt x="0" y="1717548"/>
                  </a:lnTo>
                  <a:close/>
                </a:path>
                <a:path w="4978400" h="2704465">
                  <a:moveTo>
                    <a:pt x="249174" y="1232915"/>
                  </a:moveTo>
                  <a:lnTo>
                    <a:pt x="249174" y="1468501"/>
                  </a:lnTo>
                </a:path>
                <a:path w="4978400" h="2704465">
                  <a:moveTo>
                    <a:pt x="0" y="2452116"/>
                  </a:moveTo>
                  <a:lnTo>
                    <a:pt x="4012" y="2407312"/>
                  </a:lnTo>
                  <a:lnTo>
                    <a:pt x="15582" y="2365149"/>
                  </a:lnTo>
                  <a:lnTo>
                    <a:pt x="34007" y="2326329"/>
                  </a:lnTo>
                  <a:lnTo>
                    <a:pt x="58585" y="2291554"/>
                  </a:lnTo>
                  <a:lnTo>
                    <a:pt x="88612" y="2261527"/>
                  </a:lnTo>
                  <a:lnTo>
                    <a:pt x="123387" y="2236949"/>
                  </a:lnTo>
                  <a:lnTo>
                    <a:pt x="162207" y="2218524"/>
                  </a:lnTo>
                  <a:lnTo>
                    <a:pt x="204370" y="2206954"/>
                  </a:lnTo>
                  <a:lnTo>
                    <a:pt x="249174" y="2202942"/>
                  </a:lnTo>
                  <a:lnTo>
                    <a:pt x="293977" y="2206954"/>
                  </a:lnTo>
                  <a:lnTo>
                    <a:pt x="336140" y="2218524"/>
                  </a:lnTo>
                  <a:lnTo>
                    <a:pt x="374960" y="2236949"/>
                  </a:lnTo>
                  <a:lnTo>
                    <a:pt x="409735" y="2261527"/>
                  </a:lnTo>
                  <a:lnTo>
                    <a:pt x="439762" y="2291554"/>
                  </a:lnTo>
                  <a:lnTo>
                    <a:pt x="464340" y="2326329"/>
                  </a:lnTo>
                  <a:lnTo>
                    <a:pt x="482765" y="2365149"/>
                  </a:lnTo>
                  <a:lnTo>
                    <a:pt x="494335" y="2407312"/>
                  </a:lnTo>
                  <a:lnTo>
                    <a:pt x="498348" y="2452116"/>
                  </a:lnTo>
                  <a:lnTo>
                    <a:pt x="494335" y="2496919"/>
                  </a:lnTo>
                  <a:lnTo>
                    <a:pt x="482765" y="2539082"/>
                  </a:lnTo>
                  <a:lnTo>
                    <a:pt x="464340" y="2577902"/>
                  </a:lnTo>
                  <a:lnTo>
                    <a:pt x="439762" y="2612677"/>
                  </a:lnTo>
                  <a:lnTo>
                    <a:pt x="409735" y="2642704"/>
                  </a:lnTo>
                  <a:lnTo>
                    <a:pt x="374960" y="2667282"/>
                  </a:lnTo>
                  <a:lnTo>
                    <a:pt x="336140" y="2685707"/>
                  </a:lnTo>
                  <a:lnTo>
                    <a:pt x="293977" y="2697277"/>
                  </a:lnTo>
                  <a:lnTo>
                    <a:pt x="249174" y="2701290"/>
                  </a:lnTo>
                  <a:lnTo>
                    <a:pt x="204370" y="2697277"/>
                  </a:lnTo>
                  <a:lnTo>
                    <a:pt x="162207" y="2685707"/>
                  </a:lnTo>
                  <a:lnTo>
                    <a:pt x="123387" y="2667282"/>
                  </a:lnTo>
                  <a:lnTo>
                    <a:pt x="88612" y="2642704"/>
                  </a:lnTo>
                  <a:lnTo>
                    <a:pt x="58585" y="2612677"/>
                  </a:lnTo>
                  <a:lnTo>
                    <a:pt x="34007" y="2577902"/>
                  </a:lnTo>
                  <a:lnTo>
                    <a:pt x="15582" y="2539082"/>
                  </a:lnTo>
                  <a:lnTo>
                    <a:pt x="4012" y="2496919"/>
                  </a:lnTo>
                  <a:lnTo>
                    <a:pt x="0" y="2452116"/>
                  </a:lnTo>
                  <a:close/>
                </a:path>
                <a:path w="4978400" h="2704465">
                  <a:moveTo>
                    <a:pt x="249174" y="1966721"/>
                  </a:moveTo>
                  <a:lnTo>
                    <a:pt x="249174" y="2202307"/>
                  </a:lnTo>
                </a:path>
                <a:path w="4978400" h="2704465">
                  <a:moveTo>
                    <a:pt x="896111" y="249174"/>
                  </a:moveTo>
                  <a:lnTo>
                    <a:pt x="900124" y="204370"/>
                  </a:lnTo>
                  <a:lnTo>
                    <a:pt x="911694" y="162207"/>
                  </a:lnTo>
                  <a:lnTo>
                    <a:pt x="930119" y="123387"/>
                  </a:lnTo>
                  <a:lnTo>
                    <a:pt x="954697" y="88612"/>
                  </a:lnTo>
                  <a:lnTo>
                    <a:pt x="984724" y="58585"/>
                  </a:lnTo>
                  <a:lnTo>
                    <a:pt x="1019499" y="34007"/>
                  </a:lnTo>
                  <a:lnTo>
                    <a:pt x="1058319" y="15582"/>
                  </a:lnTo>
                  <a:lnTo>
                    <a:pt x="1100482" y="4012"/>
                  </a:lnTo>
                  <a:lnTo>
                    <a:pt x="1145285" y="0"/>
                  </a:lnTo>
                  <a:lnTo>
                    <a:pt x="1190089" y="4012"/>
                  </a:lnTo>
                  <a:lnTo>
                    <a:pt x="1232252" y="15582"/>
                  </a:lnTo>
                  <a:lnTo>
                    <a:pt x="1271072" y="34007"/>
                  </a:lnTo>
                  <a:lnTo>
                    <a:pt x="1305847" y="58585"/>
                  </a:lnTo>
                  <a:lnTo>
                    <a:pt x="1335874" y="88612"/>
                  </a:lnTo>
                  <a:lnTo>
                    <a:pt x="1360452" y="123387"/>
                  </a:lnTo>
                  <a:lnTo>
                    <a:pt x="1378877" y="162207"/>
                  </a:lnTo>
                  <a:lnTo>
                    <a:pt x="1390447" y="204370"/>
                  </a:lnTo>
                  <a:lnTo>
                    <a:pt x="1394459" y="249174"/>
                  </a:lnTo>
                  <a:lnTo>
                    <a:pt x="1390447" y="293977"/>
                  </a:lnTo>
                  <a:lnTo>
                    <a:pt x="1378877" y="336140"/>
                  </a:lnTo>
                  <a:lnTo>
                    <a:pt x="1360452" y="374960"/>
                  </a:lnTo>
                  <a:lnTo>
                    <a:pt x="1335874" y="409735"/>
                  </a:lnTo>
                  <a:lnTo>
                    <a:pt x="1305847" y="439762"/>
                  </a:lnTo>
                  <a:lnTo>
                    <a:pt x="1271072" y="464340"/>
                  </a:lnTo>
                  <a:lnTo>
                    <a:pt x="1232252" y="482765"/>
                  </a:lnTo>
                  <a:lnTo>
                    <a:pt x="1190089" y="494335"/>
                  </a:lnTo>
                  <a:lnTo>
                    <a:pt x="1145285" y="498348"/>
                  </a:lnTo>
                  <a:lnTo>
                    <a:pt x="1100482" y="494335"/>
                  </a:lnTo>
                  <a:lnTo>
                    <a:pt x="1058319" y="482765"/>
                  </a:lnTo>
                  <a:lnTo>
                    <a:pt x="1019499" y="464340"/>
                  </a:lnTo>
                  <a:lnTo>
                    <a:pt x="984724" y="439762"/>
                  </a:lnTo>
                  <a:lnTo>
                    <a:pt x="954697" y="409735"/>
                  </a:lnTo>
                  <a:lnTo>
                    <a:pt x="930119" y="374960"/>
                  </a:lnTo>
                  <a:lnTo>
                    <a:pt x="911694" y="336140"/>
                  </a:lnTo>
                  <a:lnTo>
                    <a:pt x="900124" y="293977"/>
                  </a:lnTo>
                  <a:lnTo>
                    <a:pt x="896111" y="249174"/>
                  </a:lnTo>
                  <a:close/>
                </a:path>
                <a:path w="4978400" h="2704465">
                  <a:moveTo>
                    <a:pt x="498348" y="249174"/>
                  </a:moveTo>
                  <a:lnTo>
                    <a:pt x="895476" y="249174"/>
                  </a:lnTo>
                </a:path>
                <a:path w="4978400" h="2704465">
                  <a:moveTo>
                    <a:pt x="1791461" y="249174"/>
                  </a:moveTo>
                  <a:lnTo>
                    <a:pt x="1795483" y="204370"/>
                  </a:lnTo>
                  <a:lnTo>
                    <a:pt x="1807078" y="162207"/>
                  </a:lnTo>
                  <a:lnTo>
                    <a:pt x="1825540" y="123387"/>
                  </a:lnTo>
                  <a:lnTo>
                    <a:pt x="1850164" y="88612"/>
                  </a:lnTo>
                  <a:lnTo>
                    <a:pt x="1880244" y="58585"/>
                  </a:lnTo>
                  <a:lnTo>
                    <a:pt x="1915075" y="34007"/>
                  </a:lnTo>
                  <a:lnTo>
                    <a:pt x="1953951" y="15582"/>
                  </a:lnTo>
                  <a:lnTo>
                    <a:pt x="1996167" y="4012"/>
                  </a:lnTo>
                  <a:lnTo>
                    <a:pt x="2041017" y="0"/>
                  </a:lnTo>
                  <a:lnTo>
                    <a:pt x="2085866" y="4012"/>
                  </a:lnTo>
                  <a:lnTo>
                    <a:pt x="2128082" y="15582"/>
                  </a:lnTo>
                  <a:lnTo>
                    <a:pt x="2166958" y="34007"/>
                  </a:lnTo>
                  <a:lnTo>
                    <a:pt x="2201789" y="58585"/>
                  </a:lnTo>
                  <a:lnTo>
                    <a:pt x="2231869" y="88612"/>
                  </a:lnTo>
                  <a:lnTo>
                    <a:pt x="2256493" y="123387"/>
                  </a:lnTo>
                  <a:lnTo>
                    <a:pt x="2274955" y="162207"/>
                  </a:lnTo>
                  <a:lnTo>
                    <a:pt x="2286550" y="204370"/>
                  </a:lnTo>
                  <a:lnTo>
                    <a:pt x="2290572" y="249174"/>
                  </a:lnTo>
                  <a:lnTo>
                    <a:pt x="2286550" y="293977"/>
                  </a:lnTo>
                  <a:lnTo>
                    <a:pt x="2274955" y="336140"/>
                  </a:lnTo>
                  <a:lnTo>
                    <a:pt x="2256493" y="374960"/>
                  </a:lnTo>
                  <a:lnTo>
                    <a:pt x="2231869" y="409735"/>
                  </a:lnTo>
                  <a:lnTo>
                    <a:pt x="2201789" y="439762"/>
                  </a:lnTo>
                  <a:lnTo>
                    <a:pt x="2166958" y="464340"/>
                  </a:lnTo>
                  <a:lnTo>
                    <a:pt x="2128082" y="482765"/>
                  </a:lnTo>
                  <a:lnTo>
                    <a:pt x="2085866" y="494335"/>
                  </a:lnTo>
                  <a:lnTo>
                    <a:pt x="2041017" y="498348"/>
                  </a:lnTo>
                  <a:lnTo>
                    <a:pt x="1996167" y="494335"/>
                  </a:lnTo>
                  <a:lnTo>
                    <a:pt x="1953951" y="482765"/>
                  </a:lnTo>
                  <a:lnTo>
                    <a:pt x="1915075" y="464340"/>
                  </a:lnTo>
                  <a:lnTo>
                    <a:pt x="1880244" y="439762"/>
                  </a:lnTo>
                  <a:lnTo>
                    <a:pt x="1850164" y="409735"/>
                  </a:lnTo>
                  <a:lnTo>
                    <a:pt x="1825540" y="374960"/>
                  </a:lnTo>
                  <a:lnTo>
                    <a:pt x="1807078" y="336140"/>
                  </a:lnTo>
                  <a:lnTo>
                    <a:pt x="1795483" y="293977"/>
                  </a:lnTo>
                  <a:lnTo>
                    <a:pt x="1791461" y="249174"/>
                  </a:lnTo>
                  <a:close/>
                </a:path>
                <a:path w="4978400" h="2704465">
                  <a:moveTo>
                    <a:pt x="1394459" y="249174"/>
                  </a:moveTo>
                  <a:lnTo>
                    <a:pt x="1791588" y="249174"/>
                  </a:lnTo>
                </a:path>
                <a:path w="4978400" h="2704465">
                  <a:moveTo>
                    <a:pt x="2687574" y="249174"/>
                  </a:moveTo>
                  <a:lnTo>
                    <a:pt x="2691595" y="204370"/>
                  </a:lnTo>
                  <a:lnTo>
                    <a:pt x="2703190" y="162207"/>
                  </a:lnTo>
                  <a:lnTo>
                    <a:pt x="2721652" y="123387"/>
                  </a:lnTo>
                  <a:lnTo>
                    <a:pt x="2746276" y="88612"/>
                  </a:lnTo>
                  <a:lnTo>
                    <a:pt x="2776356" y="58585"/>
                  </a:lnTo>
                  <a:lnTo>
                    <a:pt x="2811187" y="34007"/>
                  </a:lnTo>
                  <a:lnTo>
                    <a:pt x="2850063" y="15582"/>
                  </a:lnTo>
                  <a:lnTo>
                    <a:pt x="2892279" y="4012"/>
                  </a:lnTo>
                  <a:lnTo>
                    <a:pt x="2937129" y="0"/>
                  </a:lnTo>
                  <a:lnTo>
                    <a:pt x="2981978" y="4012"/>
                  </a:lnTo>
                  <a:lnTo>
                    <a:pt x="3024194" y="15582"/>
                  </a:lnTo>
                  <a:lnTo>
                    <a:pt x="3063070" y="34007"/>
                  </a:lnTo>
                  <a:lnTo>
                    <a:pt x="3097901" y="58585"/>
                  </a:lnTo>
                  <a:lnTo>
                    <a:pt x="3127981" y="88612"/>
                  </a:lnTo>
                  <a:lnTo>
                    <a:pt x="3152605" y="123387"/>
                  </a:lnTo>
                  <a:lnTo>
                    <a:pt x="3171067" y="162207"/>
                  </a:lnTo>
                  <a:lnTo>
                    <a:pt x="3182662" y="204370"/>
                  </a:lnTo>
                  <a:lnTo>
                    <a:pt x="3186683" y="249174"/>
                  </a:lnTo>
                  <a:lnTo>
                    <a:pt x="3182662" y="293977"/>
                  </a:lnTo>
                  <a:lnTo>
                    <a:pt x="3171067" y="336140"/>
                  </a:lnTo>
                  <a:lnTo>
                    <a:pt x="3152605" y="374960"/>
                  </a:lnTo>
                  <a:lnTo>
                    <a:pt x="3127981" y="409735"/>
                  </a:lnTo>
                  <a:lnTo>
                    <a:pt x="3097901" y="439762"/>
                  </a:lnTo>
                  <a:lnTo>
                    <a:pt x="3063070" y="464340"/>
                  </a:lnTo>
                  <a:lnTo>
                    <a:pt x="3024194" y="482765"/>
                  </a:lnTo>
                  <a:lnTo>
                    <a:pt x="2981978" y="494335"/>
                  </a:lnTo>
                  <a:lnTo>
                    <a:pt x="2937129" y="498348"/>
                  </a:lnTo>
                  <a:lnTo>
                    <a:pt x="2892279" y="494335"/>
                  </a:lnTo>
                  <a:lnTo>
                    <a:pt x="2850063" y="482765"/>
                  </a:lnTo>
                  <a:lnTo>
                    <a:pt x="2811187" y="464340"/>
                  </a:lnTo>
                  <a:lnTo>
                    <a:pt x="2776356" y="439762"/>
                  </a:lnTo>
                  <a:lnTo>
                    <a:pt x="2746276" y="409735"/>
                  </a:lnTo>
                  <a:lnTo>
                    <a:pt x="2721652" y="374960"/>
                  </a:lnTo>
                  <a:lnTo>
                    <a:pt x="2703190" y="336140"/>
                  </a:lnTo>
                  <a:lnTo>
                    <a:pt x="2691595" y="293977"/>
                  </a:lnTo>
                  <a:lnTo>
                    <a:pt x="2687574" y="249174"/>
                  </a:lnTo>
                  <a:close/>
                </a:path>
                <a:path w="4978400" h="2704465">
                  <a:moveTo>
                    <a:pt x="2290572" y="249174"/>
                  </a:moveTo>
                  <a:lnTo>
                    <a:pt x="2687701" y="249174"/>
                  </a:lnTo>
                </a:path>
                <a:path w="4978400" h="2704465">
                  <a:moveTo>
                    <a:pt x="3583685" y="249174"/>
                  </a:moveTo>
                  <a:lnTo>
                    <a:pt x="3587698" y="204370"/>
                  </a:lnTo>
                  <a:lnTo>
                    <a:pt x="3599268" y="162207"/>
                  </a:lnTo>
                  <a:lnTo>
                    <a:pt x="3617693" y="123387"/>
                  </a:lnTo>
                  <a:lnTo>
                    <a:pt x="3642271" y="88612"/>
                  </a:lnTo>
                  <a:lnTo>
                    <a:pt x="3672298" y="58585"/>
                  </a:lnTo>
                  <a:lnTo>
                    <a:pt x="3707073" y="34007"/>
                  </a:lnTo>
                  <a:lnTo>
                    <a:pt x="3745893" y="15582"/>
                  </a:lnTo>
                  <a:lnTo>
                    <a:pt x="3788056" y="4012"/>
                  </a:lnTo>
                  <a:lnTo>
                    <a:pt x="3832859" y="0"/>
                  </a:lnTo>
                  <a:lnTo>
                    <a:pt x="3877663" y="4012"/>
                  </a:lnTo>
                  <a:lnTo>
                    <a:pt x="3919826" y="15582"/>
                  </a:lnTo>
                  <a:lnTo>
                    <a:pt x="3958646" y="34007"/>
                  </a:lnTo>
                  <a:lnTo>
                    <a:pt x="3993421" y="58585"/>
                  </a:lnTo>
                  <a:lnTo>
                    <a:pt x="4023448" y="88612"/>
                  </a:lnTo>
                  <a:lnTo>
                    <a:pt x="4048026" y="123387"/>
                  </a:lnTo>
                  <a:lnTo>
                    <a:pt x="4066451" y="162207"/>
                  </a:lnTo>
                  <a:lnTo>
                    <a:pt x="4078021" y="204370"/>
                  </a:lnTo>
                  <a:lnTo>
                    <a:pt x="4082033" y="249174"/>
                  </a:lnTo>
                  <a:lnTo>
                    <a:pt x="4078021" y="293977"/>
                  </a:lnTo>
                  <a:lnTo>
                    <a:pt x="4066451" y="336140"/>
                  </a:lnTo>
                  <a:lnTo>
                    <a:pt x="4048026" y="374960"/>
                  </a:lnTo>
                  <a:lnTo>
                    <a:pt x="4023448" y="409735"/>
                  </a:lnTo>
                  <a:lnTo>
                    <a:pt x="3993421" y="439762"/>
                  </a:lnTo>
                  <a:lnTo>
                    <a:pt x="3958646" y="464340"/>
                  </a:lnTo>
                  <a:lnTo>
                    <a:pt x="3919826" y="482765"/>
                  </a:lnTo>
                  <a:lnTo>
                    <a:pt x="3877663" y="494335"/>
                  </a:lnTo>
                  <a:lnTo>
                    <a:pt x="3832859" y="498348"/>
                  </a:lnTo>
                  <a:lnTo>
                    <a:pt x="3788056" y="494335"/>
                  </a:lnTo>
                  <a:lnTo>
                    <a:pt x="3745893" y="482765"/>
                  </a:lnTo>
                  <a:lnTo>
                    <a:pt x="3707073" y="464340"/>
                  </a:lnTo>
                  <a:lnTo>
                    <a:pt x="3672298" y="439762"/>
                  </a:lnTo>
                  <a:lnTo>
                    <a:pt x="3642271" y="409735"/>
                  </a:lnTo>
                  <a:lnTo>
                    <a:pt x="3617693" y="374960"/>
                  </a:lnTo>
                  <a:lnTo>
                    <a:pt x="3599268" y="336140"/>
                  </a:lnTo>
                  <a:lnTo>
                    <a:pt x="3587698" y="293977"/>
                  </a:lnTo>
                  <a:lnTo>
                    <a:pt x="3583685" y="249174"/>
                  </a:lnTo>
                  <a:close/>
                </a:path>
                <a:path w="4978400" h="2704465">
                  <a:moveTo>
                    <a:pt x="3186683" y="249174"/>
                  </a:moveTo>
                  <a:lnTo>
                    <a:pt x="3583812" y="249174"/>
                  </a:lnTo>
                </a:path>
                <a:path w="4978400" h="2704465">
                  <a:moveTo>
                    <a:pt x="4479798" y="249174"/>
                  </a:moveTo>
                  <a:lnTo>
                    <a:pt x="4483810" y="204370"/>
                  </a:lnTo>
                  <a:lnTo>
                    <a:pt x="4495380" y="162207"/>
                  </a:lnTo>
                  <a:lnTo>
                    <a:pt x="4513805" y="123387"/>
                  </a:lnTo>
                  <a:lnTo>
                    <a:pt x="4538383" y="88612"/>
                  </a:lnTo>
                  <a:lnTo>
                    <a:pt x="4568410" y="58585"/>
                  </a:lnTo>
                  <a:lnTo>
                    <a:pt x="4603185" y="34007"/>
                  </a:lnTo>
                  <a:lnTo>
                    <a:pt x="4642005" y="15582"/>
                  </a:lnTo>
                  <a:lnTo>
                    <a:pt x="4684168" y="4012"/>
                  </a:lnTo>
                  <a:lnTo>
                    <a:pt x="4728972" y="0"/>
                  </a:lnTo>
                  <a:lnTo>
                    <a:pt x="4773775" y="4012"/>
                  </a:lnTo>
                  <a:lnTo>
                    <a:pt x="4815938" y="15582"/>
                  </a:lnTo>
                  <a:lnTo>
                    <a:pt x="4854758" y="34007"/>
                  </a:lnTo>
                  <a:lnTo>
                    <a:pt x="4889533" y="58585"/>
                  </a:lnTo>
                  <a:lnTo>
                    <a:pt x="4919560" y="88612"/>
                  </a:lnTo>
                  <a:lnTo>
                    <a:pt x="4944138" y="123387"/>
                  </a:lnTo>
                  <a:lnTo>
                    <a:pt x="4962563" y="162207"/>
                  </a:lnTo>
                  <a:lnTo>
                    <a:pt x="4974133" y="204370"/>
                  </a:lnTo>
                  <a:lnTo>
                    <a:pt x="4978146" y="249174"/>
                  </a:lnTo>
                  <a:lnTo>
                    <a:pt x="4974133" y="293977"/>
                  </a:lnTo>
                  <a:lnTo>
                    <a:pt x="4962563" y="336140"/>
                  </a:lnTo>
                  <a:lnTo>
                    <a:pt x="4944138" y="374960"/>
                  </a:lnTo>
                  <a:lnTo>
                    <a:pt x="4919560" y="409735"/>
                  </a:lnTo>
                  <a:lnTo>
                    <a:pt x="4889533" y="439762"/>
                  </a:lnTo>
                  <a:lnTo>
                    <a:pt x="4854758" y="464340"/>
                  </a:lnTo>
                  <a:lnTo>
                    <a:pt x="4815938" y="482765"/>
                  </a:lnTo>
                  <a:lnTo>
                    <a:pt x="4773775" y="494335"/>
                  </a:lnTo>
                  <a:lnTo>
                    <a:pt x="4728972" y="498348"/>
                  </a:lnTo>
                  <a:lnTo>
                    <a:pt x="4684168" y="494335"/>
                  </a:lnTo>
                  <a:lnTo>
                    <a:pt x="4642005" y="482765"/>
                  </a:lnTo>
                  <a:lnTo>
                    <a:pt x="4603185" y="464340"/>
                  </a:lnTo>
                  <a:lnTo>
                    <a:pt x="4568410" y="439762"/>
                  </a:lnTo>
                  <a:lnTo>
                    <a:pt x="4538383" y="409735"/>
                  </a:lnTo>
                  <a:lnTo>
                    <a:pt x="4513805" y="374960"/>
                  </a:lnTo>
                  <a:lnTo>
                    <a:pt x="4495380" y="336140"/>
                  </a:lnTo>
                  <a:lnTo>
                    <a:pt x="4483810" y="293977"/>
                  </a:lnTo>
                  <a:lnTo>
                    <a:pt x="4479798" y="249174"/>
                  </a:lnTo>
                  <a:close/>
                </a:path>
                <a:path w="4978400" h="2704465">
                  <a:moveTo>
                    <a:pt x="4082033" y="249174"/>
                  </a:moveTo>
                  <a:lnTo>
                    <a:pt x="4479162" y="249174"/>
                  </a:lnTo>
                </a:path>
                <a:path w="4978400" h="2704465">
                  <a:moveTo>
                    <a:pt x="896111" y="983361"/>
                  </a:moveTo>
                  <a:lnTo>
                    <a:pt x="900124" y="938511"/>
                  </a:lnTo>
                  <a:lnTo>
                    <a:pt x="911694" y="896295"/>
                  </a:lnTo>
                  <a:lnTo>
                    <a:pt x="930119" y="857419"/>
                  </a:lnTo>
                  <a:lnTo>
                    <a:pt x="954697" y="822588"/>
                  </a:lnTo>
                  <a:lnTo>
                    <a:pt x="984724" y="792508"/>
                  </a:lnTo>
                  <a:lnTo>
                    <a:pt x="1019499" y="767884"/>
                  </a:lnTo>
                  <a:lnTo>
                    <a:pt x="1058319" y="749422"/>
                  </a:lnTo>
                  <a:lnTo>
                    <a:pt x="1100482" y="737827"/>
                  </a:lnTo>
                  <a:lnTo>
                    <a:pt x="1145285" y="733805"/>
                  </a:lnTo>
                  <a:lnTo>
                    <a:pt x="1190089" y="737827"/>
                  </a:lnTo>
                  <a:lnTo>
                    <a:pt x="1232252" y="749422"/>
                  </a:lnTo>
                  <a:lnTo>
                    <a:pt x="1271072" y="767884"/>
                  </a:lnTo>
                  <a:lnTo>
                    <a:pt x="1305847" y="792508"/>
                  </a:lnTo>
                  <a:lnTo>
                    <a:pt x="1335874" y="822588"/>
                  </a:lnTo>
                  <a:lnTo>
                    <a:pt x="1360452" y="857419"/>
                  </a:lnTo>
                  <a:lnTo>
                    <a:pt x="1378877" y="896295"/>
                  </a:lnTo>
                  <a:lnTo>
                    <a:pt x="1390447" y="938511"/>
                  </a:lnTo>
                  <a:lnTo>
                    <a:pt x="1394459" y="983361"/>
                  </a:lnTo>
                  <a:lnTo>
                    <a:pt x="1390447" y="1028210"/>
                  </a:lnTo>
                  <a:lnTo>
                    <a:pt x="1378877" y="1070426"/>
                  </a:lnTo>
                  <a:lnTo>
                    <a:pt x="1360452" y="1109302"/>
                  </a:lnTo>
                  <a:lnTo>
                    <a:pt x="1335874" y="1144133"/>
                  </a:lnTo>
                  <a:lnTo>
                    <a:pt x="1305847" y="1174213"/>
                  </a:lnTo>
                  <a:lnTo>
                    <a:pt x="1271072" y="1198837"/>
                  </a:lnTo>
                  <a:lnTo>
                    <a:pt x="1232252" y="1217299"/>
                  </a:lnTo>
                  <a:lnTo>
                    <a:pt x="1190089" y="1228894"/>
                  </a:lnTo>
                  <a:lnTo>
                    <a:pt x="1145285" y="1232915"/>
                  </a:lnTo>
                  <a:lnTo>
                    <a:pt x="1100482" y="1228894"/>
                  </a:lnTo>
                  <a:lnTo>
                    <a:pt x="1058319" y="1217299"/>
                  </a:lnTo>
                  <a:lnTo>
                    <a:pt x="1019499" y="1198837"/>
                  </a:lnTo>
                  <a:lnTo>
                    <a:pt x="984724" y="1174213"/>
                  </a:lnTo>
                  <a:lnTo>
                    <a:pt x="954697" y="1144133"/>
                  </a:lnTo>
                  <a:lnTo>
                    <a:pt x="930119" y="1109302"/>
                  </a:lnTo>
                  <a:lnTo>
                    <a:pt x="911694" y="1070426"/>
                  </a:lnTo>
                  <a:lnTo>
                    <a:pt x="900124" y="1028210"/>
                  </a:lnTo>
                  <a:lnTo>
                    <a:pt x="896111" y="983361"/>
                  </a:lnTo>
                  <a:close/>
                </a:path>
                <a:path w="4978400" h="2704465">
                  <a:moveTo>
                    <a:pt x="1145285" y="498348"/>
                  </a:moveTo>
                  <a:lnTo>
                    <a:pt x="1145285" y="733933"/>
                  </a:lnTo>
                </a:path>
                <a:path w="4978400" h="2704465">
                  <a:moveTo>
                    <a:pt x="1791461" y="983361"/>
                  </a:moveTo>
                  <a:lnTo>
                    <a:pt x="1795483" y="938511"/>
                  </a:lnTo>
                  <a:lnTo>
                    <a:pt x="1807078" y="896295"/>
                  </a:lnTo>
                  <a:lnTo>
                    <a:pt x="1825540" y="857419"/>
                  </a:lnTo>
                  <a:lnTo>
                    <a:pt x="1850164" y="822588"/>
                  </a:lnTo>
                  <a:lnTo>
                    <a:pt x="1880244" y="792508"/>
                  </a:lnTo>
                  <a:lnTo>
                    <a:pt x="1915075" y="767884"/>
                  </a:lnTo>
                  <a:lnTo>
                    <a:pt x="1953951" y="749422"/>
                  </a:lnTo>
                  <a:lnTo>
                    <a:pt x="1996167" y="737827"/>
                  </a:lnTo>
                  <a:lnTo>
                    <a:pt x="2041017" y="733805"/>
                  </a:lnTo>
                  <a:lnTo>
                    <a:pt x="2085866" y="737827"/>
                  </a:lnTo>
                  <a:lnTo>
                    <a:pt x="2128082" y="749422"/>
                  </a:lnTo>
                  <a:lnTo>
                    <a:pt x="2166958" y="767884"/>
                  </a:lnTo>
                  <a:lnTo>
                    <a:pt x="2201789" y="792508"/>
                  </a:lnTo>
                  <a:lnTo>
                    <a:pt x="2231869" y="822588"/>
                  </a:lnTo>
                  <a:lnTo>
                    <a:pt x="2256493" y="857419"/>
                  </a:lnTo>
                  <a:lnTo>
                    <a:pt x="2274955" y="896295"/>
                  </a:lnTo>
                  <a:lnTo>
                    <a:pt x="2286550" y="938511"/>
                  </a:lnTo>
                  <a:lnTo>
                    <a:pt x="2290572" y="983361"/>
                  </a:lnTo>
                  <a:lnTo>
                    <a:pt x="2286550" y="1028210"/>
                  </a:lnTo>
                  <a:lnTo>
                    <a:pt x="2274955" y="1070426"/>
                  </a:lnTo>
                  <a:lnTo>
                    <a:pt x="2256493" y="1109302"/>
                  </a:lnTo>
                  <a:lnTo>
                    <a:pt x="2231869" y="1144133"/>
                  </a:lnTo>
                  <a:lnTo>
                    <a:pt x="2201789" y="1174213"/>
                  </a:lnTo>
                  <a:lnTo>
                    <a:pt x="2166958" y="1198837"/>
                  </a:lnTo>
                  <a:lnTo>
                    <a:pt x="2128082" y="1217299"/>
                  </a:lnTo>
                  <a:lnTo>
                    <a:pt x="2085866" y="1228894"/>
                  </a:lnTo>
                  <a:lnTo>
                    <a:pt x="2041017" y="1232915"/>
                  </a:lnTo>
                  <a:lnTo>
                    <a:pt x="1996167" y="1228894"/>
                  </a:lnTo>
                  <a:lnTo>
                    <a:pt x="1953951" y="1217299"/>
                  </a:lnTo>
                  <a:lnTo>
                    <a:pt x="1915075" y="1198837"/>
                  </a:lnTo>
                  <a:lnTo>
                    <a:pt x="1880244" y="1174213"/>
                  </a:lnTo>
                  <a:lnTo>
                    <a:pt x="1850164" y="1144133"/>
                  </a:lnTo>
                  <a:lnTo>
                    <a:pt x="1825540" y="1109302"/>
                  </a:lnTo>
                  <a:lnTo>
                    <a:pt x="1807078" y="1070426"/>
                  </a:lnTo>
                  <a:lnTo>
                    <a:pt x="1795483" y="1028210"/>
                  </a:lnTo>
                  <a:lnTo>
                    <a:pt x="1791461" y="983361"/>
                  </a:lnTo>
                  <a:close/>
                </a:path>
                <a:path w="4978400" h="2704465">
                  <a:moveTo>
                    <a:pt x="2041398" y="477774"/>
                  </a:moveTo>
                  <a:lnTo>
                    <a:pt x="2041398" y="733805"/>
                  </a:lnTo>
                </a:path>
                <a:path w="4978400" h="2704465">
                  <a:moveTo>
                    <a:pt x="2687574" y="983361"/>
                  </a:moveTo>
                  <a:lnTo>
                    <a:pt x="2691595" y="938511"/>
                  </a:lnTo>
                  <a:lnTo>
                    <a:pt x="2703190" y="896295"/>
                  </a:lnTo>
                  <a:lnTo>
                    <a:pt x="2721652" y="857419"/>
                  </a:lnTo>
                  <a:lnTo>
                    <a:pt x="2746276" y="822588"/>
                  </a:lnTo>
                  <a:lnTo>
                    <a:pt x="2776356" y="792508"/>
                  </a:lnTo>
                  <a:lnTo>
                    <a:pt x="2811187" y="767884"/>
                  </a:lnTo>
                  <a:lnTo>
                    <a:pt x="2850063" y="749422"/>
                  </a:lnTo>
                  <a:lnTo>
                    <a:pt x="2892279" y="737827"/>
                  </a:lnTo>
                  <a:lnTo>
                    <a:pt x="2937129" y="733805"/>
                  </a:lnTo>
                  <a:lnTo>
                    <a:pt x="2981978" y="737827"/>
                  </a:lnTo>
                  <a:lnTo>
                    <a:pt x="3024194" y="749422"/>
                  </a:lnTo>
                  <a:lnTo>
                    <a:pt x="3063070" y="767884"/>
                  </a:lnTo>
                  <a:lnTo>
                    <a:pt x="3097901" y="792508"/>
                  </a:lnTo>
                  <a:lnTo>
                    <a:pt x="3127981" y="822588"/>
                  </a:lnTo>
                  <a:lnTo>
                    <a:pt x="3152605" y="857419"/>
                  </a:lnTo>
                  <a:lnTo>
                    <a:pt x="3171067" y="896295"/>
                  </a:lnTo>
                  <a:lnTo>
                    <a:pt x="3182662" y="938511"/>
                  </a:lnTo>
                  <a:lnTo>
                    <a:pt x="3186683" y="983361"/>
                  </a:lnTo>
                  <a:lnTo>
                    <a:pt x="3182662" y="1028210"/>
                  </a:lnTo>
                  <a:lnTo>
                    <a:pt x="3171067" y="1070426"/>
                  </a:lnTo>
                  <a:lnTo>
                    <a:pt x="3152605" y="1109302"/>
                  </a:lnTo>
                  <a:lnTo>
                    <a:pt x="3127981" y="1144133"/>
                  </a:lnTo>
                  <a:lnTo>
                    <a:pt x="3097901" y="1174213"/>
                  </a:lnTo>
                  <a:lnTo>
                    <a:pt x="3063070" y="1198837"/>
                  </a:lnTo>
                  <a:lnTo>
                    <a:pt x="3024194" y="1217299"/>
                  </a:lnTo>
                  <a:lnTo>
                    <a:pt x="2981978" y="1228894"/>
                  </a:lnTo>
                  <a:lnTo>
                    <a:pt x="2937129" y="1232915"/>
                  </a:lnTo>
                  <a:lnTo>
                    <a:pt x="2892279" y="1228894"/>
                  </a:lnTo>
                  <a:lnTo>
                    <a:pt x="2850063" y="1217299"/>
                  </a:lnTo>
                  <a:lnTo>
                    <a:pt x="2811187" y="1198837"/>
                  </a:lnTo>
                  <a:lnTo>
                    <a:pt x="2776356" y="1174213"/>
                  </a:lnTo>
                  <a:lnTo>
                    <a:pt x="2746276" y="1144133"/>
                  </a:lnTo>
                  <a:lnTo>
                    <a:pt x="2721652" y="1109302"/>
                  </a:lnTo>
                  <a:lnTo>
                    <a:pt x="2703190" y="1070426"/>
                  </a:lnTo>
                  <a:lnTo>
                    <a:pt x="2691595" y="1028210"/>
                  </a:lnTo>
                  <a:lnTo>
                    <a:pt x="2687574" y="983361"/>
                  </a:lnTo>
                  <a:close/>
                </a:path>
                <a:path w="4978400" h="2704465">
                  <a:moveTo>
                    <a:pt x="2936748" y="477774"/>
                  </a:moveTo>
                  <a:lnTo>
                    <a:pt x="2936748" y="733805"/>
                  </a:lnTo>
                </a:path>
                <a:path w="4978400" h="2704465">
                  <a:moveTo>
                    <a:pt x="3583685" y="983361"/>
                  </a:moveTo>
                  <a:lnTo>
                    <a:pt x="3587698" y="938511"/>
                  </a:lnTo>
                  <a:lnTo>
                    <a:pt x="3599268" y="896295"/>
                  </a:lnTo>
                  <a:lnTo>
                    <a:pt x="3617693" y="857419"/>
                  </a:lnTo>
                  <a:lnTo>
                    <a:pt x="3642271" y="822588"/>
                  </a:lnTo>
                  <a:lnTo>
                    <a:pt x="3672298" y="792508"/>
                  </a:lnTo>
                  <a:lnTo>
                    <a:pt x="3707073" y="767884"/>
                  </a:lnTo>
                  <a:lnTo>
                    <a:pt x="3745893" y="749422"/>
                  </a:lnTo>
                  <a:lnTo>
                    <a:pt x="3788056" y="737827"/>
                  </a:lnTo>
                  <a:lnTo>
                    <a:pt x="3832859" y="733805"/>
                  </a:lnTo>
                  <a:lnTo>
                    <a:pt x="3877663" y="737827"/>
                  </a:lnTo>
                  <a:lnTo>
                    <a:pt x="3919826" y="749422"/>
                  </a:lnTo>
                  <a:lnTo>
                    <a:pt x="3958646" y="767884"/>
                  </a:lnTo>
                  <a:lnTo>
                    <a:pt x="3993421" y="792508"/>
                  </a:lnTo>
                  <a:lnTo>
                    <a:pt x="4023448" y="822588"/>
                  </a:lnTo>
                  <a:lnTo>
                    <a:pt x="4048026" y="857419"/>
                  </a:lnTo>
                  <a:lnTo>
                    <a:pt x="4066451" y="896295"/>
                  </a:lnTo>
                  <a:lnTo>
                    <a:pt x="4078021" y="938511"/>
                  </a:lnTo>
                  <a:lnTo>
                    <a:pt x="4082033" y="983361"/>
                  </a:lnTo>
                  <a:lnTo>
                    <a:pt x="4078021" y="1028210"/>
                  </a:lnTo>
                  <a:lnTo>
                    <a:pt x="4066451" y="1070426"/>
                  </a:lnTo>
                  <a:lnTo>
                    <a:pt x="4048026" y="1109302"/>
                  </a:lnTo>
                  <a:lnTo>
                    <a:pt x="4023448" y="1144133"/>
                  </a:lnTo>
                  <a:lnTo>
                    <a:pt x="3993421" y="1174213"/>
                  </a:lnTo>
                  <a:lnTo>
                    <a:pt x="3958646" y="1198837"/>
                  </a:lnTo>
                  <a:lnTo>
                    <a:pt x="3919826" y="1217299"/>
                  </a:lnTo>
                  <a:lnTo>
                    <a:pt x="3877663" y="1228894"/>
                  </a:lnTo>
                  <a:lnTo>
                    <a:pt x="3832859" y="1232915"/>
                  </a:lnTo>
                  <a:lnTo>
                    <a:pt x="3788056" y="1228894"/>
                  </a:lnTo>
                  <a:lnTo>
                    <a:pt x="3745893" y="1217299"/>
                  </a:lnTo>
                  <a:lnTo>
                    <a:pt x="3707073" y="1198837"/>
                  </a:lnTo>
                  <a:lnTo>
                    <a:pt x="3672298" y="1174213"/>
                  </a:lnTo>
                  <a:lnTo>
                    <a:pt x="3642271" y="1144133"/>
                  </a:lnTo>
                  <a:lnTo>
                    <a:pt x="3617693" y="1109302"/>
                  </a:lnTo>
                  <a:lnTo>
                    <a:pt x="3599268" y="1070426"/>
                  </a:lnTo>
                  <a:lnTo>
                    <a:pt x="3587698" y="1028210"/>
                  </a:lnTo>
                  <a:lnTo>
                    <a:pt x="3583685" y="983361"/>
                  </a:lnTo>
                  <a:close/>
                </a:path>
                <a:path w="4978400" h="2704465">
                  <a:moveTo>
                    <a:pt x="3832859" y="477774"/>
                  </a:moveTo>
                  <a:lnTo>
                    <a:pt x="3832859" y="733805"/>
                  </a:lnTo>
                </a:path>
                <a:path w="4978400" h="2704465">
                  <a:moveTo>
                    <a:pt x="4479798" y="983361"/>
                  </a:moveTo>
                  <a:lnTo>
                    <a:pt x="4483810" y="938511"/>
                  </a:lnTo>
                  <a:lnTo>
                    <a:pt x="4495380" y="896295"/>
                  </a:lnTo>
                  <a:lnTo>
                    <a:pt x="4513805" y="857419"/>
                  </a:lnTo>
                  <a:lnTo>
                    <a:pt x="4538383" y="822588"/>
                  </a:lnTo>
                  <a:lnTo>
                    <a:pt x="4568410" y="792508"/>
                  </a:lnTo>
                  <a:lnTo>
                    <a:pt x="4603185" y="767884"/>
                  </a:lnTo>
                  <a:lnTo>
                    <a:pt x="4642005" y="749422"/>
                  </a:lnTo>
                  <a:lnTo>
                    <a:pt x="4684168" y="737827"/>
                  </a:lnTo>
                  <a:lnTo>
                    <a:pt x="4728972" y="733805"/>
                  </a:lnTo>
                  <a:lnTo>
                    <a:pt x="4773775" y="737827"/>
                  </a:lnTo>
                  <a:lnTo>
                    <a:pt x="4815938" y="749422"/>
                  </a:lnTo>
                  <a:lnTo>
                    <a:pt x="4854758" y="767884"/>
                  </a:lnTo>
                  <a:lnTo>
                    <a:pt x="4889533" y="792508"/>
                  </a:lnTo>
                  <a:lnTo>
                    <a:pt x="4919560" y="822588"/>
                  </a:lnTo>
                  <a:lnTo>
                    <a:pt x="4944138" y="857419"/>
                  </a:lnTo>
                  <a:lnTo>
                    <a:pt x="4962563" y="896295"/>
                  </a:lnTo>
                  <a:lnTo>
                    <a:pt x="4974133" y="938511"/>
                  </a:lnTo>
                  <a:lnTo>
                    <a:pt x="4978146" y="983361"/>
                  </a:lnTo>
                  <a:lnTo>
                    <a:pt x="4974133" y="1028210"/>
                  </a:lnTo>
                  <a:lnTo>
                    <a:pt x="4962563" y="1070426"/>
                  </a:lnTo>
                  <a:lnTo>
                    <a:pt x="4944138" y="1109302"/>
                  </a:lnTo>
                  <a:lnTo>
                    <a:pt x="4919560" y="1144133"/>
                  </a:lnTo>
                  <a:lnTo>
                    <a:pt x="4889533" y="1174213"/>
                  </a:lnTo>
                  <a:lnTo>
                    <a:pt x="4854758" y="1198837"/>
                  </a:lnTo>
                  <a:lnTo>
                    <a:pt x="4815938" y="1217299"/>
                  </a:lnTo>
                  <a:lnTo>
                    <a:pt x="4773775" y="1228894"/>
                  </a:lnTo>
                  <a:lnTo>
                    <a:pt x="4728972" y="1232915"/>
                  </a:lnTo>
                  <a:lnTo>
                    <a:pt x="4684168" y="1228894"/>
                  </a:lnTo>
                  <a:lnTo>
                    <a:pt x="4642005" y="1217299"/>
                  </a:lnTo>
                  <a:lnTo>
                    <a:pt x="4603185" y="1198837"/>
                  </a:lnTo>
                  <a:lnTo>
                    <a:pt x="4568410" y="1174213"/>
                  </a:lnTo>
                  <a:lnTo>
                    <a:pt x="4538383" y="1144133"/>
                  </a:lnTo>
                  <a:lnTo>
                    <a:pt x="4513805" y="1109302"/>
                  </a:lnTo>
                  <a:lnTo>
                    <a:pt x="4495380" y="1070426"/>
                  </a:lnTo>
                  <a:lnTo>
                    <a:pt x="4483810" y="1028210"/>
                  </a:lnTo>
                  <a:lnTo>
                    <a:pt x="4479798" y="983361"/>
                  </a:lnTo>
                  <a:close/>
                </a:path>
                <a:path w="4978400" h="2704465">
                  <a:moveTo>
                    <a:pt x="4728972" y="498348"/>
                  </a:moveTo>
                  <a:lnTo>
                    <a:pt x="4728972" y="733933"/>
                  </a:lnTo>
                </a:path>
                <a:path w="4978400" h="2704465">
                  <a:moveTo>
                    <a:pt x="498348" y="983741"/>
                  </a:moveTo>
                  <a:lnTo>
                    <a:pt x="895476" y="983741"/>
                  </a:lnTo>
                </a:path>
                <a:path w="4978400" h="2704465">
                  <a:moveTo>
                    <a:pt x="1394459" y="983741"/>
                  </a:moveTo>
                  <a:lnTo>
                    <a:pt x="1791588" y="983741"/>
                  </a:lnTo>
                </a:path>
                <a:path w="4978400" h="2704465">
                  <a:moveTo>
                    <a:pt x="2290572" y="982979"/>
                  </a:moveTo>
                  <a:lnTo>
                    <a:pt x="2687701" y="982979"/>
                  </a:lnTo>
                </a:path>
                <a:path w="4978400" h="2704465">
                  <a:moveTo>
                    <a:pt x="3186683" y="982217"/>
                  </a:moveTo>
                  <a:lnTo>
                    <a:pt x="3583812" y="982217"/>
                  </a:lnTo>
                </a:path>
                <a:path w="4978400" h="2704465">
                  <a:moveTo>
                    <a:pt x="4082033" y="982217"/>
                  </a:moveTo>
                  <a:lnTo>
                    <a:pt x="4479162" y="983361"/>
                  </a:lnTo>
                </a:path>
                <a:path w="4978400" h="2704465">
                  <a:moveTo>
                    <a:pt x="896111" y="1716405"/>
                  </a:moveTo>
                  <a:lnTo>
                    <a:pt x="900124" y="1671555"/>
                  </a:lnTo>
                  <a:lnTo>
                    <a:pt x="911694" y="1629339"/>
                  </a:lnTo>
                  <a:lnTo>
                    <a:pt x="930119" y="1590463"/>
                  </a:lnTo>
                  <a:lnTo>
                    <a:pt x="954697" y="1555632"/>
                  </a:lnTo>
                  <a:lnTo>
                    <a:pt x="984724" y="1525552"/>
                  </a:lnTo>
                  <a:lnTo>
                    <a:pt x="1019499" y="1500928"/>
                  </a:lnTo>
                  <a:lnTo>
                    <a:pt x="1058319" y="1482466"/>
                  </a:lnTo>
                  <a:lnTo>
                    <a:pt x="1100482" y="1470871"/>
                  </a:lnTo>
                  <a:lnTo>
                    <a:pt x="1145285" y="1466850"/>
                  </a:lnTo>
                  <a:lnTo>
                    <a:pt x="1190089" y="1470871"/>
                  </a:lnTo>
                  <a:lnTo>
                    <a:pt x="1232252" y="1482466"/>
                  </a:lnTo>
                  <a:lnTo>
                    <a:pt x="1271072" y="1500928"/>
                  </a:lnTo>
                  <a:lnTo>
                    <a:pt x="1305847" y="1525552"/>
                  </a:lnTo>
                  <a:lnTo>
                    <a:pt x="1335874" y="1555632"/>
                  </a:lnTo>
                  <a:lnTo>
                    <a:pt x="1360452" y="1590463"/>
                  </a:lnTo>
                  <a:lnTo>
                    <a:pt x="1378877" y="1629339"/>
                  </a:lnTo>
                  <a:lnTo>
                    <a:pt x="1390447" y="1671555"/>
                  </a:lnTo>
                  <a:lnTo>
                    <a:pt x="1394459" y="1716405"/>
                  </a:lnTo>
                  <a:lnTo>
                    <a:pt x="1390447" y="1761254"/>
                  </a:lnTo>
                  <a:lnTo>
                    <a:pt x="1378877" y="1803470"/>
                  </a:lnTo>
                  <a:lnTo>
                    <a:pt x="1360452" y="1842346"/>
                  </a:lnTo>
                  <a:lnTo>
                    <a:pt x="1335874" y="1877177"/>
                  </a:lnTo>
                  <a:lnTo>
                    <a:pt x="1305847" y="1907257"/>
                  </a:lnTo>
                  <a:lnTo>
                    <a:pt x="1271072" y="1931881"/>
                  </a:lnTo>
                  <a:lnTo>
                    <a:pt x="1232252" y="1950343"/>
                  </a:lnTo>
                  <a:lnTo>
                    <a:pt x="1190089" y="1961938"/>
                  </a:lnTo>
                  <a:lnTo>
                    <a:pt x="1145285" y="1965959"/>
                  </a:lnTo>
                  <a:lnTo>
                    <a:pt x="1100482" y="1961938"/>
                  </a:lnTo>
                  <a:lnTo>
                    <a:pt x="1058319" y="1950343"/>
                  </a:lnTo>
                  <a:lnTo>
                    <a:pt x="1019499" y="1931881"/>
                  </a:lnTo>
                  <a:lnTo>
                    <a:pt x="984724" y="1907257"/>
                  </a:lnTo>
                  <a:lnTo>
                    <a:pt x="954697" y="1877177"/>
                  </a:lnTo>
                  <a:lnTo>
                    <a:pt x="930119" y="1842346"/>
                  </a:lnTo>
                  <a:lnTo>
                    <a:pt x="911694" y="1803470"/>
                  </a:lnTo>
                  <a:lnTo>
                    <a:pt x="900124" y="1761254"/>
                  </a:lnTo>
                  <a:lnTo>
                    <a:pt x="896111" y="1716405"/>
                  </a:lnTo>
                  <a:close/>
                </a:path>
                <a:path w="4978400" h="2704465">
                  <a:moveTo>
                    <a:pt x="1145285" y="1231391"/>
                  </a:moveTo>
                  <a:lnTo>
                    <a:pt x="1145285" y="1466977"/>
                  </a:lnTo>
                </a:path>
                <a:path w="4978400" h="2704465">
                  <a:moveTo>
                    <a:pt x="1791461" y="1716405"/>
                  </a:moveTo>
                  <a:lnTo>
                    <a:pt x="1795483" y="1671555"/>
                  </a:lnTo>
                  <a:lnTo>
                    <a:pt x="1807078" y="1629339"/>
                  </a:lnTo>
                  <a:lnTo>
                    <a:pt x="1825540" y="1590463"/>
                  </a:lnTo>
                  <a:lnTo>
                    <a:pt x="1850164" y="1555632"/>
                  </a:lnTo>
                  <a:lnTo>
                    <a:pt x="1880244" y="1525552"/>
                  </a:lnTo>
                  <a:lnTo>
                    <a:pt x="1915075" y="1500928"/>
                  </a:lnTo>
                  <a:lnTo>
                    <a:pt x="1953951" y="1482466"/>
                  </a:lnTo>
                  <a:lnTo>
                    <a:pt x="1996167" y="1470871"/>
                  </a:lnTo>
                  <a:lnTo>
                    <a:pt x="2041017" y="1466850"/>
                  </a:lnTo>
                  <a:lnTo>
                    <a:pt x="2085866" y="1470871"/>
                  </a:lnTo>
                  <a:lnTo>
                    <a:pt x="2128082" y="1482466"/>
                  </a:lnTo>
                  <a:lnTo>
                    <a:pt x="2166958" y="1500928"/>
                  </a:lnTo>
                  <a:lnTo>
                    <a:pt x="2201789" y="1525552"/>
                  </a:lnTo>
                  <a:lnTo>
                    <a:pt x="2231869" y="1555632"/>
                  </a:lnTo>
                  <a:lnTo>
                    <a:pt x="2256493" y="1590463"/>
                  </a:lnTo>
                  <a:lnTo>
                    <a:pt x="2274955" y="1629339"/>
                  </a:lnTo>
                  <a:lnTo>
                    <a:pt x="2286550" y="1671555"/>
                  </a:lnTo>
                  <a:lnTo>
                    <a:pt x="2290572" y="1716405"/>
                  </a:lnTo>
                  <a:lnTo>
                    <a:pt x="2286550" y="1761254"/>
                  </a:lnTo>
                  <a:lnTo>
                    <a:pt x="2274955" y="1803470"/>
                  </a:lnTo>
                  <a:lnTo>
                    <a:pt x="2256493" y="1842346"/>
                  </a:lnTo>
                  <a:lnTo>
                    <a:pt x="2231869" y="1877177"/>
                  </a:lnTo>
                  <a:lnTo>
                    <a:pt x="2201789" y="1907257"/>
                  </a:lnTo>
                  <a:lnTo>
                    <a:pt x="2166958" y="1931881"/>
                  </a:lnTo>
                  <a:lnTo>
                    <a:pt x="2128082" y="1950343"/>
                  </a:lnTo>
                  <a:lnTo>
                    <a:pt x="2085866" y="1961938"/>
                  </a:lnTo>
                  <a:lnTo>
                    <a:pt x="2041017" y="1965959"/>
                  </a:lnTo>
                  <a:lnTo>
                    <a:pt x="1996167" y="1961938"/>
                  </a:lnTo>
                  <a:lnTo>
                    <a:pt x="1953951" y="1950343"/>
                  </a:lnTo>
                  <a:lnTo>
                    <a:pt x="1915075" y="1931881"/>
                  </a:lnTo>
                  <a:lnTo>
                    <a:pt x="1880244" y="1907257"/>
                  </a:lnTo>
                  <a:lnTo>
                    <a:pt x="1850164" y="1877177"/>
                  </a:lnTo>
                  <a:lnTo>
                    <a:pt x="1825540" y="1842346"/>
                  </a:lnTo>
                  <a:lnTo>
                    <a:pt x="1807078" y="1803470"/>
                  </a:lnTo>
                  <a:lnTo>
                    <a:pt x="1795483" y="1761254"/>
                  </a:lnTo>
                  <a:lnTo>
                    <a:pt x="1791461" y="1716405"/>
                  </a:lnTo>
                  <a:close/>
                </a:path>
                <a:path w="4978400" h="2704465">
                  <a:moveTo>
                    <a:pt x="2041398" y="1210817"/>
                  </a:moveTo>
                  <a:lnTo>
                    <a:pt x="2041398" y="1466850"/>
                  </a:lnTo>
                </a:path>
                <a:path w="4978400" h="2704465">
                  <a:moveTo>
                    <a:pt x="2687574" y="1716405"/>
                  </a:moveTo>
                  <a:lnTo>
                    <a:pt x="2691595" y="1671555"/>
                  </a:lnTo>
                  <a:lnTo>
                    <a:pt x="2703190" y="1629339"/>
                  </a:lnTo>
                  <a:lnTo>
                    <a:pt x="2721652" y="1590463"/>
                  </a:lnTo>
                  <a:lnTo>
                    <a:pt x="2746276" y="1555632"/>
                  </a:lnTo>
                  <a:lnTo>
                    <a:pt x="2776356" y="1525552"/>
                  </a:lnTo>
                  <a:lnTo>
                    <a:pt x="2811187" y="1500928"/>
                  </a:lnTo>
                  <a:lnTo>
                    <a:pt x="2850063" y="1482466"/>
                  </a:lnTo>
                  <a:lnTo>
                    <a:pt x="2892279" y="1470871"/>
                  </a:lnTo>
                  <a:lnTo>
                    <a:pt x="2937129" y="1466850"/>
                  </a:lnTo>
                  <a:lnTo>
                    <a:pt x="2981978" y="1470871"/>
                  </a:lnTo>
                  <a:lnTo>
                    <a:pt x="3024194" y="1482466"/>
                  </a:lnTo>
                  <a:lnTo>
                    <a:pt x="3063070" y="1500928"/>
                  </a:lnTo>
                  <a:lnTo>
                    <a:pt x="3097901" y="1525552"/>
                  </a:lnTo>
                  <a:lnTo>
                    <a:pt x="3127981" y="1555632"/>
                  </a:lnTo>
                  <a:lnTo>
                    <a:pt x="3152605" y="1590463"/>
                  </a:lnTo>
                  <a:lnTo>
                    <a:pt x="3171067" y="1629339"/>
                  </a:lnTo>
                  <a:lnTo>
                    <a:pt x="3182662" y="1671555"/>
                  </a:lnTo>
                  <a:lnTo>
                    <a:pt x="3186683" y="1716405"/>
                  </a:lnTo>
                  <a:lnTo>
                    <a:pt x="3182662" y="1761254"/>
                  </a:lnTo>
                  <a:lnTo>
                    <a:pt x="3171067" y="1803470"/>
                  </a:lnTo>
                  <a:lnTo>
                    <a:pt x="3152605" y="1842346"/>
                  </a:lnTo>
                  <a:lnTo>
                    <a:pt x="3127981" y="1877177"/>
                  </a:lnTo>
                  <a:lnTo>
                    <a:pt x="3097901" y="1907257"/>
                  </a:lnTo>
                  <a:lnTo>
                    <a:pt x="3063070" y="1931881"/>
                  </a:lnTo>
                  <a:lnTo>
                    <a:pt x="3024194" y="1950343"/>
                  </a:lnTo>
                  <a:lnTo>
                    <a:pt x="2981978" y="1961938"/>
                  </a:lnTo>
                  <a:lnTo>
                    <a:pt x="2937129" y="1965959"/>
                  </a:lnTo>
                  <a:lnTo>
                    <a:pt x="2892279" y="1961938"/>
                  </a:lnTo>
                  <a:lnTo>
                    <a:pt x="2850063" y="1950343"/>
                  </a:lnTo>
                  <a:lnTo>
                    <a:pt x="2811187" y="1931881"/>
                  </a:lnTo>
                  <a:lnTo>
                    <a:pt x="2776356" y="1907257"/>
                  </a:lnTo>
                  <a:lnTo>
                    <a:pt x="2746276" y="1877177"/>
                  </a:lnTo>
                  <a:lnTo>
                    <a:pt x="2721652" y="1842346"/>
                  </a:lnTo>
                  <a:lnTo>
                    <a:pt x="2703190" y="1803470"/>
                  </a:lnTo>
                  <a:lnTo>
                    <a:pt x="2691595" y="1761254"/>
                  </a:lnTo>
                  <a:lnTo>
                    <a:pt x="2687574" y="1716405"/>
                  </a:lnTo>
                  <a:close/>
                </a:path>
                <a:path w="4978400" h="2704465">
                  <a:moveTo>
                    <a:pt x="2936748" y="1210817"/>
                  </a:moveTo>
                  <a:lnTo>
                    <a:pt x="2936748" y="1466850"/>
                  </a:lnTo>
                </a:path>
                <a:path w="4978400" h="2704465">
                  <a:moveTo>
                    <a:pt x="3583685" y="1716405"/>
                  </a:moveTo>
                  <a:lnTo>
                    <a:pt x="3587698" y="1671555"/>
                  </a:lnTo>
                  <a:lnTo>
                    <a:pt x="3599268" y="1629339"/>
                  </a:lnTo>
                  <a:lnTo>
                    <a:pt x="3617693" y="1590463"/>
                  </a:lnTo>
                  <a:lnTo>
                    <a:pt x="3642271" y="1555632"/>
                  </a:lnTo>
                  <a:lnTo>
                    <a:pt x="3672298" y="1525552"/>
                  </a:lnTo>
                  <a:lnTo>
                    <a:pt x="3707073" y="1500928"/>
                  </a:lnTo>
                  <a:lnTo>
                    <a:pt x="3745893" y="1482466"/>
                  </a:lnTo>
                  <a:lnTo>
                    <a:pt x="3788056" y="1470871"/>
                  </a:lnTo>
                  <a:lnTo>
                    <a:pt x="3832859" y="1466850"/>
                  </a:lnTo>
                  <a:lnTo>
                    <a:pt x="3877663" y="1470871"/>
                  </a:lnTo>
                  <a:lnTo>
                    <a:pt x="3919826" y="1482466"/>
                  </a:lnTo>
                  <a:lnTo>
                    <a:pt x="3958646" y="1500928"/>
                  </a:lnTo>
                  <a:lnTo>
                    <a:pt x="3993421" y="1525552"/>
                  </a:lnTo>
                  <a:lnTo>
                    <a:pt x="4023448" y="1555632"/>
                  </a:lnTo>
                  <a:lnTo>
                    <a:pt x="4048026" y="1590463"/>
                  </a:lnTo>
                  <a:lnTo>
                    <a:pt x="4066451" y="1629339"/>
                  </a:lnTo>
                  <a:lnTo>
                    <a:pt x="4078021" y="1671555"/>
                  </a:lnTo>
                  <a:lnTo>
                    <a:pt x="4082033" y="1716405"/>
                  </a:lnTo>
                  <a:lnTo>
                    <a:pt x="4078021" y="1761254"/>
                  </a:lnTo>
                  <a:lnTo>
                    <a:pt x="4066451" y="1803470"/>
                  </a:lnTo>
                  <a:lnTo>
                    <a:pt x="4048026" y="1842346"/>
                  </a:lnTo>
                  <a:lnTo>
                    <a:pt x="4023448" y="1877177"/>
                  </a:lnTo>
                  <a:lnTo>
                    <a:pt x="3993421" y="1907257"/>
                  </a:lnTo>
                  <a:lnTo>
                    <a:pt x="3958646" y="1931881"/>
                  </a:lnTo>
                  <a:lnTo>
                    <a:pt x="3919826" y="1950343"/>
                  </a:lnTo>
                  <a:lnTo>
                    <a:pt x="3877663" y="1961938"/>
                  </a:lnTo>
                  <a:lnTo>
                    <a:pt x="3832859" y="1965959"/>
                  </a:lnTo>
                  <a:lnTo>
                    <a:pt x="3788056" y="1961938"/>
                  </a:lnTo>
                  <a:lnTo>
                    <a:pt x="3745893" y="1950343"/>
                  </a:lnTo>
                  <a:lnTo>
                    <a:pt x="3707073" y="1931881"/>
                  </a:lnTo>
                  <a:lnTo>
                    <a:pt x="3672298" y="1907257"/>
                  </a:lnTo>
                  <a:lnTo>
                    <a:pt x="3642271" y="1877177"/>
                  </a:lnTo>
                  <a:lnTo>
                    <a:pt x="3617693" y="1842346"/>
                  </a:lnTo>
                  <a:lnTo>
                    <a:pt x="3599268" y="1803470"/>
                  </a:lnTo>
                  <a:lnTo>
                    <a:pt x="3587698" y="1761254"/>
                  </a:lnTo>
                  <a:lnTo>
                    <a:pt x="3583685" y="1716405"/>
                  </a:lnTo>
                  <a:close/>
                </a:path>
                <a:path w="4978400" h="2704465">
                  <a:moveTo>
                    <a:pt x="3832859" y="1210817"/>
                  </a:moveTo>
                  <a:lnTo>
                    <a:pt x="3832859" y="1466850"/>
                  </a:lnTo>
                </a:path>
                <a:path w="4978400" h="2704465">
                  <a:moveTo>
                    <a:pt x="4479798" y="1716405"/>
                  </a:moveTo>
                  <a:lnTo>
                    <a:pt x="4483810" y="1671555"/>
                  </a:lnTo>
                  <a:lnTo>
                    <a:pt x="4495380" y="1629339"/>
                  </a:lnTo>
                  <a:lnTo>
                    <a:pt x="4513805" y="1590463"/>
                  </a:lnTo>
                  <a:lnTo>
                    <a:pt x="4538383" y="1555632"/>
                  </a:lnTo>
                  <a:lnTo>
                    <a:pt x="4568410" y="1525552"/>
                  </a:lnTo>
                  <a:lnTo>
                    <a:pt x="4603185" y="1500928"/>
                  </a:lnTo>
                  <a:lnTo>
                    <a:pt x="4642005" y="1482466"/>
                  </a:lnTo>
                  <a:lnTo>
                    <a:pt x="4684168" y="1470871"/>
                  </a:lnTo>
                  <a:lnTo>
                    <a:pt x="4728972" y="1466850"/>
                  </a:lnTo>
                  <a:lnTo>
                    <a:pt x="4773775" y="1470871"/>
                  </a:lnTo>
                  <a:lnTo>
                    <a:pt x="4815938" y="1482466"/>
                  </a:lnTo>
                  <a:lnTo>
                    <a:pt x="4854758" y="1500928"/>
                  </a:lnTo>
                  <a:lnTo>
                    <a:pt x="4889533" y="1525552"/>
                  </a:lnTo>
                  <a:lnTo>
                    <a:pt x="4919560" y="1555632"/>
                  </a:lnTo>
                  <a:lnTo>
                    <a:pt x="4944138" y="1590463"/>
                  </a:lnTo>
                  <a:lnTo>
                    <a:pt x="4962563" y="1629339"/>
                  </a:lnTo>
                  <a:lnTo>
                    <a:pt x="4974133" y="1671555"/>
                  </a:lnTo>
                  <a:lnTo>
                    <a:pt x="4978146" y="1716405"/>
                  </a:lnTo>
                  <a:lnTo>
                    <a:pt x="4974133" y="1761254"/>
                  </a:lnTo>
                  <a:lnTo>
                    <a:pt x="4962563" y="1803470"/>
                  </a:lnTo>
                  <a:lnTo>
                    <a:pt x="4944138" y="1842346"/>
                  </a:lnTo>
                  <a:lnTo>
                    <a:pt x="4919560" y="1877177"/>
                  </a:lnTo>
                  <a:lnTo>
                    <a:pt x="4889533" y="1907257"/>
                  </a:lnTo>
                  <a:lnTo>
                    <a:pt x="4854758" y="1931881"/>
                  </a:lnTo>
                  <a:lnTo>
                    <a:pt x="4815938" y="1950343"/>
                  </a:lnTo>
                  <a:lnTo>
                    <a:pt x="4773775" y="1961938"/>
                  </a:lnTo>
                  <a:lnTo>
                    <a:pt x="4728972" y="1965959"/>
                  </a:lnTo>
                  <a:lnTo>
                    <a:pt x="4684168" y="1961938"/>
                  </a:lnTo>
                  <a:lnTo>
                    <a:pt x="4642005" y="1950343"/>
                  </a:lnTo>
                  <a:lnTo>
                    <a:pt x="4603185" y="1931881"/>
                  </a:lnTo>
                  <a:lnTo>
                    <a:pt x="4568410" y="1907257"/>
                  </a:lnTo>
                  <a:lnTo>
                    <a:pt x="4538383" y="1877177"/>
                  </a:lnTo>
                  <a:lnTo>
                    <a:pt x="4513805" y="1842346"/>
                  </a:lnTo>
                  <a:lnTo>
                    <a:pt x="4495380" y="1803470"/>
                  </a:lnTo>
                  <a:lnTo>
                    <a:pt x="4483810" y="1761254"/>
                  </a:lnTo>
                  <a:lnTo>
                    <a:pt x="4479798" y="1716405"/>
                  </a:lnTo>
                  <a:close/>
                </a:path>
                <a:path w="4978400" h="2704465">
                  <a:moveTo>
                    <a:pt x="4728972" y="1231391"/>
                  </a:moveTo>
                  <a:lnTo>
                    <a:pt x="4728972" y="1466977"/>
                  </a:lnTo>
                </a:path>
                <a:path w="4978400" h="2704465">
                  <a:moveTo>
                    <a:pt x="498348" y="1716786"/>
                  </a:moveTo>
                  <a:lnTo>
                    <a:pt x="895476" y="1716786"/>
                  </a:lnTo>
                </a:path>
                <a:path w="4978400" h="2704465">
                  <a:moveTo>
                    <a:pt x="1394459" y="1716786"/>
                  </a:moveTo>
                  <a:lnTo>
                    <a:pt x="1791588" y="1716786"/>
                  </a:lnTo>
                </a:path>
                <a:path w="4978400" h="2704465">
                  <a:moveTo>
                    <a:pt x="2290572" y="1716024"/>
                  </a:moveTo>
                  <a:lnTo>
                    <a:pt x="2687701" y="1716024"/>
                  </a:lnTo>
                </a:path>
                <a:path w="4978400" h="2704465">
                  <a:moveTo>
                    <a:pt x="3186683" y="1715262"/>
                  </a:moveTo>
                  <a:lnTo>
                    <a:pt x="3583812" y="1715262"/>
                  </a:lnTo>
                </a:path>
                <a:path w="4978400" h="2704465">
                  <a:moveTo>
                    <a:pt x="4082033" y="1715262"/>
                  </a:moveTo>
                  <a:lnTo>
                    <a:pt x="4479162" y="1716405"/>
                  </a:lnTo>
                </a:path>
                <a:path w="4978400" h="2704465">
                  <a:moveTo>
                    <a:pt x="896111" y="2455164"/>
                  </a:moveTo>
                  <a:lnTo>
                    <a:pt x="900124" y="2410360"/>
                  </a:lnTo>
                  <a:lnTo>
                    <a:pt x="911694" y="2368197"/>
                  </a:lnTo>
                  <a:lnTo>
                    <a:pt x="930119" y="2329377"/>
                  </a:lnTo>
                  <a:lnTo>
                    <a:pt x="954697" y="2294602"/>
                  </a:lnTo>
                  <a:lnTo>
                    <a:pt x="984724" y="2264575"/>
                  </a:lnTo>
                  <a:lnTo>
                    <a:pt x="1019499" y="2239997"/>
                  </a:lnTo>
                  <a:lnTo>
                    <a:pt x="1058319" y="2221572"/>
                  </a:lnTo>
                  <a:lnTo>
                    <a:pt x="1100482" y="2210002"/>
                  </a:lnTo>
                  <a:lnTo>
                    <a:pt x="1145285" y="2205990"/>
                  </a:lnTo>
                  <a:lnTo>
                    <a:pt x="1190089" y="2210002"/>
                  </a:lnTo>
                  <a:lnTo>
                    <a:pt x="1232252" y="2221572"/>
                  </a:lnTo>
                  <a:lnTo>
                    <a:pt x="1271072" y="2239997"/>
                  </a:lnTo>
                  <a:lnTo>
                    <a:pt x="1305847" y="2264575"/>
                  </a:lnTo>
                  <a:lnTo>
                    <a:pt x="1335874" y="2294602"/>
                  </a:lnTo>
                  <a:lnTo>
                    <a:pt x="1360452" y="2329377"/>
                  </a:lnTo>
                  <a:lnTo>
                    <a:pt x="1378877" y="2368197"/>
                  </a:lnTo>
                  <a:lnTo>
                    <a:pt x="1390447" y="2410360"/>
                  </a:lnTo>
                  <a:lnTo>
                    <a:pt x="1394459" y="2455164"/>
                  </a:lnTo>
                  <a:lnTo>
                    <a:pt x="1390447" y="2499967"/>
                  </a:lnTo>
                  <a:lnTo>
                    <a:pt x="1378877" y="2542130"/>
                  </a:lnTo>
                  <a:lnTo>
                    <a:pt x="1360452" y="2580950"/>
                  </a:lnTo>
                  <a:lnTo>
                    <a:pt x="1335874" y="2615725"/>
                  </a:lnTo>
                  <a:lnTo>
                    <a:pt x="1305847" y="2645752"/>
                  </a:lnTo>
                  <a:lnTo>
                    <a:pt x="1271072" y="2670330"/>
                  </a:lnTo>
                  <a:lnTo>
                    <a:pt x="1232252" y="2688755"/>
                  </a:lnTo>
                  <a:lnTo>
                    <a:pt x="1190089" y="2700325"/>
                  </a:lnTo>
                  <a:lnTo>
                    <a:pt x="1145285" y="2704338"/>
                  </a:lnTo>
                  <a:lnTo>
                    <a:pt x="1100482" y="2700325"/>
                  </a:lnTo>
                  <a:lnTo>
                    <a:pt x="1058319" y="2688755"/>
                  </a:lnTo>
                  <a:lnTo>
                    <a:pt x="1019499" y="2670330"/>
                  </a:lnTo>
                  <a:lnTo>
                    <a:pt x="984724" y="2645752"/>
                  </a:lnTo>
                  <a:lnTo>
                    <a:pt x="954697" y="2615725"/>
                  </a:lnTo>
                  <a:lnTo>
                    <a:pt x="930119" y="2580950"/>
                  </a:lnTo>
                  <a:lnTo>
                    <a:pt x="911694" y="2542130"/>
                  </a:lnTo>
                  <a:lnTo>
                    <a:pt x="900124" y="2499967"/>
                  </a:lnTo>
                  <a:lnTo>
                    <a:pt x="896111" y="2455164"/>
                  </a:lnTo>
                  <a:close/>
                </a:path>
                <a:path w="4978400" h="2704465">
                  <a:moveTo>
                    <a:pt x="1145285" y="1970532"/>
                  </a:moveTo>
                  <a:lnTo>
                    <a:pt x="1145285" y="2206117"/>
                  </a:lnTo>
                </a:path>
                <a:path w="4978400" h="2704465">
                  <a:moveTo>
                    <a:pt x="1791461" y="2455164"/>
                  </a:moveTo>
                  <a:lnTo>
                    <a:pt x="1795483" y="2410360"/>
                  </a:lnTo>
                  <a:lnTo>
                    <a:pt x="1807078" y="2368197"/>
                  </a:lnTo>
                  <a:lnTo>
                    <a:pt x="1825540" y="2329377"/>
                  </a:lnTo>
                  <a:lnTo>
                    <a:pt x="1850164" y="2294602"/>
                  </a:lnTo>
                  <a:lnTo>
                    <a:pt x="1880244" y="2264575"/>
                  </a:lnTo>
                  <a:lnTo>
                    <a:pt x="1915075" y="2239997"/>
                  </a:lnTo>
                  <a:lnTo>
                    <a:pt x="1953951" y="2221572"/>
                  </a:lnTo>
                  <a:lnTo>
                    <a:pt x="1996167" y="2210002"/>
                  </a:lnTo>
                  <a:lnTo>
                    <a:pt x="2041017" y="2205990"/>
                  </a:lnTo>
                  <a:lnTo>
                    <a:pt x="2085866" y="2210002"/>
                  </a:lnTo>
                  <a:lnTo>
                    <a:pt x="2128082" y="2221572"/>
                  </a:lnTo>
                  <a:lnTo>
                    <a:pt x="2166958" y="2239997"/>
                  </a:lnTo>
                  <a:lnTo>
                    <a:pt x="2201789" y="2264575"/>
                  </a:lnTo>
                  <a:lnTo>
                    <a:pt x="2231869" y="2294602"/>
                  </a:lnTo>
                  <a:lnTo>
                    <a:pt x="2256493" y="2329377"/>
                  </a:lnTo>
                  <a:lnTo>
                    <a:pt x="2274955" y="2368197"/>
                  </a:lnTo>
                  <a:lnTo>
                    <a:pt x="2286550" y="2410360"/>
                  </a:lnTo>
                  <a:lnTo>
                    <a:pt x="2290572" y="2455164"/>
                  </a:lnTo>
                  <a:lnTo>
                    <a:pt x="2286550" y="2499967"/>
                  </a:lnTo>
                  <a:lnTo>
                    <a:pt x="2274955" y="2542130"/>
                  </a:lnTo>
                  <a:lnTo>
                    <a:pt x="2256493" y="2580950"/>
                  </a:lnTo>
                  <a:lnTo>
                    <a:pt x="2231869" y="2615725"/>
                  </a:lnTo>
                  <a:lnTo>
                    <a:pt x="2201789" y="2645752"/>
                  </a:lnTo>
                  <a:lnTo>
                    <a:pt x="2166958" y="2670330"/>
                  </a:lnTo>
                  <a:lnTo>
                    <a:pt x="2128082" y="2688755"/>
                  </a:lnTo>
                  <a:lnTo>
                    <a:pt x="2085866" y="2700325"/>
                  </a:lnTo>
                  <a:lnTo>
                    <a:pt x="2041017" y="2704338"/>
                  </a:lnTo>
                  <a:lnTo>
                    <a:pt x="1996167" y="2700325"/>
                  </a:lnTo>
                  <a:lnTo>
                    <a:pt x="1953951" y="2688755"/>
                  </a:lnTo>
                  <a:lnTo>
                    <a:pt x="1915075" y="2670330"/>
                  </a:lnTo>
                  <a:lnTo>
                    <a:pt x="1880244" y="2645752"/>
                  </a:lnTo>
                  <a:lnTo>
                    <a:pt x="1850164" y="2615725"/>
                  </a:lnTo>
                  <a:lnTo>
                    <a:pt x="1825540" y="2580950"/>
                  </a:lnTo>
                  <a:lnTo>
                    <a:pt x="1807078" y="2542130"/>
                  </a:lnTo>
                  <a:lnTo>
                    <a:pt x="1795483" y="2499967"/>
                  </a:lnTo>
                  <a:lnTo>
                    <a:pt x="1791461" y="2455164"/>
                  </a:lnTo>
                  <a:close/>
                </a:path>
                <a:path w="4978400" h="2704465">
                  <a:moveTo>
                    <a:pt x="2041398" y="1949958"/>
                  </a:moveTo>
                  <a:lnTo>
                    <a:pt x="2041398" y="2205990"/>
                  </a:lnTo>
                </a:path>
                <a:path w="4978400" h="2704465">
                  <a:moveTo>
                    <a:pt x="2687574" y="2455164"/>
                  </a:moveTo>
                  <a:lnTo>
                    <a:pt x="2691595" y="2410360"/>
                  </a:lnTo>
                  <a:lnTo>
                    <a:pt x="2703190" y="2368197"/>
                  </a:lnTo>
                  <a:lnTo>
                    <a:pt x="2721652" y="2329377"/>
                  </a:lnTo>
                  <a:lnTo>
                    <a:pt x="2746276" y="2294602"/>
                  </a:lnTo>
                  <a:lnTo>
                    <a:pt x="2776356" y="2264575"/>
                  </a:lnTo>
                  <a:lnTo>
                    <a:pt x="2811187" y="2239997"/>
                  </a:lnTo>
                  <a:lnTo>
                    <a:pt x="2850063" y="2221572"/>
                  </a:lnTo>
                  <a:lnTo>
                    <a:pt x="2892279" y="2210002"/>
                  </a:lnTo>
                  <a:lnTo>
                    <a:pt x="2937129" y="2205990"/>
                  </a:lnTo>
                  <a:lnTo>
                    <a:pt x="2981978" y="2210002"/>
                  </a:lnTo>
                  <a:lnTo>
                    <a:pt x="3024194" y="2221572"/>
                  </a:lnTo>
                  <a:lnTo>
                    <a:pt x="3063070" y="2239997"/>
                  </a:lnTo>
                  <a:lnTo>
                    <a:pt x="3097901" y="2264575"/>
                  </a:lnTo>
                  <a:lnTo>
                    <a:pt x="3127981" y="2294602"/>
                  </a:lnTo>
                  <a:lnTo>
                    <a:pt x="3152605" y="2329377"/>
                  </a:lnTo>
                  <a:lnTo>
                    <a:pt x="3171067" y="2368197"/>
                  </a:lnTo>
                  <a:lnTo>
                    <a:pt x="3182662" y="2410360"/>
                  </a:lnTo>
                  <a:lnTo>
                    <a:pt x="3186683" y="2455164"/>
                  </a:lnTo>
                  <a:lnTo>
                    <a:pt x="3182662" y="2499967"/>
                  </a:lnTo>
                  <a:lnTo>
                    <a:pt x="3171067" y="2542130"/>
                  </a:lnTo>
                  <a:lnTo>
                    <a:pt x="3152605" y="2580950"/>
                  </a:lnTo>
                  <a:lnTo>
                    <a:pt x="3127981" y="2615725"/>
                  </a:lnTo>
                  <a:lnTo>
                    <a:pt x="3097901" y="2645752"/>
                  </a:lnTo>
                  <a:lnTo>
                    <a:pt x="3063070" y="2670330"/>
                  </a:lnTo>
                  <a:lnTo>
                    <a:pt x="3024194" y="2688755"/>
                  </a:lnTo>
                  <a:lnTo>
                    <a:pt x="2981978" y="2700325"/>
                  </a:lnTo>
                  <a:lnTo>
                    <a:pt x="2937129" y="2704338"/>
                  </a:lnTo>
                  <a:lnTo>
                    <a:pt x="2892279" y="2700325"/>
                  </a:lnTo>
                  <a:lnTo>
                    <a:pt x="2850063" y="2688755"/>
                  </a:lnTo>
                  <a:lnTo>
                    <a:pt x="2811187" y="2670330"/>
                  </a:lnTo>
                  <a:lnTo>
                    <a:pt x="2776356" y="2645752"/>
                  </a:lnTo>
                  <a:lnTo>
                    <a:pt x="2746276" y="2615725"/>
                  </a:lnTo>
                  <a:lnTo>
                    <a:pt x="2721652" y="2580950"/>
                  </a:lnTo>
                  <a:lnTo>
                    <a:pt x="2703190" y="2542130"/>
                  </a:lnTo>
                  <a:lnTo>
                    <a:pt x="2691595" y="2499967"/>
                  </a:lnTo>
                  <a:lnTo>
                    <a:pt x="2687574" y="2455164"/>
                  </a:lnTo>
                  <a:close/>
                </a:path>
                <a:path w="4978400" h="2704465">
                  <a:moveTo>
                    <a:pt x="2936748" y="1949958"/>
                  </a:moveTo>
                  <a:lnTo>
                    <a:pt x="2936748" y="2205990"/>
                  </a:lnTo>
                </a:path>
                <a:path w="4978400" h="2704465">
                  <a:moveTo>
                    <a:pt x="3583685" y="2455164"/>
                  </a:moveTo>
                  <a:lnTo>
                    <a:pt x="3587698" y="2410360"/>
                  </a:lnTo>
                  <a:lnTo>
                    <a:pt x="3599268" y="2368197"/>
                  </a:lnTo>
                  <a:lnTo>
                    <a:pt x="3617693" y="2329377"/>
                  </a:lnTo>
                  <a:lnTo>
                    <a:pt x="3642271" y="2294602"/>
                  </a:lnTo>
                  <a:lnTo>
                    <a:pt x="3672298" y="2264575"/>
                  </a:lnTo>
                  <a:lnTo>
                    <a:pt x="3707073" y="2239997"/>
                  </a:lnTo>
                  <a:lnTo>
                    <a:pt x="3745893" y="2221572"/>
                  </a:lnTo>
                  <a:lnTo>
                    <a:pt x="3788056" y="2210002"/>
                  </a:lnTo>
                  <a:lnTo>
                    <a:pt x="3832859" y="2205990"/>
                  </a:lnTo>
                  <a:lnTo>
                    <a:pt x="3877663" y="2210002"/>
                  </a:lnTo>
                  <a:lnTo>
                    <a:pt x="3919826" y="2221572"/>
                  </a:lnTo>
                  <a:lnTo>
                    <a:pt x="3958646" y="2239997"/>
                  </a:lnTo>
                  <a:lnTo>
                    <a:pt x="3993421" y="2264575"/>
                  </a:lnTo>
                  <a:lnTo>
                    <a:pt x="4023448" y="2294602"/>
                  </a:lnTo>
                  <a:lnTo>
                    <a:pt x="4048026" y="2329377"/>
                  </a:lnTo>
                  <a:lnTo>
                    <a:pt x="4066451" y="2368197"/>
                  </a:lnTo>
                  <a:lnTo>
                    <a:pt x="4078021" y="2410360"/>
                  </a:lnTo>
                  <a:lnTo>
                    <a:pt x="4082033" y="2455164"/>
                  </a:lnTo>
                  <a:lnTo>
                    <a:pt x="4078021" y="2499967"/>
                  </a:lnTo>
                  <a:lnTo>
                    <a:pt x="4066451" y="2542130"/>
                  </a:lnTo>
                  <a:lnTo>
                    <a:pt x="4048026" y="2580950"/>
                  </a:lnTo>
                  <a:lnTo>
                    <a:pt x="4023448" y="2615725"/>
                  </a:lnTo>
                  <a:lnTo>
                    <a:pt x="3993421" y="2645752"/>
                  </a:lnTo>
                  <a:lnTo>
                    <a:pt x="3958646" y="2670330"/>
                  </a:lnTo>
                  <a:lnTo>
                    <a:pt x="3919826" y="2688755"/>
                  </a:lnTo>
                  <a:lnTo>
                    <a:pt x="3877663" y="2700325"/>
                  </a:lnTo>
                  <a:lnTo>
                    <a:pt x="3832859" y="2704338"/>
                  </a:lnTo>
                  <a:lnTo>
                    <a:pt x="3788056" y="2700325"/>
                  </a:lnTo>
                  <a:lnTo>
                    <a:pt x="3745893" y="2688755"/>
                  </a:lnTo>
                  <a:lnTo>
                    <a:pt x="3707073" y="2670330"/>
                  </a:lnTo>
                  <a:lnTo>
                    <a:pt x="3672298" y="2645752"/>
                  </a:lnTo>
                  <a:lnTo>
                    <a:pt x="3642271" y="2615725"/>
                  </a:lnTo>
                  <a:lnTo>
                    <a:pt x="3617693" y="2580950"/>
                  </a:lnTo>
                  <a:lnTo>
                    <a:pt x="3599268" y="2542130"/>
                  </a:lnTo>
                  <a:lnTo>
                    <a:pt x="3587698" y="2499967"/>
                  </a:lnTo>
                  <a:lnTo>
                    <a:pt x="3583685" y="2455164"/>
                  </a:lnTo>
                  <a:close/>
                </a:path>
                <a:path w="4978400" h="2704465">
                  <a:moveTo>
                    <a:pt x="3832859" y="1949958"/>
                  </a:moveTo>
                  <a:lnTo>
                    <a:pt x="3832859" y="2205990"/>
                  </a:lnTo>
                </a:path>
                <a:path w="4978400" h="2704465">
                  <a:moveTo>
                    <a:pt x="4479798" y="2455164"/>
                  </a:moveTo>
                  <a:lnTo>
                    <a:pt x="4483810" y="2410360"/>
                  </a:lnTo>
                  <a:lnTo>
                    <a:pt x="4495380" y="2368197"/>
                  </a:lnTo>
                  <a:lnTo>
                    <a:pt x="4513805" y="2329377"/>
                  </a:lnTo>
                  <a:lnTo>
                    <a:pt x="4538383" y="2294602"/>
                  </a:lnTo>
                  <a:lnTo>
                    <a:pt x="4568410" y="2264575"/>
                  </a:lnTo>
                  <a:lnTo>
                    <a:pt x="4603185" y="2239997"/>
                  </a:lnTo>
                  <a:lnTo>
                    <a:pt x="4642005" y="2221572"/>
                  </a:lnTo>
                  <a:lnTo>
                    <a:pt x="4684168" y="2210002"/>
                  </a:lnTo>
                  <a:lnTo>
                    <a:pt x="4728972" y="2205990"/>
                  </a:lnTo>
                  <a:lnTo>
                    <a:pt x="4773775" y="2210002"/>
                  </a:lnTo>
                  <a:lnTo>
                    <a:pt x="4815938" y="2221572"/>
                  </a:lnTo>
                  <a:lnTo>
                    <a:pt x="4854758" y="2239997"/>
                  </a:lnTo>
                  <a:lnTo>
                    <a:pt x="4889533" y="2264575"/>
                  </a:lnTo>
                  <a:lnTo>
                    <a:pt x="4919560" y="2294602"/>
                  </a:lnTo>
                  <a:lnTo>
                    <a:pt x="4944138" y="2329377"/>
                  </a:lnTo>
                  <a:lnTo>
                    <a:pt x="4962563" y="2368197"/>
                  </a:lnTo>
                  <a:lnTo>
                    <a:pt x="4974133" y="2410360"/>
                  </a:lnTo>
                  <a:lnTo>
                    <a:pt x="4978146" y="2455164"/>
                  </a:lnTo>
                  <a:lnTo>
                    <a:pt x="4974133" y="2499967"/>
                  </a:lnTo>
                  <a:lnTo>
                    <a:pt x="4962563" y="2542130"/>
                  </a:lnTo>
                  <a:lnTo>
                    <a:pt x="4944138" y="2580950"/>
                  </a:lnTo>
                  <a:lnTo>
                    <a:pt x="4919560" y="2615725"/>
                  </a:lnTo>
                  <a:lnTo>
                    <a:pt x="4889533" y="2645752"/>
                  </a:lnTo>
                  <a:lnTo>
                    <a:pt x="4854758" y="2670330"/>
                  </a:lnTo>
                  <a:lnTo>
                    <a:pt x="4815938" y="2688755"/>
                  </a:lnTo>
                  <a:lnTo>
                    <a:pt x="4773775" y="2700325"/>
                  </a:lnTo>
                  <a:lnTo>
                    <a:pt x="4728972" y="2704338"/>
                  </a:lnTo>
                  <a:lnTo>
                    <a:pt x="4684168" y="2700325"/>
                  </a:lnTo>
                  <a:lnTo>
                    <a:pt x="4642005" y="2688755"/>
                  </a:lnTo>
                  <a:lnTo>
                    <a:pt x="4603185" y="2670330"/>
                  </a:lnTo>
                  <a:lnTo>
                    <a:pt x="4568410" y="2645752"/>
                  </a:lnTo>
                  <a:lnTo>
                    <a:pt x="4538383" y="2615725"/>
                  </a:lnTo>
                  <a:lnTo>
                    <a:pt x="4513805" y="2580950"/>
                  </a:lnTo>
                  <a:lnTo>
                    <a:pt x="4495380" y="2542130"/>
                  </a:lnTo>
                  <a:lnTo>
                    <a:pt x="4483810" y="2499967"/>
                  </a:lnTo>
                  <a:lnTo>
                    <a:pt x="4479798" y="2455164"/>
                  </a:lnTo>
                  <a:close/>
                </a:path>
                <a:path w="4978400" h="2704465">
                  <a:moveTo>
                    <a:pt x="4728972" y="1970532"/>
                  </a:moveTo>
                  <a:lnTo>
                    <a:pt x="4728972" y="2206117"/>
                  </a:lnTo>
                </a:path>
                <a:path w="4978400" h="2704465">
                  <a:moveTo>
                    <a:pt x="498348" y="2455164"/>
                  </a:moveTo>
                  <a:lnTo>
                    <a:pt x="895476" y="2455164"/>
                  </a:lnTo>
                </a:path>
                <a:path w="4978400" h="2704465">
                  <a:moveTo>
                    <a:pt x="1394459" y="2455164"/>
                  </a:moveTo>
                  <a:lnTo>
                    <a:pt x="1791588" y="2455164"/>
                  </a:lnTo>
                </a:path>
                <a:path w="4978400" h="2704465">
                  <a:moveTo>
                    <a:pt x="2290572" y="2454402"/>
                  </a:moveTo>
                  <a:lnTo>
                    <a:pt x="2687701" y="2454402"/>
                  </a:lnTo>
                </a:path>
                <a:path w="4978400" h="2704465">
                  <a:moveTo>
                    <a:pt x="3186683" y="2454402"/>
                  </a:moveTo>
                  <a:lnTo>
                    <a:pt x="3583812" y="2454402"/>
                  </a:lnTo>
                </a:path>
                <a:path w="4978400" h="2704465">
                  <a:moveTo>
                    <a:pt x="4082033" y="2454402"/>
                  </a:moveTo>
                  <a:lnTo>
                    <a:pt x="4479162" y="24555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7">
              <a:extLst>
                <a:ext uri="{FF2B5EF4-FFF2-40B4-BE49-F238E27FC236}">
                  <a16:creationId xmlns:a16="http://schemas.microsoft.com/office/drawing/2014/main" id="{B404DCF1-F6E6-0A40-8FE6-A72305A99A8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9569" y="3652265"/>
              <a:ext cx="548640" cy="582168"/>
            </a:xfrm>
            <a:prstGeom prst="rect">
              <a:avLst/>
            </a:prstGeom>
          </p:spPr>
        </p:pic>
        <p:pic>
          <p:nvPicPr>
            <p:cNvPr id="69" name="object 8">
              <a:extLst>
                <a:ext uri="{FF2B5EF4-FFF2-40B4-BE49-F238E27FC236}">
                  <a16:creationId xmlns:a16="http://schemas.microsoft.com/office/drawing/2014/main" id="{5A48D271-1D88-304F-9C23-5B81D11BE02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1949" y="2889503"/>
              <a:ext cx="547877" cy="582168"/>
            </a:xfrm>
            <a:prstGeom prst="rect">
              <a:avLst/>
            </a:prstGeom>
          </p:spPr>
        </p:pic>
        <p:pic>
          <p:nvPicPr>
            <p:cNvPr id="70" name="object 9">
              <a:extLst>
                <a:ext uri="{FF2B5EF4-FFF2-40B4-BE49-F238E27FC236}">
                  <a16:creationId xmlns:a16="http://schemas.microsoft.com/office/drawing/2014/main" id="{8801355F-CE51-9543-A4EC-2BC4B01074A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885681" y="3633977"/>
              <a:ext cx="547877" cy="582168"/>
            </a:xfrm>
            <a:prstGeom prst="rect">
              <a:avLst/>
            </a:prstGeom>
          </p:spPr>
        </p:pic>
        <p:pic>
          <p:nvPicPr>
            <p:cNvPr id="71" name="object 10">
              <a:extLst>
                <a:ext uri="{FF2B5EF4-FFF2-40B4-BE49-F238E27FC236}">
                  <a16:creationId xmlns:a16="http://schemas.microsoft.com/office/drawing/2014/main" id="{4E7C2A5F-DA3F-6E44-A3D0-56A6302096D0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984997" y="4359401"/>
              <a:ext cx="548640" cy="582168"/>
            </a:xfrm>
            <a:prstGeom prst="rect">
              <a:avLst/>
            </a:prstGeom>
          </p:spPr>
        </p:pic>
        <p:pic>
          <p:nvPicPr>
            <p:cNvPr id="72" name="object 11">
              <a:extLst>
                <a:ext uri="{FF2B5EF4-FFF2-40B4-BE49-F238E27FC236}">
                  <a16:creationId xmlns:a16="http://schemas.microsoft.com/office/drawing/2014/main" id="{1B2CE2D2-129C-1E48-9FD5-614123EC694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93457" y="3707129"/>
              <a:ext cx="548640" cy="581406"/>
            </a:xfrm>
            <a:prstGeom prst="rect">
              <a:avLst/>
            </a:prstGeom>
          </p:spPr>
        </p:pic>
        <p:sp>
          <p:nvSpPr>
            <p:cNvPr id="73" name="object 12">
              <a:extLst>
                <a:ext uri="{FF2B5EF4-FFF2-40B4-BE49-F238E27FC236}">
                  <a16:creationId xmlns:a16="http://schemas.microsoft.com/office/drawing/2014/main" id="{51E328A2-D160-AB45-BC81-108879EF79FA}"/>
                </a:ext>
              </a:extLst>
            </p:cNvPr>
            <p:cNvSpPr/>
            <p:nvPr/>
          </p:nvSpPr>
          <p:spPr>
            <a:xfrm>
              <a:off x="6464046" y="2702051"/>
              <a:ext cx="3509645" cy="1975485"/>
            </a:xfrm>
            <a:custGeom>
              <a:avLst/>
              <a:gdLst/>
              <a:ahLst/>
              <a:cxnLst/>
              <a:rect l="l" t="t" r="r" b="b"/>
              <a:pathLst>
                <a:path w="3509645" h="1975485">
                  <a:moveTo>
                    <a:pt x="615823" y="1741932"/>
                  </a:moveTo>
                  <a:lnTo>
                    <a:pt x="587248" y="1741932"/>
                  </a:lnTo>
                  <a:lnTo>
                    <a:pt x="587248" y="1283855"/>
                  </a:lnTo>
                  <a:lnTo>
                    <a:pt x="587375" y="1283843"/>
                  </a:lnTo>
                  <a:lnTo>
                    <a:pt x="587248" y="1277366"/>
                  </a:lnTo>
                  <a:lnTo>
                    <a:pt x="587248" y="1265682"/>
                  </a:lnTo>
                  <a:lnTo>
                    <a:pt x="587006" y="1265682"/>
                  </a:lnTo>
                  <a:lnTo>
                    <a:pt x="579767" y="895400"/>
                  </a:lnTo>
                  <a:lnTo>
                    <a:pt x="608457" y="894854"/>
                  </a:lnTo>
                  <a:lnTo>
                    <a:pt x="601243" y="881126"/>
                  </a:lnTo>
                  <a:lnTo>
                    <a:pt x="563880" y="810006"/>
                  </a:lnTo>
                  <a:lnTo>
                    <a:pt x="522732" y="896505"/>
                  </a:lnTo>
                  <a:lnTo>
                    <a:pt x="551192" y="895946"/>
                  </a:lnTo>
                  <a:lnTo>
                    <a:pt x="558673" y="1277874"/>
                  </a:lnTo>
                  <a:lnTo>
                    <a:pt x="558673" y="1298587"/>
                  </a:lnTo>
                  <a:lnTo>
                    <a:pt x="85725" y="1298702"/>
                  </a:lnTo>
                  <a:lnTo>
                    <a:pt x="85725" y="1270127"/>
                  </a:lnTo>
                  <a:lnTo>
                    <a:pt x="0" y="1312926"/>
                  </a:lnTo>
                  <a:lnTo>
                    <a:pt x="85725" y="1355852"/>
                  </a:lnTo>
                  <a:lnTo>
                    <a:pt x="85725" y="1327277"/>
                  </a:lnTo>
                  <a:lnTo>
                    <a:pt x="558673" y="1327162"/>
                  </a:lnTo>
                  <a:lnTo>
                    <a:pt x="558673" y="1741932"/>
                  </a:lnTo>
                  <a:lnTo>
                    <a:pt x="530098" y="1741932"/>
                  </a:lnTo>
                  <a:lnTo>
                    <a:pt x="573024" y="1827657"/>
                  </a:lnTo>
                  <a:lnTo>
                    <a:pt x="608647" y="1756283"/>
                  </a:lnTo>
                  <a:lnTo>
                    <a:pt x="615823" y="1741932"/>
                  </a:lnTo>
                  <a:close/>
                </a:path>
                <a:path w="3509645" h="1975485">
                  <a:moveTo>
                    <a:pt x="1543431" y="1918081"/>
                  </a:moveTo>
                  <a:lnTo>
                    <a:pt x="1113663" y="1918081"/>
                  </a:lnTo>
                  <a:lnTo>
                    <a:pt x="1113663" y="1889506"/>
                  </a:lnTo>
                  <a:lnTo>
                    <a:pt x="1027938" y="1932432"/>
                  </a:lnTo>
                  <a:lnTo>
                    <a:pt x="1113663" y="1975231"/>
                  </a:lnTo>
                  <a:lnTo>
                    <a:pt x="1113663" y="1946656"/>
                  </a:lnTo>
                  <a:lnTo>
                    <a:pt x="1543431" y="1946656"/>
                  </a:lnTo>
                  <a:lnTo>
                    <a:pt x="1543431" y="1918081"/>
                  </a:lnTo>
                  <a:close/>
                </a:path>
                <a:path w="3509645" h="1975485">
                  <a:moveTo>
                    <a:pt x="1543431" y="459613"/>
                  </a:moveTo>
                  <a:lnTo>
                    <a:pt x="1113663" y="459613"/>
                  </a:lnTo>
                  <a:lnTo>
                    <a:pt x="1113663" y="431038"/>
                  </a:lnTo>
                  <a:lnTo>
                    <a:pt x="1027938" y="473964"/>
                  </a:lnTo>
                  <a:lnTo>
                    <a:pt x="1113663" y="516763"/>
                  </a:lnTo>
                  <a:lnTo>
                    <a:pt x="1113663" y="488188"/>
                  </a:lnTo>
                  <a:lnTo>
                    <a:pt x="1543431" y="488188"/>
                  </a:lnTo>
                  <a:lnTo>
                    <a:pt x="1543431" y="459613"/>
                  </a:lnTo>
                  <a:close/>
                </a:path>
                <a:path w="3509645" h="1975485">
                  <a:moveTo>
                    <a:pt x="2527173" y="473964"/>
                  </a:moveTo>
                  <a:lnTo>
                    <a:pt x="2498509" y="459613"/>
                  </a:lnTo>
                  <a:lnTo>
                    <a:pt x="2441448" y="431038"/>
                  </a:lnTo>
                  <a:lnTo>
                    <a:pt x="2441448" y="459625"/>
                  </a:lnTo>
                  <a:lnTo>
                    <a:pt x="2034895" y="459740"/>
                  </a:lnTo>
                  <a:lnTo>
                    <a:pt x="2027567" y="85394"/>
                  </a:lnTo>
                  <a:lnTo>
                    <a:pt x="2056257" y="84836"/>
                  </a:lnTo>
                  <a:lnTo>
                    <a:pt x="2049043" y="71120"/>
                  </a:lnTo>
                  <a:lnTo>
                    <a:pt x="2011680" y="0"/>
                  </a:lnTo>
                  <a:lnTo>
                    <a:pt x="1970532" y="86487"/>
                  </a:lnTo>
                  <a:lnTo>
                    <a:pt x="1998992" y="85940"/>
                  </a:lnTo>
                  <a:lnTo>
                    <a:pt x="2006600" y="474345"/>
                  </a:lnTo>
                  <a:lnTo>
                    <a:pt x="2011680" y="474256"/>
                  </a:lnTo>
                  <a:lnTo>
                    <a:pt x="2011680" y="488315"/>
                  </a:lnTo>
                  <a:lnTo>
                    <a:pt x="2441448" y="488200"/>
                  </a:lnTo>
                  <a:lnTo>
                    <a:pt x="2441448" y="516763"/>
                  </a:lnTo>
                  <a:lnTo>
                    <a:pt x="2527173" y="473964"/>
                  </a:lnTo>
                  <a:close/>
                </a:path>
                <a:path w="3509645" h="1975485">
                  <a:moveTo>
                    <a:pt x="2537079" y="1920240"/>
                  </a:moveTo>
                  <a:lnTo>
                    <a:pt x="2508415" y="1905889"/>
                  </a:lnTo>
                  <a:lnTo>
                    <a:pt x="2451354" y="1877314"/>
                  </a:lnTo>
                  <a:lnTo>
                    <a:pt x="2451354" y="1905901"/>
                  </a:lnTo>
                  <a:lnTo>
                    <a:pt x="2021586" y="1906016"/>
                  </a:lnTo>
                  <a:lnTo>
                    <a:pt x="2021586" y="1934591"/>
                  </a:lnTo>
                  <a:lnTo>
                    <a:pt x="2451354" y="1934476"/>
                  </a:lnTo>
                  <a:lnTo>
                    <a:pt x="2451354" y="1963039"/>
                  </a:lnTo>
                  <a:lnTo>
                    <a:pt x="2537079" y="1920240"/>
                  </a:lnTo>
                  <a:close/>
                </a:path>
                <a:path w="3509645" h="1975485">
                  <a:moveTo>
                    <a:pt x="3509391" y="1237488"/>
                  </a:moveTo>
                  <a:lnTo>
                    <a:pt x="3480727" y="1223137"/>
                  </a:lnTo>
                  <a:lnTo>
                    <a:pt x="3423666" y="1194562"/>
                  </a:lnTo>
                  <a:lnTo>
                    <a:pt x="3423666" y="1223137"/>
                  </a:lnTo>
                  <a:lnTo>
                    <a:pt x="2994406" y="1223137"/>
                  </a:lnTo>
                  <a:lnTo>
                    <a:pt x="2994406" y="1208417"/>
                  </a:lnTo>
                  <a:lnTo>
                    <a:pt x="2994533" y="1208405"/>
                  </a:lnTo>
                  <a:lnTo>
                    <a:pt x="2994406" y="1201928"/>
                  </a:lnTo>
                  <a:lnTo>
                    <a:pt x="2994406" y="1190244"/>
                  </a:lnTo>
                  <a:lnTo>
                    <a:pt x="2994164" y="1190244"/>
                  </a:lnTo>
                  <a:lnTo>
                    <a:pt x="2986925" y="819962"/>
                  </a:lnTo>
                  <a:lnTo>
                    <a:pt x="3015615" y="819404"/>
                  </a:lnTo>
                  <a:lnTo>
                    <a:pt x="3008401" y="805688"/>
                  </a:lnTo>
                  <a:lnTo>
                    <a:pt x="2971038" y="734568"/>
                  </a:lnTo>
                  <a:lnTo>
                    <a:pt x="2929890" y="821055"/>
                  </a:lnTo>
                  <a:lnTo>
                    <a:pt x="2958350" y="820508"/>
                  </a:lnTo>
                  <a:lnTo>
                    <a:pt x="2965831" y="1202436"/>
                  </a:lnTo>
                  <a:lnTo>
                    <a:pt x="2965831" y="1666494"/>
                  </a:lnTo>
                  <a:lnTo>
                    <a:pt x="2937256" y="1666494"/>
                  </a:lnTo>
                  <a:lnTo>
                    <a:pt x="2980182" y="1752219"/>
                  </a:lnTo>
                  <a:lnTo>
                    <a:pt x="3015805" y="1680845"/>
                  </a:lnTo>
                  <a:lnTo>
                    <a:pt x="3022981" y="1666494"/>
                  </a:lnTo>
                  <a:lnTo>
                    <a:pt x="2994406" y="1666494"/>
                  </a:lnTo>
                  <a:lnTo>
                    <a:pt x="2994406" y="1251712"/>
                  </a:lnTo>
                  <a:lnTo>
                    <a:pt x="3423666" y="1251712"/>
                  </a:lnTo>
                  <a:lnTo>
                    <a:pt x="3423666" y="1280287"/>
                  </a:lnTo>
                  <a:lnTo>
                    <a:pt x="3480892" y="1251712"/>
                  </a:lnTo>
                  <a:lnTo>
                    <a:pt x="3509391" y="123748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E23D8209-EC8A-E54B-ACBB-E4D53BC26414}"/>
              </a:ext>
            </a:extLst>
          </p:cNvPr>
          <p:cNvSpPr txBox="1"/>
          <p:nvPr/>
        </p:nvSpPr>
        <p:spPr>
          <a:xfrm>
            <a:off x="3833929" y="3753297"/>
            <a:ext cx="2838992" cy="95410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广度优先搜索：步步为营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AA3990D-0ED6-A24D-A798-2BC2CADE0B4D}"/>
              </a:ext>
            </a:extLst>
          </p:cNvPr>
          <p:cNvSpPr txBox="1"/>
          <p:nvPr/>
        </p:nvSpPr>
        <p:spPr>
          <a:xfrm>
            <a:off x="9320941" y="3403042"/>
            <a:ext cx="2789905" cy="95410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深度优先搜索：勇往直前</a:t>
            </a:r>
          </a:p>
        </p:txBody>
      </p:sp>
    </p:spTree>
    <p:extLst>
      <p:ext uri="{BB962C8B-B14F-4D97-AF65-F5344CB8AC3E}">
        <p14:creationId xmlns:p14="http://schemas.microsoft.com/office/powerpoint/2010/main" val="63830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FCB45-97D5-1D4F-834A-3001F3EC4463}"/>
              </a:ext>
            </a:extLst>
          </p:cNvPr>
          <p:cNvSpPr txBox="1"/>
          <p:nvPr/>
        </p:nvSpPr>
        <p:spPr>
          <a:xfrm>
            <a:off x="1186542" y="315686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F7C66A-D36F-394B-9CFB-144DB4D8C231}"/>
              </a:ext>
            </a:extLst>
          </p:cNvPr>
          <p:cNvSpPr txBox="1"/>
          <p:nvPr/>
        </p:nvSpPr>
        <p:spPr>
          <a:xfrm>
            <a:off x="691243" y="1406161"/>
            <a:ext cx="10096500" cy="2295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u"/>
            </a:pPr>
            <a:r>
              <a:rPr lang="zh-CN" altLang="en-US" sz="2400" u="sng" dirty="0">
                <a:latin typeface="SimSun" panose="02010600030101010101" pitchFamily="2" charset="-122"/>
                <a:ea typeface="SimSun" panose="02010600030101010101" pitchFamily="2" charset="-122"/>
              </a:rPr>
              <a:t>回溯算法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实际是一个类似枚举的搜索尝试方法，它的主题思想是在搜索尝试中找问题的解，当不满足求解条件就”回溯”返回，尝试别的路径。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u"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回溯算法是尝试搜索算法中最为基本的一种算法，其采用了一种“走不通就掉头”的思想，作为其控制结构。</a:t>
            </a:r>
          </a:p>
        </p:txBody>
      </p:sp>
    </p:spTree>
    <p:extLst>
      <p:ext uri="{BB962C8B-B14F-4D97-AF65-F5344CB8AC3E}">
        <p14:creationId xmlns:p14="http://schemas.microsoft.com/office/powerpoint/2010/main" val="27395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FCB45-97D5-1D4F-834A-3001F3EC4463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</a:t>
            </a:r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基本方法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DB50BD-37CC-E942-9AA5-104E02579EED}"/>
              </a:ext>
            </a:extLst>
          </p:cNvPr>
          <p:cNvSpPr txBox="1"/>
          <p:nvPr/>
        </p:nvSpPr>
        <p:spPr>
          <a:xfrm>
            <a:off x="723900" y="1469572"/>
            <a:ext cx="10744200" cy="3222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、把解组织成树的形式；</a:t>
            </a:r>
            <a:endParaRPr kumimoji="1" lang="en-US" altLang="zh-CN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、算法从根节点开始，按照</a:t>
            </a:r>
            <a:r>
              <a:rPr kumimoji="1" lang="zh-CN" altLang="en-US" sz="28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深度优先遍历</a:t>
            </a:r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的方式对树进行访问；</a:t>
            </a:r>
            <a:endParaRPr kumimoji="1" lang="en-US" altLang="zh-CN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8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、每当访问一个节点，就判断一下，</a:t>
            </a:r>
            <a:r>
              <a:rPr kumimoji="1" lang="zh-CN" altLang="en-US" sz="2800" u="sng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有没有必要继续访问</a:t>
            </a:r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，如果有，则继续访问此节点的子节点，如果没有，那么算法就没有必要再去访问这个节点下属的所有节点，降低算法复杂度。</a:t>
            </a:r>
          </a:p>
        </p:txBody>
      </p:sp>
    </p:spTree>
    <p:extLst>
      <p:ext uri="{BB962C8B-B14F-4D97-AF65-F5344CB8AC3E}">
        <p14:creationId xmlns:p14="http://schemas.microsoft.com/office/powerpoint/2010/main" val="3338060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FCB45-97D5-1D4F-834A-3001F3EC4463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着色问题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1D079E8-0738-3B4B-91D1-07834FBFE419}"/>
              </a:ext>
            </a:extLst>
          </p:cNvPr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8051" y="1374964"/>
            <a:ext cx="9596919" cy="1095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E885F9-333C-B748-8CD8-D76B6266E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51" y="2808980"/>
            <a:ext cx="9890835" cy="30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5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FCB45-97D5-1D4F-834A-3001F3EC4463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着色问题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A56D085A-BE1F-9046-AFF8-89961F28B3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361" y="1410863"/>
            <a:ext cx="9285153" cy="27257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B908C31-B2A7-5346-B399-FFF550E5A346}"/>
              </a:ext>
            </a:extLst>
          </p:cNvPr>
          <p:cNvSpPr txBox="1"/>
          <p:nvPr/>
        </p:nvSpPr>
        <p:spPr>
          <a:xfrm>
            <a:off x="664029" y="4585421"/>
            <a:ext cx="11190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此树中第</a:t>
            </a:r>
            <a:r>
              <a:rPr kumimoji="1"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层代表第</a:t>
            </a:r>
            <a:r>
              <a:rPr kumimoji="1" lang="en-US" altLang="zh-CN" sz="2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kumimoji="1"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个节点的着色，从根到叶节点的每条路径表示一种着色方案。</a:t>
            </a:r>
          </a:p>
        </p:txBody>
      </p:sp>
    </p:spTree>
    <p:extLst>
      <p:ext uri="{BB962C8B-B14F-4D97-AF65-F5344CB8AC3E}">
        <p14:creationId xmlns:p14="http://schemas.microsoft.com/office/powerpoint/2010/main" val="173166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FCB45-97D5-1D4F-834A-3001F3EC4463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着色问题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4EBABB-BDE4-7B41-B477-DDFD1FBC943A}"/>
              </a:ext>
            </a:extLst>
          </p:cNvPr>
          <p:cNvSpPr txBox="1"/>
          <p:nvPr/>
        </p:nvSpPr>
        <p:spPr>
          <a:xfrm>
            <a:off x="674913" y="1468237"/>
            <a:ext cx="10613573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如果该节点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不能形成可行解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，即按照该节点的着色，会出现相邻的顶点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具有相同的颜色，则跳过此节点；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如果该节点</a:t>
            </a:r>
            <a:r>
              <a:rPr lang="zh-CN" altLang="en-US" sz="2400" b="1" dirty="0">
                <a:solidFill>
                  <a:schemeClr val="accent6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可以形成可行解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，则继续遍历该节点的子节点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深度优先遍历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endParaRPr lang="en-US" altLang="zh-CN" sz="240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如果原来图中某顶点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顶点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zh-CN" altLang="e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的所有着色都己经试过了，即在树中第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层</a:t>
            </a:r>
            <a:endParaRPr lang="en-US" altLang="zh-CN" sz="240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的节点都已经访问完毕，则回退（回溯）到上一层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" altLang="zh-CN" sz="240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的节点。</a:t>
            </a:r>
          </a:p>
        </p:txBody>
      </p:sp>
    </p:spTree>
    <p:extLst>
      <p:ext uri="{BB962C8B-B14F-4D97-AF65-F5344CB8AC3E}">
        <p14:creationId xmlns:p14="http://schemas.microsoft.com/office/powerpoint/2010/main" val="70815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FCB45-97D5-1D4F-834A-3001F3EC4463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着色问题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299B00B-CECA-F049-94CE-B29A4AD47C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7544" y="1425665"/>
            <a:ext cx="7080504" cy="35356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5A259AE6-419D-094A-A8C2-00482A16E40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7544" y="2498343"/>
            <a:ext cx="1225296" cy="1862328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B8079719-34BD-5140-9B93-7DA33568758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520623" y="2192812"/>
            <a:ext cx="4892549" cy="3624519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9E177E92-849C-CE4E-B1AE-FADACD2984F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20097" y="2498343"/>
            <a:ext cx="1216152" cy="186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30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75E67DD0-F1BA-004F-A093-5874850E57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9779" y="1175729"/>
            <a:ext cx="3489960" cy="509320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3B85318-7421-5F4C-8F90-F9E73CC5133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47436" y="315686"/>
            <a:ext cx="5111495" cy="3014472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C8722671-3BAA-F347-857C-F3947ED0B6D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03183" y="2566924"/>
            <a:ext cx="3419855" cy="33436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BA10C31-87B1-3642-8968-E3225E399858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着色问题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983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FCA7A2B-31C0-274B-AECE-88D5D1112A35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皇后问题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8EFF05-2CF5-454D-8917-A70A53E0E850}"/>
              </a:ext>
            </a:extLst>
          </p:cNvPr>
          <p:cNvSpPr txBox="1"/>
          <p:nvPr/>
        </p:nvSpPr>
        <p:spPr>
          <a:xfrm>
            <a:off x="4384000" y="1025043"/>
            <a:ext cx="2335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问题背景</a:t>
            </a:r>
            <a:endParaRPr lang="en-US" altLang="zh-CN" sz="36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AA1562-1952-BC4B-BAB5-7DAD70F97A5A}"/>
              </a:ext>
            </a:extLst>
          </p:cNvPr>
          <p:cNvSpPr txBox="1"/>
          <p:nvPr/>
        </p:nvSpPr>
        <p:spPr>
          <a:xfrm>
            <a:off x="1067826" y="1842520"/>
            <a:ext cx="103512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十九世纪著名的数学家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高斯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于1850年提出了一个有意思的问题，</a:t>
            </a:r>
            <a:r>
              <a:rPr lang="zh-CN" altLang="en-US" sz="2000" b="0" i="0" dirty="0">
                <a:solidFill>
                  <a:srgbClr val="2021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如何能够在</a:t>
            </a:r>
            <a:r>
              <a:rPr lang="en-US" altLang="zh-CN" sz="2000" b="0" i="0" dirty="0">
                <a:solidFill>
                  <a:srgbClr val="2021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8×8</a:t>
            </a:r>
            <a:r>
              <a:rPr lang="zh-CN" altLang="en-US" sz="2000" b="0" i="0" dirty="0">
                <a:solidFill>
                  <a:srgbClr val="2021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的国际象棋棋盘上放置八</a:t>
            </a:r>
            <a:r>
              <a:rPr lang="zh-CN" altLang="en-US" sz="2000" dirty="0">
                <a:solidFill>
                  <a:srgbClr val="202122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个</a:t>
            </a:r>
            <a:r>
              <a:rPr lang="zh-CN" altLang="en-US" sz="2000" dirty="0">
                <a:solidFill>
                  <a:srgbClr val="202122"/>
                </a:solidFill>
                <a:latin typeface="SimSun" panose="02010600030101010101" pitchFamily="2" charset="-122"/>
                <a:ea typeface="SimSun" panose="02010600030101010101" pitchFamily="2" charset="-122"/>
                <a:hlinkClick r:id="rId2" tooltip="后 (国际象棋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皇后</a:t>
            </a:r>
            <a:r>
              <a:rPr lang="zh-CN" altLang="en-US" sz="2000" b="0" i="0" dirty="0">
                <a:solidFill>
                  <a:srgbClr val="2021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，使得任何一个皇后都无法直接吃掉其他的皇后？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(8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皇后问题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endParaRPr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5ADB2D-E07B-9D41-999F-656B484C571A}"/>
              </a:ext>
            </a:extLst>
          </p:cNvPr>
          <p:cNvSpPr txBox="1"/>
          <p:nvPr/>
        </p:nvSpPr>
        <p:spPr>
          <a:xfrm>
            <a:off x="1879277" y="5848808"/>
            <a:ext cx="954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高斯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D815838-DFB6-4141-9343-A762D1CE6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21" y="3029329"/>
            <a:ext cx="2062604" cy="274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Genetic Algorithm: 8 Queens Problem | by Cheng Xi Tsou | Nerd For Tech |  Medium">
            <a:extLst>
              <a:ext uri="{FF2B5EF4-FFF2-40B4-BE49-F238E27FC236}">
                <a16:creationId xmlns:a16="http://schemas.microsoft.com/office/drawing/2014/main" id="{988238F5-7783-724B-B5F4-83E50FCFE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174" y="3029329"/>
            <a:ext cx="2688992" cy="267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8B6FCCD-C759-0A4B-A16C-0279FFF08E1F}"/>
              </a:ext>
            </a:extLst>
          </p:cNvPr>
          <p:cNvSpPr txBox="1"/>
          <p:nvPr/>
        </p:nvSpPr>
        <p:spPr>
          <a:xfrm>
            <a:off x="3595764" y="3764834"/>
            <a:ext cx="3500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D5156"/>
                </a:solidFill>
                <a:latin typeface="arial" panose="020B0604020202020204" pitchFamily="34" charset="0"/>
              </a:rPr>
              <a:t>皇后是国际象棋中重量级的棋子</a:t>
            </a:r>
            <a:r>
              <a:rPr lang="zh-CN" altLang="en-US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zh-CN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拥有着统治棋盘的力量</a:t>
            </a:r>
            <a:r>
              <a:rPr lang="zh-CN" altLang="en-US" dirty="0">
                <a:solidFill>
                  <a:srgbClr val="4D5156"/>
                </a:solidFill>
                <a:latin typeface="arial" panose="020B0604020202020204" pitchFamily="34" charset="0"/>
              </a:rPr>
              <a:t>，它可以吃掉其所在的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同一行</a:t>
            </a:r>
            <a:r>
              <a:rPr lang="zh-CN" altLang="en-US" dirty="0">
                <a:solidFill>
                  <a:srgbClr val="4D5156"/>
                </a:solidFill>
                <a:latin typeface="arial" panose="020B0604020202020204" pitchFamily="34" charset="0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同一列</a:t>
            </a:r>
            <a:r>
              <a:rPr lang="zh-CN" altLang="en-US" dirty="0">
                <a:solidFill>
                  <a:srgbClr val="4D5156"/>
                </a:solidFill>
                <a:latin typeface="arial" panose="020B0604020202020204" pitchFamily="34" charset="0"/>
              </a:rPr>
              <a:t>，以及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同一斜线</a:t>
            </a:r>
            <a:r>
              <a:rPr lang="zh-CN" altLang="en-US" dirty="0">
                <a:solidFill>
                  <a:srgbClr val="4D5156"/>
                </a:solidFill>
                <a:latin typeface="arial" panose="020B0604020202020204" pitchFamily="34" charset="0"/>
              </a:rPr>
              <a:t>上的所有其他棋子。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797986-100D-9142-9D47-69D04281BE7D}"/>
              </a:ext>
            </a:extLst>
          </p:cNvPr>
          <p:cNvSpPr txBox="1"/>
          <p:nvPr/>
        </p:nvSpPr>
        <p:spPr>
          <a:xfrm>
            <a:off x="8072666" y="5777445"/>
            <a:ext cx="15747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8</a:t>
            </a:r>
            <a:r>
              <a:rPr lang="zh-CN" altLang="en-US" sz="1100" dirty="0"/>
              <a:t>皇后的一种解决方案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8F3F5E-B3A2-5F4B-9D5F-870B72FF93B0}"/>
              </a:ext>
            </a:extLst>
          </p:cNvPr>
          <p:cNvSpPr txBox="1"/>
          <p:nvPr/>
        </p:nvSpPr>
        <p:spPr>
          <a:xfrm>
            <a:off x="4593497" y="3150902"/>
            <a:ext cx="12243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1" dirty="0"/>
              <a:t>何为皇后</a:t>
            </a:r>
            <a:r>
              <a:rPr lang="en-US" altLang="zh-CN" sz="2000" b="1" i="1" dirty="0"/>
              <a:t>?</a:t>
            </a:r>
            <a:endParaRPr lang="zh-CN" altLang="en-US" sz="2000" b="1" i="1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FB29DB-FEF3-9741-8C37-0E734FD7D991}"/>
              </a:ext>
            </a:extLst>
          </p:cNvPr>
          <p:cNvSpPr/>
          <p:nvPr/>
        </p:nvSpPr>
        <p:spPr>
          <a:xfrm>
            <a:off x="8538754" y="3848645"/>
            <a:ext cx="316230" cy="2628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7">
            <a:extLst>
              <a:ext uri="{FF2B5EF4-FFF2-40B4-BE49-F238E27FC236}">
                <a16:creationId xmlns:a16="http://schemas.microsoft.com/office/drawing/2014/main" id="{3438DC74-2D8B-4B42-947E-3036778E5FAA}"/>
              </a:ext>
            </a:extLst>
          </p:cNvPr>
          <p:cNvCxnSpPr/>
          <p:nvPr/>
        </p:nvCxnSpPr>
        <p:spPr>
          <a:xfrm>
            <a:off x="7621814" y="4002315"/>
            <a:ext cx="24713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9">
            <a:extLst>
              <a:ext uri="{FF2B5EF4-FFF2-40B4-BE49-F238E27FC236}">
                <a16:creationId xmlns:a16="http://schemas.microsoft.com/office/drawing/2014/main" id="{A7CB3CF3-1C5A-8E4B-9893-DBCC1958B791}"/>
              </a:ext>
            </a:extLst>
          </p:cNvPr>
          <p:cNvCxnSpPr>
            <a:cxnSpLocks/>
          </p:cNvCxnSpPr>
          <p:nvPr/>
        </p:nvCxnSpPr>
        <p:spPr>
          <a:xfrm flipV="1">
            <a:off x="8682848" y="3253015"/>
            <a:ext cx="24816" cy="23495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23">
            <a:extLst>
              <a:ext uri="{FF2B5EF4-FFF2-40B4-BE49-F238E27FC236}">
                <a16:creationId xmlns:a16="http://schemas.microsoft.com/office/drawing/2014/main" id="{5AB3DAFB-3702-A348-A556-CF971B18736D}"/>
              </a:ext>
            </a:extLst>
          </p:cNvPr>
          <p:cNvCxnSpPr>
            <a:cxnSpLocks/>
          </p:cNvCxnSpPr>
          <p:nvPr/>
        </p:nvCxnSpPr>
        <p:spPr>
          <a:xfrm flipV="1">
            <a:off x="7634514" y="3188939"/>
            <a:ext cx="1835150" cy="18420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52EF7E9-F32F-DC44-B8A1-A8C20380E70A}"/>
              </a:ext>
            </a:extLst>
          </p:cNvPr>
          <p:cNvSpPr txBox="1"/>
          <p:nvPr/>
        </p:nvSpPr>
        <p:spPr>
          <a:xfrm>
            <a:off x="3922025" y="5379448"/>
            <a:ext cx="268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一共存在多少种方案呢</a:t>
            </a:r>
            <a:r>
              <a:rPr lang="en-US" altLang="zh-CN" dirty="0"/>
              <a:t>? </a:t>
            </a:r>
          </a:p>
          <a:p>
            <a:endParaRPr lang="en-US" altLang="zh-CN" dirty="0"/>
          </a:p>
          <a:p>
            <a:r>
              <a:rPr lang="zh-CN" altLang="en-US" dirty="0"/>
              <a:t>具体的方案又是什么呢</a:t>
            </a:r>
            <a:r>
              <a:rPr lang="en-US" altLang="zh-CN" dirty="0"/>
              <a:t>?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184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FCA7A2B-31C0-274B-AECE-88D5D1112A35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皇后问题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69A152-923F-FA48-AF89-FD7D85040F5B}"/>
              </a:ext>
            </a:extLst>
          </p:cNvPr>
          <p:cNvSpPr txBox="1"/>
          <p:nvPr/>
        </p:nvSpPr>
        <p:spPr>
          <a:xfrm>
            <a:off x="748239" y="1203830"/>
            <a:ext cx="93222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n×n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格的棋盘上放置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个皇后，如果要让任何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个皇后不放在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同一行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或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同一列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或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同一斜线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上，有多少种可能的方案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? </a:t>
            </a:r>
            <a:r>
              <a:rPr lang="en-US" altLang="zh-CN" sz="2800" dirty="0">
                <a:solidFill>
                  <a:srgbClr val="4D4D4D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800" dirty="0">
                <a:solidFill>
                  <a:srgbClr val="4D4D4D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具体方案是什么</a:t>
            </a:r>
            <a:r>
              <a:rPr lang="en-US" altLang="zh-CN" sz="2800" dirty="0">
                <a:solidFill>
                  <a:srgbClr val="4D4D4D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?)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9" name="表格 6">
            <a:extLst>
              <a:ext uri="{FF2B5EF4-FFF2-40B4-BE49-F238E27FC236}">
                <a16:creationId xmlns:a16="http://schemas.microsoft.com/office/drawing/2014/main" id="{682E0E60-D3C8-5548-8A0F-A93B675AE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56144"/>
              </p:ext>
            </p:extLst>
          </p:nvPr>
        </p:nvGraphicFramePr>
        <p:xfrm>
          <a:off x="2128949" y="2755572"/>
          <a:ext cx="1900635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012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09A864B5-3291-6647-BD26-C3FCB5EC1562}"/>
              </a:ext>
            </a:extLst>
          </p:cNvPr>
          <p:cNvGrpSpPr/>
          <p:nvPr/>
        </p:nvGrpSpPr>
        <p:grpSpPr>
          <a:xfrm>
            <a:off x="2238703" y="2881209"/>
            <a:ext cx="1716440" cy="1542466"/>
            <a:chOff x="2242795" y="3092523"/>
            <a:chExt cx="1803400" cy="1621856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76FD1AD-7B46-564A-8B26-B72494084EA9}"/>
                </a:ext>
              </a:extLst>
            </p:cNvPr>
            <p:cNvGrpSpPr/>
            <p:nvPr/>
          </p:nvGrpSpPr>
          <p:grpSpPr>
            <a:xfrm>
              <a:off x="2242795" y="3092523"/>
              <a:ext cx="1803400" cy="1621856"/>
              <a:chOff x="2372302" y="3383613"/>
              <a:chExt cx="1803400" cy="1621856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8D5F59C2-0BD9-3B4F-A9F3-4D7C48176CA9}"/>
                  </a:ext>
                </a:extLst>
              </p:cNvPr>
              <p:cNvSpPr/>
              <p:nvPr/>
            </p:nvSpPr>
            <p:spPr>
              <a:xfrm>
                <a:off x="2372302" y="3383613"/>
                <a:ext cx="190500" cy="17405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81DABCEF-B0D1-D44A-821C-4E0E38E79355}"/>
                  </a:ext>
                </a:extLst>
              </p:cNvPr>
              <p:cNvSpPr/>
              <p:nvPr/>
            </p:nvSpPr>
            <p:spPr>
              <a:xfrm>
                <a:off x="3179340" y="4501213"/>
                <a:ext cx="190500" cy="17405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B7440CDB-703D-CF45-8C71-354DC201AB44}"/>
                  </a:ext>
                </a:extLst>
              </p:cNvPr>
              <p:cNvSpPr/>
              <p:nvPr/>
            </p:nvSpPr>
            <p:spPr>
              <a:xfrm>
                <a:off x="3985202" y="4831413"/>
                <a:ext cx="190500" cy="17405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28000E9F-7D97-A444-940C-4679432ED10C}"/>
                  </a:ext>
                </a:extLst>
              </p:cNvPr>
              <p:cNvSpPr/>
              <p:nvPr/>
            </p:nvSpPr>
            <p:spPr>
              <a:xfrm>
                <a:off x="2746952" y="4115735"/>
                <a:ext cx="190500" cy="17405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B48EA11-A187-2547-9093-3556DC4390D7}"/>
                </a:ext>
              </a:extLst>
            </p:cNvPr>
            <p:cNvSpPr/>
            <p:nvPr/>
          </p:nvSpPr>
          <p:spPr>
            <a:xfrm>
              <a:off x="3480512" y="309252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7" name="表格 6">
            <a:extLst>
              <a:ext uri="{FF2B5EF4-FFF2-40B4-BE49-F238E27FC236}">
                <a16:creationId xmlns:a16="http://schemas.microsoft.com/office/drawing/2014/main" id="{E8E5B44C-2B7B-2941-9AB5-73EB34EBC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21451"/>
              </p:ext>
            </p:extLst>
          </p:nvPr>
        </p:nvGraphicFramePr>
        <p:xfrm>
          <a:off x="4647839" y="2755572"/>
          <a:ext cx="1900635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012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E4ACF8BB-46D3-6A4B-AC44-87457A3AC30A}"/>
              </a:ext>
            </a:extLst>
          </p:cNvPr>
          <p:cNvGrpSpPr/>
          <p:nvPr/>
        </p:nvGrpSpPr>
        <p:grpSpPr>
          <a:xfrm>
            <a:off x="4752749" y="2873952"/>
            <a:ext cx="1706108" cy="1595580"/>
            <a:chOff x="2372302" y="3383613"/>
            <a:chExt cx="1774530" cy="1613634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8EDC139-892A-984E-973B-D0556DDC4527}"/>
                </a:ext>
              </a:extLst>
            </p:cNvPr>
            <p:cNvSpPr/>
            <p:nvPr/>
          </p:nvSpPr>
          <p:spPr>
            <a:xfrm>
              <a:off x="2733450" y="33836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DF16FB6F-36FC-4940-9E40-C78CB32E17B0}"/>
                </a:ext>
              </a:extLst>
            </p:cNvPr>
            <p:cNvSpPr/>
            <p:nvPr/>
          </p:nvSpPr>
          <p:spPr>
            <a:xfrm>
              <a:off x="3956332" y="3734197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8765297-0AAE-3A49-BA59-86BBDB18EEB6}"/>
                </a:ext>
              </a:extLst>
            </p:cNvPr>
            <p:cNvSpPr/>
            <p:nvPr/>
          </p:nvSpPr>
          <p:spPr>
            <a:xfrm>
              <a:off x="3578908" y="448584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E7B9435-C9F3-9D4B-94F9-3A78880612D4}"/>
                </a:ext>
              </a:extLst>
            </p:cNvPr>
            <p:cNvSpPr/>
            <p:nvPr/>
          </p:nvSpPr>
          <p:spPr>
            <a:xfrm>
              <a:off x="2372302" y="4823191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FDD3A4A5-95AA-0E44-BACF-06E37C43D6C0}"/>
                </a:ext>
              </a:extLst>
            </p:cNvPr>
            <p:cNvSpPr/>
            <p:nvPr/>
          </p:nvSpPr>
          <p:spPr>
            <a:xfrm>
              <a:off x="2746952" y="411573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4" name="表格 6">
            <a:extLst>
              <a:ext uri="{FF2B5EF4-FFF2-40B4-BE49-F238E27FC236}">
                <a16:creationId xmlns:a16="http://schemas.microsoft.com/office/drawing/2014/main" id="{59A9AC19-D28F-1F44-9B8E-32C5DB83F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218930"/>
              </p:ext>
            </p:extLst>
          </p:nvPr>
        </p:nvGraphicFramePr>
        <p:xfrm>
          <a:off x="7226019" y="2755572"/>
          <a:ext cx="1900635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012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grpSp>
        <p:nvGrpSpPr>
          <p:cNvPr id="35" name="组合 34">
            <a:extLst>
              <a:ext uri="{FF2B5EF4-FFF2-40B4-BE49-F238E27FC236}">
                <a16:creationId xmlns:a16="http://schemas.microsoft.com/office/drawing/2014/main" id="{9AE34B7B-B240-DD4E-A200-BC1981E7763E}"/>
              </a:ext>
            </a:extLst>
          </p:cNvPr>
          <p:cNvGrpSpPr/>
          <p:nvPr/>
        </p:nvGrpSpPr>
        <p:grpSpPr>
          <a:xfrm>
            <a:off x="7310598" y="2866695"/>
            <a:ext cx="1716964" cy="1599691"/>
            <a:chOff x="2372302" y="3383613"/>
            <a:chExt cx="1803400" cy="1621856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741E9CE-6D4B-014D-A8A9-5062BD5B25EF}"/>
                </a:ext>
              </a:extLst>
            </p:cNvPr>
            <p:cNvSpPr/>
            <p:nvPr/>
          </p:nvSpPr>
          <p:spPr>
            <a:xfrm>
              <a:off x="2372302" y="33836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0A24E0C8-FDF7-3844-9D88-8FA65746B5FB}"/>
                </a:ext>
              </a:extLst>
            </p:cNvPr>
            <p:cNvSpPr/>
            <p:nvPr/>
          </p:nvSpPr>
          <p:spPr>
            <a:xfrm>
              <a:off x="3610552" y="37265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E6D1484-ABDB-F64E-BE76-6BA58222386A}"/>
                </a:ext>
              </a:extLst>
            </p:cNvPr>
            <p:cNvSpPr/>
            <p:nvPr/>
          </p:nvSpPr>
          <p:spPr>
            <a:xfrm>
              <a:off x="3179340" y="45012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069A854-5FD2-BF49-9A8E-080AAF9BDE2F}"/>
                </a:ext>
              </a:extLst>
            </p:cNvPr>
            <p:cNvSpPr/>
            <p:nvPr/>
          </p:nvSpPr>
          <p:spPr>
            <a:xfrm>
              <a:off x="3985202" y="48314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160CBADB-0CC2-8C48-ACF9-2FE5B7081B71}"/>
                </a:ext>
              </a:extLst>
            </p:cNvPr>
            <p:cNvSpPr/>
            <p:nvPr/>
          </p:nvSpPr>
          <p:spPr>
            <a:xfrm>
              <a:off x="2746952" y="411573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1" name="表格 6">
            <a:extLst>
              <a:ext uri="{FF2B5EF4-FFF2-40B4-BE49-F238E27FC236}">
                <a16:creationId xmlns:a16="http://schemas.microsoft.com/office/drawing/2014/main" id="{25FB88C0-DF6D-DB4A-A3F4-00BC2D15D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36228"/>
              </p:ext>
            </p:extLst>
          </p:nvPr>
        </p:nvGraphicFramePr>
        <p:xfrm>
          <a:off x="2128948" y="4858502"/>
          <a:ext cx="1900635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012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6424D8DE-2388-3341-B6D7-0C8EC9C6CEEA}"/>
              </a:ext>
            </a:extLst>
          </p:cNvPr>
          <p:cNvGrpSpPr/>
          <p:nvPr/>
        </p:nvGrpSpPr>
        <p:grpSpPr>
          <a:xfrm>
            <a:off x="2220783" y="4973056"/>
            <a:ext cx="1702758" cy="1599691"/>
            <a:chOff x="2372302" y="3383613"/>
            <a:chExt cx="1788479" cy="1621856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A5E9E85-83B2-394B-8B6D-7FD0ACBE7358}"/>
                </a:ext>
              </a:extLst>
            </p:cNvPr>
            <p:cNvSpPr/>
            <p:nvPr/>
          </p:nvSpPr>
          <p:spPr>
            <a:xfrm>
              <a:off x="2372302" y="33836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29AF604-4B92-2C4D-A806-EECC39B726A0}"/>
                </a:ext>
              </a:extLst>
            </p:cNvPr>
            <p:cNvSpPr/>
            <p:nvPr/>
          </p:nvSpPr>
          <p:spPr>
            <a:xfrm>
              <a:off x="3570198" y="37265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E2117209-8255-3C49-A8AD-EEF98E8BA183}"/>
                </a:ext>
              </a:extLst>
            </p:cNvPr>
            <p:cNvSpPr/>
            <p:nvPr/>
          </p:nvSpPr>
          <p:spPr>
            <a:xfrm>
              <a:off x="3970281" y="45012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98233EB-E488-CE46-B80B-CB118FFBDD39}"/>
                </a:ext>
              </a:extLst>
            </p:cNvPr>
            <p:cNvSpPr/>
            <p:nvPr/>
          </p:nvSpPr>
          <p:spPr>
            <a:xfrm>
              <a:off x="3170050" y="4831413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BF9B106-53AF-0D49-B177-D09ABBD80418}"/>
                </a:ext>
              </a:extLst>
            </p:cNvPr>
            <p:cNvSpPr/>
            <p:nvPr/>
          </p:nvSpPr>
          <p:spPr>
            <a:xfrm>
              <a:off x="2746952" y="411573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8" name="表格 6">
            <a:extLst>
              <a:ext uri="{FF2B5EF4-FFF2-40B4-BE49-F238E27FC236}">
                <a16:creationId xmlns:a16="http://schemas.microsoft.com/office/drawing/2014/main" id="{80679AAB-08DD-E04D-B0E8-8D2C8C058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86310"/>
              </p:ext>
            </p:extLst>
          </p:nvPr>
        </p:nvGraphicFramePr>
        <p:xfrm>
          <a:off x="4647839" y="4855200"/>
          <a:ext cx="1900635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012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grpSp>
        <p:nvGrpSpPr>
          <p:cNvPr id="49" name="组合 48">
            <a:extLst>
              <a:ext uri="{FF2B5EF4-FFF2-40B4-BE49-F238E27FC236}">
                <a16:creationId xmlns:a16="http://schemas.microsoft.com/office/drawing/2014/main" id="{14C32057-BF56-2E4C-B267-5F276598FE37}"/>
              </a:ext>
            </a:extLst>
          </p:cNvPr>
          <p:cNvGrpSpPr/>
          <p:nvPr/>
        </p:nvGrpSpPr>
        <p:grpSpPr>
          <a:xfrm>
            <a:off x="4748096" y="4960428"/>
            <a:ext cx="1706034" cy="1615061"/>
            <a:chOff x="2399923" y="3383613"/>
            <a:chExt cx="1791927" cy="1637438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20B6025-86AD-5A41-946B-2FF22FB437FB}"/>
                </a:ext>
              </a:extLst>
            </p:cNvPr>
            <p:cNvSpPr/>
            <p:nvPr/>
          </p:nvSpPr>
          <p:spPr>
            <a:xfrm>
              <a:off x="3179385" y="3383613"/>
              <a:ext cx="190499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6CFB207E-835F-994A-9433-3511C217A17A}"/>
                </a:ext>
              </a:extLst>
            </p:cNvPr>
            <p:cNvSpPr/>
            <p:nvPr/>
          </p:nvSpPr>
          <p:spPr>
            <a:xfrm>
              <a:off x="2399923" y="374988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53F7CC84-EB8D-9844-BC7D-AF5F4B203A11}"/>
                </a:ext>
              </a:extLst>
            </p:cNvPr>
            <p:cNvSpPr/>
            <p:nvPr/>
          </p:nvSpPr>
          <p:spPr>
            <a:xfrm>
              <a:off x="2778220" y="4490646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B7CFC0BE-CB9B-9542-B1DF-EB237FF2901F}"/>
                </a:ext>
              </a:extLst>
            </p:cNvPr>
            <p:cNvSpPr/>
            <p:nvPr/>
          </p:nvSpPr>
          <p:spPr>
            <a:xfrm>
              <a:off x="4001350" y="484699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343D0065-BD41-A14A-9EF0-0C752F5F8DB4}"/>
                </a:ext>
              </a:extLst>
            </p:cNvPr>
            <p:cNvSpPr/>
            <p:nvPr/>
          </p:nvSpPr>
          <p:spPr>
            <a:xfrm>
              <a:off x="3594392" y="4115734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5" name="表格 6">
            <a:extLst>
              <a:ext uri="{FF2B5EF4-FFF2-40B4-BE49-F238E27FC236}">
                <a16:creationId xmlns:a16="http://schemas.microsoft.com/office/drawing/2014/main" id="{D735304D-F5E9-654D-A349-AE36FF4D7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452958"/>
              </p:ext>
            </p:extLst>
          </p:nvPr>
        </p:nvGraphicFramePr>
        <p:xfrm>
          <a:off x="7212101" y="4858926"/>
          <a:ext cx="1900635" cy="1828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012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38012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34584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grpSp>
        <p:nvGrpSpPr>
          <p:cNvPr id="56" name="组合 55">
            <a:extLst>
              <a:ext uri="{FF2B5EF4-FFF2-40B4-BE49-F238E27FC236}">
                <a16:creationId xmlns:a16="http://schemas.microsoft.com/office/drawing/2014/main" id="{32376669-788D-6D42-A47F-DA1CD485F95F}"/>
              </a:ext>
            </a:extLst>
          </p:cNvPr>
          <p:cNvGrpSpPr/>
          <p:nvPr/>
        </p:nvGrpSpPr>
        <p:grpSpPr>
          <a:xfrm>
            <a:off x="7324718" y="4963228"/>
            <a:ext cx="1667500" cy="1615061"/>
            <a:chOff x="2395203" y="3383613"/>
            <a:chExt cx="1751452" cy="1637438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A6B73F9-0E39-E242-ABB1-4D80AF5EF13C}"/>
                </a:ext>
              </a:extLst>
            </p:cNvPr>
            <p:cNvSpPr/>
            <p:nvPr/>
          </p:nvSpPr>
          <p:spPr>
            <a:xfrm>
              <a:off x="3956156" y="3383613"/>
              <a:ext cx="190499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19123695-6FBB-2243-A458-88B801756678}"/>
                </a:ext>
              </a:extLst>
            </p:cNvPr>
            <p:cNvSpPr/>
            <p:nvPr/>
          </p:nvSpPr>
          <p:spPr>
            <a:xfrm>
              <a:off x="3160551" y="374988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3B511EF7-50D2-F548-9716-C17DD6A0B3A0}"/>
                </a:ext>
              </a:extLst>
            </p:cNvPr>
            <p:cNvSpPr/>
            <p:nvPr/>
          </p:nvSpPr>
          <p:spPr>
            <a:xfrm>
              <a:off x="3570159" y="4490646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0D599EBD-7471-0D4E-8E8B-9614998FAAAE}"/>
                </a:ext>
              </a:extLst>
            </p:cNvPr>
            <p:cNvSpPr/>
            <p:nvPr/>
          </p:nvSpPr>
          <p:spPr>
            <a:xfrm>
              <a:off x="2751562" y="4846995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5DEC5CB1-9B96-5944-8B52-34610A5269EA}"/>
                </a:ext>
              </a:extLst>
            </p:cNvPr>
            <p:cNvSpPr/>
            <p:nvPr/>
          </p:nvSpPr>
          <p:spPr>
            <a:xfrm>
              <a:off x="2395203" y="4115734"/>
              <a:ext cx="190500" cy="17405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椭圆 61">
            <a:extLst>
              <a:ext uri="{FF2B5EF4-FFF2-40B4-BE49-F238E27FC236}">
                <a16:creationId xmlns:a16="http://schemas.microsoft.com/office/drawing/2014/main" id="{2352F677-2054-C740-BA27-298EBE1FE0D7}"/>
              </a:ext>
            </a:extLst>
          </p:cNvPr>
          <p:cNvSpPr/>
          <p:nvPr/>
        </p:nvSpPr>
        <p:spPr>
          <a:xfrm>
            <a:off x="2128948" y="2755572"/>
            <a:ext cx="1551704" cy="44933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D5471A67-B778-AB48-8433-49D3BD4A4284}"/>
              </a:ext>
            </a:extLst>
          </p:cNvPr>
          <p:cNvSpPr/>
          <p:nvPr/>
        </p:nvSpPr>
        <p:spPr>
          <a:xfrm rot="5400000">
            <a:off x="4602663" y="3137394"/>
            <a:ext cx="1194272" cy="41914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6DC11203-2432-C045-B707-CA62A06673AF}"/>
              </a:ext>
            </a:extLst>
          </p:cNvPr>
          <p:cNvSpPr/>
          <p:nvPr/>
        </p:nvSpPr>
        <p:spPr>
          <a:xfrm rot="7938298">
            <a:off x="7921102" y="2378776"/>
            <a:ext cx="510467" cy="259092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E703CCF-7A58-E34F-83E7-087F339D4155}"/>
              </a:ext>
            </a:extLst>
          </p:cNvPr>
          <p:cNvSpPr/>
          <p:nvPr/>
        </p:nvSpPr>
        <p:spPr>
          <a:xfrm>
            <a:off x="2675567" y="5396623"/>
            <a:ext cx="8449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22225">
                  <a:solidFill>
                    <a:srgbClr val="00B05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√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05B066C-12DC-7C4F-B90F-2967AEB3DCFE}"/>
              </a:ext>
            </a:extLst>
          </p:cNvPr>
          <p:cNvSpPr/>
          <p:nvPr/>
        </p:nvSpPr>
        <p:spPr>
          <a:xfrm>
            <a:off x="5125260" y="5426683"/>
            <a:ext cx="8449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22225">
                  <a:solidFill>
                    <a:srgbClr val="00B05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√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7AE4756-7F2D-CA44-85BB-CA8AFD8BC1F2}"/>
              </a:ext>
            </a:extLst>
          </p:cNvPr>
          <p:cNvSpPr/>
          <p:nvPr/>
        </p:nvSpPr>
        <p:spPr>
          <a:xfrm>
            <a:off x="7735262" y="5431409"/>
            <a:ext cx="8449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22225">
                  <a:solidFill>
                    <a:srgbClr val="00B05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√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30F4575-49DB-8A44-82A5-E2FD8ACD5172}"/>
              </a:ext>
            </a:extLst>
          </p:cNvPr>
          <p:cNvSpPr/>
          <p:nvPr/>
        </p:nvSpPr>
        <p:spPr>
          <a:xfrm>
            <a:off x="7842690" y="3214525"/>
            <a:ext cx="91210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dirty="0">
                <a:ln w="22225">
                  <a:solidFill>
                    <a:srgbClr val="00B050"/>
                  </a:solidFill>
                  <a:prstDash val="solid"/>
                </a:ln>
                <a:solidFill>
                  <a:srgbClr val="FF0000"/>
                </a:solidFill>
              </a:rPr>
              <a:t>×</a:t>
            </a:r>
            <a:endParaRPr lang="zh-CN" altLang="en-US" sz="6000" b="1" cap="none" spc="0" dirty="0">
              <a:ln w="22225">
                <a:solidFill>
                  <a:srgbClr val="00B050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B00827A-00B6-2F47-BA30-950853650BDB}"/>
              </a:ext>
            </a:extLst>
          </p:cNvPr>
          <p:cNvSpPr/>
          <p:nvPr/>
        </p:nvSpPr>
        <p:spPr>
          <a:xfrm>
            <a:off x="5202930" y="3225218"/>
            <a:ext cx="91210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dirty="0">
                <a:ln w="22225">
                  <a:solidFill>
                    <a:srgbClr val="00B050"/>
                  </a:solidFill>
                  <a:prstDash val="solid"/>
                </a:ln>
                <a:solidFill>
                  <a:srgbClr val="FF0000"/>
                </a:solidFill>
              </a:rPr>
              <a:t>×</a:t>
            </a:r>
            <a:endParaRPr lang="zh-CN" altLang="en-US" sz="6000" b="1" cap="none" spc="0" dirty="0">
              <a:ln w="22225">
                <a:solidFill>
                  <a:srgbClr val="00B050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CAC6F14-FA2F-6846-AB9D-A597AC7315DA}"/>
              </a:ext>
            </a:extLst>
          </p:cNvPr>
          <p:cNvSpPr/>
          <p:nvPr/>
        </p:nvSpPr>
        <p:spPr>
          <a:xfrm>
            <a:off x="2839094" y="3214193"/>
            <a:ext cx="91210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6000" b="1" dirty="0">
                <a:ln w="22225">
                  <a:solidFill>
                    <a:srgbClr val="00B050"/>
                  </a:solidFill>
                  <a:prstDash val="solid"/>
                </a:ln>
                <a:solidFill>
                  <a:srgbClr val="FF0000"/>
                </a:solidFill>
              </a:rPr>
              <a:t>×</a:t>
            </a:r>
            <a:endParaRPr lang="zh-CN" altLang="en-US" sz="6000" b="1" cap="none" spc="0" dirty="0">
              <a:ln w="22225">
                <a:solidFill>
                  <a:srgbClr val="00B050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839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61C13DC-04A1-684F-A477-42D4F030FDDA}"/>
              </a:ext>
            </a:extLst>
          </p:cNvPr>
          <p:cNvSpPr txBox="1"/>
          <p:nvPr/>
        </p:nvSpPr>
        <p:spPr>
          <a:xfrm>
            <a:off x="1186542" y="315686"/>
            <a:ext cx="431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kumimoji="1"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回溯法：</a:t>
            </a:r>
            <a:r>
              <a:rPr kumimoji="1" lang="en-US" altLang="zh-CN" sz="3200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kumimoji="1" lang="zh-CN" alt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皇后问题</a:t>
            </a:r>
            <a:endParaRPr kumimoji="1" lang="zh-CN" alt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表格 8">
            <a:extLst>
              <a:ext uri="{FF2B5EF4-FFF2-40B4-BE49-F238E27FC236}">
                <a16:creationId xmlns:a16="http://schemas.microsoft.com/office/drawing/2014/main" id="{C2682A16-4CBD-D149-9448-023900990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04898"/>
              </p:ext>
            </p:extLst>
          </p:nvPr>
        </p:nvGraphicFramePr>
        <p:xfrm>
          <a:off x="811430" y="3141682"/>
          <a:ext cx="127862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6209">
                  <a:extLst>
                    <a:ext uri="{9D8B030D-6E8A-4147-A177-3AD203B41FA5}">
                      <a16:colId xmlns:a16="http://schemas.microsoft.com/office/drawing/2014/main" val="2443899411"/>
                    </a:ext>
                  </a:extLst>
                </a:gridCol>
                <a:gridCol w="426209">
                  <a:extLst>
                    <a:ext uri="{9D8B030D-6E8A-4147-A177-3AD203B41FA5}">
                      <a16:colId xmlns:a16="http://schemas.microsoft.com/office/drawing/2014/main" val="3951621464"/>
                    </a:ext>
                  </a:extLst>
                </a:gridCol>
                <a:gridCol w="426209">
                  <a:extLst>
                    <a:ext uri="{9D8B030D-6E8A-4147-A177-3AD203B41FA5}">
                      <a16:colId xmlns:a16="http://schemas.microsoft.com/office/drawing/2014/main" val="4043603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73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548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87183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56A266CB-39D3-E94D-A3CC-342C80ADDEED}"/>
              </a:ext>
            </a:extLst>
          </p:cNvPr>
          <p:cNvSpPr txBox="1"/>
          <p:nvPr/>
        </p:nvSpPr>
        <p:spPr>
          <a:xfrm>
            <a:off x="652051" y="1200486"/>
            <a:ext cx="9754692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要保证每一行不会同时出现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个以上的棋子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, 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那么我们只需要在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行中均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各放入</a:t>
            </a:r>
            <a:r>
              <a:rPr lang="en-US" altLang="zh-CN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个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棋子即可满足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.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此时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对于每一行的棋子均有</a:t>
            </a:r>
            <a:r>
              <a:rPr lang="en-US" altLang="zh-CN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种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摆放方法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…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639D63-4F15-1E49-BFA8-73EB07C68E9D}"/>
              </a:ext>
            </a:extLst>
          </p:cNvPr>
          <p:cNvSpPr txBox="1"/>
          <p:nvPr/>
        </p:nvSpPr>
        <p:spPr>
          <a:xfrm>
            <a:off x="476411" y="3110946"/>
            <a:ext cx="1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3D5EE8-606F-EB43-9CD5-F57223F8EB56}"/>
              </a:ext>
            </a:extLst>
          </p:cNvPr>
          <p:cNvSpPr txBox="1"/>
          <p:nvPr/>
        </p:nvSpPr>
        <p:spPr>
          <a:xfrm>
            <a:off x="475131" y="3509234"/>
            <a:ext cx="1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AB3B98-2FB1-474A-A0BA-AA40E6BE0EAC}"/>
              </a:ext>
            </a:extLst>
          </p:cNvPr>
          <p:cNvSpPr txBox="1"/>
          <p:nvPr/>
        </p:nvSpPr>
        <p:spPr>
          <a:xfrm>
            <a:off x="467447" y="3885750"/>
            <a:ext cx="1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08AF5A-0CA5-E84A-9238-1DCAA3E2AFF9}"/>
              </a:ext>
            </a:extLst>
          </p:cNvPr>
          <p:cNvSpPr txBox="1"/>
          <p:nvPr/>
        </p:nvSpPr>
        <p:spPr>
          <a:xfrm flipH="1">
            <a:off x="1029276" y="4426003"/>
            <a:ext cx="1060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r>
              <a:rPr lang="en-US" altLang="zh-CN" baseline="30000" dirty="0"/>
              <a:t>3</a:t>
            </a:r>
            <a:r>
              <a:rPr lang="en-US" altLang="zh-CN" dirty="0"/>
              <a:t>=27</a:t>
            </a:r>
            <a:endParaRPr lang="zh-CN" altLang="en-US" baseline="30000" dirty="0"/>
          </a:p>
        </p:txBody>
      </p:sp>
      <p:graphicFrame>
        <p:nvGraphicFramePr>
          <p:cNvPr id="11" name="表格 16">
            <a:extLst>
              <a:ext uri="{FF2B5EF4-FFF2-40B4-BE49-F238E27FC236}">
                <a16:creationId xmlns:a16="http://schemas.microsoft.com/office/drawing/2014/main" id="{132DCBB3-2785-FB49-930A-93286CCAD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594967"/>
              </p:ext>
            </p:extLst>
          </p:nvPr>
        </p:nvGraphicFramePr>
        <p:xfrm>
          <a:off x="2977486" y="2898903"/>
          <a:ext cx="1579496" cy="1483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94874">
                  <a:extLst>
                    <a:ext uri="{9D8B030D-6E8A-4147-A177-3AD203B41FA5}">
                      <a16:colId xmlns:a16="http://schemas.microsoft.com/office/drawing/2014/main" val="1198937126"/>
                    </a:ext>
                  </a:extLst>
                </a:gridCol>
                <a:gridCol w="394874">
                  <a:extLst>
                    <a:ext uri="{9D8B030D-6E8A-4147-A177-3AD203B41FA5}">
                      <a16:colId xmlns:a16="http://schemas.microsoft.com/office/drawing/2014/main" val="969305020"/>
                    </a:ext>
                  </a:extLst>
                </a:gridCol>
                <a:gridCol w="394874">
                  <a:extLst>
                    <a:ext uri="{9D8B030D-6E8A-4147-A177-3AD203B41FA5}">
                      <a16:colId xmlns:a16="http://schemas.microsoft.com/office/drawing/2014/main" val="2203860503"/>
                    </a:ext>
                  </a:extLst>
                </a:gridCol>
                <a:gridCol w="394874">
                  <a:extLst>
                    <a:ext uri="{9D8B030D-6E8A-4147-A177-3AD203B41FA5}">
                      <a16:colId xmlns:a16="http://schemas.microsoft.com/office/drawing/2014/main" val="3007197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349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11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61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43751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519D6372-F27E-2144-B0D2-D48A28F750E0}"/>
              </a:ext>
            </a:extLst>
          </p:cNvPr>
          <p:cNvSpPr txBox="1"/>
          <p:nvPr/>
        </p:nvSpPr>
        <p:spPr>
          <a:xfrm>
            <a:off x="2680447" y="2848143"/>
            <a:ext cx="1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C16525-D14E-F643-BDED-350D0927671E}"/>
              </a:ext>
            </a:extLst>
          </p:cNvPr>
          <p:cNvSpPr txBox="1"/>
          <p:nvPr/>
        </p:nvSpPr>
        <p:spPr>
          <a:xfrm>
            <a:off x="2679167" y="3261799"/>
            <a:ext cx="1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DEB82E3-55B8-7B48-9BAA-9E408BC793C0}"/>
              </a:ext>
            </a:extLst>
          </p:cNvPr>
          <p:cNvSpPr txBox="1"/>
          <p:nvPr/>
        </p:nvSpPr>
        <p:spPr>
          <a:xfrm>
            <a:off x="2671483" y="3615263"/>
            <a:ext cx="1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96EF88-5474-FD4A-9E0C-558B60B58430}"/>
              </a:ext>
            </a:extLst>
          </p:cNvPr>
          <p:cNvSpPr txBox="1"/>
          <p:nvPr/>
        </p:nvSpPr>
        <p:spPr>
          <a:xfrm>
            <a:off x="2671483" y="3984095"/>
            <a:ext cx="1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7089FE-54D4-7748-B6BC-765D5146B859}"/>
              </a:ext>
            </a:extLst>
          </p:cNvPr>
          <p:cNvSpPr txBox="1"/>
          <p:nvPr/>
        </p:nvSpPr>
        <p:spPr>
          <a:xfrm flipH="1">
            <a:off x="3249963" y="4468113"/>
            <a:ext cx="1060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r>
              <a:rPr lang="en-US" altLang="zh-CN" baseline="30000" dirty="0"/>
              <a:t>4</a:t>
            </a:r>
            <a:r>
              <a:rPr lang="en-US" altLang="zh-CN" dirty="0"/>
              <a:t>=256</a:t>
            </a:r>
            <a:endParaRPr lang="zh-CN" altLang="en-US" baseline="30000" dirty="0"/>
          </a:p>
        </p:txBody>
      </p:sp>
      <p:graphicFrame>
        <p:nvGraphicFramePr>
          <p:cNvPr id="17" name="表格 24">
            <a:extLst>
              <a:ext uri="{FF2B5EF4-FFF2-40B4-BE49-F238E27FC236}">
                <a16:creationId xmlns:a16="http://schemas.microsoft.com/office/drawing/2014/main" id="{D77A45EB-B821-D64D-8130-E3C54324A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301288"/>
              </p:ext>
            </p:extLst>
          </p:nvPr>
        </p:nvGraphicFramePr>
        <p:xfrm>
          <a:off x="5439283" y="2695847"/>
          <a:ext cx="2109695" cy="1854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1939">
                  <a:extLst>
                    <a:ext uri="{9D8B030D-6E8A-4147-A177-3AD203B41FA5}">
                      <a16:colId xmlns:a16="http://schemas.microsoft.com/office/drawing/2014/main" val="3791064135"/>
                    </a:ext>
                  </a:extLst>
                </a:gridCol>
                <a:gridCol w="421939">
                  <a:extLst>
                    <a:ext uri="{9D8B030D-6E8A-4147-A177-3AD203B41FA5}">
                      <a16:colId xmlns:a16="http://schemas.microsoft.com/office/drawing/2014/main" val="683312001"/>
                    </a:ext>
                  </a:extLst>
                </a:gridCol>
                <a:gridCol w="421939">
                  <a:extLst>
                    <a:ext uri="{9D8B030D-6E8A-4147-A177-3AD203B41FA5}">
                      <a16:colId xmlns:a16="http://schemas.microsoft.com/office/drawing/2014/main" val="3445441173"/>
                    </a:ext>
                  </a:extLst>
                </a:gridCol>
                <a:gridCol w="421939">
                  <a:extLst>
                    <a:ext uri="{9D8B030D-6E8A-4147-A177-3AD203B41FA5}">
                      <a16:colId xmlns:a16="http://schemas.microsoft.com/office/drawing/2014/main" val="1976350237"/>
                    </a:ext>
                  </a:extLst>
                </a:gridCol>
                <a:gridCol w="421939">
                  <a:extLst>
                    <a:ext uri="{9D8B030D-6E8A-4147-A177-3AD203B41FA5}">
                      <a16:colId xmlns:a16="http://schemas.microsoft.com/office/drawing/2014/main" val="1103905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3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8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63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788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035967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66DC5D45-DE5C-A44A-960A-DD053F55E49B}"/>
              </a:ext>
            </a:extLst>
          </p:cNvPr>
          <p:cNvSpPr txBox="1"/>
          <p:nvPr/>
        </p:nvSpPr>
        <p:spPr>
          <a:xfrm>
            <a:off x="5139336" y="30684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66E3D1-FE10-7845-9E87-8B5A43D1AC8E}"/>
              </a:ext>
            </a:extLst>
          </p:cNvPr>
          <p:cNvSpPr txBox="1"/>
          <p:nvPr/>
        </p:nvSpPr>
        <p:spPr>
          <a:xfrm>
            <a:off x="5131652" y="34218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7D2EC89-D4F3-E546-AFAD-D3FC91AE9C31}"/>
              </a:ext>
            </a:extLst>
          </p:cNvPr>
          <p:cNvGrpSpPr/>
          <p:nvPr/>
        </p:nvGrpSpPr>
        <p:grpSpPr>
          <a:xfrm>
            <a:off x="5131924" y="2691185"/>
            <a:ext cx="307774" cy="1858748"/>
            <a:chOff x="4432408" y="2700867"/>
            <a:chExt cx="307774" cy="185874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2A49B05-FF08-1640-B1FA-356CC016997D}"/>
                </a:ext>
              </a:extLst>
            </p:cNvPr>
            <p:cNvSpPr txBox="1"/>
            <p:nvPr/>
          </p:nvSpPr>
          <p:spPr>
            <a:xfrm>
              <a:off x="4433688" y="270086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CC3B36A-ACB9-234B-BDC0-599071B28206}"/>
                </a:ext>
              </a:extLst>
            </p:cNvPr>
            <p:cNvSpPr txBox="1"/>
            <p:nvPr/>
          </p:nvSpPr>
          <p:spPr>
            <a:xfrm>
              <a:off x="4432408" y="3790715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1015087-4954-C34A-A551-764B13E91859}"/>
                </a:ext>
              </a:extLst>
            </p:cNvPr>
            <p:cNvSpPr txBox="1"/>
            <p:nvPr/>
          </p:nvSpPr>
          <p:spPr>
            <a:xfrm>
              <a:off x="4432408" y="419028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F73B6EF-9714-9049-88A1-5569396AE12F}"/>
              </a:ext>
            </a:extLst>
          </p:cNvPr>
          <p:cNvSpPr txBox="1"/>
          <p:nvPr/>
        </p:nvSpPr>
        <p:spPr>
          <a:xfrm flipH="1">
            <a:off x="5841729" y="4652779"/>
            <a:ext cx="130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r>
              <a:rPr lang="en-US" altLang="zh-CN" baseline="30000" dirty="0"/>
              <a:t>5</a:t>
            </a:r>
            <a:r>
              <a:rPr lang="en-US" altLang="zh-CN" dirty="0"/>
              <a:t>=15625</a:t>
            </a:r>
            <a:endParaRPr lang="zh-CN" altLang="en-US" baseline="30000" dirty="0"/>
          </a:p>
        </p:txBody>
      </p:sp>
      <p:pic>
        <p:nvPicPr>
          <p:cNvPr id="25" name="图形 24" descr="问号 纯色填充">
            <a:extLst>
              <a:ext uri="{FF2B5EF4-FFF2-40B4-BE49-F238E27FC236}">
                <a16:creationId xmlns:a16="http://schemas.microsoft.com/office/drawing/2014/main" id="{BB2A4740-C857-D846-AA55-1383372D3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79012">
            <a:off x="8392324" y="3052033"/>
            <a:ext cx="914400" cy="914400"/>
          </a:xfrm>
          <a:prstGeom prst="rect">
            <a:avLst/>
          </a:prstGeom>
        </p:spPr>
      </p:pic>
      <p:sp>
        <p:nvSpPr>
          <p:cNvPr id="26" name="箭头: 右 34">
            <a:extLst>
              <a:ext uri="{FF2B5EF4-FFF2-40B4-BE49-F238E27FC236}">
                <a16:creationId xmlns:a16="http://schemas.microsoft.com/office/drawing/2014/main" id="{114A1C86-A252-9F40-9EA1-928652F1E417}"/>
              </a:ext>
            </a:extLst>
          </p:cNvPr>
          <p:cNvSpPr/>
          <p:nvPr/>
        </p:nvSpPr>
        <p:spPr>
          <a:xfrm>
            <a:off x="2218283" y="3449542"/>
            <a:ext cx="391728" cy="310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35">
            <a:extLst>
              <a:ext uri="{FF2B5EF4-FFF2-40B4-BE49-F238E27FC236}">
                <a16:creationId xmlns:a16="http://schemas.microsoft.com/office/drawing/2014/main" id="{7C9A0E6E-636F-9546-A38D-E90CC1A49B77}"/>
              </a:ext>
            </a:extLst>
          </p:cNvPr>
          <p:cNvSpPr/>
          <p:nvPr/>
        </p:nvSpPr>
        <p:spPr>
          <a:xfrm>
            <a:off x="4679150" y="3459794"/>
            <a:ext cx="391728" cy="310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右 36">
            <a:extLst>
              <a:ext uri="{FF2B5EF4-FFF2-40B4-BE49-F238E27FC236}">
                <a16:creationId xmlns:a16="http://schemas.microsoft.com/office/drawing/2014/main" id="{5EF0050F-9A5D-6943-B420-B933DCF60BF8}"/>
              </a:ext>
            </a:extLst>
          </p:cNvPr>
          <p:cNvSpPr/>
          <p:nvPr/>
        </p:nvSpPr>
        <p:spPr>
          <a:xfrm>
            <a:off x="7848925" y="3480278"/>
            <a:ext cx="391728" cy="310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形 28" descr="问号 纯色填充">
            <a:extLst>
              <a:ext uri="{FF2B5EF4-FFF2-40B4-BE49-F238E27FC236}">
                <a16:creationId xmlns:a16="http://schemas.microsoft.com/office/drawing/2014/main" id="{44DB716C-DE72-A549-AFFF-13F438A0D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79012">
            <a:off x="8944700" y="3052032"/>
            <a:ext cx="914400" cy="914400"/>
          </a:xfrm>
          <a:prstGeom prst="rect">
            <a:avLst/>
          </a:prstGeom>
        </p:spPr>
      </p:pic>
      <p:pic>
        <p:nvPicPr>
          <p:cNvPr id="30" name="图形 29" descr="问号 纯色填充">
            <a:extLst>
              <a:ext uri="{FF2B5EF4-FFF2-40B4-BE49-F238E27FC236}">
                <a16:creationId xmlns:a16="http://schemas.microsoft.com/office/drawing/2014/main" id="{C56C8814-F3A7-3F4C-A100-5B0466BC0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79012">
            <a:off x="9516515" y="3043258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59982237-D405-AD4D-94DE-7DCD6E238F35}"/>
              </a:ext>
            </a:extLst>
          </p:cNvPr>
          <p:cNvSpPr txBox="1"/>
          <p:nvPr/>
        </p:nvSpPr>
        <p:spPr>
          <a:xfrm>
            <a:off x="7416859" y="5624238"/>
            <a:ext cx="176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</a:t>
            </a:r>
            <a:r>
              <a:rPr lang="en-US" altLang="zh-CN" dirty="0"/>
              <a:t>: N</a:t>
            </a:r>
            <a:r>
              <a:rPr lang="en-US" altLang="zh-CN" baseline="30000" dirty="0"/>
              <a:t>N</a:t>
            </a:r>
            <a:endParaRPr lang="zh-CN" altLang="en-US" baseline="30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3B7FEE7-6F6D-AB4D-9618-36C89C04A243}"/>
              </a:ext>
            </a:extLst>
          </p:cNvPr>
          <p:cNvSpPr txBox="1"/>
          <p:nvPr/>
        </p:nvSpPr>
        <p:spPr>
          <a:xfrm>
            <a:off x="575023" y="5000381"/>
            <a:ext cx="10210025" cy="943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对罗列出来的所有可能进行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check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,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判断是否有两个棋子处于同一列或者同一斜线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若是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则剔除该方法</a:t>
            </a:r>
            <a:r>
              <a:rPr lang="en-US" altLang="zh-CN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. </a:t>
            </a:r>
            <a:r>
              <a:rPr lang="zh-CN" altLang="en-US" sz="20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之后剩余的方案即是可行方案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…… </a:t>
            </a:r>
            <a:endParaRPr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9271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EC66519D-A5E3-63A1-D1CE-E8698A7D77C0}"/>
              </a:ext>
            </a:extLst>
          </p:cNvPr>
          <p:cNvGrpSpPr/>
          <p:nvPr/>
        </p:nvGrpSpPr>
        <p:grpSpPr>
          <a:xfrm>
            <a:off x="2327827" y="1675119"/>
            <a:ext cx="8729497" cy="3924294"/>
            <a:chOff x="521940" y="1129190"/>
            <a:chExt cx="11124928" cy="4750741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BA1EEC74-64CA-D0C9-29E5-9FD1DAA9F22F}"/>
                </a:ext>
              </a:extLst>
            </p:cNvPr>
            <p:cNvSpPr/>
            <p:nvPr/>
          </p:nvSpPr>
          <p:spPr>
            <a:xfrm>
              <a:off x="6361952" y="1129190"/>
              <a:ext cx="227574" cy="23587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48C51DA-9638-9098-A360-B173E6CC797A}"/>
                </a:ext>
              </a:extLst>
            </p:cNvPr>
            <p:cNvSpPr/>
            <p:nvPr/>
          </p:nvSpPr>
          <p:spPr>
            <a:xfrm>
              <a:off x="4721167" y="259956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D62CA47-CC1F-955A-E3CD-F379E191527D}"/>
                </a:ext>
              </a:extLst>
            </p:cNvPr>
            <p:cNvSpPr/>
            <p:nvPr/>
          </p:nvSpPr>
          <p:spPr>
            <a:xfrm>
              <a:off x="6306641" y="259956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9C90007-A526-CBEF-5C85-F6C7ABA21FBD}"/>
                </a:ext>
              </a:extLst>
            </p:cNvPr>
            <p:cNvSpPr/>
            <p:nvPr/>
          </p:nvSpPr>
          <p:spPr>
            <a:xfrm>
              <a:off x="7858761" y="259956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598A2C3-B216-7381-EB75-743D2A5AD2E8}"/>
                </a:ext>
              </a:extLst>
            </p:cNvPr>
            <p:cNvSpPr/>
            <p:nvPr/>
          </p:nvSpPr>
          <p:spPr>
            <a:xfrm>
              <a:off x="7998594" y="4121807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81E7299-BFF3-A5D4-D923-D84269BBE35B}"/>
                </a:ext>
              </a:extLst>
            </p:cNvPr>
            <p:cNvSpPr/>
            <p:nvPr/>
          </p:nvSpPr>
          <p:spPr>
            <a:xfrm>
              <a:off x="8578983" y="4121806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52F9C039-313D-7080-1013-EFD32F866795}"/>
                </a:ext>
              </a:extLst>
            </p:cNvPr>
            <p:cNvSpPr/>
            <p:nvPr/>
          </p:nvSpPr>
          <p:spPr>
            <a:xfrm>
              <a:off x="9159372" y="4121805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D140772D-9A1E-6789-3FE7-49A07DEE6310}"/>
                </a:ext>
              </a:extLst>
            </p:cNvPr>
            <p:cNvSpPr/>
            <p:nvPr/>
          </p:nvSpPr>
          <p:spPr>
            <a:xfrm>
              <a:off x="521940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FEA9A392-AD04-9859-E3F3-188FB14B09EC}"/>
                </a:ext>
              </a:extLst>
            </p:cNvPr>
            <p:cNvSpPr/>
            <p:nvPr/>
          </p:nvSpPr>
          <p:spPr>
            <a:xfrm>
              <a:off x="85389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CCAC8684-1BE8-DD0F-5E18-E60F4DC94918}"/>
                </a:ext>
              </a:extLst>
            </p:cNvPr>
            <p:cNvSpPr/>
            <p:nvPr/>
          </p:nvSpPr>
          <p:spPr>
            <a:xfrm>
              <a:off x="120890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6742E84A-0269-92DE-5030-1DDC7ADF34EA}"/>
                </a:ext>
              </a:extLst>
            </p:cNvPr>
            <p:cNvSpPr/>
            <p:nvPr/>
          </p:nvSpPr>
          <p:spPr>
            <a:xfrm>
              <a:off x="1696316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EDD3DF58-3240-764B-59CE-D406F87DC239}"/>
                </a:ext>
              </a:extLst>
            </p:cNvPr>
            <p:cNvSpPr/>
            <p:nvPr/>
          </p:nvSpPr>
          <p:spPr>
            <a:xfrm>
              <a:off x="202827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D17D65BB-E423-323F-C257-95B21FB2B37D}"/>
                </a:ext>
              </a:extLst>
            </p:cNvPr>
            <p:cNvSpPr/>
            <p:nvPr/>
          </p:nvSpPr>
          <p:spPr>
            <a:xfrm>
              <a:off x="2383276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C62A448D-CA04-50A4-5C49-F34AB6D4B232}"/>
                </a:ext>
              </a:extLst>
            </p:cNvPr>
            <p:cNvSpPr/>
            <p:nvPr/>
          </p:nvSpPr>
          <p:spPr>
            <a:xfrm>
              <a:off x="2901174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6851566-1EA1-40C6-6A56-506268745451}"/>
                </a:ext>
              </a:extLst>
            </p:cNvPr>
            <p:cNvSpPr/>
            <p:nvPr/>
          </p:nvSpPr>
          <p:spPr>
            <a:xfrm>
              <a:off x="3233128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F1201C68-F6C4-4C36-B5AF-D486ED259687}"/>
                </a:ext>
              </a:extLst>
            </p:cNvPr>
            <p:cNvSpPr/>
            <p:nvPr/>
          </p:nvSpPr>
          <p:spPr>
            <a:xfrm>
              <a:off x="358813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B2D150A7-DC21-545B-BECF-B3D48018EB23}"/>
                </a:ext>
              </a:extLst>
            </p:cNvPr>
            <p:cNvSpPr/>
            <p:nvPr/>
          </p:nvSpPr>
          <p:spPr>
            <a:xfrm>
              <a:off x="4401927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9F730E3-05D6-6018-467A-54A288E44CBC}"/>
                </a:ext>
              </a:extLst>
            </p:cNvPr>
            <p:cNvSpPr/>
            <p:nvPr/>
          </p:nvSpPr>
          <p:spPr>
            <a:xfrm>
              <a:off x="4733881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2877FE91-6C06-289F-88C6-77D0630C5DD2}"/>
                </a:ext>
              </a:extLst>
            </p:cNvPr>
            <p:cNvSpPr/>
            <p:nvPr/>
          </p:nvSpPr>
          <p:spPr>
            <a:xfrm>
              <a:off x="5088887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6E65B38-7966-0656-736B-D641E3D246CF}"/>
                </a:ext>
              </a:extLst>
            </p:cNvPr>
            <p:cNvSpPr/>
            <p:nvPr/>
          </p:nvSpPr>
          <p:spPr>
            <a:xfrm>
              <a:off x="5576303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CCD5892A-9492-3116-6154-695929DEF3D3}"/>
                </a:ext>
              </a:extLst>
            </p:cNvPr>
            <p:cNvSpPr/>
            <p:nvPr/>
          </p:nvSpPr>
          <p:spPr>
            <a:xfrm>
              <a:off x="5908257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7E49352F-D1A6-A6C6-3E98-FC7D7210BBB1}"/>
                </a:ext>
              </a:extLst>
            </p:cNvPr>
            <p:cNvSpPr/>
            <p:nvPr/>
          </p:nvSpPr>
          <p:spPr>
            <a:xfrm>
              <a:off x="6263263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C7334D10-0137-61B4-1C0F-9B6D9A414819}"/>
                </a:ext>
              </a:extLst>
            </p:cNvPr>
            <p:cNvSpPr/>
            <p:nvPr/>
          </p:nvSpPr>
          <p:spPr>
            <a:xfrm>
              <a:off x="6781161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1FDF1CED-A033-2124-3F19-22761FC827B4}"/>
                </a:ext>
              </a:extLst>
            </p:cNvPr>
            <p:cNvSpPr/>
            <p:nvPr/>
          </p:nvSpPr>
          <p:spPr>
            <a:xfrm>
              <a:off x="7113115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C6FD3A5A-7B3B-1E88-F526-4FB2D1F74258}"/>
                </a:ext>
              </a:extLst>
            </p:cNvPr>
            <p:cNvSpPr/>
            <p:nvPr/>
          </p:nvSpPr>
          <p:spPr>
            <a:xfrm>
              <a:off x="7468121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76BD1FF-A1D4-81FC-3A87-CB285B71AC05}"/>
                </a:ext>
              </a:extLst>
            </p:cNvPr>
            <p:cNvSpPr/>
            <p:nvPr/>
          </p:nvSpPr>
          <p:spPr>
            <a:xfrm>
              <a:off x="8353100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0F2985A7-5C19-A61E-2B83-66E5B77E19EB}"/>
                </a:ext>
              </a:extLst>
            </p:cNvPr>
            <p:cNvSpPr/>
            <p:nvPr/>
          </p:nvSpPr>
          <p:spPr>
            <a:xfrm>
              <a:off x="868505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E277BEF6-E0EF-1D90-64D1-DDC76371B49A}"/>
                </a:ext>
              </a:extLst>
            </p:cNvPr>
            <p:cNvSpPr/>
            <p:nvPr/>
          </p:nvSpPr>
          <p:spPr>
            <a:xfrm>
              <a:off x="904006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F3A66E6-5161-7F9B-7281-84222BD747E3}"/>
                </a:ext>
              </a:extLst>
            </p:cNvPr>
            <p:cNvSpPr/>
            <p:nvPr/>
          </p:nvSpPr>
          <p:spPr>
            <a:xfrm>
              <a:off x="9527476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18D4A986-E64D-6472-08FD-08FCB181D656}"/>
                </a:ext>
              </a:extLst>
            </p:cNvPr>
            <p:cNvSpPr/>
            <p:nvPr/>
          </p:nvSpPr>
          <p:spPr>
            <a:xfrm>
              <a:off x="985943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6E5B0FB6-FF83-95CB-0E42-8142358F6666}"/>
                </a:ext>
              </a:extLst>
            </p:cNvPr>
            <p:cNvSpPr/>
            <p:nvPr/>
          </p:nvSpPr>
          <p:spPr>
            <a:xfrm>
              <a:off x="10214436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BD9096AA-D8F6-2E94-116B-3BF60051D988}"/>
                </a:ext>
              </a:extLst>
            </p:cNvPr>
            <p:cNvSpPr/>
            <p:nvPr/>
          </p:nvSpPr>
          <p:spPr>
            <a:xfrm>
              <a:off x="10732334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D72A334-E880-F5B4-5B39-DC2C38BCD6D3}"/>
                </a:ext>
              </a:extLst>
            </p:cNvPr>
            <p:cNvSpPr/>
            <p:nvPr/>
          </p:nvSpPr>
          <p:spPr>
            <a:xfrm>
              <a:off x="11064288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D4460001-E24F-B34C-3E41-449B8E4BC6E3}"/>
                </a:ext>
              </a:extLst>
            </p:cNvPr>
            <p:cNvSpPr/>
            <p:nvPr/>
          </p:nvSpPr>
          <p:spPr>
            <a:xfrm>
              <a:off x="1141929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7C7E503-08CA-307F-0E77-8C807065BD4F}"/>
                </a:ext>
              </a:extLst>
            </p:cNvPr>
            <p:cNvSpPr/>
            <p:nvPr/>
          </p:nvSpPr>
          <p:spPr>
            <a:xfrm>
              <a:off x="5553988" y="4099590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09180E5-9C6D-DDF9-93B4-5BF3FC09ADDB}"/>
                </a:ext>
              </a:extLst>
            </p:cNvPr>
            <p:cNvSpPr/>
            <p:nvPr/>
          </p:nvSpPr>
          <p:spPr>
            <a:xfrm>
              <a:off x="6134377" y="4099589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312D6EF-2871-542E-FBC3-0B2B2C192773}"/>
                </a:ext>
              </a:extLst>
            </p:cNvPr>
            <p:cNvSpPr/>
            <p:nvPr/>
          </p:nvSpPr>
          <p:spPr>
            <a:xfrm>
              <a:off x="6714766" y="4099588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E5D12090-F281-0A25-66AA-C7479545D757}"/>
                </a:ext>
              </a:extLst>
            </p:cNvPr>
            <p:cNvSpPr/>
            <p:nvPr/>
          </p:nvSpPr>
          <p:spPr>
            <a:xfrm>
              <a:off x="3046924" y="4099589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E85A1E0B-CF3B-876F-52E6-E7327934FE75}"/>
                </a:ext>
              </a:extLst>
            </p:cNvPr>
            <p:cNvSpPr/>
            <p:nvPr/>
          </p:nvSpPr>
          <p:spPr>
            <a:xfrm>
              <a:off x="3627313" y="4099588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28C59920-A96A-3810-6C82-775E2A090AF1}"/>
                </a:ext>
              </a:extLst>
            </p:cNvPr>
            <p:cNvSpPr/>
            <p:nvPr/>
          </p:nvSpPr>
          <p:spPr>
            <a:xfrm>
              <a:off x="4207702" y="4099587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36041C05-B546-3056-C9B7-F320A199E2FC}"/>
              </a:ext>
            </a:extLst>
          </p:cNvPr>
          <p:cNvSpPr txBox="1"/>
          <p:nvPr/>
        </p:nvSpPr>
        <p:spPr>
          <a:xfrm>
            <a:off x="1370040" y="321687"/>
            <a:ext cx="5193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皇后的树形结构</a:t>
            </a:r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(N=3)</a:t>
            </a:r>
            <a:endParaRPr lang="zh-CN" altLang="en-US" sz="3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67ADFC9-8121-38C3-6F76-48156830C0C8}"/>
              </a:ext>
            </a:extLst>
          </p:cNvPr>
          <p:cNvSpPr txBox="1"/>
          <p:nvPr/>
        </p:nvSpPr>
        <p:spPr>
          <a:xfrm>
            <a:off x="418161" y="1569455"/>
            <a:ext cx="676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start--------------------------------------------------</a:t>
            </a:r>
            <a:endParaRPr lang="zh-CN" altLang="en-US" b="1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B56B70F-E72D-4D1B-5616-B71683E5084F}"/>
              </a:ext>
            </a:extLst>
          </p:cNvPr>
          <p:cNvSpPr txBox="1"/>
          <p:nvPr/>
        </p:nvSpPr>
        <p:spPr>
          <a:xfrm>
            <a:off x="435347" y="4006342"/>
            <a:ext cx="37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line 2--------------------------</a:t>
            </a:r>
            <a:endParaRPr lang="zh-CN" altLang="en-US" b="1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B04178A-FCA3-6A49-1ED1-0C302CD757D5}"/>
              </a:ext>
            </a:extLst>
          </p:cNvPr>
          <p:cNvSpPr txBox="1"/>
          <p:nvPr/>
        </p:nvSpPr>
        <p:spPr>
          <a:xfrm>
            <a:off x="424565" y="2775407"/>
            <a:ext cx="518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line 1--------------------------------------</a:t>
            </a:r>
            <a:endParaRPr lang="zh-CN" altLang="en-US" b="1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50EE5A3-BB1D-6004-33A1-FCA5FA2BDEBA}"/>
              </a:ext>
            </a:extLst>
          </p:cNvPr>
          <p:cNvSpPr txBox="1"/>
          <p:nvPr/>
        </p:nvSpPr>
        <p:spPr>
          <a:xfrm>
            <a:off x="455860" y="5282063"/>
            <a:ext cx="169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line 3--------</a:t>
            </a:r>
            <a:endParaRPr lang="zh-CN" altLang="en-US" b="1" dirty="0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81738BB9-ACC9-E039-9802-CF789C1F1F63}"/>
              </a:ext>
            </a:extLst>
          </p:cNvPr>
          <p:cNvCxnSpPr/>
          <p:nvPr/>
        </p:nvCxnSpPr>
        <p:spPr>
          <a:xfrm flipH="1">
            <a:off x="5811422" y="1869964"/>
            <a:ext cx="1098939" cy="10197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1829B091-65A8-CA2C-F6CF-253C5AD2E607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497582" y="3084547"/>
            <a:ext cx="1214577" cy="10442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4EB6EDB0-EB12-9F7B-056F-E66F290570AF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2506400" y="4295093"/>
            <a:ext cx="1828880" cy="10910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37428AD4-67AB-17F1-F165-5C0E1F3D0658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2766877" y="4295093"/>
            <a:ext cx="1568403" cy="11237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96FD959-C801-A1F7-7113-21E2582859B8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3069205" y="4295093"/>
            <a:ext cx="1266075" cy="11048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5C11A02D-CC58-0A2C-08AD-AFE894E06B90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353255" y="4323627"/>
            <a:ext cx="1500580" cy="10597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16727994-0F2E-C244-C78F-10961BB1F90D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635166" y="4323627"/>
            <a:ext cx="1218669" cy="10611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3BA12609-C6BD-F124-2F9C-8757B23556A3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935740" y="4323627"/>
            <a:ext cx="918095" cy="1076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8A2C178D-D74D-25F4-693E-16CB100884C8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265770" y="4295092"/>
            <a:ext cx="980348" cy="10889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243053CA-7C07-0A59-C07C-0EF7567221A0}"/>
              </a:ext>
            </a:extLst>
          </p:cNvPr>
          <p:cNvCxnSpPr>
            <a:cxnSpLocks/>
            <a:stCxn id="90" idx="3"/>
            <a:endCxn id="59" idx="7"/>
          </p:cNvCxnSpPr>
          <p:nvPr/>
        </p:nvCxnSpPr>
        <p:spPr>
          <a:xfrm flipH="1">
            <a:off x="4607661" y="4295092"/>
            <a:ext cx="638457" cy="11380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CCBD4170-51A9-38AA-0E51-D6B8DAE9DDB4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834470" y="4295092"/>
            <a:ext cx="411648" cy="11074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52C8BA62-5F36-890E-9BA4-B22372D4C572}"/>
              </a:ext>
            </a:extLst>
          </p:cNvPr>
          <p:cNvCxnSpPr>
            <a:cxnSpLocks/>
            <a:stCxn id="85" idx="3"/>
          </p:cNvCxnSpPr>
          <p:nvPr/>
        </p:nvCxnSpPr>
        <p:spPr>
          <a:xfrm flipH="1">
            <a:off x="5470272" y="4295094"/>
            <a:ext cx="832248" cy="1136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2AB432B1-BBA6-20BD-5BA1-B669E859840B}"/>
              </a:ext>
            </a:extLst>
          </p:cNvPr>
          <p:cNvCxnSpPr>
            <a:cxnSpLocks/>
            <a:stCxn id="85" idx="3"/>
          </p:cNvCxnSpPr>
          <p:nvPr/>
        </p:nvCxnSpPr>
        <p:spPr>
          <a:xfrm flipH="1">
            <a:off x="5737746" y="4295094"/>
            <a:ext cx="564774" cy="11205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5FF86967-9F76-B926-A506-A1ECEC473027}"/>
              </a:ext>
            </a:extLst>
          </p:cNvPr>
          <p:cNvCxnSpPr>
            <a:cxnSpLocks/>
            <a:stCxn id="85" idx="3"/>
          </p:cNvCxnSpPr>
          <p:nvPr/>
        </p:nvCxnSpPr>
        <p:spPr>
          <a:xfrm flipH="1">
            <a:off x="5991293" y="4295094"/>
            <a:ext cx="311227" cy="10959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16814387-A765-ABC0-D4C0-34D5B01A57E6}"/>
              </a:ext>
            </a:extLst>
          </p:cNvPr>
          <p:cNvCxnSpPr>
            <a:cxnSpLocks/>
            <a:stCxn id="86" idx="3"/>
          </p:cNvCxnSpPr>
          <p:nvPr/>
        </p:nvCxnSpPr>
        <p:spPr>
          <a:xfrm flipH="1">
            <a:off x="6323894" y="4295093"/>
            <a:ext cx="434045" cy="1127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CB84892A-B9AA-7F34-3931-210BD40937FE}"/>
              </a:ext>
            </a:extLst>
          </p:cNvPr>
          <p:cNvCxnSpPr>
            <a:cxnSpLocks/>
            <a:stCxn id="86" idx="3"/>
          </p:cNvCxnSpPr>
          <p:nvPr/>
        </p:nvCxnSpPr>
        <p:spPr>
          <a:xfrm flipH="1">
            <a:off x="6598012" y="4295093"/>
            <a:ext cx="159927" cy="114597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A5115F5C-55E5-41BF-3A65-B3170633ABB7}"/>
              </a:ext>
            </a:extLst>
          </p:cNvPr>
          <p:cNvCxnSpPr>
            <a:cxnSpLocks/>
            <a:stCxn id="86" idx="3"/>
          </p:cNvCxnSpPr>
          <p:nvPr/>
        </p:nvCxnSpPr>
        <p:spPr>
          <a:xfrm>
            <a:off x="6757939" y="4295093"/>
            <a:ext cx="178702" cy="11205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2206AD5C-4718-F381-21BA-BAF001953D36}"/>
              </a:ext>
            </a:extLst>
          </p:cNvPr>
          <p:cNvCxnSpPr>
            <a:cxnSpLocks/>
            <a:stCxn id="87" idx="4"/>
          </p:cNvCxnSpPr>
          <p:nvPr/>
        </p:nvCxnSpPr>
        <p:spPr>
          <a:xfrm flipH="1">
            <a:off x="7276493" y="4323627"/>
            <a:ext cx="1" cy="1076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C2A7568E-4F15-7733-AC97-FF934EC13687}"/>
              </a:ext>
            </a:extLst>
          </p:cNvPr>
          <p:cNvCxnSpPr>
            <a:cxnSpLocks/>
            <a:stCxn id="87" idx="4"/>
          </p:cNvCxnSpPr>
          <p:nvPr/>
        </p:nvCxnSpPr>
        <p:spPr>
          <a:xfrm>
            <a:off x="7276494" y="4323627"/>
            <a:ext cx="275782" cy="1076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71697906-4AD4-5AC4-1FDA-06863ED27553}"/>
              </a:ext>
            </a:extLst>
          </p:cNvPr>
          <p:cNvCxnSpPr>
            <a:cxnSpLocks/>
            <a:stCxn id="87" idx="4"/>
          </p:cNvCxnSpPr>
          <p:nvPr/>
        </p:nvCxnSpPr>
        <p:spPr>
          <a:xfrm>
            <a:off x="7276494" y="4323627"/>
            <a:ext cx="567193" cy="10840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49625455-DF10-F669-9A96-FD836358259A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8283887" y="4341980"/>
            <a:ext cx="220831" cy="10657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7BA59B36-9285-68B8-2D5A-7A7420F9B3E3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8283887" y="4341980"/>
            <a:ext cx="488628" cy="10580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8C6A3B06-869C-DA9E-BBEF-269500DC17F3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8283887" y="4341980"/>
            <a:ext cx="763452" cy="10580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9401F806-DD54-D41C-ED37-32B106EE1832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8739306" y="4341979"/>
            <a:ext cx="729301" cy="1038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377C7847-61FA-82F2-261F-1C0B29F0A5F9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8739306" y="4341979"/>
            <a:ext cx="978636" cy="10580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3DC846F4-08AD-3CB5-D602-7A7B4DD9ECEE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8739306" y="4341979"/>
            <a:ext cx="1254962" cy="10657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3650D2B3-4111-3036-5312-BFA3B193659B}"/>
              </a:ext>
            </a:extLst>
          </p:cNvPr>
          <p:cNvCxnSpPr>
            <a:cxnSpLocks/>
            <a:stCxn id="44" idx="5"/>
          </p:cNvCxnSpPr>
          <p:nvPr/>
        </p:nvCxnSpPr>
        <p:spPr>
          <a:xfrm>
            <a:off x="9257860" y="4313445"/>
            <a:ext cx="1168477" cy="1077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B5A1C562-8EFD-7247-DF7D-AB951A591FE4}"/>
              </a:ext>
            </a:extLst>
          </p:cNvPr>
          <p:cNvCxnSpPr>
            <a:cxnSpLocks/>
            <a:stCxn id="44" idx="5"/>
          </p:cNvCxnSpPr>
          <p:nvPr/>
        </p:nvCxnSpPr>
        <p:spPr>
          <a:xfrm>
            <a:off x="9257860" y="4313445"/>
            <a:ext cx="1429338" cy="10942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D182A0CD-2ADB-7C68-B089-CFED07C2533D}"/>
              </a:ext>
            </a:extLst>
          </p:cNvPr>
          <p:cNvCxnSpPr>
            <a:cxnSpLocks/>
            <a:stCxn id="44" idx="5"/>
          </p:cNvCxnSpPr>
          <p:nvPr/>
        </p:nvCxnSpPr>
        <p:spPr>
          <a:xfrm>
            <a:off x="9257860" y="4313445"/>
            <a:ext cx="1710177" cy="10673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03F090C2-E287-8BF3-2E4D-E8F506434B1C}"/>
              </a:ext>
            </a:extLst>
          </p:cNvPr>
          <p:cNvCxnSpPr>
            <a:cxnSpLocks/>
            <a:stCxn id="4" idx="4"/>
            <a:endCxn id="89" idx="0"/>
          </p:cNvCxnSpPr>
          <p:nvPr/>
        </p:nvCxnSpPr>
        <p:spPr>
          <a:xfrm flipH="1">
            <a:off x="4853835" y="3084547"/>
            <a:ext cx="858324" cy="10442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07D797A4-A7A3-D199-D47F-058FFA4E9CC0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5322711" y="3084547"/>
            <a:ext cx="389448" cy="10575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80E734C5-6488-9510-FEF9-A7BB81D1B7C9}"/>
              </a:ext>
            </a:extLst>
          </p:cNvPr>
          <p:cNvCxnSpPr>
            <a:cxnSpLocks/>
            <a:stCxn id="6" idx="4"/>
            <a:endCxn id="85" idx="0"/>
          </p:cNvCxnSpPr>
          <p:nvPr/>
        </p:nvCxnSpPr>
        <p:spPr>
          <a:xfrm flipH="1">
            <a:off x="6365656" y="3084547"/>
            <a:ext cx="590591" cy="1044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80D600CE-7638-5748-4790-8C2075D24B21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6798391" y="3084547"/>
            <a:ext cx="157856" cy="104615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373EEE71-EA6E-85DC-646F-706C77A5355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6956247" y="3084547"/>
            <a:ext cx="279883" cy="10718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89D527E5-FB69-4014-4652-0BA5A256E42C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174163" y="3084547"/>
            <a:ext cx="68355" cy="10625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A1BDF8B0-FBC9-C4A2-3218-FF74F9D6798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174163" y="3084547"/>
            <a:ext cx="521908" cy="10523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27A691B3-7FB2-C085-28E1-58303A1118A0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174163" y="3084547"/>
            <a:ext cx="966118" cy="10718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E60AEDF5-D9AA-73C4-1DF2-3EADF9350C1C}"/>
              </a:ext>
            </a:extLst>
          </p:cNvPr>
          <p:cNvCxnSpPr>
            <a:cxnSpLocks/>
          </p:cNvCxnSpPr>
          <p:nvPr/>
        </p:nvCxnSpPr>
        <p:spPr>
          <a:xfrm flipH="1">
            <a:off x="6932653" y="1892370"/>
            <a:ext cx="54741" cy="10106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D10D2169-1768-85BA-65E3-EE0E7F86E524}"/>
              </a:ext>
            </a:extLst>
          </p:cNvPr>
          <p:cNvCxnSpPr>
            <a:cxnSpLocks/>
          </p:cNvCxnSpPr>
          <p:nvPr/>
        </p:nvCxnSpPr>
        <p:spPr>
          <a:xfrm>
            <a:off x="7088935" y="1869964"/>
            <a:ext cx="1057001" cy="10094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6" name="文本框 215">
            <a:extLst>
              <a:ext uri="{FF2B5EF4-FFF2-40B4-BE49-F238E27FC236}">
                <a16:creationId xmlns:a16="http://schemas.microsoft.com/office/drawing/2014/main" id="{DE3288FC-9B80-B62C-5D59-B5864131DF89}"/>
              </a:ext>
            </a:extLst>
          </p:cNvPr>
          <p:cNvSpPr txBox="1"/>
          <p:nvPr/>
        </p:nvSpPr>
        <p:spPr>
          <a:xfrm>
            <a:off x="2536592" y="5900315"/>
            <a:ext cx="4676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b="1" dirty="0"/>
              <a:t>每个叶子节点均对应着一种候选解</a:t>
            </a:r>
          </a:p>
        </p:txBody>
      </p: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AE605B59-B283-64F3-35EB-337AAC27AC61}"/>
              </a:ext>
            </a:extLst>
          </p:cNvPr>
          <p:cNvCxnSpPr>
            <a:cxnSpLocks/>
          </p:cNvCxnSpPr>
          <p:nvPr/>
        </p:nvCxnSpPr>
        <p:spPr>
          <a:xfrm flipH="1">
            <a:off x="5793742" y="1868045"/>
            <a:ext cx="1116619" cy="102612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D5B31CED-4602-7EA9-D3F0-1E9033A12D4F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496543" y="3084547"/>
            <a:ext cx="1215616" cy="1046155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3C44FF1B-5921-DB57-68B5-4274D9532A38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2503898" y="4295093"/>
            <a:ext cx="1831382" cy="109289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E2720BA6-D69D-A6C0-69F6-2A25D6EDF9CD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2750448" y="4295093"/>
            <a:ext cx="1584832" cy="113997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2EED23D7-F83F-5C70-F5F4-685ABF4A6CCF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3029901" y="4295093"/>
            <a:ext cx="1305379" cy="113169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1C30073D-2794-AA86-7FAD-447B7214C9CC}"/>
              </a:ext>
            </a:extLst>
          </p:cNvPr>
          <p:cNvCxnSpPr>
            <a:cxnSpLocks/>
          </p:cNvCxnSpPr>
          <p:nvPr/>
        </p:nvCxnSpPr>
        <p:spPr>
          <a:xfrm flipH="1">
            <a:off x="4846106" y="3123699"/>
            <a:ext cx="833392" cy="100508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7AD03467-1413-8081-4739-A0C710C4DB2F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345368" y="4323627"/>
            <a:ext cx="1508467" cy="107360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EB218830-C3EC-75F4-4AF5-3C84A82AE5D3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622326" y="4323627"/>
            <a:ext cx="1231509" cy="108017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E856D65D-05A7-C3ED-F40E-C0AA6B61C1C8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928656" y="4323627"/>
            <a:ext cx="925179" cy="108657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DC80CC8A-A112-17A0-12EE-877F2F2595DA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5311347" y="3084547"/>
            <a:ext cx="400812" cy="104899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3ED4FCA7-E9E2-19A6-D3C9-BE0927BC8724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250325" y="4295092"/>
            <a:ext cx="995793" cy="111270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E1451C46-7A4A-6BAF-DD99-FF1E5B758BFC}"/>
              </a:ext>
            </a:extLst>
          </p:cNvPr>
          <p:cNvCxnSpPr>
            <a:cxnSpLocks/>
            <a:stCxn id="90" idx="3"/>
            <a:endCxn id="59" idx="7"/>
          </p:cNvCxnSpPr>
          <p:nvPr/>
        </p:nvCxnSpPr>
        <p:spPr>
          <a:xfrm flipH="1">
            <a:off x="4607661" y="4295092"/>
            <a:ext cx="638457" cy="113800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D2E74DCF-8DE3-67D0-F956-789682D4FAC4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828763" y="4295092"/>
            <a:ext cx="417355" cy="1106704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07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EC66519D-A5E3-63A1-D1CE-E8698A7D77C0}"/>
              </a:ext>
            </a:extLst>
          </p:cNvPr>
          <p:cNvGrpSpPr/>
          <p:nvPr/>
        </p:nvGrpSpPr>
        <p:grpSpPr>
          <a:xfrm>
            <a:off x="2327827" y="1675119"/>
            <a:ext cx="8729497" cy="3924294"/>
            <a:chOff x="521940" y="1129190"/>
            <a:chExt cx="11124928" cy="4750741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BA1EEC74-64CA-D0C9-29E5-9FD1DAA9F22F}"/>
                </a:ext>
              </a:extLst>
            </p:cNvPr>
            <p:cNvSpPr/>
            <p:nvPr/>
          </p:nvSpPr>
          <p:spPr>
            <a:xfrm>
              <a:off x="6361952" y="1129190"/>
              <a:ext cx="227574" cy="23587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48C51DA-9638-9098-A360-B173E6CC797A}"/>
                </a:ext>
              </a:extLst>
            </p:cNvPr>
            <p:cNvSpPr/>
            <p:nvPr/>
          </p:nvSpPr>
          <p:spPr>
            <a:xfrm>
              <a:off x="4721167" y="259956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D62CA47-CC1F-955A-E3CD-F379E191527D}"/>
                </a:ext>
              </a:extLst>
            </p:cNvPr>
            <p:cNvSpPr/>
            <p:nvPr/>
          </p:nvSpPr>
          <p:spPr>
            <a:xfrm>
              <a:off x="6306641" y="259956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9C90007-A526-CBEF-5C85-F6C7ABA21FBD}"/>
                </a:ext>
              </a:extLst>
            </p:cNvPr>
            <p:cNvSpPr/>
            <p:nvPr/>
          </p:nvSpPr>
          <p:spPr>
            <a:xfrm>
              <a:off x="7858761" y="259956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598A2C3-B216-7381-EB75-743D2A5AD2E8}"/>
                </a:ext>
              </a:extLst>
            </p:cNvPr>
            <p:cNvSpPr/>
            <p:nvPr/>
          </p:nvSpPr>
          <p:spPr>
            <a:xfrm>
              <a:off x="7998594" y="4121807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81E7299-BFF3-A5D4-D923-D84269BBE35B}"/>
                </a:ext>
              </a:extLst>
            </p:cNvPr>
            <p:cNvSpPr/>
            <p:nvPr/>
          </p:nvSpPr>
          <p:spPr>
            <a:xfrm>
              <a:off x="8578983" y="4121806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52F9C039-313D-7080-1013-EFD32F866795}"/>
                </a:ext>
              </a:extLst>
            </p:cNvPr>
            <p:cNvSpPr/>
            <p:nvPr/>
          </p:nvSpPr>
          <p:spPr>
            <a:xfrm>
              <a:off x="9159372" y="4121805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D140772D-9A1E-6789-3FE7-49A07DEE6310}"/>
                </a:ext>
              </a:extLst>
            </p:cNvPr>
            <p:cNvSpPr/>
            <p:nvPr/>
          </p:nvSpPr>
          <p:spPr>
            <a:xfrm>
              <a:off x="521940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FEA9A392-AD04-9859-E3F3-188FB14B09EC}"/>
                </a:ext>
              </a:extLst>
            </p:cNvPr>
            <p:cNvSpPr/>
            <p:nvPr/>
          </p:nvSpPr>
          <p:spPr>
            <a:xfrm>
              <a:off x="85389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CCAC8684-1BE8-DD0F-5E18-E60F4DC94918}"/>
                </a:ext>
              </a:extLst>
            </p:cNvPr>
            <p:cNvSpPr/>
            <p:nvPr/>
          </p:nvSpPr>
          <p:spPr>
            <a:xfrm>
              <a:off x="120890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6742E84A-0269-92DE-5030-1DDC7ADF34EA}"/>
                </a:ext>
              </a:extLst>
            </p:cNvPr>
            <p:cNvSpPr/>
            <p:nvPr/>
          </p:nvSpPr>
          <p:spPr>
            <a:xfrm>
              <a:off x="1696316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EDD3DF58-3240-764B-59CE-D406F87DC239}"/>
                </a:ext>
              </a:extLst>
            </p:cNvPr>
            <p:cNvSpPr/>
            <p:nvPr/>
          </p:nvSpPr>
          <p:spPr>
            <a:xfrm>
              <a:off x="202827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D17D65BB-E423-323F-C257-95B21FB2B37D}"/>
                </a:ext>
              </a:extLst>
            </p:cNvPr>
            <p:cNvSpPr/>
            <p:nvPr/>
          </p:nvSpPr>
          <p:spPr>
            <a:xfrm>
              <a:off x="2383276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C62A448D-CA04-50A4-5C49-F34AB6D4B232}"/>
                </a:ext>
              </a:extLst>
            </p:cNvPr>
            <p:cNvSpPr/>
            <p:nvPr/>
          </p:nvSpPr>
          <p:spPr>
            <a:xfrm>
              <a:off x="2901174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6851566-1EA1-40C6-6A56-506268745451}"/>
                </a:ext>
              </a:extLst>
            </p:cNvPr>
            <p:cNvSpPr/>
            <p:nvPr/>
          </p:nvSpPr>
          <p:spPr>
            <a:xfrm>
              <a:off x="3233128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F1201C68-F6C4-4C36-B5AF-D486ED259687}"/>
                </a:ext>
              </a:extLst>
            </p:cNvPr>
            <p:cNvSpPr/>
            <p:nvPr/>
          </p:nvSpPr>
          <p:spPr>
            <a:xfrm>
              <a:off x="358813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B2D150A7-DC21-545B-BECF-B3D48018EB23}"/>
                </a:ext>
              </a:extLst>
            </p:cNvPr>
            <p:cNvSpPr/>
            <p:nvPr/>
          </p:nvSpPr>
          <p:spPr>
            <a:xfrm>
              <a:off x="4401927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9F730E3-05D6-6018-467A-54A288E44CBC}"/>
                </a:ext>
              </a:extLst>
            </p:cNvPr>
            <p:cNvSpPr/>
            <p:nvPr/>
          </p:nvSpPr>
          <p:spPr>
            <a:xfrm>
              <a:off x="4733881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2877FE91-6C06-289F-88C6-77D0630C5DD2}"/>
                </a:ext>
              </a:extLst>
            </p:cNvPr>
            <p:cNvSpPr/>
            <p:nvPr/>
          </p:nvSpPr>
          <p:spPr>
            <a:xfrm>
              <a:off x="5088887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6E65B38-7966-0656-736B-D641E3D246CF}"/>
                </a:ext>
              </a:extLst>
            </p:cNvPr>
            <p:cNvSpPr/>
            <p:nvPr/>
          </p:nvSpPr>
          <p:spPr>
            <a:xfrm>
              <a:off x="5576303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CCD5892A-9492-3116-6154-695929DEF3D3}"/>
                </a:ext>
              </a:extLst>
            </p:cNvPr>
            <p:cNvSpPr/>
            <p:nvPr/>
          </p:nvSpPr>
          <p:spPr>
            <a:xfrm>
              <a:off x="5908257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7E49352F-D1A6-A6C6-3E98-FC7D7210BBB1}"/>
                </a:ext>
              </a:extLst>
            </p:cNvPr>
            <p:cNvSpPr/>
            <p:nvPr/>
          </p:nvSpPr>
          <p:spPr>
            <a:xfrm>
              <a:off x="6263263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C7334D10-0137-61B4-1C0F-9B6D9A414819}"/>
                </a:ext>
              </a:extLst>
            </p:cNvPr>
            <p:cNvSpPr/>
            <p:nvPr/>
          </p:nvSpPr>
          <p:spPr>
            <a:xfrm>
              <a:off x="6781161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1FDF1CED-A033-2124-3F19-22761FC827B4}"/>
                </a:ext>
              </a:extLst>
            </p:cNvPr>
            <p:cNvSpPr/>
            <p:nvPr/>
          </p:nvSpPr>
          <p:spPr>
            <a:xfrm>
              <a:off x="7113115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C6FD3A5A-7B3B-1E88-F526-4FB2D1F74258}"/>
                </a:ext>
              </a:extLst>
            </p:cNvPr>
            <p:cNvSpPr/>
            <p:nvPr/>
          </p:nvSpPr>
          <p:spPr>
            <a:xfrm>
              <a:off x="7468121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76BD1FF-A1D4-81FC-3A87-CB285B71AC05}"/>
                </a:ext>
              </a:extLst>
            </p:cNvPr>
            <p:cNvSpPr/>
            <p:nvPr/>
          </p:nvSpPr>
          <p:spPr>
            <a:xfrm>
              <a:off x="8353100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0F2985A7-5C19-A61E-2B83-66E5B77E19EB}"/>
                </a:ext>
              </a:extLst>
            </p:cNvPr>
            <p:cNvSpPr/>
            <p:nvPr/>
          </p:nvSpPr>
          <p:spPr>
            <a:xfrm>
              <a:off x="868505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E277BEF6-E0EF-1D90-64D1-DDC76371B49A}"/>
                </a:ext>
              </a:extLst>
            </p:cNvPr>
            <p:cNvSpPr/>
            <p:nvPr/>
          </p:nvSpPr>
          <p:spPr>
            <a:xfrm>
              <a:off x="904006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F3A66E6-5161-7F9B-7281-84222BD747E3}"/>
                </a:ext>
              </a:extLst>
            </p:cNvPr>
            <p:cNvSpPr/>
            <p:nvPr/>
          </p:nvSpPr>
          <p:spPr>
            <a:xfrm>
              <a:off x="9527476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18D4A986-E64D-6472-08FD-08FCB181D656}"/>
                </a:ext>
              </a:extLst>
            </p:cNvPr>
            <p:cNvSpPr/>
            <p:nvPr/>
          </p:nvSpPr>
          <p:spPr>
            <a:xfrm>
              <a:off x="9859430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6E5B0FB6-FF83-95CB-0E42-8142358F6666}"/>
                </a:ext>
              </a:extLst>
            </p:cNvPr>
            <p:cNvSpPr/>
            <p:nvPr/>
          </p:nvSpPr>
          <p:spPr>
            <a:xfrm>
              <a:off x="10214436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BD9096AA-D8F6-2E94-116B-3BF60051D988}"/>
                </a:ext>
              </a:extLst>
            </p:cNvPr>
            <p:cNvSpPr/>
            <p:nvPr/>
          </p:nvSpPr>
          <p:spPr>
            <a:xfrm>
              <a:off x="10732334" y="5644052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BD72A334-E880-F5B4-5B39-DC2C38BCD6D3}"/>
                </a:ext>
              </a:extLst>
            </p:cNvPr>
            <p:cNvSpPr/>
            <p:nvPr/>
          </p:nvSpPr>
          <p:spPr>
            <a:xfrm>
              <a:off x="11064288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D4460001-E24F-B34C-3E41-449B8E4BC6E3}"/>
                </a:ext>
              </a:extLst>
            </p:cNvPr>
            <p:cNvSpPr/>
            <p:nvPr/>
          </p:nvSpPr>
          <p:spPr>
            <a:xfrm>
              <a:off x="11419294" y="5644051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D7C7E503-08CA-307F-0E77-8C807065BD4F}"/>
                </a:ext>
              </a:extLst>
            </p:cNvPr>
            <p:cNvSpPr/>
            <p:nvPr/>
          </p:nvSpPr>
          <p:spPr>
            <a:xfrm>
              <a:off x="5553988" y="4099590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C09180E5-9C6D-DDF9-93B4-5BF3FC09ADDB}"/>
                </a:ext>
              </a:extLst>
            </p:cNvPr>
            <p:cNvSpPr/>
            <p:nvPr/>
          </p:nvSpPr>
          <p:spPr>
            <a:xfrm>
              <a:off x="6134377" y="4099589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312D6EF-2871-542E-FBC3-0B2B2C192773}"/>
                </a:ext>
              </a:extLst>
            </p:cNvPr>
            <p:cNvSpPr/>
            <p:nvPr/>
          </p:nvSpPr>
          <p:spPr>
            <a:xfrm>
              <a:off x="6714766" y="4099588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E5D12090-F281-0A25-66AA-C7479545D757}"/>
                </a:ext>
              </a:extLst>
            </p:cNvPr>
            <p:cNvSpPr/>
            <p:nvPr/>
          </p:nvSpPr>
          <p:spPr>
            <a:xfrm>
              <a:off x="3046924" y="4099589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E85A1E0B-CF3B-876F-52E6-E7327934FE75}"/>
                </a:ext>
              </a:extLst>
            </p:cNvPr>
            <p:cNvSpPr/>
            <p:nvPr/>
          </p:nvSpPr>
          <p:spPr>
            <a:xfrm>
              <a:off x="3627313" y="4099588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28C59920-A96A-3810-6C82-775E2A090AF1}"/>
                </a:ext>
              </a:extLst>
            </p:cNvPr>
            <p:cNvSpPr/>
            <p:nvPr/>
          </p:nvSpPr>
          <p:spPr>
            <a:xfrm>
              <a:off x="4207702" y="4099587"/>
              <a:ext cx="227574" cy="2358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967ADFC9-8121-38C3-6F76-48156830C0C8}"/>
              </a:ext>
            </a:extLst>
          </p:cNvPr>
          <p:cNvSpPr txBox="1"/>
          <p:nvPr/>
        </p:nvSpPr>
        <p:spPr>
          <a:xfrm>
            <a:off x="418161" y="1569455"/>
            <a:ext cx="676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start--------------------------------------------------</a:t>
            </a:r>
            <a:endParaRPr lang="zh-CN" altLang="en-US" b="1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B56B70F-E72D-4D1B-5616-B71683E5084F}"/>
              </a:ext>
            </a:extLst>
          </p:cNvPr>
          <p:cNvSpPr txBox="1"/>
          <p:nvPr/>
        </p:nvSpPr>
        <p:spPr>
          <a:xfrm>
            <a:off x="435347" y="4006342"/>
            <a:ext cx="37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line 2--------------------------</a:t>
            </a:r>
            <a:endParaRPr lang="zh-CN" altLang="en-US" b="1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B04178A-FCA3-6A49-1ED1-0C302CD757D5}"/>
              </a:ext>
            </a:extLst>
          </p:cNvPr>
          <p:cNvSpPr txBox="1"/>
          <p:nvPr/>
        </p:nvSpPr>
        <p:spPr>
          <a:xfrm>
            <a:off x="424565" y="2775407"/>
            <a:ext cx="518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line 1--------------------------------------</a:t>
            </a:r>
            <a:endParaRPr lang="zh-CN" altLang="en-US" b="1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50EE5A3-BB1D-6004-33A1-FCA5FA2BDEBA}"/>
              </a:ext>
            </a:extLst>
          </p:cNvPr>
          <p:cNvSpPr txBox="1"/>
          <p:nvPr/>
        </p:nvSpPr>
        <p:spPr>
          <a:xfrm>
            <a:off x="455860" y="5282063"/>
            <a:ext cx="169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line 3--------</a:t>
            </a:r>
            <a:endParaRPr lang="zh-CN" altLang="en-US" b="1" dirty="0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81738BB9-ACC9-E039-9802-CF789C1F1F63}"/>
              </a:ext>
            </a:extLst>
          </p:cNvPr>
          <p:cNvCxnSpPr/>
          <p:nvPr/>
        </p:nvCxnSpPr>
        <p:spPr>
          <a:xfrm flipH="1">
            <a:off x="5811422" y="1869964"/>
            <a:ext cx="1098939" cy="10197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1829B091-65A8-CA2C-F6CF-253C5AD2E607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497582" y="3084547"/>
            <a:ext cx="1214577" cy="10442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4EB6EDB0-EB12-9F7B-056F-E66F290570AF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2506400" y="4295093"/>
            <a:ext cx="1828880" cy="10910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37428AD4-67AB-17F1-F165-5C0E1F3D0658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2766877" y="4295093"/>
            <a:ext cx="1568403" cy="11237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96FD959-C801-A1F7-7113-21E2582859B8}"/>
              </a:ext>
            </a:extLst>
          </p:cNvPr>
          <p:cNvCxnSpPr>
            <a:cxnSpLocks/>
            <a:stCxn id="88" idx="3"/>
          </p:cNvCxnSpPr>
          <p:nvPr/>
        </p:nvCxnSpPr>
        <p:spPr>
          <a:xfrm flipH="1">
            <a:off x="3069205" y="4295093"/>
            <a:ext cx="1266075" cy="11048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5C11A02D-CC58-0A2C-08AD-AFE894E06B90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353255" y="4323627"/>
            <a:ext cx="1500580" cy="10597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16727994-0F2E-C244-C78F-10961BB1F90D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635166" y="4323627"/>
            <a:ext cx="1218669" cy="10611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3BA12609-C6BD-F124-2F9C-8757B23556A3}"/>
              </a:ext>
            </a:extLst>
          </p:cNvPr>
          <p:cNvCxnSpPr>
            <a:cxnSpLocks/>
            <a:stCxn id="89" idx="4"/>
          </p:cNvCxnSpPr>
          <p:nvPr/>
        </p:nvCxnSpPr>
        <p:spPr>
          <a:xfrm flipH="1">
            <a:off x="3935740" y="4323627"/>
            <a:ext cx="918095" cy="1076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8A2C178D-D74D-25F4-693E-16CB100884C8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265770" y="4295092"/>
            <a:ext cx="980348" cy="10889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243053CA-7C07-0A59-C07C-0EF7567221A0}"/>
              </a:ext>
            </a:extLst>
          </p:cNvPr>
          <p:cNvCxnSpPr>
            <a:cxnSpLocks/>
            <a:stCxn id="90" idx="3"/>
            <a:endCxn id="59" idx="7"/>
          </p:cNvCxnSpPr>
          <p:nvPr/>
        </p:nvCxnSpPr>
        <p:spPr>
          <a:xfrm flipH="1">
            <a:off x="4607661" y="4295092"/>
            <a:ext cx="638457" cy="11380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CCBD4170-51A9-38AA-0E51-D6B8DAE9DDB4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834470" y="4295092"/>
            <a:ext cx="411648" cy="11074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52C8BA62-5F36-890E-9BA4-B22372D4C572}"/>
              </a:ext>
            </a:extLst>
          </p:cNvPr>
          <p:cNvCxnSpPr>
            <a:cxnSpLocks/>
            <a:stCxn id="85" idx="3"/>
          </p:cNvCxnSpPr>
          <p:nvPr/>
        </p:nvCxnSpPr>
        <p:spPr>
          <a:xfrm flipH="1">
            <a:off x="5470272" y="4295094"/>
            <a:ext cx="832248" cy="1136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2AB432B1-BBA6-20BD-5BA1-B669E859840B}"/>
              </a:ext>
            </a:extLst>
          </p:cNvPr>
          <p:cNvCxnSpPr>
            <a:cxnSpLocks/>
            <a:stCxn id="85" idx="3"/>
          </p:cNvCxnSpPr>
          <p:nvPr/>
        </p:nvCxnSpPr>
        <p:spPr>
          <a:xfrm flipH="1">
            <a:off x="5737746" y="4295094"/>
            <a:ext cx="564774" cy="11205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5FF86967-9F76-B926-A506-A1ECEC473027}"/>
              </a:ext>
            </a:extLst>
          </p:cNvPr>
          <p:cNvCxnSpPr>
            <a:cxnSpLocks/>
            <a:stCxn id="85" idx="3"/>
          </p:cNvCxnSpPr>
          <p:nvPr/>
        </p:nvCxnSpPr>
        <p:spPr>
          <a:xfrm flipH="1">
            <a:off x="5991293" y="4295094"/>
            <a:ext cx="311227" cy="10959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16814387-A765-ABC0-D4C0-34D5B01A57E6}"/>
              </a:ext>
            </a:extLst>
          </p:cNvPr>
          <p:cNvCxnSpPr>
            <a:cxnSpLocks/>
            <a:stCxn id="86" idx="3"/>
          </p:cNvCxnSpPr>
          <p:nvPr/>
        </p:nvCxnSpPr>
        <p:spPr>
          <a:xfrm flipH="1">
            <a:off x="6323894" y="4295093"/>
            <a:ext cx="434045" cy="1127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CB84892A-B9AA-7F34-3931-210BD40937FE}"/>
              </a:ext>
            </a:extLst>
          </p:cNvPr>
          <p:cNvCxnSpPr>
            <a:cxnSpLocks/>
            <a:stCxn id="86" idx="3"/>
          </p:cNvCxnSpPr>
          <p:nvPr/>
        </p:nvCxnSpPr>
        <p:spPr>
          <a:xfrm flipH="1">
            <a:off x="6598012" y="4295093"/>
            <a:ext cx="159927" cy="114597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A5115F5C-55E5-41BF-3A65-B3170633ABB7}"/>
              </a:ext>
            </a:extLst>
          </p:cNvPr>
          <p:cNvCxnSpPr>
            <a:cxnSpLocks/>
            <a:stCxn id="86" idx="3"/>
          </p:cNvCxnSpPr>
          <p:nvPr/>
        </p:nvCxnSpPr>
        <p:spPr>
          <a:xfrm>
            <a:off x="6757939" y="4295093"/>
            <a:ext cx="178702" cy="11205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2206AD5C-4718-F381-21BA-BAF001953D36}"/>
              </a:ext>
            </a:extLst>
          </p:cNvPr>
          <p:cNvCxnSpPr>
            <a:cxnSpLocks/>
            <a:stCxn id="87" idx="4"/>
          </p:cNvCxnSpPr>
          <p:nvPr/>
        </p:nvCxnSpPr>
        <p:spPr>
          <a:xfrm flipH="1">
            <a:off x="7276493" y="4323627"/>
            <a:ext cx="1" cy="1076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C2A7568E-4F15-7733-AC97-FF934EC13687}"/>
              </a:ext>
            </a:extLst>
          </p:cNvPr>
          <p:cNvCxnSpPr>
            <a:cxnSpLocks/>
            <a:stCxn id="87" idx="4"/>
          </p:cNvCxnSpPr>
          <p:nvPr/>
        </p:nvCxnSpPr>
        <p:spPr>
          <a:xfrm>
            <a:off x="7276494" y="4323627"/>
            <a:ext cx="275782" cy="1076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71697906-4AD4-5AC4-1FDA-06863ED27553}"/>
              </a:ext>
            </a:extLst>
          </p:cNvPr>
          <p:cNvCxnSpPr>
            <a:cxnSpLocks/>
            <a:stCxn id="87" idx="4"/>
          </p:cNvCxnSpPr>
          <p:nvPr/>
        </p:nvCxnSpPr>
        <p:spPr>
          <a:xfrm>
            <a:off x="7276494" y="4323627"/>
            <a:ext cx="567193" cy="10840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49625455-DF10-F669-9A96-FD836358259A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8283887" y="4341980"/>
            <a:ext cx="220831" cy="10657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7BA59B36-9285-68B8-2D5A-7A7420F9B3E3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8283887" y="4341980"/>
            <a:ext cx="488628" cy="10580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8C6A3B06-869C-DA9E-BBEF-269500DC17F3}"/>
              </a:ext>
            </a:extLst>
          </p:cNvPr>
          <p:cNvCxnSpPr>
            <a:cxnSpLocks/>
            <a:stCxn id="26" idx="4"/>
          </p:cNvCxnSpPr>
          <p:nvPr/>
        </p:nvCxnSpPr>
        <p:spPr>
          <a:xfrm>
            <a:off x="8283887" y="4341980"/>
            <a:ext cx="763452" cy="10580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9401F806-DD54-D41C-ED37-32B106EE1832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8739306" y="4341979"/>
            <a:ext cx="729301" cy="103877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377C7847-61FA-82F2-261F-1C0B29F0A5F9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8739306" y="4341979"/>
            <a:ext cx="978636" cy="10580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3DC846F4-08AD-3CB5-D602-7A7B4DD9ECEE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8739306" y="4341979"/>
            <a:ext cx="1254962" cy="10657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3650D2B3-4111-3036-5312-BFA3B193659B}"/>
              </a:ext>
            </a:extLst>
          </p:cNvPr>
          <p:cNvCxnSpPr>
            <a:cxnSpLocks/>
            <a:stCxn id="44" idx="5"/>
          </p:cNvCxnSpPr>
          <p:nvPr/>
        </p:nvCxnSpPr>
        <p:spPr>
          <a:xfrm>
            <a:off x="9257860" y="4313445"/>
            <a:ext cx="1168477" cy="1077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B5A1C562-8EFD-7247-DF7D-AB951A591FE4}"/>
              </a:ext>
            </a:extLst>
          </p:cNvPr>
          <p:cNvCxnSpPr>
            <a:cxnSpLocks/>
            <a:stCxn id="44" idx="5"/>
          </p:cNvCxnSpPr>
          <p:nvPr/>
        </p:nvCxnSpPr>
        <p:spPr>
          <a:xfrm>
            <a:off x="9257860" y="4313445"/>
            <a:ext cx="1429338" cy="10942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D182A0CD-2ADB-7C68-B089-CFED07C2533D}"/>
              </a:ext>
            </a:extLst>
          </p:cNvPr>
          <p:cNvCxnSpPr>
            <a:cxnSpLocks/>
            <a:stCxn id="44" idx="5"/>
          </p:cNvCxnSpPr>
          <p:nvPr/>
        </p:nvCxnSpPr>
        <p:spPr>
          <a:xfrm>
            <a:off x="9257860" y="4313445"/>
            <a:ext cx="1710177" cy="106731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03F090C2-E287-8BF3-2E4D-E8F506434B1C}"/>
              </a:ext>
            </a:extLst>
          </p:cNvPr>
          <p:cNvCxnSpPr>
            <a:cxnSpLocks/>
            <a:stCxn id="4" idx="4"/>
            <a:endCxn id="89" idx="0"/>
          </p:cNvCxnSpPr>
          <p:nvPr/>
        </p:nvCxnSpPr>
        <p:spPr>
          <a:xfrm flipH="1">
            <a:off x="4853835" y="3084547"/>
            <a:ext cx="858324" cy="104423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07D797A4-A7A3-D199-D47F-058FFA4E9CC0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5322711" y="3084547"/>
            <a:ext cx="389448" cy="10575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80E734C5-6488-9510-FEF9-A7BB81D1B7C9}"/>
              </a:ext>
            </a:extLst>
          </p:cNvPr>
          <p:cNvCxnSpPr>
            <a:cxnSpLocks/>
            <a:stCxn id="6" idx="4"/>
            <a:endCxn id="85" idx="0"/>
          </p:cNvCxnSpPr>
          <p:nvPr/>
        </p:nvCxnSpPr>
        <p:spPr>
          <a:xfrm flipH="1">
            <a:off x="6365656" y="3084547"/>
            <a:ext cx="590591" cy="1044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80D600CE-7638-5748-4790-8C2075D24B21}"/>
              </a:ext>
            </a:extLst>
          </p:cNvPr>
          <p:cNvCxnSpPr>
            <a:cxnSpLocks/>
            <a:stCxn id="6" idx="4"/>
          </p:cNvCxnSpPr>
          <p:nvPr/>
        </p:nvCxnSpPr>
        <p:spPr>
          <a:xfrm flipH="1">
            <a:off x="6798391" y="3084547"/>
            <a:ext cx="157856" cy="104615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373EEE71-EA6E-85DC-646F-706C77A5355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6956247" y="3084547"/>
            <a:ext cx="279883" cy="10718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89D527E5-FB69-4014-4652-0BA5A256E42C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174163" y="3084547"/>
            <a:ext cx="68355" cy="10625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A1BDF8B0-FBC9-C4A2-3218-FF74F9D6798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174163" y="3084547"/>
            <a:ext cx="521908" cy="10523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27A691B3-7FB2-C085-28E1-58303A1118A0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174163" y="3084547"/>
            <a:ext cx="966118" cy="10718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E60AEDF5-D9AA-73C4-1DF2-3EADF9350C1C}"/>
              </a:ext>
            </a:extLst>
          </p:cNvPr>
          <p:cNvCxnSpPr>
            <a:cxnSpLocks/>
          </p:cNvCxnSpPr>
          <p:nvPr/>
        </p:nvCxnSpPr>
        <p:spPr>
          <a:xfrm flipH="1">
            <a:off x="6932653" y="1892370"/>
            <a:ext cx="54741" cy="10106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D10D2169-1768-85BA-65E3-EE0E7F86E524}"/>
              </a:ext>
            </a:extLst>
          </p:cNvPr>
          <p:cNvCxnSpPr>
            <a:cxnSpLocks/>
          </p:cNvCxnSpPr>
          <p:nvPr/>
        </p:nvCxnSpPr>
        <p:spPr>
          <a:xfrm>
            <a:off x="7088935" y="1869964"/>
            <a:ext cx="1057001" cy="10094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AE605B59-B283-64F3-35EB-337AAC27AC61}"/>
              </a:ext>
            </a:extLst>
          </p:cNvPr>
          <p:cNvCxnSpPr>
            <a:cxnSpLocks/>
          </p:cNvCxnSpPr>
          <p:nvPr/>
        </p:nvCxnSpPr>
        <p:spPr>
          <a:xfrm flipH="1">
            <a:off x="5793742" y="1868045"/>
            <a:ext cx="1116619" cy="102612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DA68F5-EAF0-5BA3-5AF1-5383A51DFF9F}"/>
              </a:ext>
            </a:extLst>
          </p:cNvPr>
          <p:cNvCxnSpPr>
            <a:cxnSpLocks/>
          </p:cNvCxnSpPr>
          <p:nvPr/>
        </p:nvCxnSpPr>
        <p:spPr>
          <a:xfrm flipH="1">
            <a:off x="4501216" y="3110925"/>
            <a:ext cx="1187794" cy="104651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6E3BF68-E563-AD96-712E-B4D9FCFC2FFB}"/>
              </a:ext>
            </a:extLst>
          </p:cNvPr>
          <p:cNvGraphicFramePr>
            <a:graphicFrameLocks noGrp="1"/>
          </p:cNvGraphicFramePr>
          <p:nvPr/>
        </p:nvGraphicFramePr>
        <p:xfrm>
          <a:off x="9600124" y="2219147"/>
          <a:ext cx="1278627" cy="11125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6209">
                  <a:extLst>
                    <a:ext uri="{9D8B030D-6E8A-4147-A177-3AD203B41FA5}">
                      <a16:colId xmlns:a16="http://schemas.microsoft.com/office/drawing/2014/main" val="2443899411"/>
                    </a:ext>
                  </a:extLst>
                </a:gridCol>
                <a:gridCol w="426209">
                  <a:extLst>
                    <a:ext uri="{9D8B030D-6E8A-4147-A177-3AD203B41FA5}">
                      <a16:colId xmlns:a16="http://schemas.microsoft.com/office/drawing/2014/main" val="3951621464"/>
                    </a:ext>
                  </a:extLst>
                </a:gridCol>
                <a:gridCol w="426209">
                  <a:extLst>
                    <a:ext uri="{9D8B030D-6E8A-4147-A177-3AD203B41FA5}">
                      <a16:colId xmlns:a16="http://schemas.microsoft.com/office/drawing/2014/main" val="4043603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73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548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871830"/>
                  </a:ext>
                </a:extLst>
              </a:tr>
            </a:tbl>
          </a:graphicData>
        </a:graphic>
      </p:graphicFrame>
      <p:sp>
        <p:nvSpPr>
          <p:cNvPr id="10" name="椭圆 9">
            <a:extLst>
              <a:ext uri="{FF2B5EF4-FFF2-40B4-BE49-F238E27FC236}">
                <a16:creationId xmlns:a16="http://schemas.microsoft.com/office/drawing/2014/main" id="{854DC535-6AEA-860B-3342-637E843459BB}"/>
              </a:ext>
            </a:extLst>
          </p:cNvPr>
          <p:cNvSpPr/>
          <p:nvPr/>
        </p:nvSpPr>
        <p:spPr>
          <a:xfrm>
            <a:off x="9723483" y="2314949"/>
            <a:ext cx="181314" cy="1655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4E24C7A-E710-274A-D27D-CD9C5EAE137B}"/>
              </a:ext>
            </a:extLst>
          </p:cNvPr>
          <p:cNvSpPr/>
          <p:nvPr/>
        </p:nvSpPr>
        <p:spPr>
          <a:xfrm>
            <a:off x="9735072" y="2713903"/>
            <a:ext cx="181314" cy="1655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269551F-9D9C-87ED-A248-E41F3CD94903}"/>
              </a:ext>
            </a:extLst>
          </p:cNvPr>
          <p:cNvCxnSpPr>
            <a:cxnSpLocks/>
          </p:cNvCxnSpPr>
          <p:nvPr/>
        </p:nvCxnSpPr>
        <p:spPr>
          <a:xfrm flipH="1">
            <a:off x="4836089" y="3103794"/>
            <a:ext cx="863844" cy="103835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56ACF63D-0F6C-8BCB-3BE8-D12A052D4A46}"/>
              </a:ext>
            </a:extLst>
          </p:cNvPr>
          <p:cNvSpPr/>
          <p:nvPr/>
        </p:nvSpPr>
        <p:spPr>
          <a:xfrm>
            <a:off x="10136231" y="2713903"/>
            <a:ext cx="181314" cy="1655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6392A68-1ADA-6D54-E277-98A371185E73}"/>
              </a:ext>
            </a:extLst>
          </p:cNvPr>
          <p:cNvCxnSpPr>
            <a:cxnSpLocks/>
            <a:endCxn id="90" idx="0"/>
          </p:cNvCxnSpPr>
          <p:nvPr/>
        </p:nvCxnSpPr>
        <p:spPr>
          <a:xfrm flipH="1">
            <a:off x="5309254" y="3123699"/>
            <a:ext cx="390679" cy="100508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FA42E336-8C8D-26C3-9F70-0D42AA2CACB8}"/>
              </a:ext>
            </a:extLst>
          </p:cNvPr>
          <p:cNvSpPr/>
          <p:nvPr/>
        </p:nvSpPr>
        <p:spPr>
          <a:xfrm>
            <a:off x="10577352" y="2714626"/>
            <a:ext cx="181314" cy="1655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FD524B9-9647-4F79-D2CD-2E2D3D874CA0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262315" y="4295092"/>
            <a:ext cx="983803" cy="1099085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4A8AA7CF-2803-986F-D394-BF774E79A094}"/>
              </a:ext>
            </a:extLst>
          </p:cNvPr>
          <p:cNvSpPr/>
          <p:nvPr/>
        </p:nvSpPr>
        <p:spPr>
          <a:xfrm>
            <a:off x="9749025" y="3083788"/>
            <a:ext cx="181314" cy="1655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4067FE9-CCEA-6540-B10E-92A1DD3D8D03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631312" y="4295092"/>
            <a:ext cx="614806" cy="11272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2DF4AB99-767E-B7B6-4E33-0A80699B79F4}"/>
              </a:ext>
            </a:extLst>
          </p:cNvPr>
          <p:cNvSpPr/>
          <p:nvPr/>
        </p:nvSpPr>
        <p:spPr>
          <a:xfrm>
            <a:off x="10156080" y="3083788"/>
            <a:ext cx="181314" cy="1655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62BB527-6B66-4572-1242-F88CBABFDBCA}"/>
              </a:ext>
            </a:extLst>
          </p:cNvPr>
          <p:cNvCxnSpPr>
            <a:cxnSpLocks/>
            <a:stCxn id="90" idx="3"/>
          </p:cNvCxnSpPr>
          <p:nvPr/>
        </p:nvCxnSpPr>
        <p:spPr>
          <a:xfrm flipH="1">
            <a:off x="4821835" y="4295092"/>
            <a:ext cx="424283" cy="1106704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919B17AB-6CE7-83CF-9497-12FCF09CDD1E}"/>
              </a:ext>
            </a:extLst>
          </p:cNvPr>
          <p:cNvSpPr/>
          <p:nvPr/>
        </p:nvSpPr>
        <p:spPr>
          <a:xfrm>
            <a:off x="10572514" y="3074671"/>
            <a:ext cx="181314" cy="16553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118A3675-12D3-A044-90AC-ACCF637E1692}"/>
              </a:ext>
            </a:extLst>
          </p:cNvPr>
          <p:cNvSpPr txBox="1"/>
          <p:nvPr/>
        </p:nvSpPr>
        <p:spPr>
          <a:xfrm>
            <a:off x="1370040" y="321687"/>
            <a:ext cx="5193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皇后的树形结构</a:t>
            </a:r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(N=3)</a:t>
            </a:r>
            <a:endParaRPr lang="zh-CN" altLang="en-US" sz="3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376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  <p:bldP spid="16" grpId="0" animBg="1"/>
      <p:bldP spid="16" grpId="1" animBg="1"/>
      <p:bldP spid="19" grpId="0" animBg="1"/>
      <p:bldP spid="23" grpId="0" animBg="1"/>
      <p:bldP spid="23" grpId="1" animBg="1"/>
      <p:bldP spid="30" grpId="0" animBg="1"/>
      <p:bldP spid="30" grpId="1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 93">
            <a:extLst>
              <a:ext uri="{FF2B5EF4-FFF2-40B4-BE49-F238E27FC236}">
                <a16:creationId xmlns:a16="http://schemas.microsoft.com/office/drawing/2014/main" id="{36041C05-B546-3056-C9B7-F320A199E2FC}"/>
              </a:ext>
            </a:extLst>
          </p:cNvPr>
          <p:cNvSpPr txBox="1"/>
          <p:nvPr/>
        </p:nvSpPr>
        <p:spPr>
          <a:xfrm>
            <a:off x="1205341" y="329887"/>
            <a:ext cx="3312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核心思想</a:t>
            </a:r>
            <a:r>
              <a:rPr lang="en-US" altLang="zh-CN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: 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回溯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5065847-A84F-24AA-BDC0-2E61D1F24A3F}"/>
              </a:ext>
            </a:extLst>
          </p:cNvPr>
          <p:cNvSpPr txBox="1"/>
          <p:nvPr/>
        </p:nvSpPr>
        <p:spPr>
          <a:xfrm>
            <a:off x="777825" y="4439825"/>
            <a:ext cx="10717490" cy="943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回溯方法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: 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又称为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试探法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，按选优条件向前搜索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DFS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，以达到目标。但当探索到某一步时，发现原先选择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并不优或达不到目标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，就退回一步重新选择，而放弃在原来路径上的搜索 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剪枝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endParaRPr lang="zh-CN" altLang="en-US" sz="2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5FDB475-EE48-27E0-7EB6-102EC0529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205" y="1247019"/>
            <a:ext cx="7062730" cy="3048596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3E94F71F-E849-2EF0-C178-0AA0AAD893FE}"/>
              </a:ext>
            </a:extLst>
          </p:cNvPr>
          <p:cNvSpPr txBox="1"/>
          <p:nvPr/>
        </p:nvSpPr>
        <p:spPr>
          <a:xfrm>
            <a:off x="777825" y="5610981"/>
            <a:ext cx="91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关键问题</a:t>
            </a:r>
            <a:r>
              <a:rPr lang="en-US" altLang="zh-CN" b="1" dirty="0"/>
              <a:t>: </a:t>
            </a:r>
            <a:r>
              <a:rPr lang="zh-CN" altLang="en-US" b="1" dirty="0"/>
              <a:t>如何</a:t>
            </a:r>
            <a:r>
              <a:rPr lang="en-US" altLang="zh-CN" b="1" dirty="0"/>
              <a:t>coding</a:t>
            </a:r>
            <a:r>
              <a:rPr lang="zh-CN" altLang="en-US" b="1" dirty="0"/>
              <a:t>从而判断原先选择是否达标</a:t>
            </a:r>
            <a:r>
              <a:rPr lang="en-US" altLang="zh-CN" b="1" dirty="0"/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三要素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b="1" dirty="0"/>
              <a:t>? </a:t>
            </a:r>
            <a:r>
              <a:rPr lang="zh-CN" altLang="en-US" b="1" dirty="0"/>
              <a:t>如何</a:t>
            </a:r>
            <a:r>
              <a:rPr lang="zh-CN" altLang="en-US" b="1" dirty="0">
                <a:solidFill>
                  <a:srgbClr val="FF0000"/>
                </a:solidFill>
              </a:rPr>
              <a:t>剪枝</a:t>
            </a:r>
            <a:r>
              <a:rPr lang="en-US" altLang="zh-CN" b="1" dirty="0"/>
              <a:t>?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29505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 93">
            <a:extLst>
              <a:ext uri="{FF2B5EF4-FFF2-40B4-BE49-F238E27FC236}">
                <a16:creationId xmlns:a16="http://schemas.microsoft.com/office/drawing/2014/main" id="{36041C05-B546-3056-C9B7-F320A199E2FC}"/>
              </a:ext>
            </a:extLst>
          </p:cNvPr>
          <p:cNvSpPr txBox="1"/>
          <p:nvPr/>
        </p:nvSpPr>
        <p:spPr>
          <a:xfrm>
            <a:off x="1212189" y="311490"/>
            <a:ext cx="4034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三要素的判断思想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7E73D1-FD2D-4E68-FA3B-004BAD9303B3}"/>
              </a:ext>
            </a:extLst>
          </p:cNvPr>
          <p:cNvSpPr txBox="1"/>
          <p:nvPr/>
        </p:nvSpPr>
        <p:spPr>
          <a:xfrm>
            <a:off x="1212189" y="1287858"/>
            <a:ext cx="93222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三要素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: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任何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2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个皇后不放在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-apple-system"/>
              </a:rPr>
              <a:t>同一行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或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-apple-system"/>
              </a:rPr>
              <a:t>同一列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或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-apple-system"/>
              </a:rPr>
              <a:t>同一斜线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上</a:t>
            </a:r>
            <a:endParaRPr lang="zh-CN" altLang="en-US" sz="2800" dirty="0"/>
          </a:p>
        </p:txBody>
      </p:sp>
      <p:pic>
        <p:nvPicPr>
          <p:cNvPr id="6" name="Picture 4" descr="Genetic Algorithm: 8 Queens Problem | by Cheng Xi Tsou | Nerd For Tech |  Medium">
            <a:extLst>
              <a:ext uri="{FF2B5EF4-FFF2-40B4-BE49-F238E27FC236}">
                <a16:creationId xmlns:a16="http://schemas.microsoft.com/office/drawing/2014/main" id="{74C853E5-9465-A688-87AB-2D8F8BE82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828" y="2093330"/>
            <a:ext cx="2688992" cy="267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25B8615-4BCD-B8A2-B3FC-65D594901279}"/>
              </a:ext>
            </a:extLst>
          </p:cNvPr>
          <p:cNvSpPr txBox="1"/>
          <p:nvPr/>
        </p:nvSpPr>
        <p:spPr>
          <a:xfrm>
            <a:off x="2177380" y="5370087"/>
            <a:ext cx="871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要素一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不在</a:t>
            </a: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同一行</a:t>
            </a:r>
            <a:r>
              <a:rPr lang="en-US" altLang="zh-CN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: 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只需从第一行开始</a:t>
            </a: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顺序遍历</a:t>
            </a:r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</a:t>
            </a:r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即可满足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477E03-CA29-CED7-179D-95DC04C59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446" y="2150441"/>
            <a:ext cx="6662364" cy="26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39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D239E2A6-9444-FBE9-D9C9-78F9B8754FB5}"/>
              </a:ext>
            </a:extLst>
          </p:cNvPr>
          <p:cNvGraphicFramePr>
            <a:graphicFrameLocks noGrp="1"/>
          </p:cNvGraphicFramePr>
          <p:nvPr/>
        </p:nvGraphicFramePr>
        <p:xfrm>
          <a:off x="1247596" y="1254125"/>
          <a:ext cx="2845435" cy="25227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6908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(1,4)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(2,1)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(2,3)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(3,2)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(4,1)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(5,4)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CDA58D2D-BAE8-D3A6-BE64-B24C9BFF0FB5}"/>
              </a:ext>
            </a:extLst>
          </p:cNvPr>
          <p:cNvSpPr txBox="1"/>
          <p:nvPr/>
        </p:nvSpPr>
        <p:spPr>
          <a:xfrm>
            <a:off x="797653" y="1258600"/>
            <a:ext cx="4499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</a:p>
          <a:p>
            <a:endParaRPr lang="en-US" altLang="zh-CN" dirty="0"/>
          </a:p>
          <a:p>
            <a:r>
              <a:rPr lang="en-US" altLang="zh-CN" dirty="0"/>
              <a:t>2</a:t>
            </a:r>
          </a:p>
          <a:p>
            <a:endParaRPr lang="en-US" altLang="zh-CN" dirty="0"/>
          </a:p>
          <a:p>
            <a:r>
              <a:rPr lang="en-US" altLang="zh-CN" dirty="0"/>
              <a:t>3</a:t>
            </a:r>
          </a:p>
          <a:p>
            <a:endParaRPr lang="en-US" altLang="zh-CN" dirty="0"/>
          </a:p>
          <a:p>
            <a:r>
              <a:rPr lang="en-US" altLang="zh-CN" dirty="0"/>
              <a:t>4</a:t>
            </a:r>
          </a:p>
          <a:p>
            <a:endParaRPr lang="en-US" altLang="zh-CN" dirty="0"/>
          </a:p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55468C-7EA0-C418-8FE7-DF50CD518CAA}"/>
              </a:ext>
            </a:extLst>
          </p:cNvPr>
          <p:cNvSpPr txBox="1"/>
          <p:nvPr/>
        </p:nvSpPr>
        <p:spPr>
          <a:xfrm>
            <a:off x="1341575" y="3776825"/>
            <a:ext cx="307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1         2      3        4       5</a:t>
            </a:r>
            <a:endParaRPr lang="zh-CN" altLang="en-US" dirty="0"/>
          </a:p>
        </p:txBody>
      </p:sp>
      <p:graphicFrame>
        <p:nvGraphicFramePr>
          <p:cNvPr id="15" name="表格 6">
            <a:extLst>
              <a:ext uri="{FF2B5EF4-FFF2-40B4-BE49-F238E27FC236}">
                <a16:creationId xmlns:a16="http://schemas.microsoft.com/office/drawing/2014/main" id="{447CD4A4-18B4-1BF4-EA76-E59381AB68E0}"/>
              </a:ext>
            </a:extLst>
          </p:cNvPr>
          <p:cNvGraphicFramePr>
            <a:graphicFrameLocks noGrp="1"/>
          </p:cNvGraphicFramePr>
          <p:nvPr/>
        </p:nvGraphicFramePr>
        <p:xfrm>
          <a:off x="4992917" y="1254125"/>
          <a:ext cx="2845435" cy="25227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6908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(1,5)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(2,4)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(3,3)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(4,2)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(4,4)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(5,1)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(5,5)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9C07A9BD-2353-FD2E-CE3F-9D12E684CE46}"/>
              </a:ext>
            </a:extLst>
          </p:cNvPr>
          <p:cNvSpPr txBox="1"/>
          <p:nvPr/>
        </p:nvSpPr>
        <p:spPr>
          <a:xfrm>
            <a:off x="4542974" y="1258600"/>
            <a:ext cx="4499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</a:p>
          <a:p>
            <a:endParaRPr lang="en-US" altLang="zh-CN" dirty="0"/>
          </a:p>
          <a:p>
            <a:r>
              <a:rPr lang="en-US" altLang="zh-CN" dirty="0"/>
              <a:t>2</a:t>
            </a:r>
          </a:p>
          <a:p>
            <a:endParaRPr lang="en-US" altLang="zh-CN" dirty="0"/>
          </a:p>
          <a:p>
            <a:r>
              <a:rPr lang="en-US" altLang="zh-CN" dirty="0"/>
              <a:t>3</a:t>
            </a:r>
          </a:p>
          <a:p>
            <a:endParaRPr lang="en-US" altLang="zh-CN" dirty="0"/>
          </a:p>
          <a:p>
            <a:r>
              <a:rPr lang="en-US" altLang="zh-CN" dirty="0"/>
              <a:t>4</a:t>
            </a:r>
          </a:p>
          <a:p>
            <a:endParaRPr lang="en-US" altLang="zh-CN" dirty="0"/>
          </a:p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6FB4ABC-B591-082A-E286-7AB6020124E9}"/>
              </a:ext>
            </a:extLst>
          </p:cNvPr>
          <p:cNvSpPr txBox="1"/>
          <p:nvPr/>
        </p:nvSpPr>
        <p:spPr>
          <a:xfrm>
            <a:off x="5086896" y="3776825"/>
            <a:ext cx="307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1         2      3        4       5</a:t>
            </a:r>
            <a:endParaRPr lang="zh-CN" altLang="en-US" dirty="0"/>
          </a:p>
        </p:txBody>
      </p:sp>
      <p:graphicFrame>
        <p:nvGraphicFramePr>
          <p:cNvPr id="18" name="表格 6">
            <a:extLst>
              <a:ext uri="{FF2B5EF4-FFF2-40B4-BE49-F238E27FC236}">
                <a16:creationId xmlns:a16="http://schemas.microsoft.com/office/drawing/2014/main" id="{72FDA780-7349-EA70-019D-2789E45C38BD}"/>
              </a:ext>
            </a:extLst>
          </p:cNvPr>
          <p:cNvGraphicFramePr>
            <a:graphicFrameLocks noGrp="1"/>
          </p:cNvGraphicFramePr>
          <p:nvPr/>
        </p:nvGraphicFramePr>
        <p:xfrm>
          <a:off x="8704579" y="1254125"/>
          <a:ext cx="2845435" cy="25227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69087">
                  <a:extLst>
                    <a:ext uri="{9D8B030D-6E8A-4147-A177-3AD203B41FA5}">
                      <a16:colId xmlns:a16="http://schemas.microsoft.com/office/drawing/2014/main" val="2470624362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2056220308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3729932149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3486684218"/>
                    </a:ext>
                  </a:extLst>
                </a:gridCol>
                <a:gridCol w="569087">
                  <a:extLst>
                    <a:ext uri="{9D8B030D-6E8A-4147-A177-3AD203B41FA5}">
                      <a16:colId xmlns:a16="http://schemas.microsoft.com/office/drawing/2014/main" val="4020919839"/>
                    </a:ext>
                  </a:extLst>
                </a:gridCol>
              </a:tblGrid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583358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(2,5)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832426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(3,4)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335758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(4,1)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165432"/>
                  </a:ext>
                </a:extLst>
              </a:tr>
              <a:tr h="5045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endParaRPr lang="zh-CN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240827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A833C1D8-22F4-FDA9-0152-282E2CF97F38}"/>
              </a:ext>
            </a:extLst>
          </p:cNvPr>
          <p:cNvSpPr txBox="1"/>
          <p:nvPr/>
        </p:nvSpPr>
        <p:spPr>
          <a:xfrm>
            <a:off x="8254636" y="1258600"/>
            <a:ext cx="4499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</a:p>
          <a:p>
            <a:endParaRPr lang="en-US" altLang="zh-CN" dirty="0"/>
          </a:p>
          <a:p>
            <a:r>
              <a:rPr lang="en-US" altLang="zh-CN" dirty="0"/>
              <a:t>2</a:t>
            </a:r>
          </a:p>
          <a:p>
            <a:endParaRPr lang="en-US" altLang="zh-CN" dirty="0"/>
          </a:p>
          <a:p>
            <a:r>
              <a:rPr lang="en-US" altLang="zh-CN" dirty="0"/>
              <a:t>3</a:t>
            </a:r>
          </a:p>
          <a:p>
            <a:endParaRPr lang="en-US" altLang="zh-CN" dirty="0"/>
          </a:p>
          <a:p>
            <a:r>
              <a:rPr lang="en-US" altLang="zh-CN" dirty="0"/>
              <a:t>4</a:t>
            </a:r>
          </a:p>
          <a:p>
            <a:endParaRPr lang="en-US" altLang="zh-CN" dirty="0"/>
          </a:p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DDA860-1E13-AE96-0F87-DEFE84C2897C}"/>
              </a:ext>
            </a:extLst>
          </p:cNvPr>
          <p:cNvSpPr txBox="1"/>
          <p:nvPr/>
        </p:nvSpPr>
        <p:spPr>
          <a:xfrm>
            <a:off x="8798558" y="3776825"/>
            <a:ext cx="3073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1         2      3        4       5</a:t>
            </a:r>
            <a:endParaRPr lang="zh-CN" altLang="en-US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240A18A-8A93-38DC-8CE0-CB5C15A8CB6E}"/>
              </a:ext>
            </a:extLst>
          </p:cNvPr>
          <p:cNvSpPr/>
          <p:nvPr/>
        </p:nvSpPr>
        <p:spPr>
          <a:xfrm>
            <a:off x="1923147" y="2366611"/>
            <a:ext cx="377372" cy="362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AD945CB-3248-78FF-EB0A-DF7269A0AEE8}"/>
              </a:ext>
            </a:extLst>
          </p:cNvPr>
          <p:cNvSpPr/>
          <p:nvPr/>
        </p:nvSpPr>
        <p:spPr>
          <a:xfrm>
            <a:off x="6226948" y="2366610"/>
            <a:ext cx="377372" cy="362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44A098F-D905-FBCC-ED5B-B9F65313E9F6}"/>
              </a:ext>
            </a:extLst>
          </p:cNvPr>
          <p:cNvSpPr/>
          <p:nvPr/>
        </p:nvSpPr>
        <p:spPr>
          <a:xfrm>
            <a:off x="9364251" y="3384940"/>
            <a:ext cx="377372" cy="362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18FBB4-4B80-44DA-409E-736BB88BBE0F}"/>
              </a:ext>
            </a:extLst>
          </p:cNvPr>
          <p:cNvSpPr txBox="1"/>
          <p:nvPr/>
        </p:nvSpPr>
        <p:spPr>
          <a:xfrm>
            <a:off x="859328" y="5291083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(</a:t>
            </a:r>
            <a:r>
              <a:rPr lang="zh-CN" altLang="en-US" b="1" dirty="0"/>
              <a:t>要素二</a:t>
            </a:r>
            <a:r>
              <a:rPr lang="en-US" altLang="zh-CN" b="1" dirty="0"/>
              <a:t>)</a:t>
            </a:r>
            <a:r>
              <a:rPr lang="zh-CN" altLang="en-US" b="1" dirty="0"/>
              <a:t>不在</a:t>
            </a:r>
            <a:r>
              <a:rPr lang="zh-CN" altLang="en-US" b="1" dirty="0">
                <a:solidFill>
                  <a:srgbClr val="FF0000"/>
                </a:solidFill>
              </a:rPr>
              <a:t>同一列</a:t>
            </a:r>
            <a:r>
              <a:rPr lang="en-US" altLang="zh-CN" b="1" dirty="0">
                <a:solidFill>
                  <a:srgbClr val="FF0000"/>
                </a:solidFill>
              </a:rPr>
              <a:t>:  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d[</a:t>
            </a:r>
            <a:r>
              <a:rPr lang="en-US" altLang="zh-CN" sz="18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] </a:t>
            </a:r>
            <a:r>
              <a:rPr lang="zh-CN" altLang="en-US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！</a:t>
            </a:r>
            <a:r>
              <a: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col (</a:t>
            </a:r>
            <a:r>
              <a:rPr lang="en-US" altLang="zh-CN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&lt;row)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E0FA2F-33D4-182E-DEA7-24D09D3BE6EF}"/>
              </a:ext>
            </a:extLst>
          </p:cNvPr>
          <p:cNvSpPr txBox="1"/>
          <p:nvPr/>
        </p:nvSpPr>
        <p:spPr>
          <a:xfrm>
            <a:off x="706558" y="4241871"/>
            <a:ext cx="9961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/>
              <a:t>设数组</a:t>
            </a:r>
            <a:r>
              <a:rPr lang="en-US" altLang="zh-CN" b="1" dirty="0"/>
              <a:t>d[n], </a:t>
            </a:r>
            <a:r>
              <a:rPr lang="zh-CN" altLang="en-US" b="1" dirty="0"/>
              <a:t>其中</a:t>
            </a:r>
            <a:r>
              <a:rPr lang="en-US" altLang="zh-CN" b="1" dirty="0"/>
              <a:t>d[</a:t>
            </a:r>
            <a:r>
              <a:rPr lang="en-US" altLang="zh-CN" b="1" dirty="0" err="1"/>
              <a:t>i</a:t>
            </a:r>
            <a:r>
              <a:rPr lang="en-US" altLang="zh-CN" b="1" dirty="0"/>
              <a:t>]</a:t>
            </a:r>
            <a:r>
              <a:rPr lang="zh-CN" altLang="en-US" b="1" dirty="0"/>
              <a:t>代表第</a:t>
            </a:r>
            <a:r>
              <a:rPr lang="en-US" altLang="zh-CN" b="1" dirty="0" err="1"/>
              <a:t>i</a:t>
            </a:r>
            <a:r>
              <a:rPr lang="zh-CN" altLang="en-US" b="1" dirty="0"/>
              <a:t>行的棋子所在的列数 </a:t>
            </a:r>
            <a:r>
              <a:rPr lang="en-US" altLang="zh-CN" b="1" dirty="0"/>
              <a:t>(</a:t>
            </a:r>
            <a:r>
              <a:rPr lang="zh-CN" altLang="en-US" b="1" dirty="0"/>
              <a:t>如</a:t>
            </a:r>
            <a:r>
              <a:rPr lang="en-US" altLang="zh-CN" b="1" dirty="0"/>
              <a:t>d[2]=3</a:t>
            </a:r>
            <a:r>
              <a:rPr lang="zh-CN" altLang="en-US" b="1" dirty="0"/>
              <a:t>代表第</a:t>
            </a:r>
            <a:r>
              <a:rPr lang="en-US" altLang="zh-CN" b="1" dirty="0"/>
              <a:t>2</a:t>
            </a:r>
            <a:r>
              <a:rPr lang="zh-CN" altLang="en-US" b="1" dirty="0"/>
              <a:t>行的棋子放在第</a:t>
            </a:r>
            <a:r>
              <a:rPr lang="en-US" altLang="zh-CN" b="1" dirty="0"/>
              <a:t>3</a:t>
            </a:r>
            <a:r>
              <a:rPr lang="zh-CN" altLang="en-US" b="1" dirty="0"/>
              <a:t>列的位置</a:t>
            </a:r>
            <a:r>
              <a:rPr lang="en-US" altLang="zh-CN" b="1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/>
              <a:t>设</a:t>
            </a:r>
            <a:r>
              <a:rPr lang="en-US" altLang="zh-CN" b="1" dirty="0"/>
              <a:t>row </a:t>
            </a:r>
            <a:r>
              <a:rPr lang="zh-CN" altLang="en-US" b="1" dirty="0"/>
              <a:t>为现在所尝试摆放的行数，</a:t>
            </a:r>
            <a:r>
              <a:rPr lang="en-US" altLang="zh-CN" b="1" dirty="0"/>
              <a:t>col</a:t>
            </a:r>
            <a:r>
              <a:rPr lang="zh-CN" altLang="en-US" b="1" dirty="0"/>
              <a:t>为现在所尝试摆放的列数</a:t>
            </a:r>
            <a:r>
              <a:rPr lang="en-US" altLang="zh-CN" b="1" dirty="0"/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1C19B0-7D7A-C9E7-284E-E0DFDC5CAEE6}"/>
              </a:ext>
            </a:extLst>
          </p:cNvPr>
          <p:cNvSpPr txBox="1"/>
          <p:nvPr/>
        </p:nvSpPr>
        <p:spPr>
          <a:xfrm>
            <a:off x="848441" y="5733830"/>
            <a:ext cx="10131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(</a:t>
            </a:r>
            <a:r>
              <a:rPr lang="zh-CN" altLang="en-US" b="1" dirty="0"/>
              <a:t>要素三</a:t>
            </a:r>
            <a:r>
              <a:rPr lang="en-US" altLang="zh-CN" b="1" dirty="0"/>
              <a:t>)</a:t>
            </a:r>
            <a:r>
              <a:rPr lang="zh-CN" altLang="en-US" b="1" dirty="0"/>
              <a:t>不在</a:t>
            </a:r>
            <a:r>
              <a:rPr lang="zh-CN" altLang="en-US" b="1" dirty="0">
                <a:solidFill>
                  <a:srgbClr val="FF0000"/>
                </a:solidFill>
              </a:rPr>
              <a:t>同一斜线</a:t>
            </a:r>
            <a:r>
              <a:rPr lang="en-US" altLang="zh-CN" b="1" dirty="0">
                <a:solidFill>
                  <a:srgbClr val="FF0000"/>
                </a:solidFill>
              </a:rPr>
              <a:t>: </a:t>
            </a:r>
            <a:r>
              <a:rPr lang="it-IT" altLang="zh-CN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 - d[i] != row – col(</a:t>
            </a:r>
            <a:r>
              <a:rPr lang="zh-CN" altLang="en-US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左上</a:t>
            </a:r>
            <a:r>
              <a:rPr lang="it-IT" altLang="zh-CN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</a:t>
            </a:r>
            <a:r>
              <a:rPr lang="zh-CN" altLang="en-US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或 </a:t>
            </a:r>
            <a:r>
              <a:rPr lang="it-IT" altLang="zh-CN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 + d[i] != row + col(</a:t>
            </a:r>
            <a:r>
              <a:rPr lang="zh-CN" altLang="en-US" b="1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右上</a:t>
            </a:r>
            <a:r>
              <a:rPr lang="it-IT" altLang="zh-CN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 (i&lt;row)</a:t>
            </a:r>
            <a:r>
              <a:rPr lang="en-US" altLang="zh-CN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endParaRPr lang="zh-CN" altLang="en-US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0BF46E-BF79-884B-9209-F7B12E5078C3}"/>
              </a:ext>
            </a:extLst>
          </p:cNvPr>
          <p:cNvSpPr txBox="1"/>
          <p:nvPr/>
        </p:nvSpPr>
        <p:spPr>
          <a:xfrm>
            <a:off x="1212189" y="311490"/>
            <a:ext cx="4034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三要素的判断思想</a:t>
            </a:r>
          </a:p>
        </p:txBody>
      </p:sp>
    </p:spTree>
    <p:extLst>
      <p:ext uri="{BB962C8B-B14F-4D97-AF65-F5344CB8AC3E}">
        <p14:creationId xmlns:p14="http://schemas.microsoft.com/office/powerpoint/2010/main" val="1115338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4C924F5-1E42-E64A-820C-0266431E47A2}"/>
              </a:ext>
            </a:extLst>
          </p:cNvPr>
          <p:cNvSpPr txBox="1"/>
          <p:nvPr/>
        </p:nvSpPr>
        <p:spPr>
          <a:xfrm>
            <a:off x="696685" y="1328057"/>
            <a:ext cx="10580915" cy="3362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Helvetica" pitchFamily="2" charset="0"/>
              </a:rPr>
              <a:t>回溯</a:t>
            </a:r>
            <a:r>
              <a:rPr lang="zh-CN" altLang="en-US" sz="2400" dirty="0">
                <a:effectLst/>
                <a:latin typeface="Helvetica" pitchFamily="2" charset="0"/>
              </a:rPr>
              <a:t>在求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Helvetica" pitchFamily="2" charset="0"/>
              </a:rPr>
              <a:t>最优解</a:t>
            </a:r>
            <a:r>
              <a:rPr lang="zh-CN" altLang="en-US" sz="2400" dirty="0">
                <a:effectLst/>
                <a:latin typeface="Helvetica" pitchFamily="2" charset="0"/>
              </a:rPr>
              <a:t>的过程中，效率不是很高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Helvetica" pitchFamily="2" charset="0"/>
              </a:rPr>
              <a:t>改进：先访问那些</a:t>
            </a:r>
            <a:r>
              <a:rPr lang="zh-CN" altLang="en-US" sz="2400" u="sng" dirty="0">
                <a:effectLst/>
                <a:latin typeface="Helvetica" pitchFamily="2" charset="0"/>
              </a:rPr>
              <a:t>有可能得出最优解的节点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effectLst/>
                <a:latin typeface="Helvetica" pitchFamily="2" charset="0"/>
              </a:rPr>
              <a:t>生成一个节点时，也会生成这个节点的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Helvetica" pitchFamily="2" charset="0"/>
              </a:rPr>
              <a:t>界</a:t>
            </a:r>
            <a:r>
              <a:rPr lang="zh-CN" altLang="en-US" sz="2400" dirty="0">
                <a:effectLst/>
                <a:latin typeface="Helvetica" pitchFamily="2" charset="0"/>
              </a:rPr>
              <a:t>，界表示通过此节点生成的解所能够到达的一个下限</a:t>
            </a:r>
            <a:r>
              <a:rPr lang="en-US" altLang="zh-CN" sz="2400" dirty="0">
                <a:effectLst/>
                <a:latin typeface="Helvetica" pitchFamily="2" charset="0"/>
              </a:rPr>
              <a:t>(</a:t>
            </a:r>
            <a:r>
              <a:rPr lang="zh-CN" altLang="en-US" sz="2400" dirty="0">
                <a:effectLst/>
                <a:latin typeface="Helvetica" pitchFamily="2" charset="0"/>
              </a:rPr>
              <a:t>最小化问题</a:t>
            </a:r>
            <a:r>
              <a:rPr lang="en-US" altLang="zh-CN" sz="2400" dirty="0">
                <a:effectLst/>
                <a:latin typeface="Helvetica" pitchFamily="2" charset="0"/>
              </a:rPr>
              <a:t>)</a:t>
            </a:r>
            <a:r>
              <a:rPr lang="zh-CN" altLang="en-US" sz="2400" dirty="0">
                <a:effectLst/>
                <a:latin typeface="Helvetica" pitchFamily="2" charset="0"/>
              </a:rPr>
              <a:t>或者上限</a:t>
            </a:r>
            <a:r>
              <a:rPr lang="en-US" altLang="zh-CN" sz="2400" dirty="0">
                <a:effectLst/>
                <a:latin typeface="Helvetica" pitchFamily="2" charset="0"/>
              </a:rPr>
              <a:t>(</a:t>
            </a:r>
            <a:r>
              <a:rPr lang="zh-CN" altLang="en-US" sz="2400" dirty="0">
                <a:effectLst/>
                <a:latin typeface="Helvetica" pitchFamily="2" charset="0"/>
              </a:rPr>
              <a:t>最大化问题）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Helvetica" pitchFamily="2" charset="0"/>
              </a:rPr>
              <a:t>分支限界法在访问一个节点时，会生成这个节点所有的子节点，也被称为生成所有的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Helvetica" pitchFamily="2" charset="0"/>
              </a:rPr>
              <a:t>分支</a:t>
            </a:r>
            <a:r>
              <a:rPr lang="zh-CN" altLang="en-US" sz="2400" dirty="0">
                <a:effectLst/>
                <a:latin typeface="Helvetica" pitchFamily="2" charset="0"/>
              </a:rPr>
              <a:t>。（广度优先策略搜索）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3E63A2-C5DC-B94A-BEFF-EE3F92DD29D0}"/>
              </a:ext>
            </a:extLst>
          </p:cNvPr>
          <p:cNvSpPr txBox="1"/>
          <p:nvPr/>
        </p:nvSpPr>
        <p:spPr>
          <a:xfrm>
            <a:off x="1270907" y="310632"/>
            <a:ext cx="3856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分支限界法</a:t>
            </a:r>
          </a:p>
        </p:txBody>
      </p:sp>
    </p:spTree>
    <p:extLst>
      <p:ext uri="{BB962C8B-B14F-4D97-AF65-F5344CB8AC3E}">
        <p14:creationId xmlns:p14="http://schemas.microsoft.com/office/powerpoint/2010/main" val="4043556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D5C15D-113A-8A41-A9AA-8704B422543E}"/>
              </a:ext>
            </a:extLst>
          </p:cNvPr>
          <p:cNvSpPr txBox="1"/>
          <p:nvPr/>
        </p:nvSpPr>
        <p:spPr>
          <a:xfrm>
            <a:off x="631371" y="1198453"/>
            <a:ext cx="10145486" cy="3907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分支限界的基本流程如下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﻿﻿从根节点出发，生成根节点的所有子节点，并生成这些节点的界，这些子节点组成了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活跃节点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</a:p>
          <a:p>
            <a:pPr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﻿﻿在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所有的活跃节点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中，选取一个界最小（或最大）的节点（</a:t>
            </a:r>
            <a:r>
              <a:rPr lang="zh-CN" altLang="en-US" sz="2400" u="sng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此节点访问完毕，不再是活跃节点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，生成此节点所有的子节点及其界，这些子节点也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成为活跃节点；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﻿﻿﻿重复以上步骤，直到没有活跃节点。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56A39F-C5B6-F348-B19A-E113B58BA5AB}"/>
              </a:ext>
            </a:extLst>
          </p:cNvPr>
          <p:cNvSpPr txBox="1"/>
          <p:nvPr/>
        </p:nvSpPr>
        <p:spPr>
          <a:xfrm>
            <a:off x="1270907" y="310632"/>
            <a:ext cx="3856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分支限界法</a:t>
            </a:r>
          </a:p>
        </p:txBody>
      </p:sp>
    </p:spTree>
    <p:extLst>
      <p:ext uri="{BB962C8B-B14F-4D97-AF65-F5344CB8AC3E}">
        <p14:creationId xmlns:p14="http://schemas.microsoft.com/office/powerpoint/2010/main" val="601296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8DA4E6-1F76-5B41-9688-769DCB263FD9}"/>
              </a:ext>
            </a:extLst>
          </p:cNvPr>
          <p:cNvSpPr txBox="1"/>
          <p:nvPr/>
        </p:nvSpPr>
        <p:spPr>
          <a:xfrm>
            <a:off x="707570" y="1197425"/>
            <a:ext cx="10580915" cy="4991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树的形成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不追求规则的树，也就是并不追求等长的解，只要形成的树有利于解的获取和界的计算。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界的计算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界计算一方面应该越简单越好，另一方面应该和最优解越接近越好。</a:t>
            </a:r>
            <a:endParaRPr lang="en-US" altLang="zh-CN" sz="240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算法终止条件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 当算法从堆中取得了第一个解节点（叶子节点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，则算法必然得出了最优解。</a:t>
            </a:r>
            <a:endParaRPr lang="en-US" altLang="zh-CN" sz="240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优化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 计算一个上界或者下界。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AF0F41-0967-C748-AF6D-BF1AABDA43BE}"/>
              </a:ext>
            </a:extLst>
          </p:cNvPr>
          <p:cNvSpPr txBox="1"/>
          <p:nvPr/>
        </p:nvSpPr>
        <p:spPr>
          <a:xfrm>
            <a:off x="1270906" y="310632"/>
            <a:ext cx="43025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分支限界法： 关键点</a:t>
            </a:r>
          </a:p>
        </p:txBody>
      </p:sp>
    </p:spTree>
    <p:extLst>
      <p:ext uri="{BB962C8B-B14F-4D97-AF65-F5344CB8AC3E}">
        <p14:creationId xmlns:p14="http://schemas.microsoft.com/office/powerpoint/2010/main" val="3839322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A4454C-7F53-9D46-AF2C-ADFCA46D2E7F}"/>
              </a:ext>
            </a:extLst>
          </p:cNvPr>
          <p:cNvSpPr txBox="1"/>
          <p:nvPr/>
        </p:nvSpPr>
        <p:spPr>
          <a:xfrm>
            <a:off x="587829" y="1904999"/>
            <a:ext cx="9742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effectLst/>
              <a:latin typeface="Helvetica" pitchFamily="2" charset="0"/>
            </a:endParaRPr>
          </a:p>
          <a:p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91FC7C-1EE0-2049-9682-D2500B26013D}"/>
              </a:ext>
            </a:extLst>
          </p:cNvPr>
          <p:cNvSpPr txBox="1"/>
          <p:nvPr/>
        </p:nvSpPr>
        <p:spPr>
          <a:xfrm>
            <a:off x="729343" y="1273628"/>
            <a:ext cx="10439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和回溯比较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树的构造不一样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搜索方式不一样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回溯法可用于寻找可行解的问题，也可以用于最优解的问题，但分支限界只用于最优解问题</a:t>
            </a:r>
          </a:p>
          <a:p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0303A6-0231-6E4E-8309-47E2DAA17E99}"/>
              </a:ext>
            </a:extLst>
          </p:cNvPr>
          <p:cNvSpPr txBox="1"/>
          <p:nvPr/>
        </p:nvSpPr>
        <p:spPr>
          <a:xfrm>
            <a:off x="1270906" y="310632"/>
            <a:ext cx="43025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分支限界法</a:t>
            </a:r>
          </a:p>
        </p:txBody>
      </p:sp>
    </p:spTree>
    <p:extLst>
      <p:ext uri="{BB962C8B-B14F-4D97-AF65-F5344CB8AC3E}">
        <p14:creationId xmlns:p14="http://schemas.microsoft.com/office/powerpoint/2010/main" val="1915874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6EE938D-E341-1547-A5E2-7B0CB210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100" y="2171700"/>
            <a:ext cx="6527800" cy="2514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5C91AE3-40CE-2248-87A9-16B8CE7BC074}"/>
              </a:ext>
            </a:extLst>
          </p:cNvPr>
          <p:cNvSpPr txBox="1"/>
          <p:nvPr/>
        </p:nvSpPr>
        <p:spPr>
          <a:xfrm>
            <a:off x="1270906" y="310632"/>
            <a:ext cx="560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分支限界法：单源最短路径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CF5782-5D6E-CC4A-8EB7-DD83877A1016}"/>
              </a:ext>
            </a:extLst>
          </p:cNvPr>
          <p:cNvSpPr txBox="1"/>
          <p:nvPr/>
        </p:nvSpPr>
        <p:spPr>
          <a:xfrm>
            <a:off x="740229" y="1348887"/>
            <a:ext cx="4844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400" dirty="0"/>
              <a:t>计算节点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到节点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的最短路径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E9729C-CEF9-4141-A332-A9E923DF7FBE}"/>
              </a:ext>
            </a:extLst>
          </p:cNvPr>
          <p:cNvSpPr txBox="1"/>
          <p:nvPr/>
        </p:nvSpPr>
        <p:spPr>
          <a:xfrm>
            <a:off x="740229" y="4409587"/>
            <a:ext cx="6912428" cy="169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400" dirty="0"/>
              <a:t>确定下界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经过某节点到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的最短路径的下界为：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solidFill>
                  <a:srgbClr val="FF0000"/>
                </a:solidFill>
              </a:rPr>
              <a:t>到此节点的最短路径</a:t>
            </a:r>
            <a:r>
              <a:rPr kumimoji="1" lang="en-US" altLang="zh-CN" sz="2400" dirty="0"/>
              <a:t>+</a:t>
            </a:r>
            <a:r>
              <a:rPr kumimoji="1" lang="zh-CN" altLang="en-US" sz="2400" dirty="0">
                <a:solidFill>
                  <a:srgbClr val="FF0000"/>
                </a:solidFill>
              </a:rPr>
              <a:t>此节点的一条最短边</a:t>
            </a:r>
          </a:p>
        </p:txBody>
      </p:sp>
    </p:spTree>
    <p:extLst>
      <p:ext uri="{BB962C8B-B14F-4D97-AF65-F5344CB8AC3E}">
        <p14:creationId xmlns:p14="http://schemas.microsoft.com/office/powerpoint/2010/main" val="426287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6EE938D-E341-1547-A5E2-7B0CB210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793" y="150481"/>
            <a:ext cx="4309477" cy="166007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5C91AE3-40CE-2248-87A9-16B8CE7BC074}"/>
              </a:ext>
            </a:extLst>
          </p:cNvPr>
          <p:cNvSpPr txBox="1"/>
          <p:nvPr/>
        </p:nvSpPr>
        <p:spPr>
          <a:xfrm>
            <a:off x="1270906" y="310632"/>
            <a:ext cx="560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分支限界法：单源最短路径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CF5782-5D6E-CC4A-8EB7-DD83877A1016}"/>
              </a:ext>
            </a:extLst>
          </p:cNvPr>
          <p:cNvSpPr txBox="1"/>
          <p:nvPr/>
        </p:nvSpPr>
        <p:spPr>
          <a:xfrm>
            <a:off x="740229" y="1348887"/>
            <a:ext cx="6912428" cy="169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400" dirty="0"/>
              <a:t>确定下界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经过某节点到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的最短路径的下界为：</a:t>
            </a:r>
            <a:r>
              <a:rPr kumimoji="1" lang="zh-CN" altLang="en-US" sz="2400" dirty="0">
                <a:solidFill>
                  <a:srgbClr val="FF0000"/>
                </a:solidFill>
              </a:rPr>
              <a:t>到此节点的最短路径</a:t>
            </a:r>
            <a:r>
              <a:rPr kumimoji="1" lang="en-US" altLang="zh-CN" sz="2400" dirty="0"/>
              <a:t>+</a:t>
            </a:r>
            <a:r>
              <a:rPr kumimoji="1" lang="zh-CN" altLang="en-US" sz="2400" dirty="0">
                <a:solidFill>
                  <a:srgbClr val="FF0000"/>
                </a:solidFill>
              </a:rPr>
              <a:t>此节点的一条最短边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AD670C-68D8-4748-9D51-F80FDD7ABBA2}"/>
              </a:ext>
            </a:extLst>
          </p:cNvPr>
          <p:cNvSpPr txBox="1"/>
          <p:nvPr/>
        </p:nvSpPr>
        <p:spPr>
          <a:xfrm>
            <a:off x="740229" y="3429000"/>
            <a:ext cx="7728858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源顶点为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目标节点为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t</a:t>
            </a:r>
            <a:r>
              <a:rPr lang="zh-CN" altLang="e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把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作为根节点进行搜索：</a:t>
            </a:r>
          </a:p>
          <a:p>
            <a:pPr>
              <a:lnSpc>
                <a:spcPct val="150000"/>
              </a:lnSpc>
            </a:pP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a-&gt;b-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&gt;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t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距离的下界为：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1+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min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2, 9}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=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a-&gt;c-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&gt;t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距离的下界为：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4+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min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3,6,3,4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= 7</a:t>
            </a:r>
          </a:p>
          <a:p>
            <a:pPr>
              <a:lnSpc>
                <a:spcPct val="150000"/>
              </a:lnSpc>
            </a:pP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a-&gt;d-&gt;t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距离的下界为：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4+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min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7</a:t>
            </a:r>
            <a:r>
              <a:rPr lang="en-US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sz="240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= 11</a:t>
            </a:r>
          </a:p>
          <a:p>
            <a:pPr>
              <a:lnSpc>
                <a:spcPct val="150000"/>
              </a:lnSpc>
            </a:pPr>
            <a:endParaRPr kumimoji="1" lang="zh-CN" altLang="en-US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3045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8AED75A-B9A6-C04E-AE1A-030234F86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56" y="1"/>
            <a:ext cx="7994016" cy="603575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95B971-0A4C-7745-AE57-68FB84420E9A}"/>
              </a:ext>
            </a:extLst>
          </p:cNvPr>
          <p:cNvSpPr txBox="1"/>
          <p:nvPr/>
        </p:nvSpPr>
        <p:spPr>
          <a:xfrm>
            <a:off x="674914" y="1393371"/>
            <a:ext cx="2329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SimSun" panose="02010600030101010101" pitchFamily="2" charset="-122"/>
                <a:ea typeface="SimSun" panose="02010600030101010101" pitchFamily="2" charset="-122"/>
              </a:rPr>
              <a:t>搜索树：</a:t>
            </a:r>
          </a:p>
        </p:txBody>
      </p:sp>
    </p:spTree>
    <p:extLst>
      <p:ext uri="{BB962C8B-B14F-4D97-AF65-F5344CB8AC3E}">
        <p14:creationId xmlns:p14="http://schemas.microsoft.com/office/powerpoint/2010/main" val="1400333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23854</TotalTime>
  <Words>1662</Words>
  <Application>Microsoft Macintosh PowerPoint</Application>
  <PresentationFormat>宽屏</PresentationFormat>
  <Paragraphs>225</Paragraphs>
  <Slides>26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-apple-system</vt:lpstr>
      <vt:lpstr>等线</vt:lpstr>
      <vt:lpstr>等线 Light</vt:lpstr>
      <vt:lpstr>方正大标宋简体</vt:lpstr>
      <vt:lpstr>方正清刻本悦宋简体</vt:lpstr>
      <vt:lpstr>SimSun</vt:lpstr>
      <vt:lpstr>新宋体</vt:lpstr>
      <vt:lpstr>PMingLiU</vt:lpstr>
      <vt:lpstr>Times New Roman Regular</vt:lpstr>
      <vt:lpstr>Arial</vt:lpstr>
      <vt:lpstr>Arial</vt:lpstr>
      <vt:lpstr>Cambria Math</vt:lpstr>
      <vt:lpstr>Helvetica</vt:lpstr>
      <vt:lpstr>Times New Roman</vt:lpstr>
      <vt:lpstr>Wingdings</vt:lpstr>
      <vt:lpstr>Office 主题​​</vt:lpstr>
      <vt:lpstr>算法设计与分析</vt:lpstr>
      <vt:lpstr>PowerPoint 演示文稿</vt:lpstr>
      <vt:lpstr>图的搜索</vt:lpstr>
      <vt:lpstr>图的搜索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1076</cp:revision>
  <dcterms:created xsi:type="dcterms:W3CDTF">2022-08-31T02:13:47Z</dcterms:created>
  <dcterms:modified xsi:type="dcterms:W3CDTF">2023-06-12T01:08:59Z</dcterms:modified>
</cp:coreProperties>
</file>