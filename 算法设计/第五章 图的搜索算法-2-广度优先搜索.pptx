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395" r:id="rId2"/>
    <p:sldId id="259" r:id="rId3"/>
    <p:sldId id="260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274" r:id="rId13"/>
    <p:sldId id="405" r:id="rId14"/>
    <p:sldId id="406" r:id="rId15"/>
    <p:sldId id="407" r:id="rId16"/>
    <p:sldId id="278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8" r:id="rId53"/>
    <p:sldId id="319" r:id="rId54"/>
    <p:sldId id="320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43" r:id="rId68"/>
    <p:sldId id="344" r:id="rId69"/>
    <p:sldId id="345" r:id="rId70"/>
    <p:sldId id="346" r:id="rId71"/>
    <p:sldId id="347" r:id="rId72"/>
    <p:sldId id="348" r:id="rId73"/>
    <p:sldId id="349" r:id="rId74"/>
    <p:sldId id="350" r:id="rId7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55"/>
    <p:restoredTop sz="85672"/>
  </p:normalViewPr>
  <p:slideViewPr>
    <p:cSldViewPr snapToGrid="0" snapToObjects="1">
      <p:cViewPr varScale="1">
        <p:scale>
          <a:sx n="105" d="100"/>
          <a:sy n="105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043501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  <p:sldLayoutId id="2147483675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05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39482" y="2794468"/>
            <a:ext cx="5711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第五章 图的搜索算法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68135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2944" y="4026408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0" y="298323"/>
                </a:moveTo>
                <a:lnTo>
                  <a:pt x="3905" y="249943"/>
                </a:lnTo>
                <a:lnTo>
                  <a:pt x="15212" y="204045"/>
                </a:lnTo>
                <a:lnTo>
                  <a:pt x="33305" y="161244"/>
                </a:lnTo>
                <a:lnTo>
                  <a:pt x="57570" y="122154"/>
                </a:lnTo>
                <a:lnTo>
                  <a:pt x="87391" y="87391"/>
                </a:lnTo>
                <a:lnTo>
                  <a:pt x="122154" y="57570"/>
                </a:lnTo>
                <a:lnTo>
                  <a:pt x="161244" y="33305"/>
                </a:lnTo>
                <a:lnTo>
                  <a:pt x="204045" y="15212"/>
                </a:lnTo>
                <a:lnTo>
                  <a:pt x="249943" y="3905"/>
                </a:lnTo>
                <a:lnTo>
                  <a:pt x="298322" y="0"/>
                </a:lnTo>
                <a:lnTo>
                  <a:pt x="346702" y="3905"/>
                </a:lnTo>
                <a:lnTo>
                  <a:pt x="392600" y="15212"/>
                </a:lnTo>
                <a:lnTo>
                  <a:pt x="435401" y="33305"/>
                </a:lnTo>
                <a:lnTo>
                  <a:pt x="474491" y="57570"/>
                </a:lnTo>
                <a:lnTo>
                  <a:pt x="509254" y="87391"/>
                </a:lnTo>
                <a:lnTo>
                  <a:pt x="539075" y="122154"/>
                </a:lnTo>
                <a:lnTo>
                  <a:pt x="563340" y="161244"/>
                </a:lnTo>
                <a:lnTo>
                  <a:pt x="581433" y="204045"/>
                </a:lnTo>
                <a:lnTo>
                  <a:pt x="592740" y="249943"/>
                </a:lnTo>
                <a:lnTo>
                  <a:pt x="596645" y="298323"/>
                </a:lnTo>
                <a:lnTo>
                  <a:pt x="592740" y="346702"/>
                </a:lnTo>
                <a:lnTo>
                  <a:pt x="581433" y="392600"/>
                </a:lnTo>
                <a:lnTo>
                  <a:pt x="563340" y="435401"/>
                </a:lnTo>
                <a:lnTo>
                  <a:pt x="539075" y="474491"/>
                </a:lnTo>
                <a:lnTo>
                  <a:pt x="509254" y="509254"/>
                </a:lnTo>
                <a:lnTo>
                  <a:pt x="474491" y="539075"/>
                </a:lnTo>
                <a:lnTo>
                  <a:pt x="435401" y="563340"/>
                </a:lnTo>
                <a:lnTo>
                  <a:pt x="392600" y="581433"/>
                </a:lnTo>
                <a:lnTo>
                  <a:pt x="346702" y="592740"/>
                </a:lnTo>
                <a:lnTo>
                  <a:pt x="298322" y="596646"/>
                </a:lnTo>
                <a:lnTo>
                  <a:pt x="249943" y="592740"/>
                </a:lnTo>
                <a:lnTo>
                  <a:pt x="204045" y="581433"/>
                </a:lnTo>
                <a:lnTo>
                  <a:pt x="161244" y="563340"/>
                </a:lnTo>
                <a:lnTo>
                  <a:pt x="122154" y="539075"/>
                </a:lnTo>
                <a:lnTo>
                  <a:pt x="87391" y="509254"/>
                </a:lnTo>
                <a:lnTo>
                  <a:pt x="57570" y="474491"/>
                </a:lnTo>
                <a:lnTo>
                  <a:pt x="33305" y="435401"/>
                </a:lnTo>
                <a:lnTo>
                  <a:pt x="15212" y="392600"/>
                </a:lnTo>
                <a:lnTo>
                  <a:pt x="3905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6105" y="4118864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𝒂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0965" y="492937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25238" y="5022088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5683" y="492937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8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54527" y="5022088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80582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71844" y="5843016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48784" y="5438394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00421" y="5843016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17747" y="5526023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71926" y="584301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85950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56129" y="584301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94966" y="4929378"/>
            <a:ext cx="1945005" cy="908685"/>
          </a:xfrm>
          <a:custGeom>
            <a:avLst/>
            <a:gdLst/>
            <a:ahLst/>
            <a:cxnLst/>
            <a:rect l="l" t="t" r="r" b="b"/>
            <a:pathLst>
              <a:path w="1945004" h="908685">
                <a:moveTo>
                  <a:pt x="0" y="908596"/>
                </a:moveTo>
                <a:lnTo>
                  <a:pt x="498220" y="509016"/>
                </a:lnTo>
              </a:path>
              <a:path w="1945004" h="908685">
                <a:moveTo>
                  <a:pt x="1220850" y="821309"/>
                </a:moveTo>
                <a:lnTo>
                  <a:pt x="919733" y="509016"/>
                </a:lnTo>
              </a:path>
              <a:path w="1945004" h="908685">
                <a:moveTo>
                  <a:pt x="1347978" y="298323"/>
                </a:moveTo>
                <a:lnTo>
                  <a:pt x="1351883" y="249943"/>
                </a:lnTo>
                <a:lnTo>
                  <a:pt x="1363190" y="204045"/>
                </a:lnTo>
                <a:lnTo>
                  <a:pt x="1381283" y="161244"/>
                </a:lnTo>
                <a:lnTo>
                  <a:pt x="1405548" y="122154"/>
                </a:lnTo>
                <a:lnTo>
                  <a:pt x="1435369" y="87391"/>
                </a:lnTo>
                <a:lnTo>
                  <a:pt x="1470132" y="57570"/>
                </a:lnTo>
                <a:lnTo>
                  <a:pt x="1509222" y="33305"/>
                </a:lnTo>
                <a:lnTo>
                  <a:pt x="1552023" y="15212"/>
                </a:lnTo>
                <a:lnTo>
                  <a:pt x="1597921" y="3905"/>
                </a:lnTo>
                <a:lnTo>
                  <a:pt x="1646300" y="0"/>
                </a:lnTo>
                <a:lnTo>
                  <a:pt x="1694680" y="3905"/>
                </a:lnTo>
                <a:lnTo>
                  <a:pt x="1740578" y="15212"/>
                </a:lnTo>
                <a:lnTo>
                  <a:pt x="1783379" y="33305"/>
                </a:lnTo>
                <a:lnTo>
                  <a:pt x="1822469" y="57570"/>
                </a:lnTo>
                <a:lnTo>
                  <a:pt x="1857232" y="87391"/>
                </a:lnTo>
                <a:lnTo>
                  <a:pt x="1887053" y="122154"/>
                </a:lnTo>
                <a:lnTo>
                  <a:pt x="1911318" y="161244"/>
                </a:lnTo>
                <a:lnTo>
                  <a:pt x="1929411" y="204045"/>
                </a:lnTo>
                <a:lnTo>
                  <a:pt x="1940718" y="249943"/>
                </a:lnTo>
                <a:lnTo>
                  <a:pt x="1944623" y="298323"/>
                </a:lnTo>
                <a:lnTo>
                  <a:pt x="1940718" y="346702"/>
                </a:lnTo>
                <a:lnTo>
                  <a:pt x="1929411" y="392600"/>
                </a:lnTo>
                <a:lnTo>
                  <a:pt x="1911318" y="435401"/>
                </a:lnTo>
                <a:lnTo>
                  <a:pt x="1887053" y="474491"/>
                </a:lnTo>
                <a:lnTo>
                  <a:pt x="1857232" y="509254"/>
                </a:lnTo>
                <a:lnTo>
                  <a:pt x="1822469" y="539075"/>
                </a:lnTo>
                <a:lnTo>
                  <a:pt x="1783379" y="563340"/>
                </a:lnTo>
                <a:lnTo>
                  <a:pt x="1740578" y="581433"/>
                </a:lnTo>
                <a:lnTo>
                  <a:pt x="1694680" y="592740"/>
                </a:lnTo>
                <a:lnTo>
                  <a:pt x="1646300" y="596646"/>
                </a:lnTo>
                <a:lnTo>
                  <a:pt x="1597921" y="592740"/>
                </a:lnTo>
                <a:lnTo>
                  <a:pt x="1552023" y="581433"/>
                </a:lnTo>
                <a:lnTo>
                  <a:pt x="1509222" y="563340"/>
                </a:lnTo>
                <a:lnTo>
                  <a:pt x="1470132" y="539075"/>
                </a:lnTo>
                <a:lnTo>
                  <a:pt x="1435369" y="509254"/>
                </a:lnTo>
                <a:lnTo>
                  <a:pt x="1405548" y="474491"/>
                </a:lnTo>
                <a:lnTo>
                  <a:pt x="1381283" y="435401"/>
                </a:lnTo>
                <a:lnTo>
                  <a:pt x="1363190" y="392600"/>
                </a:lnTo>
                <a:lnTo>
                  <a:pt x="1351883" y="346702"/>
                </a:lnTo>
                <a:lnTo>
                  <a:pt x="1347978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05250" y="5022088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14700" y="4535423"/>
            <a:ext cx="1453515" cy="481965"/>
          </a:xfrm>
          <a:custGeom>
            <a:avLst/>
            <a:gdLst/>
            <a:ahLst/>
            <a:cxnLst/>
            <a:rect l="l" t="t" r="r" b="b"/>
            <a:pathLst>
              <a:path w="1453514" h="481964">
                <a:moveTo>
                  <a:pt x="516127" y="0"/>
                </a:moveTo>
                <a:lnTo>
                  <a:pt x="0" y="481456"/>
                </a:lnTo>
              </a:path>
              <a:path w="1453514" h="481964">
                <a:moveTo>
                  <a:pt x="726948" y="87630"/>
                </a:moveTo>
                <a:lnTo>
                  <a:pt x="726948" y="394462"/>
                </a:lnTo>
              </a:path>
              <a:path w="1453514" h="481964">
                <a:moveTo>
                  <a:pt x="937260" y="0"/>
                </a:moveTo>
                <a:lnTo>
                  <a:pt x="1453388" y="48145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837169" y="6400038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PMingLiU"/>
                <a:cs typeface="PMingLiU"/>
              </a:rPr>
              <a:t>…</a:t>
            </a:r>
            <a:endParaRPr sz="3200">
              <a:latin typeface="PMingLiU"/>
              <a:cs typeface="PMingLiU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82281" y="3685539"/>
            <a:ext cx="215265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445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78471" y="4783328"/>
            <a:ext cx="22161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011411" y="3930396"/>
            <a:ext cx="1130300" cy="520065"/>
            <a:chOff x="9011411" y="3930396"/>
            <a:chExt cx="1130300" cy="520065"/>
          </a:xfrm>
        </p:grpSpPr>
        <p:sp>
          <p:nvSpPr>
            <p:cNvPr id="25" name="object 25"/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52253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341869" y="3930396"/>
            <a:ext cx="918844" cy="2548890"/>
            <a:chOff x="7341869" y="3930396"/>
            <a:chExt cx="918844" cy="2548890"/>
          </a:xfrm>
        </p:grpSpPr>
        <p:sp>
          <p:nvSpPr>
            <p:cNvPr id="28" name="object 28"/>
            <p:cNvSpPr/>
            <p:nvPr/>
          </p:nvSpPr>
          <p:spPr>
            <a:xfrm>
              <a:off x="7361681" y="496443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42097" y="514807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671304" y="3984752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8263890" y="3930396"/>
          <a:ext cx="949960" cy="2508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03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476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9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3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𝒄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𝒂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79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ts val="3854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10131552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33481" y="4133088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974323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0993373" y="3984752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1453621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1472671" y="3855973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333481" y="5452871"/>
            <a:ext cx="1130300" cy="520065"/>
            <a:chOff x="10333481" y="5452871"/>
            <a:chExt cx="1130300" cy="520065"/>
          </a:xfrm>
        </p:grpSpPr>
        <p:sp>
          <p:nvSpPr>
            <p:cNvPr id="51" name="object 51"/>
            <p:cNvSpPr/>
            <p:nvPr/>
          </p:nvSpPr>
          <p:spPr>
            <a:xfrm>
              <a:off x="1033348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97432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0993373" y="5506720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45362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1472671" y="5377941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76613"/>
              </p:ext>
            </p:extLst>
          </p:nvPr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015221" y="5655564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656064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9675114" y="5506720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013536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2" grpId="0"/>
      <p:bldP spid="23" grpId="0"/>
      <p:bldP spid="42" grpId="0"/>
      <p:bldP spid="44" grpId="0" animBg="1"/>
      <p:bldP spid="45" grpId="0" animBg="1"/>
      <p:bldP spid="46" grpId="0" animBg="1"/>
      <p:bldP spid="47" grpId="0"/>
      <p:bldP spid="48" grpId="0" animBg="1"/>
      <p:bldP spid="49" grpId="0"/>
      <p:bldP spid="53" grpId="0"/>
      <p:bldP spid="54" grpId="0" animBg="1"/>
      <p:bldP spid="55" grpId="0"/>
      <p:bldP spid="58" grpId="0" animBg="1"/>
      <p:bldP spid="59" grpId="0" animBg="1"/>
      <p:bldP spid="60" grpId="0"/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68135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7169" y="6400038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PMingLiU"/>
                <a:cs typeface="PMingLiU"/>
              </a:rPr>
              <a:t>…</a:t>
            </a:r>
            <a:endParaRPr sz="3200">
              <a:latin typeface="PMingLiU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5">
            <a:extLst>
              <a:ext uri="{FF2B5EF4-FFF2-40B4-BE49-F238E27FC236}">
                <a16:creationId xmlns:a16="http://schemas.microsoft.com/office/drawing/2014/main" id="{8CF42517-C6C8-5D47-AA66-5E28822D6DF9}"/>
              </a:ext>
            </a:extLst>
          </p:cNvPr>
          <p:cNvGrpSpPr/>
          <p:nvPr/>
        </p:nvGrpSpPr>
        <p:grpSpPr>
          <a:xfrm>
            <a:off x="4661915" y="4910328"/>
            <a:ext cx="634365" cy="635000"/>
            <a:chOff x="4661915" y="4910328"/>
            <a:chExt cx="634365" cy="635000"/>
          </a:xfrm>
        </p:grpSpPr>
        <p:sp>
          <p:nvSpPr>
            <p:cNvPr id="63" name="object 6">
              <a:extLst>
                <a:ext uri="{FF2B5EF4-FFF2-40B4-BE49-F238E27FC236}">
                  <a16:creationId xmlns:a16="http://schemas.microsoft.com/office/drawing/2014/main" id="{B26F8C99-F73A-0E42-9518-E24174267E18}"/>
                </a:ext>
              </a:extLst>
            </p:cNvPr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7">
              <a:extLst>
                <a:ext uri="{FF2B5EF4-FFF2-40B4-BE49-F238E27FC236}">
                  <a16:creationId xmlns:a16="http://schemas.microsoft.com/office/drawing/2014/main" id="{1B223A06-5648-5C48-AAA8-0AF36139090B}"/>
                </a:ext>
              </a:extLst>
            </p:cNvPr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8">
            <a:extLst>
              <a:ext uri="{FF2B5EF4-FFF2-40B4-BE49-F238E27FC236}">
                <a16:creationId xmlns:a16="http://schemas.microsoft.com/office/drawing/2014/main" id="{28E13D24-DEB0-3446-BC2F-05CE09DD3EF8}"/>
              </a:ext>
            </a:extLst>
          </p:cNvPr>
          <p:cNvSpPr txBox="1"/>
          <p:nvPr/>
        </p:nvSpPr>
        <p:spPr>
          <a:xfrm>
            <a:off x="4825238" y="5022088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FC14DAC2-91BE-E242-A0B3-1AB813748AD5}"/>
              </a:ext>
            </a:extLst>
          </p:cNvPr>
          <p:cNvSpPr/>
          <p:nvPr/>
        </p:nvSpPr>
        <p:spPr>
          <a:xfrm>
            <a:off x="6180582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0">
            <a:extLst>
              <a:ext uri="{FF2B5EF4-FFF2-40B4-BE49-F238E27FC236}">
                <a16:creationId xmlns:a16="http://schemas.microsoft.com/office/drawing/2014/main" id="{5CCDA95C-F8E6-4441-885A-A959A09043CB}"/>
              </a:ext>
            </a:extLst>
          </p:cNvPr>
          <p:cNvSpPr txBox="1"/>
          <p:nvPr/>
        </p:nvSpPr>
        <p:spPr>
          <a:xfrm>
            <a:off x="6371844" y="5843016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11">
            <a:extLst>
              <a:ext uri="{FF2B5EF4-FFF2-40B4-BE49-F238E27FC236}">
                <a16:creationId xmlns:a16="http://schemas.microsoft.com/office/drawing/2014/main" id="{D756F0B2-F25D-4B40-80BC-0449BA01421A}"/>
              </a:ext>
            </a:extLst>
          </p:cNvPr>
          <p:cNvSpPr/>
          <p:nvPr/>
        </p:nvSpPr>
        <p:spPr>
          <a:xfrm>
            <a:off x="4748784" y="5438394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12">
            <a:extLst>
              <a:ext uri="{FF2B5EF4-FFF2-40B4-BE49-F238E27FC236}">
                <a16:creationId xmlns:a16="http://schemas.microsoft.com/office/drawing/2014/main" id="{23A7F758-96A5-2B4D-9DCE-5C970FA977F9}"/>
              </a:ext>
            </a:extLst>
          </p:cNvPr>
          <p:cNvSpPr txBox="1"/>
          <p:nvPr/>
        </p:nvSpPr>
        <p:spPr>
          <a:xfrm>
            <a:off x="4900421" y="5843016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0" name="object 13">
            <a:extLst>
              <a:ext uri="{FF2B5EF4-FFF2-40B4-BE49-F238E27FC236}">
                <a16:creationId xmlns:a16="http://schemas.microsoft.com/office/drawing/2014/main" id="{A4830A19-F5F9-214D-BB9A-4C5CC70B1079}"/>
              </a:ext>
            </a:extLst>
          </p:cNvPr>
          <p:cNvSpPr/>
          <p:nvPr/>
        </p:nvSpPr>
        <p:spPr>
          <a:xfrm>
            <a:off x="3317747" y="5526023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14">
            <a:extLst>
              <a:ext uri="{FF2B5EF4-FFF2-40B4-BE49-F238E27FC236}">
                <a16:creationId xmlns:a16="http://schemas.microsoft.com/office/drawing/2014/main" id="{0D226B21-9536-FA43-838D-C56793A29DF1}"/>
              </a:ext>
            </a:extLst>
          </p:cNvPr>
          <p:cNvSpPr txBox="1"/>
          <p:nvPr/>
        </p:nvSpPr>
        <p:spPr>
          <a:xfrm>
            <a:off x="3471926" y="584301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2" name="object 15">
            <a:extLst>
              <a:ext uri="{FF2B5EF4-FFF2-40B4-BE49-F238E27FC236}">
                <a16:creationId xmlns:a16="http://schemas.microsoft.com/office/drawing/2014/main" id="{187FD918-7612-2A40-80C7-730DF0965C8C}"/>
              </a:ext>
            </a:extLst>
          </p:cNvPr>
          <p:cNvSpPr/>
          <p:nvPr/>
        </p:nvSpPr>
        <p:spPr>
          <a:xfrm>
            <a:off x="1885950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16">
            <a:extLst>
              <a:ext uri="{FF2B5EF4-FFF2-40B4-BE49-F238E27FC236}">
                <a16:creationId xmlns:a16="http://schemas.microsoft.com/office/drawing/2014/main" id="{E692C0A4-E344-BC48-B2F0-789DE8536AD7}"/>
              </a:ext>
            </a:extLst>
          </p:cNvPr>
          <p:cNvSpPr txBox="1"/>
          <p:nvPr/>
        </p:nvSpPr>
        <p:spPr>
          <a:xfrm>
            <a:off x="2056129" y="584301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74" name="object 17">
            <a:extLst>
              <a:ext uri="{FF2B5EF4-FFF2-40B4-BE49-F238E27FC236}">
                <a16:creationId xmlns:a16="http://schemas.microsoft.com/office/drawing/2014/main" id="{F27A4CF6-251F-F546-B18D-E08F43674023}"/>
              </a:ext>
            </a:extLst>
          </p:cNvPr>
          <p:cNvGrpSpPr/>
          <p:nvPr/>
        </p:nvGrpSpPr>
        <p:grpSpPr>
          <a:xfrm>
            <a:off x="2375916" y="4910328"/>
            <a:ext cx="1983105" cy="946785"/>
            <a:chOff x="2375916" y="4910328"/>
            <a:chExt cx="1983105" cy="946785"/>
          </a:xfrm>
        </p:grpSpPr>
        <p:sp>
          <p:nvSpPr>
            <p:cNvPr id="75" name="object 18">
              <a:extLst>
                <a:ext uri="{FF2B5EF4-FFF2-40B4-BE49-F238E27FC236}">
                  <a16:creationId xmlns:a16="http://schemas.microsoft.com/office/drawing/2014/main" id="{B3D0FEBF-1226-C743-A8EE-4C1DDCB1C0A8}"/>
                </a:ext>
              </a:extLst>
            </p:cNvPr>
            <p:cNvSpPr/>
            <p:nvPr/>
          </p:nvSpPr>
          <p:spPr>
            <a:xfrm>
              <a:off x="3314700" y="5438394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16" y="31229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9">
              <a:extLst>
                <a:ext uri="{FF2B5EF4-FFF2-40B4-BE49-F238E27FC236}">
                  <a16:creationId xmlns:a16="http://schemas.microsoft.com/office/drawing/2014/main" id="{9489A0B6-815B-1347-B802-11A75EE74C37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20">
              <a:extLst>
                <a:ext uri="{FF2B5EF4-FFF2-40B4-BE49-F238E27FC236}">
                  <a16:creationId xmlns:a16="http://schemas.microsoft.com/office/drawing/2014/main" id="{C63AC1C1-7B3D-4A4F-B7CA-D2605C9EE044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21">
              <a:extLst>
                <a:ext uri="{FF2B5EF4-FFF2-40B4-BE49-F238E27FC236}">
                  <a16:creationId xmlns:a16="http://schemas.microsoft.com/office/drawing/2014/main" id="{A2076672-E1FF-C045-B3F3-7109DE379E21}"/>
                </a:ext>
              </a:extLst>
            </p:cNvPr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2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22">
            <a:extLst>
              <a:ext uri="{FF2B5EF4-FFF2-40B4-BE49-F238E27FC236}">
                <a16:creationId xmlns:a16="http://schemas.microsoft.com/office/drawing/2014/main" id="{A2D92938-DA54-4B4F-980B-2CE73748B5F4}"/>
              </a:ext>
            </a:extLst>
          </p:cNvPr>
          <p:cNvSpPr txBox="1"/>
          <p:nvPr/>
        </p:nvSpPr>
        <p:spPr>
          <a:xfrm>
            <a:off x="3905250" y="5022088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0" name="object 23">
            <a:extLst>
              <a:ext uri="{FF2B5EF4-FFF2-40B4-BE49-F238E27FC236}">
                <a16:creationId xmlns:a16="http://schemas.microsoft.com/office/drawing/2014/main" id="{FBABC35A-D94E-C946-AA5F-9A072FBD1EF9}"/>
              </a:ext>
            </a:extLst>
          </p:cNvPr>
          <p:cNvGrpSpPr/>
          <p:nvPr/>
        </p:nvGrpSpPr>
        <p:grpSpPr>
          <a:xfrm>
            <a:off x="2786633" y="4507229"/>
            <a:ext cx="2010410" cy="1038225"/>
            <a:chOff x="2786633" y="4507229"/>
            <a:chExt cx="2010410" cy="1038225"/>
          </a:xfrm>
        </p:grpSpPr>
        <p:sp>
          <p:nvSpPr>
            <p:cNvPr id="81" name="object 24">
              <a:extLst>
                <a:ext uri="{FF2B5EF4-FFF2-40B4-BE49-F238E27FC236}">
                  <a16:creationId xmlns:a16="http://schemas.microsoft.com/office/drawing/2014/main" id="{A7C6BD93-F6D5-0649-984D-8A8BC5FD3FD4}"/>
                </a:ext>
              </a:extLst>
            </p:cNvPr>
            <p:cNvSpPr/>
            <p:nvPr/>
          </p:nvSpPr>
          <p:spPr>
            <a:xfrm>
              <a:off x="3275456" y="4535804"/>
              <a:ext cx="1493520" cy="517525"/>
            </a:xfrm>
            <a:custGeom>
              <a:avLst/>
              <a:gdLst/>
              <a:ahLst/>
              <a:cxnLst/>
              <a:rect l="l" t="t" r="r" b="b"/>
              <a:pathLst>
                <a:path w="1493520" h="517525">
                  <a:moveTo>
                    <a:pt x="555625" y="0"/>
                  </a:moveTo>
                  <a:lnTo>
                    <a:pt x="0" y="517017"/>
                  </a:lnTo>
                </a:path>
                <a:path w="1493520" h="517525">
                  <a:moveTo>
                    <a:pt x="766571" y="87630"/>
                  </a:moveTo>
                  <a:lnTo>
                    <a:pt x="766571" y="394462"/>
                  </a:lnTo>
                </a:path>
                <a:path w="1493520" h="517525">
                  <a:moveTo>
                    <a:pt x="976883" y="0"/>
                  </a:moveTo>
                  <a:lnTo>
                    <a:pt x="1493012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25">
              <a:extLst>
                <a:ext uri="{FF2B5EF4-FFF2-40B4-BE49-F238E27FC236}">
                  <a16:creationId xmlns:a16="http://schemas.microsoft.com/office/drawing/2014/main" id="{02F7EB0D-7F1F-9D4D-B6C5-B524883B4667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26">
              <a:extLst>
                <a:ext uri="{FF2B5EF4-FFF2-40B4-BE49-F238E27FC236}">
                  <a16:creationId xmlns:a16="http://schemas.microsoft.com/office/drawing/2014/main" id="{A22F52D4-BBC7-7B46-966D-A4CEEE90190C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28">
            <a:extLst>
              <a:ext uri="{FF2B5EF4-FFF2-40B4-BE49-F238E27FC236}">
                <a16:creationId xmlns:a16="http://schemas.microsoft.com/office/drawing/2014/main" id="{CD1E936A-0BEB-1943-AA2E-B75B2D1700B7}"/>
              </a:ext>
            </a:extLst>
          </p:cNvPr>
          <p:cNvSpPr/>
          <p:nvPr/>
        </p:nvSpPr>
        <p:spPr>
          <a:xfrm>
            <a:off x="6939533" y="3819905"/>
            <a:ext cx="5111750" cy="695960"/>
          </a:xfrm>
          <a:custGeom>
            <a:avLst/>
            <a:gdLst/>
            <a:ahLst/>
            <a:cxnLst/>
            <a:rect l="l" t="t" r="r" b="b"/>
            <a:pathLst>
              <a:path w="5111750" h="695960">
                <a:moveTo>
                  <a:pt x="0" y="115951"/>
                </a:moveTo>
                <a:lnTo>
                  <a:pt x="9116" y="70830"/>
                </a:lnTo>
                <a:lnTo>
                  <a:pt x="33972" y="33972"/>
                </a:lnTo>
                <a:lnTo>
                  <a:pt x="70830" y="9116"/>
                </a:lnTo>
                <a:lnTo>
                  <a:pt x="115950" y="0"/>
                </a:lnTo>
                <a:lnTo>
                  <a:pt x="4995545" y="0"/>
                </a:lnTo>
                <a:lnTo>
                  <a:pt x="5040665" y="9116"/>
                </a:lnTo>
                <a:lnTo>
                  <a:pt x="5077523" y="33972"/>
                </a:lnTo>
                <a:lnTo>
                  <a:pt x="5102379" y="70830"/>
                </a:lnTo>
                <a:lnTo>
                  <a:pt x="5111496" y="115951"/>
                </a:lnTo>
                <a:lnTo>
                  <a:pt x="5111496" y="579755"/>
                </a:lnTo>
                <a:lnTo>
                  <a:pt x="5102379" y="624875"/>
                </a:lnTo>
                <a:lnTo>
                  <a:pt x="5077523" y="661733"/>
                </a:lnTo>
                <a:lnTo>
                  <a:pt x="5040665" y="686589"/>
                </a:lnTo>
                <a:lnTo>
                  <a:pt x="4995545" y="695706"/>
                </a:lnTo>
                <a:lnTo>
                  <a:pt x="115950" y="695706"/>
                </a:lnTo>
                <a:lnTo>
                  <a:pt x="70830" y="686589"/>
                </a:lnTo>
                <a:lnTo>
                  <a:pt x="33972" y="661733"/>
                </a:lnTo>
                <a:lnTo>
                  <a:pt x="9116" y="624875"/>
                </a:lnTo>
                <a:lnTo>
                  <a:pt x="0" y="579755"/>
                </a:lnTo>
                <a:lnTo>
                  <a:pt x="0" y="115951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29">
            <a:extLst>
              <a:ext uri="{FF2B5EF4-FFF2-40B4-BE49-F238E27FC236}">
                <a16:creationId xmlns:a16="http://schemas.microsoft.com/office/drawing/2014/main" id="{2B929DD5-2CEC-D447-8189-6C2BCE1866E2}"/>
              </a:ext>
            </a:extLst>
          </p:cNvPr>
          <p:cNvSpPr txBox="1"/>
          <p:nvPr/>
        </p:nvSpPr>
        <p:spPr>
          <a:xfrm>
            <a:off x="2954527" y="5022088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6" name="object 31">
            <a:extLst>
              <a:ext uri="{FF2B5EF4-FFF2-40B4-BE49-F238E27FC236}">
                <a16:creationId xmlns:a16="http://schemas.microsoft.com/office/drawing/2014/main" id="{131B4936-9665-864F-949C-A12216AC85BA}"/>
              </a:ext>
            </a:extLst>
          </p:cNvPr>
          <p:cNvGrpSpPr/>
          <p:nvPr/>
        </p:nvGrpSpPr>
        <p:grpSpPr>
          <a:xfrm>
            <a:off x="7342631" y="4945379"/>
            <a:ext cx="1430020" cy="520065"/>
            <a:chOff x="7342631" y="4945379"/>
            <a:chExt cx="1430020" cy="520065"/>
          </a:xfrm>
        </p:grpSpPr>
        <p:sp>
          <p:nvSpPr>
            <p:cNvPr id="87" name="object 32">
              <a:extLst>
                <a:ext uri="{FF2B5EF4-FFF2-40B4-BE49-F238E27FC236}">
                  <a16:creationId xmlns:a16="http://schemas.microsoft.com/office/drawing/2014/main" id="{0CF368F4-5CFC-814D-AE6E-2979D3D31B88}"/>
                </a:ext>
              </a:extLst>
            </p:cNvPr>
            <p:cNvSpPr/>
            <p:nvPr/>
          </p:nvSpPr>
          <p:spPr>
            <a:xfrm>
              <a:off x="7361681" y="4964429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33">
              <a:extLst>
                <a:ext uri="{FF2B5EF4-FFF2-40B4-BE49-F238E27FC236}">
                  <a16:creationId xmlns:a16="http://schemas.microsoft.com/office/drawing/2014/main" id="{814FB4B3-8069-2F41-BFC8-0C3CC25A5B9A}"/>
                </a:ext>
              </a:extLst>
            </p:cNvPr>
            <p:cNvSpPr/>
            <p:nvPr/>
          </p:nvSpPr>
          <p:spPr>
            <a:xfrm>
              <a:off x="7642097" y="5148071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34">
              <a:extLst>
                <a:ext uri="{FF2B5EF4-FFF2-40B4-BE49-F238E27FC236}">
                  <a16:creationId xmlns:a16="http://schemas.microsoft.com/office/drawing/2014/main" id="{B620D9A3-DF18-4B46-A723-B2854B35D85C}"/>
                </a:ext>
              </a:extLst>
            </p:cNvPr>
            <p:cNvSpPr/>
            <p:nvPr/>
          </p:nvSpPr>
          <p:spPr>
            <a:xfrm>
              <a:off x="8282939" y="4964429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35">
            <a:extLst>
              <a:ext uri="{FF2B5EF4-FFF2-40B4-BE49-F238E27FC236}">
                <a16:creationId xmlns:a16="http://schemas.microsoft.com/office/drawing/2014/main" id="{90E1D24A-B247-6645-83E5-A5881935D6A4}"/>
              </a:ext>
            </a:extLst>
          </p:cNvPr>
          <p:cNvSpPr txBox="1"/>
          <p:nvPr/>
        </p:nvSpPr>
        <p:spPr>
          <a:xfrm>
            <a:off x="8369045" y="4999482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91" name="object 36">
            <a:extLst>
              <a:ext uri="{FF2B5EF4-FFF2-40B4-BE49-F238E27FC236}">
                <a16:creationId xmlns:a16="http://schemas.microsoft.com/office/drawing/2014/main" id="{9BD415D1-3CC4-0641-92BB-468A01974FAA}"/>
              </a:ext>
            </a:extLst>
          </p:cNvPr>
          <p:cNvGrpSpPr/>
          <p:nvPr/>
        </p:nvGrpSpPr>
        <p:grpSpPr>
          <a:xfrm>
            <a:off x="7342631" y="3930396"/>
            <a:ext cx="1908810" cy="1534795"/>
            <a:chOff x="7342631" y="3930396"/>
            <a:chExt cx="1908810" cy="1534795"/>
          </a:xfrm>
        </p:grpSpPr>
        <p:sp>
          <p:nvSpPr>
            <p:cNvPr id="92" name="object 37">
              <a:extLst>
                <a:ext uri="{FF2B5EF4-FFF2-40B4-BE49-F238E27FC236}">
                  <a16:creationId xmlns:a16="http://schemas.microsoft.com/office/drawing/2014/main" id="{E7AFE990-B102-564E-B30B-0355D8E270B0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38">
              <a:extLst>
                <a:ext uri="{FF2B5EF4-FFF2-40B4-BE49-F238E27FC236}">
                  <a16:creationId xmlns:a16="http://schemas.microsoft.com/office/drawing/2014/main" id="{EC29CD1A-DD56-5443-ADBC-85544B03B410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39">
              <a:extLst>
                <a:ext uri="{FF2B5EF4-FFF2-40B4-BE49-F238E27FC236}">
                  <a16:creationId xmlns:a16="http://schemas.microsoft.com/office/drawing/2014/main" id="{4161E7A9-FB9D-1949-A26E-BFC7CBAE03A7}"/>
                </a:ext>
              </a:extLst>
            </p:cNvPr>
            <p:cNvSpPr/>
            <p:nvPr/>
          </p:nvSpPr>
          <p:spPr>
            <a:xfrm>
              <a:off x="7361681" y="4456938"/>
              <a:ext cx="1870710" cy="989330"/>
            </a:xfrm>
            <a:custGeom>
              <a:avLst/>
              <a:gdLst/>
              <a:ahLst/>
              <a:cxnLst/>
              <a:rect l="l" t="t" r="r" b="b"/>
              <a:pathLst>
                <a:path w="1870708" h="989328">
                  <a:moveTo>
                    <a:pt x="1400556" y="989076"/>
                  </a:moveTo>
                  <a:lnTo>
                    <a:pt x="1870710" y="989076"/>
                  </a:lnTo>
                  <a:lnTo>
                    <a:pt x="1870710" y="507491"/>
                  </a:lnTo>
                  <a:lnTo>
                    <a:pt x="1400556" y="507491"/>
                  </a:lnTo>
                  <a:lnTo>
                    <a:pt x="1400556" y="989076"/>
                  </a:lnTo>
                  <a:close/>
                </a:path>
                <a:path w="1870708" h="989328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40">
              <a:extLst>
                <a:ext uri="{FF2B5EF4-FFF2-40B4-BE49-F238E27FC236}">
                  <a16:creationId xmlns:a16="http://schemas.microsoft.com/office/drawing/2014/main" id="{28C91231-34EF-3248-B6A3-C4BB698E9CAA}"/>
                </a:ext>
              </a:extLst>
            </p:cNvPr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41">
              <a:extLst>
                <a:ext uri="{FF2B5EF4-FFF2-40B4-BE49-F238E27FC236}">
                  <a16:creationId xmlns:a16="http://schemas.microsoft.com/office/drawing/2014/main" id="{E6433A7A-F778-2647-92BD-1C3213902A02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42">
              <a:extLst>
                <a:ext uri="{FF2B5EF4-FFF2-40B4-BE49-F238E27FC236}">
                  <a16:creationId xmlns:a16="http://schemas.microsoft.com/office/drawing/2014/main" id="{9972605E-29B3-A144-8569-D18EF79B4B1C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43">
              <a:extLst>
                <a:ext uri="{FF2B5EF4-FFF2-40B4-BE49-F238E27FC236}">
                  <a16:creationId xmlns:a16="http://schemas.microsoft.com/office/drawing/2014/main" id="{3F0E18FE-C8E0-C148-BD9A-61C5A6AE23BE}"/>
                </a:ext>
              </a:extLst>
            </p:cNvPr>
            <p:cNvSpPr/>
            <p:nvPr/>
          </p:nvSpPr>
          <p:spPr>
            <a:xfrm>
              <a:off x="8282939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44">
            <a:extLst>
              <a:ext uri="{FF2B5EF4-FFF2-40B4-BE49-F238E27FC236}">
                <a16:creationId xmlns:a16="http://schemas.microsoft.com/office/drawing/2014/main" id="{838254F9-9614-4E4A-A760-FEAD9ED06E09}"/>
              </a:ext>
            </a:extLst>
          </p:cNvPr>
          <p:cNvSpPr txBox="1"/>
          <p:nvPr/>
        </p:nvSpPr>
        <p:spPr>
          <a:xfrm>
            <a:off x="7082281" y="3685539"/>
            <a:ext cx="215265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445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0" name="object 45">
            <a:extLst>
              <a:ext uri="{FF2B5EF4-FFF2-40B4-BE49-F238E27FC236}">
                <a16:creationId xmlns:a16="http://schemas.microsoft.com/office/drawing/2014/main" id="{A696755E-39B8-E148-9D12-09904E940CDD}"/>
              </a:ext>
            </a:extLst>
          </p:cNvPr>
          <p:cNvSpPr txBox="1"/>
          <p:nvPr/>
        </p:nvSpPr>
        <p:spPr>
          <a:xfrm>
            <a:off x="7078471" y="4783328"/>
            <a:ext cx="22161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1" name="object 46">
            <a:extLst>
              <a:ext uri="{FF2B5EF4-FFF2-40B4-BE49-F238E27FC236}">
                <a16:creationId xmlns:a16="http://schemas.microsoft.com/office/drawing/2014/main" id="{47192009-7D0C-734F-B7B2-89CBC5FA54DD}"/>
              </a:ext>
            </a:extLst>
          </p:cNvPr>
          <p:cNvSpPr txBox="1"/>
          <p:nvPr/>
        </p:nvSpPr>
        <p:spPr>
          <a:xfrm>
            <a:off x="8369045" y="3984752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2" name="object 47">
            <a:extLst>
              <a:ext uri="{FF2B5EF4-FFF2-40B4-BE49-F238E27FC236}">
                <a16:creationId xmlns:a16="http://schemas.microsoft.com/office/drawing/2014/main" id="{B2118BD5-4B7E-A147-B711-8B223828E53A}"/>
              </a:ext>
            </a:extLst>
          </p:cNvPr>
          <p:cNvGrpSpPr/>
          <p:nvPr/>
        </p:nvGrpSpPr>
        <p:grpSpPr>
          <a:xfrm>
            <a:off x="7342631" y="3930396"/>
            <a:ext cx="3278504" cy="1027430"/>
            <a:chOff x="7342631" y="3930396"/>
            <a:chExt cx="3278504" cy="1027430"/>
          </a:xfrm>
        </p:grpSpPr>
        <p:sp>
          <p:nvSpPr>
            <p:cNvPr id="103" name="object 48">
              <a:extLst>
                <a:ext uri="{FF2B5EF4-FFF2-40B4-BE49-F238E27FC236}">
                  <a16:creationId xmlns:a16="http://schemas.microsoft.com/office/drawing/2014/main" id="{1CA5F785-2FEE-0344-8DB6-6AA916EAEC55}"/>
                </a:ext>
              </a:extLst>
            </p:cNvPr>
            <p:cNvSpPr/>
            <p:nvPr/>
          </p:nvSpPr>
          <p:spPr>
            <a:xfrm>
              <a:off x="8762237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49">
              <a:extLst>
                <a:ext uri="{FF2B5EF4-FFF2-40B4-BE49-F238E27FC236}">
                  <a16:creationId xmlns:a16="http://schemas.microsoft.com/office/drawing/2014/main" id="{2257CD1D-31F1-8448-8554-C5AC6450320C}"/>
                </a:ext>
              </a:extLst>
            </p:cNvPr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50">
              <a:extLst>
                <a:ext uri="{FF2B5EF4-FFF2-40B4-BE49-F238E27FC236}">
                  <a16:creationId xmlns:a16="http://schemas.microsoft.com/office/drawing/2014/main" id="{7A4A22B7-0690-E946-B5B8-989B074A4322}"/>
                </a:ext>
              </a:extLst>
            </p:cNvPr>
            <p:cNvSpPr/>
            <p:nvPr/>
          </p:nvSpPr>
          <p:spPr>
            <a:xfrm>
              <a:off x="7361681" y="3949446"/>
              <a:ext cx="3240405" cy="989330"/>
            </a:xfrm>
            <a:custGeom>
              <a:avLst/>
              <a:gdLst/>
              <a:ahLst/>
              <a:cxnLst/>
              <a:rect l="l" t="t" r="r" b="b"/>
              <a:pathLst>
                <a:path w="3240404" h="989328">
                  <a:moveTo>
                    <a:pt x="2290572" y="481583"/>
                  </a:moveTo>
                  <a:lnTo>
                    <a:pt x="2760726" y="481583"/>
                  </a:lnTo>
                  <a:lnTo>
                    <a:pt x="2760726" y="0"/>
                  </a:lnTo>
                  <a:lnTo>
                    <a:pt x="2290572" y="0"/>
                  </a:lnTo>
                  <a:lnTo>
                    <a:pt x="2290572" y="481583"/>
                  </a:lnTo>
                  <a:close/>
                </a:path>
                <a:path w="3240404" h="989328">
                  <a:moveTo>
                    <a:pt x="2769870" y="481583"/>
                  </a:moveTo>
                  <a:lnTo>
                    <a:pt x="3240024" y="481583"/>
                  </a:lnTo>
                  <a:lnTo>
                    <a:pt x="3240024" y="0"/>
                  </a:lnTo>
                  <a:lnTo>
                    <a:pt x="2769870" y="0"/>
                  </a:lnTo>
                  <a:lnTo>
                    <a:pt x="2769870" y="481583"/>
                  </a:lnTo>
                  <a:close/>
                </a:path>
                <a:path w="3240404" h="989328">
                  <a:moveTo>
                    <a:pt x="0" y="989076"/>
                  </a:moveTo>
                  <a:lnTo>
                    <a:pt x="469392" y="989076"/>
                  </a:lnTo>
                  <a:lnTo>
                    <a:pt x="469392" y="507491"/>
                  </a:lnTo>
                  <a:lnTo>
                    <a:pt x="0" y="507491"/>
                  </a:lnTo>
                  <a:lnTo>
                    <a:pt x="0" y="98907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51">
              <a:extLst>
                <a:ext uri="{FF2B5EF4-FFF2-40B4-BE49-F238E27FC236}">
                  <a16:creationId xmlns:a16="http://schemas.microsoft.com/office/drawing/2014/main" id="{656B027F-F85F-964D-A761-72A0A2BB7485}"/>
                </a:ext>
              </a:extLst>
            </p:cNvPr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52">
              <a:extLst>
                <a:ext uri="{FF2B5EF4-FFF2-40B4-BE49-F238E27FC236}">
                  <a16:creationId xmlns:a16="http://schemas.microsoft.com/office/drawing/2014/main" id="{DF7DF888-7238-494F-B804-A5341500D645}"/>
                </a:ext>
              </a:extLst>
            </p:cNvPr>
            <p:cNvSpPr/>
            <p:nvPr/>
          </p:nvSpPr>
          <p:spPr>
            <a:xfrm>
              <a:off x="8282939" y="4456938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53">
            <a:extLst>
              <a:ext uri="{FF2B5EF4-FFF2-40B4-BE49-F238E27FC236}">
                <a16:creationId xmlns:a16="http://schemas.microsoft.com/office/drawing/2014/main" id="{50A032C3-1DB1-0845-A68D-13053DD38EA7}"/>
              </a:ext>
            </a:extLst>
          </p:cNvPr>
          <p:cNvSpPr txBox="1"/>
          <p:nvPr/>
        </p:nvSpPr>
        <p:spPr>
          <a:xfrm>
            <a:off x="8369045" y="449199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9" name="object 54">
            <a:extLst>
              <a:ext uri="{FF2B5EF4-FFF2-40B4-BE49-F238E27FC236}">
                <a16:creationId xmlns:a16="http://schemas.microsoft.com/office/drawing/2014/main" id="{7E5ADF2A-BB0A-6542-8231-C4DCFB7B1736}"/>
              </a:ext>
            </a:extLst>
          </p:cNvPr>
          <p:cNvSpPr/>
          <p:nvPr/>
        </p:nvSpPr>
        <p:spPr>
          <a:xfrm>
            <a:off x="8762238" y="4456938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55">
            <a:extLst>
              <a:ext uri="{FF2B5EF4-FFF2-40B4-BE49-F238E27FC236}">
                <a16:creationId xmlns:a16="http://schemas.microsoft.com/office/drawing/2014/main" id="{B0775B52-704A-E240-9FC0-0D251B451255}"/>
              </a:ext>
            </a:extLst>
          </p:cNvPr>
          <p:cNvSpPr txBox="1"/>
          <p:nvPr/>
        </p:nvSpPr>
        <p:spPr>
          <a:xfrm>
            <a:off x="8914892" y="4363211"/>
            <a:ext cx="16700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ts val="4400"/>
              </a:lnSpc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11" name="object 56">
            <a:extLst>
              <a:ext uri="{FF2B5EF4-FFF2-40B4-BE49-F238E27FC236}">
                <a16:creationId xmlns:a16="http://schemas.microsoft.com/office/drawing/2014/main" id="{381D848A-0B9A-7840-81B9-AB2A3466F787}"/>
              </a:ext>
            </a:extLst>
          </p:cNvPr>
          <p:cNvGrpSpPr/>
          <p:nvPr/>
        </p:nvGrpSpPr>
        <p:grpSpPr>
          <a:xfrm>
            <a:off x="10333481" y="3930396"/>
            <a:ext cx="1130300" cy="520065"/>
            <a:chOff x="10333481" y="3930396"/>
            <a:chExt cx="1130300" cy="520065"/>
          </a:xfrm>
        </p:grpSpPr>
        <p:sp>
          <p:nvSpPr>
            <p:cNvPr id="112" name="object 57">
              <a:extLst>
                <a:ext uri="{FF2B5EF4-FFF2-40B4-BE49-F238E27FC236}">
                  <a16:creationId xmlns:a16="http://schemas.microsoft.com/office/drawing/2014/main" id="{906FE87C-C286-264A-9C08-A42373E829EB}"/>
                </a:ext>
              </a:extLst>
            </p:cNvPr>
            <p:cNvSpPr/>
            <p:nvPr/>
          </p:nvSpPr>
          <p:spPr>
            <a:xfrm>
              <a:off x="1033348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58">
              <a:extLst>
                <a:ext uri="{FF2B5EF4-FFF2-40B4-BE49-F238E27FC236}">
                  <a16:creationId xmlns:a16="http://schemas.microsoft.com/office/drawing/2014/main" id="{77DE65BF-7D70-D445-BDD5-3887BA1A56DD}"/>
                </a:ext>
              </a:extLst>
            </p:cNvPr>
            <p:cNvSpPr/>
            <p:nvPr/>
          </p:nvSpPr>
          <p:spPr>
            <a:xfrm>
              <a:off x="10974323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59">
            <a:extLst>
              <a:ext uri="{FF2B5EF4-FFF2-40B4-BE49-F238E27FC236}">
                <a16:creationId xmlns:a16="http://schemas.microsoft.com/office/drawing/2014/main" id="{73FC0443-DAF6-F549-A2A8-2A1FDFA68F39}"/>
              </a:ext>
            </a:extLst>
          </p:cNvPr>
          <p:cNvSpPr txBox="1"/>
          <p:nvPr/>
        </p:nvSpPr>
        <p:spPr>
          <a:xfrm>
            <a:off x="9751059" y="3984752"/>
            <a:ext cx="1536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6990" algn="l"/>
              </a:tabLst>
            </a:pPr>
            <a:r>
              <a:rPr sz="2400" spc="-50">
                <a:latin typeface="Cambria Math"/>
                <a:cs typeface="Cambria Math"/>
              </a:rPr>
              <a:t>𝒇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5" name="object 60">
            <a:extLst>
              <a:ext uri="{FF2B5EF4-FFF2-40B4-BE49-F238E27FC236}">
                <a16:creationId xmlns:a16="http://schemas.microsoft.com/office/drawing/2014/main" id="{6A586E01-FD34-1846-8BBF-C9D42A2E43F0}"/>
              </a:ext>
            </a:extLst>
          </p:cNvPr>
          <p:cNvSpPr/>
          <p:nvPr/>
        </p:nvSpPr>
        <p:spPr>
          <a:xfrm>
            <a:off x="11453621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61">
            <a:extLst>
              <a:ext uri="{FF2B5EF4-FFF2-40B4-BE49-F238E27FC236}">
                <a16:creationId xmlns:a16="http://schemas.microsoft.com/office/drawing/2014/main" id="{1858880F-25E5-074D-B9F2-CF0BE4142F0A}"/>
              </a:ext>
            </a:extLst>
          </p:cNvPr>
          <p:cNvSpPr txBox="1"/>
          <p:nvPr/>
        </p:nvSpPr>
        <p:spPr>
          <a:xfrm>
            <a:off x="11606530" y="3855973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17" name="object 62">
            <a:extLst>
              <a:ext uri="{FF2B5EF4-FFF2-40B4-BE49-F238E27FC236}">
                <a16:creationId xmlns:a16="http://schemas.microsoft.com/office/drawing/2014/main" id="{65EAAB1F-EF3C-4045-BDA2-F58FEABBE143}"/>
              </a:ext>
            </a:extLst>
          </p:cNvPr>
          <p:cNvGrpSpPr/>
          <p:nvPr/>
        </p:nvGrpSpPr>
        <p:grpSpPr>
          <a:xfrm>
            <a:off x="7343393" y="5959602"/>
            <a:ext cx="1430020" cy="520065"/>
            <a:chOff x="7343393" y="5959602"/>
            <a:chExt cx="1430020" cy="520065"/>
          </a:xfrm>
        </p:grpSpPr>
        <p:sp>
          <p:nvSpPr>
            <p:cNvPr id="118" name="object 63">
              <a:extLst>
                <a:ext uri="{FF2B5EF4-FFF2-40B4-BE49-F238E27FC236}">
                  <a16:creationId xmlns:a16="http://schemas.microsoft.com/office/drawing/2014/main" id="{1D49D14D-52AD-1148-B257-BD8AF908689E}"/>
                </a:ext>
              </a:extLst>
            </p:cNvPr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64">
              <a:extLst>
                <a:ext uri="{FF2B5EF4-FFF2-40B4-BE49-F238E27FC236}">
                  <a16:creationId xmlns:a16="http://schemas.microsoft.com/office/drawing/2014/main" id="{4FF0DEC0-3C62-1148-B942-659749DE708A}"/>
                </a:ext>
              </a:extLst>
            </p:cNvPr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65">
              <a:extLst>
                <a:ext uri="{FF2B5EF4-FFF2-40B4-BE49-F238E27FC236}">
                  <a16:creationId xmlns:a16="http://schemas.microsoft.com/office/drawing/2014/main" id="{A25C57F4-3BEB-B549-99C5-691BE923795D}"/>
                </a:ext>
              </a:extLst>
            </p:cNvPr>
            <p:cNvSpPr/>
            <p:nvPr/>
          </p:nvSpPr>
          <p:spPr>
            <a:xfrm>
              <a:off x="8283701" y="597865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66">
            <a:extLst>
              <a:ext uri="{FF2B5EF4-FFF2-40B4-BE49-F238E27FC236}">
                <a16:creationId xmlns:a16="http://schemas.microsoft.com/office/drawing/2014/main" id="{FD9C1426-48EB-AE4E-8331-75AE0FDBD9FB}"/>
              </a:ext>
            </a:extLst>
          </p:cNvPr>
          <p:cNvSpPr txBox="1"/>
          <p:nvPr/>
        </p:nvSpPr>
        <p:spPr>
          <a:xfrm>
            <a:off x="8374380" y="6013450"/>
            <a:ext cx="215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2" name="object 67">
            <a:extLst>
              <a:ext uri="{FF2B5EF4-FFF2-40B4-BE49-F238E27FC236}">
                <a16:creationId xmlns:a16="http://schemas.microsoft.com/office/drawing/2014/main" id="{8D15E850-0340-1B45-849D-C848A0027973}"/>
              </a:ext>
            </a:extLst>
          </p:cNvPr>
          <p:cNvSpPr/>
          <p:nvPr/>
        </p:nvSpPr>
        <p:spPr>
          <a:xfrm>
            <a:off x="8763000" y="5978652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68">
            <a:extLst>
              <a:ext uri="{FF2B5EF4-FFF2-40B4-BE49-F238E27FC236}">
                <a16:creationId xmlns:a16="http://schemas.microsoft.com/office/drawing/2014/main" id="{7FF60AF9-B382-5D4E-B717-54C17ACCD0E2}"/>
              </a:ext>
            </a:extLst>
          </p:cNvPr>
          <p:cNvSpPr txBox="1"/>
          <p:nvPr/>
        </p:nvSpPr>
        <p:spPr>
          <a:xfrm>
            <a:off x="8915654" y="5884672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24" name="object 71">
            <a:extLst>
              <a:ext uri="{FF2B5EF4-FFF2-40B4-BE49-F238E27FC236}">
                <a16:creationId xmlns:a16="http://schemas.microsoft.com/office/drawing/2014/main" id="{725EC967-48E6-284D-9FA5-D8518792654F}"/>
              </a:ext>
            </a:extLst>
          </p:cNvPr>
          <p:cNvGrpSpPr/>
          <p:nvPr/>
        </p:nvGrpSpPr>
        <p:grpSpPr>
          <a:xfrm>
            <a:off x="3723894" y="4007358"/>
            <a:ext cx="635000" cy="635000"/>
            <a:chOff x="3723894" y="4007358"/>
            <a:chExt cx="635000" cy="635000"/>
          </a:xfrm>
        </p:grpSpPr>
        <p:sp>
          <p:nvSpPr>
            <p:cNvPr id="125" name="object 72">
              <a:extLst>
                <a:ext uri="{FF2B5EF4-FFF2-40B4-BE49-F238E27FC236}">
                  <a16:creationId xmlns:a16="http://schemas.microsoft.com/office/drawing/2014/main" id="{ABEA262D-5113-2749-8584-AA5A4B8A328A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73">
              <a:extLst>
                <a:ext uri="{FF2B5EF4-FFF2-40B4-BE49-F238E27FC236}">
                  <a16:creationId xmlns:a16="http://schemas.microsoft.com/office/drawing/2014/main" id="{C7664832-DD05-BC4C-A3EE-0D5E3A2980FC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74">
            <a:extLst>
              <a:ext uri="{FF2B5EF4-FFF2-40B4-BE49-F238E27FC236}">
                <a16:creationId xmlns:a16="http://schemas.microsoft.com/office/drawing/2014/main" id="{CA9A25EB-74AD-2843-9B13-51D929430BCD}"/>
              </a:ext>
            </a:extLst>
          </p:cNvPr>
          <p:cNvSpPr txBox="1"/>
          <p:nvPr/>
        </p:nvSpPr>
        <p:spPr>
          <a:xfrm>
            <a:off x="3896105" y="4118864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28" name="object 75">
            <a:extLst>
              <a:ext uri="{FF2B5EF4-FFF2-40B4-BE49-F238E27FC236}">
                <a16:creationId xmlns:a16="http://schemas.microsoft.com/office/drawing/2014/main" id="{47DC07D2-CCE1-4745-B7AB-D830B081FCB7}"/>
              </a:ext>
            </a:extLst>
          </p:cNvPr>
          <p:cNvGrpSpPr/>
          <p:nvPr/>
        </p:nvGrpSpPr>
        <p:grpSpPr>
          <a:xfrm>
            <a:off x="7341869" y="5436870"/>
            <a:ext cx="1430020" cy="520065"/>
            <a:chOff x="7341869" y="5436870"/>
            <a:chExt cx="1430020" cy="520065"/>
          </a:xfrm>
        </p:grpSpPr>
        <p:sp>
          <p:nvSpPr>
            <p:cNvPr id="129" name="object 76">
              <a:extLst>
                <a:ext uri="{FF2B5EF4-FFF2-40B4-BE49-F238E27FC236}">
                  <a16:creationId xmlns:a16="http://schemas.microsoft.com/office/drawing/2014/main" id="{2A5C5372-CA65-DB4B-B403-8765B00DC4DD}"/>
                </a:ext>
              </a:extLst>
            </p:cNvPr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77">
              <a:extLst>
                <a:ext uri="{FF2B5EF4-FFF2-40B4-BE49-F238E27FC236}">
                  <a16:creationId xmlns:a16="http://schemas.microsoft.com/office/drawing/2014/main" id="{41CC30B9-309F-0C46-8C49-8FA985BA8E70}"/>
                </a:ext>
              </a:extLst>
            </p:cNvPr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78">
              <a:extLst>
                <a:ext uri="{FF2B5EF4-FFF2-40B4-BE49-F238E27FC236}">
                  <a16:creationId xmlns:a16="http://schemas.microsoft.com/office/drawing/2014/main" id="{996F9E47-1C50-5945-A376-54282E6A559B}"/>
                </a:ext>
              </a:extLst>
            </p:cNvPr>
            <p:cNvSpPr/>
            <p:nvPr/>
          </p:nvSpPr>
          <p:spPr>
            <a:xfrm>
              <a:off x="8282177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79">
            <a:extLst>
              <a:ext uri="{FF2B5EF4-FFF2-40B4-BE49-F238E27FC236}">
                <a16:creationId xmlns:a16="http://schemas.microsoft.com/office/drawing/2014/main" id="{93116A3B-8578-CD48-9DFD-652AF6B5BC3C}"/>
              </a:ext>
            </a:extLst>
          </p:cNvPr>
          <p:cNvSpPr txBox="1"/>
          <p:nvPr/>
        </p:nvSpPr>
        <p:spPr>
          <a:xfrm>
            <a:off x="8389619" y="549071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3" name="object 80">
            <a:extLst>
              <a:ext uri="{FF2B5EF4-FFF2-40B4-BE49-F238E27FC236}">
                <a16:creationId xmlns:a16="http://schemas.microsoft.com/office/drawing/2014/main" id="{BEE9A846-6234-C84A-8298-8C6699878B0C}"/>
              </a:ext>
            </a:extLst>
          </p:cNvPr>
          <p:cNvGrpSpPr/>
          <p:nvPr/>
        </p:nvGrpSpPr>
        <p:grpSpPr>
          <a:xfrm>
            <a:off x="8743188" y="5436870"/>
            <a:ext cx="2720340" cy="535940"/>
            <a:chOff x="8743188" y="5436870"/>
            <a:chExt cx="2720340" cy="535940"/>
          </a:xfrm>
        </p:grpSpPr>
        <p:sp>
          <p:nvSpPr>
            <p:cNvPr id="134" name="object 81">
              <a:extLst>
                <a:ext uri="{FF2B5EF4-FFF2-40B4-BE49-F238E27FC236}">
                  <a16:creationId xmlns:a16="http://schemas.microsoft.com/office/drawing/2014/main" id="{F53ABD62-6449-6B4C-A4CF-EE01889FDD6F}"/>
                </a:ext>
              </a:extLst>
            </p:cNvPr>
            <p:cNvSpPr/>
            <p:nvPr/>
          </p:nvSpPr>
          <p:spPr>
            <a:xfrm>
              <a:off x="8762238" y="545592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82">
              <a:extLst>
                <a:ext uri="{FF2B5EF4-FFF2-40B4-BE49-F238E27FC236}">
                  <a16:creationId xmlns:a16="http://schemas.microsoft.com/office/drawing/2014/main" id="{D02D5541-201D-B940-9BD7-4CF4BB83CD82}"/>
                </a:ext>
              </a:extLst>
            </p:cNvPr>
            <p:cNvSpPr/>
            <p:nvPr/>
          </p:nvSpPr>
          <p:spPr>
            <a:xfrm>
              <a:off x="10333482" y="565556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83">
              <a:extLst>
                <a:ext uri="{FF2B5EF4-FFF2-40B4-BE49-F238E27FC236}">
                  <a16:creationId xmlns:a16="http://schemas.microsoft.com/office/drawing/2014/main" id="{CB205ABA-5C10-C84A-AF4A-96A527DFFAF1}"/>
                </a:ext>
              </a:extLst>
            </p:cNvPr>
            <p:cNvSpPr/>
            <p:nvPr/>
          </p:nvSpPr>
          <p:spPr>
            <a:xfrm>
              <a:off x="10974323" y="547192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84">
            <a:extLst>
              <a:ext uri="{FF2B5EF4-FFF2-40B4-BE49-F238E27FC236}">
                <a16:creationId xmlns:a16="http://schemas.microsoft.com/office/drawing/2014/main" id="{54519576-8E66-7C4B-A1F9-AAEDF2312FBE}"/>
              </a:ext>
            </a:extLst>
          </p:cNvPr>
          <p:cNvSpPr txBox="1"/>
          <p:nvPr/>
        </p:nvSpPr>
        <p:spPr>
          <a:xfrm>
            <a:off x="11065002" y="5506720"/>
            <a:ext cx="215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8" name="object 85">
            <a:extLst>
              <a:ext uri="{FF2B5EF4-FFF2-40B4-BE49-F238E27FC236}">
                <a16:creationId xmlns:a16="http://schemas.microsoft.com/office/drawing/2014/main" id="{A1BFC259-EBE5-1944-A0A4-E29F4547E4DA}"/>
              </a:ext>
            </a:extLst>
          </p:cNvPr>
          <p:cNvSpPr/>
          <p:nvPr/>
        </p:nvSpPr>
        <p:spPr>
          <a:xfrm>
            <a:off x="1145362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86">
            <a:extLst>
              <a:ext uri="{FF2B5EF4-FFF2-40B4-BE49-F238E27FC236}">
                <a16:creationId xmlns:a16="http://schemas.microsoft.com/office/drawing/2014/main" id="{C5D4589C-7D44-1342-B28A-6FC01F64D046}"/>
              </a:ext>
            </a:extLst>
          </p:cNvPr>
          <p:cNvSpPr txBox="1"/>
          <p:nvPr/>
        </p:nvSpPr>
        <p:spPr>
          <a:xfrm>
            <a:off x="11606530" y="5377941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40" name="object 87">
            <a:extLst>
              <a:ext uri="{FF2B5EF4-FFF2-40B4-BE49-F238E27FC236}">
                <a16:creationId xmlns:a16="http://schemas.microsoft.com/office/drawing/2014/main" id="{CC0A45FE-7905-1E46-9D4F-AD82C23029AB}"/>
              </a:ext>
            </a:extLst>
          </p:cNvPr>
          <p:cNvGrpSpPr/>
          <p:nvPr/>
        </p:nvGrpSpPr>
        <p:grpSpPr>
          <a:xfrm>
            <a:off x="9015221" y="5452871"/>
            <a:ext cx="1130300" cy="520065"/>
            <a:chOff x="9015221" y="5452871"/>
            <a:chExt cx="1130300" cy="520065"/>
          </a:xfrm>
        </p:grpSpPr>
        <p:sp>
          <p:nvSpPr>
            <p:cNvPr id="141" name="object 88">
              <a:extLst>
                <a:ext uri="{FF2B5EF4-FFF2-40B4-BE49-F238E27FC236}">
                  <a16:creationId xmlns:a16="http://schemas.microsoft.com/office/drawing/2014/main" id="{9E518F3E-06A4-6F40-BB77-3E6263A740DF}"/>
                </a:ext>
              </a:extLst>
            </p:cNvPr>
            <p:cNvSpPr/>
            <p:nvPr/>
          </p:nvSpPr>
          <p:spPr>
            <a:xfrm>
              <a:off x="901522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89">
              <a:extLst>
                <a:ext uri="{FF2B5EF4-FFF2-40B4-BE49-F238E27FC236}">
                  <a16:creationId xmlns:a16="http://schemas.microsoft.com/office/drawing/2014/main" id="{980AAF3D-6FC4-2C4E-9B82-0848B8DD343A}"/>
                </a:ext>
              </a:extLst>
            </p:cNvPr>
            <p:cNvSpPr/>
            <p:nvPr/>
          </p:nvSpPr>
          <p:spPr>
            <a:xfrm>
              <a:off x="965606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90">
            <a:extLst>
              <a:ext uri="{FF2B5EF4-FFF2-40B4-BE49-F238E27FC236}">
                <a16:creationId xmlns:a16="http://schemas.microsoft.com/office/drawing/2014/main" id="{B9478BE0-ADDA-C94F-A23A-5FFE00750604}"/>
              </a:ext>
            </a:extLst>
          </p:cNvPr>
          <p:cNvSpPr txBox="1"/>
          <p:nvPr/>
        </p:nvSpPr>
        <p:spPr>
          <a:xfrm>
            <a:off x="9748266" y="5506720"/>
            <a:ext cx="21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4" name="object 91">
            <a:extLst>
              <a:ext uri="{FF2B5EF4-FFF2-40B4-BE49-F238E27FC236}">
                <a16:creationId xmlns:a16="http://schemas.microsoft.com/office/drawing/2014/main" id="{7AC78173-C690-A645-8699-B27E7E3AEDA1}"/>
              </a:ext>
            </a:extLst>
          </p:cNvPr>
          <p:cNvSpPr/>
          <p:nvPr/>
        </p:nvSpPr>
        <p:spPr>
          <a:xfrm>
            <a:off x="1013536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27">
            <a:extLst>
              <a:ext uri="{FF2B5EF4-FFF2-40B4-BE49-F238E27FC236}">
                <a16:creationId xmlns:a16="http://schemas.microsoft.com/office/drawing/2014/main" id="{67B68314-C8C6-3446-9449-08629174E03A}"/>
              </a:ext>
            </a:extLst>
          </p:cNvPr>
          <p:cNvSpPr txBox="1"/>
          <p:nvPr/>
        </p:nvSpPr>
        <p:spPr>
          <a:xfrm>
            <a:off x="8633459" y="2875026"/>
            <a:ext cx="3400425" cy="82931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300"/>
              </a:spcBef>
            </a:pPr>
            <a:r>
              <a:rPr sz="2800" dirty="0" err="1">
                <a:solidFill>
                  <a:srgbClr val="FFFFFF"/>
                </a:solidFill>
                <a:latin typeface="PMingLiU"/>
                <a:cs typeface="PMingLiU"/>
              </a:rPr>
              <a:t>顶点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𝒂</a:t>
            </a:r>
            <a:r>
              <a:rPr sz="2800" dirty="0" err="1">
                <a:solidFill>
                  <a:srgbClr val="FFFFFF"/>
                </a:solidFill>
                <a:latin typeface="PMingLiU"/>
                <a:cs typeface="PMingLiU"/>
              </a:rPr>
              <a:t>与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{𝒅,</a:t>
            </a:r>
            <a:r>
              <a:rPr sz="2800" spc="-1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𝒇</a:t>
            </a:r>
            <a:r>
              <a:rPr sz="2800" spc="-75" dirty="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𝒈}</a:t>
            </a:r>
            <a:r>
              <a:rPr sz="2800" spc="-25" dirty="0" err="1">
                <a:solidFill>
                  <a:srgbClr val="FFFFFF"/>
                </a:solidFill>
                <a:latin typeface="PMingLiU"/>
                <a:cs typeface="PMingLiU"/>
              </a:rPr>
              <a:t>相邻</a:t>
            </a:r>
            <a:endParaRPr sz="2800" dirty="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2960319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68135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7169" y="6400038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PMingLiU"/>
                <a:cs typeface="PMingLiU"/>
              </a:rPr>
              <a:t>…</a:t>
            </a:r>
            <a:endParaRPr sz="3200">
              <a:latin typeface="PMingLiU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5">
            <a:extLst>
              <a:ext uri="{FF2B5EF4-FFF2-40B4-BE49-F238E27FC236}">
                <a16:creationId xmlns:a16="http://schemas.microsoft.com/office/drawing/2014/main" id="{A4AD49F6-80A9-8549-9057-DFC084289E0E}"/>
              </a:ext>
            </a:extLst>
          </p:cNvPr>
          <p:cNvSpPr/>
          <p:nvPr/>
        </p:nvSpPr>
        <p:spPr>
          <a:xfrm>
            <a:off x="3742944" y="4026408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0" y="298323"/>
                </a:moveTo>
                <a:lnTo>
                  <a:pt x="3905" y="249943"/>
                </a:lnTo>
                <a:lnTo>
                  <a:pt x="15212" y="204045"/>
                </a:lnTo>
                <a:lnTo>
                  <a:pt x="33305" y="161244"/>
                </a:lnTo>
                <a:lnTo>
                  <a:pt x="57570" y="122154"/>
                </a:lnTo>
                <a:lnTo>
                  <a:pt x="87391" y="87391"/>
                </a:lnTo>
                <a:lnTo>
                  <a:pt x="122154" y="57570"/>
                </a:lnTo>
                <a:lnTo>
                  <a:pt x="161244" y="33305"/>
                </a:lnTo>
                <a:lnTo>
                  <a:pt x="204045" y="15212"/>
                </a:lnTo>
                <a:lnTo>
                  <a:pt x="249943" y="3905"/>
                </a:lnTo>
                <a:lnTo>
                  <a:pt x="298322" y="0"/>
                </a:lnTo>
                <a:lnTo>
                  <a:pt x="346702" y="3905"/>
                </a:lnTo>
                <a:lnTo>
                  <a:pt x="392600" y="15212"/>
                </a:lnTo>
                <a:lnTo>
                  <a:pt x="435401" y="33305"/>
                </a:lnTo>
                <a:lnTo>
                  <a:pt x="474491" y="57570"/>
                </a:lnTo>
                <a:lnTo>
                  <a:pt x="509254" y="87391"/>
                </a:lnTo>
                <a:lnTo>
                  <a:pt x="539075" y="122154"/>
                </a:lnTo>
                <a:lnTo>
                  <a:pt x="563340" y="161244"/>
                </a:lnTo>
                <a:lnTo>
                  <a:pt x="581433" y="204045"/>
                </a:lnTo>
                <a:lnTo>
                  <a:pt x="592740" y="249943"/>
                </a:lnTo>
                <a:lnTo>
                  <a:pt x="596645" y="298323"/>
                </a:lnTo>
                <a:lnTo>
                  <a:pt x="592740" y="346702"/>
                </a:lnTo>
                <a:lnTo>
                  <a:pt x="581433" y="392600"/>
                </a:lnTo>
                <a:lnTo>
                  <a:pt x="563340" y="435401"/>
                </a:lnTo>
                <a:lnTo>
                  <a:pt x="539075" y="474491"/>
                </a:lnTo>
                <a:lnTo>
                  <a:pt x="509254" y="509254"/>
                </a:lnTo>
                <a:lnTo>
                  <a:pt x="474491" y="539075"/>
                </a:lnTo>
                <a:lnTo>
                  <a:pt x="435401" y="563340"/>
                </a:lnTo>
                <a:lnTo>
                  <a:pt x="392600" y="581433"/>
                </a:lnTo>
                <a:lnTo>
                  <a:pt x="346702" y="592740"/>
                </a:lnTo>
                <a:lnTo>
                  <a:pt x="298322" y="596646"/>
                </a:lnTo>
                <a:lnTo>
                  <a:pt x="249943" y="592740"/>
                </a:lnTo>
                <a:lnTo>
                  <a:pt x="204045" y="581433"/>
                </a:lnTo>
                <a:lnTo>
                  <a:pt x="161244" y="563340"/>
                </a:lnTo>
                <a:lnTo>
                  <a:pt x="122154" y="539075"/>
                </a:lnTo>
                <a:lnTo>
                  <a:pt x="87391" y="509254"/>
                </a:lnTo>
                <a:lnTo>
                  <a:pt x="57570" y="474491"/>
                </a:lnTo>
                <a:lnTo>
                  <a:pt x="33305" y="435401"/>
                </a:lnTo>
                <a:lnTo>
                  <a:pt x="15212" y="392600"/>
                </a:lnTo>
                <a:lnTo>
                  <a:pt x="3905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6">
            <a:extLst>
              <a:ext uri="{FF2B5EF4-FFF2-40B4-BE49-F238E27FC236}">
                <a16:creationId xmlns:a16="http://schemas.microsoft.com/office/drawing/2014/main" id="{AF088516-B784-0344-B951-E158E2391404}"/>
              </a:ext>
            </a:extLst>
          </p:cNvPr>
          <p:cNvSpPr txBox="1"/>
          <p:nvPr/>
        </p:nvSpPr>
        <p:spPr>
          <a:xfrm>
            <a:off x="3896105" y="4118864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8" name="object 7">
            <a:extLst>
              <a:ext uri="{FF2B5EF4-FFF2-40B4-BE49-F238E27FC236}">
                <a16:creationId xmlns:a16="http://schemas.microsoft.com/office/drawing/2014/main" id="{99C48E1E-BE06-704C-8FE0-BAE907C51A4F}"/>
              </a:ext>
            </a:extLst>
          </p:cNvPr>
          <p:cNvSpPr/>
          <p:nvPr/>
        </p:nvSpPr>
        <p:spPr>
          <a:xfrm>
            <a:off x="4680965" y="492937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8">
            <a:extLst>
              <a:ext uri="{FF2B5EF4-FFF2-40B4-BE49-F238E27FC236}">
                <a16:creationId xmlns:a16="http://schemas.microsoft.com/office/drawing/2014/main" id="{EEF6FD33-7542-9147-A9FA-DE0F72ABCB4F}"/>
              </a:ext>
            </a:extLst>
          </p:cNvPr>
          <p:cNvSpPr txBox="1"/>
          <p:nvPr/>
        </p:nvSpPr>
        <p:spPr>
          <a:xfrm>
            <a:off x="4825238" y="5022088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0" name="object 9">
            <a:extLst>
              <a:ext uri="{FF2B5EF4-FFF2-40B4-BE49-F238E27FC236}">
                <a16:creationId xmlns:a16="http://schemas.microsoft.com/office/drawing/2014/main" id="{521D697F-F3A8-3245-94AF-9FB16664BA18}"/>
              </a:ext>
            </a:extLst>
          </p:cNvPr>
          <p:cNvSpPr/>
          <p:nvPr/>
        </p:nvSpPr>
        <p:spPr>
          <a:xfrm>
            <a:off x="6180582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0">
            <a:extLst>
              <a:ext uri="{FF2B5EF4-FFF2-40B4-BE49-F238E27FC236}">
                <a16:creationId xmlns:a16="http://schemas.microsoft.com/office/drawing/2014/main" id="{998197A5-91AB-864E-8A95-84F545029937}"/>
              </a:ext>
            </a:extLst>
          </p:cNvPr>
          <p:cNvSpPr txBox="1"/>
          <p:nvPr/>
        </p:nvSpPr>
        <p:spPr>
          <a:xfrm>
            <a:off x="6371844" y="5843016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2" name="object 11">
            <a:extLst>
              <a:ext uri="{FF2B5EF4-FFF2-40B4-BE49-F238E27FC236}">
                <a16:creationId xmlns:a16="http://schemas.microsoft.com/office/drawing/2014/main" id="{A4816308-792A-0A4D-8F3A-8A07B89A024E}"/>
              </a:ext>
            </a:extLst>
          </p:cNvPr>
          <p:cNvSpPr/>
          <p:nvPr/>
        </p:nvSpPr>
        <p:spPr>
          <a:xfrm>
            <a:off x="4748784" y="5438394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2">
            <a:extLst>
              <a:ext uri="{FF2B5EF4-FFF2-40B4-BE49-F238E27FC236}">
                <a16:creationId xmlns:a16="http://schemas.microsoft.com/office/drawing/2014/main" id="{8B54B08E-0315-7C40-80A6-6E719F74556E}"/>
              </a:ext>
            </a:extLst>
          </p:cNvPr>
          <p:cNvSpPr txBox="1"/>
          <p:nvPr/>
        </p:nvSpPr>
        <p:spPr>
          <a:xfrm>
            <a:off x="4900421" y="5843016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4" name="object 13">
            <a:extLst>
              <a:ext uri="{FF2B5EF4-FFF2-40B4-BE49-F238E27FC236}">
                <a16:creationId xmlns:a16="http://schemas.microsoft.com/office/drawing/2014/main" id="{DB710FA3-8C42-4949-B35B-A664D63AEF70}"/>
              </a:ext>
            </a:extLst>
          </p:cNvPr>
          <p:cNvSpPr/>
          <p:nvPr/>
        </p:nvSpPr>
        <p:spPr>
          <a:xfrm>
            <a:off x="1885950" y="5526023"/>
            <a:ext cx="3161665" cy="821055"/>
          </a:xfrm>
          <a:custGeom>
            <a:avLst/>
            <a:gdLst/>
            <a:ahLst/>
            <a:cxnLst/>
            <a:rect l="l" t="t" r="r" b="b"/>
            <a:pathLst>
              <a:path w="3161665" h="821053">
                <a:moveTo>
                  <a:pt x="3161157" y="224993"/>
                </a:moveTo>
                <a:lnTo>
                  <a:pt x="3092958" y="0"/>
                </a:lnTo>
              </a:path>
              <a:path w="3161665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9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2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3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4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2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8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4">
            <a:extLst>
              <a:ext uri="{FF2B5EF4-FFF2-40B4-BE49-F238E27FC236}">
                <a16:creationId xmlns:a16="http://schemas.microsoft.com/office/drawing/2014/main" id="{BD95C0EA-20F0-FC49-9103-655DD6ED5DAC}"/>
              </a:ext>
            </a:extLst>
          </p:cNvPr>
          <p:cNvSpPr txBox="1"/>
          <p:nvPr/>
        </p:nvSpPr>
        <p:spPr>
          <a:xfrm>
            <a:off x="2056129" y="584301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6" name="object 15">
            <a:extLst>
              <a:ext uri="{FF2B5EF4-FFF2-40B4-BE49-F238E27FC236}">
                <a16:creationId xmlns:a16="http://schemas.microsoft.com/office/drawing/2014/main" id="{95E6B695-6ACA-CD48-BB5A-500834D3E1C7}"/>
              </a:ext>
            </a:extLst>
          </p:cNvPr>
          <p:cNvGrpSpPr/>
          <p:nvPr/>
        </p:nvGrpSpPr>
        <p:grpSpPr>
          <a:xfrm>
            <a:off x="2375916" y="4910328"/>
            <a:ext cx="1983105" cy="946785"/>
            <a:chOff x="2375916" y="4910328"/>
            <a:chExt cx="1983105" cy="946785"/>
          </a:xfrm>
        </p:grpSpPr>
        <p:sp>
          <p:nvSpPr>
            <p:cNvPr id="157" name="object 16">
              <a:extLst>
                <a:ext uri="{FF2B5EF4-FFF2-40B4-BE49-F238E27FC236}">
                  <a16:creationId xmlns:a16="http://schemas.microsoft.com/office/drawing/2014/main" id="{FB7052A5-0DD9-8442-A45C-FDFA610FD7C6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7">
              <a:extLst>
                <a:ext uri="{FF2B5EF4-FFF2-40B4-BE49-F238E27FC236}">
                  <a16:creationId xmlns:a16="http://schemas.microsoft.com/office/drawing/2014/main" id="{3A5194E9-E994-0C41-AF08-C3844AECB678}"/>
                </a:ext>
              </a:extLst>
            </p:cNvPr>
            <p:cNvSpPr/>
            <p:nvPr/>
          </p:nvSpPr>
          <p:spPr>
            <a:xfrm>
              <a:off x="3315080" y="5438775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17" y="312293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8">
              <a:extLst>
                <a:ext uri="{FF2B5EF4-FFF2-40B4-BE49-F238E27FC236}">
                  <a16:creationId xmlns:a16="http://schemas.microsoft.com/office/drawing/2014/main" id="{D19FD1EB-7FC9-F94A-8253-1B30A753D1DB}"/>
                </a:ext>
              </a:extLst>
            </p:cNvPr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2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9">
            <a:extLst>
              <a:ext uri="{FF2B5EF4-FFF2-40B4-BE49-F238E27FC236}">
                <a16:creationId xmlns:a16="http://schemas.microsoft.com/office/drawing/2014/main" id="{0AE7AD7D-E1EC-2943-AB3A-120DF5839A7E}"/>
              </a:ext>
            </a:extLst>
          </p:cNvPr>
          <p:cNvSpPr txBox="1"/>
          <p:nvPr/>
        </p:nvSpPr>
        <p:spPr>
          <a:xfrm>
            <a:off x="3905250" y="5022088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1" name="object 20">
            <a:extLst>
              <a:ext uri="{FF2B5EF4-FFF2-40B4-BE49-F238E27FC236}">
                <a16:creationId xmlns:a16="http://schemas.microsoft.com/office/drawing/2014/main" id="{72A6ADA8-A34A-F54B-B204-7B7110155450}"/>
              </a:ext>
            </a:extLst>
          </p:cNvPr>
          <p:cNvGrpSpPr/>
          <p:nvPr/>
        </p:nvGrpSpPr>
        <p:grpSpPr>
          <a:xfrm>
            <a:off x="3256026" y="4516373"/>
            <a:ext cx="1531620" cy="1849755"/>
            <a:chOff x="3256026" y="4516373"/>
            <a:chExt cx="1531620" cy="1849755"/>
          </a:xfrm>
        </p:grpSpPr>
        <p:sp>
          <p:nvSpPr>
            <p:cNvPr id="162" name="object 21">
              <a:extLst>
                <a:ext uri="{FF2B5EF4-FFF2-40B4-BE49-F238E27FC236}">
                  <a16:creationId xmlns:a16="http://schemas.microsoft.com/office/drawing/2014/main" id="{D3D99081-196D-B545-985B-CB931461CBB9}"/>
                </a:ext>
              </a:extLst>
            </p:cNvPr>
            <p:cNvSpPr/>
            <p:nvPr/>
          </p:nvSpPr>
          <p:spPr>
            <a:xfrm>
              <a:off x="3275076" y="4535423"/>
              <a:ext cx="1493520" cy="517525"/>
            </a:xfrm>
            <a:custGeom>
              <a:avLst/>
              <a:gdLst/>
              <a:ahLst/>
              <a:cxnLst/>
              <a:rect l="l" t="t" r="r" b="b"/>
              <a:pathLst>
                <a:path w="1493520" h="517525">
                  <a:moveTo>
                    <a:pt x="555625" y="0"/>
                  </a:moveTo>
                  <a:lnTo>
                    <a:pt x="0" y="517017"/>
                  </a:lnTo>
                </a:path>
                <a:path w="1493520" h="517525">
                  <a:moveTo>
                    <a:pt x="766572" y="87630"/>
                  </a:moveTo>
                  <a:lnTo>
                    <a:pt x="766572" y="394462"/>
                  </a:lnTo>
                </a:path>
                <a:path w="1493520" h="517525">
                  <a:moveTo>
                    <a:pt x="976884" y="0"/>
                  </a:moveTo>
                  <a:lnTo>
                    <a:pt x="1493012" y="48145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22">
              <a:extLst>
                <a:ext uri="{FF2B5EF4-FFF2-40B4-BE49-F238E27FC236}">
                  <a16:creationId xmlns:a16="http://schemas.microsoft.com/office/drawing/2014/main" id="{6B964C5F-76A6-144A-8682-0C3875800053}"/>
                </a:ext>
              </a:extLst>
            </p:cNvPr>
            <p:cNvSpPr/>
            <p:nvPr/>
          </p:nvSpPr>
          <p:spPr>
            <a:xfrm>
              <a:off x="3317748" y="575081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7941" y="0"/>
                  </a:moveTo>
                  <a:lnTo>
                    <a:pt x="249603" y="3899"/>
                  </a:lnTo>
                  <a:lnTo>
                    <a:pt x="203752" y="15188"/>
                  </a:lnTo>
                  <a:lnTo>
                    <a:pt x="161001" y="33254"/>
                  </a:lnTo>
                  <a:lnTo>
                    <a:pt x="121962" y="57484"/>
                  </a:lnTo>
                  <a:lnTo>
                    <a:pt x="87248" y="87263"/>
                  </a:lnTo>
                  <a:lnTo>
                    <a:pt x="57473" y="121979"/>
                  </a:lnTo>
                  <a:lnTo>
                    <a:pt x="33247" y="161018"/>
                  </a:lnTo>
                  <a:lnTo>
                    <a:pt x="15185" y="203767"/>
                  </a:lnTo>
                  <a:lnTo>
                    <a:pt x="3898" y="249613"/>
                  </a:lnTo>
                  <a:lnTo>
                    <a:pt x="0" y="297942"/>
                  </a:lnTo>
                  <a:lnTo>
                    <a:pt x="3898" y="346270"/>
                  </a:lnTo>
                  <a:lnTo>
                    <a:pt x="15185" y="392116"/>
                  </a:lnTo>
                  <a:lnTo>
                    <a:pt x="33247" y="434865"/>
                  </a:lnTo>
                  <a:lnTo>
                    <a:pt x="57473" y="473904"/>
                  </a:lnTo>
                  <a:lnTo>
                    <a:pt x="87249" y="508620"/>
                  </a:lnTo>
                  <a:lnTo>
                    <a:pt x="121962" y="538399"/>
                  </a:lnTo>
                  <a:lnTo>
                    <a:pt x="161001" y="562629"/>
                  </a:lnTo>
                  <a:lnTo>
                    <a:pt x="203752" y="580695"/>
                  </a:lnTo>
                  <a:lnTo>
                    <a:pt x="249603" y="591984"/>
                  </a:lnTo>
                  <a:lnTo>
                    <a:pt x="297941" y="595884"/>
                  </a:lnTo>
                  <a:lnTo>
                    <a:pt x="346280" y="591984"/>
                  </a:lnTo>
                  <a:lnTo>
                    <a:pt x="392131" y="580695"/>
                  </a:lnTo>
                  <a:lnTo>
                    <a:pt x="434882" y="562629"/>
                  </a:lnTo>
                  <a:lnTo>
                    <a:pt x="473921" y="538399"/>
                  </a:lnTo>
                  <a:lnTo>
                    <a:pt x="508635" y="508620"/>
                  </a:lnTo>
                  <a:lnTo>
                    <a:pt x="538410" y="473904"/>
                  </a:lnTo>
                  <a:lnTo>
                    <a:pt x="562636" y="434865"/>
                  </a:lnTo>
                  <a:lnTo>
                    <a:pt x="580698" y="392116"/>
                  </a:lnTo>
                  <a:lnTo>
                    <a:pt x="591985" y="346270"/>
                  </a:lnTo>
                  <a:lnTo>
                    <a:pt x="595884" y="297942"/>
                  </a:lnTo>
                  <a:lnTo>
                    <a:pt x="591985" y="249613"/>
                  </a:lnTo>
                  <a:lnTo>
                    <a:pt x="580698" y="203767"/>
                  </a:lnTo>
                  <a:lnTo>
                    <a:pt x="562636" y="161018"/>
                  </a:lnTo>
                  <a:lnTo>
                    <a:pt x="538410" y="121979"/>
                  </a:lnTo>
                  <a:lnTo>
                    <a:pt x="508635" y="87263"/>
                  </a:lnTo>
                  <a:lnTo>
                    <a:pt x="473921" y="57484"/>
                  </a:lnTo>
                  <a:lnTo>
                    <a:pt x="434882" y="33254"/>
                  </a:lnTo>
                  <a:lnTo>
                    <a:pt x="392131" y="15188"/>
                  </a:lnTo>
                  <a:lnTo>
                    <a:pt x="346280" y="3899"/>
                  </a:lnTo>
                  <a:lnTo>
                    <a:pt x="29794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23">
              <a:extLst>
                <a:ext uri="{FF2B5EF4-FFF2-40B4-BE49-F238E27FC236}">
                  <a16:creationId xmlns:a16="http://schemas.microsoft.com/office/drawing/2014/main" id="{D6F7ABE2-D548-B747-B2CE-C572A3014317}"/>
                </a:ext>
              </a:extLst>
            </p:cNvPr>
            <p:cNvSpPr/>
            <p:nvPr/>
          </p:nvSpPr>
          <p:spPr>
            <a:xfrm>
              <a:off x="3317748" y="575081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8" y="249613"/>
                  </a:lnTo>
                  <a:lnTo>
                    <a:pt x="15185" y="203767"/>
                  </a:lnTo>
                  <a:lnTo>
                    <a:pt x="33247" y="161018"/>
                  </a:lnTo>
                  <a:lnTo>
                    <a:pt x="57473" y="121979"/>
                  </a:lnTo>
                  <a:lnTo>
                    <a:pt x="87248" y="87263"/>
                  </a:lnTo>
                  <a:lnTo>
                    <a:pt x="121962" y="57484"/>
                  </a:lnTo>
                  <a:lnTo>
                    <a:pt x="161001" y="33254"/>
                  </a:lnTo>
                  <a:lnTo>
                    <a:pt x="203752" y="15188"/>
                  </a:lnTo>
                  <a:lnTo>
                    <a:pt x="249603" y="3899"/>
                  </a:lnTo>
                  <a:lnTo>
                    <a:pt x="297941" y="0"/>
                  </a:lnTo>
                  <a:lnTo>
                    <a:pt x="346280" y="3899"/>
                  </a:lnTo>
                  <a:lnTo>
                    <a:pt x="392131" y="15188"/>
                  </a:lnTo>
                  <a:lnTo>
                    <a:pt x="434882" y="33254"/>
                  </a:lnTo>
                  <a:lnTo>
                    <a:pt x="473921" y="57484"/>
                  </a:lnTo>
                  <a:lnTo>
                    <a:pt x="508635" y="87263"/>
                  </a:lnTo>
                  <a:lnTo>
                    <a:pt x="538410" y="121979"/>
                  </a:lnTo>
                  <a:lnTo>
                    <a:pt x="562636" y="161018"/>
                  </a:lnTo>
                  <a:lnTo>
                    <a:pt x="580698" y="203767"/>
                  </a:lnTo>
                  <a:lnTo>
                    <a:pt x="591985" y="249613"/>
                  </a:lnTo>
                  <a:lnTo>
                    <a:pt x="595884" y="297942"/>
                  </a:lnTo>
                  <a:lnTo>
                    <a:pt x="591985" y="346270"/>
                  </a:lnTo>
                  <a:lnTo>
                    <a:pt x="580698" y="392116"/>
                  </a:lnTo>
                  <a:lnTo>
                    <a:pt x="562636" y="434865"/>
                  </a:lnTo>
                  <a:lnTo>
                    <a:pt x="538410" y="473904"/>
                  </a:lnTo>
                  <a:lnTo>
                    <a:pt x="508635" y="508620"/>
                  </a:lnTo>
                  <a:lnTo>
                    <a:pt x="473921" y="538399"/>
                  </a:lnTo>
                  <a:lnTo>
                    <a:pt x="434882" y="562629"/>
                  </a:lnTo>
                  <a:lnTo>
                    <a:pt x="392131" y="580695"/>
                  </a:lnTo>
                  <a:lnTo>
                    <a:pt x="346280" y="591984"/>
                  </a:lnTo>
                  <a:lnTo>
                    <a:pt x="297941" y="595884"/>
                  </a:lnTo>
                  <a:lnTo>
                    <a:pt x="249603" y="591984"/>
                  </a:lnTo>
                  <a:lnTo>
                    <a:pt x="203752" y="580695"/>
                  </a:lnTo>
                  <a:lnTo>
                    <a:pt x="161001" y="562629"/>
                  </a:lnTo>
                  <a:lnTo>
                    <a:pt x="121962" y="538399"/>
                  </a:lnTo>
                  <a:lnTo>
                    <a:pt x="87249" y="508620"/>
                  </a:lnTo>
                  <a:lnTo>
                    <a:pt x="57473" y="473904"/>
                  </a:lnTo>
                  <a:lnTo>
                    <a:pt x="33247" y="434865"/>
                  </a:lnTo>
                  <a:lnTo>
                    <a:pt x="15185" y="392116"/>
                  </a:lnTo>
                  <a:lnTo>
                    <a:pt x="3898" y="34627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24">
            <a:extLst>
              <a:ext uri="{FF2B5EF4-FFF2-40B4-BE49-F238E27FC236}">
                <a16:creationId xmlns:a16="http://schemas.microsoft.com/office/drawing/2014/main" id="{61DB55CB-F492-C64B-AABD-68660F663C5A}"/>
              </a:ext>
            </a:extLst>
          </p:cNvPr>
          <p:cNvSpPr txBox="1"/>
          <p:nvPr/>
        </p:nvSpPr>
        <p:spPr>
          <a:xfrm>
            <a:off x="3471926" y="584301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6" name="object 25">
            <a:extLst>
              <a:ext uri="{FF2B5EF4-FFF2-40B4-BE49-F238E27FC236}">
                <a16:creationId xmlns:a16="http://schemas.microsoft.com/office/drawing/2014/main" id="{E1314232-508B-0345-92E0-38D190F03ADE}"/>
              </a:ext>
            </a:extLst>
          </p:cNvPr>
          <p:cNvGrpSpPr/>
          <p:nvPr/>
        </p:nvGrpSpPr>
        <p:grpSpPr>
          <a:xfrm>
            <a:off x="2786633" y="4910328"/>
            <a:ext cx="634365" cy="635000"/>
            <a:chOff x="2786633" y="4910328"/>
            <a:chExt cx="634365" cy="635000"/>
          </a:xfrm>
        </p:grpSpPr>
        <p:sp>
          <p:nvSpPr>
            <p:cNvPr id="167" name="object 26">
              <a:extLst>
                <a:ext uri="{FF2B5EF4-FFF2-40B4-BE49-F238E27FC236}">
                  <a16:creationId xmlns:a16="http://schemas.microsoft.com/office/drawing/2014/main" id="{A2DE816A-5C0E-8747-9B78-9659DA053FAD}"/>
                </a:ext>
              </a:extLst>
            </p:cNvPr>
            <p:cNvSpPr/>
            <p:nvPr/>
          </p:nvSpPr>
          <p:spPr>
            <a:xfrm>
              <a:off x="2805683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27">
              <a:extLst>
                <a:ext uri="{FF2B5EF4-FFF2-40B4-BE49-F238E27FC236}">
                  <a16:creationId xmlns:a16="http://schemas.microsoft.com/office/drawing/2014/main" id="{F2678F64-D7EC-6843-943A-82BA386BB187}"/>
                </a:ext>
              </a:extLst>
            </p:cNvPr>
            <p:cNvSpPr/>
            <p:nvPr/>
          </p:nvSpPr>
          <p:spPr>
            <a:xfrm>
              <a:off x="2805683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28">
            <a:extLst>
              <a:ext uri="{FF2B5EF4-FFF2-40B4-BE49-F238E27FC236}">
                <a16:creationId xmlns:a16="http://schemas.microsoft.com/office/drawing/2014/main" id="{65E50C1F-E1D5-9D48-A335-49234819A0D2}"/>
              </a:ext>
            </a:extLst>
          </p:cNvPr>
          <p:cNvSpPr txBox="1"/>
          <p:nvPr/>
        </p:nvSpPr>
        <p:spPr>
          <a:xfrm>
            <a:off x="2954527" y="5022088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0" name="object 30">
            <a:extLst>
              <a:ext uri="{FF2B5EF4-FFF2-40B4-BE49-F238E27FC236}">
                <a16:creationId xmlns:a16="http://schemas.microsoft.com/office/drawing/2014/main" id="{41CD986A-6A97-9E4E-B4E5-713589C80ACE}"/>
              </a:ext>
            </a:extLst>
          </p:cNvPr>
          <p:cNvGrpSpPr/>
          <p:nvPr/>
        </p:nvGrpSpPr>
        <p:grpSpPr>
          <a:xfrm>
            <a:off x="6920483" y="4334255"/>
            <a:ext cx="5149850" cy="1130935"/>
            <a:chOff x="6920483" y="4334255"/>
            <a:chExt cx="5149850" cy="1130935"/>
          </a:xfrm>
        </p:grpSpPr>
        <p:sp>
          <p:nvSpPr>
            <p:cNvPr id="171" name="object 31">
              <a:extLst>
                <a:ext uri="{FF2B5EF4-FFF2-40B4-BE49-F238E27FC236}">
                  <a16:creationId xmlns:a16="http://schemas.microsoft.com/office/drawing/2014/main" id="{B8C23675-D155-0845-B7E8-41E9DFB821C9}"/>
                </a:ext>
              </a:extLst>
            </p:cNvPr>
            <p:cNvSpPr/>
            <p:nvPr/>
          </p:nvSpPr>
          <p:spPr>
            <a:xfrm>
              <a:off x="6939533" y="4353305"/>
              <a:ext cx="5111750" cy="695960"/>
            </a:xfrm>
            <a:custGeom>
              <a:avLst/>
              <a:gdLst/>
              <a:ahLst/>
              <a:cxnLst/>
              <a:rect l="l" t="t" r="r" b="b"/>
              <a:pathLst>
                <a:path w="5111750" h="695960">
                  <a:moveTo>
                    <a:pt x="0" y="115951"/>
                  </a:moveTo>
                  <a:lnTo>
                    <a:pt x="9116" y="70830"/>
                  </a:lnTo>
                  <a:lnTo>
                    <a:pt x="33972" y="33972"/>
                  </a:lnTo>
                  <a:lnTo>
                    <a:pt x="70830" y="9116"/>
                  </a:lnTo>
                  <a:lnTo>
                    <a:pt x="115950" y="0"/>
                  </a:lnTo>
                  <a:lnTo>
                    <a:pt x="4995545" y="0"/>
                  </a:lnTo>
                  <a:lnTo>
                    <a:pt x="5040665" y="9116"/>
                  </a:lnTo>
                  <a:lnTo>
                    <a:pt x="5077523" y="33972"/>
                  </a:lnTo>
                  <a:lnTo>
                    <a:pt x="5102379" y="70830"/>
                  </a:lnTo>
                  <a:lnTo>
                    <a:pt x="5111496" y="115951"/>
                  </a:lnTo>
                  <a:lnTo>
                    <a:pt x="5111496" y="579755"/>
                  </a:lnTo>
                  <a:lnTo>
                    <a:pt x="5102379" y="624875"/>
                  </a:lnTo>
                  <a:lnTo>
                    <a:pt x="5077523" y="661733"/>
                  </a:lnTo>
                  <a:lnTo>
                    <a:pt x="5040665" y="686589"/>
                  </a:lnTo>
                  <a:lnTo>
                    <a:pt x="4995545" y="695706"/>
                  </a:lnTo>
                  <a:lnTo>
                    <a:pt x="115950" y="695706"/>
                  </a:lnTo>
                  <a:lnTo>
                    <a:pt x="70830" y="686589"/>
                  </a:lnTo>
                  <a:lnTo>
                    <a:pt x="33972" y="661733"/>
                  </a:lnTo>
                  <a:lnTo>
                    <a:pt x="9116" y="624875"/>
                  </a:lnTo>
                  <a:lnTo>
                    <a:pt x="0" y="579755"/>
                  </a:lnTo>
                  <a:lnTo>
                    <a:pt x="0" y="11595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32">
              <a:extLst>
                <a:ext uri="{FF2B5EF4-FFF2-40B4-BE49-F238E27FC236}">
                  <a16:creationId xmlns:a16="http://schemas.microsoft.com/office/drawing/2014/main" id="{22CC27C5-BEFD-454D-A454-87C3841C145D}"/>
                </a:ext>
              </a:extLst>
            </p:cNvPr>
            <p:cNvSpPr/>
            <p:nvPr/>
          </p:nvSpPr>
          <p:spPr>
            <a:xfrm>
              <a:off x="7361681" y="4964429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33">
              <a:extLst>
                <a:ext uri="{FF2B5EF4-FFF2-40B4-BE49-F238E27FC236}">
                  <a16:creationId xmlns:a16="http://schemas.microsoft.com/office/drawing/2014/main" id="{49C9CC40-085C-ED49-93BF-11DC874A3CFD}"/>
                </a:ext>
              </a:extLst>
            </p:cNvPr>
            <p:cNvSpPr/>
            <p:nvPr/>
          </p:nvSpPr>
          <p:spPr>
            <a:xfrm>
              <a:off x="7642097" y="514807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34">
              <a:extLst>
                <a:ext uri="{FF2B5EF4-FFF2-40B4-BE49-F238E27FC236}">
                  <a16:creationId xmlns:a16="http://schemas.microsoft.com/office/drawing/2014/main" id="{82586D86-59E4-0A40-AE48-0E96DDAB208C}"/>
                </a:ext>
              </a:extLst>
            </p:cNvPr>
            <p:cNvSpPr/>
            <p:nvPr/>
          </p:nvSpPr>
          <p:spPr>
            <a:xfrm>
              <a:off x="8282939" y="4964429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5" name="object 35">
            <a:extLst>
              <a:ext uri="{FF2B5EF4-FFF2-40B4-BE49-F238E27FC236}">
                <a16:creationId xmlns:a16="http://schemas.microsoft.com/office/drawing/2014/main" id="{A5F85F7C-58A5-FE47-8179-67548ED404D6}"/>
              </a:ext>
            </a:extLst>
          </p:cNvPr>
          <p:cNvSpPr txBox="1"/>
          <p:nvPr/>
        </p:nvSpPr>
        <p:spPr>
          <a:xfrm>
            <a:off x="8369045" y="4999482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6" name="object 36">
            <a:extLst>
              <a:ext uri="{FF2B5EF4-FFF2-40B4-BE49-F238E27FC236}">
                <a16:creationId xmlns:a16="http://schemas.microsoft.com/office/drawing/2014/main" id="{1896B95A-ABAE-F048-9EE9-7D6D3DCEB7D0}"/>
              </a:ext>
            </a:extLst>
          </p:cNvPr>
          <p:cNvGrpSpPr/>
          <p:nvPr/>
        </p:nvGrpSpPr>
        <p:grpSpPr>
          <a:xfrm>
            <a:off x="7342631" y="3930396"/>
            <a:ext cx="1908810" cy="1534795"/>
            <a:chOff x="7342631" y="3930396"/>
            <a:chExt cx="1908810" cy="1534795"/>
          </a:xfrm>
        </p:grpSpPr>
        <p:sp>
          <p:nvSpPr>
            <p:cNvPr id="177" name="object 37">
              <a:extLst>
                <a:ext uri="{FF2B5EF4-FFF2-40B4-BE49-F238E27FC236}">
                  <a16:creationId xmlns:a16="http://schemas.microsoft.com/office/drawing/2014/main" id="{24FCA22D-9154-704F-9D6B-E884DA5303CD}"/>
                </a:ext>
              </a:extLst>
            </p:cNvPr>
            <p:cNvSpPr/>
            <p:nvPr/>
          </p:nvSpPr>
          <p:spPr>
            <a:xfrm>
              <a:off x="7361681" y="3949446"/>
              <a:ext cx="1870710" cy="1496695"/>
            </a:xfrm>
            <a:custGeom>
              <a:avLst/>
              <a:gdLst/>
              <a:ahLst/>
              <a:cxnLst/>
              <a:rect l="l" t="t" r="r" b="b"/>
              <a:pathLst>
                <a:path w="1870708" h="1496695">
                  <a:moveTo>
                    <a:pt x="1400556" y="1496567"/>
                  </a:moveTo>
                  <a:lnTo>
                    <a:pt x="1870710" y="1496567"/>
                  </a:lnTo>
                  <a:lnTo>
                    <a:pt x="1870710" y="1014983"/>
                  </a:lnTo>
                  <a:lnTo>
                    <a:pt x="1400556" y="1014983"/>
                  </a:lnTo>
                  <a:lnTo>
                    <a:pt x="1400556" y="1496567"/>
                  </a:lnTo>
                  <a:close/>
                </a:path>
                <a:path w="1870708" h="1496695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38">
              <a:extLst>
                <a:ext uri="{FF2B5EF4-FFF2-40B4-BE49-F238E27FC236}">
                  <a16:creationId xmlns:a16="http://schemas.microsoft.com/office/drawing/2014/main" id="{2E5351D2-48A3-6446-9E0A-BB9D42DF2E0D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39">
              <a:extLst>
                <a:ext uri="{FF2B5EF4-FFF2-40B4-BE49-F238E27FC236}">
                  <a16:creationId xmlns:a16="http://schemas.microsoft.com/office/drawing/2014/main" id="{B4DA6056-CBDB-E941-BBD1-9E82E42BFA95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40">
              <a:extLst>
                <a:ext uri="{FF2B5EF4-FFF2-40B4-BE49-F238E27FC236}">
                  <a16:creationId xmlns:a16="http://schemas.microsoft.com/office/drawing/2014/main" id="{191D549D-F6E0-2648-8DD6-A0BBC9994468}"/>
                </a:ext>
              </a:extLst>
            </p:cNvPr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41">
              <a:extLst>
                <a:ext uri="{FF2B5EF4-FFF2-40B4-BE49-F238E27FC236}">
                  <a16:creationId xmlns:a16="http://schemas.microsoft.com/office/drawing/2014/main" id="{1F460700-BDA8-D649-9510-A66400F48897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42">
              <a:extLst>
                <a:ext uri="{FF2B5EF4-FFF2-40B4-BE49-F238E27FC236}">
                  <a16:creationId xmlns:a16="http://schemas.microsoft.com/office/drawing/2014/main" id="{0E19A9D3-AB5D-7C46-A7DF-F37A5CB0BFA2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43">
              <a:extLst>
                <a:ext uri="{FF2B5EF4-FFF2-40B4-BE49-F238E27FC236}">
                  <a16:creationId xmlns:a16="http://schemas.microsoft.com/office/drawing/2014/main" id="{4E6E4006-1D60-0E4B-91E6-18B9AFDBD6EE}"/>
                </a:ext>
              </a:extLst>
            </p:cNvPr>
            <p:cNvSpPr/>
            <p:nvPr/>
          </p:nvSpPr>
          <p:spPr>
            <a:xfrm>
              <a:off x="8282939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44">
            <a:extLst>
              <a:ext uri="{FF2B5EF4-FFF2-40B4-BE49-F238E27FC236}">
                <a16:creationId xmlns:a16="http://schemas.microsoft.com/office/drawing/2014/main" id="{291AA5C2-CA28-C547-A621-E2FD61BEF527}"/>
              </a:ext>
            </a:extLst>
          </p:cNvPr>
          <p:cNvSpPr txBox="1"/>
          <p:nvPr/>
        </p:nvSpPr>
        <p:spPr>
          <a:xfrm>
            <a:off x="7082281" y="3868673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5" name="object 45">
            <a:extLst>
              <a:ext uri="{FF2B5EF4-FFF2-40B4-BE49-F238E27FC236}">
                <a16:creationId xmlns:a16="http://schemas.microsoft.com/office/drawing/2014/main" id="{97E60397-D4FB-A241-B1BC-9BD0A0F80CBD}"/>
              </a:ext>
            </a:extLst>
          </p:cNvPr>
          <p:cNvSpPr txBox="1"/>
          <p:nvPr/>
        </p:nvSpPr>
        <p:spPr>
          <a:xfrm>
            <a:off x="7084568" y="4417567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6" name="object 46">
            <a:extLst>
              <a:ext uri="{FF2B5EF4-FFF2-40B4-BE49-F238E27FC236}">
                <a16:creationId xmlns:a16="http://schemas.microsoft.com/office/drawing/2014/main" id="{2C3699E5-5B6F-7E4B-B75F-1BA0FAFD48E6}"/>
              </a:ext>
            </a:extLst>
          </p:cNvPr>
          <p:cNvSpPr txBox="1"/>
          <p:nvPr/>
        </p:nvSpPr>
        <p:spPr>
          <a:xfrm>
            <a:off x="7078471" y="4783328"/>
            <a:ext cx="22161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7" name="object 47">
            <a:extLst>
              <a:ext uri="{FF2B5EF4-FFF2-40B4-BE49-F238E27FC236}">
                <a16:creationId xmlns:a16="http://schemas.microsoft.com/office/drawing/2014/main" id="{7C5128A5-B4DA-0046-9A3D-5867046FF1DD}"/>
              </a:ext>
            </a:extLst>
          </p:cNvPr>
          <p:cNvSpPr txBox="1"/>
          <p:nvPr/>
        </p:nvSpPr>
        <p:spPr>
          <a:xfrm>
            <a:off x="8369045" y="3984752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8" name="object 48">
            <a:extLst>
              <a:ext uri="{FF2B5EF4-FFF2-40B4-BE49-F238E27FC236}">
                <a16:creationId xmlns:a16="http://schemas.microsoft.com/office/drawing/2014/main" id="{4BF9C0DA-7216-F345-A998-A6C9C4C3D70D}"/>
              </a:ext>
            </a:extLst>
          </p:cNvPr>
          <p:cNvGrpSpPr/>
          <p:nvPr/>
        </p:nvGrpSpPr>
        <p:grpSpPr>
          <a:xfrm>
            <a:off x="7342631" y="3930396"/>
            <a:ext cx="3278504" cy="1027430"/>
            <a:chOff x="7342631" y="3930396"/>
            <a:chExt cx="3278504" cy="1027430"/>
          </a:xfrm>
        </p:grpSpPr>
        <p:sp>
          <p:nvSpPr>
            <p:cNvPr id="189" name="object 49">
              <a:extLst>
                <a:ext uri="{FF2B5EF4-FFF2-40B4-BE49-F238E27FC236}">
                  <a16:creationId xmlns:a16="http://schemas.microsoft.com/office/drawing/2014/main" id="{FEBE9D41-0FD9-3941-A669-AE31EFE9CABF}"/>
                </a:ext>
              </a:extLst>
            </p:cNvPr>
            <p:cNvSpPr/>
            <p:nvPr/>
          </p:nvSpPr>
          <p:spPr>
            <a:xfrm>
              <a:off x="8762237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50">
              <a:extLst>
                <a:ext uri="{FF2B5EF4-FFF2-40B4-BE49-F238E27FC236}">
                  <a16:creationId xmlns:a16="http://schemas.microsoft.com/office/drawing/2014/main" id="{6471B338-CD62-8247-A4C5-264AC78A13B3}"/>
                </a:ext>
              </a:extLst>
            </p:cNvPr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51">
              <a:extLst>
                <a:ext uri="{FF2B5EF4-FFF2-40B4-BE49-F238E27FC236}">
                  <a16:creationId xmlns:a16="http://schemas.microsoft.com/office/drawing/2014/main" id="{635BDEF5-F951-C748-BEE5-9F25A38F2E3C}"/>
                </a:ext>
              </a:extLst>
            </p:cNvPr>
            <p:cNvSpPr/>
            <p:nvPr/>
          </p:nvSpPr>
          <p:spPr>
            <a:xfrm>
              <a:off x="7361681" y="3949446"/>
              <a:ext cx="3240405" cy="989330"/>
            </a:xfrm>
            <a:custGeom>
              <a:avLst/>
              <a:gdLst/>
              <a:ahLst/>
              <a:cxnLst/>
              <a:rect l="l" t="t" r="r" b="b"/>
              <a:pathLst>
                <a:path w="3240404" h="989328">
                  <a:moveTo>
                    <a:pt x="2290572" y="481583"/>
                  </a:moveTo>
                  <a:lnTo>
                    <a:pt x="2760726" y="481583"/>
                  </a:lnTo>
                  <a:lnTo>
                    <a:pt x="2760726" y="0"/>
                  </a:lnTo>
                  <a:lnTo>
                    <a:pt x="2290572" y="0"/>
                  </a:lnTo>
                  <a:lnTo>
                    <a:pt x="2290572" y="481583"/>
                  </a:lnTo>
                  <a:close/>
                </a:path>
                <a:path w="3240404" h="989328">
                  <a:moveTo>
                    <a:pt x="2769870" y="481583"/>
                  </a:moveTo>
                  <a:lnTo>
                    <a:pt x="3240024" y="481583"/>
                  </a:lnTo>
                  <a:lnTo>
                    <a:pt x="3240024" y="0"/>
                  </a:lnTo>
                  <a:lnTo>
                    <a:pt x="2769870" y="0"/>
                  </a:lnTo>
                  <a:lnTo>
                    <a:pt x="2769870" y="481583"/>
                  </a:lnTo>
                  <a:close/>
                </a:path>
                <a:path w="3240404" h="989328">
                  <a:moveTo>
                    <a:pt x="0" y="989076"/>
                  </a:moveTo>
                  <a:lnTo>
                    <a:pt x="469392" y="989076"/>
                  </a:lnTo>
                  <a:lnTo>
                    <a:pt x="469392" y="507491"/>
                  </a:lnTo>
                  <a:lnTo>
                    <a:pt x="0" y="507491"/>
                  </a:lnTo>
                  <a:lnTo>
                    <a:pt x="0" y="98907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52">
              <a:extLst>
                <a:ext uri="{FF2B5EF4-FFF2-40B4-BE49-F238E27FC236}">
                  <a16:creationId xmlns:a16="http://schemas.microsoft.com/office/drawing/2014/main" id="{9FE90F99-41A6-934B-9A2A-B9F9DBFB3C0D}"/>
                </a:ext>
              </a:extLst>
            </p:cNvPr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53">
              <a:extLst>
                <a:ext uri="{FF2B5EF4-FFF2-40B4-BE49-F238E27FC236}">
                  <a16:creationId xmlns:a16="http://schemas.microsoft.com/office/drawing/2014/main" id="{C1998274-C2B8-2D4E-98FD-9C03FEAF17EA}"/>
                </a:ext>
              </a:extLst>
            </p:cNvPr>
            <p:cNvSpPr/>
            <p:nvPr/>
          </p:nvSpPr>
          <p:spPr>
            <a:xfrm>
              <a:off x="8282939" y="4456938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54">
            <a:extLst>
              <a:ext uri="{FF2B5EF4-FFF2-40B4-BE49-F238E27FC236}">
                <a16:creationId xmlns:a16="http://schemas.microsoft.com/office/drawing/2014/main" id="{BF229DD8-D3B5-034F-A959-29524B9C1C20}"/>
              </a:ext>
            </a:extLst>
          </p:cNvPr>
          <p:cNvSpPr txBox="1"/>
          <p:nvPr/>
        </p:nvSpPr>
        <p:spPr>
          <a:xfrm>
            <a:off x="8369045" y="449199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5" name="object 55">
            <a:extLst>
              <a:ext uri="{FF2B5EF4-FFF2-40B4-BE49-F238E27FC236}">
                <a16:creationId xmlns:a16="http://schemas.microsoft.com/office/drawing/2014/main" id="{343FB7BD-D9B4-744C-B7F2-BA62FAE5F17A}"/>
              </a:ext>
            </a:extLst>
          </p:cNvPr>
          <p:cNvSpPr/>
          <p:nvPr/>
        </p:nvSpPr>
        <p:spPr>
          <a:xfrm>
            <a:off x="8762238" y="4456938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56">
            <a:extLst>
              <a:ext uri="{FF2B5EF4-FFF2-40B4-BE49-F238E27FC236}">
                <a16:creationId xmlns:a16="http://schemas.microsoft.com/office/drawing/2014/main" id="{2A1CD13E-359D-424A-AA39-8C891BA90A0B}"/>
              </a:ext>
            </a:extLst>
          </p:cNvPr>
          <p:cNvSpPr txBox="1"/>
          <p:nvPr/>
        </p:nvSpPr>
        <p:spPr>
          <a:xfrm>
            <a:off x="8914892" y="4363211"/>
            <a:ext cx="16700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ts val="4400"/>
              </a:lnSpc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97" name="object 57">
            <a:extLst>
              <a:ext uri="{FF2B5EF4-FFF2-40B4-BE49-F238E27FC236}">
                <a16:creationId xmlns:a16="http://schemas.microsoft.com/office/drawing/2014/main" id="{79C35C2E-6509-2C42-A323-1BAD290D08F2}"/>
              </a:ext>
            </a:extLst>
          </p:cNvPr>
          <p:cNvGrpSpPr/>
          <p:nvPr/>
        </p:nvGrpSpPr>
        <p:grpSpPr>
          <a:xfrm>
            <a:off x="10333481" y="3930396"/>
            <a:ext cx="1130300" cy="520065"/>
            <a:chOff x="10333481" y="3930396"/>
            <a:chExt cx="1130300" cy="520065"/>
          </a:xfrm>
        </p:grpSpPr>
        <p:sp>
          <p:nvSpPr>
            <p:cNvPr id="198" name="object 58">
              <a:extLst>
                <a:ext uri="{FF2B5EF4-FFF2-40B4-BE49-F238E27FC236}">
                  <a16:creationId xmlns:a16="http://schemas.microsoft.com/office/drawing/2014/main" id="{E8523B83-E709-4F4B-A936-438DF92E683F}"/>
                </a:ext>
              </a:extLst>
            </p:cNvPr>
            <p:cNvSpPr/>
            <p:nvPr/>
          </p:nvSpPr>
          <p:spPr>
            <a:xfrm>
              <a:off x="1033348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59">
              <a:extLst>
                <a:ext uri="{FF2B5EF4-FFF2-40B4-BE49-F238E27FC236}">
                  <a16:creationId xmlns:a16="http://schemas.microsoft.com/office/drawing/2014/main" id="{D9ED503C-7B2C-3245-ADE2-75860EB64429}"/>
                </a:ext>
              </a:extLst>
            </p:cNvPr>
            <p:cNvSpPr/>
            <p:nvPr/>
          </p:nvSpPr>
          <p:spPr>
            <a:xfrm>
              <a:off x="10974323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60">
            <a:extLst>
              <a:ext uri="{FF2B5EF4-FFF2-40B4-BE49-F238E27FC236}">
                <a16:creationId xmlns:a16="http://schemas.microsoft.com/office/drawing/2014/main" id="{58DD70D9-93DB-BB4B-8027-8BD332948A84}"/>
              </a:ext>
            </a:extLst>
          </p:cNvPr>
          <p:cNvSpPr txBox="1"/>
          <p:nvPr/>
        </p:nvSpPr>
        <p:spPr>
          <a:xfrm>
            <a:off x="9751059" y="3984752"/>
            <a:ext cx="1536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6990" algn="l"/>
              </a:tabLst>
            </a:pPr>
            <a:r>
              <a:rPr sz="2400" spc="-50">
                <a:latin typeface="Cambria Math"/>
                <a:cs typeface="Cambria Math"/>
              </a:rPr>
              <a:t>𝒇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1" name="object 61">
            <a:extLst>
              <a:ext uri="{FF2B5EF4-FFF2-40B4-BE49-F238E27FC236}">
                <a16:creationId xmlns:a16="http://schemas.microsoft.com/office/drawing/2014/main" id="{A478BB01-5C01-EE43-879E-5A8D7D043A74}"/>
              </a:ext>
            </a:extLst>
          </p:cNvPr>
          <p:cNvSpPr/>
          <p:nvPr/>
        </p:nvSpPr>
        <p:spPr>
          <a:xfrm>
            <a:off x="11453621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62">
            <a:extLst>
              <a:ext uri="{FF2B5EF4-FFF2-40B4-BE49-F238E27FC236}">
                <a16:creationId xmlns:a16="http://schemas.microsoft.com/office/drawing/2014/main" id="{40DFA006-796B-D94C-8C90-299D0A62A618}"/>
              </a:ext>
            </a:extLst>
          </p:cNvPr>
          <p:cNvSpPr txBox="1"/>
          <p:nvPr/>
        </p:nvSpPr>
        <p:spPr>
          <a:xfrm>
            <a:off x="11606530" y="3855973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203" name="object 63">
            <a:extLst>
              <a:ext uri="{FF2B5EF4-FFF2-40B4-BE49-F238E27FC236}">
                <a16:creationId xmlns:a16="http://schemas.microsoft.com/office/drawing/2014/main" id="{09A2A897-4910-494F-A75A-D419C088387F}"/>
              </a:ext>
            </a:extLst>
          </p:cNvPr>
          <p:cNvGrpSpPr/>
          <p:nvPr/>
        </p:nvGrpSpPr>
        <p:grpSpPr>
          <a:xfrm>
            <a:off x="7343393" y="5959602"/>
            <a:ext cx="1430020" cy="520065"/>
            <a:chOff x="7343393" y="5959602"/>
            <a:chExt cx="1430020" cy="520065"/>
          </a:xfrm>
        </p:grpSpPr>
        <p:sp>
          <p:nvSpPr>
            <p:cNvPr id="204" name="object 64">
              <a:extLst>
                <a:ext uri="{FF2B5EF4-FFF2-40B4-BE49-F238E27FC236}">
                  <a16:creationId xmlns:a16="http://schemas.microsoft.com/office/drawing/2014/main" id="{3696B817-246E-DD47-858F-53E2763731DA}"/>
                </a:ext>
              </a:extLst>
            </p:cNvPr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65">
              <a:extLst>
                <a:ext uri="{FF2B5EF4-FFF2-40B4-BE49-F238E27FC236}">
                  <a16:creationId xmlns:a16="http://schemas.microsoft.com/office/drawing/2014/main" id="{CBB1F028-9016-5D45-AC2E-B7052F1B6B77}"/>
                </a:ext>
              </a:extLst>
            </p:cNvPr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66">
              <a:extLst>
                <a:ext uri="{FF2B5EF4-FFF2-40B4-BE49-F238E27FC236}">
                  <a16:creationId xmlns:a16="http://schemas.microsoft.com/office/drawing/2014/main" id="{82CB0F7D-2B61-2646-980E-7DDC2F4FB0A3}"/>
                </a:ext>
              </a:extLst>
            </p:cNvPr>
            <p:cNvSpPr/>
            <p:nvPr/>
          </p:nvSpPr>
          <p:spPr>
            <a:xfrm>
              <a:off x="8283701" y="597865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67">
            <a:extLst>
              <a:ext uri="{FF2B5EF4-FFF2-40B4-BE49-F238E27FC236}">
                <a16:creationId xmlns:a16="http://schemas.microsoft.com/office/drawing/2014/main" id="{E65F2716-44C7-D044-BF25-C5D7D9661E5B}"/>
              </a:ext>
            </a:extLst>
          </p:cNvPr>
          <p:cNvSpPr txBox="1"/>
          <p:nvPr/>
        </p:nvSpPr>
        <p:spPr>
          <a:xfrm>
            <a:off x="8374380" y="6013450"/>
            <a:ext cx="215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8" name="object 68">
            <a:extLst>
              <a:ext uri="{FF2B5EF4-FFF2-40B4-BE49-F238E27FC236}">
                <a16:creationId xmlns:a16="http://schemas.microsoft.com/office/drawing/2014/main" id="{135E3E35-4A85-A644-9C4D-65FA41283FBD}"/>
              </a:ext>
            </a:extLst>
          </p:cNvPr>
          <p:cNvSpPr/>
          <p:nvPr/>
        </p:nvSpPr>
        <p:spPr>
          <a:xfrm>
            <a:off x="8763000" y="5978652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69">
            <a:extLst>
              <a:ext uri="{FF2B5EF4-FFF2-40B4-BE49-F238E27FC236}">
                <a16:creationId xmlns:a16="http://schemas.microsoft.com/office/drawing/2014/main" id="{536CEDB5-7D5A-924B-8EC6-F16BBFDD7105}"/>
              </a:ext>
            </a:extLst>
          </p:cNvPr>
          <p:cNvSpPr txBox="1"/>
          <p:nvPr/>
        </p:nvSpPr>
        <p:spPr>
          <a:xfrm>
            <a:off x="8915654" y="5884672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210" name="object 73">
            <a:extLst>
              <a:ext uri="{FF2B5EF4-FFF2-40B4-BE49-F238E27FC236}">
                <a16:creationId xmlns:a16="http://schemas.microsoft.com/office/drawing/2014/main" id="{A927B480-A43F-A04D-ABA7-F3CF3099C5A7}"/>
              </a:ext>
            </a:extLst>
          </p:cNvPr>
          <p:cNvGrpSpPr/>
          <p:nvPr/>
        </p:nvGrpSpPr>
        <p:grpSpPr>
          <a:xfrm>
            <a:off x="7341869" y="5436870"/>
            <a:ext cx="1430020" cy="520065"/>
            <a:chOff x="7341869" y="5436870"/>
            <a:chExt cx="1430020" cy="520065"/>
          </a:xfrm>
        </p:grpSpPr>
        <p:sp>
          <p:nvSpPr>
            <p:cNvPr id="211" name="object 74">
              <a:extLst>
                <a:ext uri="{FF2B5EF4-FFF2-40B4-BE49-F238E27FC236}">
                  <a16:creationId xmlns:a16="http://schemas.microsoft.com/office/drawing/2014/main" id="{B675558C-136E-6140-B028-856122299143}"/>
                </a:ext>
              </a:extLst>
            </p:cNvPr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75">
              <a:extLst>
                <a:ext uri="{FF2B5EF4-FFF2-40B4-BE49-F238E27FC236}">
                  <a16:creationId xmlns:a16="http://schemas.microsoft.com/office/drawing/2014/main" id="{7887AFD9-67DD-604E-9E5A-3A3D6A2B1DE3}"/>
                </a:ext>
              </a:extLst>
            </p:cNvPr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76">
              <a:extLst>
                <a:ext uri="{FF2B5EF4-FFF2-40B4-BE49-F238E27FC236}">
                  <a16:creationId xmlns:a16="http://schemas.microsoft.com/office/drawing/2014/main" id="{F24D90D7-F5F4-BE43-A139-3AF09791BFA5}"/>
                </a:ext>
              </a:extLst>
            </p:cNvPr>
            <p:cNvSpPr/>
            <p:nvPr/>
          </p:nvSpPr>
          <p:spPr>
            <a:xfrm>
              <a:off x="8282177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4" name="object 77">
            <a:extLst>
              <a:ext uri="{FF2B5EF4-FFF2-40B4-BE49-F238E27FC236}">
                <a16:creationId xmlns:a16="http://schemas.microsoft.com/office/drawing/2014/main" id="{7F545D3B-0802-FE46-BA3F-622E3259ACFF}"/>
              </a:ext>
            </a:extLst>
          </p:cNvPr>
          <p:cNvSpPr txBox="1"/>
          <p:nvPr/>
        </p:nvSpPr>
        <p:spPr>
          <a:xfrm>
            <a:off x="8389619" y="5490717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15" name="object 78">
            <a:extLst>
              <a:ext uri="{FF2B5EF4-FFF2-40B4-BE49-F238E27FC236}">
                <a16:creationId xmlns:a16="http://schemas.microsoft.com/office/drawing/2014/main" id="{FA792085-15DD-454A-8DDB-10B758BABB86}"/>
              </a:ext>
            </a:extLst>
          </p:cNvPr>
          <p:cNvGrpSpPr/>
          <p:nvPr/>
        </p:nvGrpSpPr>
        <p:grpSpPr>
          <a:xfrm>
            <a:off x="8743188" y="5436870"/>
            <a:ext cx="2720340" cy="535940"/>
            <a:chOff x="8743188" y="5436870"/>
            <a:chExt cx="2720340" cy="535940"/>
          </a:xfrm>
        </p:grpSpPr>
        <p:sp>
          <p:nvSpPr>
            <p:cNvPr id="216" name="object 79">
              <a:extLst>
                <a:ext uri="{FF2B5EF4-FFF2-40B4-BE49-F238E27FC236}">
                  <a16:creationId xmlns:a16="http://schemas.microsoft.com/office/drawing/2014/main" id="{221C84E2-6A08-0B44-8BAF-ADCD067CD842}"/>
                </a:ext>
              </a:extLst>
            </p:cNvPr>
            <p:cNvSpPr/>
            <p:nvPr/>
          </p:nvSpPr>
          <p:spPr>
            <a:xfrm>
              <a:off x="8762238" y="545592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80">
              <a:extLst>
                <a:ext uri="{FF2B5EF4-FFF2-40B4-BE49-F238E27FC236}">
                  <a16:creationId xmlns:a16="http://schemas.microsoft.com/office/drawing/2014/main" id="{733CABD4-BC95-5842-87DB-6218F5002698}"/>
                </a:ext>
              </a:extLst>
            </p:cNvPr>
            <p:cNvSpPr/>
            <p:nvPr/>
          </p:nvSpPr>
          <p:spPr>
            <a:xfrm>
              <a:off x="10333482" y="565556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81">
              <a:extLst>
                <a:ext uri="{FF2B5EF4-FFF2-40B4-BE49-F238E27FC236}">
                  <a16:creationId xmlns:a16="http://schemas.microsoft.com/office/drawing/2014/main" id="{EE6200A8-844D-D945-91E8-B24044363F2E}"/>
                </a:ext>
              </a:extLst>
            </p:cNvPr>
            <p:cNvSpPr/>
            <p:nvPr/>
          </p:nvSpPr>
          <p:spPr>
            <a:xfrm>
              <a:off x="10974323" y="547192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82">
            <a:extLst>
              <a:ext uri="{FF2B5EF4-FFF2-40B4-BE49-F238E27FC236}">
                <a16:creationId xmlns:a16="http://schemas.microsoft.com/office/drawing/2014/main" id="{E5D6C291-6C69-8D41-8820-F9CC7228A1DA}"/>
              </a:ext>
            </a:extLst>
          </p:cNvPr>
          <p:cNvSpPr txBox="1"/>
          <p:nvPr/>
        </p:nvSpPr>
        <p:spPr>
          <a:xfrm>
            <a:off x="11065002" y="5506720"/>
            <a:ext cx="215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0" name="object 83">
            <a:extLst>
              <a:ext uri="{FF2B5EF4-FFF2-40B4-BE49-F238E27FC236}">
                <a16:creationId xmlns:a16="http://schemas.microsoft.com/office/drawing/2014/main" id="{87F7E4A6-6FBE-9242-85ED-A368296C181B}"/>
              </a:ext>
            </a:extLst>
          </p:cNvPr>
          <p:cNvSpPr/>
          <p:nvPr/>
        </p:nvSpPr>
        <p:spPr>
          <a:xfrm>
            <a:off x="1145362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84">
            <a:extLst>
              <a:ext uri="{FF2B5EF4-FFF2-40B4-BE49-F238E27FC236}">
                <a16:creationId xmlns:a16="http://schemas.microsoft.com/office/drawing/2014/main" id="{CD0AD1EF-E5D7-8547-9E99-99DFE8E9171E}"/>
              </a:ext>
            </a:extLst>
          </p:cNvPr>
          <p:cNvSpPr txBox="1"/>
          <p:nvPr/>
        </p:nvSpPr>
        <p:spPr>
          <a:xfrm>
            <a:off x="11606530" y="5377941"/>
            <a:ext cx="1670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222" name="object 85">
            <a:extLst>
              <a:ext uri="{FF2B5EF4-FFF2-40B4-BE49-F238E27FC236}">
                <a16:creationId xmlns:a16="http://schemas.microsoft.com/office/drawing/2014/main" id="{0BADE820-4CBE-BB4F-B88B-98A31711A61A}"/>
              </a:ext>
            </a:extLst>
          </p:cNvPr>
          <p:cNvGrpSpPr/>
          <p:nvPr/>
        </p:nvGrpSpPr>
        <p:grpSpPr>
          <a:xfrm>
            <a:off x="9015221" y="5452871"/>
            <a:ext cx="1130300" cy="520065"/>
            <a:chOff x="9015221" y="5452871"/>
            <a:chExt cx="1130300" cy="520065"/>
          </a:xfrm>
        </p:grpSpPr>
        <p:sp>
          <p:nvSpPr>
            <p:cNvPr id="223" name="object 86">
              <a:extLst>
                <a:ext uri="{FF2B5EF4-FFF2-40B4-BE49-F238E27FC236}">
                  <a16:creationId xmlns:a16="http://schemas.microsoft.com/office/drawing/2014/main" id="{57E07A17-1A6D-1040-9A33-1BE2E00A0F6C}"/>
                </a:ext>
              </a:extLst>
            </p:cNvPr>
            <p:cNvSpPr/>
            <p:nvPr/>
          </p:nvSpPr>
          <p:spPr>
            <a:xfrm>
              <a:off x="901522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87">
              <a:extLst>
                <a:ext uri="{FF2B5EF4-FFF2-40B4-BE49-F238E27FC236}">
                  <a16:creationId xmlns:a16="http://schemas.microsoft.com/office/drawing/2014/main" id="{B5429DC8-B274-544F-9474-FCD679EE0B8C}"/>
                </a:ext>
              </a:extLst>
            </p:cNvPr>
            <p:cNvSpPr/>
            <p:nvPr/>
          </p:nvSpPr>
          <p:spPr>
            <a:xfrm>
              <a:off x="965606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5" name="object 88">
            <a:extLst>
              <a:ext uri="{FF2B5EF4-FFF2-40B4-BE49-F238E27FC236}">
                <a16:creationId xmlns:a16="http://schemas.microsoft.com/office/drawing/2014/main" id="{F4290D91-946D-3447-A451-323C9C820CD5}"/>
              </a:ext>
            </a:extLst>
          </p:cNvPr>
          <p:cNvSpPr txBox="1"/>
          <p:nvPr/>
        </p:nvSpPr>
        <p:spPr>
          <a:xfrm>
            <a:off x="9748266" y="5506720"/>
            <a:ext cx="21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6" name="object 89">
            <a:extLst>
              <a:ext uri="{FF2B5EF4-FFF2-40B4-BE49-F238E27FC236}">
                <a16:creationId xmlns:a16="http://schemas.microsoft.com/office/drawing/2014/main" id="{59CCE685-6DAC-DB47-A5AC-AA9CE00561F4}"/>
              </a:ext>
            </a:extLst>
          </p:cNvPr>
          <p:cNvSpPr/>
          <p:nvPr/>
        </p:nvSpPr>
        <p:spPr>
          <a:xfrm>
            <a:off x="1013536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9">
            <a:extLst>
              <a:ext uri="{FF2B5EF4-FFF2-40B4-BE49-F238E27FC236}">
                <a16:creationId xmlns:a16="http://schemas.microsoft.com/office/drawing/2014/main" id="{555FFD70-16FF-F04E-A6CA-5B213AC576DD}"/>
              </a:ext>
            </a:extLst>
          </p:cNvPr>
          <p:cNvSpPr txBox="1"/>
          <p:nvPr/>
        </p:nvSpPr>
        <p:spPr>
          <a:xfrm>
            <a:off x="8633459" y="2875026"/>
            <a:ext cx="3400425" cy="82931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13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顶点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𝒃</a:t>
            </a: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与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{𝒅}</a:t>
            </a:r>
            <a:r>
              <a:rPr sz="2800" spc="-25">
                <a:solidFill>
                  <a:srgbClr val="FFFFFF"/>
                </a:solidFill>
                <a:latin typeface="PMingLiU"/>
                <a:cs typeface="PMingLiU"/>
              </a:rPr>
              <a:t>相邻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23405401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68135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7169" y="6400038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PMingLiU"/>
                <a:cs typeface="PMingLiU"/>
              </a:rPr>
              <a:t>…</a:t>
            </a:r>
            <a:endParaRPr sz="3200">
              <a:latin typeface="PMingLiU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4">
            <a:extLst>
              <a:ext uri="{FF2B5EF4-FFF2-40B4-BE49-F238E27FC236}">
                <a16:creationId xmlns:a16="http://schemas.microsoft.com/office/drawing/2014/main" id="{8DDB8700-C9F3-3C42-9C5D-F63700F38687}"/>
              </a:ext>
            </a:extLst>
          </p:cNvPr>
          <p:cNvSpPr txBox="1"/>
          <p:nvPr/>
        </p:nvSpPr>
        <p:spPr>
          <a:xfrm>
            <a:off x="1143294" y="3922962"/>
            <a:ext cx="2202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90" name="object 5">
            <a:extLst>
              <a:ext uri="{FF2B5EF4-FFF2-40B4-BE49-F238E27FC236}">
                <a16:creationId xmlns:a16="http://schemas.microsoft.com/office/drawing/2014/main" id="{82F657DD-0880-D243-9BAD-C976A3EEFA8E}"/>
              </a:ext>
            </a:extLst>
          </p:cNvPr>
          <p:cNvGrpSpPr/>
          <p:nvPr/>
        </p:nvGrpSpPr>
        <p:grpSpPr>
          <a:xfrm>
            <a:off x="7342631" y="3930396"/>
            <a:ext cx="917575" cy="2548890"/>
            <a:chOff x="7342631" y="3930396"/>
            <a:chExt cx="917575" cy="2548890"/>
          </a:xfrm>
        </p:grpSpPr>
        <p:sp>
          <p:nvSpPr>
            <p:cNvPr id="91" name="object 6">
              <a:extLst>
                <a:ext uri="{FF2B5EF4-FFF2-40B4-BE49-F238E27FC236}">
                  <a16:creationId xmlns:a16="http://schemas.microsoft.com/office/drawing/2014/main" id="{0AB86AA8-B4DB-6547-93D1-4B54AA9C6B65}"/>
                </a:ext>
              </a:extLst>
            </p:cNvPr>
            <p:cNvSpPr/>
            <p:nvPr/>
          </p:nvSpPr>
          <p:spPr>
            <a:xfrm>
              <a:off x="7361681" y="496443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7">
              <a:extLst>
                <a:ext uri="{FF2B5EF4-FFF2-40B4-BE49-F238E27FC236}">
                  <a16:creationId xmlns:a16="http://schemas.microsoft.com/office/drawing/2014/main" id="{896AA342-BD65-0648-AA53-E326417FE0B7}"/>
                </a:ext>
              </a:extLst>
            </p:cNvPr>
            <p:cNvSpPr/>
            <p:nvPr/>
          </p:nvSpPr>
          <p:spPr>
            <a:xfrm>
              <a:off x="7642097" y="514807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8">
              <a:extLst>
                <a:ext uri="{FF2B5EF4-FFF2-40B4-BE49-F238E27FC236}">
                  <a16:creationId xmlns:a16="http://schemas.microsoft.com/office/drawing/2014/main" id="{1A3345FF-9A07-5F41-AAE2-F7F3B33BD097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">
              <a:extLst>
                <a:ext uri="{FF2B5EF4-FFF2-40B4-BE49-F238E27FC236}">
                  <a16:creationId xmlns:a16="http://schemas.microsoft.com/office/drawing/2014/main" id="{70FC21E4-4C28-634E-A599-C59CB65FDEF4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10">
              <a:extLst>
                <a:ext uri="{FF2B5EF4-FFF2-40B4-BE49-F238E27FC236}">
                  <a16:creationId xmlns:a16="http://schemas.microsoft.com/office/drawing/2014/main" id="{1A804D6E-0DB5-6943-9243-60720038C22B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11">
              <a:extLst>
                <a:ext uri="{FF2B5EF4-FFF2-40B4-BE49-F238E27FC236}">
                  <a16:creationId xmlns:a16="http://schemas.microsoft.com/office/drawing/2014/main" id="{C7B991DD-79A0-5540-A069-B07961E1DD13}"/>
                </a:ext>
              </a:extLst>
            </p:cNvPr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2">
              <a:extLst>
                <a:ext uri="{FF2B5EF4-FFF2-40B4-BE49-F238E27FC236}">
                  <a16:creationId xmlns:a16="http://schemas.microsoft.com/office/drawing/2014/main" id="{B6EE21BE-B34A-1B49-9BE4-3A39E060D4A0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3">
              <a:extLst>
                <a:ext uri="{FF2B5EF4-FFF2-40B4-BE49-F238E27FC236}">
                  <a16:creationId xmlns:a16="http://schemas.microsoft.com/office/drawing/2014/main" id="{CF751CFD-8E87-8249-908B-051449CA53C9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4">
              <a:extLst>
                <a:ext uri="{FF2B5EF4-FFF2-40B4-BE49-F238E27FC236}">
                  <a16:creationId xmlns:a16="http://schemas.microsoft.com/office/drawing/2014/main" id="{4D10DECE-BE15-754C-AB25-6A818703E2F5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5">
              <a:extLst>
                <a:ext uri="{FF2B5EF4-FFF2-40B4-BE49-F238E27FC236}">
                  <a16:creationId xmlns:a16="http://schemas.microsoft.com/office/drawing/2014/main" id="{E57F8FDB-8147-E64E-9A11-923A54EB7952}"/>
                </a:ext>
              </a:extLst>
            </p:cNvPr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6">
              <a:extLst>
                <a:ext uri="{FF2B5EF4-FFF2-40B4-BE49-F238E27FC236}">
                  <a16:creationId xmlns:a16="http://schemas.microsoft.com/office/drawing/2014/main" id="{79FFDAAC-CE0A-364B-8568-E11841870EA3}"/>
                </a:ext>
              </a:extLst>
            </p:cNvPr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7">
              <a:extLst>
                <a:ext uri="{FF2B5EF4-FFF2-40B4-BE49-F238E27FC236}">
                  <a16:creationId xmlns:a16="http://schemas.microsoft.com/office/drawing/2014/main" id="{00738B3F-DB95-A54E-AC10-4AF070A8A860}"/>
                </a:ext>
              </a:extLst>
            </p:cNvPr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8">
            <a:extLst>
              <a:ext uri="{FF2B5EF4-FFF2-40B4-BE49-F238E27FC236}">
                <a16:creationId xmlns:a16="http://schemas.microsoft.com/office/drawing/2014/main" id="{D161E55A-DD61-BD41-B8B5-7C8B3E25776E}"/>
              </a:ext>
            </a:extLst>
          </p:cNvPr>
          <p:cNvSpPr txBox="1"/>
          <p:nvPr/>
        </p:nvSpPr>
        <p:spPr>
          <a:xfrm>
            <a:off x="7082281" y="3685539"/>
            <a:ext cx="215265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445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4" name="object 19">
            <a:extLst>
              <a:ext uri="{FF2B5EF4-FFF2-40B4-BE49-F238E27FC236}">
                <a16:creationId xmlns:a16="http://schemas.microsoft.com/office/drawing/2014/main" id="{612B67FC-1873-A049-83D5-1C4573AA6F82}"/>
              </a:ext>
            </a:extLst>
          </p:cNvPr>
          <p:cNvSpPr txBox="1"/>
          <p:nvPr/>
        </p:nvSpPr>
        <p:spPr>
          <a:xfrm>
            <a:off x="7078471" y="4783328"/>
            <a:ext cx="22161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5" name="object 20">
            <a:extLst>
              <a:ext uri="{FF2B5EF4-FFF2-40B4-BE49-F238E27FC236}">
                <a16:creationId xmlns:a16="http://schemas.microsoft.com/office/drawing/2014/main" id="{2695E3A5-8F50-1347-8AC3-A865496A8EB0}"/>
              </a:ext>
            </a:extLst>
          </p:cNvPr>
          <p:cNvGrpSpPr/>
          <p:nvPr/>
        </p:nvGrpSpPr>
        <p:grpSpPr>
          <a:xfrm>
            <a:off x="9011411" y="3930396"/>
            <a:ext cx="1130300" cy="520065"/>
            <a:chOff x="9011411" y="3930396"/>
            <a:chExt cx="1130300" cy="520065"/>
          </a:xfrm>
        </p:grpSpPr>
        <p:sp>
          <p:nvSpPr>
            <p:cNvPr id="106" name="object 21">
              <a:extLst>
                <a:ext uri="{FF2B5EF4-FFF2-40B4-BE49-F238E27FC236}">
                  <a16:creationId xmlns:a16="http://schemas.microsoft.com/office/drawing/2014/main" id="{DBB5DC10-563E-6844-B455-1247579866C3}"/>
                </a:ext>
              </a:extLst>
            </p:cNvPr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22">
              <a:extLst>
                <a:ext uri="{FF2B5EF4-FFF2-40B4-BE49-F238E27FC236}">
                  <a16:creationId xmlns:a16="http://schemas.microsoft.com/office/drawing/2014/main" id="{6E359938-CCFD-A045-BAD3-ECF2F845AB31}"/>
                </a:ext>
              </a:extLst>
            </p:cNvPr>
            <p:cNvSpPr/>
            <p:nvPr/>
          </p:nvSpPr>
          <p:spPr>
            <a:xfrm>
              <a:off x="9652253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23">
            <a:extLst>
              <a:ext uri="{FF2B5EF4-FFF2-40B4-BE49-F238E27FC236}">
                <a16:creationId xmlns:a16="http://schemas.microsoft.com/office/drawing/2014/main" id="{E9EE5FAB-6AA8-7A4C-A156-F7F8EF1FE5FA}"/>
              </a:ext>
            </a:extLst>
          </p:cNvPr>
          <p:cNvSpPr txBox="1"/>
          <p:nvPr/>
        </p:nvSpPr>
        <p:spPr>
          <a:xfrm>
            <a:off x="9671304" y="3984752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9" name="object 24">
            <a:extLst>
              <a:ext uri="{FF2B5EF4-FFF2-40B4-BE49-F238E27FC236}">
                <a16:creationId xmlns:a16="http://schemas.microsoft.com/office/drawing/2014/main" id="{DAC88CD4-FACD-4246-874E-AF43487388A5}"/>
              </a:ext>
            </a:extLst>
          </p:cNvPr>
          <p:cNvSpPr/>
          <p:nvPr/>
        </p:nvSpPr>
        <p:spPr>
          <a:xfrm>
            <a:off x="10131552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25">
            <a:extLst>
              <a:ext uri="{FF2B5EF4-FFF2-40B4-BE49-F238E27FC236}">
                <a16:creationId xmlns:a16="http://schemas.microsoft.com/office/drawing/2014/main" id="{0ACC6CD9-8301-B741-898B-702E668863DC}"/>
              </a:ext>
            </a:extLst>
          </p:cNvPr>
          <p:cNvSpPr/>
          <p:nvPr/>
        </p:nvSpPr>
        <p:spPr>
          <a:xfrm>
            <a:off x="10333481" y="4133088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26">
            <a:extLst>
              <a:ext uri="{FF2B5EF4-FFF2-40B4-BE49-F238E27FC236}">
                <a16:creationId xmlns:a16="http://schemas.microsoft.com/office/drawing/2014/main" id="{E3524285-ED76-F042-990C-9A488002FA42}"/>
              </a:ext>
            </a:extLst>
          </p:cNvPr>
          <p:cNvSpPr/>
          <p:nvPr/>
        </p:nvSpPr>
        <p:spPr>
          <a:xfrm>
            <a:off x="10974323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27">
            <a:extLst>
              <a:ext uri="{FF2B5EF4-FFF2-40B4-BE49-F238E27FC236}">
                <a16:creationId xmlns:a16="http://schemas.microsoft.com/office/drawing/2014/main" id="{769C5B2E-3D59-D74C-9699-1358F86D3529}"/>
              </a:ext>
            </a:extLst>
          </p:cNvPr>
          <p:cNvSpPr txBox="1"/>
          <p:nvPr/>
        </p:nvSpPr>
        <p:spPr>
          <a:xfrm>
            <a:off x="10993373" y="3984752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3" name="object 28">
            <a:extLst>
              <a:ext uri="{FF2B5EF4-FFF2-40B4-BE49-F238E27FC236}">
                <a16:creationId xmlns:a16="http://schemas.microsoft.com/office/drawing/2014/main" id="{807D62E5-C051-2147-A97F-693702EE13BD}"/>
              </a:ext>
            </a:extLst>
          </p:cNvPr>
          <p:cNvSpPr/>
          <p:nvPr/>
        </p:nvSpPr>
        <p:spPr>
          <a:xfrm>
            <a:off x="11453621" y="394944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29">
            <a:extLst>
              <a:ext uri="{FF2B5EF4-FFF2-40B4-BE49-F238E27FC236}">
                <a16:creationId xmlns:a16="http://schemas.microsoft.com/office/drawing/2014/main" id="{179D8EF0-CFBF-824D-8B32-079894EB11CD}"/>
              </a:ext>
            </a:extLst>
          </p:cNvPr>
          <p:cNvSpPr txBox="1"/>
          <p:nvPr/>
        </p:nvSpPr>
        <p:spPr>
          <a:xfrm>
            <a:off x="11472671" y="3855973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aphicFrame>
        <p:nvGraphicFramePr>
          <p:cNvPr id="115" name="object 33">
            <a:extLst>
              <a:ext uri="{FF2B5EF4-FFF2-40B4-BE49-F238E27FC236}">
                <a16:creationId xmlns:a16="http://schemas.microsoft.com/office/drawing/2014/main" id="{7BC2F265-2BA8-D545-8884-8D56AD636D33}"/>
              </a:ext>
            </a:extLst>
          </p:cNvPr>
          <p:cNvGraphicFramePr>
            <a:graphicFrameLocks noGrp="1"/>
          </p:cNvGraphicFramePr>
          <p:nvPr/>
        </p:nvGraphicFramePr>
        <p:xfrm>
          <a:off x="8263890" y="3930396"/>
          <a:ext cx="949960" cy="2508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03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476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9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3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𝒄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𝒂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79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ts val="3854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6" name="object 34">
            <a:extLst>
              <a:ext uri="{FF2B5EF4-FFF2-40B4-BE49-F238E27FC236}">
                <a16:creationId xmlns:a16="http://schemas.microsoft.com/office/drawing/2014/main" id="{4195F615-28D2-704B-BAE2-EE7A43B9CA2D}"/>
              </a:ext>
            </a:extLst>
          </p:cNvPr>
          <p:cNvGrpSpPr/>
          <p:nvPr/>
        </p:nvGrpSpPr>
        <p:grpSpPr>
          <a:xfrm>
            <a:off x="3723894" y="4007358"/>
            <a:ext cx="635000" cy="635000"/>
            <a:chOff x="3723894" y="4007358"/>
            <a:chExt cx="635000" cy="635000"/>
          </a:xfrm>
        </p:grpSpPr>
        <p:sp>
          <p:nvSpPr>
            <p:cNvPr id="117" name="object 35">
              <a:extLst>
                <a:ext uri="{FF2B5EF4-FFF2-40B4-BE49-F238E27FC236}">
                  <a16:creationId xmlns:a16="http://schemas.microsoft.com/office/drawing/2014/main" id="{45EC2472-B178-4242-91DB-4E734E522409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36">
              <a:extLst>
                <a:ext uri="{FF2B5EF4-FFF2-40B4-BE49-F238E27FC236}">
                  <a16:creationId xmlns:a16="http://schemas.microsoft.com/office/drawing/2014/main" id="{9C4D0E96-CC62-3943-A60A-2764CE970428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37">
            <a:extLst>
              <a:ext uri="{FF2B5EF4-FFF2-40B4-BE49-F238E27FC236}">
                <a16:creationId xmlns:a16="http://schemas.microsoft.com/office/drawing/2014/main" id="{18224D75-FE8F-AB46-84D2-69A4370EE00D}"/>
              </a:ext>
            </a:extLst>
          </p:cNvPr>
          <p:cNvSpPr txBox="1"/>
          <p:nvPr/>
        </p:nvSpPr>
        <p:spPr>
          <a:xfrm>
            <a:off x="3900932" y="4121150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0" name="object 38">
            <a:extLst>
              <a:ext uri="{FF2B5EF4-FFF2-40B4-BE49-F238E27FC236}">
                <a16:creationId xmlns:a16="http://schemas.microsoft.com/office/drawing/2014/main" id="{2CA85CC9-62DE-B840-B522-DA22973E313F}"/>
              </a:ext>
            </a:extLst>
          </p:cNvPr>
          <p:cNvSpPr/>
          <p:nvPr/>
        </p:nvSpPr>
        <p:spPr>
          <a:xfrm>
            <a:off x="4680965" y="492937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39">
            <a:extLst>
              <a:ext uri="{FF2B5EF4-FFF2-40B4-BE49-F238E27FC236}">
                <a16:creationId xmlns:a16="http://schemas.microsoft.com/office/drawing/2014/main" id="{84C6B4C5-7046-9B41-B612-23F96D0AF81F}"/>
              </a:ext>
            </a:extLst>
          </p:cNvPr>
          <p:cNvSpPr txBox="1"/>
          <p:nvPr/>
        </p:nvSpPr>
        <p:spPr>
          <a:xfrm>
            <a:off x="4825238" y="5022088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2" name="object 40">
            <a:extLst>
              <a:ext uri="{FF2B5EF4-FFF2-40B4-BE49-F238E27FC236}">
                <a16:creationId xmlns:a16="http://schemas.microsoft.com/office/drawing/2014/main" id="{039E5220-A819-A84F-8E79-A741ADA8E407}"/>
              </a:ext>
            </a:extLst>
          </p:cNvPr>
          <p:cNvSpPr/>
          <p:nvPr/>
        </p:nvSpPr>
        <p:spPr>
          <a:xfrm>
            <a:off x="2805683" y="4929378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8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41">
            <a:extLst>
              <a:ext uri="{FF2B5EF4-FFF2-40B4-BE49-F238E27FC236}">
                <a16:creationId xmlns:a16="http://schemas.microsoft.com/office/drawing/2014/main" id="{5214D372-F9D9-1342-9E2B-2FFC10CD9DC8}"/>
              </a:ext>
            </a:extLst>
          </p:cNvPr>
          <p:cNvSpPr txBox="1"/>
          <p:nvPr/>
        </p:nvSpPr>
        <p:spPr>
          <a:xfrm>
            <a:off x="2954527" y="5022088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4" name="object 42">
            <a:extLst>
              <a:ext uri="{FF2B5EF4-FFF2-40B4-BE49-F238E27FC236}">
                <a16:creationId xmlns:a16="http://schemas.microsoft.com/office/drawing/2014/main" id="{38CBA9F1-CD13-FC4E-A5A1-7D5534656CDB}"/>
              </a:ext>
            </a:extLst>
          </p:cNvPr>
          <p:cNvSpPr/>
          <p:nvPr/>
        </p:nvSpPr>
        <p:spPr>
          <a:xfrm>
            <a:off x="6180582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43">
            <a:extLst>
              <a:ext uri="{FF2B5EF4-FFF2-40B4-BE49-F238E27FC236}">
                <a16:creationId xmlns:a16="http://schemas.microsoft.com/office/drawing/2014/main" id="{82F42BA9-AEC5-794F-B7BF-8E5D1477BAB2}"/>
              </a:ext>
            </a:extLst>
          </p:cNvPr>
          <p:cNvSpPr txBox="1"/>
          <p:nvPr/>
        </p:nvSpPr>
        <p:spPr>
          <a:xfrm>
            <a:off x="6371844" y="5843016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6" name="object 44">
            <a:extLst>
              <a:ext uri="{FF2B5EF4-FFF2-40B4-BE49-F238E27FC236}">
                <a16:creationId xmlns:a16="http://schemas.microsoft.com/office/drawing/2014/main" id="{1BAE758F-E04D-CF41-B70A-EBD4FB1BA817}"/>
              </a:ext>
            </a:extLst>
          </p:cNvPr>
          <p:cNvSpPr/>
          <p:nvPr/>
        </p:nvSpPr>
        <p:spPr>
          <a:xfrm>
            <a:off x="4748784" y="5438394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45">
            <a:extLst>
              <a:ext uri="{FF2B5EF4-FFF2-40B4-BE49-F238E27FC236}">
                <a16:creationId xmlns:a16="http://schemas.microsoft.com/office/drawing/2014/main" id="{9F9E8E2F-1733-F94A-A1A8-2ED9A4071526}"/>
              </a:ext>
            </a:extLst>
          </p:cNvPr>
          <p:cNvSpPr txBox="1"/>
          <p:nvPr/>
        </p:nvSpPr>
        <p:spPr>
          <a:xfrm>
            <a:off x="4900421" y="5843016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8" name="object 46">
            <a:extLst>
              <a:ext uri="{FF2B5EF4-FFF2-40B4-BE49-F238E27FC236}">
                <a16:creationId xmlns:a16="http://schemas.microsoft.com/office/drawing/2014/main" id="{A56C426F-E30A-DD42-AA98-67FA03BE57D7}"/>
              </a:ext>
            </a:extLst>
          </p:cNvPr>
          <p:cNvSpPr/>
          <p:nvPr/>
        </p:nvSpPr>
        <p:spPr>
          <a:xfrm>
            <a:off x="3317747" y="5526023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47">
            <a:extLst>
              <a:ext uri="{FF2B5EF4-FFF2-40B4-BE49-F238E27FC236}">
                <a16:creationId xmlns:a16="http://schemas.microsoft.com/office/drawing/2014/main" id="{09E103CE-DDFB-1F48-A490-6E9E93A091D1}"/>
              </a:ext>
            </a:extLst>
          </p:cNvPr>
          <p:cNvSpPr txBox="1"/>
          <p:nvPr/>
        </p:nvSpPr>
        <p:spPr>
          <a:xfrm>
            <a:off x="3471926" y="584301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0" name="object 48">
            <a:extLst>
              <a:ext uri="{FF2B5EF4-FFF2-40B4-BE49-F238E27FC236}">
                <a16:creationId xmlns:a16="http://schemas.microsoft.com/office/drawing/2014/main" id="{5C716ED6-2F0E-E348-9E6E-3F9F301E5D0A}"/>
              </a:ext>
            </a:extLst>
          </p:cNvPr>
          <p:cNvSpPr/>
          <p:nvPr/>
        </p:nvSpPr>
        <p:spPr>
          <a:xfrm>
            <a:off x="1885950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49">
            <a:extLst>
              <a:ext uri="{FF2B5EF4-FFF2-40B4-BE49-F238E27FC236}">
                <a16:creationId xmlns:a16="http://schemas.microsoft.com/office/drawing/2014/main" id="{CBF01C81-BE4B-704F-829B-0DFC6D41CC43}"/>
              </a:ext>
            </a:extLst>
          </p:cNvPr>
          <p:cNvSpPr txBox="1"/>
          <p:nvPr/>
        </p:nvSpPr>
        <p:spPr>
          <a:xfrm>
            <a:off x="2056129" y="584301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2" name="object 50">
            <a:extLst>
              <a:ext uri="{FF2B5EF4-FFF2-40B4-BE49-F238E27FC236}">
                <a16:creationId xmlns:a16="http://schemas.microsoft.com/office/drawing/2014/main" id="{F2C4664D-8F9D-C249-B6BD-251E09EB74A0}"/>
              </a:ext>
            </a:extLst>
          </p:cNvPr>
          <p:cNvSpPr/>
          <p:nvPr/>
        </p:nvSpPr>
        <p:spPr>
          <a:xfrm>
            <a:off x="2394966" y="4929378"/>
            <a:ext cx="1945005" cy="908685"/>
          </a:xfrm>
          <a:custGeom>
            <a:avLst/>
            <a:gdLst/>
            <a:ahLst/>
            <a:cxnLst/>
            <a:rect l="l" t="t" r="r" b="b"/>
            <a:pathLst>
              <a:path w="1945004" h="908685">
                <a:moveTo>
                  <a:pt x="0" y="908596"/>
                </a:moveTo>
                <a:lnTo>
                  <a:pt x="498220" y="509016"/>
                </a:lnTo>
              </a:path>
              <a:path w="1945004" h="908685">
                <a:moveTo>
                  <a:pt x="1220850" y="821309"/>
                </a:moveTo>
                <a:lnTo>
                  <a:pt x="919733" y="509016"/>
                </a:lnTo>
              </a:path>
              <a:path w="1945004" h="908685">
                <a:moveTo>
                  <a:pt x="1347978" y="298323"/>
                </a:moveTo>
                <a:lnTo>
                  <a:pt x="1351883" y="249943"/>
                </a:lnTo>
                <a:lnTo>
                  <a:pt x="1363190" y="204045"/>
                </a:lnTo>
                <a:lnTo>
                  <a:pt x="1381283" y="161244"/>
                </a:lnTo>
                <a:lnTo>
                  <a:pt x="1405548" y="122154"/>
                </a:lnTo>
                <a:lnTo>
                  <a:pt x="1435369" y="87391"/>
                </a:lnTo>
                <a:lnTo>
                  <a:pt x="1470132" y="57570"/>
                </a:lnTo>
                <a:lnTo>
                  <a:pt x="1509222" y="33305"/>
                </a:lnTo>
                <a:lnTo>
                  <a:pt x="1552023" y="15212"/>
                </a:lnTo>
                <a:lnTo>
                  <a:pt x="1597921" y="3905"/>
                </a:lnTo>
                <a:lnTo>
                  <a:pt x="1646300" y="0"/>
                </a:lnTo>
                <a:lnTo>
                  <a:pt x="1694680" y="3905"/>
                </a:lnTo>
                <a:lnTo>
                  <a:pt x="1740578" y="15212"/>
                </a:lnTo>
                <a:lnTo>
                  <a:pt x="1783379" y="33305"/>
                </a:lnTo>
                <a:lnTo>
                  <a:pt x="1822469" y="57570"/>
                </a:lnTo>
                <a:lnTo>
                  <a:pt x="1857232" y="87391"/>
                </a:lnTo>
                <a:lnTo>
                  <a:pt x="1887053" y="122154"/>
                </a:lnTo>
                <a:lnTo>
                  <a:pt x="1911318" y="161244"/>
                </a:lnTo>
                <a:lnTo>
                  <a:pt x="1929411" y="204045"/>
                </a:lnTo>
                <a:lnTo>
                  <a:pt x="1940718" y="249943"/>
                </a:lnTo>
                <a:lnTo>
                  <a:pt x="1944623" y="298323"/>
                </a:lnTo>
                <a:lnTo>
                  <a:pt x="1940718" y="346702"/>
                </a:lnTo>
                <a:lnTo>
                  <a:pt x="1929411" y="392600"/>
                </a:lnTo>
                <a:lnTo>
                  <a:pt x="1911318" y="435401"/>
                </a:lnTo>
                <a:lnTo>
                  <a:pt x="1887053" y="474491"/>
                </a:lnTo>
                <a:lnTo>
                  <a:pt x="1857232" y="509254"/>
                </a:lnTo>
                <a:lnTo>
                  <a:pt x="1822469" y="539075"/>
                </a:lnTo>
                <a:lnTo>
                  <a:pt x="1783379" y="563340"/>
                </a:lnTo>
                <a:lnTo>
                  <a:pt x="1740578" y="581433"/>
                </a:lnTo>
                <a:lnTo>
                  <a:pt x="1694680" y="592740"/>
                </a:lnTo>
                <a:lnTo>
                  <a:pt x="1646300" y="596646"/>
                </a:lnTo>
                <a:lnTo>
                  <a:pt x="1597921" y="592740"/>
                </a:lnTo>
                <a:lnTo>
                  <a:pt x="1552023" y="581433"/>
                </a:lnTo>
                <a:lnTo>
                  <a:pt x="1509222" y="563340"/>
                </a:lnTo>
                <a:lnTo>
                  <a:pt x="1470132" y="539075"/>
                </a:lnTo>
                <a:lnTo>
                  <a:pt x="1435369" y="509254"/>
                </a:lnTo>
                <a:lnTo>
                  <a:pt x="1405548" y="474491"/>
                </a:lnTo>
                <a:lnTo>
                  <a:pt x="1381283" y="435401"/>
                </a:lnTo>
                <a:lnTo>
                  <a:pt x="1363190" y="392600"/>
                </a:lnTo>
                <a:lnTo>
                  <a:pt x="1351883" y="346702"/>
                </a:lnTo>
                <a:lnTo>
                  <a:pt x="1347978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51">
            <a:extLst>
              <a:ext uri="{FF2B5EF4-FFF2-40B4-BE49-F238E27FC236}">
                <a16:creationId xmlns:a16="http://schemas.microsoft.com/office/drawing/2014/main" id="{6DECF3A8-BB0E-E74E-8203-B206FACF8E14}"/>
              </a:ext>
            </a:extLst>
          </p:cNvPr>
          <p:cNvSpPr txBox="1"/>
          <p:nvPr/>
        </p:nvSpPr>
        <p:spPr>
          <a:xfrm>
            <a:off x="3905250" y="5022088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4" name="object 52">
            <a:extLst>
              <a:ext uri="{FF2B5EF4-FFF2-40B4-BE49-F238E27FC236}">
                <a16:creationId xmlns:a16="http://schemas.microsoft.com/office/drawing/2014/main" id="{514241FD-2D1B-764D-9560-C2385260482D}"/>
              </a:ext>
            </a:extLst>
          </p:cNvPr>
          <p:cNvSpPr/>
          <p:nvPr/>
        </p:nvSpPr>
        <p:spPr>
          <a:xfrm>
            <a:off x="3314700" y="4535423"/>
            <a:ext cx="1453515" cy="481965"/>
          </a:xfrm>
          <a:custGeom>
            <a:avLst/>
            <a:gdLst/>
            <a:ahLst/>
            <a:cxnLst/>
            <a:rect l="l" t="t" r="r" b="b"/>
            <a:pathLst>
              <a:path w="1453514" h="481964">
                <a:moveTo>
                  <a:pt x="516127" y="0"/>
                </a:moveTo>
                <a:lnTo>
                  <a:pt x="0" y="481456"/>
                </a:lnTo>
              </a:path>
              <a:path w="1453514" h="481964">
                <a:moveTo>
                  <a:pt x="726948" y="87630"/>
                </a:moveTo>
                <a:lnTo>
                  <a:pt x="726948" y="394462"/>
                </a:lnTo>
              </a:path>
              <a:path w="1453514" h="481964">
                <a:moveTo>
                  <a:pt x="937260" y="0"/>
                </a:moveTo>
                <a:lnTo>
                  <a:pt x="1453388" y="48145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5" name="object 53">
            <a:extLst>
              <a:ext uri="{FF2B5EF4-FFF2-40B4-BE49-F238E27FC236}">
                <a16:creationId xmlns:a16="http://schemas.microsoft.com/office/drawing/2014/main" id="{3C817754-F779-C14F-A66C-6005B48F43E2}"/>
              </a:ext>
            </a:extLst>
          </p:cNvPr>
          <p:cNvGrpSpPr/>
          <p:nvPr/>
        </p:nvGrpSpPr>
        <p:grpSpPr>
          <a:xfrm>
            <a:off x="7341869" y="5436870"/>
            <a:ext cx="916940" cy="520065"/>
            <a:chOff x="7341869" y="5436870"/>
            <a:chExt cx="916940" cy="520065"/>
          </a:xfrm>
        </p:grpSpPr>
        <p:sp>
          <p:nvSpPr>
            <p:cNvPr id="136" name="object 54">
              <a:extLst>
                <a:ext uri="{FF2B5EF4-FFF2-40B4-BE49-F238E27FC236}">
                  <a16:creationId xmlns:a16="http://schemas.microsoft.com/office/drawing/2014/main" id="{7DB09FE0-8847-D547-AE38-AAE88387DA86}"/>
                </a:ext>
              </a:extLst>
            </p:cNvPr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55">
              <a:extLst>
                <a:ext uri="{FF2B5EF4-FFF2-40B4-BE49-F238E27FC236}">
                  <a16:creationId xmlns:a16="http://schemas.microsoft.com/office/drawing/2014/main" id="{8CDF5092-C6E4-614F-A395-7B9E8434C07A}"/>
                </a:ext>
              </a:extLst>
            </p:cNvPr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8" name="object 56">
            <a:extLst>
              <a:ext uri="{FF2B5EF4-FFF2-40B4-BE49-F238E27FC236}">
                <a16:creationId xmlns:a16="http://schemas.microsoft.com/office/drawing/2014/main" id="{D6EF3A42-0416-864B-BBDF-E7DE344C3B08}"/>
              </a:ext>
            </a:extLst>
          </p:cNvPr>
          <p:cNvGrpSpPr/>
          <p:nvPr/>
        </p:nvGrpSpPr>
        <p:grpSpPr>
          <a:xfrm>
            <a:off x="10333481" y="5452871"/>
            <a:ext cx="1130300" cy="520065"/>
            <a:chOff x="10333481" y="5452871"/>
            <a:chExt cx="1130300" cy="520065"/>
          </a:xfrm>
        </p:grpSpPr>
        <p:sp>
          <p:nvSpPr>
            <p:cNvPr id="139" name="object 57">
              <a:extLst>
                <a:ext uri="{FF2B5EF4-FFF2-40B4-BE49-F238E27FC236}">
                  <a16:creationId xmlns:a16="http://schemas.microsoft.com/office/drawing/2014/main" id="{B5C362DC-B27B-664D-9D2E-0481103F472C}"/>
                </a:ext>
              </a:extLst>
            </p:cNvPr>
            <p:cNvSpPr/>
            <p:nvPr/>
          </p:nvSpPr>
          <p:spPr>
            <a:xfrm>
              <a:off x="1033348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58">
              <a:extLst>
                <a:ext uri="{FF2B5EF4-FFF2-40B4-BE49-F238E27FC236}">
                  <a16:creationId xmlns:a16="http://schemas.microsoft.com/office/drawing/2014/main" id="{CAC58023-7F8D-314B-A8CC-84965A50CFCC}"/>
                </a:ext>
              </a:extLst>
            </p:cNvPr>
            <p:cNvSpPr/>
            <p:nvPr/>
          </p:nvSpPr>
          <p:spPr>
            <a:xfrm>
              <a:off x="1097432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59">
            <a:extLst>
              <a:ext uri="{FF2B5EF4-FFF2-40B4-BE49-F238E27FC236}">
                <a16:creationId xmlns:a16="http://schemas.microsoft.com/office/drawing/2014/main" id="{7A7A8E15-7C88-4D4C-A55A-275A6C7940F4}"/>
              </a:ext>
            </a:extLst>
          </p:cNvPr>
          <p:cNvSpPr txBox="1"/>
          <p:nvPr/>
        </p:nvSpPr>
        <p:spPr>
          <a:xfrm>
            <a:off x="10993373" y="5506720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2" name="object 60">
            <a:extLst>
              <a:ext uri="{FF2B5EF4-FFF2-40B4-BE49-F238E27FC236}">
                <a16:creationId xmlns:a16="http://schemas.microsoft.com/office/drawing/2014/main" id="{8B636BAB-9425-A548-A255-B834D0E74FD4}"/>
              </a:ext>
            </a:extLst>
          </p:cNvPr>
          <p:cNvSpPr/>
          <p:nvPr/>
        </p:nvSpPr>
        <p:spPr>
          <a:xfrm>
            <a:off x="1145362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61">
            <a:extLst>
              <a:ext uri="{FF2B5EF4-FFF2-40B4-BE49-F238E27FC236}">
                <a16:creationId xmlns:a16="http://schemas.microsoft.com/office/drawing/2014/main" id="{ACFA397E-FDDD-A84D-AE4D-B8B3DD3E6596}"/>
              </a:ext>
            </a:extLst>
          </p:cNvPr>
          <p:cNvSpPr txBox="1"/>
          <p:nvPr/>
        </p:nvSpPr>
        <p:spPr>
          <a:xfrm>
            <a:off x="11472671" y="5377941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44" name="object 62">
            <a:extLst>
              <a:ext uri="{FF2B5EF4-FFF2-40B4-BE49-F238E27FC236}">
                <a16:creationId xmlns:a16="http://schemas.microsoft.com/office/drawing/2014/main" id="{AA27A60F-F517-DB40-8699-C481BC1AA33A}"/>
              </a:ext>
            </a:extLst>
          </p:cNvPr>
          <p:cNvSpPr/>
          <p:nvPr/>
        </p:nvSpPr>
        <p:spPr>
          <a:xfrm>
            <a:off x="9015221" y="5655564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63">
            <a:extLst>
              <a:ext uri="{FF2B5EF4-FFF2-40B4-BE49-F238E27FC236}">
                <a16:creationId xmlns:a16="http://schemas.microsoft.com/office/drawing/2014/main" id="{3506EBAC-2D06-0E40-8BE5-1EFD48EAB201}"/>
              </a:ext>
            </a:extLst>
          </p:cNvPr>
          <p:cNvSpPr/>
          <p:nvPr/>
        </p:nvSpPr>
        <p:spPr>
          <a:xfrm>
            <a:off x="9656064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64">
            <a:extLst>
              <a:ext uri="{FF2B5EF4-FFF2-40B4-BE49-F238E27FC236}">
                <a16:creationId xmlns:a16="http://schemas.microsoft.com/office/drawing/2014/main" id="{A80872BA-A770-DC4D-9F13-F4A079E26CF8}"/>
              </a:ext>
            </a:extLst>
          </p:cNvPr>
          <p:cNvSpPr txBox="1"/>
          <p:nvPr/>
        </p:nvSpPr>
        <p:spPr>
          <a:xfrm>
            <a:off x="9675114" y="5506720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9" name="object 65">
            <a:extLst>
              <a:ext uri="{FF2B5EF4-FFF2-40B4-BE49-F238E27FC236}">
                <a16:creationId xmlns:a16="http://schemas.microsoft.com/office/drawing/2014/main" id="{7F7701FB-BF2E-9241-AF73-76DFDB912D47}"/>
              </a:ext>
            </a:extLst>
          </p:cNvPr>
          <p:cNvSpPr/>
          <p:nvPr/>
        </p:nvSpPr>
        <p:spPr>
          <a:xfrm>
            <a:off x="10135361" y="5471921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76801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8716920" cy="187679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lang="en-US" sz="2400" spc="-5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不能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找到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全部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可达顶点！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7169" y="6400038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PMingLiU"/>
                <a:cs typeface="PMingLiU"/>
              </a:rPr>
              <a:t>…</a:t>
            </a:r>
            <a:endParaRPr sz="3200">
              <a:latin typeface="PMingLiU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7">
            <a:extLst>
              <a:ext uri="{FF2B5EF4-FFF2-40B4-BE49-F238E27FC236}">
                <a16:creationId xmlns:a16="http://schemas.microsoft.com/office/drawing/2014/main" id="{45CB8B9A-EACC-204C-B641-7697B015254C}"/>
              </a:ext>
            </a:extLst>
          </p:cNvPr>
          <p:cNvGrpSpPr/>
          <p:nvPr/>
        </p:nvGrpSpPr>
        <p:grpSpPr>
          <a:xfrm>
            <a:off x="7342631" y="4231838"/>
            <a:ext cx="917575" cy="2548890"/>
            <a:chOff x="7342631" y="3930396"/>
            <a:chExt cx="917575" cy="2548890"/>
          </a:xfrm>
        </p:grpSpPr>
        <p:sp>
          <p:nvSpPr>
            <p:cNvPr id="67" name="object 8">
              <a:extLst>
                <a:ext uri="{FF2B5EF4-FFF2-40B4-BE49-F238E27FC236}">
                  <a16:creationId xmlns:a16="http://schemas.microsoft.com/office/drawing/2014/main" id="{588D7EB5-9871-344C-9573-764B24822655}"/>
                </a:ext>
              </a:extLst>
            </p:cNvPr>
            <p:cNvSpPr/>
            <p:nvPr/>
          </p:nvSpPr>
          <p:spPr>
            <a:xfrm>
              <a:off x="7361681" y="496443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9">
              <a:extLst>
                <a:ext uri="{FF2B5EF4-FFF2-40B4-BE49-F238E27FC236}">
                  <a16:creationId xmlns:a16="http://schemas.microsoft.com/office/drawing/2014/main" id="{D051814B-7233-B84C-8A26-552E248CD101}"/>
                </a:ext>
              </a:extLst>
            </p:cNvPr>
            <p:cNvSpPr/>
            <p:nvPr/>
          </p:nvSpPr>
          <p:spPr>
            <a:xfrm>
              <a:off x="7642097" y="514807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10">
              <a:extLst>
                <a:ext uri="{FF2B5EF4-FFF2-40B4-BE49-F238E27FC236}">
                  <a16:creationId xmlns:a16="http://schemas.microsoft.com/office/drawing/2014/main" id="{5F031EE4-1C6E-1B4E-8CA3-0CC7530D817C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11">
              <a:extLst>
                <a:ext uri="{FF2B5EF4-FFF2-40B4-BE49-F238E27FC236}">
                  <a16:creationId xmlns:a16="http://schemas.microsoft.com/office/drawing/2014/main" id="{B1CCFAE5-8D75-674F-B327-F9DDF3653B47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2">
              <a:extLst>
                <a:ext uri="{FF2B5EF4-FFF2-40B4-BE49-F238E27FC236}">
                  <a16:creationId xmlns:a16="http://schemas.microsoft.com/office/drawing/2014/main" id="{A955F5B4-F786-1A40-987A-74BE96909D7E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3">
              <a:extLst>
                <a:ext uri="{FF2B5EF4-FFF2-40B4-BE49-F238E27FC236}">
                  <a16:creationId xmlns:a16="http://schemas.microsoft.com/office/drawing/2014/main" id="{007C8CE5-8CBB-764B-A48F-2E5629444250}"/>
                </a:ext>
              </a:extLst>
            </p:cNvPr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4">
              <a:extLst>
                <a:ext uri="{FF2B5EF4-FFF2-40B4-BE49-F238E27FC236}">
                  <a16:creationId xmlns:a16="http://schemas.microsoft.com/office/drawing/2014/main" id="{1CE508E8-B1BA-5D4E-BAFC-B968C81F6A04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5">
              <a:extLst>
                <a:ext uri="{FF2B5EF4-FFF2-40B4-BE49-F238E27FC236}">
                  <a16:creationId xmlns:a16="http://schemas.microsoft.com/office/drawing/2014/main" id="{89C6473C-CF24-8042-899F-63E7BE17E17B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16">
              <a:extLst>
                <a:ext uri="{FF2B5EF4-FFF2-40B4-BE49-F238E27FC236}">
                  <a16:creationId xmlns:a16="http://schemas.microsoft.com/office/drawing/2014/main" id="{C7245EB4-F2E8-854F-941D-44619BA66284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7">
              <a:extLst>
                <a:ext uri="{FF2B5EF4-FFF2-40B4-BE49-F238E27FC236}">
                  <a16:creationId xmlns:a16="http://schemas.microsoft.com/office/drawing/2014/main" id="{4CC1A186-D08E-A040-A89D-86F94EDFD0F7}"/>
                </a:ext>
              </a:extLst>
            </p:cNvPr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8">
              <a:extLst>
                <a:ext uri="{FF2B5EF4-FFF2-40B4-BE49-F238E27FC236}">
                  <a16:creationId xmlns:a16="http://schemas.microsoft.com/office/drawing/2014/main" id="{DE64620B-C0CB-BA40-8451-0202D22CA694}"/>
                </a:ext>
              </a:extLst>
            </p:cNvPr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9">
              <a:extLst>
                <a:ext uri="{FF2B5EF4-FFF2-40B4-BE49-F238E27FC236}">
                  <a16:creationId xmlns:a16="http://schemas.microsoft.com/office/drawing/2014/main" id="{80DF5588-6BB8-1444-96E5-7F9A63642A3C}"/>
                </a:ext>
              </a:extLst>
            </p:cNvPr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20">
            <a:extLst>
              <a:ext uri="{FF2B5EF4-FFF2-40B4-BE49-F238E27FC236}">
                <a16:creationId xmlns:a16="http://schemas.microsoft.com/office/drawing/2014/main" id="{33DD3A4F-9484-9741-A157-474F9D1A77FB}"/>
              </a:ext>
            </a:extLst>
          </p:cNvPr>
          <p:cNvSpPr txBox="1"/>
          <p:nvPr/>
        </p:nvSpPr>
        <p:spPr>
          <a:xfrm>
            <a:off x="7082281" y="3986981"/>
            <a:ext cx="215265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445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0" name="object 21">
            <a:extLst>
              <a:ext uri="{FF2B5EF4-FFF2-40B4-BE49-F238E27FC236}">
                <a16:creationId xmlns:a16="http://schemas.microsoft.com/office/drawing/2014/main" id="{31B12FF5-F5F7-7543-8260-1A555E9CC19E}"/>
              </a:ext>
            </a:extLst>
          </p:cNvPr>
          <p:cNvSpPr txBox="1"/>
          <p:nvPr/>
        </p:nvSpPr>
        <p:spPr>
          <a:xfrm>
            <a:off x="7078471" y="5084770"/>
            <a:ext cx="22161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1" name="object 22">
            <a:extLst>
              <a:ext uri="{FF2B5EF4-FFF2-40B4-BE49-F238E27FC236}">
                <a16:creationId xmlns:a16="http://schemas.microsoft.com/office/drawing/2014/main" id="{AEBD56F5-78A2-934B-AB05-24980DC9D2C2}"/>
              </a:ext>
            </a:extLst>
          </p:cNvPr>
          <p:cNvGrpSpPr/>
          <p:nvPr/>
        </p:nvGrpSpPr>
        <p:grpSpPr>
          <a:xfrm>
            <a:off x="9011411" y="4231838"/>
            <a:ext cx="1130300" cy="520065"/>
            <a:chOff x="9011411" y="3930396"/>
            <a:chExt cx="1130300" cy="520065"/>
          </a:xfrm>
        </p:grpSpPr>
        <p:sp>
          <p:nvSpPr>
            <p:cNvPr id="82" name="object 23">
              <a:extLst>
                <a:ext uri="{FF2B5EF4-FFF2-40B4-BE49-F238E27FC236}">
                  <a16:creationId xmlns:a16="http://schemas.microsoft.com/office/drawing/2014/main" id="{7BA68594-E95C-7747-A7C2-66120D59F145}"/>
                </a:ext>
              </a:extLst>
            </p:cNvPr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24">
              <a:extLst>
                <a:ext uri="{FF2B5EF4-FFF2-40B4-BE49-F238E27FC236}">
                  <a16:creationId xmlns:a16="http://schemas.microsoft.com/office/drawing/2014/main" id="{181B6E0D-0E2F-E940-A035-6C71D41E78D8}"/>
                </a:ext>
              </a:extLst>
            </p:cNvPr>
            <p:cNvSpPr/>
            <p:nvPr/>
          </p:nvSpPr>
          <p:spPr>
            <a:xfrm>
              <a:off x="9652253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25">
            <a:extLst>
              <a:ext uri="{FF2B5EF4-FFF2-40B4-BE49-F238E27FC236}">
                <a16:creationId xmlns:a16="http://schemas.microsoft.com/office/drawing/2014/main" id="{E9978A1E-C55D-EC4C-9B59-B3A679F17545}"/>
              </a:ext>
            </a:extLst>
          </p:cNvPr>
          <p:cNvSpPr txBox="1"/>
          <p:nvPr/>
        </p:nvSpPr>
        <p:spPr>
          <a:xfrm>
            <a:off x="9671304" y="4286194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5" name="object 26">
            <a:extLst>
              <a:ext uri="{FF2B5EF4-FFF2-40B4-BE49-F238E27FC236}">
                <a16:creationId xmlns:a16="http://schemas.microsoft.com/office/drawing/2014/main" id="{1C3AC92B-8F13-6B4F-8BED-2A55E6B117BE}"/>
              </a:ext>
            </a:extLst>
          </p:cNvPr>
          <p:cNvSpPr/>
          <p:nvPr/>
        </p:nvSpPr>
        <p:spPr>
          <a:xfrm>
            <a:off x="10131552" y="4250888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27">
            <a:extLst>
              <a:ext uri="{FF2B5EF4-FFF2-40B4-BE49-F238E27FC236}">
                <a16:creationId xmlns:a16="http://schemas.microsoft.com/office/drawing/2014/main" id="{B6BF75AA-0484-4C4A-9996-4EF51E4D20AC}"/>
              </a:ext>
            </a:extLst>
          </p:cNvPr>
          <p:cNvSpPr/>
          <p:nvPr/>
        </p:nvSpPr>
        <p:spPr>
          <a:xfrm>
            <a:off x="10333481" y="4434530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28">
            <a:extLst>
              <a:ext uri="{FF2B5EF4-FFF2-40B4-BE49-F238E27FC236}">
                <a16:creationId xmlns:a16="http://schemas.microsoft.com/office/drawing/2014/main" id="{748B9776-1AB3-F74C-9E2C-A6CA013C8D5D}"/>
              </a:ext>
            </a:extLst>
          </p:cNvPr>
          <p:cNvSpPr/>
          <p:nvPr/>
        </p:nvSpPr>
        <p:spPr>
          <a:xfrm>
            <a:off x="10974323" y="4250888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29">
            <a:extLst>
              <a:ext uri="{FF2B5EF4-FFF2-40B4-BE49-F238E27FC236}">
                <a16:creationId xmlns:a16="http://schemas.microsoft.com/office/drawing/2014/main" id="{6E261467-24F2-9F46-9787-A2B3DD3C68FE}"/>
              </a:ext>
            </a:extLst>
          </p:cNvPr>
          <p:cNvSpPr txBox="1"/>
          <p:nvPr/>
        </p:nvSpPr>
        <p:spPr>
          <a:xfrm>
            <a:off x="10993373" y="4286194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6" name="object 30">
            <a:extLst>
              <a:ext uri="{FF2B5EF4-FFF2-40B4-BE49-F238E27FC236}">
                <a16:creationId xmlns:a16="http://schemas.microsoft.com/office/drawing/2014/main" id="{C4CAC16A-7368-144A-94DC-82F3B4F6D967}"/>
              </a:ext>
            </a:extLst>
          </p:cNvPr>
          <p:cNvSpPr/>
          <p:nvPr/>
        </p:nvSpPr>
        <p:spPr>
          <a:xfrm>
            <a:off x="11453621" y="4250888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31">
            <a:extLst>
              <a:ext uri="{FF2B5EF4-FFF2-40B4-BE49-F238E27FC236}">
                <a16:creationId xmlns:a16="http://schemas.microsoft.com/office/drawing/2014/main" id="{42C62E11-90B3-E04F-8428-C7C9FD108D21}"/>
              </a:ext>
            </a:extLst>
          </p:cNvPr>
          <p:cNvSpPr txBox="1"/>
          <p:nvPr/>
        </p:nvSpPr>
        <p:spPr>
          <a:xfrm>
            <a:off x="11472671" y="4157415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aphicFrame>
        <p:nvGraphicFramePr>
          <p:cNvPr id="148" name="object 33">
            <a:extLst>
              <a:ext uri="{FF2B5EF4-FFF2-40B4-BE49-F238E27FC236}">
                <a16:creationId xmlns:a16="http://schemas.microsoft.com/office/drawing/2014/main" id="{62E3047B-1B9A-9540-B78D-53E2E3768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431037"/>
              </p:ext>
            </p:extLst>
          </p:nvPr>
        </p:nvGraphicFramePr>
        <p:xfrm>
          <a:off x="8263890" y="4231838"/>
          <a:ext cx="949960" cy="2508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03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476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9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3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𝒄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𝒂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79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ts val="3854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9" name="object 34">
            <a:extLst>
              <a:ext uri="{FF2B5EF4-FFF2-40B4-BE49-F238E27FC236}">
                <a16:creationId xmlns:a16="http://schemas.microsoft.com/office/drawing/2014/main" id="{D5614055-8EA7-5543-BF31-670D355FDE2C}"/>
              </a:ext>
            </a:extLst>
          </p:cNvPr>
          <p:cNvGrpSpPr/>
          <p:nvPr/>
        </p:nvGrpSpPr>
        <p:grpSpPr>
          <a:xfrm>
            <a:off x="4661915" y="5211770"/>
            <a:ext cx="634365" cy="635000"/>
            <a:chOff x="4661915" y="4910328"/>
            <a:chExt cx="634365" cy="635000"/>
          </a:xfrm>
        </p:grpSpPr>
        <p:sp>
          <p:nvSpPr>
            <p:cNvPr id="150" name="object 35">
              <a:extLst>
                <a:ext uri="{FF2B5EF4-FFF2-40B4-BE49-F238E27FC236}">
                  <a16:creationId xmlns:a16="http://schemas.microsoft.com/office/drawing/2014/main" id="{E746B75C-AD6F-ED42-9CD5-D3DC40692F29}"/>
                </a:ext>
              </a:extLst>
            </p:cNvPr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36">
              <a:extLst>
                <a:ext uri="{FF2B5EF4-FFF2-40B4-BE49-F238E27FC236}">
                  <a16:creationId xmlns:a16="http://schemas.microsoft.com/office/drawing/2014/main" id="{E25B642D-72A9-2B41-BB58-5B17182D3ECB}"/>
                </a:ext>
              </a:extLst>
            </p:cNvPr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37">
            <a:extLst>
              <a:ext uri="{FF2B5EF4-FFF2-40B4-BE49-F238E27FC236}">
                <a16:creationId xmlns:a16="http://schemas.microsoft.com/office/drawing/2014/main" id="{1B1F5CE1-7976-844A-B776-312F1722F8BA}"/>
              </a:ext>
            </a:extLst>
          </p:cNvPr>
          <p:cNvSpPr txBox="1"/>
          <p:nvPr/>
        </p:nvSpPr>
        <p:spPr>
          <a:xfrm>
            <a:off x="4825238" y="5323530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3" name="object 38">
            <a:extLst>
              <a:ext uri="{FF2B5EF4-FFF2-40B4-BE49-F238E27FC236}">
                <a16:creationId xmlns:a16="http://schemas.microsoft.com/office/drawing/2014/main" id="{80B10E20-C74C-7848-8E6E-F358D1722EFC}"/>
              </a:ext>
            </a:extLst>
          </p:cNvPr>
          <p:cNvSpPr/>
          <p:nvPr/>
        </p:nvSpPr>
        <p:spPr>
          <a:xfrm>
            <a:off x="6180582" y="6052256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39">
            <a:extLst>
              <a:ext uri="{FF2B5EF4-FFF2-40B4-BE49-F238E27FC236}">
                <a16:creationId xmlns:a16="http://schemas.microsoft.com/office/drawing/2014/main" id="{9ABA6AA0-BC2A-9142-AC2A-2E2F4AFC95AF}"/>
              </a:ext>
            </a:extLst>
          </p:cNvPr>
          <p:cNvSpPr txBox="1"/>
          <p:nvPr/>
        </p:nvSpPr>
        <p:spPr>
          <a:xfrm>
            <a:off x="6371844" y="6144458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5" name="object 40">
            <a:extLst>
              <a:ext uri="{FF2B5EF4-FFF2-40B4-BE49-F238E27FC236}">
                <a16:creationId xmlns:a16="http://schemas.microsoft.com/office/drawing/2014/main" id="{25924E2A-16A8-424B-9C7F-E445FA8394E7}"/>
              </a:ext>
            </a:extLst>
          </p:cNvPr>
          <p:cNvSpPr/>
          <p:nvPr/>
        </p:nvSpPr>
        <p:spPr>
          <a:xfrm>
            <a:off x="4748784" y="5739836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41">
            <a:extLst>
              <a:ext uri="{FF2B5EF4-FFF2-40B4-BE49-F238E27FC236}">
                <a16:creationId xmlns:a16="http://schemas.microsoft.com/office/drawing/2014/main" id="{CBAD2586-1D41-2B45-AB1B-DDAACF989374}"/>
              </a:ext>
            </a:extLst>
          </p:cNvPr>
          <p:cNvSpPr txBox="1"/>
          <p:nvPr/>
        </p:nvSpPr>
        <p:spPr>
          <a:xfrm>
            <a:off x="4900421" y="6144458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7" name="object 42">
            <a:extLst>
              <a:ext uri="{FF2B5EF4-FFF2-40B4-BE49-F238E27FC236}">
                <a16:creationId xmlns:a16="http://schemas.microsoft.com/office/drawing/2014/main" id="{C45C83E5-78D7-F640-B91D-FB9EED269FF5}"/>
              </a:ext>
            </a:extLst>
          </p:cNvPr>
          <p:cNvSpPr/>
          <p:nvPr/>
        </p:nvSpPr>
        <p:spPr>
          <a:xfrm>
            <a:off x="3317747" y="5827465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43">
            <a:extLst>
              <a:ext uri="{FF2B5EF4-FFF2-40B4-BE49-F238E27FC236}">
                <a16:creationId xmlns:a16="http://schemas.microsoft.com/office/drawing/2014/main" id="{B88124D8-67FA-0E43-A010-69471926ECA0}"/>
              </a:ext>
            </a:extLst>
          </p:cNvPr>
          <p:cNvSpPr txBox="1"/>
          <p:nvPr/>
        </p:nvSpPr>
        <p:spPr>
          <a:xfrm>
            <a:off x="3471926" y="6144458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9" name="object 44">
            <a:extLst>
              <a:ext uri="{FF2B5EF4-FFF2-40B4-BE49-F238E27FC236}">
                <a16:creationId xmlns:a16="http://schemas.microsoft.com/office/drawing/2014/main" id="{BB70FB84-B81E-D546-99AA-A4ECF1C6371C}"/>
              </a:ext>
            </a:extLst>
          </p:cNvPr>
          <p:cNvSpPr/>
          <p:nvPr/>
        </p:nvSpPr>
        <p:spPr>
          <a:xfrm>
            <a:off x="1885950" y="6052256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45">
            <a:extLst>
              <a:ext uri="{FF2B5EF4-FFF2-40B4-BE49-F238E27FC236}">
                <a16:creationId xmlns:a16="http://schemas.microsoft.com/office/drawing/2014/main" id="{2A537CF9-BBCA-CE48-9DD8-5EAB0D215018}"/>
              </a:ext>
            </a:extLst>
          </p:cNvPr>
          <p:cNvSpPr txBox="1"/>
          <p:nvPr/>
        </p:nvSpPr>
        <p:spPr>
          <a:xfrm>
            <a:off x="2056129" y="6144458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1" name="object 46">
            <a:extLst>
              <a:ext uri="{FF2B5EF4-FFF2-40B4-BE49-F238E27FC236}">
                <a16:creationId xmlns:a16="http://schemas.microsoft.com/office/drawing/2014/main" id="{489EEE08-1A4E-DB40-ABEC-1BD123159E4B}"/>
              </a:ext>
            </a:extLst>
          </p:cNvPr>
          <p:cNvGrpSpPr/>
          <p:nvPr/>
        </p:nvGrpSpPr>
        <p:grpSpPr>
          <a:xfrm>
            <a:off x="2375916" y="5211770"/>
            <a:ext cx="1983105" cy="946785"/>
            <a:chOff x="2375916" y="4910328"/>
            <a:chExt cx="1983105" cy="946785"/>
          </a:xfrm>
        </p:grpSpPr>
        <p:sp>
          <p:nvSpPr>
            <p:cNvPr id="162" name="object 47">
              <a:extLst>
                <a:ext uri="{FF2B5EF4-FFF2-40B4-BE49-F238E27FC236}">
                  <a16:creationId xmlns:a16="http://schemas.microsoft.com/office/drawing/2014/main" id="{EC8673D6-3742-E542-B0A7-8C49C737452E}"/>
                </a:ext>
              </a:extLst>
            </p:cNvPr>
            <p:cNvSpPr/>
            <p:nvPr/>
          </p:nvSpPr>
          <p:spPr>
            <a:xfrm>
              <a:off x="3314700" y="5438394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16" y="31229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48">
              <a:extLst>
                <a:ext uri="{FF2B5EF4-FFF2-40B4-BE49-F238E27FC236}">
                  <a16:creationId xmlns:a16="http://schemas.microsoft.com/office/drawing/2014/main" id="{751CD329-28F9-B343-B7AD-FD4AE662E292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49">
              <a:extLst>
                <a:ext uri="{FF2B5EF4-FFF2-40B4-BE49-F238E27FC236}">
                  <a16:creationId xmlns:a16="http://schemas.microsoft.com/office/drawing/2014/main" id="{67E20F65-6FD1-7743-BB86-E4230BFD06C4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50">
              <a:extLst>
                <a:ext uri="{FF2B5EF4-FFF2-40B4-BE49-F238E27FC236}">
                  <a16:creationId xmlns:a16="http://schemas.microsoft.com/office/drawing/2014/main" id="{BB7C4485-39CC-404F-A775-C81BB54C2F55}"/>
                </a:ext>
              </a:extLst>
            </p:cNvPr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2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51">
            <a:extLst>
              <a:ext uri="{FF2B5EF4-FFF2-40B4-BE49-F238E27FC236}">
                <a16:creationId xmlns:a16="http://schemas.microsoft.com/office/drawing/2014/main" id="{89129ABA-55BE-CB4B-AD00-1CA587F249F7}"/>
              </a:ext>
            </a:extLst>
          </p:cNvPr>
          <p:cNvSpPr txBox="1"/>
          <p:nvPr/>
        </p:nvSpPr>
        <p:spPr>
          <a:xfrm>
            <a:off x="3905250" y="532353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7" name="object 52">
            <a:extLst>
              <a:ext uri="{FF2B5EF4-FFF2-40B4-BE49-F238E27FC236}">
                <a16:creationId xmlns:a16="http://schemas.microsoft.com/office/drawing/2014/main" id="{80DDF184-870D-D24D-8E28-E779FED2A57B}"/>
              </a:ext>
            </a:extLst>
          </p:cNvPr>
          <p:cNvGrpSpPr/>
          <p:nvPr/>
        </p:nvGrpSpPr>
        <p:grpSpPr>
          <a:xfrm>
            <a:off x="2786633" y="4808671"/>
            <a:ext cx="2010410" cy="1038225"/>
            <a:chOff x="2786633" y="4507229"/>
            <a:chExt cx="2010410" cy="1038225"/>
          </a:xfrm>
        </p:grpSpPr>
        <p:sp>
          <p:nvSpPr>
            <p:cNvPr id="168" name="object 53">
              <a:extLst>
                <a:ext uri="{FF2B5EF4-FFF2-40B4-BE49-F238E27FC236}">
                  <a16:creationId xmlns:a16="http://schemas.microsoft.com/office/drawing/2014/main" id="{19505E70-AB10-2B45-BF39-1F0B65B3CDA8}"/>
                </a:ext>
              </a:extLst>
            </p:cNvPr>
            <p:cNvSpPr/>
            <p:nvPr/>
          </p:nvSpPr>
          <p:spPr>
            <a:xfrm>
              <a:off x="3275456" y="4535804"/>
              <a:ext cx="1493520" cy="517525"/>
            </a:xfrm>
            <a:custGeom>
              <a:avLst/>
              <a:gdLst/>
              <a:ahLst/>
              <a:cxnLst/>
              <a:rect l="l" t="t" r="r" b="b"/>
              <a:pathLst>
                <a:path w="1493520" h="517525">
                  <a:moveTo>
                    <a:pt x="555625" y="0"/>
                  </a:moveTo>
                  <a:lnTo>
                    <a:pt x="0" y="517017"/>
                  </a:lnTo>
                </a:path>
                <a:path w="1493520" h="517525">
                  <a:moveTo>
                    <a:pt x="766571" y="87630"/>
                  </a:moveTo>
                  <a:lnTo>
                    <a:pt x="766571" y="394462"/>
                  </a:lnTo>
                </a:path>
                <a:path w="1493520" h="517525">
                  <a:moveTo>
                    <a:pt x="976883" y="0"/>
                  </a:moveTo>
                  <a:lnTo>
                    <a:pt x="1493012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54">
              <a:extLst>
                <a:ext uri="{FF2B5EF4-FFF2-40B4-BE49-F238E27FC236}">
                  <a16:creationId xmlns:a16="http://schemas.microsoft.com/office/drawing/2014/main" id="{6EC855C4-7059-DF48-A801-E5A224E55173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55">
              <a:extLst>
                <a:ext uri="{FF2B5EF4-FFF2-40B4-BE49-F238E27FC236}">
                  <a16:creationId xmlns:a16="http://schemas.microsoft.com/office/drawing/2014/main" id="{93F4820C-E0DC-DA4E-A55A-2235EDDC7380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56">
            <a:extLst>
              <a:ext uri="{FF2B5EF4-FFF2-40B4-BE49-F238E27FC236}">
                <a16:creationId xmlns:a16="http://schemas.microsoft.com/office/drawing/2014/main" id="{DB8A22EA-68A2-E648-A6A7-870855CD4DEF}"/>
              </a:ext>
            </a:extLst>
          </p:cNvPr>
          <p:cNvSpPr txBox="1"/>
          <p:nvPr/>
        </p:nvSpPr>
        <p:spPr>
          <a:xfrm>
            <a:off x="2954527" y="532353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2" name="object 57">
            <a:extLst>
              <a:ext uri="{FF2B5EF4-FFF2-40B4-BE49-F238E27FC236}">
                <a16:creationId xmlns:a16="http://schemas.microsoft.com/office/drawing/2014/main" id="{07A9973B-C697-4B4E-88E0-7E28B6F4CB6D}"/>
              </a:ext>
            </a:extLst>
          </p:cNvPr>
          <p:cNvGrpSpPr/>
          <p:nvPr/>
        </p:nvGrpSpPr>
        <p:grpSpPr>
          <a:xfrm>
            <a:off x="3723894" y="4308800"/>
            <a:ext cx="635000" cy="635000"/>
            <a:chOff x="3723894" y="4007358"/>
            <a:chExt cx="635000" cy="635000"/>
          </a:xfrm>
        </p:grpSpPr>
        <p:sp>
          <p:nvSpPr>
            <p:cNvPr id="173" name="object 58">
              <a:extLst>
                <a:ext uri="{FF2B5EF4-FFF2-40B4-BE49-F238E27FC236}">
                  <a16:creationId xmlns:a16="http://schemas.microsoft.com/office/drawing/2014/main" id="{D7753449-BFA9-2B4C-B122-0B8CC34DC2A3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59">
              <a:extLst>
                <a:ext uri="{FF2B5EF4-FFF2-40B4-BE49-F238E27FC236}">
                  <a16:creationId xmlns:a16="http://schemas.microsoft.com/office/drawing/2014/main" id="{B0ED21C3-92E1-0946-AAF9-0149002F8180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5" name="object 60">
            <a:extLst>
              <a:ext uri="{FF2B5EF4-FFF2-40B4-BE49-F238E27FC236}">
                <a16:creationId xmlns:a16="http://schemas.microsoft.com/office/drawing/2014/main" id="{40A30CF2-C40E-0B4E-B876-B350626C787D}"/>
              </a:ext>
            </a:extLst>
          </p:cNvPr>
          <p:cNvSpPr txBox="1"/>
          <p:nvPr/>
        </p:nvSpPr>
        <p:spPr>
          <a:xfrm>
            <a:off x="3896105" y="4420306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6" name="object 61">
            <a:extLst>
              <a:ext uri="{FF2B5EF4-FFF2-40B4-BE49-F238E27FC236}">
                <a16:creationId xmlns:a16="http://schemas.microsoft.com/office/drawing/2014/main" id="{7F519099-2AC0-9D49-8BA8-69AD7FF547B2}"/>
              </a:ext>
            </a:extLst>
          </p:cNvPr>
          <p:cNvGrpSpPr/>
          <p:nvPr/>
        </p:nvGrpSpPr>
        <p:grpSpPr>
          <a:xfrm>
            <a:off x="7341869" y="5738312"/>
            <a:ext cx="916940" cy="520065"/>
            <a:chOff x="7341869" y="5436870"/>
            <a:chExt cx="916940" cy="520065"/>
          </a:xfrm>
        </p:grpSpPr>
        <p:sp>
          <p:nvSpPr>
            <p:cNvPr id="177" name="object 62">
              <a:extLst>
                <a:ext uri="{FF2B5EF4-FFF2-40B4-BE49-F238E27FC236}">
                  <a16:creationId xmlns:a16="http://schemas.microsoft.com/office/drawing/2014/main" id="{EC806472-7DB5-6746-A6FC-FD2A3D8301D8}"/>
                </a:ext>
              </a:extLst>
            </p:cNvPr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63">
              <a:extLst>
                <a:ext uri="{FF2B5EF4-FFF2-40B4-BE49-F238E27FC236}">
                  <a16:creationId xmlns:a16="http://schemas.microsoft.com/office/drawing/2014/main" id="{32940372-B143-7E4C-9860-6AF1945A5514}"/>
                </a:ext>
              </a:extLst>
            </p:cNvPr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9" name="object 64">
            <a:extLst>
              <a:ext uri="{FF2B5EF4-FFF2-40B4-BE49-F238E27FC236}">
                <a16:creationId xmlns:a16="http://schemas.microsoft.com/office/drawing/2014/main" id="{2E1C9B84-4230-CC43-9EAA-3A984998C5A6}"/>
              </a:ext>
            </a:extLst>
          </p:cNvPr>
          <p:cNvGrpSpPr/>
          <p:nvPr/>
        </p:nvGrpSpPr>
        <p:grpSpPr>
          <a:xfrm>
            <a:off x="10333481" y="5754313"/>
            <a:ext cx="1130300" cy="520065"/>
            <a:chOff x="10333481" y="5452871"/>
            <a:chExt cx="1130300" cy="520065"/>
          </a:xfrm>
        </p:grpSpPr>
        <p:sp>
          <p:nvSpPr>
            <p:cNvPr id="180" name="object 65">
              <a:extLst>
                <a:ext uri="{FF2B5EF4-FFF2-40B4-BE49-F238E27FC236}">
                  <a16:creationId xmlns:a16="http://schemas.microsoft.com/office/drawing/2014/main" id="{DAF6A35C-2D47-C747-84FC-C272AE6E3BFC}"/>
                </a:ext>
              </a:extLst>
            </p:cNvPr>
            <p:cNvSpPr/>
            <p:nvPr/>
          </p:nvSpPr>
          <p:spPr>
            <a:xfrm>
              <a:off x="1033348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66">
              <a:extLst>
                <a:ext uri="{FF2B5EF4-FFF2-40B4-BE49-F238E27FC236}">
                  <a16:creationId xmlns:a16="http://schemas.microsoft.com/office/drawing/2014/main" id="{49B485C9-9B1A-5043-A5C0-54FA05DA8D10}"/>
                </a:ext>
              </a:extLst>
            </p:cNvPr>
            <p:cNvSpPr/>
            <p:nvPr/>
          </p:nvSpPr>
          <p:spPr>
            <a:xfrm>
              <a:off x="1097432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2" name="object 67">
            <a:extLst>
              <a:ext uri="{FF2B5EF4-FFF2-40B4-BE49-F238E27FC236}">
                <a16:creationId xmlns:a16="http://schemas.microsoft.com/office/drawing/2014/main" id="{35E2FBAA-52AA-1B41-82BF-ADF6B501659F}"/>
              </a:ext>
            </a:extLst>
          </p:cNvPr>
          <p:cNvSpPr txBox="1"/>
          <p:nvPr/>
        </p:nvSpPr>
        <p:spPr>
          <a:xfrm>
            <a:off x="10993373" y="5808162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3" name="object 68">
            <a:extLst>
              <a:ext uri="{FF2B5EF4-FFF2-40B4-BE49-F238E27FC236}">
                <a16:creationId xmlns:a16="http://schemas.microsoft.com/office/drawing/2014/main" id="{1B98E353-099F-8042-A6D2-BD8CB2A0322F}"/>
              </a:ext>
            </a:extLst>
          </p:cNvPr>
          <p:cNvSpPr/>
          <p:nvPr/>
        </p:nvSpPr>
        <p:spPr>
          <a:xfrm>
            <a:off x="11453621" y="5773363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69">
            <a:extLst>
              <a:ext uri="{FF2B5EF4-FFF2-40B4-BE49-F238E27FC236}">
                <a16:creationId xmlns:a16="http://schemas.microsoft.com/office/drawing/2014/main" id="{ED2E56AD-FB2C-8944-B956-E37161F6CE50}"/>
              </a:ext>
            </a:extLst>
          </p:cNvPr>
          <p:cNvSpPr txBox="1"/>
          <p:nvPr/>
        </p:nvSpPr>
        <p:spPr>
          <a:xfrm>
            <a:off x="11472671" y="5679383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85" name="object 70">
            <a:extLst>
              <a:ext uri="{FF2B5EF4-FFF2-40B4-BE49-F238E27FC236}">
                <a16:creationId xmlns:a16="http://schemas.microsoft.com/office/drawing/2014/main" id="{E6B2519C-CA0C-7E42-A413-4DEF9F3C924F}"/>
              </a:ext>
            </a:extLst>
          </p:cNvPr>
          <p:cNvSpPr/>
          <p:nvPr/>
        </p:nvSpPr>
        <p:spPr>
          <a:xfrm>
            <a:off x="9015221" y="5957006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71">
            <a:extLst>
              <a:ext uri="{FF2B5EF4-FFF2-40B4-BE49-F238E27FC236}">
                <a16:creationId xmlns:a16="http://schemas.microsoft.com/office/drawing/2014/main" id="{CD2B5F7D-A544-CA46-8C04-DD00A5FD8449}"/>
              </a:ext>
            </a:extLst>
          </p:cNvPr>
          <p:cNvSpPr/>
          <p:nvPr/>
        </p:nvSpPr>
        <p:spPr>
          <a:xfrm>
            <a:off x="9656064" y="5773363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72">
            <a:extLst>
              <a:ext uri="{FF2B5EF4-FFF2-40B4-BE49-F238E27FC236}">
                <a16:creationId xmlns:a16="http://schemas.microsoft.com/office/drawing/2014/main" id="{2E794EE0-B39F-EC4F-A9E2-483C41ACE793}"/>
              </a:ext>
            </a:extLst>
          </p:cNvPr>
          <p:cNvSpPr txBox="1"/>
          <p:nvPr/>
        </p:nvSpPr>
        <p:spPr>
          <a:xfrm>
            <a:off x="9675114" y="5808162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8" name="object 73">
            <a:extLst>
              <a:ext uri="{FF2B5EF4-FFF2-40B4-BE49-F238E27FC236}">
                <a16:creationId xmlns:a16="http://schemas.microsoft.com/office/drawing/2014/main" id="{F783FBA7-4F10-BA4C-8CB6-8F7154FA382D}"/>
              </a:ext>
            </a:extLst>
          </p:cNvPr>
          <p:cNvSpPr/>
          <p:nvPr/>
        </p:nvSpPr>
        <p:spPr>
          <a:xfrm>
            <a:off x="10135361" y="5773363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62997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11158670" cy="187679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lang="en-US" sz="2400" spc="-5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不能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找到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全部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可达顶点！</a:t>
            </a:r>
            <a:r>
              <a:rPr lang="zh-CN" altLang="en-US" sz="2400" spc="-5" dirty="0">
                <a:latin typeface="PMingLiU"/>
                <a:cs typeface="PMingLiU"/>
              </a:rPr>
              <a:t>是否存在有效算法？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7169" y="6400038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PMingLiU"/>
                <a:cs typeface="PMingLiU"/>
              </a:rPr>
              <a:t>…</a:t>
            </a:r>
            <a:endParaRPr sz="3200">
              <a:latin typeface="PMingLiU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7">
            <a:extLst>
              <a:ext uri="{FF2B5EF4-FFF2-40B4-BE49-F238E27FC236}">
                <a16:creationId xmlns:a16="http://schemas.microsoft.com/office/drawing/2014/main" id="{22D09469-C099-9245-974C-FD1240FFB560}"/>
              </a:ext>
            </a:extLst>
          </p:cNvPr>
          <p:cNvGrpSpPr/>
          <p:nvPr/>
        </p:nvGrpSpPr>
        <p:grpSpPr>
          <a:xfrm>
            <a:off x="7342631" y="4302175"/>
            <a:ext cx="917575" cy="2548890"/>
            <a:chOff x="7342631" y="3930396"/>
            <a:chExt cx="917575" cy="2548890"/>
          </a:xfrm>
        </p:grpSpPr>
        <p:sp>
          <p:nvSpPr>
            <p:cNvPr id="90" name="object 8">
              <a:extLst>
                <a:ext uri="{FF2B5EF4-FFF2-40B4-BE49-F238E27FC236}">
                  <a16:creationId xmlns:a16="http://schemas.microsoft.com/office/drawing/2014/main" id="{58026616-A32B-9D4C-AE5B-544499E4B57D}"/>
                </a:ext>
              </a:extLst>
            </p:cNvPr>
            <p:cNvSpPr/>
            <p:nvPr/>
          </p:nvSpPr>
          <p:spPr>
            <a:xfrm>
              <a:off x="7361681" y="496443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">
              <a:extLst>
                <a:ext uri="{FF2B5EF4-FFF2-40B4-BE49-F238E27FC236}">
                  <a16:creationId xmlns:a16="http://schemas.microsoft.com/office/drawing/2014/main" id="{26BED78F-391D-A445-8841-B72A35903922}"/>
                </a:ext>
              </a:extLst>
            </p:cNvPr>
            <p:cNvSpPr/>
            <p:nvPr/>
          </p:nvSpPr>
          <p:spPr>
            <a:xfrm>
              <a:off x="7642097" y="514807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10">
              <a:extLst>
                <a:ext uri="{FF2B5EF4-FFF2-40B4-BE49-F238E27FC236}">
                  <a16:creationId xmlns:a16="http://schemas.microsoft.com/office/drawing/2014/main" id="{EF285D33-23D5-8B45-8A2E-02AA177CE4D0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11">
              <a:extLst>
                <a:ext uri="{FF2B5EF4-FFF2-40B4-BE49-F238E27FC236}">
                  <a16:creationId xmlns:a16="http://schemas.microsoft.com/office/drawing/2014/main" id="{FD3079D7-7913-DB44-A047-FAC3C14ABABF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12">
              <a:extLst>
                <a:ext uri="{FF2B5EF4-FFF2-40B4-BE49-F238E27FC236}">
                  <a16:creationId xmlns:a16="http://schemas.microsoft.com/office/drawing/2014/main" id="{40CDA4EB-BC05-0944-8CFB-97B768F99424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13">
              <a:extLst>
                <a:ext uri="{FF2B5EF4-FFF2-40B4-BE49-F238E27FC236}">
                  <a16:creationId xmlns:a16="http://schemas.microsoft.com/office/drawing/2014/main" id="{9C16C4EB-0E51-CA45-8678-BC6713684D5D}"/>
                </a:ext>
              </a:extLst>
            </p:cNvPr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14">
              <a:extLst>
                <a:ext uri="{FF2B5EF4-FFF2-40B4-BE49-F238E27FC236}">
                  <a16:creationId xmlns:a16="http://schemas.microsoft.com/office/drawing/2014/main" id="{6BBB74D6-8765-8A49-B167-A5CEFD081CB9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5">
              <a:extLst>
                <a:ext uri="{FF2B5EF4-FFF2-40B4-BE49-F238E27FC236}">
                  <a16:creationId xmlns:a16="http://schemas.microsoft.com/office/drawing/2014/main" id="{AFAA0552-37DE-6742-A24A-A822CC6994C7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6">
              <a:extLst>
                <a:ext uri="{FF2B5EF4-FFF2-40B4-BE49-F238E27FC236}">
                  <a16:creationId xmlns:a16="http://schemas.microsoft.com/office/drawing/2014/main" id="{35F5E5EA-E4B2-4641-826E-578D58249835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7">
              <a:extLst>
                <a:ext uri="{FF2B5EF4-FFF2-40B4-BE49-F238E27FC236}">
                  <a16:creationId xmlns:a16="http://schemas.microsoft.com/office/drawing/2014/main" id="{DF2D1801-79F2-BC44-A845-092A988CFE6D}"/>
                </a:ext>
              </a:extLst>
            </p:cNvPr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8">
              <a:extLst>
                <a:ext uri="{FF2B5EF4-FFF2-40B4-BE49-F238E27FC236}">
                  <a16:creationId xmlns:a16="http://schemas.microsoft.com/office/drawing/2014/main" id="{07C6FC05-76F5-4847-B61C-3E7896A09EA6}"/>
                </a:ext>
              </a:extLst>
            </p:cNvPr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9">
              <a:extLst>
                <a:ext uri="{FF2B5EF4-FFF2-40B4-BE49-F238E27FC236}">
                  <a16:creationId xmlns:a16="http://schemas.microsoft.com/office/drawing/2014/main" id="{B60D8C96-1CBE-224A-9397-1B53CA5325A1}"/>
                </a:ext>
              </a:extLst>
            </p:cNvPr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20">
            <a:extLst>
              <a:ext uri="{FF2B5EF4-FFF2-40B4-BE49-F238E27FC236}">
                <a16:creationId xmlns:a16="http://schemas.microsoft.com/office/drawing/2014/main" id="{AE6969C2-C64A-0A45-AAF2-1A955764D0D7}"/>
              </a:ext>
            </a:extLst>
          </p:cNvPr>
          <p:cNvSpPr txBox="1"/>
          <p:nvPr/>
        </p:nvSpPr>
        <p:spPr>
          <a:xfrm>
            <a:off x="7082281" y="4057318"/>
            <a:ext cx="215265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445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3" name="object 21">
            <a:extLst>
              <a:ext uri="{FF2B5EF4-FFF2-40B4-BE49-F238E27FC236}">
                <a16:creationId xmlns:a16="http://schemas.microsoft.com/office/drawing/2014/main" id="{9C0BC218-0F87-6A49-A835-C8813608CDFC}"/>
              </a:ext>
            </a:extLst>
          </p:cNvPr>
          <p:cNvSpPr txBox="1"/>
          <p:nvPr/>
        </p:nvSpPr>
        <p:spPr>
          <a:xfrm>
            <a:off x="7078471" y="5155107"/>
            <a:ext cx="22161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4" name="object 22">
            <a:extLst>
              <a:ext uri="{FF2B5EF4-FFF2-40B4-BE49-F238E27FC236}">
                <a16:creationId xmlns:a16="http://schemas.microsoft.com/office/drawing/2014/main" id="{1D928A82-4CB9-4749-8DD1-9F893E9087CD}"/>
              </a:ext>
            </a:extLst>
          </p:cNvPr>
          <p:cNvGrpSpPr/>
          <p:nvPr/>
        </p:nvGrpSpPr>
        <p:grpSpPr>
          <a:xfrm>
            <a:off x="9011411" y="4302175"/>
            <a:ext cx="1609725" cy="520065"/>
            <a:chOff x="9011411" y="3930396"/>
            <a:chExt cx="1609725" cy="520065"/>
          </a:xfrm>
        </p:grpSpPr>
        <p:sp>
          <p:nvSpPr>
            <p:cNvPr id="105" name="object 23">
              <a:extLst>
                <a:ext uri="{FF2B5EF4-FFF2-40B4-BE49-F238E27FC236}">
                  <a16:creationId xmlns:a16="http://schemas.microsoft.com/office/drawing/2014/main" id="{F2B08752-BB83-1C4C-ADE5-36E7EB32E5C1}"/>
                </a:ext>
              </a:extLst>
            </p:cNvPr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24">
              <a:extLst>
                <a:ext uri="{FF2B5EF4-FFF2-40B4-BE49-F238E27FC236}">
                  <a16:creationId xmlns:a16="http://schemas.microsoft.com/office/drawing/2014/main" id="{054CB31B-457F-E647-8E8A-F4A374A889B2}"/>
                </a:ext>
              </a:extLst>
            </p:cNvPr>
            <p:cNvSpPr/>
            <p:nvPr/>
          </p:nvSpPr>
          <p:spPr>
            <a:xfrm>
              <a:off x="9652253" y="3949446"/>
              <a:ext cx="949960" cy="481965"/>
            </a:xfrm>
            <a:custGeom>
              <a:avLst/>
              <a:gdLst/>
              <a:ahLst/>
              <a:cxnLst/>
              <a:rect l="l" t="t" r="r" b="b"/>
              <a:pathLst>
                <a:path w="949959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  <a:path w="949959" h="481964">
                  <a:moveTo>
                    <a:pt x="479298" y="481583"/>
                  </a:moveTo>
                  <a:lnTo>
                    <a:pt x="949451" y="481583"/>
                  </a:lnTo>
                  <a:lnTo>
                    <a:pt x="949451" y="0"/>
                  </a:lnTo>
                  <a:lnTo>
                    <a:pt x="479298" y="0"/>
                  </a:lnTo>
                  <a:lnTo>
                    <a:pt x="479298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25">
            <a:extLst>
              <a:ext uri="{FF2B5EF4-FFF2-40B4-BE49-F238E27FC236}">
                <a16:creationId xmlns:a16="http://schemas.microsoft.com/office/drawing/2014/main" id="{E1FC4113-87E6-4B4C-8F55-56AD33F9A2D3}"/>
              </a:ext>
            </a:extLst>
          </p:cNvPr>
          <p:cNvSpPr/>
          <p:nvPr/>
        </p:nvSpPr>
        <p:spPr>
          <a:xfrm>
            <a:off x="10333481" y="4504867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26">
            <a:extLst>
              <a:ext uri="{FF2B5EF4-FFF2-40B4-BE49-F238E27FC236}">
                <a16:creationId xmlns:a16="http://schemas.microsoft.com/office/drawing/2014/main" id="{E57336D0-3166-1D42-BFA4-76EF75A52475}"/>
              </a:ext>
            </a:extLst>
          </p:cNvPr>
          <p:cNvSpPr/>
          <p:nvPr/>
        </p:nvSpPr>
        <p:spPr>
          <a:xfrm>
            <a:off x="10974323" y="4321225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27">
            <a:extLst>
              <a:ext uri="{FF2B5EF4-FFF2-40B4-BE49-F238E27FC236}">
                <a16:creationId xmlns:a16="http://schemas.microsoft.com/office/drawing/2014/main" id="{1C7D6A7F-8289-8B4E-B976-52DC027BD9D2}"/>
              </a:ext>
            </a:extLst>
          </p:cNvPr>
          <p:cNvSpPr txBox="1"/>
          <p:nvPr/>
        </p:nvSpPr>
        <p:spPr>
          <a:xfrm>
            <a:off x="9671304" y="4356531"/>
            <a:ext cx="1754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  <a:tabLst>
                <a:tab pos="1397000" algn="l"/>
              </a:tabLst>
            </a:pPr>
            <a:r>
              <a:rPr sz="2400" spc="-50">
                <a:latin typeface="Cambria Math"/>
                <a:cs typeface="Cambria Math"/>
              </a:rPr>
              <a:t>𝒇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0" name="object 28">
            <a:extLst>
              <a:ext uri="{FF2B5EF4-FFF2-40B4-BE49-F238E27FC236}">
                <a16:creationId xmlns:a16="http://schemas.microsoft.com/office/drawing/2014/main" id="{1F56BE48-0E0B-984A-A3EF-D221209C3997}"/>
              </a:ext>
            </a:extLst>
          </p:cNvPr>
          <p:cNvSpPr/>
          <p:nvPr/>
        </p:nvSpPr>
        <p:spPr>
          <a:xfrm>
            <a:off x="11453621" y="4321225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29">
            <a:extLst>
              <a:ext uri="{FF2B5EF4-FFF2-40B4-BE49-F238E27FC236}">
                <a16:creationId xmlns:a16="http://schemas.microsoft.com/office/drawing/2014/main" id="{0184F58B-8119-A64B-ADF0-5A4E1AD85BD0}"/>
              </a:ext>
            </a:extLst>
          </p:cNvPr>
          <p:cNvSpPr txBox="1"/>
          <p:nvPr/>
        </p:nvSpPr>
        <p:spPr>
          <a:xfrm>
            <a:off x="11472671" y="4227752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aphicFrame>
        <p:nvGraphicFramePr>
          <p:cNvPr id="112" name="object 31">
            <a:extLst>
              <a:ext uri="{FF2B5EF4-FFF2-40B4-BE49-F238E27FC236}">
                <a16:creationId xmlns:a16="http://schemas.microsoft.com/office/drawing/2014/main" id="{672537A4-882D-BD44-96BF-4931421E1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692039"/>
              </p:ext>
            </p:extLst>
          </p:nvPr>
        </p:nvGraphicFramePr>
        <p:xfrm>
          <a:off x="8263890" y="4302175"/>
          <a:ext cx="949960" cy="2508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03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476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9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𝒅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0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835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𝒄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spc="-50">
                          <a:latin typeface="Cambria Math"/>
                          <a:cs typeface="Cambria Math"/>
                        </a:rPr>
                        <a:t>𝒂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79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ts val="3854"/>
                        </a:lnSpc>
                      </a:pPr>
                      <a:r>
                        <a:rPr sz="4000" b="1">
                          <a:latin typeface="Times New Roman"/>
                          <a:cs typeface="Times New Roman"/>
                        </a:rPr>
                        <a:t>/</a:t>
                      </a: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" name="object 32">
            <a:extLst>
              <a:ext uri="{FF2B5EF4-FFF2-40B4-BE49-F238E27FC236}">
                <a16:creationId xmlns:a16="http://schemas.microsoft.com/office/drawing/2014/main" id="{FBCF133F-77EB-BE44-8949-C2AA852B02E5}"/>
              </a:ext>
            </a:extLst>
          </p:cNvPr>
          <p:cNvSpPr/>
          <p:nvPr/>
        </p:nvSpPr>
        <p:spPr>
          <a:xfrm>
            <a:off x="3742944" y="4398187"/>
            <a:ext cx="596900" cy="596900"/>
          </a:xfrm>
          <a:custGeom>
            <a:avLst/>
            <a:gdLst/>
            <a:ahLst/>
            <a:cxnLst/>
            <a:rect l="l" t="t" r="r" b="b"/>
            <a:pathLst>
              <a:path w="596900" h="596900">
                <a:moveTo>
                  <a:pt x="0" y="298323"/>
                </a:moveTo>
                <a:lnTo>
                  <a:pt x="3905" y="249943"/>
                </a:lnTo>
                <a:lnTo>
                  <a:pt x="15212" y="204045"/>
                </a:lnTo>
                <a:lnTo>
                  <a:pt x="33305" y="161244"/>
                </a:lnTo>
                <a:lnTo>
                  <a:pt x="57570" y="122154"/>
                </a:lnTo>
                <a:lnTo>
                  <a:pt x="87391" y="87391"/>
                </a:lnTo>
                <a:lnTo>
                  <a:pt x="122154" y="57570"/>
                </a:lnTo>
                <a:lnTo>
                  <a:pt x="161244" y="33305"/>
                </a:lnTo>
                <a:lnTo>
                  <a:pt x="204045" y="15212"/>
                </a:lnTo>
                <a:lnTo>
                  <a:pt x="249943" y="3905"/>
                </a:lnTo>
                <a:lnTo>
                  <a:pt x="298322" y="0"/>
                </a:lnTo>
                <a:lnTo>
                  <a:pt x="346702" y="3905"/>
                </a:lnTo>
                <a:lnTo>
                  <a:pt x="392600" y="15212"/>
                </a:lnTo>
                <a:lnTo>
                  <a:pt x="435401" y="33305"/>
                </a:lnTo>
                <a:lnTo>
                  <a:pt x="474491" y="57570"/>
                </a:lnTo>
                <a:lnTo>
                  <a:pt x="509254" y="87391"/>
                </a:lnTo>
                <a:lnTo>
                  <a:pt x="539075" y="122154"/>
                </a:lnTo>
                <a:lnTo>
                  <a:pt x="563340" y="161244"/>
                </a:lnTo>
                <a:lnTo>
                  <a:pt x="581433" y="204045"/>
                </a:lnTo>
                <a:lnTo>
                  <a:pt x="592740" y="249943"/>
                </a:lnTo>
                <a:lnTo>
                  <a:pt x="596645" y="298323"/>
                </a:lnTo>
                <a:lnTo>
                  <a:pt x="592740" y="346702"/>
                </a:lnTo>
                <a:lnTo>
                  <a:pt x="581433" y="392600"/>
                </a:lnTo>
                <a:lnTo>
                  <a:pt x="563340" y="435401"/>
                </a:lnTo>
                <a:lnTo>
                  <a:pt x="539075" y="474491"/>
                </a:lnTo>
                <a:lnTo>
                  <a:pt x="509254" y="509254"/>
                </a:lnTo>
                <a:lnTo>
                  <a:pt x="474491" y="539075"/>
                </a:lnTo>
                <a:lnTo>
                  <a:pt x="435401" y="563340"/>
                </a:lnTo>
                <a:lnTo>
                  <a:pt x="392600" y="581433"/>
                </a:lnTo>
                <a:lnTo>
                  <a:pt x="346702" y="592740"/>
                </a:lnTo>
                <a:lnTo>
                  <a:pt x="298322" y="596646"/>
                </a:lnTo>
                <a:lnTo>
                  <a:pt x="249943" y="592740"/>
                </a:lnTo>
                <a:lnTo>
                  <a:pt x="204045" y="581433"/>
                </a:lnTo>
                <a:lnTo>
                  <a:pt x="161244" y="563340"/>
                </a:lnTo>
                <a:lnTo>
                  <a:pt x="122154" y="539075"/>
                </a:lnTo>
                <a:lnTo>
                  <a:pt x="87391" y="509254"/>
                </a:lnTo>
                <a:lnTo>
                  <a:pt x="57570" y="474491"/>
                </a:lnTo>
                <a:lnTo>
                  <a:pt x="33305" y="435401"/>
                </a:lnTo>
                <a:lnTo>
                  <a:pt x="15212" y="392600"/>
                </a:lnTo>
                <a:lnTo>
                  <a:pt x="3905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33">
            <a:extLst>
              <a:ext uri="{FF2B5EF4-FFF2-40B4-BE49-F238E27FC236}">
                <a16:creationId xmlns:a16="http://schemas.microsoft.com/office/drawing/2014/main" id="{54A4AFFD-6F8E-C141-8CE3-10336177DC15}"/>
              </a:ext>
            </a:extLst>
          </p:cNvPr>
          <p:cNvSpPr txBox="1"/>
          <p:nvPr/>
        </p:nvSpPr>
        <p:spPr>
          <a:xfrm>
            <a:off x="3896105" y="4490643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5" name="object 34">
            <a:extLst>
              <a:ext uri="{FF2B5EF4-FFF2-40B4-BE49-F238E27FC236}">
                <a16:creationId xmlns:a16="http://schemas.microsoft.com/office/drawing/2014/main" id="{B4B62851-2540-B74C-B04A-8FE6D2010976}"/>
              </a:ext>
            </a:extLst>
          </p:cNvPr>
          <p:cNvSpPr/>
          <p:nvPr/>
        </p:nvSpPr>
        <p:spPr>
          <a:xfrm>
            <a:off x="4680965" y="530115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8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4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9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35">
            <a:extLst>
              <a:ext uri="{FF2B5EF4-FFF2-40B4-BE49-F238E27FC236}">
                <a16:creationId xmlns:a16="http://schemas.microsoft.com/office/drawing/2014/main" id="{9C721D7D-9D4D-2143-9602-3BFA35923957}"/>
              </a:ext>
            </a:extLst>
          </p:cNvPr>
          <p:cNvSpPr txBox="1"/>
          <p:nvPr/>
        </p:nvSpPr>
        <p:spPr>
          <a:xfrm>
            <a:off x="4825238" y="5393867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7" name="object 36">
            <a:extLst>
              <a:ext uri="{FF2B5EF4-FFF2-40B4-BE49-F238E27FC236}">
                <a16:creationId xmlns:a16="http://schemas.microsoft.com/office/drawing/2014/main" id="{C9DD5762-2352-F645-9045-8FA3514ECECC}"/>
              </a:ext>
            </a:extLst>
          </p:cNvPr>
          <p:cNvSpPr/>
          <p:nvPr/>
        </p:nvSpPr>
        <p:spPr>
          <a:xfrm>
            <a:off x="2805683" y="5301157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3"/>
                </a:moveTo>
                <a:lnTo>
                  <a:pt x="3898" y="249943"/>
                </a:lnTo>
                <a:lnTo>
                  <a:pt x="15185" y="204045"/>
                </a:lnTo>
                <a:lnTo>
                  <a:pt x="33247" y="161244"/>
                </a:lnTo>
                <a:lnTo>
                  <a:pt x="57473" y="122154"/>
                </a:lnTo>
                <a:lnTo>
                  <a:pt x="87249" y="87391"/>
                </a:lnTo>
                <a:lnTo>
                  <a:pt x="121962" y="57570"/>
                </a:lnTo>
                <a:lnTo>
                  <a:pt x="161001" y="33305"/>
                </a:lnTo>
                <a:lnTo>
                  <a:pt x="203752" y="15212"/>
                </a:lnTo>
                <a:lnTo>
                  <a:pt x="249603" y="3905"/>
                </a:lnTo>
                <a:lnTo>
                  <a:pt x="297942" y="0"/>
                </a:lnTo>
                <a:lnTo>
                  <a:pt x="346280" y="3905"/>
                </a:lnTo>
                <a:lnTo>
                  <a:pt x="392131" y="15212"/>
                </a:lnTo>
                <a:lnTo>
                  <a:pt x="434882" y="33305"/>
                </a:lnTo>
                <a:lnTo>
                  <a:pt x="473921" y="57570"/>
                </a:lnTo>
                <a:lnTo>
                  <a:pt x="508635" y="87391"/>
                </a:lnTo>
                <a:lnTo>
                  <a:pt x="538410" y="122154"/>
                </a:lnTo>
                <a:lnTo>
                  <a:pt x="562636" y="161244"/>
                </a:lnTo>
                <a:lnTo>
                  <a:pt x="580698" y="204045"/>
                </a:lnTo>
                <a:lnTo>
                  <a:pt x="591985" y="249943"/>
                </a:lnTo>
                <a:lnTo>
                  <a:pt x="595883" y="298323"/>
                </a:lnTo>
                <a:lnTo>
                  <a:pt x="591985" y="346702"/>
                </a:lnTo>
                <a:lnTo>
                  <a:pt x="580698" y="392600"/>
                </a:lnTo>
                <a:lnTo>
                  <a:pt x="562636" y="435401"/>
                </a:lnTo>
                <a:lnTo>
                  <a:pt x="538410" y="474491"/>
                </a:lnTo>
                <a:lnTo>
                  <a:pt x="508635" y="509254"/>
                </a:lnTo>
                <a:lnTo>
                  <a:pt x="473921" y="539075"/>
                </a:lnTo>
                <a:lnTo>
                  <a:pt x="434882" y="563340"/>
                </a:lnTo>
                <a:lnTo>
                  <a:pt x="392131" y="581433"/>
                </a:lnTo>
                <a:lnTo>
                  <a:pt x="346280" y="592740"/>
                </a:lnTo>
                <a:lnTo>
                  <a:pt x="297942" y="596646"/>
                </a:lnTo>
                <a:lnTo>
                  <a:pt x="249603" y="592740"/>
                </a:lnTo>
                <a:lnTo>
                  <a:pt x="203752" y="581433"/>
                </a:lnTo>
                <a:lnTo>
                  <a:pt x="161001" y="563340"/>
                </a:lnTo>
                <a:lnTo>
                  <a:pt x="121962" y="539075"/>
                </a:lnTo>
                <a:lnTo>
                  <a:pt x="87248" y="509254"/>
                </a:lnTo>
                <a:lnTo>
                  <a:pt x="57473" y="474491"/>
                </a:lnTo>
                <a:lnTo>
                  <a:pt x="33247" y="435401"/>
                </a:lnTo>
                <a:lnTo>
                  <a:pt x="15185" y="392600"/>
                </a:lnTo>
                <a:lnTo>
                  <a:pt x="3898" y="346702"/>
                </a:lnTo>
                <a:lnTo>
                  <a:pt x="0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37">
            <a:extLst>
              <a:ext uri="{FF2B5EF4-FFF2-40B4-BE49-F238E27FC236}">
                <a16:creationId xmlns:a16="http://schemas.microsoft.com/office/drawing/2014/main" id="{BFAF912C-7593-3E41-8942-FCD607E6A9E2}"/>
              </a:ext>
            </a:extLst>
          </p:cNvPr>
          <p:cNvSpPr txBox="1"/>
          <p:nvPr/>
        </p:nvSpPr>
        <p:spPr>
          <a:xfrm>
            <a:off x="2954527" y="5393867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9" name="object 38">
            <a:extLst>
              <a:ext uri="{FF2B5EF4-FFF2-40B4-BE49-F238E27FC236}">
                <a16:creationId xmlns:a16="http://schemas.microsoft.com/office/drawing/2014/main" id="{E82889F1-A0B7-A945-81BA-158FCCC61003}"/>
              </a:ext>
            </a:extLst>
          </p:cNvPr>
          <p:cNvSpPr/>
          <p:nvPr/>
        </p:nvSpPr>
        <p:spPr>
          <a:xfrm>
            <a:off x="6180582" y="6122593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39">
            <a:extLst>
              <a:ext uri="{FF2B5EF4-FFF2-40B4-BE49-F238E27FC236}">
                <a16:creationId xmlns:a16="http://schemas.microsoft.com/office/drawing/2014/main" id="{305E53E9-E643-524F-8C9C-2380988F4505}"/>
              </a:ext>
            </a:extLst>
          </p:cNvPr>
          <p:cNvSpPr txBox="1"/>
          <p:nvPr/>
        </p:nvSpPr>
        <p:spPr>
          <a:xfrm>
            <a:off x="6371844" y="6214795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1" name="object 40">
            <a:extLst>
              <a:ext uri="{FF2B5EF4-FFF2-40B4-BE49-F238E27FC236}">
                <a16:creationId xmlns:a16="http://schemas.microsoft.com/office/drawing/2014/main" id="{591F4E6A-294E-C441-8BCE-634C7F12D971}"/>
              </a:ext>
            </a:extLst>
          </p:cNvPr>
          <p:cNvSpPr/>
          <p:nvPr/>
        </p:nvSpPr>
        <p:spPr>
          <a:xfrm>
            <a:off x="4748784" y="5810173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41">
            <a:extLst>
              <a:ext uri="{FF2B5EF4-FFF2-40B4-BE49-F238E27FC236}">
                <a16:creationId xmlns:a16="http://schemas.microsoft.com/office/drawing/2014/main" id="{8F517CF5-77A6-8C41-848E-3134D330C677}"/>
              </a:ext>
            </a:extLst>
          </p:cNvPr>
          <p:cNvSpPr txBox="1"/>
          <p:nvPr/>
        </p:nvSpPr>
        <p:spPr>
          <a:xfrm>
            <a:off x="4900421" y="6214795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3" name="object 42">
            <a:extLst>
              <a:ext uri="{FF2B5EF4-FFF2-40B4-BE49-F238E27FC236}">
                <a16:creationId xmlns:a16="http://schemas.microsoft.com/office/drawing/2014/main" id="{17BFEEA6-15FD-4049-B389-D308A24E3E75}"/>
              </a:ext>
            </a:extLst>
          </p:cNvPr>
          <p:cNvSpPr/>
          <p:nvPr/>
        </p:nvSpPr>
        <p:spPr>
          <a:xfrm>
            <a:off x="3317747" y="5897802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43">
            <a:extLst>
              <a:ext uri="{FF2B5EF4-FFF2-40B4-BE49-F238E27FC236}">
                <a16:creationId xmlns:a16="http://schemas.microsoft.com/office/drawing/2014/main" id="{40331CB1-08CC-9F42-979E-CF6FEA979566}"/>
              </a:ext>
            </a:extLst>
          </p:cNvPr>
          <p:cNvSpPr txBox="1"/>
          <p:nvPr/>
        </p:nvSpPr>
        <p:spPr>
          <a:xfrm>
            <a:off x="3471926" y="6214795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5" name="object 44">
            <a:extLst>
              <a:ext uri="{FF2B5EF4-FFF2-40B4-BE49-F238E27FC236}">
                <a16:creationId xmlns:a16="http://schemas.microsoft.com/office/drawing/2014/main" id="{EC1E65FF-1FD2-7F4F-9C82-1D3E338E89C9}"/>
              </a:ext>
            </a:extLst>
          </p:cNvPr>
          <p:cNvSpPr/>
          <p:nvPr/>
        </p:nvSpPr>
        <p:spPr>
          <a:xfrm>
            <a:off x="1885950" y="6122593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45">
            <a:extLst>
              <a:ext uri="{FF2B5EF4-FFF2-40B4-BE49-F238E27FC236}">
                <a16:creationId xmlns:a16="http://schemas.microsoft.com/office/drawing/2014/main" id="{57F9904E-1C6E-F84E-9795-09B6E26099EC}"/>
              </a:ext>
            </a:extLst>
          </p:cNvPr>
          <p:cNvSpPr txBox="1"/>
          <p:nvPr/>
        </p:nvSpPr>
        <p:spPr>
          <a:xfrm>
            <a:off x="2056129" y="6214795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7" name="object 46">
            <a:extLst>
              <a:ext uri="{FF2B5EF4-FFF2-40B4-BE49-F238E27FC236}">
                <a16:creationId xmlns:a16="http://schemas.microsoft.com/office/drawing/2014/main" id="{06DFC8A7-0055-604D-909C-009AF8EAB7CD}"/>
              </a:ext>
            </a:extLst>
          </p:cNvPr>
          <p:cNvSpPr/>
          <p:nvPr/>
        </p:nvSpPr>
        <p:spPr>
          <a:xfrm>
            <a:off x="2394966" y="5301157"/>
            <a:ext cx="1945005" cy="908685"/>
          </a:xfrm>
          <a:custGeom>
            <a:avLst/>
            <a:gdLst/>
            <a:ahLst/>
            <a:cxnLst/>
            <a:rect l="l" t="t" r="r" b="b"/>
            <a:pathLst>
              <a:path w="1945004" h="908685">
                <a:moveTo>
                  <a:pt x="0" y="908596"/>
                </a:moveTo>
                <a:lnTo>
                  <a:pt x="498220" y="509016"/>
                </a:lnTo>
              </a:path>
              <a:path w="1945004" h="908685">
                <a:moveTo>
                  <a:pt x="1220850" y="821309"/>
                </a:moveTo>
                <a:lnTo>
                  <a:pt x="919733" y="509016"/>
                </a:lnTo>
              </a:path>
              <a:path w="1945004" h="908685">
                <a:moveTo>
                  <a:pt x="1347978" y="298323"/>
                </a:moveTo>
                <a:lnTo>
                  <a:pt x="1351883" y="249943"/>
                </a:lnTo>
                <a:lnTo>
                  <a:pt x="1363190" y="204045"/>
                </a:lnTo>
                <a:lnTo>
                  <a:pt x="1381283" y="161244"/>
                </a:lnTo>
                <a:lnTo>
                  <a:pt x="1405548" y="122154"/>
                </a:lnTo>
                <a:lnTo>
                  <a:pt x="1435369" y="87391"/>
                </a:lnTo>
                <a:lnTo>
                  <a:pt x="1470132" y="57570"/>
                </a:lnTo>
                <a:lnTo>
                  <a:pt x="1509222" y="33305"/>
                </a:lnTo>
                <a:lnTo>
                  <a:pt x="1552023" y="15212"/>
                </a:lnTo>
                <a:lnTo>
                  <a:pt x="1597921" y="3905"/>
                </a:lnTo>
                <a:lnTo>
                  <a:pt x="1646300" y="0"/>
                </a:lnTo>
                <a:lnTo>
                  <a:pt x="1694680" y="3905"/>
                </a:lnTo>
                <a:lnTo>
                  <a:pt x="1740578" y="15212"/>
                </a:lnTo>
                <a:lnTo>
                  <a:pt x="1783379" y="33305"/>
                </a:lnTo>
                <a:lnTo>
                  <a:pt x="1822469" y="57570"/>
                </a:lnTo>
                <a:lnTo>
                  <a:pt x="1857232" y="87391"/>
                </a:lnTo>
                <a:lnTo>
                  <a:pt x="1887053" y="122154"/>
                </a:lnTo>
                <a:lnTo>
                  <a:pt x="1911318" y="161244"/>
                </a:lnTo>
                <a:lnTo>
                  <a:pt x="1929411" y="204045"/>
                </a:lnTo>
                <a:lnTo>
                  <a:pt x="1940718" y="249943"/>
                </a:lnTo>
                <a:lnTo>
                  <a:pt x="1944623" y="298323"/>
                </a:lnTo>
                <a:lnTo>
                  <a:pt x="1940718" y="346702"/>
                </a:lnTo>
                <a:lnTo>
                  <a:pt x="1929411" y="392600"/>
                </a:lnTo>
                <a:lnTo>
                  <a:pt x="1911318" y="435401"/>
                </a:lnTo>
                <a:lnTo>
                  <a:pt x="1887053" y="474491"/>
                </a:lnTo>
                <a:lnTo>
                  <a:pt x="1857232" y="509254"/>
                </a:lnTo>
                <a:lnTo>
                  <a:pt x="1822469" y="539075"/>
                </a:lnTo>
                <a:lnTo>
                  <a:pt x="1783379" y="563340"/>
                </a:lnTo>
                <a:lnTo>
                  <a:pt x="1740578" y="581433"/>
                </a:lnTo>
                <a:lnTo>
                  <a:pt x="1694680" y="592740"/>
                </a:lnTo>
                <a:lnTo>
                  <a:pt x="1646300" y="596646"/>
                </a:lnTo>
                <a:lnTo>
                  <a:pt x="1597921" y="592740"/>
                </a:lnTo>
                <a:lnTo>
                  <a:pt x="1552023" y="581433"/>
                </a:lnTo>
                <a:lnTo>
                  <a:pt x="1509222" y="563340"/>
                </a:lnTo>
                <a:lnTo>
                  <a:pt x="1470132" y="539075"/>
                </a:lnTo>
                <a:lnTo>
                  <a:pt x="1435369" y="509254"/>
                </a:lnTo>
                <a:lnTo>
                  <a:pt x="1405548" y="474491"/>
                </a:lnTo>
                <a:lnTo>
                  <a:pt x="1381283" y="435401"/>
                </a:lnTo>
                <a:lnTo>
                  <a:pt x="1363190" y="392600"/>
                </a:lnTo>
                <a:lnTo>
                  <a:pt x="1351883" y="346702"/>
                </a:lnTo>
                <a:lnTo>
                  <a:pt x="1347978" y="29832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47">
            <a:extLst>
              <a:ext uri="{FF2B5EF4-FFF2-40B4-BE49-F238E27FC236}">
                <a16:creationId xmlns:a16="http://schemas.microsoft.com/office/drawing/2014/main" id="{396D5801-C2B5-8147-A598-CACFC0D9B1EE}"/>
              </a:ext>
            </a:extLst>
          </p:cNvPr>
          <p:cNvSpPr txBox="1"/>
          <p:nvPr/>
        </p:nvSpPr>
        <p:spPr>
          <a:xfrm>
            <a:off x="3905250" y="5393867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9" name="object 48">
            <a:extLst>
              <a:ext uri="{FF2B5EF4-FFF2-40B4-BE49-F238E27FC236}">
                <a16:creationId xmlns:a16="http://schemas.microsoft.com/office/drawing/2014/main" id="{A6C4EDDD-193D-8D4E-A0E5-C888CBE502E3}"/>
              </a:ext>
            </a:extLst>
          </p:cNvPr>
          <p:cNvSpPr/>
          <p:nvPr/>
        </p:nvSpPr>
        <p:spPr>
          <a:xfrm>
            <a:off x="3314700" y="4907202"/>
            <a:ext cx="1453515" cy="481965"/>
          </a:xfrm>
          <a:custGeom>
            <a:avLst/>
            <a:gdLst/>
            <a:ahLst/>
            <a:cxnLst/>
            <a:rect l="l" t="t" r="r" b="b"/>
            <a:pathLst>
              <a:path w="1453514" h="481964">
                <a:moveTo>
                  <a:pt x="516127" y="0"/>
                </a:moveTo>
                <a:lnTo>
                  <a:pt x="0" y="481456"/>
                </a:lnTo>
              </a:path>
              <a:path w="1453514" h="481964">
                <a:moveTo>
                  <a:pt x="726948" y="87630"/>
                </a:moveTo>
                <a:lnTo>
                  <a:pt x="726948" y="394462"/>
                </a:lnTo>
              </a:path>
              <a:path w="1453514" h="481964">
                <a:moveTo>
                  <a:pt x="937260" y="0"/>
                </a:moveTo>
                <a:lnTo>
                  <a:pt x="1453388" y="48145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0" name="object 49">
            <a:extLst>
              <a:ext uri="{FF2B5EF4-FFF2-40B4-BE49-F238E27FC236}">
                <a16:creationId xmlns:a16="http://schemas.microsoft.com/office/drawing/2014/main" id="{C9FFC393-3EFE-1C49-AD69-398C84F5DB65}"/>
              </a:ext>
            </a:extLst>
          </p:cNvPr>
          <p:cNvGrpSpPr/>
          <p:nvPr/>
        </p:nvGrpSpPr>
        <p:grpSpPr>
          <a:xfrm>
            <a:off x="7341869" y="5808649"/>
            <a:ext cx="916940" cy="520065"/>
            <a:chOff x="7341869" y="5436870"/>
            <a:chExt cx="916940" cy="520065"/>
          </a:xfrm>
        </p:grpSpPr>
        <p:sp>
          <p:nvSpPr>
            <p:cNvPr id="131" name="object 50">
              <a:extLst>
                <a:ext uri="{FF2B5EF4-FFF2-40B4-BE49-F238E27FC236}">
                  <a16:creationId xmlns:a16="http://schemas.microsoft.com/office/drawing/2014/main" id="{9230572F-C061-604F-B112-914F4240FBA3}"/>
                </a:ext>
              </a:extLst>
            </p:cNvPr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51">
              <a:extLst>
                <a:ext uri="{FF2B5EF4-FFF2-40B4-BE49-F238E27FC236}">
                  <a16:creationId xmlns:a16="http://schemas.microsoft.com/office/drawing/2014/main" id="{501371E7-79DD-1D48-A248-5FF98B563CEF}"/>
                </a:ext>
              </a:extLst>
            </p:cNvPr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" name="object 52">
            <a:extLst>
              <a:ext uri="{FF2B5EF4-FFF2-40B4-BE49-F238E27FC236}">
                <a16:creationId xmlns:a16="http://schemas.microsoft.com/office/drawing/2014/main" id="{C60F581B-FDB1-7842-94D7-736C84E3D4A7}"/>
              </a:ext>
            </a:extLst>
          </p:cNvPr>
          <p:cNvGrpSpPr/>
          <p:nvPr/>
        </p:nvGrpSpPr>
        <p:grpSpPr>
          <a:xfrm>
            <a:off x="10333481" y="5824650"/>
            <a:ext cx="1130300" cy="520065"/>
            <a:chOff x="10333481" y="5452871"/>
            <a:chExt cx="1130300" cy="520065"/>
          </a:xfrm>
        </p:grpSpPr>
        <p:sp>
          <p:nvSpPr>
            <p:cNvPr id="134" name="object 53">
              <a:extLst>
                <a:ext uri="{FF2B5EF4-FFF2-40B4-BE49-F238E27FC236}">
                  <a16:creationId xmlns:a16="http://schemas.microsoft.com/office/drawing/2014/main" id="{93C4390C-5116-C14E-9CF7-8FE620B369EC}"/>
                </a:ext>
              </a:extLst>
            </p:cNvPr>
            <p:cNvSpPr/>
            <p:nvPr/>
          </p:nvSpPr>
          <p:spPr>
            <a:xfrm>
              <a:off x="1033348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54">
              <a:extLst>
                <a:ext uri="{FF2B5EF4-FFF2-40B4-BE49-F238E27FC236}">
                  <a16:creationId xmlns:a16="http://schemas.microsoft.com/office/drawing/2014/main" id="{ACFE62D9-AEAC-5943-835D-F8E97F1E5E0B}"/>
                </a:ext>
              </a:extLst>
            </p:cNvPr>
            <p:cNvSpPr/>
            <p:nvPr/>
          </p:nvSpPr>
          <p:spPr>
            <a:xfrm>
              <a:off x="1097432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55">
            <a:extLst>
              <a:ext uri="{FF2B5EF4-FFF2-40B4-BE49-F238E27FC236}">
                <a16:creationId xmlns:a16="http://schemas.microsoft.com/office/drawing/2014/main" id="{3A25E50B-2E2D-3945-8FA9-60EB7B81C72E}"/>
              </a:ext>
            </a:extLst>
          </p:cNvPr>
          <p:cNvSpPr txBox="1"/>
          <p:nvPr/>
        </p:nvSpPr>
        <p:spPr>
          <a:xfrm>
            <a:off x="10993373" y="5878499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7" name="object 56">
            <a:extLst>
              <a:ext uri="{FF2B5EF4-FFF2-40B4-BE49-F238E27FC236}">
                <a16:creationId xmlns:a16="http://schemas.microsoft.com/office/drawing/2014/main" id="{6C7E13D8-872C-9346-90B5-B03B6B9ABDB0}"/>
              </a:ext>
            </a:extLst>
          </p:cNvPr>
          <p:cNvSpPr/>
          <p:nvPr/>
        </p:nvSpPr>
        <p:spPr>
          <a:xfrm>
            <a:off x="11453621" y="5843700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57">
            <a:extLst>
              <a:ext uri="{FF2B5EF4-FFF2-40B4-BE49-F238E27FC236}">
                <a16:creationId xmlns:a16="http://schemas.microsoft.com/office/drawing/2014/main" id="{D8A13F4B-FA95-444B-A448-F4A45CF401B1}"/>
              </a:ext>
            </a:extLst>
          </p:cNvPr>
          <p:cNvSpPr txBox="1"/>
          <p:nvPr/>
        </p:nvSpPr>
        <p:spPr>
          <a:xfrm>
            <a:off x="11472671" y="5749720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39" name="object 58">
            <a:extLst>
              <a:ext uri="{FF2B5EF4-FFF2-40B4-BE49-F238E27FC236}">
                <a16:creationId xmlns:a16="http://schemas.microsoft.com/office/drawing/2014/main" id="{685F19E6-41BE-864C-8340-2CFAC84BD975}"/>
              </a:ext>
            </a:extLst>
          </p:cNvPr>
          <p:cNvSpPr/>
          <p:nvPr/>
        </p:nvSpPr>
        <p:spPr>
          <a:xfrm>
            <a:off x="9015221" y="6027343"/>
            <a:ext cx="617855" cy="114300"/>
          </a:xfrm>
          <a:custGeom>
            <a:avLst/>
            <a:gdLst/>
            <a:ahLst/>
            <a:cxnLst/>
            <a:rect l="l" t="t" r="r" b="b"/>
            <a:pathLst>
              <a:path w="617854" h="114300">
                <a:moveTo>
                  <a:pt x="503047" y="0"/>
                </a:moveTo>
                <a:lnTo>
                  <a:pt x="503047" y="114300"/>
                </a:lnTo>
                <a:lnTo>
                  <a:pt x="579247" y="76200"/>
                </a:lnTo>
                <a:lnTo>
                  <a:pt x="522097" y="76200"/>
                </a:lnTo>
                <a:lnTo>
                  <a:pt x="522097" y="38100"/>
                </a:lnTo>
                <a:lnTo>
                  <a:pt x="579247" y="38100"/>
                </a:lnTo>
                <a:lnTo>
                  <a:pt x="503047" y="0"/>
                </a:lnTo>
                <a:close/>
              </a:path>
              <a:path w="617854" h="114300">
                <a:moveTo>
                  <a:pt x="5030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3047" y="76200"/>
                </a:lnTo>
                <a:lnTo>
                  <a:pt x="503047" y="38100"/>
                </a:lnTo>
                <a:close/>
              </a:path>
              <a:path w="617854" h="114300">
                <a:moveTo>
                  <a:pt x="579247" y="38100"/>
                </a:moveTo>
                <a:lnTo>
                  <a:pt x="522097" y="38100"/>
                </a:lnTo>
                <a:lnTo>
                  <a:pt x="522097" y="76200"/>
                </a:lnTo>
                <a:lnTo>
                  <a:pt x="579247" y="76200"/>
                </a:lnTo>
                <a:lnTo>
                  <a:pt x="617347" y="57150"/>
                </a:lnTo>
                <a:lnTo>
                  <a:pt x="579247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59">
            <a:extLst>
              <a:ext uri="{FF2B5EF4-FFF2-40B4-BE49-F238E27FC236}">
                <a16:creationId xmlns:a16="http://schemas.microsoft.com/office/drawing/2014/main" id="{079AB238-9542-F547-BAB0-ADCCDF6074C5}"/>
              </a:ext>
            </a:extLst>
          </p:cNvPr>
          <p:cNvSpPr/>
          <p:nvPr/>
        </p:nvSpPr>
        <p:spPr>
          <a:xfrm>
            <a:off x="9656064" y="5843700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60">
            <a:extLst>
              <a:ext uri="{FF2B5EF4-FFF2-40B4-BE49-F238E27FC236}">
                <a16:creationId xmlns:a16="http://schemas.microsoft.com/office/drawing/2014/main" id="{14073367-8D4E-5243-A778-9B33356A1A1F}"/>
              </a:ext>
            </a:extLst>
          </p:cNvPr>
          <p:cNvSpPr txBox="1"/>
          <p:nvPr/>
        </p:nvSpPr>
        <p:spPr>
          <a:xfrm>
            <a:off x="9675114" y="5878499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2" name="object 61">
            <a:extLst>
              <a:ext uri="{FF2B5EF4-FFF2-40B4-BE49-F238E27FC236}">
                <a16:creationId xmlns:a16="http://schemas.microsoft.com/office/drawing/2014/main" id="{953C1B10-0CE5-C34C-B690-6296495868D6}"/>
              </a:ext>
            </a:extLst>
          </p:cNvPr>
          <p:cNvSpPr/>
          <p:nvPr/>
        </p:nvSpPr>
        <p:spPr>
          <a:xfrm>
            <a:off x="10135361" y="5843700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2143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11158670" cy="187679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lang="en-US" sz="2400" spc="-5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不能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找到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全部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可达顶点！</a:t>
            </a:r>
            <a:r>
              <a:rPr lang="zh-CN" altLang="en-US" sz="2400" spc="-5" dirty="0">
                <a:latin typeface="PMingLiU"/>
                <a:cs typeface="PMingLiU"/>
              </a:rPr>
              <a:t>是否存在有效算法？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7169" y="6400038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PMingLiU"/>
                <a:cs typeface="PMingLiU"/>
              </a:rPr>
              <a:t>…</a:t>
            </a:r>
            <a:endParaRPr sz="3200">
              <a:latin typeface="PMingLiU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7">
            <a:extLst>
              <a:ext uri="{FF2B5EF4-FFF2-40B4-BE49-F238E27FC236}">
                <a16:creationId xmlns:a16="http://schemas.microsoft.com/office/drawing/2014/main" id="{6BF533EE-8F09-3D4F-9743-EC839A189ADC}"/>
              </a:ext>
            </a:extLst>
          </p:cNvPr>
          <p:cNvGrpSpPr/>
          <p:nvPr/>
        </p:nvGrpSpPr>
        <p:grpSpPr>
          <a:xfrm>
            <a:off x="7342631" y="5307107"/>
            <a:ext cx="1430020" cy="520065"/>
            <a:chOff x="7342631" y="4945379"/>
            <a:chExt cx="1430020" cy="520065"/>
          </a:xfrm>
        </p:grpSpPr>
        <p:sp>
          <p:nvSpPr>
            <p:cNvPr id="62" name="object 8">
              <a:extLst>
                <a:ext uri="{FF2B5EF4-FFF2-40B4-BE49-F238E27FC236}">
                  <a16:creationId xmlns:a16="http://schemas.microsoft.com/office/drawing/2014/main" id="{E38FEF2E-7936-A740-BD3B-017FDE3757E7}"/>
                </a:ext>
              </a:extLst>
            </p:cNvPr>
            <p:cNvSpPr/>
            <p:nvPr/>
          </p:nvSpPr>
          <p:spPr>
            <a:xfrm>
              <a:off x="7361681" y="4964429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9">
              <a:extLst>
                <a:ext uri="{FF2B5EF4-FFF2-40B4-BE49-F238E27FC236}">
                  <a16:creationId xmlns:a16="http://schemas.microsoft.com/office/drawing/2014/main" id="{B4318220-3BA2-124B-B32C-822E5B1D21CC}"/>
                </a:ext>
              </a:extLst>
            </p:cNvPr>
            <p:cNvSpPr/>
            <p:nvPr/>
          </p:nvSpPr>
          <p:spPr>
            <a:xfrm>
              <a:off x="7642097" y="5148071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10">
              <a:extLst>
                <a:ext uri="{FF2B5EF4-FFF2-40B4-BE49-F238E27FC236}">
                  <a16:creationId xmlns:a16="http://schemas.microsoft.com/office/drawing/2014/main" id="{38B925EB-2645-6E49-9AC6-35AE46B3157F}"/>
                </a:ext>
              </a:extLst>
            </p:cNvPr>
            <p:cNvSpPr/>
            <p:nvPr/>
          </p:nvSpPr>
          <p:spPr>
            <a:xfrm>
              <a:off x="8282939" y="4964429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11">
            <a:extLst>
              <a:ext uri="{FF2B5EF4-FFF2-40B4-BE49-F238E27FC236}">
                <a16:creationId xmlns:a16="http://schemas.microsoft.com/office/drawing/2014/main" id="{85402AA5-8DF1-E04C-8EA7-FA0D062060E6}"/>
              </a:ext>
            </a:extLst>
          </p:cNvPr>
          <p:cNvSpPr txBox="1"/>
          <p:nvPr/>
        </p:nvSpPr>
        <p:spPr>
          <a:xfrm>
            <a:off x="8301990" y="5361210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12">
            <a:extLst>
              <a:ext uri="{FF2B5EF4-FFF2-40B4-BE49-F238E27FC236}">
                <a16:creationId xmlns:a16="http://schemas.microsoft.com/office/drawing/2014/main" id="{077EE577-DE4C-1C41-B8D5-3A633176C547}"/>
              </a:ext>
            </a:extLst>
          </p:cNvPr>
          <p:cNvSpPr/>
          <p:nvPr/>
        </p:nvSpPr>
        <p:spPr>
          <a:xfrm>
            <a:off x="8762238" y="5326157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3">
            <a:extLst>
              <a:ext uri="{FF2B5EF4-FFF2-40B4-BE49-F238E27FC236}">
                <a16:creationId xmlns:a16="http://schemas.microsoft.com/office/drawing/2014/main" id="{65D0815F-DA5D-994F-AF25-6ED4FA6DE52E}"/>
              </a:ext>
            </a:extLst>
          </p:cNvPr>
          <p:cNvSpPr txBox="1"/>
          <p:nvPr/>
        </p:nvSpPr>
        <p:spPr>
          <a:xfrm>
            <a:off x="8781288" y="5232431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8" name="object 15">
            <a:extLst>
              <a:ext uri="{FF2B5EF4-FFF2-40B4-BE49-F238E27FC236}">
                <a16:creationId xmlns:a16="http://schemas.microsoft.com/office/drawing/2014/main" id="{78AF7FDC-DB02-2547-9570-CF51C1AA9C81}"/>
              </a:ext>
            </a:extLst>
          </p:cNvPr>
          <p:cNvSpPr txBox="1"/>
          <p:nvPr/>
        </p:nvSpPr>
        <p:spPr>
          <a:xfrm>
            <a:off x="7062936" y="587657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9" name="object 16">
            <a:extLst>
              <a:ext uri="{FF2B5EF4-FFF2-40B4-BE49-F238E27FC236}">
                <a16:creationId xmlns:a16="http://schemas.microsoft.com/office/drawing/2014/main" id="{8A5BE3FC-BBE6-D449-A90C-3EAC4860D8A6}"/>
              </a:ext>
            </a:extLst>
          </p:cNvPr>
          <p:cNvSpPr txBox="1"/>
          <p:nvPr/>
        </p:nvSpPr>
        <p:spPr>
          <a:xfrm>
            <a:off x="7091426" y="642521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70" name="object 17">
            <a:extLst>
              <a:ext uri="{FF2B5EF4-FFF2-40B4-BE49-F238E27FC236}">
                <a16:creationId xmlns:a16="http://schemas.microsoft.com/office/drawing/2014/main" id="{56312164-5FA8-5B4D-8907-F12797DB71D6}"/>
              </a:ext>
            </a:extLst>
          </p:cNvPr>
          <p:cNvGrpSpPr/>
          <p:nvPr/>
        </p:nvGrpSpPr>
        <p:grpSpPr>
          <a:xfrm>
            <a:off x="7342631" y="4292124"/>
            <a:ext cx="3278504" cy="1027430"/>
            <a:chOff x="7342631" y="3930396"/>
            <a:chExt cx="3278504" cy="1027430"/>
          </a:xfrm>
        </p:grpSpPr>
        <p:sp>
          <p:nvSpPr>
            <p:cNvPr id="71" name="object 18">
              <a:extLst>
                <a:ext uri="{FF2B5EF4-FFF2-40B4-BE49-F238E27FC236}">
                  <a16:creationId xmlns:a16="http://schemas.microsoft.com/office/drawing/2014/main" id="{C6CDEE2C-B40A-BD41-992F-BF89F7A43D1B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9">
              <a:extLst>
                <a:ext uri="{FF2B5EF4-FFF2-40B4-BE49-F238E27FC236}">
                  <a16:creationId xmlns:a16="http://schemas.microsoft.com/office/drawing/2014/main" id="{43627737-9FEA-6747-86A0-47D144C37EEE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20">
              <a:extLst>
                <a:ext uri="{FF2B5EF4-FFF2-40B4-BE49-F238E27FC236}">
                  <a16:creationId xmlns:a16="http://schemas.microsoft.com/office/drawing/2014/main" id="{5FA95245-8E89-7749-BA09-341A17FFC28E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21">
              <a:extLst>
                <a:ext uri="{FF2B5EF4-FFF2-40B4-BE49-F238E27FC236}">
                  <a16:creationId xmlns:a16="http://schemas.microsoft.com/office/drawing/2014/main" id="{9CC65B7B-4250-9247-A792-571A106DC623}"/>
                </a:ext>
              </a:extLst>
            </p:cNvPr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22">
              <a:extLst>
                <a:ext uri="{FF2B5EF4-FFF2-40B4-BE49-F238E27FC236}">
                  <a16:creationId xmlns:a16="http://schemas.microsoft.com/office/drawing/2014/main" id="{65096757-1BC6-164C-A311-F3FA9AAAB7FD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23">
              <a:extLst>
                <a:ext uri="{FF2B5EF4-FFF2-40B4-BE49-F238E27FC236}">
                  <a16:creationId xmlns:a16="http://schemas.microsoft.com/office/drawing/2014/main" id="{B04A25E7-B902-1A4F-95D8-89092DE2EAFC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24">
              <a:extLst>
                <a:ext uri="{FF2B5EF4-FFF2-40B4-BE49-F238E27FC236}">
                  <a16:creationId xmlns:a16="http://schemas.microsoft.com/office/drawing/2014/main" id="{31FE3168-A57A-6B47-9432-6930FDDF229F}"/>
                </a:ext>
              </a:extLst>
            </p:cNvPr>
            <p:cNvSpPr/>
            <p:nvPr/>
          </p:nvSpPr>
          <p:spPr>
            <a:xfrm>
              <a:off x="8282939" y="3949446"/>
              <a:ext cx="949960" cy="481965"/>
            </a:xfrm>
            <a:custGeom>
              <a:avLst/>
              <a:gdLst/>
              <a:ahLst/>
              <a:cxnLst/>
              <a:rect l="l" t="t" r="r" b="b"/>
              <a:pathLst>
                <a:path w="949959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  <a:path w="949959" h="481964">
                  <a:moveTo>
                    <a:pt x="479298" y="481583"/>
                  </a:moveTo>
                  <a:lnTo>
                    <a:pt x="949451" y="481583"/>
                  </a:lnTo>
                  <a:lnTo>
                    <a:pt x="949451" y="0"/>
                  </a:lnTo>
                  <a:lnTo>
                    <a:pt x="479298" y="0"/>
                  </a:lnTo>
                  <a:lnTo>
                    <a:pt x="479298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25">
              <a:extLst>
                <a:ext uri="{FF2B5EF4-FFF2-40B4-BE49-F238E27FC236}">
                  <a16:creationId xmlns:a16="http://schemas.microsoft.com/office/drawing/2014/main" id="{C0B5D2E8-DC49-3F4C-8FF9-464BA0F59BCF}"/>
                </a:ext>
              </a:extLst>
            </p:cNvPr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26">
              <a:extLst>
                <a:ext uri="{FF2B5EF4-FFF2-40B4-BE49-F238E27FC236}">
                  <a16:creationId xmlns:a16="http://schemas.microsoft.com/office/drawing/2014/main" id="{8B263174-2DEA-D64C-B658-B7ED36B08675}"/>
                </a:ext>
              </a:extLst>
            </p:cNvPr>
            <p:cNvSpPr/>
            <p:nvPr/>
          </p:nvSpPr>
          <p:spPr>
            <a:xfrm>
              <a:off x="7361681" y="3949446"/>
              <a:ext cx="3240405" cy="989330"/>
            </a:xfrm>
            <a:custGeom>
              <a:avLst/>
              <a:gdLst/>
              <a:ahLst/>
              <a:cxnLst/>
              <a:rect l="l" t="t" r="r" b="b"/>
              <a:pathLst>
                <a:path w="3240404" h="989328">
                  <a:moveTo>
                    <a:pt x="2290572" y="481583"/>
                  </a:moveTo>
                  <a:lnTo>
                    <a:pt x="2760726" y="481583"/>
                  </a:lnTo>
                  <a:lnTo>
                    <a:pt x="2760726" y="0"/>
                  </a:lnTo>
                  <a:lnTo>
                    <a:pt x="2290572" y="0"/>
                  </a:lnTo>
                  <a:lnTo>
                    <a:pt x="2290572" y="481583"/>
                  </a:lnTo>
                  <a:close/>
                </a:path>
                <a:path w="3240404" h="989328">
                  <a:moveTo>
                    <a:pt x="2769870" y="481583"/>
                  </a:moveTo>
                  <a:lnTo>
                    <a:pt x="3240024" y="481583"/>
                  </a:lnTo>
                  <a:lnTo>
                    <a:pt x="3240024" y="0"/>
                  </a:lnTo>
                  <a:lnTo>
                    <a:pt x="2769870" y="0"/>
                  </a:lnTo>
                  <a:lnTo>
                    <a:pt x="2769870" y="481583"/>
                  </a:lnTo>
                  <a:close/>
                </a:path>
                <a:path w="3240404" h="989328">
                  <a:moveTo>
                    <a:pt x="0" y="989076"/>
                  </a:moveTo>
                  <a:lnTo>
                    <a:pt x="469392" y="989076"/>
                  </a:lnTo>
                  <a:lnTo>
                    <a:pt x="469392" y="507491"/>
                  </a:lnTo>
                  <a:lnTo>
                    <a:pt x="0" y="507491"/>
                  </a:lnTo>
                  <a:lnTo>
                    <a:pt x="0" y="98907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27">
              <a:extLst>
                <a:ext uri="{FF2B5EF4-FFF2-40B4-BE49-F238E27FC236}">
                  <a16:creationId xmlns:a16="http://schemas.microsoft.com/office/drawing/2014/main" id="{EC65B4B4-6618-A041-9232-DB61E56E82FC}"/>
                </a:ext>
              </a:extLst>
            </p:cNvPr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28">
              <a:extLst>
                <a:ext uri="{FF2B5EF4-FFF2-40B4-BE49-F238E27FC236}">
                  <a16:creationId xmlns:a16="http://schemas.microsoft.com/office/drawing/2014/main" id="{51BD26DD-A499-9442-B295-B71F4D1CFC5E}"/>
                </a:ext>
              </a:extLst>
            </p:cNvPr>
            <p:cNvSpPr/>
            <p:nvPr/>
          </p:nvSpPr>
          <p:spPr>
            <a:xfrm>
              <a:off x="8282939" y="4456938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29">
            <a:extLst>
              <a:ext uri="{FF2B5EF4-FFF2-40B4-BE49-F238E27FC236}">
                <a16:creationId xmlns:a16="http://schemas.microsoft.com/office/drawing/2014/main" id="{CFB2D634-0A17-6A45-8B64-68E5F3715C19}"/>
              </a:ext>
            </a:extLst>
          </p:cNvPr>
          <p:cNvSpPr txBox="1"/>
          <p:nvPr/>
        </p:nvSpPr>
        <p:spPr>
          <a:xfrm>
            <a:off x="8301990" y="4853718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3" name="object 30">
            <a:extLst>
              <a:ext uri="{FF2B5EF4-FFF2-40B4-BE49-F238E27FC236}">
                <a16:creationId xmlns:a16="http://schemas.microsoft.com/office/drawing/2014/main" id="{ACE2B169-9FD6-314F-B026-14230261117B}"/>
              </a:ext>
            </a:extLst>
          </p:cNvPr>
          <p:cNvSpPr/>
          <p:nvPr/>
        </p:nvSpPr>
        <p:spPr>
          <a:xfrm>
            <a:off x="8762238" y="481866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31">
            <a:extLst>
              <a:ext uri="{FF2B5EF4-FFF2-40B4-BE49-F238E27FC236}">
                <a16:creationId xmlns:a16="http://schemas.microsoft.com/office/drawing/2014/main" id="{6CB90EA0-9B3B-F94E-80A6-CCF7A25DE4C1}"/>
              </a:ext>
            </a:extLst>
          </p:cNvPr>
          <p:cNvSpPr txBox="1"/>
          <p:nvPr/>
        </p:nvSpPr>
        <p:spPr>
          <a:xfrm>
            <a:off x="8781288" y="4724939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85" name="object 32">
            <a:extLst>
              <a:ext uri="{FF2B5EF4-FFF2-40B4-BE49-F238E27FC236}">
                <a16:creationId xmlns:a16="http://schemas.microsoft.com/office/drawing/2014/main" id="{2B067CDC-2763-EF46-9DC2-D523EFD1AC41}"/>
              </a:ext>
            </a:extLst>
          </p:cNvPr>
          <p:cNvGrpSpPr/>
          <p:nvPr/>
        </p:nvGrpSpPr>
        <p:grpSpPr>
          <a:xfrm>
            <a:off x="10333481" y="4292124"/>
            <a:ext cx="1130300" cy="520065"/>
            <a:chOff x="10333481" y="3930396"/>
            <a:chExt cx="1130300" cy="520065"/>
          </a:xfrm>
        </p:grpSpPr>
        <p:sp>
          <p:nvSpPr>
            <p:cNvPr id="86" name="object 33">
              <a:extLst>
                <a:ext uri="{FF2B5EF4-FFF2-40B4-BE49-F238E27FC236}">
                  <a16:creationId xmlns:a16="http://schemas.microsoft.com/office/drawing/2014/main" id="{AFB90F6D-A8E0-8645-912F-C397D1119815}"/>
                </a:ext>
              </a:extLst>
            </p:cNvPr>
            <p:cNvSpPr/>
            <p:nvPr/>
          </p:nvSpPr>
          <p:spPr>
            <a:xfrm>
              <a:off x="1033348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34">
              <a:extLst>
                <a:ext uri="{FF2B5EF4-FFF2-40B4-BE49-F238E27FC236}">
                  <a16:creationId xmlns:a16="http://schemas.microsoft.com/office/drawing/2014/main" id="{32552329-5BDD-4547-96A5-BF0D0438C888}"/>
                </a:ext>
              </a:extLst>
            </p:cNvPr>
            <p:cNvSpPr/>
            <p:nvPr/>
          </p:nvSpPr>
          <p:spPr>
            <a:xfrm>
              <a:off x="10974323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35">
            <a:extLst>
              <a:ext uri="{FF2B5EF4-FFF2-40B4-BE49-F238E27FC236}">
                <a16:creationId xmlns:a16="http://schemas.microsoft.com/office/drawing/2014/main" id="{C62DFA58-B427-1440-B72B-C9281B3E644A}"/>
              </a:ext>
            </a:extLst>
          </p:cNvPr>
          <p:cNvSpPr txBox="1"/>
          <p:nvPr/>
        </p:nvSpPr>
        <p:spPr>
          <a:xfrm>
            <a:off x="8301990" y="4346480"/>
            <a:ext cx="3123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  <a:tabLst>
                <a:tab pos="1461135" algn="l"/>
                <a:tab pos="2766060" algn="l"/>
              </a:tabLst>
            </a:pPr>
            <a:r>
              <a:rPr sz="2400" spc="-50">
                <a:latin typeface="Cambria Math"/>
                <a:cs typeface="Cambria Math"/>
              </a:rPr>
              <a:t>𝒅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𝒇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3" name="object 36">
            <a:extLst>
              <a:ext uri="{FF2B5EF4-FFF2-40B4-BE49-F238E27FC236}">
                <a16:creationId xmlns:a16="http://schemas.microsoft.com/office/drawing/2014/main" id="{8EE85E73-82E1-6B42-9C55-C9263DD88C17}"/>
              </a:ext>
            </a:extLst>
          </p:cNvPr>
          <p:cNvSpPr/>
          <p:nvPr/>
        </p:nvSpPr>
        <p:spPr>
          <a:xfrm>
            <a:off x="11453621" y="4311174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37">
            <a:extLst>
              <a:ext uri="{FF2B5EF4-FFF2-40B4-BE49-F238E27FC236}">
                <a16:creationId xmlns:a16="http://schemas.microsoft.com/office/drawing/2014/main" id="{BF0EF777-BB21-894D-ACDA-26573080ADB5}"/>
              </a:ext>
            </a:extLst>
          </p:cNvPr>
          <p:cNvSpPr txBox="1"/>
          <p:nvPr/>
        </p:nvSpPr>
        <p:spPr>
          <a:xfrm>
            <a:off x="11472671" y="4217701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45" name="object 38">
            <a:extLst>
              <a:ext uri="{FF2B5EF4-FFF2-40B4-BE49-F238E27FC236}">
                <a16:creationId xmlns:a16="http://schemas.microsoft.com/office/drawing/2014/main" id="{197031EC-FF03-5E40-BE9F-789897303D2B}"/>
              </a:ext>
            </a:extLst>
          </p:cNvPr>
          <p:cNvGrpSpPr/>
          <p:nvPr/>
        </p:nvGrpSpPr>
        <p:grpSpPr>
          <a:xfrm>
            <a:off x="7343393" y="6321330"/>
            <a:ext cx="1430020" cy="520065"/>
            <a:chOff x="7343393" y="5959602"/>
            <a:chExt cx="1430020" cy="520065"/>
          </a:xfrm>
        </p:grpSpPr>
        <p:sp>
          <p:nvSpPr>
            <p:cNvPr id="146" name="object 39">
              <a:extLst>
                <a:ext uri="{FF2B5EF4-FFF2-40B4-BE49-F238E27FC236}">
                  <a16:creationId xmlns:a16="http://schemas.microsoft.com/office/drawing/2014/main" id="{B5B60102-C943-7945-8132-230F11041F8B}"/>
                </a:ext>
              </a:extLst>
            </p:cNvPr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40">
              <a:extLst>
                <a:ext uri="{FF2B5EF4-FFF2-40B4-BE49-F238E27FC236}">
                  <a16:creationId xmlns:a16="http://schemas.microsoft.com/office/drawing/2014/main" id="{C94267DC-8D5F-0B42-BBC6-4EFBB61CB1FA}"/>
                </a:ext>
              </a:extLst>
            </p:cNvPr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41">
              <a:extLst>
                <a:ext uri="{FF2B5EF4-FFF2-40B4-BE49-F238E27FC236}">
                  <a16:creationId xmlns:a16="http://schemas.microsoft.com/office/drawing/2014/main" id="{D5B4B465-9940-E341-BBD2-49FBA071B298}"/>
                </a:ext>
              </a:extLst>
            </p:cNvPr>
            <p:cNvSpPr/>
            <p:nvPr/>
          </p:nvSpPr>
          <p:spPr>
            <a:xfrm>
              <a:off x="8283701" y="597865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42">
            <a:extLst>
              <a:ext uri="{FF2B5EF4-FFF2-40B4-BE49-F238E27FC236}">
                <a16:creationId xmlns:a16="http://schemas.microsoft.com/office/drawing/2014/main" id="{CC66B8C7-19BE-464B-97EA-6D2A8BFDA625}"/>
              </a:ext>
            </a:extLst>
          </p:cNvPr>
          <p:cNvSpPr txBox="1"/>
          <p:nvPr/>
        </p:nvSpPr>
        <p:spPr>
          <a:xfrm>
            <a:off x="8301990" y="6375178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0" name="object 43">
            <a:extLst>
              <a:ext uri="{FF2B5EF4-FFF2-40B4-BE49-F238E27FC236}">
                <a16:creationId xmlns:a16="http://schemas.microsoft.com/office/drawing/2014/main" id="{1C681FD1-867A-074D-AFB0-3F27B345324D}"/>
              </a:ext>
            </a:extLst>
          </p:cNvPr>
          <p:cNvSpPr/>
          <p:nvPr/>
        </p:nvSpPr>
        <p:spPr>
          <a:xfrm>
            <a:off x="8763000" y="6340380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44">
            <a:extLst>
              <a:ext uri="{FF2B5EF4-FFF2-40B4-BE49-F238E27FC236}">
                <a16:creationId xmlns:a16="http://schemas.microsoft.com/office/drawing/2014/main" id="{EFAE9750-5441-3F4F-86DC-988A09B6A399}"/>
              </a:ext>
            </a:extLst>
          </p:cNvPr>
          <p:cNvSpPr txBox="1"/>
          <p:nvPr/>
        </p:nvSpPr>
        <p:spPr>
          <a:xfrm>
            <a:off x="8781288" y="6246400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52" name="object 46">
            <a:extLst>
              <a:ext uri="{FF2B5EF4-FFF2-40B4-BE49-F238E27FC236}">
                <a16:creationId xmlns:a16="http://schemas.microsoft.com/office/drawing/2014/main" id="{75E837C9-EA06-5B4D-876C-5EAAFF8E4665}"/>
              </a:ext>
            </a:extLst>
          </p:cNvPr>
          <p:cNvGrpSpPr/>
          <p:nvPr/>
        </p:nvGrpSpPr>
        <p:grpSpPr>
          <a:xfrm>
            <a:off x="6957059" y="5701062"/>
            <a:ext cx="5132070" cy="704215"/>
            <a:chOff x="6957059" y="5339334"/>
            <a:chExt cx="5132070" cy="704215"/>
          </a:xfrm>
        </p:grpSpPr>
        <p:sp>
          <p:nvSpPr>
            <p:cNvPr id="153" name="object 47">
              <a:extLst>
                <a:ext uri="{FF2B5EF4-FFF2-40B4-BE49-F238E27FC236}">
                  <a16:creationId xmlns:a16="http://schemas.microsoft.com/office/drawing/2014/main" id="{82042A54-154D-9447-987F-D2C204CC6FD9}"/>
                </a:ext>
              </a:extLst>
            </p:cNvPr>
            <p:cNvSpPr/>
            <p:nvPr/>
          </p:nvSpPr>
          <p:spPr>
            <a:xfrm>
              <a:off x="6976109" y="5358384"/>
              <a:ext cx="5093970" cy="666115"/>
            </a:xfrm>
            <a:custGeom>
              <a:avLst/>
              <a:gdLst/>
              <a:ahLst/>
              <a:cxnLst/>
              <a:rect l="l" t="t" r="r" b="b"/>
              <a:pathLst>
                <a:path w="5093970" h="666114">
                  <a:moveTo>
                    <a:pt x="0" y="110997"/>
                  </a:moveTo>
                  <a:lnTo>
                    <a:pt x="8717" y="67776"/>
                  </a:lnTo>
                  <a:lnTo>
                    <a:pt x="32496" y="32496"/>
                  </a:lnTo>
                  <a:lnTo>
                    <a:pt x="67776" y="8717"/>
                  </a:lnTo>
                  <a:lnTo>
                    <a:pt x="110998" y="0"/>
                  </a:lnTo>
                  <a:lnTo>
                    <a:pt x="4982972" y="0"/>
                  </a:lnTo>
                  <a:lnTo>
                    <a:pt x="5026193" y="8717"/>
                  </a:lnTo>
                  <a:lnTo>
                    <a:pt x="5061473" y="32496"/>
                  </a:lnTo>
                  <a:lnTo>
                    <a:pt x="5085252" y="67776"/>
                  </a:lnTo>
                  <a:lnTo>
                    <a:pt x="5093970" y="110997"/>
                  </a:lnTo>
                  <a:lnTo>
                    <a:pt x="5093970" y="554989"/>
                  </a:lnTo>
                  <a:lnTo>
                    <a:pt x="5085252" y="598195"/>
                  </a:lnTo>
                  <a:lnTo>
                    <a:pt x="5061473" y="633477"/>
                  </a:lnTo>
                  <a:lnTo>
                    <a:pt x="5026193" y="657265"/>
                  </a:lnTo>
                  <a:lnTo>
                    <a:pt x="4982972" y="665987"/>
                  </a:lnTo>
                  <a:lnTo>
                    <a:pt x="110998" y="665987"/>
                  </a:lnTo>
                  <a:lnTo>
                    <a:pt x="67776" y="657265"/>
                  </a:lnTo>
                  <a:lnTo>
                    <a:pt x="32496" y="633477"/>
                  </a:lnTo>
                  <a:lnTo>
                    <a:pt x="8717" y="598195"/>
                  </a:lnTo>
                  <a:lnTo>
                    <a:pt x="0" y="554989"/>
                  </a:lnTo>
                  <a:lnTo>
                    <a:pt x="0" y="110997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48">
              <a:extLst>
                <a:ext uri="{FF2B5EF4-FFF2-40B4-BE49-F238E27FC236}">
                  <a16:creationId xmlns:a16="http://schemas.microsoft.com/office/drawing/2014/main" id="{BB6C1852-32F5-934E-B1AB-7AC64502E184}"/>
                </a:ext>
              </a:extLst>
            </p:cNvPr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49">
              <a:extLst>
                <a:ext uri="{FF2B5EF4-FFF2-40B4-BE49-F238E27FC236}">
                  <a16:creationId xmlns:a16="http://schemas.microsoft.com/office/drawing/2014/main" id="{051DE9FB-4F55-4F4A-9BBC-9ADC0711E3F3}"/>
                </a:ext>
              </a:extLst>
            </p:cNvPr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50">
              <a:extLst>
                <a:ext uri="{FF2B5EF4-FFF2-40B4-BE49-F238E27FC236}">
                  <a16:creationId xmlns:a16="http://schemas.microsoft.com/office/drawing/2014/main" id="{66E8F8A4-5FE9-7846-B824-4A6F38C24B7E}"/>
                </a:ext>
              </a:extLst>
            </p:cNvPr>
            <p:cNvSpPr/>
            <p:nvPr/>
          </p:nvSpPr>
          <p:spPr>
            <a:xfrm>
              <a:off x="8282177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51">
            <a:extLst>
              <a:ext uri="{FF2B5EF4-FFF2-40B4-BE49-F238E27FC236}">
                <a16:creationId xmlns:a16="http://schemas.microsoft.com/office/drawing/2014/main" id="{18C7E672-92F3-9B4E-B19F-B7EC9C6F9AEB}"/>
              </a:ext>
            </a:extLst>
          </p:cNvPr>
          <p:cNvGrpSpPr/>
          <p:nvPr/>
        </p:nvGrpSpPr>
        <p:grpSpPr>
          <a:xfrm>
            <a:off x="2662427" y="5233956"/>
            <a:ext cx="2633980" cy="704850"/>
            <a:chOff x="2662427" y="4872228"/>
            <a:chExt cx="2633980" cy="704850"/>
          </a:xfrm>
        </p:grpSpPr>
        <p:sp>
          <p:nvSpPr>
            <p:cNvPr id="158" name="object 52">
              <a:extLst>
                <a:ext uri="{FF2B5EF4-FFF2-40B4-BE49-F238E27FC236}">
                  <a16:creationId xmlns:a16="http://schemas.microsoft.com/office/drawing/2014/main" id="{B75ECFE8-744F-0946-880E-0C809792745F}"/>
                </a:ext>
              </a:extLst>
            </p:cNvPr>
            <p:cNvSpPr/>
            <p:nvPr/>
          </p:nvSpPr>
          <p:spPr>
            <a:xfrm>
              <a:off x="2681477" y="4891278"/>
              <a:ext cx="919480" cy="666750"/>
            </a:xfrm>
            <a:custGeom>
              <a:avLst/>
              <a:gdLst/>
              <a:ahLst/>
              <a:cxnLst/>
              <a:rect l="l" t="t" r="r" b="b"/>
              <a:pathLst>
                <a:path w="919478" h="666750">
                  <a:moveTo>
                    <a:pt x="0" y="111125"/>
                  </a:moveTo>
                  <a:lnTo>
                    <a:pt x="8737" y="67883"/>
                  </a:lnTo>
                  <a:lnTo>
                    <a:pt x="32559" y="32559"/>
                  </a:lnTo>
                  <a:lnTo>
                    <a:pt x="67883" y="8737"/>
                  </a:lnTo>
                  <a:lnTo>
                    <a:pt x="111125" y="0"/>
                  </a:lnTo>
                  <a:lnTo>
                    <a:pt x="807847" y="0"/>
                  </a:lnTo>
                  <a:lnTo>
                    <a:pt x="851088" y="8737"/>
                  </a:lnTo>
                  <a:lnTo>
                    <a:pt x="886412" y="32559"/>
                  </a:lnTo>
                  <a:lnTo>
                    <a:pt x="910234" y="67883"/>
                  </a:lnTo>
                  <a:lnTo>
                    <a:pt x="918972" y="111125"/>
                  </a:lnTo>
                  <a:lnTo>
                    <a:pt x="918972" y="555625"/>
                  </a:lnTo>
                  <a:lnTo>
                    <a:pt x="910234" y="598866"/>
                  </a:lnTo>
                  <a:lnTo>
                    <a:pt x="886412" y="634190"/>
                  </a:lnTo>
                  <a:lnTo>
                    <a:pt x="851088" y="658012"/>
                  </a:lnTo>
                  <a:lnTo>
                    <a:pt x="807847" y="666750"/>
                  </a:lnTo>
                  <a:lnTo>
                    <a:pt x="111125" y="666750"/>
                  </a:lnTo>
                  <a:lnTo>
                    <a:pt x="67883" y="658012"/>
                  </a:lnTo>
                  <a:lnTo>
                    <a:pt x="32559" y="634190"/>
                  </a:lnTo>
                  <a:lnTo>
                    <a:pt x="8737" y="598866"/>
                  </a:lnTo>
                  <a:lnTo>
                    <a:pt x="0" y="555625"/>
                  </a:lnTo>
                  <a:lnTo>
                    <a:pt x="0" y="11112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53">
              <a:extLst>
                <a:ext uri="{FF2B5EF4-FFF2-40B4-BE49-F238E27FC236}">
                  <a16:creationId xmlns:a16="http://schemas.microsoft.com/office/drawing/2014/main" id="{01D54178-0786-9748-BDF6-38A6FC427D97}"/>
                </a:ext>
              </a:extLst>
            </p:cNvPr>
            <p:cNvSpPr/>
            <p:nvPr/>
          </p:nvSpPr>
          <p:spPr>
            <a:xfrm>
              <a:off x="4680966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54">
              <a:extLst>
                <a:ext uri="{FF2B5EF4-FFF2-40B4-BE49-F238E27FC236}">
                  <a16:creationId xmlns:a16="http://schemas.microsoft.com/office/drawing/2014/main" id="{5A04DA87-8B2A-C945-9CA3-2725C90F6CE9}"/>
                </a:ext>
              </a:extLst>
            </p:cNvPr>
            <p:cNvSpPr/>
            <p:nvPr/>
          </p:nvSpPr>
          <p:spPr>
            <a:xfrm>
              <a:off x="4680966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55">
            <a:extLst>
              <a:ext uri="{FF2B5EF4-FFF2-40B4-BE49-F238E27FC236}">
                <a16:creationId xmlns:a16="http://schemas.microsoft.com/office/drawing/2014/main" id="{EC1B84F8-6653-C24A-BAE7-CF08BC93F335}"/>
              </a:ext>
            </a:extLst>
          </p:cNvPr>
          <p:cNvSpPr txBox="1"/>
          <p:nvPr/>
        </p:nvSpPr>
        <p:spPr>
          <a:xfrm>
            <a:off x="4825238" y="5383816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2" name="object 56">
            <a:extLst>
              <a:ext uri="{FF2B5EF4-FFF2-40B4-BE49-F238E27FC236}">
                <a16:creationId xmlns:a16="http://schemas.microsoft.com/office/drawing/2014/main" id="{0D5055BE-3B12-C641-9759-67916992E851}"/>
              </a:ext>
            </a:extLst>
          </p:cNvPr>
          <p:cNvSpPr/>
          <p:nvPr/>
        </p:nvSpPr>
        <p:spPr>
          <a:xfrm>
            <a:off x="6180582" y="6112542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57">
            <a:extLst>
              <a:ext uri="{FF2B5EF4-FFF2-40B4-BE49-F238E27FC236}">
                <a16:creationId xmlns:a16="http://schemas.microsoft.com/office/drawing/2014/main" id="{A2845D38-34DD-954D-BE61-8723037E2601}"/>
              </a:ext>
            </a:extLst>
          </p:cNvPr>
          <p:cNvSpPr txBox="1"/>
          <p:nvPr/>
        </p:nvSpPr>
        <p:spPr>
          <a:xfrm>
            <a:off x="6371844" y="6204744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4" name="object 58">
            <a:extLst>
              <a:ext uri="{FF2B5EF4-FFF2-40B4-BE49-F238E27FC236}">
                <a16:creationId xmlns:a16="http://schemas.microsoft.com/office/drawing/2014/main" id="{21ACE0A6-F207-FB40-915B-B2984DF35889}"/>
              </a:ext>
            </a:extLst>
          </p:cNvPr>
          <p:cNvSpPr/>
          <p:nvPr/>
        </p:nvSpPr>
        <p:spPr>
          <a:xfrm>
            <a:off x="4748784" y="5800122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59">
            <a:extLst>
              <a:ext uri="{FF2B5EF4-FFF2-40B4-BE49-F238E27FC236}">
                <a16:creationId xmlns:a16="http://schemas.microsoft.com/office/drawing/2014/main" id="{812992A3-4C6F-0145-99AF-418393162F1F}"/>
              </a:ext>
            </a:extLst>
          </p:cNvPr>
          <p:cNvSpPr txBox="1"/>
          <p:nvPr/>
        </p:nvSpPr>
        <p:spPr>
          <a:xfrm>
            <a:off x="4900421" y="6204744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6" name="object 60">
            <a:extLst>
              <a:ext uri="{FF2B5EF4-FFF2-40B4-BE49-F238E27FC236}">
                <a16:creationId xmlns:a16="http://schemas.microsoft.com/office/drawing/2014/main" id="{F861E956-1211-4648-B0F1-05D2682CABE7}"/>
              </a:ext>
            </a:extLst>
          </p:cNvPr>
          <p:cNvSpPr/>
          <p:nvPr/>
        </p:nvSpPr>
        <p:spPr>
          <a:xfrm>
            <a:off x="3317747" y="5887751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61">
            <a:extLst>
              <a:ext uri="{FF2B5EF4-FFF2-40B4-BE49-F238E27FC236}">
                <a16:creationId xmlns:a16="http://schemas.microsoft.com/office/drawing/2014/main" id="{5E4501BB-CCE4-5A45-9ED9-E10F833DCCB3}"/>
              </a:ext>
            </a:extLst>
          </p:cNvPr>
          <p:cNvSpPr txBox="1"/>
          <p:nvPr/>
        </p:nvSpPr>
        <p:spPr>
          <a:xfrm>
            <a:off x="3471926" y="6204744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8" name="object 62">
            <a:extLst>
              <a:ext uri="{FF2B5EF4-FFF2-40B4-BE49-F238E27FC236}">
                <a16:creationId xmlns:a16="http://schemas.microsoft.com/office/drawing/2014/main" id="{F9C30F38-CA65-D74E-95E8-8D794DB36AA1}"/>
              </a:ext>
            </a:extLst>
          </p:cNvPr>
          <p:cNvSpPr/>
          <p:nvPr/>
        </p:nvSpPr>
        <p:spPr>
          <a:xfrm>
            <a:off x="1885950" y="6112542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63">
            <a:extLst>
              <a:ext uri="{FF2B5EF4-FFF2-40B4-BE49-F238E27FC236}">
                <a16:creationId xmlns:a16="http://schemas.microsoft.com/office/drawing/2014/main" id="{A83DF9E6-CD13-CC4E-A8C8-EA42232652AA}"/>
              </a:ext>
            </a:extLst>
          </p:cNvPr>
          <p:cNvSpPr txBox="1"/>
          <p:nvPr/>
        </p:nvSpPr>
        <p:spPr>
          <a:xfrm>
            <a:off x="2056129" y="6204744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0" name="object 64">
            <a:extLst>
              <a:ext uri="{FF2B5EF4-FFF2-40B4-BE49-F238E27FC236}">
                <a16:creationId xmlns:a16="http://schemas.microsoft.com/office/drawing/2014/main" id="{59B6EBBA-A7DD-2C47-83FB-930AF30F767D}"/>
              </a:ext>
            </a:extLst>
          </p:cNvPr>
          <p:cNvGrpSpPr/>
          <p:nvPr/>
        </p:nvGrpSpPr>
        <p:grpSpPr>
          <a:xfrm>
            <a:off x="2375916" y="5272056"/>
            <a:ext cx="1983105" cy="946785"/>
            <a:chOff x="2375916" y="4910328"/>
            <a:chExt cx="1983105" cy="946785"/>
          </a:xfrm>
        </p:grpSpPr>
        <p:sp>
          <p:nvSpPr>
            <p:cNvPr id="171" name="object 65">
              <a:extLst>
                <a:ext uri="{FF2B5EF4-FFF2-40B4-BE49-F238E27FC236}">
                  <a16:creationId xmlns:a16="http://schemas.microsoft.com/office/drawing/2014/main" id="{B45E78D2-65C6-4B46-9194-8D6F20F9DA37}"/>
                </a:ext>
              </a:extLst>
            </p:cNvPr>
            <p:cNvSpPr/>
            <p:nvPr/>
          </p:nvSpPr>
          <p:spPr>
            <a:xfrm>
              <a:off x="2394966" y="5438394"/>
              <a:ext cx="1221105" cy="400050"/>
            </a:xfrm>
            <a:custGeom>
              <a:avLst/>
              <a:gdLst/>
              <a:ahLst/>
              <a:cxnLst/>
              <a:rect l="l" t="t" r="r" b="b"/>
              <a:pathLst>
                <a:path w="1221104" h="400050">
                  <a:moveTo>
                    <a:pt x="0" y="399580"/>
                  </a:moveTo>
                  <a:lnTo>
                    <a:pt x="498220" y="0"/>
                  </a:lnTo>
                </a:path>
                <a:path w="1221104" h="400050">
                  <a:moveTo>
                    <a:pt x="1220850" y="312292"/>
                  </a:moveTo>
                  <a:lnTo>
                    <a:pt x="91973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66">
              <a:extLst>
                <a:ext uri="{FF2B5EF4-FFF2-40B4-BE49-F238E27FC236}">
                  <a16:creationId xmlns:a16="http://schemas.microsoft.com/office/drawing/2014/main" id="{DB32B48E-CFA5-9843-8797-2AD53033EB9B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67">
              <a:extLst>
                <a:ext uri="{FF2B5EF4-FFF2-40B4-BE49-F238E27FC236}">
                  <a16:creationId xmlns:a16="http://schemas.microsoft.com/office/drawing/2014/main" id="{0700C195-3DB1-9243-A4F7-0CD70CF1E2F4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68">
            <a:extLst>
              <a:ext uri="{FF2B5EF4-FFF2-40B4-BE49-F238E27FC236}">
                <a16:creationId xmlns:a16="http://schemas.microsoft.com/office/drawing/2014/main" id="{69765331-F1D9-F343-B745-128FF7CB9D61}"/>
              </a:ext>
            </a:extLst>
          </p:cNvPr>
          <p:cNvSpPr txBox="1"/>
          <p:nvPr/>
        </p:nvSpPr>
        <p:spPr>
          <a:xfrm>
            <a:off x="3905250" y="538381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5" name="object 69">
            <a:extLst>
              <a:ext uri="{FF2B5EF4-FFF2-40B4-BE49-F238E27FC236}">
                <a16:creationId xmlns:a16="http://schemas.microsoft.com/office/drawing/2014/main" id="{074B7FD5-B122-5A45-B953-F958AE0F9D88}"/>
              </a:ext>
            </a:extLst>
          </p:cNvPr>
          <p:cNvGrpSpPr/>
          <p:nvPr/>
        </p:nvGrpSpPr>
        <p:grpSpPr>
          <a:xfrm>
            <a:off x="2786633" y="4868957"/>
            <a:ext cx="2010410" cy="1038225"/>
            <a:chOff x="2786633" y="4507229"/>
            <a:chExt cx="2010410" cy="1038225"/>
          </a:xfrm>
        </p:grpSpPr>
        <p:sp>
          <p:nvSpPr>
            <p:cNvPr id="176" name="object 70">
              <a:extLst>
                <a:ext uri="{FF2B5EF4-FFF2-40B4-BE49-F238E27FC236}">
                  <a16:creationId xmlns:a16="http://schemas.microsoft.com/office/drawing/2014/main" id="{FD065A20-2CAB-CD43-A95A-1EDB1D86D417}"/>
                </a:ext>
              </a:extLst>
            </p:cNvPr>
            <p:cNvSpPr/>
            <p:nvPr/>
          </p:nvSpPr>
          <p:spPr>
            <a:xfrm>
              <a:off x="3275456" y="4535804"/>
              <a:ext cx="1493520" cy="517525"/>
            </a:xfrm>
            <a:custGeom>
              <a:avLst/>
              <a:gdLst/>
              <a:ahLst/>
              <a:cxnLst/>
              <a:rect l="l" t="t" r="r" b="b"/>
              <a:pathLst>
                <a:path w="1493520" h="517525">
                  <a:moveTo>
                    <a:pt x="555625" y="0"/>
                  </a:moveTo>
                  <a:lnTo>
                    <a:pt x="0" y="517017"/>
                  </a:lnTo>
                </a:path>
                <a:path w="1493520" h="517525">
                  <a:moveTo>
                    <a:pt x="766571" y="87630"/>
                  </a:moveTo>
                  <a:lnTo>
                    <a:pt x="766571" y="394462"/>
                  </a:lnTo>
                </a:path>
                <a:path w="1493520" h="517525">
                  <a:moveTo>
                    <a:pt x="976883" y="0"/>
                  </a:moveTo>
                  <a:lnTo>
                    <a:pt x="1493012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71">
              <a:extLst>
                <a:ext uri="{FF2B5EF4-FFF2-40B4-BE49-F238E27FC236}">
                  <a16:creationId xmlns:a16="http://schemas.microsoft.com/office/drawing/2014/main" id="{D68B9D5E-3968-2C40-BC00-E5D6F490D4CC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72">
              <a:extLst>
                <a:ext uri="{FF2B5EF4-FFF2-40B4-BE49-F238E27FC236}">
                  <a16:creationId xmlns:a16="http://schemas.microsoft.com/office/drawing/2014/main" id="{BDCFB83F-A18E-D64B-963D-1EFE638963B4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9" name="object 73">
            <a:extLst>
              <a:ext uri="{FF2B5EF4-FFF2-40B4-BE49-F238E27FC236}">
                <a16:creationId xmlns:a16="http://schemas.microsoft.com/office/drawing/2014/main" id="{841416E4-ED15-084E-8C87-645C7470FF65}"/>
              </a:ext>
            </a:extLst>
          </p:cNvPr>
          <p:cNvSpPr txBox="1"/>
          <p:nvPr/>
        </p:nvSpPr>
        <p:spPr>
          <a:xfrm>
            <a:off x="2954527" y="538381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0" name="object 74">
            <a:extLst>
              <a:ext uri="{FF2B5EF4-FFF2-40B4-BE49-F238E27FC236}">
                <a16:creationId xmlns:a16="http://schemas.microsoft.com/office/drawing/2014/main" id="{26C7113C-AC92-E541-B375-C5F9FA77B3F9}"/>
              </a:ext>
            </a:extLst>
          </p:cNvPr>
          <p:cNvGrpSpPr/>
          <p:nvPr/>
        </p:nvGrpSpPr>
        <p:grpSpPr>
          <a:xfrm>
            <a:off x="3723894" y="4369086"/>
            <a:ext cx="635000" cy="635000"/>
            <a:chOff x="3723894" y="4007358"/>
            <a:chExt cx="635000" cy="635000"/>
          </a:xfrm>
        </p:grpSpPr>
        <p:sp>
          <p:nvSpPr>
            <p:cNvPr id="181" name="object 75">
              <a:extLst>
                <a:ext uri="{FF2B5EF4-FFF2-40B4-BE49-F238E27FC236}">
                  <a16:creationId xmlns:a16="http://schemas.microsoft.com/office/drawing/2014/main" id="{FD763E2C-1002-9741-AFDF-BB6724A5AC61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76">
              <a:extLst>
                <a:ext uri="{FF2B5EF4-FFF2-40B4-BE49-F238E27FC236}">
                  <a16:creationId xmlns:a16="http://schemas.microsoft.com/office/drawing/2014/main" id="{6CD61AFA-A9DA-FF40-8F49-1CD76C32C5E2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3" name="object 77">
            <a:extLst>
              <a:ext uri="{FF2B5EF4-FFF2-40B4-BE49-F238E27FC236}">
                <a16:creationId xmlns:a16="http://schemas.microsoft.com/office/drawing/2014/main" id="{F048DD8D-5DCB-C140-8C5E-F3F9060F074D}"/>
              </a:ext>
            </a:extLst>
          </p:cNvPr>
          <p:cNvSpPr txBox="1"/>
          <p:nvPr/>
        </p:nvSpPr>
        <p:spPr>
          <a:xfrm>
            <a:off x="3896105" y="4480592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4" name="object 78">
            <a:extLst>
              <a:ext uri="{FF2B5EF4-FFF2-40B4-BE49-F238E27FC236}">
                <a16:creationId xmlns:a16="http://schemas.microsoft.com/office/drawing/2014/main" id="{0704EAF3-DC2F-BE44-89D9-338597502D0C}"/>
              </a:ext>
            </a:extLst>
          </p:cNvPr>
          <p:cNvSpPr txBox="1"/>
          <p:nvPr/>
        </p:nvSpPr>
        <p:spPr>
          <a:xfrm>
            <a:off x="8301990" y="5852445"/>
            <a:ext cx="43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5" name="object 79">
            <a:extLst>
              <a:ext uri="{FF2B5EF4-FFF2-40B4-BE49-F238E27FC236}">
                <a16:creationId xmlns:a16="http://schemas.microsoft.com/office/drawing/2014/main" id="{F2D22FAA-7647-EF41-8C08-4EFE9EFFF15E}"/>
              </a:ext>
            </a:extLst>
          </p:cNvPr>
          <p:cNvGrpSpPr/>
          <p:nvPr/>
        </p:nvGrpSpPr>
        <p:grpSpPr>
          <a:xfrm>
            <a:off x="8743188" y="5798598"/>
            <a:ext cx="2720340" cy="535940"/>
            <a:chOff x="8743188" y="5436870"/>
            <a:chExt cx="2720340" cy="535940"/>
          </a:xfrm>
        </p:grpSpPr>
        <p:sp>
          <p:nvSpPr>
            <p:cNvPr id="186" name="object 80">
              <a:extLst>
                <a:ext uri="{FF2B5EF4-FFF2-40B4-BE49-F238E27FC236}">
                  <a16:creationId xmlns:a16="http://schemas.microsoft.com/office/drawing/2014/main" id="{510B10E3-00C2-3941-9C1C-7D8554322895}"/>
                </a:ext>
              </a:extLst>
            </p:cNvPr>
            <p:cNvSpPr/>
            <p:nvPr/>
          </p:nvSpPr>
          <p:spPr>
            <a:xfrm>
              <a:off x="8762238" y="545592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81">
              <a:extLst>
                <a:ext uri="{FF2B5EF4-FFF2-40B4-BE49-F238E27FC236}">
                  <a16:creationId xmlns:a16="http://schemas.microsoft.com/office/drawing/2014/main" id="{9EE7D28B-B440-B742-860C-FB44C3A241E8}"/>
                </a:ext>
              </a:extLst>
            </p:cNvPr>
            <p:cNvSpPr/>
            <p:nvPr/>
          </p:nvSpPr>
          <p:spPr>
            <a:xfrm>
              <a:off x="10333482" y="565556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82">
              <a:extLst>
                <a:ext uri="{FF2B5EF4-FFF2-40B4-BE49-F238E27FC236}">
                  <a16:creationId xmlns:a16="http://schemas.microsoft.com/office/drawing/2014/main" id="{17E3906B-7DB7-494E-931E-0BBA27F15B84}"/>
                </a:ext>
              </a:extLst>
            </p:cNvPr>
            <p:cNvSpPr/>
            <p:nvPr/>
          </p:nvSpPr>
          <p:spPr>
            <a:xfrm>
              <a:off x="10974323" y="547192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9" name="object 83">
            <a:extLst>
              <a:ext uri="{FF2B5EF4-FFF2-40B4-BE49-F238E27FC236}">
                <a16:creationId xmlns:a16="http://schemas.microsoft.com/office/drawing/2014/main" id="{1C0233C9-C340-EF49-BC6E-F4DB759F39DA}"/>
              </a:ext>
            </a:extLst>
          </p:cNvPr>
          <p:cNvSpPr txBox="1"/>
          <p:nvPr/>
        </p:nvSpPr>
        <p:spPr>
          <a:xfrm>
            <a:off x="10993373" y="5868448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0" name="object 84">
            <a:extLst>
              <a:ext uri="{FF2B5EF4-FFF2-40B4-BE49-F238E27FC236}">
                <a16:creationId xmlns:a16="http://schemas.microsoft.com/office/drawing/2014/main" id="{09D6D381-A555-3E4C-9E51-F2AA1EEDD597}"/>
              </a:ext>
            </a:extLst>
          </p:cNvPr>
          <p:cNvSpPr/>
          <p:nvPr/>
        </p:nvSpPr>
        <p:spPr>
          <a:xfrm>
            <a:off x="11453621" y="5833649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85">
            <a:extLst>
              <a:ext uri="{FF2B5EF4-FFF2-40B4-BE49-F238E27FC236}">
                <a16:creationId xmlns:a16="http://schemas.microsoft.com/office/drawing/2014/main" id="{89808618-46C2-E149-A789-D6256111384E}"/>
              </a:ext>
            </a:extLst>
          </p:cNvPr>
          <p:cNvSpPr txBox="1"/>
          <p:nvPr/>
        </p:nvSpPr>
        <p:spPr>
          <a:xfrm>
            <a:off x="11472671" y="5739669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92" name="object 86">
            <a:extLst>
              <a:ext uri="{FF2B5EF4-FFF2-40B4-BE49-F238E27FC236}">
                <a16:creationId xmlns:a16="http://schemas.microsoft.com/office/drawing/2014/main" id="{683F974E-9C68-EE43-9A8F-39B40D70ABF1}"/>
              </a:ext>
            </a:extLst>
          </p:cNvPr>
          <p:cNvGrpSpPr/>
          <p:nvPr/>
        </p:nvGrpSpPr>
        <p:grpSpPr>
          <a:xfrm>
            <a:off x="9015221" y="5814599"/>
            <a:ext cx="1130300" cy="520065"/>
            <a:chOff x="9015221" y="5452871"/>
            <a:chExt cx="1130300" cy="520065"/>
          </a:xfrm>
        </p:grpSpPr>
        <p:sp>
          <p:nvSpPr>
            <p:cNvPr id="193" name="object 87">
              <a:extLst>
                <a:ext uri="{FF2B5EF4-FFF2-40B4-BE49-F238E27FC236}">
                  <a16:creationId xmlns:a16="http://schemas.microsoft.com/office/drawing/2014/main" id="{D4EE8FF0-B256-3442-9B43-620268A8721E}"/>
                </a:ext>
              </a:extLst>
            </p:cNvPr>
            <p:cNvSpPr/>
            <p:nvPr/>
          </p:nvSpPr>
          <p:spPr>
            <a:xfrm>
              <a:off x="901522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88">
              <a:extLst>
                <a:ext uri="{FF2B5EF4-FFF2-40B4-BE49-F238E27FC236}">
                  <a16:creationId xmlns:a16="http://schemas.microsoft.com/office/drawing/2014/main" id="{B034BDD2-096D-0549-8493-B86D2EABD95E}"/>
                </a:ext>
              </a:extLst>
            </p:cNvPr>
            <p:cNvSpPr/>
            <p:nvPr/>
          </p:nvSpPr>
          <p:spPr>
            <a:xfrm>
              <a:off x="965606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89">
            <a:extLst>
              <a:ext uri="{FF2B5EF4-FFF2-40B4-BE49-F238E27FC236}">
                <a16:creationId xmlns:a16="http://schemas.microsoft.com/office/drawing/2014/main" id="{AE7D2695-CB09-394C-B659-C171FD4CAF46}"/>
              </a:ext>
            </a:extLst>
          </p:cNvPr>
          <p:cNvSpPr txBox="1"/>
          <p:nvPr/>
        </p:nvSpPr>
        <p:spPr>
          <a:xfrm>
            <a:off x="9675114" y="5868448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6" name="object 90">
            <a:extLst>
              <a:ext uri="{FF2B5EF4-FFF2-40B4-BE49-F238E27FC236}">
                <a16:creationId xmlns:a16="http://schemas.microsoft.com/office/drawing/2014/main" id="{E312D896-E614-7446-855D-E9A6162556B5}"/>
              </a:ext>
            </a:extLst>
          </p:cNvPr>
          <p:cNvSpPr/>
          <p:nvPr/>
        </p:nvSpPr>
        <p:spPr>
          <a:xfrm>
            <a:off x="10135361" y="5833649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602075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11158670" cy="187679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lang="en-US" sz="2400" spc="-5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不能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找到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全部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可达顶点！</a:t>
            </a:r>
            <a:r>
              <a:rPr lang="zh-CN" altLang="en-US" sz="2400" spc="-5" dirty="0">
                <a:latin typeface="PMingLiU"/>
                <a:cs typeface="PMingLiU"/>
              </a:rPr>
              <a:t>是否存在有效算法？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7">
            <a:extLst>
              <a:ext uri="{FF2B5EF4-FFF2-40B4-BE49-F238E27FC236}">
                <a16:creationId xmlns:a16="http://schemas.microsoft.com/office/drawing/2014/main" id="{51C621B7-49F4-6542-8C02-F446243B9909}"/>
              </a:ext>
            </a:extLst>
          </p:cNvPr>
          <p:cNvGrpSpPr/>
          <p:nvPr/>
        </p:nvGrpSpPr>
        <p:grpSpPr>
          <a:xfrm>
            <a:off x="7342631" y="5276963"/>
            <a:ext cx="1430020" cy="520065"/>
            <a:chOff x="7342631" y="4945379"/>
            <a:chExt cx="1430020" cy="520065"/>
          </a:xfrm>
        </p:grpSpPr>
        <p:sp>
          <p:nvSpPr>
            <p:cNvPr id="90" name="object 8">
              <a:extLst>
                <a:ext uri="{FF2B5EF4-FFF2-40B4-BE49-F238E27FC236}">
                  <a16:creationId xmlns:a16="http://schemas.microsoft.com/office/drawing/2014/main" id="{8809BB40-AE96-CC46-A99B-A6A3C6057CC6}"/>
                </a:ext>
              </a:extLst>
            </p:cNvPr>
            <p:cNvSpPr/>
            <p:nvPr/>
          </p:nvSpPr>
          <p:spPr>
            <a:xfrm>
              <a:off x="7361681" y="4964429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">
              <a:extLst>
                <a:ext uri="{FF2B5EF4-FFF2-40B4-BE49-F238E27FC236}">
                  <a16:creationId xmlns:a16="http://schemas.microsoft.com/office/drawing/2014/main" id="{CEDA4130-0E4B-F44C-A807-06A541E37E69}"/>
                </a:ext>
              </a:extLst>
            </p:cNvPr>
            <p:cNvSpPr/>
            <p:nvPr/>
          </p:nvSpPr>
          <p:spPr>
            <a:xfrm>
              <a:off x="7642097" y="5148071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10">
              <a:extLst>
                <a:ext uri="{FF2B5EF4-FFF2-40B4-BE49-F238E27FC236}">
                  <a16:creationId xmlns:a16="http://schemas.microsoft.com/office/drawing/2014/main" id="{BDD2B649-B229-8044-808C-565423AD6187}"/>
                </a:ext>
              </a:extLst>
            </p:cNvPr>
            <p:cNvSpPr/>
            <p:nvPr/>
          </p:nvSpPr>
          <p:spPr>
            <a:xfrm>
              <a:off x="8282939" y="4964429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11">
            <a:extLst>
              <a:ext uri="{FF2B5EF4-FFF2-40B4-BE49-F238E27FC236}">
                <a16:creationId xmlns:a16="http://schemas.microsoft.com/office/drawing/2014/main" id="{BBAFF651-8FD3-DC42-9250-AADAFF839805}"/>
              </a:ext>
            </a:extLst>
          </p:cNvPr>
          <p:cNvSpPr txBox="1"/>
          <p:nvPr/>
        </p:nvSpPr>
        <p:spPr>
          <a:xfrm>
            <a:off x="8301990" y="5331066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4" name="object 12">
            <a:extLst>
              <a:ext uri="{FF2B5EF4-FFF2-40B4-BE49-F238E27FC236}">
                <a16:creationId xmlns:a16="http://schemas.microsoft.com/office/drawing/2014/main" id="{06CB98E4-8CED-4744-BC65-F52263D22F94}"/>
              </a:ext>
            </a:extLst>
          </p:cNvPr>
          <p:cNvSpPr/>
          <p:nvPr/>
        </p:nvSpPr>
        <p:spPr>
          <a:xfrm>
            <a:off x="8762238" y="5296013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3">
            <a:extLst>
              <a:ext uri="{FF2B5EF4-FFF2-40B4-BE49-F238E27FC236}">
                <a16:creationId xmlns:a16="http://schemas.microsoft.com/office/drawing/2014/main" id="{DED015EE-FEA9-8446-AEAD-D8C1F3611F68}"/>
              </a:ext>
            </a:extLst>
          </p:cNvPr>
          <p:cNvSpPr txBox="1"/>
          <p:nvPr/>
        </p:nvSpPr>
        <p:spPr>
          <a:xfrm>
            <a:off x="8781288" y="5202287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96" name="object 14">
            <a:extLst>
              <a:ext uri="{FF2B5EF4-FFF2-40B4-BE49-F238E27FC236}">
                <a16:creationId xmlns:a16="http://schemas.microsoft.com/office/drawing/2014/main" id="{C3A38ED7-2976-CB47-9FD5-0CA7D3B231FB}"/>
              </a:ext>
            </a:extLst>
          </p:cNvPr>
          <p:cNvSpPr txBox="1"/>
          <p:nvPr/>
        </p:nvSpPr>
        <p:spPr>
          <a:xfrm>
            <a:off x="7078471" y="4017123"/>
            <a:ext cx="221615" cy="22205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54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  <a:p>
            <a:pPr marL="18415">
              <a:lnSpc>
                <a:spcPct val="100000"/>
              </a:lnSpc>
              <a:spcBef>
                <a:spcPts val="1445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  <a:p>
            <a:pPr marL="33655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7" name="object 15">
            <a:extLst>
              <a:ext uri="{FF2B5EF4-FFF2-40B4-BE49-F238E27FC236}">
                <a16:creationId xmlns:a16="http://schemas.microsoft.com/office/drawing/2014/main" id="{90026249-5273-F741-9E9F-EB3ABA5BD63B}"/>
              </a:ext>
            </a:extLst>
          </p:cNvPr>
          <p:cNvSpPr txBox="1"/>
          <p:nvPr/>
        </p:nvSpPr>
        <p:spPr>
          <a:xfrm>
            <a:off x="7091426" y="6395072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98" name="object 16">
            <a:extLst>
              <a:ext uri="{FF2B5EF4-FFF2-40B4-BE49-F238E27FC236}">
                <a16:creationId xmlns:a16="http://schemas.microsoft.com/office/drawing/2014/main" id="{F084D6CA-B313-D246-B633-975B64EF8E6F}"/>
              </a:ext>
            </a:extLst>
          </p:cNvPr>
          <p:cNvGrpSpPr/>
          <p:nvPr/>
        </p:nvGrpSpPr>
        <p:grpSpPr>
          <a:xfrm>
            <a:off x="7342631" y="4261980"/>
            <a:ext cx="3278504" cy="1027430"/>
            <a:chOff x="7342631" y="3930396"/>
            <a:chExt cx="3278504" cy="1027430"/>
          </a:xfrm>
        </p:grpSpPr>
        <p:sp>
          <p:nvSpPr>
            <p:cNvPr id="99" name="object 17">
              <a:extLst>
                <a:ext uri="{FF2B5EF4-FFF2-40B4-BE49-F238E27FC236}">
                  <a16:creationId xmlns:a16="http://schemas.microsoft.com/office/drawing/2014/main" id="{E4AD8CCF-F556-0A4F-AFD5-60E1C272D01D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8">
              <a:extLst>
                <a:ext uri="{FF2B5EF4-FFF2-40B4-BE49-F238E27FC236}">
                  <a16:creationId xmlns:a16="http://schemas.microsoft.com/office/drawing/2014/main" id="{3EA08815-22F9-1E4A-A3CE-90E455002DB9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9">
              <a:extLst>
                <a:ext uri="{FF2B5EF4-FFF2-40B4-BE49-F238E27FC236}">
                  <a16:creationId xmlns:a16="http://schemas.microsoft.com/office/drawing/2014/main" id="{4D102A62-1146-0E45-921D-646151E2FF0E}"/>
                </a:ext>
              </a:extLst>
            </p:cNvPr>
            <p:cNvSpPr/>
            <p:nvPr/>
          </p:nvSpPr>
          <p:spPr>
            <a:xfrm>
              <a:off x="7361681" y="4456938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20">
              <a:extLst>
                <a:ext uri="{FF2B5EF4-FFF2-40B4-BE49-F238E27FC236}">
                  <a16:creationId xmlns:a16="http://schemas.microsoft.com/office/drawing/2014/main" id="{70837E79-2AC4-6749-A6DC-0B18B84C63CB}"/>
                </a:ext>
              </a:extLst>
            </p:cNvPr>
            <p:cNvSpPr/>
            <p:nvPr/>
          </p:nvSpPr>
          <p:spPr>
            <a:xfrm>
              <a:off x="7642098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617347" y="57150"/>
                  </a:moveTo>
                  <a:lnTo>
                    <a:pt x="579247" y="38100"/>
                  </a:lnTo>
                  <a:lnTo>
                    <a:pt x="503047" y="0"/>
                  </a:lnTo>
                  <a:lnTo>
                    <a:pt x="503047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114300"/>
                  </a:lnTo>
                  <a:lnTo>
                    <a:pt x="579247" y="76200"/>
                  </a:lnTo>
                  <a:lnTo>
                    <a:pt x="617347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21">
              <a:extLst>
                <a:ext uri="{FF2B5EF4-FFF2-40B4-BE49-F238E27FC236}">
                  <a16:creationId xmlns:a16="http://schemas.microsoft.com/office/drawing/2014/main" id="{D4C99043-C912-FA43-8CB1-407EBC58AACB}"/>
                </a:ext>
              </a:extLst>
            </p:cNvPr>
            <p:cNvSpPr/>
            <p:nvPr/>
          </p:nvSpPr>
          <p:spPr>
            <a:xfrm>
              <a:off x="7361681" y="3949446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22">
              <a:extLst>
                <a:ext uri="{FF2B5EF4-FFF2-40B4-BE49-F238E27FC236}">
                  <a16:creationId xmlns:a16="http://schemas.microsoft.com/office/drawing/2014/main" id="{24DE4B1F-A055-FF43-B8ED-5A986E307F82}"/>
                </a:ext>
              </a:extLst>
            </p:cNvPr>
            <p:cNvSpPr/>
            <p:nvPr/>
          </p:nvSpPr>
          <p:spPr>
            <a:xfrm>
              <a:off x="7642097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23">
              <a:extLst>
                <a:ext uri="{FF2B5EF4-FFF2-40B4-BE49-F238E27FC236}">
                  <a16:creationId xmlns:a16="http://schemas.microsoft.com/office/drawing/2014/main" id="{55A7F364-E6B4-AB4F-AD75-1B43064A296C}"/>
                </a:ext>
              </a:extLst>
            </p:cNvPr>
            <p:cNvSpPr/>
            <p:nvPr/>
          </p:nvSpPr>
          <p:spPr>
            <a:xfrm>
              <a:off x="8282939" y="3949446"/>
              <a:ext cx="949960" cy="481965"/>
            </a:xfrm>
            <a:custGeom>
              <a:avLst/>
              <a:gdLst/>
              <a:ahLst/>
              <a:cxnLst/>
              <a:rect l="l" t="t" r="r" b="b"/>
              <a:pathLst>
                <a:path w="949959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  <a:path w="949959" h="481964">
                  <a:moveTo>
                    <a:pt x="479298" y="481583"/>
                  </a:moveTo>
                  <a:lnTo>
                    <a:pt x="949451" y="481583"/>
                  </a:lnTo>
                  <a:lnTo>
                    <a:pt x="949451" y="0"/>
                  </a:lnTo>
                  <a:lnTo>
                    <a:pt x="479298" y="0"/>
                  </a:lnTo>
                  <a:lnTo>
                    <a:pt x="479298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24">
              <a:extLst>
                <a:ext uri="{FF2B5EF4-FFF2-40B4-BE49-F238E27FC236}">
                  <a16:creationId xmlns:a16="http://schemas.microsoft.com/office/drawing/2014/main" id="{53A46440-D305-014D-B55F-F6ADE25D7256}"/>
                </a:ext>
              </a:extLst>
            </p:cNvPr>
            <p:cNvSpPr/>
            <p:nvPr/>
          </p:nvSpPr>
          <p:spPr>
            <a:xfrm>
              <a:off x="901141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25">
              <a:extLst>
                <a:ext uri="{FF2B5EF4-FFF2-40B4-BE49-F238E27FC236}">
                  <a16:creationId xmlns:a16="http://schemas.microsoft.com/office/drawing/2014/main" id="{DFA387E7-C97A-034B-989F-ED4F34271AE3}"/>
                </a:ext>
              </a:extLst>
            </p:cNvPr>
            <p:cNvSpPr/>
            <p:nvPr/>
          </p:nvSpPr>
          <p:spPr>
            <a:xfrm>
              <a:off x="7361681" y="3949446"/>
              <a:ext cx="3240405" cy="989330"/>
            </a:xfrm>
            <a:custGeom>
              <a:avLst/>
              <a:gdLst/>
              <a:ahLst/>
              <a:cxnLst/>
              <a:rect l="l" t="t" r="r" b="b"/>
              <a:pathLst>
                <a:path w="3240404" h="989328">
                  <a:moveTo>
                    <a:pt x="2290572" y="481583"/>
                  </a:moveTo>
                  <a:lnTo>
                    <a:pt x="2760726" y="481583"/>
                  </a:lnTo>
                  <a:lnTo>
                    <a:pt x="2760726" y="0"/>
                  </a:lnTo>
                  <a:lnTo>
                    <a:pt x="2290572" y="0"/>
                  </a:lnTo>
                  <a:lnTo>
                    <a:pt x="2290572" y="481583"/>
                  </a:lnTo>
                  <a:close/>
                </a:path>
                <a:path w="3240404" h="989328">
                  <a:moveTo>
                    <a:pt x="2769870" y="481583"/>
                  </a:moveTo>
                  <a:lnTo>
                    <a:pt x="3240024" y="481583"/>
                  </a:lnTo>
                  <a:lnTo>
                    <a:pt x="3240024" y="0"/>
                  </a:lnTo>
                  <a:lnTo>
                    <a:pt x="2769870" y="0"/>
                  </a:lnTo>
                  <a:lnTo>
                    <a:pt x="2769870" y="481583"/>
                  </a:lnTo>
                  <a:close/>
                </a:path>
                <a:path w="3240404" h="989328">
                  <a:moveTo>
                    <a:pt x="0" y="989076"/>
                  </a:moveTo>
                  <a:lnTo>
                    <a:pt x="469392" y="989076"/>
                  </a:lnTo>
                  <a:lnTo>
                    <a:pt x="469392" y="507491"/>
                  </a:lnTo>
                  <a:lnTo>
                    <a:pt x="0" y="507491"/>
                  </a:lnTo>
                  <a:lnTo>
                    <a:pt x="0" y="98907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26">
              <a:extLst>
                <a:ext uri="{FF2B5EF4-FFF2-40B4-BE49-F238E27FC236}">
                  <a16:creationId xmlns:a16="http://schemas.microsoft.com/office/drawing/2014/main" id="{6ECC720F-A857-094F-B205-6E0DC7E8D86A}"/>
                </a:ext>
              </a:extLst>
            </p:cNvPr>
            <p:cNvSpPr/>
            <p:nvPr/>
          </p:nvSpPr>
          <p:spPr>
            <a:xfrm>
              <a:off x="7642097" y="464058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27">
              <a:extLst>
                <a:ext uri="{FF2B5EF4-FFF2-40B4-BE49-F238E27FC236}">
                  <a16:creationId xmlns:a16="http://schemas.microsoft.com/office/drawing/2014/main" id="{607E0E30-1C6D-C441-8074-57F3B16F0676}"/>
                </a:ext>
              </a:extLst>
            </p:cNvPr>
            <p:cNvSpPr/>
            <p:nvPr/>
          </p:nvSpPr>
          <p:spPr>
            <a:xfrm>
              <a:off x="8282939" y="4456938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28">
            <a:extLst>
              <a:ext uri="{FF2B5EF4-FFF2-40B4-BE49-F238E27FC236}">
                <a16:creationId xmlns:a16="http://schemas.microsoft.com/office/drawing/2014/main" id="{6434D45B-F195-3041-B32F-773247BB0427}"/>
              </a:ext>
            </a:extLst>
          </p:cNvPr>
          <p:cNvSpPr txBox="1"/>
          <p:nvPr/>
        </p:nvSpPr>
        <p:spPr>
          <a:xfrm>
            <a:off x="8301990" y="4823574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1" name="object 29">
            <a:extLst>
              <a:ext uri="{FF2B5EF4-FFF2-40B4-BE49-F238E27FC236}">
                <a16:creationId xmlns:a16="http://schemas.microsoft.com/office/drawing/2014/main" id="{45CAF2EB-D4F2-A447-A801-7EDE6B21F311}"/>
              </a:ext>
            </a:extLst>
          </p:cNvPr>
          <p:cNvSpPr/>
          <p:nvPr/>
        </p:nvSpPr>
        <p:spPr>
          <a:xfrm>
            <a:off x="8762238" y="4788522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30">
            <a:extLst>
              <a:ext uri="{FF2B5EF4-FFF2-40B4-BE49-F238E27FC236}">
                <a16:creationId xmlns:a16="http://schemas.microsoft.com/office/drawing/2014/main" id="{4D4431FB-F69F-BD4B-B544-87B9A8D110D0}"/>
              </a:ext>
            </a:extLst>
          </p:cNvPr>
          <p:cNvSpPr txBox="1"/>
          <p:nvPr/>
        </p:nvSpPr>
        <p:spPr>
          <a:xfrm>
            <a:off x="8781288" y="4694795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13" name="object 31">
            <a:extLst>
              <a:ext uri="{FF2B5EF4-FFF2-40B4-BE49-F238E27FC236}">
                <a16:creationId xmlns:a16="http://schemas.microsoft.com/office/drawing/2014/main" id="{7E864FE2-E236-1F40-8BF7-F7BF2F3B8996}"/>
              </a:ext>
            </a:extLst>
          </p:cNvPr>
          <p:cNvGrpSpPr/>
          <p:nvPr/>
        </p:nvGrpSpPr>
        <p:grpSpPr>
          <a:xfrm>
            <a:off x="10333481" y="4261980"/>
            <a:ext cx="1130300" cy="520065"/>
            <a:chOff x="10333481" y="3930396"/>
            <a:chExt cx="1130300" cy="520065"/>
          </a:xfrm>
        </p:grpSpPr>
        <p:sp>
          <p:nvSpPr>
            <p:cNvPr id="114" name="object 32">
              <a:extLst>
                <a:ext uri="{FF2B5EF4-FFF2-40B4-BE49-F238E27FC236}">
                  <a16:creationId xmlns:a16="http://schemas.microsoft.com/office/drawing/2014/main" id="{6951C053-B992-A545-B355-F25C7067CE91}"/>
                </a:ext>
              </a:extLst>
            </p:cNvPr>
            <p:cNvSpPr/>
            <p:nvPr/>
          </p:nvSpPr>
          <p:spPr>
            <a:xfrm>
              <a:off x="10333481" y="4133088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33">
              <a:extLst>
                <a:ext uri="{FF2B5EF4-FFF2-40B4-BE49-F238E27FC236}">
                  <a16:creationId xmlns:a16="http://schemas.microsoft.com/office/drawing/2014/main" id="{B90B739A-DC63-074E-ACB2-88D9A81C514B}"/>
                </a:ext>
              </a:extLst>
            </p:cNvPr>
            <p:cNvSpPr/>
            <p:nvPr/>
          </p:nvSpPr>
          <p:spPr>
            <a:xfrm>
              <a:off x="10974323" y="3949446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34">
            <a:extLst>
              <a:ext uri="{FF2B5EF4-FFF2-40B4-BE49-F238E27FC236}">
                <a16:creationId xmlns:a16="http://schemas.microsoft.com/office/drawing/2014/main" id="{DAB9DE41-C02B-ED49-81CC-BD28232915A2}"/>
              </a:ext>
            </a:extLst>
          </p:cNvPr>
          <p:cNvSpPr txBox="1"/>
          <p:nvPr/>
        </p:nvSpPr>
        <p:spPr>
          <a:xfrm>
            <a:off x="8301990" y="4316336"/>
            <a:ext cx="3123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  <a:tabLst>
                <a:tab pos="1461135" algn="l"/>
                <a:tab pos="2766060" algn="l"/>
              </a:tabLst>
            </a:pPr>
            <a:r>
              <a:rPr sz="2400" spc="-50">
                <a:latin typeface="Cambria Math"/>
                <a:cs typeface="Cambria Math"/>
              </a:rPr>
              <a:t>𝒅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𝒇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7" name="object 35">
            <a:extLst>
              <a:ext uri="{FF2B5EF4-FFF2-40B4-BE49-F238E27FC236}">
                <a16:creationId xmlns:a16="http://schemas.microsoft.com/office/drawing/2014/main" id="{58766BFC-D34A-3F41-824B-9BF81385D180}"/>
              </a:ext>
            </a:extLst>
          </p:cNvPr>
          <p:cNvSpPr/>
          <p:nvPr/>
        </p:nvSpPr>
        <p:spPr>
          <a:xfrm>
            <a:off x="11453621" y="4281030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36">
            <a:extLst>
              <a:ext uri="{FF2B5EF4-FFF2-40B4-BE49-F238E27FC236}">
                <a16:creationId xmlns:a16="http://schemas.microsoft.com/office/drawing/2014/main" id="{C4FE6308-ADF4-CF4F-8A3F-6C3EFAF8C63D}"/>
              </a:ext>
            </a:extLst>
          </p:cNvPr>
          <p:cNvSpPr txBox="1"/>
          <p:nvPr/>
        </p:nvSpPr>
        <p:spPr>
          <a:xfrm>
            <a:off x="11472671" y="4187557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19" name="object 37">
            <a:extLst>
              <a:ext uri="{FF2B5EF4-FFF2-40B4-BE49-F238E27FC236}">
                <a16:creationId xmlns:a16="http://schemas.microsoft.com/office/drawing/2014/main" id="{9C106E3E-CF04-194F-8BDD-A2BB9B3385A5}"/>
              </a:ext>
            </a:extLst>
          </p:cNvPr>
          <p:cNvGrpSpPr/>
          <p:nvPr/>
        </p:nvGrpSpPr>
        <p:grpSpPr>
          <a:xfrm>
            <a:off x="7343393" y="6291186"/>
            <a:ext cx="1430020" cy="520065"/>
            <a:chOff x="7343393" y="5959602"/>
            <a:chExt cx="1430020" cy="520065"/>
          </a:xfrm>
        </p:grpSpPr>
        <p:sp>
          <p:nvSpPr>
            <p:cNvPr id="120" name="object 38">
              <a:extLst>
                <a:ext uri="{FF2B5EF4-FFF2-40B4-BE49-F238E27FC236}">
                  <a16:creationId xmlns:a16="http://schemas.microsoft.com/office/drawing/2014/main" id="{F43781F5-E8FC-D848-A03D-300F6991ABF7}"/>
                </a:ext>
              </a:extLst>
            </p:cNvPr>
            <p:cNvSpPr/>
            <p:nvPr/>
          </p:nvSpPr>
          <p:spPr>
            <a:xfrm>
              <a:off x="7362443" y="5978652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4"/>
                  </a:moveTo>
                  <a:lnTo>
                    <a:pt x="469392" y="481584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39">
              <a:extLst>
                <a:ext uri="{FF2B5EF4-FFF2-40B4-BE49-F238E27FC236}">
                  <a16:creationId xmlns:a16="http://schemas.microsoft.com/office/drawing/2014/main" id="{4298A1A7-A7A0-664B-8BD3-865066C59FD4}"/>
                </a:ext>
              </a:extLst>
            </p:cNvPr>
            <p:cNvSpPr/>
            <p:nvPr/>
          </p:nvSpPr>
          <p:spPr>
            <a:xfrm>
              <a:off x="7642859" y="616229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299"/>
                  </a:lnTo>
                  <a:lnTo>
                    <a:pt x="579247" y="76199"/>
                  </a:lnTo>
                  <a:lnTo>
                    <a:pt x="522097" y="76199"/>
                  </a:lnTo>
                  <a:lnTo>
                    <a:pt x="522097" y="38099"/>
                  </a:lnTo>
                  <a:lnTo>
                    <a:pt x="579247" y="38099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503047" y="76199"/>
                  </a:lnTo>
                  <a:lnTo>
                    <a:pt x="503047" y="38099"/>
                  </a:lnTo>
                  <a:close/>
                </a:path>
                <a:path w="617854" h="114300">
                  <a:moveTo>
                    <a:pt x="579247" y="38099"/>
                  </a:moveTo>
                  <a:lnTo>
                    <a:pt x="522097" y="38099"/>
                  </a:lnTo>
                  <a:lnTo>
                    <a:pt x="522097" y="76199"/>
                  </a:lnTo>
                  <a:lnTo>
                    <a:pt x="579247" y="76199"/>
                  </a:lnTo>
                  <a:lnTo>
                    <a:pt x="617347" y="57149"/>
                  </a:lnTo>
                  <a:lnTo>
                    <a:pt x="57924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40">
              <a:extLst>
                <a:ext uri="{FF2B5EF4-FFF2-40B4-BE49-F238E27FC236}">
                  <a16:creationId xmlns:a16="http://schemas.microsoft.com/office/drawing/2014/main" id="{06ACD8EA-BF2E-8042-8BB5-28D27A663C5E}"/>
                </a:ext>
              </a:extLst>
            </p:cNvPr>
            <p:cNvSpPr/>
            <p:nvPr/>
          </p:nvSpPr>
          <p:spPr>
            <a:xfrm>
              <a:off x="8283701" y="597865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4"/>
                  </a:moveTo>
                  <a:lnTo>
                    <a:pt x="470153" y="481584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41">
            <a:extLst>
              <a:ext uri="{FF2B5EF4-FFF2-40B4-BE49-F238E27FC236}">
                <a16:creationId xmlns:a16="http://schemas.microsoft.com/office/drawing/2014/main" id="{09580E1D-308D-C048-A554-F735E6CD0FEF}"/>
              </a:ext>
            </a:extLst>
          </p:cNvPr>
          <p:cNvSpPr txBox="1"/>
          <p:nvPr/>
        </p:nvSpPr>
        <p:spPr>
          <a:xfrm>
            <a:off x="8301990" y="6345034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4" name="object 42">
            <a:extLst>
              <a:ext uri="{FF2B5EF4-FFF2-40B4-BE49-F238E27FC236}">
                <a16:creationId xmlns:a16="http://schemas.microsoft.com/office/drawing/2014/main" id="{7FC61937-FAE2-A64F-941C-D1DA8CE0A37F}"/>
              </a:ext>
            </a:extLst>
          </p:cNvPr>
          <p:cNvSpPr/>
          <p:nvPr/>
        </p:nvSpPr>
        <p:spPr>
          <a:xfrm>
            <a:off x="8763000" y="6310236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4"/>
                </a:moveTo>
                <a:lnTo>
                  <a:pt x="470153" y="481584"/>
                </a:lnTo>
                <a:lnTo>
                  <a:pt x="470153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43">
            <a:extLst>
              <a:ext uri="{FF2B5EF4-FFF2-40B4-BE49-F238E27FC236}">
                <a16:creationId xmlns:a16="http://schemas.microsoft.com/office/drawing/2014/main" id="{EEC7B877-B347-1A43-BED7-055A0F3CD95E}"/>
              </a:ext>
            </a:extLst>
          </p:cNvPr>
          <p:cNvSpPr txBox="1"/>
          <p:nvPr/>
        </p:nvSpPr>
        <p:spPr>
          <a:xfrm>
            <a:off x="8781288" y="6216256"/>
            <a:ext cx="4324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126" name="object 45">
            <a:extLst>
              <a:ext uri="{FF2B5EF4-FFF2-40B4-BE49-F238E27FC236}">
                <a16:creationId xmlns:a16="http://schemas.microsoft.com/office/drawing/2014/main" id="{BB1FDB44-37BC-064B-AC82-BA63FA91A00B}"/>
              </a:ext>
            </a:extLst>
          </p:cNvPr>
          <p:cNvGrpSpPr/>
          <p:nvPr/>
        </p:nvGrpSpPr>
        <p:grpSpPr>
          <a:xfrm>
            <a:off x="3567684" y="5203812"/>
            <a:ext cx="1728470" cy="704850"/>
            <a:chOff x="3567684" y="4872228"/>
            <a:chExt cx="1728470" cy="704850"/>
          </a:xfrm>
        </p:grpSpPr>
        <p:sp>
          <p:nvSpPr>
            <p:cNvPr id="127" name="object 46">
              <a:extLst>
                <a:ext uri="{FF2B5EF4-FFF2-40B4-BE49-F238E27FC236}">
                  <a16:creationId xmlns:a16="http://schemas.microsoft.com/office/drawing/2014/main" id="{9A1E9A07-1200-604A-94AB-FAE2EEDB0B92}"/>
                </a:ext>
              </a:extLst>
            </p:cNvPr>
            <p:cNvSpPr/>
            <p:nvPr/>
          </p:nvSpPr>
          <p:spPr>
            <a:xfrm>
              <a:off x="3586734" y="4891278"/>
              <a:ext cx="919480" cy="666750"/>
            </a:xfrm>
            <a:custGeom>
              <a:avLst/>
              <a:gdLst/>
              <a:ahLst/>
              <a:cxnLst/>
              <a:rect l="l" t="t" r="r" b="b"/>
              <a:pathLst>
                <a:path w="919478" h="666750">
                  <a:moveTo>
                    <a:pt x="0" y="111125"/>
                  </a:moveTo>
                  <a:lnTo>
                    <a:pt x="8737" y="67883"/>
                  </a:lnTo>
                  <a:lnTo>
                    <a:pt x="32559" y="32559"/>
                  </a:lnTo>
                  <a:lnTo>
                    <a:pt x="67883" y="8737"/>
                  </a:lnTo>
                  <a:lnTo>
                    <a:pt x="111125" y="0"/>
                  </a:lnTo>
                  <a:lnTo>
                    <a:pt x="807846" y="0"/>
                  </a:lnTo>
                  <a:lnTo>
                    <a:pt x="851088" y="8737"/>
                  </a:lnTo>
                  <a:lnTo>
                    <a:pt x="886412" y="32559"/>
                  </a:lnTo>
                  <a:lnTo>
                    <a:pt x="910234" y="67883"/>
                  </a:lnTo>
                  <a:lnTo>
                    <a:pt x="918971" y="111125"/>
                  </a:lnTo>
                  <a:lnTo>
                    <a:pt x="918971" y="555625"/>
                  </a:lnTo>
                  <a:lnTo>
                    <a:pt x="910234" y="598866"/>
                  </a:lnTo>
                  <a:lnTo>
                    <a:pt x="886412" y="634190"/>
                  </a:lnTo>
                  <a:lnTo>
                    <a:pt x="851088" y="658012"/>
                  </a:lnTo>
                  <a:lnTo>
                    <a:pt x="807846" y="666750"/>
                  </a:lnTo>
                  <a:lnTo>
                    <a:pt x="111125" y="666750"/>
                  </a:lnTo>
                  <a:lnTo>
                    <a:pt x="67883" y="658012"/>
                  </a:lnTo>
                  <a:lnTo>
                    <a:pt x="32559" y="634190"/>
                  </a:lnTo>
                  <a:lnTo>
                    <a:pt x="8737" y="598866"/>
                  </a:lnTo>
                  <a:lnTo>
                    <a:pt x="0" y="555625"/>
                  </a:lnTo>
                  <a:lnTo>
                    <a:pt x="0" y="11112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47">
              <a:extLst>
                <a:ext uri="{FF2B5EF4-FFF2-40B4-BE49-F238E27FC236}">
                  <a16:creationId xmlns:a16="http://schemas.microsoft.com/office/drawing/2014/main" id="{36A8D332-6643-D740-8C2A-FB525BA95CFA}"/>
                </a:ext>
              </a:extLst>
            </p:cNvPr>
            <p:cNvSpPr/>
            <p:nvPr/>
          </p:nvSpPr>
          <p:spPr>
            <a:xfrm>
              <a:off x="4680966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48">
              <a:extLst>
                <a:ext uri="{FF2B5EF4-FFF2-40B4-BE49-F238E27FC236}">
                  <a16:creationId xmlns:a16="http://schemas.microsoft.com/office/drawing/2014/main" id="{F10231CA-4117-4347-9FFD-61E14B47B1F1}"/>
                </a:ext>
              </a:extLst>
            </p:cNvPr>
            <p:cNvSpPr/>
            <p:nvPr/>
          </p:nvSpPr>
          <p:spPr>
            <a:xfrm>
              <a:off x="4680966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49">
            <a:extLst>
              <a:ext uri="{FF2B5EF4-FFF2-40B4-BE49-F238E27FC236}">
                <a16:creationId xmlns:a16="http://schemas.microsoft.com/office/drawing/2014/main" id="{4BDB9138-5BD6-A94B-8043-B667A93A7CE1}"/>
              </a:ext>
            </a:extLst>
          </p:cNvPr>
          <p:cNvSpPr txBox="1"/>
          <p:nvPr/>
        </p:nvSpPr>
        <p:spPr>
          <a:xfrm>
            <a:off x="4825238" y="5353672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1" name="object 50">
            <a:extLst>
              <a:ext uri="{FF2B5EF4-FFF2-40B4-BE49-F238E27FC236}">
                <a16:creationId xmlns:a16="http://schemas.microsoft.com/office/drawing/2014/main" id="{BFB2CBB8-D04A-D54C-9AF0-300F4F4C56BC}"/>
              </a:ext>
            </a:extLst>
          </p:cNvPr>
          <p:cNvSpPr/>
          <p:nvPr/>
        </p:nvSpPr>
        <p:spPr>
          <a:xfrm>
            <a:off x="6180582" y="6082398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51">
            <a:extLst>
              <a:ext uri="{FF2B5EF4-FFF2-40B4-BE49-F238E27FC236}">
                <a16:creationId xmlns:a16="http://schemas.microsoft.com/office/drawing/2014/main" id="{3BB8EC98-CCB0-7C49-91C8-5720FEF6E5F0}"/>
              </a:ext>
            </a:extLst>
          </p:cNvPr>
          <p:cNvSpPr txBox="1"/>
          <p:nvPr/>
        </p:nvSpPr>
        <p:spPr>
          <a:xfrm>
            <a:off x="6371844" y="6174600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3" name="object 52">
            <a:extLst>
              <a:ext uri="{FF2B5EF4-FFF2-40B4-BE49-F238E27FC236}">
                <a16:creationId xmlns:a16="http://schemas.microsoft.com/office/drawing/2014/main" id="{62764FE9-A64F-7845-A368-14E22B6EC06C}"/>
              </a:ext>
            </a:extLst>
          </p:cNvPr>
          <p:cNvSpPr/>
          <p:nvPr/>
        </p:nvSpPr>
        <p:spPr>
          <a:xfrm>
            <a:off x="4748784" y="5769978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53">
            <a:extLst>
              <a:ext uri="{FF2B5EF4-FFF2-40B4-BE49-F238E27FC236}">
                <a16:creationId xmlns:a16="http://schemas.microsoft.com/office/drawing/2014/main" id="{AB523028-8203-7640-836A-ED1F1E7EC58C}"/>
              </a:ext>
            </a:extLst>
          </p:cNvPr>
          <p:cNvSpPr txBox="1"/>
          <p:nvPr/>
        </p:nvSpPr>
        <p:spPr>
          <a:xfrm>
            <a:off x="4900421" y="6174600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5" name="object 54">
            <a:extLst>
              <a:ext uri="{FF2B5EF4-FFF2-40B4-BE49-F238E27FC236}">
                <a16:creationId xmlns:a16="http://schemas.microsoft.com/office/drawing/2014/main" id="{71FD81BA-F637-8649-8347-4BFBF396CCCD}"/>
              </a:ext>
            </a:extLst>
          </p:cNvPr>
          <p:cNvSpPr/>
          <p:nvPr/>
        </p:nvSpPr>
        <p:spPr>
          <a:xfrm>
            <a:off x="3317747" y="5857607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55">
            <a:extLst>
              <a:ext uri="{FF2B5EF4-FFF2-40B4-BE49-F238E27FC236}">
                <a16:creationId xmlns:a16="http://schemas.microsoft.com/office/drawing/2014/main" id="{FE6EB762-760C-214E-9688-68FFE83E91E2}"/>
              </a:ext>
            </a:extLst>
          </p:cNvPr>
          <p:cNvSpPr txBox="1"/>
          <p:nvPr/>
        </p:nvSpPr>
        <p:spPr>
          <a:xfrm>
            <a:off x="3471926" y="6174600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7" name="object 56">
            <a:extLst>
              <a:ext uri="{FF2B5EF4-FFF2-40B4-BE49-F238E27FC236}">
                <a16:creationId xmlns:a16="http://schemas.microsoft.com/office/drawing/2014/main" id="{88133FEF-2A1E-6045-8AC9-6A6568B03904}"/>
              </a:ext>
            </a:extLst>
          </p:cNvPr>
          <p:cNvSpPr/>
          <p:nvPr/>
        </p:nvSpPr>
        <p:spPr>
          <a:xfrm>
            <a:off x="1885950" y="6082398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57">
            <a:extLst>
              <a:ext uri="{FF2B5EF4-FFF2-40B4-BE49-F238E27FC236}">
                <a16:creationId xmlns:a16="http://schemas.microsoft.com/office/drawing/2014/main" id="{C2DC789D-B346-644C-A178-B8C60915755A}"/>
              </a:ext>
            </a:extLst>
          </p:cNvPr>
          <p:cNvSpPr txBox="1"/>
          <p:nvPr/>
        </p:nvSpPr>
        <p:spPr>
          <a:xfrm>
            <a:off x="2056129" y="6174600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9" name="object 58">
            <a:extLst>
              <a:ext uri="{FF2B5EF4-FFF2-40B4-BE49-F238E27FC236}">
                <a16:creationId xmlns:a16="http://schemas.microsoft.com/office/drawing/2014/main" id="{E18EFA82-AB6C-594D-8FFD-1CFB0C9EFE1F}"/>
              </a:ext>
            </a:extLst>
          </p:cNvPr>
          <p:cNvGrpSpPr/>
          <p:nvPr/>
        </p:nvGrpSpPr>
        <p:grpSpPr>
          <a:xfrm>
            <a:off x="2375916" y="5241912"/>
            <a:ext cx="1983105" cy="946785"/>
            <a:chOff x="2375916" y="4910328"/>
            <a:chExt cx="1983105" cy="946785"/>
          </a:xfrm>
        </p:grpSpPr>
        <p:sp>
          <p:nvSpPr>
            <p:cNvPr id="140" name="object 59">
              <a:extLst>
                <a:ext uri="{FF2B5EF4-FFF2-40B4-BE49-F238E27FC236}">
                  <a16:creationId xmlns:a16="http://schemas.microsoft.com/office/drawing/2014/main" id="{04E03632-FFCE-B24E-9E8A-E16716E69AE3}"/>
                </a:ext>
              </a:extLst>
            </p:cNvPr>
            <p:cNvSpPr/>
            <p:nvPr/>
          </p:nvSpPr>
          <p:spPr>
            <a:xfrm>
              <a:off x="3314700" y="5438394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16" y="31229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60">
              <a:extLst>
                <a:ext uri="{FF2B5EF4-FFF2-40B4-BE49-F238E27FC236}">
                  <a16:creationId xmlns:a16="http://schemas.microsoft.com/office/drawing/2014/main" id="{00946850-8C1C-744A-AB12-711385FFE765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61">
              <a:extLst>
                <a:ext uri="{FF2B5EF4-FFF2-40B4-BE49-F238E27FC236}">
                  <a16:creationId xmlns:a16="http://schemas.microsoft.com/office/drawing/2014/main" id="{8300A6AD-5F6A-D742-B44C-9677CAEFA3C8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62">
              <a:extLst>
                <a:ext uri="{FF2B5EF4-FFF2-40B4-BE49-F238E27FC236}">
                  <a16:creationId xmlns:a16="http://schemas.microsoft.com/office/drawing/2014/main" id="{2597B28E-9FDD-A24F-8E0B-5223FBFD9746}"/>
                </a:ext>
              </a:extLst>
            </p:cNvPr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2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8" name="object 63">
            <a:extLst>
              <a:ext uri="{FF2B5EF4-FFF2-40B4-BE49-F238E27FC236}">
                <a16:creationId xmlns:a16="http://schemas.microsoft.com/office/drawing/2014/main" id="{AFE0F4F3-0716-D04C-9D3B-099B120009F7}"/>
              </a:ext>
            </a:extLst>
          </p:cNvPr>
          <p:cNvSpPr txBox="1"/>
          <p:nvPr/>
        </p:nvSpPr>
        <p:spPr>
          <a:xfrm>
            <a:off x="3905250" y="5353672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9" name="object 64">
            <a:extLst>
              <a:ext uri="{FF2B5EF4-FFF2-40B4-BE49-F238E27FC236}">
                <a16:creationId xmlns:a16="http://schemas.microsoft.com/office/drawing/2014/main" id="{5105674E-3A92-9D4A-86A6-27EFD6CBD84C}"/>
              </a:ext>
            </a:extLst>
          </p:cNvPr>
          <p:cNvGrpSpPr/>
          <p:nvPr/>
        </p:nvGrpSpPr>
        <p:grpSpPr>
          <a:xfrm>
            <a:off x="2786633" y="4838813"/>
            <a:ext cx="2010410" cy="1038225"/>
            <a:chOff x="2786633" y="4507229"/>
            <a:chExt cx="2010410" cy="1038225"/>
          </a:xfrm>
        </p:grpSpPr>
        <p:sp>
          <p:nvSpPr>
            <p:cNvPr id="200" name="object 65">
              <a:extLst>
                <a:ext uri="{FF2B5EF4-FFF2-40B4-BE49-F238E27FC236}">
                  <a16:creationId xmlns:a16="http://schemas.microsoft.com/office/drawing/2014/main" id="{14D77FB8-CA08-5C4B-AF1A-E30EB1FF8507}"/>
                </a:ext>
              </a:extLst>
            </p:cNvPr>
            <p:cNvSpPr/>
            <p:nvPr/>
          </p:nvSpPr>
          <p:spPr>
            <a:xfrm>
              <a:off x="3275456" y="4535804"/>
              <a:ext cx="1493520" cy="517525"/>
            </a:xfrm>
            <a:custGeom>
              <a:avLst/>
              <a:gdLst/>
              <a:ahLst/>
              <a:cxnLst/>
              <a:rect l="l" t="t" r="r" b="b"/>
              <a:pathLst>
                <a:path w="1493520" h="517525">
                  <a:moveTo>
                    <a:pt x="555625" y="0"/>
                  </a:moveTo>
                  <a:lnTo>
                    <a:pt x="0" y="517017"/>
                  </a:lnTo>
                </a:path>
                <a:path w="1493520" h="517525">
                  <a:moveTo>
                    <a:pt x="766571" y="87630"/>
                  </a:moveTo>
                  <a:lnTo>
                    <a:pt x="766571" y="394462"/>
                  </a:lnTo>
                </a:path>
                <a:path w="1493520" h="517525">
                  <a:moveTo>
                    <a:pt x="976883" y="0"/>
                  </a:moveTo>
                  <a:lnTo>
                    <a:pt x="1493012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66">
              <a:extLst>
                <a:ext uri="{FF2B5EF4-FFF2-40B4-BE49-F238E27FC236}">
                  <a16:creationId xmlns:a16="http://schemas.microsoft.com/office/drawing/2014/main" id="{B6B0090D-685B-AE42-9B50-3633849867BD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67">
              <a:extLst>
                <a:ext uri="{FF2B5EF4-FFF2-40B4-BE49-F238E27FC236}">
                  <a16:creationId xmlns:a16="http://schemas.microsoft.com/office/drawing/2014/main" id="{456E6C26-015B-1249-9D5C-323035632D3A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3" name="object 68">
            <a:extLst>
              <a:ext uri="{FF2B5EF4-FFF2-40B4-BE49-F238E27FC236}">
                <a16:creationId xmlns:a16="http://schemas.microsoft.com/office/drawing/2014/main" id="{E81AEC00-BAD9-5642-8659-5B4D21FDE18B}"/>
              </a:ext>
            </a:extLst>
          </p:cNvPr>
          <p:cNvSpPr txBox="1"/>
          <p:nvPr/>
        </p:nvSpPr>
        <p:spPr>
          <a:xfrm>
            <a:off x="2954527" y="5353672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4" name="object 69">
            <a:extLst>
              <a:ext uri="{FF2B5EF4-FFF2-40B4-BE49-F238E27FC236}">
                <a16:creationId xmlns:a16="http://schemas.microsoft.com/office/drawing/2014/main" id="{9E7F1328-59D4-A14B-8304-E56A673DFDF2}"/>
              </a:ext>
            </a:extLst>
          </p:cNvPr>
          <p:cNvGrpSpPr/>
          <p:nvPr/>
        </p:nvGrpSpPr>
        <p:grpSpPr>
          <a:xfrm>
            <a:off x="3723894" y="4338942"/>
            <a:ext cx="635000" cy="635000"/>
            <a:chOff x="3723894" y="4007358"/>
            <a:chExt cx="635000" cy="635000"/>
          </a:xfrm>
        </p:grpSpPr>
        <p:sp>
          <p:nvSpPr>
            <p:cNvPr id="205" name="object 70">
              <a:extLst>
                <a:ext uri="{FF2B5EF4-FFF2-40B4-BE49-F238E27FC236}">
                  <a16:creationId xmlns:a16="http://schemas.microsoft.com/office/drawing/2014/main" id="{93A830AF-1B64-744F-B186-F2C36FCBDD3F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71">
              <a:extLst>
                <a:ext uri="{FF2B5EF4-FFF2-40B4-BE49-F238E27FC236}">
                  <a16:creationId xmlns:a16="http://schemas.microsoft.com/office/drawing/2014/main" id="{EDB6B68C-78E2-1640-AFD5-61FC57E7F666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72">
            <a:extLst>
              <a:ext uri="{FF2B5EF4-FFF2-40B4-BE49-F238E27FC236}">
                <a16:creationId xmlns:a16="http://schemas.microsoft.com/office/drawing/2014/main" id="{DDF4218C-FA3E-BD41-BBC1-C70FA4D1133B}"/>
              </a:ext>
            </a:extLst>
          </p:cNvPr>
          <p:cNvSpPr txBox="1"/>
          <p:nvPr/>
        </p:nvSpPr>
        <p:spPr>
          <a:xfrm>
            <a:off x="3896105" y="4450448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8" name="object 73">
            <a:extLst>
              <a:ext uri="{FF2B5EF4-FFF2-40B4-BE49-F238E27FC236}">
                <a16:creationId xmlns:a16="http://schemas.microsoft.com/office/drawing/2014/main" id="{9D68A42C-CBE5-5447-9842-AC848A525DA4}"/>
              </a:ext>
            </a:extLst>
          </p:cNvPr>
          <p:cNvGrpSpPr/>
          <p:nvPr/>
        </p:nvGrpSpPr>
        <p:grpSpPr>
          <a:xfrm>
            <a:off x="6957059" y="5768454"/>
            <a:ext cx="4254500" cy="1139190"/>
            <a:chOff x="6957059" y="5436870"/>
            <a:chExt cx="4254500" cy="1139190"/>
          </a:xfrm>
        </p:grpSpPr>
        <p:sp>
          <p:nvSpPr>
            <p:cNvPr id="209" name="object 74">
              <a:extLst>
                <a:ext uri="{FF2B5EF4-FFF2-40B4-BE49-F238E27FC236}">
                  <a16:creationId xmlns:a16="http://schemas.microsoft.com/office/drawing/2014/main" id="{B310A83F-A7BE-B849-82F5-B49D24E67358}"/>
                </a:ext>
              </a:extLst>
            </p:cNvPr>
            <p:cNvSpPr/>
            <p:nvPr/>
          </p:nvSpPr>
          <p:spPr>
            <a:xfrm>
              <a:off x="6976109" y="5891022"/>
              <a:ext cx="4216400" cy="666115"/>
            </a:xfrm>
            <a:custGeom>
              <a:avLst/>
              <a:gdLst/>
              <a:ahLst/>
              <a:cxnLst/>
              <a:rect l="l" t="t" r="r" b="b"/>
              <a:pathLst>
                <a:path w="4216400" h="666115">
                  <a:moveTo>
                    <a:pt x="0" y="110997"/>
                  </a:moveTo>
                  <a:lnTo>
                    <a:pt x="8717" y="67792"/>
                  </a:lnTo>
                  <a:lnTo>
                    <a:pt x="32496" y="32510"/>
                  </a:lnTo>
                  <a:lnTo>
                    <a:pt x="67776" y="8722"/>
                  </a:lnTo>
                  <a:lnTo>
                    <a:pt x="110998" y="0"/>
                  </a:lnTo>
                  <a:lnTo>
                    <a:pt x="4105148" y="0"/>
                  </a:lnTo>
                  <a:lnTo>
                    <a:pt x="4148369" y="8722"/>
                  </a:lnTo>
                  <a:lnTo>
                    <a:pt x="4183649" y="32510"/>
                  </a:lnTo>
                  <a:lnTo>
                    <a:pt x="4207428" y="67792"/>
                  </a:lnTo>
                  <a:lnTo>
                    <a:pt x="4216146" y="110997"/>
                  </a:lnTo>
                  <a:lnTo>
                    <a:pt x="4216146" y="554989"/>
                  </a:lnTo>
                  <a:lnTo>
                    <a:pt x="4207428" y="598195"/>
                  </a:lnTo>
                  <a:lnTo>
                    <a:pt x="4183649" y="633477"/>
                  </a:lnTo>
                  <a:lnTo>
                    <a:pt x="4148369" y="657265"/>
                  </a:lnTo>
                  <a:lnTo>
                    <a:pt x="4105148" y="665987"/>
                  </a:lnTo>
                  <a:lnTo>
                    <a:pt x="110998" y="665987"/>
                  </a:lnTo>
                  <a:lnTo>
                    <a:pt x="67776" y="657265"/>
                  </a:lnTo>
                  <a:lnTo>
                    <a:pt x="32496" y="633477"/>
                  </a:lnTo>
                  <a:lnTo>
                    <a:pt x="8717" y="598195"/>
                  </a:lnTo>
                  <a:lnTo>
                    <a:pt x="0" y="554989"/>
                  </a:lnTo>
                  <a:lnTo>
                    <a:pt x="0" y="11099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75">
              <a:extLst>
                <a:ext uri="{FF2B5EF4-FFF2-40B4-BE49-F238E27FC236}">
                  <a16:creationId xmlns:a16="http://schemas.microsoft.com/office/drawing/2014/main" id="{71513922-5C3B-CF47-9AD9-3D97EECDDC8C}"/>
                </a:ext>
              </a:extLst>
            </p:cNvPr>
            <p:cNvSpPr/>
            <p:nvPr/>
          </p:nvSpPr>
          <p:spPr>
            <a:xfrm>
              <a:off x="7360919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76">
              <a:extLst>
                <a:ext uri="{FF2B5EF4-FFF2-40B4-BE49-F238E27FC236}">
                  <a16:creationId xmlns:a16="http://schemas.microsoft.com/office/drawing/2014/main" id="{4B1293F6-D428-904E-807C-57EB7DD2F058}"/>
                </a:ext>
              </a:extLst>
            </p:cNvPr>
            <p:cNvSpPr/>
            <p:nvPr/>
          </p:nvSpPr>
          <p:spPr>
            <a:xfrm>
              <a:off x="7641335" y="5639562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77">
              <a:extLst>
                <a:ext uri="{FF2B5EF4-FFF2-40B4-BE49-F238E27FC236}">
                  <a16:creationId xmlns:a16="http://schemas.microsoft.com/office/drawing/2014/main" id="{28C1474D-C193-ED4C-A59B-278F972961D7}"/>
                </a:ext>
              </a:extLst>
            </p:cNvPr>
            <p:cNvSpPr/>
            <p:nvPr/>
          </p:nvSpPr>
          <p:spPr>
            <a:xfrm>
              <a:off x="8282177" y="5455920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3" name="object 78">
            <a:extLst>
              <a:ext uri="{FF2B5EF4-FFF2-40B4-BE49-F238E27FC236}">
                <a16:creationId xmlns:a16="http://schemas.microsoft.com/office/drawing/2014/main" id="{F1E5B3E9-6895-3F4E-A071-C5A52A6735F4}"/>
              </a:ext>
            </a:extLst>
          </p:cNvPr>
          <p:cNvSpPr txBox="1"/>
          <p:nvPr/>
        </p:nvSpPr>
        <p:spPr>
          <a:xfrm>
            <a:off x="8301990" y="5822301"/>
            <a:ext cx="43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14" name="object 79">
            <a:extLst>
              <a:ext uri="{FF2B5EF4-FFF2-40B4-BE49-F238E27FC236}">
                <a16:creationId xmlns:a16="http://schemas.microsoft.com/office/drawing/2014/main" id="{D23CB2E0-B909-7F49-B2AB-2C9EEBA38987}"/>
              </a:ext>
            </a:extLst>
          </p:cNvPr>
          <p:cNvGrpSpPr/>
          <p:nvPr/>
        </p:nvGrpSpPr>
        <p:grpSpPr>
          <a:xfrm>
            <a:off x="8743188" y="5768454"/>
            <a:ext cx="2720340" cy="535940"/>
            <a:chOff x="8743188" y="5436870"/>
            <a:chExt cx="2720340" cy="535940"/>
          </a:xfrm>
        </p:grpSpPr>
        <p:sp>
          <p:nvSpPr>
            <p:cNvPr id="215" name="object 80">
              <a:extLst>
                <a:ext uri="{FF2B5EF4-FFF2-40B4-BE49-F238E27FC236}">
                  <a16:creationId xmlns:a16="http://schemas.microsoft.com/office/drawing/2014/main" id="{046F26F4-1F75-C24A-94C4-F7A6132C9CB7}"/>
                </a:ext>
              </a:extLst>
            </p:cNvPr>
            <p:cNvSpPr/>
            <p:nvPr/>
          </p:nvSpPr>
          <p:spPr>
            <a:xfrm>
              <a:off x="8762238" y="5455920"/>
              <a:ext cx="469900" cy="481965"/>
            </a:xfrm>
            <a:custGeom>
              <a:avLst/>
              <a:gdLst/>
              <a:ahLst/>
              <a:cxnLst/>
              <a:rect l="l" t="t" r="r" b="b"/>
              <a:pathLst>
                <a:path w="469900" h="481964">
                  <a:moveTo>
                    <a:pt x="0" y="481583"/>
                  </a:moveTo>
                  <a:lnTo>
                    <a:pt x="469392" y="481583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81">
              <a:extLst>
                <a:ext uri="{FF2B5EF4-FFF2-40B4-BE49-F238E27FC236}">
                  <a16:creationId xmlns:a16="http://schemas.microsoft.com/office/drawing/2014/main" id="{C6C217A2-24D0-0642-920A-7E8BA17BFA43}"/>
                </a:ext>
              </a:extLst>
            </p:cNvPr>
            <p:cNvSpPr/>
            <p:nvPr/>
          </p:nvSpPr>
          <p:spPr>
            <a:xfrm>
              <a:off x="10333482" y="5655564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82">
              <a:extLst>
                <a:ext uri="{FF2B5EF4-FFF2-40B4-BE49-F238E27FC236}">
                  <a16:creationId xmlns:a16="http://schemas.microsoft.com/office/drawing/2014/main" id="{DDF0B850-3BA1-0A47-829F-58837AB34879}"/>
                </a:ext>
              </a:extLst>
            </p:cNvPr>
            <p:cNvSpPr/>
            <p:nvPr/>
          </p:nvSpPr>
          <p:spPr>
            <a:xfrm>
              <a:off x="10974323" y="5471922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8" name="object 83">
            <a:extLst>
              <a:ext uri="{FF2B5EF4-FFF2-40B4-BE49-F238E27FC236}">
                <a16:creationId xmlns:a16="http://schemas.microsoft.com/office/drawing/2014/main" id="{BA52B1F5-0754-084B-A376-331ED1CE9521}"/>
              </a:ext>
            </a:extLst>
          </p:cNvPr>
          <p:cNvSpPr txBox="1"/>
          <p:nvPr/>
        </p:nvSpPr>
        <p:spPr>
          <a:xfrm>
            <a:off x="11065002" y="5838304"/>
            <a:ext cx="215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9" name="object 84">
            <a:extLst>
              <a:ext uri="{FF2B5EF4-FFF2-40B4-BE49-F238E27FC236}">
                <a16:creationId xmlns:a16="http://schemas.microsoft.com/office/drawing/2014/main" id="{E62199D2-8F52-7444-9370-0D27EADE1473}"/>
              </a:ext>
            </a:extLst>
          </p:cNvPr>
          <p:cNvSpPr/>
          <p:nvPr/>
        </p:nvSpPr>
        <p:spPr>
          <a:xfrm>
            <a:off x="11453621" y="5803505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85">
            <a:extLst>
              <a:ext uri="{FF2B5EF4-FFF2-40B4-BE49-F238E27FC236}">
                <a16:creationId xmlns:a16="http://schemas.microsoft.com/office/drawing/2014/main" id="{CBC3CE1A-C5D7-A243-A10C-EF6F059A00B3}"/>
              </a:ext>
            </a:extLst>
          </p:cNvPr>
          <p:cNvSpPr txBox="1"/>
          <p:nvPr/>
        </p:nvSpPr>
        <p:spPr>
          <a:xfrm>
            <a:off x="11449050" y="5798267"/>
            <a:ext cx="474980" cy="42481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" algn="ctr">
              <a:lnSpc>
                <a:spcPts val="3340"/>
              </a:lnSpc>
            </a:pPr>
            <a:r>
              <a:rPr sz="4000" b="1">
                <a:latin typeface="Times New Roman"/>
                <a:cs typeface="Times New Roman"/>
              </a:rPr>
              <a:t>/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221" name="object 86">
            <a:extLst>
              <a:ext uri="{FF2B5EF4-FFF2-40B4-BE49-F238E27FC236}">
                <a16:creationId xmlns:a16="http://schemas.microsoft.com/office/drawing/2014/main" id="{E1B8976D-18D8-9E4C-83AA-D91F1965C269}"/>
              </a:ext>
            </a:extLst>
          </p:cNvPr>
          <p:cNvGrpSpPr/>
          <p:nvPr/>
        </p:nvGrpSpPr>
        <p:grpSpPr>
          <a:xfrm>
            <a:off x="9015221" y="5784455"/>
            <a:ext cx="1130300" cy="520065"/>
            <a:chOff x="9015221" y="5452871"/>
            <a:chExt cx="1130300" cy="520065"/>
          </a:xfrm>
        </p:grpSpPr>
        <p:sp>
          <p:nvSpPr>
            <p:cNvPr id="222" name="object 87">
              <a:extLst>
                <a:ext uri="{FF2B5EF4-FFF2-40B4-BE49-F238E27FC236}">
                  <a16:creationId xmlns:a16="http://schemas.microsoft.com/office/drawing/2014/main" id="{A767B750-0921-D64F-A993-68797E818661}"/>
                </a:ext>
              </a:extLst>
            </p:cNvPr>
            <p:cNvSpPr/>
            <p:nvPr/>
          </p:nvSpPr>
          <p:spPr>
            <a:xfrm>
              <a:off x="9015221" y="5655563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503047" y="0"/>
                  </a:moveTo>
                  <a:lnTo>
                    <a:pt x="503047" y="114300"/>
                  </a:lnTo>
                  <a:lnTo>
                    <a:pt x="579247" y="76200"/>
                  </a:lnTo>
                  <a:lnTo>
                    <a:pt x="522097" y="76200"/>
                  </a:lnTo>
                  <a:lnTo>
                    <a:pt x="522097" y="38100"/>
                  </a:lnTo>
                  <a:lnTo>
                    <a:pt x="579247" y="38100"/>
                  </a:lnTo>
                  <a:lnTo>
                    <a:pt x="503047" y="0"/>
                  </a:lnTo>
                  <a:close/>
                </a:path>
                <a:path w="617854" h="114300">
                  <a:moveTo>
                    <a:pt x="5030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03047" y="76200"/>
                  </a:lnTo>
                  <a:lnTo>
                    <a:pt x="503047" y="38100"/>
                  </a:lnTo>
                  <a:close/>
                </a:path>
                <a:path w="617854" h="114300">
                  <a:moveTo>
                    <a:pt x="579247" y="38100"/>
                  </a:moveTo>
                  <a:lnTo>
                    <a:pt x="522097" y="38100"/>
                  </a:lnTo>
                  <a:lnTo>
                    <a:pt x="522097" y="76200"/>
                  </a:lnTo>
                  <a:lnTo>
                    <a:pt x="579247" y="76200"/>
                  </a:lnTo>
                  <a:lnTo>
                    <a:pt x="617347" y="57150"/>
                  </a:lnTo>
                  <a:lnTo>
                    <a:pt x="57924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88">
              <a:extLst>
                <a:ext uri="{FF2B5EF4-FFF2-40B4-BE49-F238E27FC236}">
                  <a16:creationId xmlns:a16="http://schemas.microsoft.com/office/drawing/2014/main" id="{711CD29B-1B18-FD48-A99D-73BA971DF5B1}"/>
                </a:ext>
              </a:extLst>
            </p:cNvPr>
            <p:cNvSpPr/>
            <p:nvPr/>
          </p:nvSpPr>
          <p:spPr>
            <a:xfrm>
              <a:off x="9656063" y="5471921"/>
              <a:ext cx="470534" cy="481965"/>
            </a:xfrm>
            <a:custGeom>
              <a:avLst/>
              <a:gdLst/>
              <a:ahLst/>
              <a:cxnLst/>
              <a:rect l="l" t="t" r="r" b="b"/>
              <a:pathLst>
                <a:path w="470534" h="481964">
                  <a:moveTo>
                    <a:pt x="0" y="481583"/>
                  </a:moveTo>
                  <a:lnTo>
                    <a:pt x="470153" y="481583"/>
                  </a:lnTo>
                  <a:lnTo>
                    <a:pt x="470153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89">
            <a:extLst>
              <a:ext uri="{FF2B5EF4-FFF2-40B4-BE49-F238E27FC236}">
                <a16:creationId xmlns:a16="http://schemas.microsoft.com/office/drawing/2014/main" id="{53B2AB18-287A-B445-ACE7-9D3B7B0E0F7F}"/>
              </a:ext>
            </a:extLst>
          </p:cNvPr>
          <p:cNvSpPr txBox="1"/>
          <p:nvPr/>
        </p:nvSpPr>
        <p:spPr>
          <a:xfrm>
            <a:off x="9675114" y="5838304"/>
            <a:ext cx="4368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5" name="object 90">
            <a:extLst>
              <a:ext uri="{FF2B5EF4-FFF2-40B4-BE49-F238E27FC236}">
                <a16:creationId xmlns:a16="http://schemas.microsoft.com/office/drawing/2014/main" id="{116CEC07-7505-2045-9FCA-7E457E9C723F}"/>
              </a:ext>
            </a:extLst>
          </p:cNvPr>
          <p:cNvSpPr/>
          <p:nvPr/>
        </p:nvSpPr>
        <p:spPr>
          <a:xfrm>
            <a:off x="10135361" y="5803505"/>
            <a:ext cx="470534" cy="481965"/>
          </a:xfrm>
          <a:custGeom>
            <a:avLst/>
            <a:gdLst/>
            <a:ahLst/>
            <a:cxnLst/>
            <a:rect l="l" t="t" r="r" b="b"/>
            <a:pathLst>
              <a:path w="470534" h="481964">
                <a:moveTo>
                  <a:pt x="0" y="481583"/>
                </a:moveTo>
                <a:lnTo>
                  <a:pt x="470153" y="481583"/>
                </a:lnTo>
                <a:lnTo>
                  <a:pt x="470153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808660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772" y="2823972"/>
            <a:ext cx="11158670" cy="187679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lang="en-US" sz="2400" spc="-5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不能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找到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全部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可达顶点！</a:t>
            </a:r>
            <a:r>
              <a:rPr lang="zh-CN" altLang="en-US" sz="2400" spc="-5" dirty="0">
                <a:latin typeface="PMingLiU"/>
                <a:cs typeface="PMingLiU"/>
              </a:rPr>
              <a:t>是否存在有效算法？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453" y="-17214"/>
            <a:ext cx="7424420" cy="1882775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图的搜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索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4455159" y="1922811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4932426" y="3206668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5">
            <a:extLst>
              <a:ext uri="{FF2B5EF4-FFF2-40B4-BE49-F238E27FC236}">
                <a16:creationId xmlns:a16="http://schemas.microsoft.com/office/drawing/2014/main" id="{CDFF7214-CFE1-A843-9CE3-E518516A437A}"/>
              </a:ext>
            </a:extLst>
          </p:cNvPr>
          <p:cNvSpPr txBox="1"/>
          <p:nvPr/>
        </p:nvSpPr>
        <p:spPr>
          <a:xfrm>
            <a:off x="7021068" y="4443306"/>
            <a:ext cx="4666615" cy="589264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1235"/>
              </a:spcBef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按照什么次序搜索顶点</a:t>
            </a:r>
            <a:r>
              <a:rPr sz="28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？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44" name="object 6">
            <a:extLst>
              <a:ext uri="{FF2B5EF4-FFF2-40B4-BE49-F238E27FC236}">
                <a16:creationId xmlns:a16="http://schemas.microsoft.com/office/drawing/2014/main" id="{1BA784C0-9594-C549-BDAF-88A69042E6C5}"/>
              </a:ext>
            </a:extLst>
          </p:cNvPr>
          <p:cNvSpPr txBox="1"/>
          <p:nvPr/>
        </p:nvSpPr>
        <p:spPr>
          <a:xfrm>
            <a:off x="7021068" y="5151694"/>
            <a:ext cx="4666615" cy="82931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3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45" name="object 7">
            <a:extLst>
              <a:ext uri="{FF2B5EF4-FFF2-40B4-BE49-F238E27FC236}">
                <a16:creationId xmlns:a16="http://schemas.microsoft.com/office/drawing/2014/main" id="{3882CF74-42B8-6345-A63F-40960271BD17}"/>
              </a:ext>
            </a:extLst>
          </p:cNvPr>
          <p:cNvSpPr/>
          <p:nvPr/>
        </p:nvSpPr>
        <p:spPr>
          <a:xfrm>
            <a:off x="7021068" y="5999991"/>
            <a:ext cx="4666615" cy="829944"/>
          </a:xfrm>
          <a:custGeom>
            <a:avLst/>
            <a:gdLst/>
            <a:ahLst/>
            <a:cxnLst/>
            <a:rect l="l" t="t" r="r" b="b"/>
            <a:pathLst>
              <a:path w="4666615" h="829944">
                <a:moveTo>
                  <a:pt x="4666487" y="0"/>
                </a:moveTo>
                <a:lnTo>
                  <a:pt x="0" y="0"/>
                </a:lnTo>
                <a:lnTo>
                  <a:pt x="0" y="829818"/>
                </a:lnTo>
                <a:lnTo>
                  <a:pt x="4666487" y="829818"/>
                </a:lnTo>
                <a:lnTo>
                  <a:pt x="466648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8">
            <a:extLst>
              <a:ext uri="{FF2B5EF4-FFF2-40B4-BE49-F238E27FC236}">
                <a16:creationId xmlns:a16="http://schemas.microsoft.com/office/drawing/2014/main" id="{145E54ED-E34A-2846-ADF9-31994F8B20E4}"/>
              </a:ext>
            </a:extLst>
          </p:cNvPr>
          <p:cNvSpPr txBox="1"/>
          <p:nvPr/>
        </p:nvSpPr>
        <p:spPr>
          <a:xfrm>
            <a:off x="8274050" y="6233031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 err="1">
                <a:solidFill>
                  <a:srgbClr val="FFFFFF"/>
                </a:solidFill>
                <a:latin typeface="PMingLiU"/>
                <a:cs typeface="PMingLiU"/>
              </a:rPr>
              <a:t>深度优先搜索</a:t>
            </a:r>
            <a:endParaRPr sz="2800" dirty="0">
              <a:latin typeface="PMingLiU"/>
              <a:cs typeface="PMingLiU"/>
            </a:endParaRPr>
          </a:p>
        </p:txBody>
      </p:sp>
      <p:grpSp>
        <p:nvGrpSpPr>
          <p:cNvPr id="147" name="object 11">
            <a:extLst>
              <a:ext uri="{FF2B5EF4-FFF2-40B4-BE49-F238E27FC236}">
                <a16:creationId xmlns:a16="http://schemas.microsoft.com/office/drawing/2014/main" id="{132115D0-91BE-BC4D-9DF5-8FECA448F748}"/>
              </a:ext>
            </a:extLst>
          </p:cNvPr>
          <p:cNvGrpSpPr/>
          <p:nvPr/>
        </p:nvGrpSpPr>
        <p:grpSpPr>
          <a:xfrm>
            <a:off x="4661915" y="5302215"/>
            <a:ext cx="634365" cy="635000"/>
            <a:chOff x="4661915" y="4910328"/>
            <a:chExt cx="634365" cy="635000"/>
          </a:xfrm>
        </p:grpSpPr>
        <p:sp>
          <p:nvSpPr>
            <p:cNvPr id="148" name="object 12">
              <a:extLst>
                <a:ext uri="{FF2B5EF4-FFF2-40B4-BE49-F238E27FC236}">
                  <a16:creationId xmlns:a16="http://schemas.microsoft.com/office/drawing/2014/main" id="{EE6581D0-C9D7-484D-858D-007B360F9705}"/>
                </a:ext>
              </a:extLst>
            </p:cNvPr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3">
              <a:extLst>
                <a:ext uri="{FF2B5EF4-FFF2-40B4-BE49-F238E27FC236}">
                  <a16:creationId xmlns:a16="http://schemas.microsoft.com/office/drawing/2014/main" id="{97C7238C-47BF-9345-B706-06FC7A609A66}"/>
                </a:ext>
              </a:extLst>
            </p:cNvPr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4">
            <a:extLst>
              <a:ext uri="{FF2B5EF4-FFF2-40B4-BE49-F238E27FC236}">
                <a16:creationId xmlns:a16="http://schemas.microsoft.com/office/drawing/2014/main" id="{46B05D0C-BD79-1E4D-8AFF-14B8B6D0EDB1}"/>
              </a:ext>
            </a:extLst>
          </p:cNvPr>
          <p:cNvSpPr txBox="1"/>
          <p:nvPr/>
        </p:nvSpPr>
        <p:spPr>
          <a:xfrm>
            <a:off x="4825238" y="5413975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1" name="object 15">
            <a:extLst>
              <a:ext uri="{FF2B5EF4-FFF2-40B4-BE49-F238E27FC236}">
                <a16:creationId xmlns:a16="http://schemas.microsoft.com/office/drawing/2014/main" id="{58C3C49D-29CD-3B4A-8D3A-57E9D7C717DA}"/>
              </a:ext>
            </a:extLst>
          </p:cNvPr>
          <p:cNvSpPr/>
          <p:nvPr/>
        </p:nvSpPr>
        <p:spPr>
          <a:xfrm>
            <a:off x="6180582" y="614270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6">
            <a:extLst>
              <a:ext uri="{FF2B5EF4-FFF2-40B4-BE49-F238E27FC236}">
                <a16:creationId xmlns:a16="http://schemas.microsoft.com/office/drawing/2014/main" id="{4A52EB93-A6D4-F94F-A461-1BF56875052D}"/>
              </a:ext>
            </a:extLst>
          </p:cNvPr>
          <p:cNvSpPr txBox="1"/>
          <p:nvPr/>
        </p:nvSpPr>
        <p:spPr>
          <a:xfrm>
            <a:off x="6371844" y="6234903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3" name="object 17">
            <a:extLst>
              <a:ext uri="{FF2B5EF4-FFF2-40B4-BE49-F238E27FC236}">
                <a16:creationId xmlns:a16="http://schemas.microsoft.com/office/drawing/2014/main" id="{96AA6606-5026-4E49-9183-CADACFDDB36E}"/>
              </a:ext>
            </a:extLst>
          </p:cNvPr>
          <p:cNvSpPr/>
          <p:nvPr/>
        </p:nvSpPr>
        <p:spPr>
          <a:xfrm>
            <a:off x="4748784" y="5830281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8">
            <a:extLst>
              <a:ext uri="{FF2B5EF4-FFF2-40B4-BE49-F238E27FC236}">
                <a16:creationId xmlns:a16="http://schemas.microsoft.com/office/drawing/2014/main" id="{48DE0773-9EAF-CE4E-A379-E1370FEE823A}"/>
              </a:ext>
            </a:extLst>
          </p:cNvPr>
          <p:cNvSpPr txBox="1"/>
          <p:nvPr/>
        </p:nvSpPr>
        <p:spPr>
          <a:xfrm>
            <a:off x="4900421" y="6234903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5" name="object 19">
            <a:extLst>
              <a:ext uri="{FF2B5EF4-FFF2-40B4-BE49-F238E27FC236}">
                <a16:creationId xmlns:a16="http://schemas.microsoft.com/office/drawing/2014/main" id="{DB2CF777-A6F8-164C-9327-62E634F97B05}"/>
              </a:ext>
            </a:extLst>
          </p:cNvPr>
          <p:cNvSpPr/>
          <p:nvPr/>
        </p:nvSpPr>
        <p:spPr>
          <a:xfrm>
            <a:off x="3317747" y="5917910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3">
                <a:moveTo>
                  <a:pt x="1729359" y="224993"/>
                </a:moveTo>
                <a:lnTo>
                  <a:pt x="1661160" y="0"/>
                </a:lnTo>
              </a:path>
              <a:path w="1729739" h="821053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20">
            <a:extLst>
              <a:ext uri="{FF2B5EF4-FFF2-40B4-BE49-F238E27FC236}">
                <a16:creationId xmlns:a16="http://schemas.microsoft.com/office/drawing/2014/main" id="{442C7321-1248-344E-BEE2-859952ABF110}"/>
              </a:ext>
            </a:extLst>
          </p:cNvPr>
          <p:cNvSpPr txBox="1"/>
          <p:nvPr/>
        </p:nvSpPr>
        <p:spPr>
          <a:xfrm>
            <a:off x="3471926" y="6234903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7" name="object 21">
            <a:extLst>
              <a:ext uri="{FF2B5EF4-FFF2-40B4-BE49-F238E27FC236}">
                <a16:creationId xmlns:a16="http://schemas.microsoft.com/office/drawing/2014/main" id="{2CE20D4F-A14D-6A41-AF1C-A09902E32776}"/>
              </a:ext>
            </a:extLst>
          </p:cNvPr>
          <p:cNvSpPr/>
          <p:nvPr/>
        </p:nvSpPr>
        <p:spPr>
          <a:xfrm>
            <a:off x="1885950" y="614270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22">
            <a:extLst>
              <a:ext uri="{FF2B5EF4-FFF2-40B4-BE49-F238E27FC236}">
                <a16:creationId xmlns:a16="http://schemas.microsoft.com/office/drawing/2014/main" id="{471F34D0-B724-C244-8038-FCF9E14EF2ED}"/>
              </a:ext>
            </a:extLst>
          </p:cNvPr>
          <p:cNvSpPr txBox="1"/>
          <p:nvPr/>
        </p:nvSpPr>
        <p:spPr>
          <a:xfrm>
            <a:off x="2056129" y="6234903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9" name="object 23">
            <a:extLst>
              <a:ext uri="{FF2B5EF4-FFF2-40B4-BE49-F238E27FC236}">
                <a16:creationId xmlns:a16="http://schemas.microsoft.com/office/drawing/2014/main" id="{83501994-96B0-734C-A155-A0C087E85C09}"/>
              </a:ext>
            </a:extLst>
          </p:cNvPr>
          <p:cNvGrpSpPr/>
          <p:nvPr/>
        </p:nvGrpSpPr>
        <p:grpSpPr>
          <a:xfrm>
            <a:off x="2375916" y="5302215"/>
            <a:ext cx="1983105" cy="946785"/>
            <a:chOff x="2375916" y="4910328"/>
            <a:chExt cx="1983105" cy="946785"/>
          </a:xfrm>
        </p:grpSpPr>
        <p:sp>
          <p:nvSpPr>
            <p:cNvPr id="160" name="object 24">
              <a:extLst>
                <a:ext uri="{FF2B5EF4-FFF2-40B4-BE49-F238E27FC236}">
                  <a16:creationId xmlns:a16="http://schemas.microsoft.com/office/drawing/2014/main" id="{790329AF-CFD9-F143-87BF-2DD5B0AE788E}"/>
                </a:ext>
              </a:extLst>
            </p:cNvPr>
            <p:cNvSpPr/>
            <p:nvPr/>
          </p:nvSpPr>
          <p:spPr>
            <a:xfrm>
              <a:off x="3314700" y="5438394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16" y="31229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25">
              <a:extLst>
                <a:ext uri="{FF2B5EF4-FFF2-40B4-BE49-F238E27FC236}">
                  <a16:creationId xmlns:a16="http://schemas.microsoft.com/office/drawing/2014/main" id="{D00B26DE-500A-2B44-AB60-563DD8AD662F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26">
              <a:extLst>
                <a:ext uri="{FF2B5EF4-FFF2-40B4-BE49-F238E27FC236}">
                  <a16:creationId xmlns:a16="http://schemas.microsoft.com/office/drawing/2014/main" id="{D2B1A3D1-F758-0648-88BF-BA9AA916F5AC}"/>
                </a:ext>
              </a:extLst>
            </p:cNvPr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27">
              <a:extLst>
                <a:ext uri="{FF2B5EF4-FFF2-40B4-BE49-F238E27FC236}">
                  <a16:creationId xmlns:a16="http://schemas.microsoft.com/office/drawing/2014/main" id="{5762FFB0-49CA-0F4E-9BA0-26ABC0E7E03A}"/>
                </a:ext>
              </a:extLst>
            </p:cNvPr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2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28">
            <a:extLst>
              <a:ext uri="{FF2B5EF4-FFF2-40B4-BE49-F238E27FC236}">
                <a16:creationId xmlns:a16="http://schemas.microsoft.com/office/drawing/2014/main" id="{639637B0-B0D4-074F-B3A4-D9C51DEDC691}"/>
              </a:ext>
            </a:extLst>
          </p:cNvPr>
          <p:cNvSpPr txBox="1"/>
          <p:nvPr/>
        </p:nvSpPr>
        <p:spPr>
          <a:xfrm>
            <a:off x="3905250" y="5413975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5" name="object 29">
            <a:extLst>
              <a:ext uri="{FF2B5EF4-FFF2-40B4-BE49-F238E27FC236}">
                <a16:creationId xmlns:a16="http://schemas.microsoft.com/office/drawing/2014/main" id="{214C6C27-504B-E44E-A042-27549CFCCEDF}"/>
              </a:ext>
            </a:extLst>
          </p:cNvPr>
          <p:cNvGrpSpPr/>
          <p:nvPr/>
        </p:nvGrpSpPr>
        <p:grpSpPr>
          <a:xfrm>
            <a:off x="2786633" y="4899116"/>
            <a:ext cx="2010410" cy="1038225"/>
            <a:chOff x="2786633" y="4507229"/>
            <a:chExt cx="2010410" cy="1038225"/>
          </a:xfrm>
        </p:grpSpPr>
        <p:sp>
          <p:nvSpPr>
            <p:cNvPr id="166" name="object 30">
              <a:extLst>
                <a:ext uri="{FF2B5EF4-FFF2-40B4-BE49-F238E27FC236}">
                  <a16:creationId xmlns:a16="http://schemas.microsoft.com/office/drawing/2014/main" id="{92AACE67-FD7F-9D4B-99B5-E5EF0C9A1546}"/>
                </a:ext>
              </a:extLst>
            </p:cNvPr>
            <p:cNvSpPr/>
            <p:nvPr/>
          </p:nvSpPr>
          <p:spPr>
            <a:xfrm>
              <a:off x="3275456" y="4535804"/>
              <a:ext cx="1493520" cy="517525"/>
            </a:xfrm>
            <a:custGeom>
              <a:avLst/>
              <a:gdLst/>
              <a:ahLst/>
              <a:cxnLst/>
              <a:rect l="l" t="t" r="r" b="b"/>
              <a:pathLst>
                <a:path w="1493520" h="517525">
                  <a:moveTo>
                    <a:pt x="555625" y="0"/>
                  </a:moveTo>
                  <a:lnTo>
                    <a:pt x="0" y="517017"/>
                  </a:lnTo>
                </a:path>
                <a:path w="1493520" h="517525">
                  <a:moveTo>
                    <a:pt x="766571" y="87630"/>
                  </a:moveTo>
                  <a:lnTo>
                    <a:pt x="766571" y="394462"/>
                  </a:lnTo>
                </a:path>
                <a:path w="1493520" h="517525">
                  <a:moveTo>
                    <a:pt x="976883" y="0"/>
                  </a:moveTo>
                  <a:lnTo>
                    <a:pt x="1493012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31">
              <a:extLst>
                <a:ext uri="{FF2B5EF4-FFF2-40B4-BE49-F238E27FC236}">
                  <a16:creationId xmlns:a16="http://schemas.microsoft.com/office/drawing/2014/main" id="{6BF7AA2C-375D-A04B-96D5-F79E85AC6661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32">
              <a:extLst>
                <a:ext uri="{FF2B5EF4-FFF2-40B4-BE49-F238E27FC236}">
                  <a16:creationId xmlns:a16="http://schemas.microsoft.com/office/drawing/2014/main" id="{4561F8BA-B77D-7F40-941B-5C6076A135ED}"/>
                </a:ext>
              </a:extLst>
            </p:cNvPr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33">
            <a:extLst>
              <a:ext uri="{FF2B5EF4-FFF2-40B4-BE49-F238E27FC236}">
                <a16:creationId xmlns:a16="http://schemas.microsoft.com/office/drawing/2014/main" id="{9AD48E05-40F2-004A-A39B-5A6D19E9BEA9}"/>
              </a:ext>
            </a:extLst>
          </p:cNvPr>
          <p:cNvSpPr txBox="1"/>
          <p:nvPr/>
        </p:nvSpPr>
        <p:spPr>
          <a:xfrm>
            <a:off x="2954527" y="5413975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0" name="object 34">
            <a:extLst>
              <a:ext uri="{FF2B5EF4-FFF2-40B4-BE49-F238E27FC236}">
                <a16:creationId xmlns:a16="http://schemas.microsoft.com/office/drawing/2014/main" id="{5A1C4CCB-5193-004B-8AC5-55636E836D86}"/>
              </a:ext>
            </a:extLst>
          </p:cNvPr>
          <p:cNvGrpSpPr/>
          <p:nvPr/>
        </p:nvGrpSpPr>
        <p:grpSpPr>
          <a:xfrm>
            <a:off x="3723894" y="4399245"/>
            <a:ext cx="635000" cy="635000"/>
            <a:chOff x="3723894" y="4007358"/>
            <a:chExt cx="635000" cy="635000"/>
          </a:xfrm>
        </p:grpSpPr>
        <p:sp>
          <p:nvSpPr>
            <p:cNvPr id="171" name="object 35">
              <a:extLst>
                <a:ext uri="{FF2B5EF4-FFF2-40B4-BE49-F238E27FC236}">
                  <a16:creationId xmlns:a16="http://schemas.microsoft.com/office/drawing/2014/main" id="{FE21E2C7-DBEE-C94E-AB9D-668372D59F6F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36">
              <a:extLst>
                <a:ext uri="{FF2B5EF4-FFF2-40B4-BE49-F238E27FC236}">
                  <a16:creationId xmlns:a16="http://schemas.microsoft.com/office/drawing/2014/main" id="{65320910-179D-604A-B62A-4A51FC2A09CB}"/>
                </a:ext>
              </a:extLst>
            </p:cNvPr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3" name="object 37">
            <a:extLst>
              <a:ext uri="{FF2B5EF4-FFF2-40B4-BE49-F238E27FC236}">
                <a16:creationId xmlns:a16="http://schemas.microsoft.com/office/drawing/2014/main" id="{21C53C1C-61FD-7544-8BFA-222795CC9527}"/>
              </a:ext>
            </a:extLst>
          </p:cNvPr>
          <p:cNvSpPr txBox="1"/>
          <p:nvPr/>
        </p:nvSpPr>
        <p:spPr>
          <a:xfrm>
            <a:off x="3896105" y="451075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486264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370" y="1259314"/>
            <a:ext cx="8194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水滴落入水面所激起的涟漪会向相邻区域逐渐扩散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763" y="241615"/>
            <a:ext cx="516107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算法思想：现象启</a:t>
            </a:r>
            <a:r>
              <a:rPr sz="40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z="40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6960" y="2355403"/>
            <a:ext cx="2934147" cy="27022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195821" y="2325623"/>
            <a:ext cx="5016500" cy="2742565"/>
            <a:chOff x="6195821" y="2325623"/>
            <a:chExt cx="5016500" cy="2742565"/>
          </a:xfrm>
        </p:grpSpPr>
        <p:sp>
          <p:nvSpPr>
            <p:cNvPr id="6" name="object 6"/>
            <p:cNvSpPr/>
            <p:nvPr/>
          </p:nvSpPr>
          <p:spPr>
            <a:xfrm>
              <a:off x="6214871" y="2344673"/>
              <a:ext cx="4978400" cy="2704465"/>
            </a:xfrm>
            <a:custGeom>
              <a:avLst/>
              <a:gdLst/>
              <a:ahLst/>
              <a:cxnLst/>
              <a:rect l="l" t="t" r="r" b="b"/>
              <a:pathLst>
                <a:path w="4978400" h="2704465">
                  <a:moveTo>
                    <a:pt x="0" y="249174"/>
                  </a:moveTo>
                  <a:lnTo>
                    <a:pt x="4012" y="204370"/>
                  </a:lnTo>
                  <a:lnTo>
                    <a:pt x="15582" y="162207"/>
                  </a:lnTo>
                  <a:lnTo>
                    <a:pt x="34007" y="123387"/>
                  </a:lnTo>
                  <a:lnTo>
                    <a:pt x="58585" y="88612"/>
                  </a:lnTo>
                  <a:lnTo>
                    <a:pt x="88612" y="58585"/>
                  </a:lnTo>
                  <a:lnTo>
                    <a:pt x="123387" y="34007"/>
                  </a:lnTo>
                  <a:lnTo>
                    <a:pt x="162207" y="15582"/>
                  </a:lnTo>
                  <a:lnTo>
                    <a:pt x="204370" y="4012"/>
                  </a:lnTo>
                  <a:lnTo>
                    <a:pt x="249174" y="0"/>
                  </a:lnTo>
                  <a:lnTo>
                    <a:pt x="293977" y="4012"/>
                  </a:lnTo>
                  <a:lnTo>
                    <a:pt x="336140" y="15582"/>
                  </a:lnTo>
                  <a:lnTo>
                    <a:pt x="374960" y="34007"/>
                  </a:lnTo>
                  <a:lnTo>
                    <a:pt x="409735" y="58585"/>
                  </a:lnTo>
                  <a:lnTo>
                    <a:pt x="439762" y="88612"/>
                  </a:lnTo>
                  <a:lnTo>
                    <a:pt x="464340" y="123387"/>
                  </a:lnTo>
                  <a:lnTo>
                    <a:pt x="482765" y="162207"/>
                  </a:lnTo>
                  <a:lnTo>
                    <a:pt x="494335" y="204370"/>
                  </a:lnTo>
                  <a:lnTo>
                    <a:pt x="498348" y="249174"/>
                  </a:lnTo>
                  <a:lnTo>
                    <a:pt x="494335" y="293977"/>
                  </a:lnTo>
                  <a:lnTo>
                    <a:pt x="482765" y="336140"/>
                  </a:lnTo>
                  <a:lnTo>
                    <a:pt x="464340" y="374960"/>
                  </a:lnTo>
                  <a:lnTo>
                    <a:pt x="439762" y="409735"/>
                  </a:lnTo>
                  <a:lnTo>
                    <a:pt x="409735" y="439762"/>
                  </a:lnTo>
                  <a:lnTo>
                    <a:pt x="374960" y="464340"/>
                  </a:lnTo>
                  <a:lnTo>
                    <a:pt x="336140" y="482765"/>
                  </a:lnTo>
                  <a:lnTo>
                    <a:pt x="293977" y="494335"/>
                  </a:lnTo>
                  <a:lnTo>
                    <a:pt x="249174" y="498348"/>
                  </a:lnTo>
                  <a:lnTo>
                    <a:pt x="204370" y="494335"/>
                  </a:lnTo>
                  <a:lnTo>
                    <a:pt x="162207" y="482765"/>
                  </a:lnTo>
                  <a:lnTo>
                    <a:pt x="123387" y="464340"/>
                  </a:lnTo>
                  <a:lnTo>
                    <a:pt x="88612" y="439762"/>
                  </a:lnTo>
                  <a:lnTo>
                    <a:pt x="58585" y="409735"/>
                  </a:lnTo>
                  <a:lnTo>
                    <a:pt x="34007" y="374960"/>
                  </a:lnTo>
                  <a:lnTo>
                    <a:pt x="15582" y="336140"/>
                  </a:lnTo>
                  <a:lnTo>
                    <a:pt x="4012" y="293977"/>
                  </a:lnTo>
                  <a:lnTo>
                    <a:pt x="0" y="249174"/>
                  </a:lnTo>
                  <a:close/>
                </a:path>
                <a:path w="4978400" h="2704465">
                  <a:moveTo>
                    <a:pt x="0" y="983361"/>
                  </a:moveTo>
                  <a:lnTo>
                    <a:pt x="4012" y="938511"/>
                  </a:lnTo>
                  <a:lnTo>
                    <a:pt x="15582" y="896295"/>
                  </a:lnTo>
                  <a:lnTo>
                    <a:pt x="34007" y="857419"/>
                  </a:lnTo>
                  <a:lnTo>
                    <a:pt x="58585" y="822588"/>
                  </a:lnTo>
                  <a:lnTo>
                    <a:pt x="88612" y="792508"/>
                  </a:lnTo>
                  <a:lnTo>
                    <a:pt x="123387" y="767884"/>
                  </a:lnTo>
                  <a:lnTo>
                    <a:pt x="162207" y="749422"/>
                  </a:lnTo>
                  <a:lnTo>
                    <a:pt x="204370" y="737827"/>
                  </a:lnTo>
                  <a:lnTo>
                    <a:pt x="249174" y="733805"/>
                  </a:lnTo>
                  <a:lnTo>
                    <a:pt x="293977" y="737827"/>
                  </a:lnTo>
                  <a:lnTo>
                    <a:pt x="336140" y="749422"/>
                  </a:lnTo>
                  <a:lnTo>
                    <a:pt x="374960" y="767884"/>
                  </a:lnTo>
                  <a:lnTo>
                    <a:pt x="409735" y="792508"/>
                  </a:lnTo>
                  <a:lnTo>
                    <a:pt x="439762" y="822588"/>
                  </a:lnTo>
                  <a:lnTo>
                    <a:pt x="464340" y="857419"/>
                  </a:lnTo>
                  <a:lnTo>
                    <a:pt x="482765" y="896295"/>
                  </a:lnTo>
                  <a:lnTo>
                    <a:pt x="494335" y="938511"/>
                  </a:lnTo>
                  <a:lnTo>
                    <a:pt x="498348" y="983361"/>
                  </a:lnTo>
                  <a:lnTo>
                    <a:pt x="494335" y="1028210"/>
                  </a:lnTo>
                  <a:lnTo>
                    <a:pt x="482765" y="1070426"/>
                  </a:lnTo>
                  <a:lnTo>
                    <a:pt x="464340" y="1109302"/>
                  </a:lnTo>
                  <a:lnTo>
                    <a:pt x="439762" y="1144133"/>
                  </a:lnTo>
                  <a:lnTo>
                    <a:pt x="409735" y="1174213"/>
                  </a:lnTo>
                  <a:lnTo>
                    <a:pt x="374960" y="1198837"/>
                  </a:lnTo>
                  <a:lnTo>
                    <a:pt x="336140" y="1217299"/>
                  </a:lnTo>
                  <a:lnTo>
                    <a:pt x="293977" y="1228894"/>
                  </a:lnTo>
                  <a:lnTo>
                    <a:pt x="249174" y="1232915"/>
                  </a:lnTo>
                  <a:lnTo>
                    <a:pt x="204370" y="1228894"/>
                  </a:lnTo>
                  <a:lnTo>
                    <a:pt x="162207" y="1217299"/>
                  </a:lnTo>
                  <a:lnTo>
                    <a:pt x="123387" y="1198837"/>
                  </a:lnTo>
                  <a:lnTo>
                    <a:pt x="88612" y="1174213"/>
                  </a:lnTo>
                  <a:lnTo>
                    <a:pt x="58585" y="1144133"/>
                  </a:lnTo>
                  <a:lnTo>
                    <a:pt x="34007" y="1109302"/>
                  </a:lnTo>
                  <a:lnTo>
                    <a:pt x="15582" y="1070426"/>
                  </a:lnTo>
                  <a:lnTo>
                    <a:pt x="4012" y="1028210"/>
                  </a:lnTo>
                  <a:lnTo>
                    <a:pt x="0" y="983361"/>
                  </a:lnTo>
                  <a:close/>
                </a:path>
                <a:path w="4978400" h="2704465">
                  <a:moveTo>
                    <a:pt x="249174" y="498348"/>
                  </a:moveTo>
                  <a:lnTo>
                    <a:pt x="249174" y="733933"/>
                  </a:lnTo>
                </a:path>
                <a:path w="4978400" h="2704465">
                  <a:moveTo>
                    <a:pt x="0" y="1717548"/>
                  </a:moveTo>
                  <a:lnTo>
                    <a:pt x="4012" y="1672744"/>
                  </a:lnTo>
                  <a:lnTo>
                    <a:pt x="15582" y="1630581"/>
                  </a:lnTo>
                  <a:lnTo>
                    <a:pt x="34007" y="1591761"/>
                  </a:lnTo>
                  <a:lnTo>
                    <a:pt x="58585" y="1556986"/>
                  </a:lnTo>
                  <a:lnTo>
                    <a:pt x="88612" y="1526959"/>
                  </a:lnTo>
                  <a:lnTo>
                    <a:pt x="123387" y="1502381"/>
                  </a:lnTo>
                  <a:lnTo>
                    <a:pt x="162207" y="1483956"/>
                  </a:lnTo>
                  <a:lnTo>
                    <a:pt x="204370" y="1472386"/>
                  </a:lnTo>
                  <a:lnTo>
                    <a:pt x="249174" y="1468374"/>
                  </a:lnTo>
                  <a:lnTo>
                    <a:pt x="293977" y="1472386"/>
                  </a:lnTo>
                  <a:lnTo>
                    <a:pt x="336140" y="1483956"/>
                  </a:lnTo>
                  <a:lnTo>
                    <a:pt x="374960" y="1502381"/>
                  </a:lnTo>
                  <a:lnTo>
                    <a:pt x="409735" y="1526959"/>
                  </a:lnTo>
                  <a:lnTo>
                    <a:pt x="439762" y="1556986"/>
                  </a:lnTo>
                  <a:lnTo>
                    <a:pt x="464340" y="1591761"/>
                  </a:lnTo>
                  <a:lnTo>
                    <a:pt x="482765" y="1630581"/>
                  </a:lnTo>
                  <a:lnTo>
                    <a:pt x="494335" y="1672744"/>
                  </a:lnTo>
                  <a:lnTo>
                    <a:pt x="498348" y="1717548"/>
                  </a:lnTo>
                  <a:lnTo>
                    <a:pt x="494335" y="1762351"/>
                  </a:lnTo>
                  <a:lnTo>
                    <a:pt x="482765" y="1804514"/>
                  </a:lnTo>
                  <a:lnTo>
                    <a:pt x="464340" y="1843334"/>
                  </a:lnTo>
                  <a:lnTo>
                    <a:pt x="439762" y="1878109"/>
                  </a:lnTo>
                  <a:lnTo>
                    <a:pt x="409735" y="1908136"/>
                  </a:lnTo>
                  <a:lnTo>
                    <a:pt x="374960" y="1932714"/>
                  </a:lnTo>
                  <a:lnTo>
                    <a:pt x="336140" y="1951139"/>
                  </a:lnTo>
                  <a:lnTo>
                    <a:pt x="293977" y="1962709"/>
                  </a:lnTo>
                  <a:lnTo>
                    <a:pt x="249174" y="1966721"/>
                  </a:lnTo>
                  <a:lnTo>
                    <a:pt x="204370" y="1962709"/>
                  </a:lnTo>
                  <a:lnTo>
                    <a:pt x="162207" y="1951139"/>
                  </a:lnTo>
                  <a:lnTo>
                    <a:pt x="123387" y="1932714"/>
                  </a:lnTo>
                  <a:lnTo>
                    <a:pt x="88612" y="1908136"/>
                  </a:lnTo>
                  <a:lnTo>
                    <a:pt x="58585" y="1878109"/>
                  </a:lnTo>
                  <a:lnTo>
                    <a:pt x="34007" y="1843334"/>
                  </a:lnTo>
                  <a:lnTo>
                    <a:pt x="15582" y="1804514"/>
                  </a:lnTo>
                  <a:lnTo>
                    <a:pt x="4012" y="1762351"/>
                  </a:lnTo>
                  <a:lnTo>
                    <a:pt x="0" y="1717548"/>
                  </a:lnTo>
                  <a:close/>
                </a:path>
                <a:path w="4978400" h="2704465">
                  <a:moveTo>
                    <a:pt x="249174" y="1232915"/>
                  </a:moveTo>
                  <a:lnTo>
                    <a:pt x="249174" y="1468501"/>
                  </a:lnTo>
                </a:path>
                <a:path w="4978400" h="2704465">
                  <a:moveTo>
                    <a:pt x="0" y="2452116"/>
                  </a:moveTo>
                  <a:lnTo>
                    <a:pt x="4012" y="2407312"/>
                  </a:lnTo>
                  <a:lnTo>
                    <a:pt x="15582" y="2365149"/>
                  </a:lnTo>
                  <a:lnTo>
                    <a:pt x="34007" y="2326329"/>
                  </a:lnTo>
                  <a:lnTo>
                    <a:pt x="58585" y="2291554"/>
                  </a:lnTo>
                  <a:lnTo>
                    <a:pt x="88612" y="2261527"/>
                  </a:lnTo>
                  <a:lnTo>
                    <a:pt x="123387" y="2236949"/>
                  </a:lnTo>
                  <a:lnTo>
                    <a:pt x="162207" y="2218524"/>
                  </a:lnTo>
                  <a:lnTo>
                    <a:pt x="204370" y="2206954"/>
                  </a:lnTo>
                  <a:lnTo>
                    <a:pt x="249174" y="2202942"/>
                  </a:lnTo>
                  <a:lnTo>
                    <a:pt x="293977" y="2206954"/>
                  </a:lnTo>
                  <a:lnTo>
                    <a:pt x="336140" y="2218524"/>
                  </a:lnTo>
                  <a:lnTo>
                    <a:pt x="374960" y="2236949"/>
                  </a:lnTo>
                  <a:lnTo>
                    <a:pt x="409735" y="2261527"/>
                  </a:lnTo>
                  <a:lnTo>
                    <a:pt x="439762" y="2291554"/>
                  </a:lnTo>
                  <a:lnTo>
                    <a:pt x="464340" y="2326329"/>
                  </a:lnTo>
                  <a:lnTo>
                    <a:pt x="482765" y="2365149"/>
                  </a:lnTo>
                  <a:lnTo>
                    <a:pt x="494335" y="2407312"/>
                  </a:lnTo>
                  <a:lnTo>
                    <a:pt x="498348" y="2452116"/>
                  </a:lnTo>
                  <a:lnTo>
                    <a:pt x="494335" y="2496919"/>
                  </a:lnTo>
                  <a:lnTo>
                    <a:pt x="482765" y="2539082"/>
                  </a:lnTo>
                  <a:lnTo>
                    <a:pt x="464340" y="2577902"/>
                  </a:lnTo>
                  <a:lnTo>
                    <a:pt x="439762" y="2612677"/>
                  </a:lnTo>
                  <a:lnTo>
                    <a:pt x="409735" y="2642704"/>
                  </a:lnTo>
                  <a:lnTo>
                    <a:pt x="374960" y="2667282"/>
                  </a:lnTo>
                  <a:lnTo>
                    <a:pt x="336140" y="2685707"/>
                  </a:lnTo>
                  <a:lnTo>
                    <a:pt x="293977" y="2697277"/>
                  </a:lnTo>
                  <a:lnTo>
                    <a:pt x="249174" y="2701290"/>
                  </a:lnTo>
                  <a:lnTo>
                    <a:pt x="204370" y="2697277"/>
                  </a:lnTo>
                  <a:lnTo>
                    <a:pt x="162207" y="2685707"/>
                  </a:lnTo>
                  <a:lnTo>
                    <a:pt x="123387" y="2667282"/>
                  </a:lnTo>
                  <a:lnTo>
                    <a:pt x="88612" y="2642704"/>
                  </a:lnTo>
                  <a:lnTo>
                    <a:pt x="58585" y="2612677"/>
                  </a:lnTo>
                  <a:lnTo>
                    <a:pt x="34007" y="2577902"/>
                  </a:lnTo>
                  <a:lnTo>
                    <a:pt x="15582" y="2539082"/>
                  </a:lnTo>
                  <a:lnTo>
                    <a:pt x="4012" y="2496919"/>
                  </a:lnTo>
                  <a:lnTo>
                    <a:pt x="0" y="2452116"/>
                  </a:lnTo>
                  <a:close/>
                </a:path>
                <a:path w="4978400" h="2704465">
                  <a:moveTo>
                    <a:pt x="249174" y="1966721"/>
                  </a:moveTo>
                  <a:lnTo>
                    <a:pt x="249174" y="2202307"/>
                  </a:lnTo>
                </a:path>
                <a:path w="4978400" h="2704465">
                  <a:moveTo>
                    <a:pt x="896111" y="249174"/>
                  </a:moveTo>
                  <a:lnTo>
                    <a:pt x="900124" y="204370"/>
                  </a:lnTo>
                  <a:lnTo>
                    <a:pt x="911694" y="162207"/>
                  </a:lnTo>
                  <a:lnTo>
                    <a:pt x="930119" y="123387"/>
                  </a:lnTo>
                  <a:lnTo>
                    <a:pt x="954697" y="88612"/>
                  </a:lnTo>
                  <a:lnTo>
                    <a:pt x="984724" y="58585"/>
                  </a:lnTo>
                  <a:lnTo>
                    <a:pt x="1019499" y="34007"/>
                  </a:lnTo>
                  <a:lnTo>
                    <a:pt x="1058319" y="15582"/>
                  </a:lnTo>
                  <a:lnTo>
                    <a:pt x="1100482" y="4012"/>
                  </a:lnTo>
                  <a:lnTo>
                    <a:pt x="1145285" y="0"/>
                  </a:lnTo>
                  <a:lnTo>
                    <a:pt x="1190089" y="4012"/>
                  </a:lnTo>
                  <a:lnTo>
                    <a:pt x="1232252" y="15582"/>
                  </a:lnTo>
                  <a:lnTo>
                    <a:pt x="1271072" y="34007"/>
                  </a:lnTo>
                  <a:lnTo>
                    <a:pt x="1305847" y="58585"/>
                  </a:lnTo>
                  <a:lnTo>
                    <a:pt x="1335874" y="88612"/>
                  </a:lnTo>
                  <a:lnTo>
                    <a:pt x="1360452" y="123387"/>
                  </a:lnTo>
                  <a:lnTo>
                    <a:pt x="1378877" y="162207"/>
                  </a:lnTo>
                  <a:lnTo>
                    <a:pt x="1390447" y="204370"/>
                  </a:lnTo>
                  <a:lnTo>
                    <a:pt x="1394459" y="249174"/>
                  </a:lnTo>
                  <a:lnTo>
                    <a:pt x="1390447" y="293977"/>
                  </a:lnTo>
                  <a:lnTo>
                    <a:pt x="1378877" y="336140"/>
                  </a:lnTo>
                  <a:lnTo>
                    <a:pt x="1360452" y="374960"/>
                  </a:lnTo>
                  <a:lnTo>
                    <a:pt x="1335874" y="409735"/>
                  </a:lnTo>
                  <a:lnTo>
                    <a:pt x="1305847" y="439762"/>
                  </a:lnTo>
                  <a:lnTo>
                    <a:pt x="1271072" y="464340"/>
                  </a:lnTo>
                  <a:lnTo>
                    <a:pt x="1232252" y="482765"/>
                  </a:lnTo>
                  <a:lnTo>
                    <a:pt x="1190089" y="494335"/>
                  </a:lnTo>
                  <a:lnTo>
                    <a:pt x="1145285" y="498348"/>
                  </a:lnTo>
                  <a:lnTo>
                    <a:pt x="1100482" y="494335"/>
                  </a:lnTo>
                  <a:lnTo>
                    <a:pt x="1058319" y="482765"/>
                  </a:lnTo>
                  <a:lnTo>
                    <a:pt x="1019499" y="464340"/>
                  </a:lnTo>
                  <a:lnTo>
                    <a:pt x="984724" y="439762"/>
                  </a:lnTo>
                  <a:lnTo>
                    <a:pt x="954697" y="409735"/>
                  </a:lnTo>
                  <a:lnTo>
                    <a:pt x="930119" y="374960"/>
                  </a:lnTo>
                  <a:lnTo>
                    <a:pt x="911694" y="336140"/>
                  </a:lnTo>
                  <a:lnTo>
                    <a:pt x="900124" y="293977"/>
                  </a:lnTo>
                  <a:lnTo>
                    <a:pt x="896111" y="249174"/>
                  </a:lnTo>
                  <a:close/>
                </a:path>
                <a:path w="4978400" h="2704465">
                  <a:moveTo>
                    <a:pt x="498348" y="249174"/>
                  </a:moveTo>
                  <a:lnTo>
                    <a:pt x="895476" y="249174"/>
                  </a:lnTo>
                </a:path>
                <a:path w="4978400" h="2704465">
                  <a:moveTo>
                    <a:pt x="1791461" y="249174"/>
                  </a:moveTo>
                  <a:lnTo>
                    <a:pt x="1795483" y="204370"/>
                  </a:lnTo>
                  <a:lnTo>
                    <a:pt x="1807078" y="162207"/>
                  </a:lnTo>
                  <a:lnTo>
                    <a:pt x="1825540" y="123387"/>
                  </a:lnTo>
                  <a:lnTo>
                    <a:pt x="1850164" y="88612"/>
                  </a:lnTo>
                  <a:lnTo>
                    <a:pt x="1880244" y="58585"/>
                  </a:lnTo>
                  <a:lnTo>
                    <a:pt x="1915075" y="34007"/>
                  </a:lnTo>
                  <a:lnTo>
                    <a:pt x="1953951" y="15582"/>
                  </a:lnTo>
                  <a:lnTo>
                    <a:pt x="1996167" y="4012"/>
                  </a:lnTo>
                  <a:lnTo>
                    <a:pt x="2041017" y="0"/>
                  </a:lnTo>
                  <a:lnTo>
                    <a:pt x="2085866" y="4012"/>
                  </a:lnTo>
                  <a:lnTo>
                    <a:pt x="2128082" y="15582"/>
                  </a:lnTo>
                  <a:lnTo>
                    <a:pt x="2166958" y="34007"/>
                  </a:lnTo>
                  <a:lnTo>
                    <a:pt x="2201789" y="58585"/>
                  </a:lnTo>
                  <a:lnTo>
                    <a:pt x="2231869" y="88612"/>
                  </a:lnTo>
                  <a:lnTo>
                    <a:pt x="2256493" y="123387"/>
                  </a:lnTo>
                  <a:lnTo>
                    <a:pt x="2274955" y="162207"/>
                  </a:lnTo>
                  <a:lnTo>
                    <a:pt x="2286550" y="204370"/>
                  </a:lnTo>
                  <a:lnTo>
                    <a:pt x="2290572" y="249174"/>
                  </a:lnTo>
                  <a:lnTo>
                    <a:pt x="2286550" y="293977"/>
                  </a:lnTo>
                  <a:lnTo>
                    <a:pt x="2274955" y="336140"/>
                  </a:lnTo>
                  <a:lnTo>
                    <a:pt x="2256493" y="374960"/>
                  </a:lnTo>
                  <a:lnTo>
                    <a:pt x="2231869" y="409735"/>
                  </a:lnTo>
                  <a:lnTo>
                    <a:pt x="2201789" y="439762"/>
                  </a:lnTo>
                  <a:lnTo>
                    <a:pt x="2166958" y="464340"/>
                  </a:lnTo>
                  <a:lnTo>
                    <a:pt x="2128082" y="482765"/>
                  </a:lnTo>
                  <a:lnTo>
                    <a:pt x="2085866" y="494335"/>
                  </a:lnTo>
                  <a:lnTo>
                    <a:pt x="2041017" y="498348"/>
                  </a:lnTo>
                  <a:lnTo>
                    <a:pt x="1996167" y="494335"/>
                  </a:lnTo>
                  <a:lnTo>
                    <a:pt x="1953951" y="482765"/>
                  </a:lnTo>
                  <a:lnTo>
                    <a:pt x="1915075" y="464340"/>
                  </a:lnTo>
                  <a:lnTo>
                    <a:pt x="1880244" y="439762"/>
                  </a:lnTo>
                  <a:lnTo>
                    <a:pt x="1850164" y="409735"/>
                  </a:lnTo>
                  <a:lnTo>
                    <a:pt x="1825540" y="374960"/>
                  </a:lnTo>
                  <a:lnTo>
                    <a:pt x="1807078" y="336140"/>
                  </a:lnTo>
                  <a:lnTo>
                    <a:pt x="1795483" y="293977"/>
                  </a:lnTo>
                  <a:lnTo>
                    <a:pt x="1791461" y="249174"/>
                  </a:lnTo>
                  <a:close/>
                </a:path>
                <a:path w="4978400" h="2704465">
                  <a:moveTo>
                    <a:pt x="1394459" y="249174"/>
                  </a:moveTo>
                  <a:lnTo>
                    <a:pt x="1791588" y="249174"/>
                  </a:lnTo>
                </a:path>
                <a:path w="4978400" h="2704465">
                  <a:moveTo>
                    <a:pt x="2687574" y="249174"/>
                  </a:moveTo>
                  <a:lnTo>
                    <a:pt x="2691595" y="204370"/>
                  </a:lnTo>
                  <a:lnTo>
                    <a:pt x="2703190" y="162207"/>
                  </a:lnTo>
                  <a:lnTo>
                    <a:pt x="2721652" y="123387"/>
                  </a:lnTo>
                  <a:lnTo>
                    <a:pt x="2746276" y="88612"/>
                  </a:lnTo>
                  <a:lnTo>
                    <a:pt x="2776356" y="58585"/>
                  </a:lnTo>
                  <a:lnTo>
                    <a:pt x="2811187" y="34007"/>
                  </a:lnTo>
                  <a:lnTo>
                    <a:pt x="2850063" y="15582"/>
                  </a:lnTo>
                  <a:lnTo>
                    <a:pt x="2892279" y="4012"/>
                  </a:lnTo>
                  <a:lnTo>
                    <a:pt x="2937129" y="0"/>
                  </a:lnTo>
                  <a:lnTo>
                    <a:pt x="2981978" y="4012"/>
                  </a:lnTo>
                  <a:lnTo>
                    <a:pt x="3024194" y="15582"/>
                  </a:lnTo>
                  <a:lnTo>
                    <a:pt x="3063070" y="34007"/>
                  </a:lnTo>
                  <a:lnTo>
                    <a:pt x="3097901" y="58585"/>
                  </a:lnTo>
                  <a:lnTo>
                    <a:pt x="3127981" y="88612"/>
                  </a:lnTo>
                  <a:lnTo>
                    <a:pt x="3152605" y="123387"/>
                  </a:lnTo>
                  <a:lnTo>
                    <a:pt x="3171067" y="162207"/>
                  </a:lnTo>
                  <a:lnTo>
                    <a:pt x="3182662" y="204370"/>
                  </a:lnTo>
                  <a:lnTo>
                    <a:pt x="3186683" y="249174"/>
                  </a:lnTo>
                  <a:lnTo>
                    <a:pt x="3182662" y="293977"/>
                  </a:lnTo>
                  <a:lnTo>
                    <a:pt x="3171067" y="336140"/>
                  </a:lnTo>
                  <a:lnTo>
                    <a:pt x="3152605" y="374960"/>
                  </a:lnTo>
                  <a:lnTo>
                    <a:pt x="3127981" y="409735"/>
                  </a:lnTo>
                  <a:lnTo>
                    <a:pt x="3097901" y="439762"/>
                  </a:lnTo>
                  <a:lnTo>
                    <a:pt x="3063070" y="464340"/>
                  </a:lnTo>
                  <a:lnTo>
                    <a:pt x="3024194" y="482765"/>
                  </a:lnTo>
                  <a:lnTo>
                    <a:pt x="2981978" y="494335"/>
                  </a:lnTo>
                  <a:lnTo>
                    <a:pt x="2937129" y="498348"/>
                  </a:lnTo>
                  <a:lnTo>
                    <a:pt x="2892279" y="494335"/>
                  </a:lnTo>
                  <a:lnTo>
                    <a:pt x="2850063" y="482765"/>
                  </a:lnTo>
                  <a:lnTo>
                    <a:pt x="2811187" y="464340"/>
                  </a:lnTo>
                  <a:lnTo>
                    <a:pt x="2776356" y="439762"/>
                  </a:lnTo>
                  <a:lnTo>
                    <a:pt x="2746276" y="409735"/>
                  </a:lnTo>
                  <a:lnTo>
                    <a:pt x="2721652" y="374960"/>
                  </a:lnTo>
                  <a:lnTo>
                    <a:pt x="2703190" y="336140"/>
                  </a:lnTo>
                  <a:lnTo>
                    <a:pt x="2691595" y="293977"/>
                  </a:lnTo>
                  <a:lnTo>
                    <a:pt x="2687574" y="249174"/>
                  </a:lnTo>
                  <a:close/>
                </a:path>
                <a:path w="4978400" h="2704465">
                  <a:moveTo>
                    <a:pt x="2290572" y="249174"/>
                  </a:moveTo>
                  <a:lnTo>
                    <a:pt x="2687701" y="249174"/>
                  </a:lnTo>
                </a:path>
                <a:path w="4978400" h="2704465">
                  <a:moveTo>
                    <a:pt x="3583685" y="249174"/>
                  </a:moveTo>
                  <a:lnTo>
                    <a:pt x="3587698" y="204370"/>
                  </a:lnTo>
                  <a:lnTo>
                    <a:pt x="3599268" y="162207"/>
                  </a:lnTo>
                  <a:lnTo>
                    <a:pt x="3617693" y="123387"/>
                  </a:lnTo>
                  <a:lnTo>
                    <a:pt x="3642271" y="88612"/>
                  </a:lnTo>
                  <a:lnTo>
                    <a:pt x="3672298" y="58585"/>
                  </a:lnTo>
                  <a:lnTo>
                    <a:pt x="3707073" y="34007"/>
                  </a:lnTo>
                  <a:lnTo>
                    <a:pt x="3745893" y="15582"/>
                  </a:lnTo>
                  <a:lnTo>
                    <a:pt x="3788056" y="4012"/>
                  </a:lnTo>
                  <a:lnTo>
                    <a:pt x="3832859" y="0"/>
                  </a:lnTo>
                  <a:lnTo>
                    <a:pt x="3877663" y="4012"/>
                  </a:lnTo>
                  <a:lnTo>
                    <a:pt x="3919826" y="15582"/>
                  </a:lnTo>
                  <a:lnTo>
                    <a:pt x="3958646" y="34007"/>
                  </a:lnTo>
                  <a:lnTo>
                    <a:pt x="3993421" y="58585"/>
                  </a:lnTo>
                  <a:lnTo>
                    <a:pt x="4023448" y="88612"/>
                  </a:lnTo>
                  <a:lnTo>
                    <a:pt x="4048026" y="123387"/>
                  </a:lnTo>
                  <a:lnTo>
                    <a:pt x="4066451" y="162207"/>
                  </a:lnTo>
                  <a:lnTo>
                    <a:pt x="4078021" y="204370"/>
                  </a:lnTo>
                  <a:lnTo>
                    <a:pt x="4082033" y="249174"/>
                  </a:lnTo>
                  <a:lnTo>
                    <a:pt x="4078021" y="293977"/>
                  </a:lnTo>
                  <a:lnTo>
                    <a:pt x="4066451" y="336140"/>
                  </a:lnTo>
                  <a:lnTo>
                    <a:pt x="4048026" y="374960"/>
                  </a:lnTo>
                  <a:lnTo>
                    <a:pt x="4023448" y="409735"/>
                  </a:lnTo>
                  <a:lnTo>
                    <a:pt x="3993421" y="439762"/>
                  </a:lnTo>
                  <a:lnTo>
                    <a:pt x="3958646" y="464340"/>
                  </a:lnTo>
                  <a:lnTo>
                    <a:pt x="3919826" y="482765"/>
                  </a:lnTo>
                  <a:lnTo>
                    <a:pt x="3877663" y="494335"/>
                  </a:lnTo>
                  <a:lnTo>
                    <a:pt x="3832859" y="498348"/>
                  </a:lnTo>
                  <a:lnTo>
                    <a:pt x="3788056" y="494335"/>
                  </a:lnTo>
                  <a:lnTo>
                    <a:pt x="3745893" y="482765"/>
                  </a:lnTo>
                  <a:lnTo>
                    <a:pt x="3707073" y="464340"/>
                  </a:lnTo>
                  <a:lnTo>
                    <a:pt x="3672298" y="439762"/>
                  </a:lnTo>
                  <a:lnTo>
                    <a:pt x="3642271" y="409735"/>
                  </a:lnTo>
                  <a:lnTo>
                    <a:pt x="3617693" y="374960"/>
                  </a:lnTo>
                  <a:lnTo>
                    <a:pt x="3599268" y="336140"/>
                  </a:lnTo>
                  <a:lnTo>
                    <a:pt x="3587698" y="293977"/>
                  </a:lnTo>
                  <a:lnTo>
                    <a:pt x="3583685" y="249174"/>
                  </a:lnTo>
                  <a:close/>
                </a:path>
                <a:path w="4978400" h="2704465">
                  <a:moveTo>
                    <a:pt x="3186683" y="249174"/>
                  </a:moveTo>
                  <a:lnTo>
                    <a:pt x="3583812" y="249174"/>
                  </a:lnTo>
                </a:path>
                <a:path w="4978400" h="2704465">
                  <a:moveTo>
                    <a:pt x="4479798" y="249174"/>
                  </a:moveTo>
                  <a:lnTo>
                    <a:pt x="4483810" y="204370"/>
                  </a:lnTo>
                  <a:lnTo>
                    <a:pt x="4495380" y="162207"/>
                  </a:lnTo>
                  <a:lnTo>
                    <a:pt x="4513805" y="123387"/>
                  </a:lnTo>
                  <a:lnTo>
                    <a:pt x="4538383" y="88612"/>
                  </a:lnTo>
                  <a:lnTo>
                    <a:pt x="4568410" y="58585"/>
                  </a:lnTo>
                  <a:lnTo>
                    <a:pt x="4603185" y="34007"/>
                  </a:lnTo>
                  <a:lnTo>
                    <a:pt x="4642005" y="15582"/>
                  </a:lnTo>
                  <a:lnTo>
                    <a:pt x="4684168" y="4012"/>
                  </a:lnTo>
                  <a:lnTo>
                    <a:pt x="4728972" y="0"/>
                  </a:lnTo>
                  <a:lnTo>
                    <a:pt x="4773775" y="4012"/>
                  </a:lnTo>
                  <a:lnTo>
                    <a:pt x="4815938" y="15582"/>
                  </a:lnTo>
                  <a:lnTo>
                    <a:pt x="4854758" y="34007"/>
                  </a:lnTo>
                  <a:lnTo>
                    <a:pt x="4889533" y="58585"/>
                  </a:lnTo>
                  <a:lnTo>
                    <a:pt x="4919560" y="88612"/>
                  </a:lnTo>
                  <a:lnTo>
                    <a:pt x="4944138" y="123387"/>
                  </a:lnTo>
                  <a:lnTo>
                    <a:pt x="4962563" y="162207"/>
                  </a:lnTo>
                  <a:lnTo>
                    <a:pt x="4974133" y="204370"/>
                  </a:lnTo>
                  <a:lnTo>
                    <a:pt x="4978146" y="249174"/>
                  </a:lnTo>
                  <a:lnTo>
                    <a:pt x="4974133" y="293977"/>
                  </a:lnTo>
                  <a:lnTo>
                    <a:pt x="4962563" y="336140"/>
                  </a:lnTo>
                  <a:lnTo>
                    <a:pt x="4944138" y="374960"/>
                  </a:lnTo>
                  <a:lnTo>
                    <a:pt x="4919560" y="409735"/>
                  </a:lnTo>
                  <a:lnTo>
                    <a:pt x="4889533" y="439762"/>
                  </a:lnTo>
                  <a:lnTo>
                    <a:pt x="4854758" y="464340"/>
                  </a:lnTo>
                  <a:lnTo>
                    <a:pt x="4815938" y="482765"/>
                  </a:lnTo>
                  <a:lnTo>
                    <a:pt x="4773775" y="494335"/>
                  </a:lnTo>
                  <a:lnTo>
                    <a:pt x="4728972" y="498348"/>
                  </a:lnTo>
                  <a:lnTo>
                    <a:pt x="4684168" y="494335"/>
                  </a:lnTo>
                  <a:lnTo>
                    <a:pt x="4642005" y="482765"/>
                  </a:lnTo>
                  <a:lnTo>
                    <a:pt x="4603185" y="464340"/>
                  </a:lnTo>
                  <a:lnTo>
                    <a:pt x="4568410" y="439762"/>
                  </a:lnTo>
                  <a:lnTo>
                    <a:pt x="4538383" y="409735"/>
                  </a:lnTo>
                  <a:lnTo>
                    <a:pt x="4513805" y="374960"/>
                  </a:lnTo>
                  <a:lnTo>
                    <a:pt x="4495380" y="336140"/>
                  </a:lnTo>
                  <a:lnTo>
                    <a:pt x="4483810" y="293977"/>
                  </a:lnTo>
                  <a:lnTo>
                    <a:pt x="4479798" y="249174"/>
                  </a:lnTo>
                  <a:close/>
                </a:path>
                <a:path w="4978400" h="2704465">
                  <a:moveTo>
                    <a:pt x="4082033" y="249174"/>
                  </a:moveTo>
                  <a:lnTo>
                    <a:pt x="4479162" y="249174"/>
                  </a:lnTo>
                </a:path>
                <a:path w="4978400" h="2704465">
                  <a:moveTo>
                    <a:pt x="896111" y="983361"/>
                  </a:moveTo>
                  <a:lnTo>
                    <a:pt x="900124" y="938511"/>
                  </a:lnTo>
                  <a:lnTo>
                    <a:pt x="911694" y="896295"/>
                  </a:lnTo>
                  <a:lnTo>
                    <a:pt x="930119" y="857419"/>
                  </a:lnTo>
                  <a:lnTo>
                    <a:pt x="954697" y="822588"/>
                  </a:lnTo>
                  <a:lnTo>
                    <a:pt x="984724" y="792508"/>
                  </a:lnTo>
                  <a:lnTo>
                    <a:pt x="1019499" y="767884"/>
                  </a:lnTo>
                  <a:lnTo>
                    <a:pt x="1058319" y="749422"/>
                  </a:lnTo>
                  <a:lnTo>
                    <a:pt x="1100482" y="737827"/>
                  </a:lnTo>
                  <a:lnTo>
                    <a:pt x="1145285" y="733805"/>
                  </a:lnTo>
                  <a:lnTo>
                    <a:pt x="1190089" y="737827"/>
                  </a:lnTo>
                  <a:lnTo>
                    <a:pt x="1232252" y="749422"/>
                  </a:lnTo>
                  <a:lnTo>
                    <a:pt x="1271072" y="767884"/>
                  </a:lnTo>
                  <a:lnTo>
                    <a:pt x="1305847" y="792508"/>
                  </a:lnTo>
                  <a:lnTo>
                    <a:pt x="1335874" y="822588"/>
                  </a:lnTo>
                  <a:lnTo>
                    <a:pt x="1360452" y="857419"/>
                  </a:lnTo>
                  <a:lnTo>
                    <a:pt x="1378877" y="896295"/>
                  </a:lnTo>
                  <a:lnTo>
                    <a:pt x="1390447" y="938511"/>
                  </a:lnTo>
                  <a:lnTo>
                    <a:pt x="1394459" y="983361"/>
                  </a:lnTo>
                  <a:lnTo>
                    <a:pt x="1390447" y="1028210"/>
                  </a:lnTo>
                  <a:lnTo>
                    <a:pt x="1378877" y="1070426"/>
                  </a:lnTo>
                  <a:lnTo>
                    <a:pt x="1360452" y="1109302"/>
                  </a:lnTo>
                  <a:lnTo>
                    <a:pt x="1335874" y="1144133"/>
                  </a:lnTo>
                  <a:lnTo>
                    <a:pt x="1305847" y="1174213"/>
                  </a:lnTo>
                  <a:lnTo>
                    <a:pt x="1271072" y="1198837"/>
                  </a:lnTo>
                  <a:lnTo>
                    <a:pt x="1232252" y="1217299"/>
                  </a:lnTo>
                  <a:lnTo>
                    <a:pt x="1190089" y="1228894"/>
                  </a:lnTo>
                  <a:lnTo>
                    <a:pt x="1145285" y="1232915"/>
                  </a:lnTo>
                  <a:lnTo>
                    <a:pt x="1100482" y="1228894"/>
                  </a:lnTo>
                  <a:lnTo>
                    <a:pt x="1058319" y="1217299"/>
                  </a:lnTo>
                  <a:lnTo>
                    <a:pt x="1019499" y="1198837"/>
                  </a:lnTo>
                  <a:lnTo>
                    <a:pt x="984724" y="1174213"/>
                  </a:lnTo>
                  <a:lnTo>
                    <a:pt x="954697" y="1144133"/>
                  </a:lnTo>
                  <a:lnTo>
                    <a:pt x="930119" y="1109302"/>
                  </a:lnTo>
                  <a:lnTo>
                    <a:pt x="911694" y="1070426"/>
                  </a:lnTo>
                  <a:lnTo>
                    <a:pt x="900124" y="1028210"/>
                  </a:lnTo>
                  <a:lnTo>
                    <a:pt x="896111" y="983361"/>
                  </a:lnTo>
                  <a:close/>
                </a:path>
                <a:path w="4978400" h="2704465">
                  <a:moveTo>
                    <a:pt x="1145285" y="498348"/>
                  </a:moveTo>
                  <a:lnTo>
                    <a:pt x="1145285" y="733933"/>
                  </a:lnTo>
                </a:path>
                <a:path w="4978400" h="2704465">
                  <a:moveTo>
                    <a:pt x="1791461" y="983361"/>
                  </a:moveTo>
                  <a:lnTo>
                    <a:pt x="1795483" y="938511"/>
                  </a:lnTo>
                  <a:lnTo>
                    <a:pt x="1807078" y="896295"/>
                  </a:lnTo>
                  <a:lnTo>
                    <a:pt x="1825540" y="857419"/>
                  </a:lnTo>
                  <a:lnTo>
                    <a:pt x="1850164" y="822588"/>
                  </a:lnTo>
                  <a:lnTo>
                    <a:pt x="1880244" y="792508"/>
                  </a:lnTo>
                  <a:lnTo>
                    <a:pt x="1915075" y="767884"/>
                  </a:lnTo>
                  <a:lnTo>
                    <a:pt x="1953951" y="749422"/>
                  </a:lnTo>
                  <a:lnTo>
                    <a:pt x="1996167" y="737827"/>
                  </a:lnTo>
                  <a:lnTo>
                    <a:pt x="2041017" y="733805"/>
                  </a:lnTo>
                  <a:lnTo>
                    <a:pt x="2085866" y="737827"/>
                  </a:lnTo>
                  <a:lnTo>
                    <a:pt x="2128082" y="749422"/>
                  </a:lnTo>
                  <a:lnTo>
                    <a:pt x="2166958" y="767884"/>
                  </a:lnTo>
                  <a:lnTo>
                    <a:pt x="2201789" y="792508"/>
                  </a:lnTo>
                  <a:lnTo>
                    <a:pt x="2231869" y="822588"/>
                  </a:lnTo>
                  <a:lnTo>
                    <a:pt x="2256493" y="857419"/>
                  </a:lnTo>
                  <a:lnTo>
                    <a:pt x="2274955" y="896295"/>
                  </a:lnTo>
                  <a:lnTo>
                    <a:pt x="2286550" y="938511"/>
                  </a:lnTo>
                  <a:lnTo>
                    <a:pt x="2290572" y="983361"/>
                  </a:lnTo>
                  <a:lnTo>
                    <a:pt x="2286550" y="1028210"/>
                  </a:lnTo>
                  <a:lnTo>
                    <a:pt x="2274955" y="1070426"/>
                  </a:lnTo>
                  <a:lnTo>
                    <a:pt x="2256493" y="1109302"/>
                  </a:lnTo>
                  <a:lnTo>
                    <a:pt x="2231869" y="1144133"/>
                  </a:lnTo>
                  <a:lnTo>
                    <a:pt x="2201789" y="1174213"/>
                  </a:lnTo>
                  <a:lnTo>
                    <a:pt x="2166958" y="1198837"/>
                  </a:lnTo>
                  <a:lnTo>
                    <a:pt x="2128082" y="1217299"/>
                  </a:lnTo>
                  <a:lnTo>
                    <a:pt x="2085866" y="1228894"/>
                  </a:lnTo>
                  <a:lnTo>
                    <a:pt x="2041017" y="1232915"/>
                  </a:lnTo>
                  <a:lnTo>
                    <a:pt x="1996167" y="1228894"/>
                  </a:lnTo>
                  <a:lnTo>
                    <a:pt x="1953951" y="1217299"/>
                  </a:lnTo>
                  <a:lnTo>
                    <a:pt x="1915075" y="1198837"/>
                  </a:lnTo>
                  <a:lnTo>
                    <a:pt x="1880244" y="1174213"/>
                  </a:lnTo>
                  <a:lnTo>
                    <a:pt x="1850164" y="1144133"/>
                  </a:lnTo>
                  <a:lnTo>
                    <a:pt x="1825540" y="1109302"/>
                  </a:lnTo>
                  <a:lnTo>
                    <a:pt x="1807078" y="1070426"/>
                  </a:lnTo>
                  <a:lnTo>
                    <a:pt x="1795483" y="1028210"/>
                  </a:lnTo>
                  <a:lnTo>
                    <a:pt x="1791461" y="983361"/>
                  </a:lnTo>
                  <a:close/>
                </a:path>
                <a:path w="4978400" h="2704465">
                  <a:moveTo>
                    <a:pt x="2041398" y="477774"/>
                  </a:moveTo>
                  <a:lnTo>
                    <a:pt x="2041398" y="733805"/>
                  </a:lnTo>
                </a:path>
                <a:path w="4978400" h="2704465">
                  <a:moveTo>
                    <a:pt x="2687574" y="983361"/>
                  </a:moveTo>
                  <a:lnTo>
                    <a:pt x="2691595" y="938511"/>
                  </a:lnTo>
                  <a:lnTo>
                    <a:pt x="2703190" y="896295"/>
                  </a:lnTo>
                  <a:lnTo>
                    <a:pt x="2721652" y="857419"/>
                  </a:lnTo>
                  <a:lnTo>
                    <a:pt x="2746276" y="822588"/>
                  </a:lnTo>
                  <a:lnTo>
                    <a:pt x="2776356" y="792508"/>
                  </a:lnTo>
                  <a:lnTo>
                    <a:pt x="2811187" y="767884"/>
                  </a:lnTo>
                  <a:lnTo>
                    <a:pt x="2850063" y="749422"/>
                  </a:lnTo>
                  <a:lnTo>
                    <a:pt x="2892279" y="737827"/>
                  </a:lnTo>
                  <a:lnTo>
                    <a:pt x="2937129" y="733805"/>
                  </a:lnTo>
                  <a:lnTo>
                    <a:pt x="2981978" y="737827"/>
                  </a:lnTo>
                  <a:lnTo>
                    <a:pt x="3024194" y="749422"/>
                  </a:lnTo>
                  <a:lnTo>
                    <a:pt x="3063070" y="767884"/>
                  </a:lnTo>
                  <a:lnTo>
                    <a:pt x="3097901" y="792508"/>
                  </a:lnTo>
                  <a:lnTo>
                    <a:pt x="3127981" y="822588"/>
                  </a:lnTo>
                  <a:lnTo>
                    <a:pt x="3152605" y="857419"/>
                  </a:lnTo>
                  <a:lnTo>
                    <a:pt x="3171067" y="896295"/>
                  </a:lnTo>
                  <a:lnTo>
                    <a:pt x="3182662" y="938511"/>
                  </a:lnTo>
                  <a:lnTo>
                    <a:pt x="3186683" y="983361"/>
                  </a:lnTo>
                  <a:lnTo>
                    <a:pt x="3182662" y="1028210"/>
                  </a:lnTo>
                  <a:lnTo>
                    <a:pt x="3171067" y="1070426"/>
                  </a:lnTo>
                  <a:lnTo>
                    <a:pt x="3152605" y="1109302"/>
                  </a:lnTo>
                  <a:lnTo>
                    <a:pt x="3127981" y="1144133"/>
                  </a:lnTo>
                  <a:lnTo>
                    <a:pt x="3097901" y="1174213"/>
                  </a:lnTo>
                  <a:lnTo>
                    <a:pt x="3063070" y="1198837"/>
                  </a:lnTo>
                  <a:lnTo>
                    <a:pt x="3024194" y="1217299"/>
                  </a:lnTo>
                  <a:lnTo>
                    <a:pt x="2981978" y="1228894"/>
                  </a:lnTo>
                  <a:lnTo>
                    <a:pt x="2937129" y="1232915"/>
                  </a:lnTo>
                  <a:lnTo>
                    <a:pt x="2892279" y="1228894"/>
                  </a:lnTo>
                  <a:lnTo>
                    <a:pt x="2850063" y="1217299"/>
                  </a:lnTo>
                  <a:lnTo>
                    <a:pt x="2811187" y="1198837"/>
                  </a:lnTo>
                  <a:lnTo>
                    <a:pt x="2776356" y="1174213"/>
                  </a:lnTo>
                  <a:lnTo>
                    <a:pt x="2746276" y="1144133"/>
                  </a:lnTo>
                  <a:lnTo>
                    <a:pt x="2721652" y="1109302"/>
                  </a:lnTo>
                  <a:lnTo>
                    <a:pt x="2703190" y="1070426"/>
                  </a:lnTo>
                  <a:lnTo>
                    <a:pt x="2691595" y="1028210"/>
                  </a:lnTo>
                  <a:lnTo>
                    <a:pt x="2687574" y="983361"/>
                  </a:lnTo>
                  <a:close/>
                </a:path>
                <a:path w="4978400" h="2704465">
                  <a:moveTo>
                    <a:pt x="2936748" y="477774"/>
                  </a:moveTo>
                  <a:lnTo>
                    <a:pt x="2936748" y="733805"/>
                  </a:lnTo>
                </a:path>
                <a:path w="4978400" h="2704465">
                  <a:moveTo>
                    <a:pt x="3583685" y="983361"/>
                  </a:moveTo>
                  <a:lnTo>
                    <a:pt x="3587698" y="938511"/>
                  </a:lnTo>
                  <a:lnTo>
                    <a:pt x="3599268" y="896295"/>
                  </a:lnTo>
                  <a:lnTo>
                    <a:pt x="3617693" y="857419"/>
                  </a:lnTo>
                  <a:lnTo>
                    <a:pt x="3642271" y="822588"/>
                  </a:lnTo>
                  <a:lnTo>
                    <a:pt x="3672298" y="792508"/>
                  </a:lnTo>
                  <a:lnTo>
                    <a:pt x="3707073" y="767884"/>
                  </a:lnTo>
                  <a:lnTo>
                    <a:pt x="3745893" y="749422"/>
                  </a:lnTo>
                  <a:lnTo>
                    <a:pt x="3788056" y="737827"/>
                  </a:lnTo>
                  <a:lnTo>
                    <a:pt x="3832859" y="733805"/>
                  </a:lnTo>
                  <a:lnTo>
                    <a:pt x="3877663" y="737827"/>
                  </a:lnTo>
                  <a:lnTo>
                    <a:pt x="3919826" y="749422"/>
                  </a:lnTo>
                  <a:lnTo>
                    <a:pt x="3958646" y="767884"/>
                  </a:lnTo>
                  <a:lnTo>
                    <a:pt x="3993421" y="792508"/>
                  </a:lnTo>
                  <a:lnTo>
                    <a:pt x="4023448" y="822588"/>
                  </a:lnTo>
                  <a:lnTo>
                    <a:pt x="4048026" y="857419"/>
                  </a:lnTo>
                  <a:lnTo>
                    <a:pt x="4066451" y="896295"/>
                  </a:lnTo>
                  <a:lnTo>
                    <a:pt x="4078021" y="938511"/>
                  </a:lnTo>
                  <a:lnTo>
                    <a:pt x="4082033" y="983361"/>
                  </a:lnTo>
                  <a:lnTo>
                    <a:pt x="4078021" y="1028210"/>
                  </a:lnTo>
                  <a:lnTo>
                    <a:pt x="4066451" y="1070426"/>
                  </a:lnTo>
                  <a:lnTo>
                    <a:pt x="4048026" y="1109302"/>
                  </a:lnTo>
                  <a:lnTo>
                    <a:pt x="4023448" y="1144133"/>
                  </a:lnTo>
                  <a:lnTo>
                    <a:pt x="3993421" y="1174213"/>
                  </a:lnTo>
                  <a:lnTo>
                    <a:pt x="3958646" y="1198837"/>
                  </a:lnTo>
                  <a:lnTo>
                    <a:pt x="3919826" y="1217299"/>
                  </a:lnTo>
                  <a:lnTo>
                    <a:pt x="3877663" y="1228894"/>
                  </a:lnTo>
                  <a:lnTo>
                    <a:pt x="3832859" y="1232915"/>
                  </a:lnTo>
                  <a:lnTo>
                    <a:pt x="3788056" y="1228894"/>
                  </a:lnTo>
                  <a:lnTo>
                    <a:pt x="3745893" y="1217299"/>
                  </a:lnTo>
                  <a:lnTo>
                    <a:pt x="3707073" y="1198837"/>
                  </a:lnTo>
                  <a:lnTo>
                    <a:pt x="3672298" y="1174213"/>
                  </a:lnTo>
                  <a:lnTo>
                    <a:pt x="3642271" y="1144133"/>
                  </a:lnTo>
                  <a:lnTo>
                    <a:pt x="3617693" y="1109302"/>
                  </a:lnTo>
                  <a:lnTo>
                    <a:pt x="3599268" y="1070426"/>
                  </a:lnTo>
                  <a:lnTo>
                    <a:pt x="3587698" y="1028210"/>
                  </a:lnTo>
                  <a:lnTo>
                    <a:pt x="3583685" y="983361"/>
                  </a:lnTo>
                  <a:close/>
                </a:path>
                <a:path w="4978400" h="2704465">
                  <a:moveTo>
                    <a:pt x="3832859" y="477774"/>
                  </a:moveTo>
                  <a:lnTo>
                    <a:pt x="3832859" y="733805"/>
                  </a:lnTo>
                </a:path>
                <a:path w="4978400" h="2704465">
                  <a:moveTo>
                    <a:pt x="4479798" y="983361"/>
                  </a:moveTo>
                  <a:lnTo>
                    <a:pt x="4483810" y="938511"/>
                  </a:lnTo>
                  <a:lnTo>
                    <a:pt x="4495380" y="896295"/>
                  </a:lnTo>
                  <a:lnTo>
                    <a:pt x="4513805" y="857419"/>
                  </a:lnTo>
                  <a:lnTo>
                    <a:pt x="4538383" y="822588"/>
                  </a:lnTo>
                  <a:lnTo>
                    <a:pt x="4568410" y="792508"/>
                  </a:lnTo>
                  <a:lnTo>
                    <a:pt x="4603185" y="767884"/>
                  </a:lnTo>
                  <a:lnTo>
                    <a:pt x="4642005" y="749422"/>
                  </a:lnTo>
                  <a:lnTo>
                    <a:pt x="4684168" y="737827"/>
                  </a:lnTo>
                  <a:lnTo>
                    <a:pt x="4728972" y="733805"/>
                  </a:lnTo>
                  <a:lnTo>
                    <a:pt x="4773775" y="737827"/>
                  </a:lnTo>
                  <a:lnTo>
                    <a:pt x="4815938" y="749422"/>
                  </a:lnTo>
                  <a:lnTo>
                    <a:pt x="4854758" y="767884"/>
                  </a:lnTo>
                  <a:lnTo>
                    <a:pt x="4889533" y="792508"/>
                  </a:lnTo>
                  <a:lnTo>
                    <a:pt x="4919560" y="822588"/>
                  </a:lnTo>
                  <a:lnTo>
                    <a:pt x="4944138" y="857419"/>
                  </a:lnTo>
                  <a:lnTo>
                    <a:pt x="4962563" y="896295"/>
                  </a:lnTo>
                  <a:lnTo>
                    <a:pt x="4974133" y="938511"/>
                  </a:lnTo>
                  <a:lnTo>
                    <a:pt x="4978146" y="983361"/>
                  </a:lnTo>
                  <a:lnTo>
                    <a:pt x="4974133" y="1028210"/>
                  </a:lnTo>
                  <a:lnTo>
                    <a:pt x="4962563" y="1070426"/>
                  </a:lnTo>
                  <a:lnTo>
                    <a:pt x="4944138" y="1109302"/>
                  </a:lnTo>
                  <a:lnTo>
                    <a:pt x="4919560" y="1144133"/>
                  </a:lnTo>
                  <a:lnTo>
                    <a:pt x="4889533" y="1174213"/>
                  </a:lnTo>
                  <a:lnTo>
                    <a:pt x="4854758" y="1198837"/>
                  </a:lnTo>
                  <a:lnTo>
                    <a:pt x="4815938" y="1217299"/>
                  </a:lnTo>
                  <a:lnTo>
                    <a:pt x="4773775" y="1228894"/>
                  </a:lnTo>
                  <a:lnTo>
                    <a:pt x="4728972" y="1232915"/>
                  </a:lnTo>
                  <a:lnTo>
                    <a:pt x="4684168" y="1228894"/>
                  </a:lnTo>
                  <a:lnTo>
                    <a:pt x="4642005" y="1217299"/>
                  </a:lnTo>
                  <a:lnTo>
                    <a:pt x="4603185" y="1198837"/>
                  </a:lnTo>
                  <a:lnTo>
                    <a:pt x="4568410" y="1174213"/>
                  </a:lnTo>
                  <a:lnTo>
                    <a:pt x="4538383" y="1144133"/>
                  </a:lnTo>
                  <a:lnTo>
                    <a:pt x="4513805" y="1109302"/>
                  </a:lnTo>
                  <a:lnTo>
                    <a:pt x="4495380" y="1070426"/>
                  </a:lnTo>
                  <a:lnTo>
                    <a:pt x="4483810" y="1028210"/>
                  </a:lnTo>
                  <a:lnTo>
                    <a:pt x="4479798" y="983361"/>
                  </a:lnTo>
                  <a:close/>
                </a:path>
                <a:path w="4978400" h="2704465">
                  <a:moveTo>
                    <a:pt x="4728972" y="498348"/>
                  </a:moveTo>
                  <a:lnTo>
                    <a:pt x="4728972" y="733933"/>
                  </a:lnTo>
                </a:path>
                <a:path w="4978400" h="2704465">
                  <a:moveTo>
                    <a:pt x="498348" y="983741"/>
                  </a:moveTo>
                  <a:lnTo>
                    <a:pt x="895476" y="983741"/>
                  </a:lnTo>
                </a:path>
                <a:path w="4978400" h="2704465">
                  <a:moveTo>
                    <a:pt x="1394459" y="983741"/>
                  </a:moveTo>
                  <a:lnTo>
                    <a:pt x="1791588" y="983741"/>
                  </a:lnTo>
                </a:path>
                <a:path w="4978400" h="2704465">
                  <a:moveTo>
                    <a:pt x="2290572" y="982979"/>
                  </a:moveTo>
                  <a:lnTo>
                    <a:pt x="2687701" y="982979"/>
                  </a:lnTo>
                </a:path>
                <a:path w="4978400" h="2704465">
                  <a:moveTo>
                    <a:pt x="3186683" y="982217"/>
                  </a:moveTo>
                  <a:lnTo>
                    <a:pt x="3583812" y="982217"/>
                  </a:lnTo>
                </a:path>
                <a:path w="4978400" h="2704465">
                  <a:moveTo>
                    <a:pt x="4082033" y="982217"/>
                  </a:moveTo>
                  <a:lnTo>
                    <a:pt x="4479162" y="983361"/>
                  </a:lnTo>
                </a:path>
                <a:path w="4978400" h="2704465">
                  <a:moveTo>
                    <a:pt x="896111" y="1716405"/>
                  </a:moveTo>
                  <a:lnTo>
                    <a:pt x="900124" y="1671555"/>
                  </a:lnTo>
                  <a:lnTo>
                    <a:pt x="911694" y="1629339"/>
                  </a:lnTo>
                  <a:lnTo>
                    <a:pt x="930119" y="1590463"/>
                  </a:lnTo>
                  <a:lnTo>
                    <a:pt x="954697" y="1555632"/>
                  </a:lnTo>
                  <a:lnTo>
                    <a:pt x="984724" y="1525552"/>
                  </a:lnTo>
                  <a:lnTo>
                    <a:pt x="1019499" y="1500928"/>
                  </a:lnTo>
                  <a:lnTo>
                    <a:pt x="1058319" y="1482466"/>
                  </a:lnTo>
                  <a:lnTo>
                    <a:pt x="1100482" y="1470871"/>
                  </a:lnTo>
                  <a:lnTo>
                    <a:pt x="1145285" y="1466850"/>
                  </a:lnTo>
                  <a:lnTo>
                    <a:pt x="1190089" y="1470871"/>
                  </a:lnTo>
                  <a:lnTo>
                    <a:pt x="1232252" y="1482466"/>
                  </a:lnTo>
                  <a:lnTo>
                    <a:pt x="1271072" y="1500928"/>
                  </a:lnTo>
                  <a:lnTo>
                    <a:pt x="1305847" y="1525552"/>
                  </a:lnTo>
                  <a:lnTo>
                    <a:pt x="1335874" y="1555632"/>
                  </a:lnTo>
                  <a:lnTo>
                    <a:pt x="1360452" y="1590463"/>
                  </a:lnTo>
                  <a:lnTo>
                    <a:pt x="1378877" y="1629339"/>
                  </a:lnTo>
                  <a:lnTo>
                    <a:pt x="1390447" y="1671555"/>
                  </a:lnTo>
                  <a:lnTo>
                    <a:pt x="1394459" y="1716405"/>
                  </a:lnTo>
                  <a:lnTo>
                    <a:pt x="1390447" y="1761254"/>
                  </a:lnTo>
                  <a:lnTo>
                    <a:pt x="1378877" y="1803470"/>
                  </a:lnTo>
                  <a:lnTo>
                    <a:pt x="1360452" y="1842346"/>
                  </a:lnTo>
                  <a:lnTo>
                    <a:pt x="1335874" y="1877177"/>
                  </a:lnTo>
                  <a:lnTo>
                    <a:pt x="1305847" y="1907257"/>
                  </a:lnTo>
                  <a:lnTo>
                    <a:pt x="1271072" y="1931881"/>
                  </a:lnTo>
                  <a:lnTo>
                    <a:pt x="1232252" y="1950343"/>
                  </a:lnTo>
                  <a:lnTo>
                    <a:pt x="1190089" y="1961938"/>
                  </a:lnTo>
                  <a:lnTo>
                    <a:pt x="1145285" y="1965959"/>
                  </a:lnTo>
                  <a:lnTo>
                    <a:pt x="1100482" y="1961938"/>
                  </a:lnTo>
                  <a:lnTo>
                    <a:pt x="1058319" y="1950343"/>
                  </a:lnTo>
                  <a:lnTo>
                    <a:pt x="1019499" y="1931881"/>
                  </a:lnTo>
                  <a:lnTo>
                    <a:pt x="984724" y="1907257"/>
                  </a:lnTo>
                  <a:lnTo>
                    <a:pt x="954697" y="1877177"/>
                  </a:lnTo>
                  <a:lnTo>
                    <a:pt x="930119" y="1842346"/>
                  </a:lnTo>
                  <a:lnTo>
                    <a:pt x="911694" y="1803470"/>
                  </a:lnTo>
                  <a:lnTo>
                    <a:pt x="900124" y="1761254"/>
                  </a:lnTo>
                  <a:lnTo>
                    <a:pt x="896111" y="1716405"/>
                  </a:lnTo>
                  <a:close/>
                </a:path>
                <a:path w="4978400" h="2704465">
                  <a:moveTo>
                    <a:pt x="1145285" y="1231391"/>
                  </a:moveTo>
                  <a:lnTo>
                    <a:pt x="1145285" y="1466977"/>
                  </a:lnTo>
                </a:path>
                <a:path w="4978400" h="2704465">
                  <a:moveTo>
                    <a:pt x="1791461" y="1716405"/>
                  </a:moveTo>
                  <a:lnTo>
                    <a:pt x="1795483" y="1671555"/>
                  </a:lnTo>
                  <a:lnTo>
                    <a:pt x="1807078" y="1629339"/>
                  </a:lnTo>
                  <a:lnTo>
                    <a:pt x="1825540" y="1590463"/>
                  </a:lnTo>
                  <a:lnTo>
                    <a:pt x="1850164" y="1555632"/>
                  </a:lnTo>
                  <a:lnTo>
                    <a:pt x="1880244" y="1525552"/>
                  </a:lnTo>
                  <a:lnTo>
                    <a:pt x="1915075" y="1500928"/>
                  </a:lnTo>
                  <a:lnTo>
                    <a:pt x="1953951" y="1482466"/>
                  </a:lnTo>
                  <a:lnTo>
                    <a:pt x="1996167" y="1470871"/>
                  </a:lnTo>
                  <a:lnTo>
                    <a:pt x="2041017" y="1466850"/>
                  </a:lnTo>
                  <a:lnTo>
                    <a:pt x="2085866" y="1470871"/>
                  </a:lnTo>
                  <a:lnTo>
                    <a:pt x="2128082" y="1482466"/>
                  </a:lnTo>
                  <a:lnTo>
                    <a:pt x="2166958" y="1500928"/>
                  </a:lnTo>
                  <a:lnTo>
                    <a:pt x="2201789" y="1525552"/>
                  </a:lnTo>
                  <a:lnTo>
                    <a:pt x="2231869" y="1555632"/>
                  </a:lnTo>
                  <a:lnTo>
                    <a:pt x="2256493" y="1590463"/>
                  </a:lnTo>
                  <a:lnTo>
                    <a:pt x="2274955" y="1629339"/>
                  </a:lnTo>
                  <a:lnTo>
                    <a:pt x="2286550" y="1671555"/>
                  </a:lnTo>
                  <a:lnTo>
                    <a:pt x="2290572" y="1716405"/>
                  </a:lnTo>
                  <a:lnTo>
                    <a:pt x="2286550" y="1761254"/>
                  </a:lnTo>
                  <a:lnTo>
                    <a:pt x="2274955" y="1803470"/>
                  </a:lnTo>
                  <a:lnTo>
                    <a:pt x="2256493" y="1842346"/>
                  </a:lnTo>
                  <a:lnTo>
                    <a:pt x="2231869" y="1877177"/>
                  </a:lnTo>
                  <a:lnTo>
                    <a:pt x="2201789" y="1907257"/>
                  </a:lnTo>
                  <a:lnTo>
                    <a:pt x="2166958" y="1931881"/>
                  </a:lnTo>
                  <a:lnTo>
                    <a:pt x="2128082" y="1950343"/>
                  </a:lnTo>
                  <a:lnTo>
                    <a:pt x="2085866" y="1961938"/>
                  </a:lnTo>
                  <a:lnTo>
                    <a:pt x="2041017" y="1965959"/>
                  </a:lnTo>
                  <a:lnTo>
                    <a:pt x="1996167" y="1961938"/>
                  </a:lnTo>
                  <a:lnTo>
                    <a:pt x="1953951" y="1950343"/>
                  </a:lnTo>
                  <a:lnTo>
                    <a:pt x="1915075" y="1931881"/>
                  </a:lnTo>
                  <a:lnTo>
                    <a:pt x="1880244" y="1907257"/>
                  </a:lnTo>
                  <a:lnTo>
                    <a:pt x="1850164" y="1877177"/>
                  </a:lnTo>
                  <a:lnTo>
                    <a:pt x="1825540" y="1842346"/>
                  </a:lnTo>
                  <a:lnTo>
                    <a:pt x="1807078" y="1803470"/>
                  </a:lnTo>
                  <a:lnTo>
                    <a:pt x="1795483" y="1761254"/>
                  </a:lnTo>
                  <a:lnTo>
                    <a:pt x="1791461" y="1716405"/>
                  </a:lnTo>
                  <a:close/>
                </a:path>
                <a:path w="4978400" h="2704465">
                  <a:moveTo>
                    <a:pt x="2041398" y="1210817"/>
                  </a:moveTo>
                  <a:lnTo>
                    <a:pt x="2041398" y="1466850"/>
                  </a:lnTo>
                </a:path>
                <a:path w="4978400" h="2704465">
                  <a:moveTo>
                    <a:pt x="2687574" y="1716405"/>
                  </a:moveTo>
                  <a:lnTo>
                    <a:pt x="2691595" y="1671555"/>
                  </a:lnTo>
                  <a:lnTo>
                    <a:pt x="2703190" y="1629339"/>
                  </a:lnTo>
                  <a:lnTo>
                    <a:pt x="2721652" y="1590463"/>
                  </a:lnTo>
                  <a:lnTo>
                    <a:pt x="2746276" y="1555632"/>
                  </a:lnTo>
                  <a:lnTo>
                    <a:pt x="2776356" y="1525552"/>
                  </a:lnTo>
                  <a:lnTo>
                    <a:pt x="2811187" y="1500928"/>
                  </a:lnTo>
                  <a:lnTo>
                    <a:pt x="2850063" y="1482466"/>
                  </a:lnTo>
                  <a:lnTo>
                    <a:pt x="2892279" y="1470871"/>
                  </a:lnTo>
                  <a:lnTo>
                    <a:pt x="2937129" y="1466850"/>
                  </a:lnTo>
                  <a:lnTo>
                    <a:pt x="2981978" y="1470871"/>
                  </a:lnTo>
                  <a:lnTo>
                    <a:pt x="3024194" y="1482466"/>
                  </a:lnTo>
                  <a:lnTo>
                    <a:pt x="3063070" y="1500928"/>
                  </a:lnTo>
                  <a:lnTo>
                    <a:pt x="3097901" y="1525552"/>
                  </a:lnTo>
                  <a:lnTo>
                    <a:pt x="3127981" y="1555632"/>
                  </a:lnTo>
                  <a:lnTo>
                    <a:pt x="3152605" y="1590463"/>
                  </a:lnTo>
                  <a:lnTo>
                    <a:pt x="3171067" y="1629339"/>
                  </a:lnTo>
                  <a:lnTo>
                    <a:pt x="3182662" y="1671555"/>
                  </a:lnTo>
                  <a:lnTo>
                    <a:pt x="3186683" y="1716405"/>
                  </a:lnTo>
                  <a:lnTo>
                    <a:pt x="3182662" y="1761254"/>
                  </a:lnTo>
                  <a:lnTo>
                    <a:pt x="3171067" y="1803470"/>
                  </a:lnTo>
                  <a:lnTo>
                    <a:pt x="3152605" y="1842346"/>
                  </a:lnTo>
                  <a:lnTo>
                    <a:pt x="3127981" y="1877177"/>
                  </a:lnTo>
                  <a:lnTo>
                    <a:pt x="3097901" y="1907257"/>
                  </a:lnTo>
                  <a:lnTo>
                    <a:pt x="3063070" y="1931881"/>
                  </a:lnTo>
                  <a:lnTo>
                    <a:pt x="3024194" y="1950343"/>
                  </a:lnTo>
                  <a:lnTo>
                    <a:pt x="2981978" y="1961938"/>
                  </a:lnTo>
                  <a:lnTo>
                    <a:pt x="2937129" y="1965959"/>
                  </a:lnTo>
                  <a:lnTo>
                    <a:pt x="2892279" y="1961938"/>
                  </a:lnTo>
                  <a:lnTo>
                    <a:pt x="2850063" y="1950343"/>
                  </a:lnTo>
                  <a:lnTo>
                    <a:pt x="2811187" y="1931881"/>
                  </a:lnTo>
                  <a:lnTo>
                    <a:pt x="2776356" y="1907257"/>
                  </a:lnTo>
                  <a:lnTo>
                    <a:pt x="2746276" y="1877177"/>
                  </a:lnTo>
                  <a:lnTo>
                    <a:pt x="2721652" y="1842346"/>
                  </a:lnTo>
                  <a:lnTo>
                    <a:pt x="2703190" y="1803470"/>
                  </a:lnTo>
                  <a:lnTo>
                    <a:pt x="2691595" y="1761254"/>
                  </a:lnTo>
                  <a:lnTo>
                    <a:pt x="2687574" y="1716405"/>
                  </a:lnTo>
                  <a:close/>
                </a:path>
                <a:path w="4978400" h="2704465">
                  <a:moveTo>
                    <a:pt x="2936748" y="1210817"/>
                  </a:moveTo>
                  <a:lnTo>
                    <a:pt x="2936748" y="1466850"/>
                  </a:lnTo>
                </a:path>
                <a:path w="4978400" h="2704465">
                  <a:moveTo>
                    <a:pt x="3583685" y="1716405"/>
                  </a:moveTo>
                  <a:lnTo>
                    <a:pt x="3587698" y="1671555"/>
                  </a:lnTo>
                  <a:lnTo>
                    <a:pt x="3599268" y="1629339"/>
                  </a:lnTo>
                  <a:lnTo>
                    <a:pt x="3617693" y="1590463"/>
                  </a:lnTo>
                  <a:lnTo>
                    <a:pt x="3642271" y="1555632"/>
                  </a:lnTo>
                  <a:lnTo>
                    <a:pt x="3672298" y="1525552"/>
                  </a:lnTo>
                  <a:lnTo>
                    <a:pt x="3707073" y="1500928"/>
                  </a:lnTo>
                  <a:lnTo>
                    <a:pt x="3745893" y="1482466"/>
                  </a:lnTo>
                  <a:lnTo>
                    <a:pt x="3788056" y="1470871"/>
                  </a:lnTo>
                  <a:lnTo>
                    <a:pt x="3832859" y="1466850"/>
                  </a:lnTo>
                  <a:lnTo>
                    <a:pt x="3877663" y="1470871"/>
                  </a:lnTo>
                  <a:lnTo>
                    <a:pt x="3919826" y="1482466"/>
                  </a:lnTo>
                  <a:lnTo>
                    <a:pt x="3958646" y="1500928"/>
                  </a:lnTo>
                  <a:lnTo>
                    <a:pt x="3993421" y="1525552"/>
                  </a:lnTo>
                  <a:lnTo>
                    <a:pt x="4023448" y="1555632"/>
                  </a:lnTo>
                  <a:lnTo>
                    <a:pt x="4048026" y="1590463"/>
                  </a:lnTo>
                  <a:lnTo>
                    <a:pt x="4066451" y="1629339"/>
                  </a:lnTo>
                  <a:lnTo>
                    <a:pt x="4078021" y="1671555"/>
                  </a:lnTo>
                  <a:lnTo>
                    <a:pt x="4082033" y="1716405"/>
                  </a:lnTo>
                  <a:lnTo>
                    <a:pt x="4078021" y="1761254"/>
                  </a:lnTo>
                  <a:lnTo>
                    <a:pt x="4066451" y="1803470"/>
                  </a:lnTo>
                  <a:lnTo>
                    <a:pt x="4048026" y="1842346"/>
                  </a:lnTo>
                  <a:lnTo>
                    <a:pt x="4023448" y="1877177"/>
                  </a:lnTo>
                  <a:lnTo>
                    <a:pt x="3993421" y="1907257"/>
                  </a:lnTo>
                  <a:lnTo>
                    <a:pt x="3958646" y="1931881"/>
                  </a:lnTo>
                  <a:lnTo>
                    <a:pt x="3919826" y="1950343"/>
                  </a:lnTo>
                  <a:lnTo>
                    <a:pt x="3877663" y="1961938"/>
                  </a:lnTo>
                  <a:lnTo>
                    <a:pt x="3832859" y="1965959"/>
                  </a:lnTo>
                  <a:lnTo>
                    <a:pt x="3788056" y="1961938"/>
                  </a:lnTo>
                  <a:lnTo>
                    <a:pt x="3745893" y="1950343"/>
                  </a:lnTo>
                  <a:lnTo>
                    <a:pt x="3707073" y="1931881"/>
                  </a:lnTo>
                  <a:lnTo>
                    <a:pt x="3672298" y="1907257"/>
                  </a:lnTo>
                  <a:lnTo>
                    <a:pt x="3642271" y="1877177"/>
                  </a:lnTo>
                  <a:lnTo>
                    <a:pt x="3617693" y="1842346"/>
                  </a:lnTo>
                  <a:lnTo>
                    <a:pt x="3599268" y="1803470"/>
                  </a:lnTo>
                  <a:lnTo>
                    <a:pt x="3587698" y="1761254"/>
                  </a:lnTo>
                  <a:lnTo>
                    <a:pt x="3583685" y="1716405"/>
                  </a:lnTo>
                  <a:close/>
                </a:path>
                <a:path w="4978400" h="2704465">
                  <a:moveTo>
                    <a:pt x="3832859" y="1210817"/>
                  </a:moveTo>
                  <a:lnTo>
                    <a:pt x="3832859" y="1466850"/>
                  </a:lnTo>
                </a:path>
                <a:path w="4978400" h="2704465">
                  <a:moveTo>
                    <a:pt x="4479798" y="1716405"/>
                  </a:moveTo>
                  <a:lnTo>
                    <a:pt x="4483810" y="1671555"/>
                  </a:lnTo>
                  <a:lnTo>
                    <a:pt x="4495380" y="1629339"/>
                  </a:lnTo>
                  <a:lnTo>
                    <a:pt x="4513805" y="1590463"/>
                  </a:lnTo>
                  <a:lnTo>
                    <a:pt x="4538383" y="1555632"/>
                  </a:lnTo>
                  <a:lnTo>
                    <a:pt x="4568410" y="1525552"/>
                  </a:lnTo>
                  <a:lnTo>
                    <a:pt x="4603185" y="1500928"/>
                  </a:lnTo>
                  <a:lnTo>
                    <a:pt x="4642005" y="1482466"/>
                  </a:lnTo>
                  <a:lnTo>
                    <a:pt x="4684168" y="1470871"/>
                  </a:lnTo>
                  <a:lnTo>
                    <a:pt x="4728972" y="1466850"/>
                  </a:lnTo>
                  <a:lnTo>
                    <a:pt x="4773775" y="1470871"/>
                  </a:lnTo>
                  <a:lnTo>
                    <a:pt x="4815938" y="1482466"/>
                  </a:lnTo>
                  <a:lnTo>
                    <a:pt x="4854758" y="1500928"/>
                  </a:lnTo>
                  <a:lnTo>
                    <a:pt x="4889533" y="1525552"/>
                  </a:lnTo>
                  <a:lnTo>
                    <a:pt x="4919560" y="1555632"/>
                  </a:lnTo>
                  <a:lnTo>
                    <a:pt x="4944138" y="1590463"/>
                  </a:lnTo>
                  <a:lnTo>
                    <a:pt x="4962563" y="1629339"/>
                  </a:lnTo>
                  <a:lnTo>
                    <a:pt x="4974133" y="1671555"/>
                  </a:lnTo>
                  <a:lnTo>
                    <a:pt x="4978146" y="1716405"/>
                  </a:lnTo>
                  <a:lnTo>
                    <a:pt x="4974133" y="1761254"/>
                  </a:lnTo>
                  <a:lnTo>
                    <a:pt x="4962563" y="1803470"/>
                  </a:lnTo>
                  <a:lnTo>
                    <a:pt x="4944138" y="1842346"/>
                  </a:lnTo>
                  <a:lnTo>
                    <a:pt x="4919560" y="1877177"/>
                  </a:lnTo>
                  <a:lnTo>
                    <a:pt x="4889533" y="1907257"/>
                  </a:lnTo>
                  <a:lnTo>
                    <a:pt x="4854758" y="1931881"/>
                  </a:lnTo>
                  <a:lnTo>
                    <a:pt x="4815938" y="1950343"/>
                  </a:lnTo>
                  <a:lnTo>
                    <a:pt x="4773775" y="1961938"/>
                  </a:lnTo>
                  <a:lnTo>
                    <a:pt x="4728972" y="1965959"/>
                  </a:lnTo>
                  <a:lnTo>
                    <a:pt x="4684168" y="1961938"/>
                  </a:lnTo>
                  <a:lnTo>
                    <a:pt x="4642005" y="1950343"/>
                  </a:lnTo>
                  <a:lnTo>
                    <a:pt x="4603185" y="1931881"/>
                  </a:lnTo>
                  <a:lnTo>
                    <a:pt x="4568410" y="1907257"/>
                  </a:lnTo>
                  <a:lnTo>
                    <a:pt x="4538383" y="1877177"/>
                  </a:lnTo>
                  <a:lnTo>
                    <a:pt x="4513805" y="1842346"/>
                  </a:lnTo>
                  <a:lnTo>
                    <a:pt x="4495380" y="1803470"/>
                  </a:lnTo>
                  <a:lnTo>
                    <a:pt x="4483810" y="1761254"/>
                  </a:lnTo>
                  <a:lnTo>
                    <a:pt x="4479798" y="1716405"/>
                  </a:lnTo>
                  <a:close/>
                </a:path>
                <a:path w="4978400" h="2704465">
                  <a:moveTo>
                    <a:pt x="4728972" y="1231391"/>
                  </a:moveTo>
                  <a:lnTo>
                    <a:pt x="4728972" y="1466977"/>
                  </a:lnTo>
                </a:path>
                <a:path w="4978400" h="2704465">
                  <a:moveTo>
                    <a:pt x="498348" y="1716786"/>
                  </a:moveTo>
                  <a:lnTo>
                    <a:pt x="895476" y="1716786"/>
                  </a:lnTo>
                </a:path>
                <a:path w="4978400" h="2704465">
                  <a:moveTo>
                    <a:pt x="1394459" y="1716786"/>
                  </a:moveTo>
                  <a:lnTo>
                    <a:pt x="1791588" y="1716786"/>
                  </a:lnTo>
                </a:path>
                <a:path w="4978400" h="2704465">
                  <a:moveTo>
                    <a:pt x="2290572" y="1716024"/>
                  </a:moveTo>
                  <a:lnTo>
                    <a:pt x="2687701" y="1716024"/>
                  </a:lnTo>
                </a:path>
                <a:path w="4978400" h="2704465">
                  <a:moveTo>
                    <a:pt x="3186683" y="1715262"/>
                  </a:moveTo>
                  <a:lnTo>
                    <a:pt x="3583812" y="1715262"/>
                  </a:lnTo>
                </a:path>
                <a:path w="4978400" h="2704465">
                  <a:moveTo>
                    <a:pt x="4082033" y="1715262"/>
                  </a:moveTo>
                  <a:lnTo>
                    <a:pt x="4479162" y="1716405"/>
                  </a:lnTo>
                </a:path>
                <a:path w="4978400" h="2704465">
                  <a:moveTo>
                    <a:pt x="896111" y="2455164"/>
                  </a:moveTo>
                  <a:lnTo>
                    <a:pt x="900124" y="2410360"/>
                  </a:lnTo>
                  <a:lnTo>
                    <a:pt x="911694" y="2368197"/>
                  </a:lnTo>
                  <a:lnTo>
                    <a:pt x="930119" y="2329377"/>
                  </a:lnTo>
                  <a:lnTo>
                    <a:pt x="954697" y="2294602"/>
                  </a:lnTo>
                  <a:lnTo>
                    <a:pt x="984724" y="2264575"/>
                  </a:lnTo>
                  <a:lnTo>
                    <a:pt x="1019499" y="2239997"/>
                  </a:lnTo>
                  <a:lnTo>
                    <a:pt x="1058319" y="2221572"/>
                  </a:lnTo>
                  <a:lnTo>
                    <a:pt x="1100482" y="2210002"/>
                  </a:lnTo>
                  <a:lnTo>
                    <a:pt x="1145285" y="2205990"/>
                  </a:lnTo>
                  <a:lnTo>
                    <a:pt x="1190089" y="2210002"/>
                  </a:lnTo>
                  <a:lnTo>
                    <a:pt x="1232252" y="2221572"/>
                  </a:lnTo>
                  <a:lnTo>
                    <a:pt x="1271072" y="2239997"/>
                  </a:lnTo>
                  <a:lnTo>
                    <a:pt x="1305847" y="2264575"/>
                  </a:lnTo>
                  <a:lnTo>
                    <a:pt x="1335874" y="2294602"/>
                  </a:lnTo>
                  <a:lnTo>
                    <a:pt x="1360452" y="2329377"/>
                  </a:lnTo>
                  <a:lnTo>
                    <a:pt x="1378877" y="2368197"/>
                  </a:lnTo>
                  <a:lnTo>
                    <a:pt x="1390447" y="2410360"/>
                  </a:lnTo>
                  <a:lnTo>
                    <a:pt x="1394459" y="2455164"/>
                  </a:lnTo>
                  <a:lnTo>
                    <a:pt x="1390447" y="2499967"/>
                  </a:lnTo>
                  <a:lnTo>
                    <a:pt x="1378877" y="2542130"/>
                  </a:lnTo>
                  <a:lnTo>
                    <a:pt x="1360452" y="2580950"/>
                  </a:lnTo>
                  <a:lnTo>
                    <a:pt x="1335874" y="2615725"/>
                  </a:lnTo>
                  <a:lnTo>
                    <a:pt x="1305847" y="2645752"/>
                  </a:lnTo>
                  <a:lnTo>
                    <a:pt x="1271072" y="2670330"/>
                  </a:lnTo>
                  <a:lnTo>
                    <a:pt x="1232252" y="2688755"/>
                  </a:lnTo>
                  <a:lnTo>
                    <a:pt x="1190089" y="2700325"/>
                  </a:lnTo>
                  <a:lnTo>
                    <a:pt x="1145285" y="2704338"/>
                  </a:lnTo>
                  <a:lnTo>
                    <a:pt x="1100482" y="2700325"/>
                  </a:lnTo>
                  <a:lnTo>
                    <a:pt x="1058319" y="2688755"/>
                  </a:lnTo>
                  <a:lnTo>
                    <a:pt x="1019499" y="2670330"/>
                  </a:lnTo>
                  <a:lnTo>
                    <a:pt x="984724" y="2645752"/>
                  </a:lnTo>
                  <a:lnTo>
                    <a:pt x="954697" y="2615725"/>
                  </a:lnTo>
                  <a:lnTo>
                    <a:pt x="930119" y="2580950"/>
                  </a:lnTo>
                  <a:lnTo>
                    <a:pt x="911694" y="2542130"/>
                  </a:lnTo>
                  <a:lnTo>
                    <a:pt x="900124" y="2499967"/>
                  </a:lnTo>
                  <a:lnTo>
                    <a:pt x="896111" y="2455164"/>
                  </a:lnTo>
                  <a:close/>
                </a:path>
                <a:path w="4978400" h="2704465">
                  <a:moveTo>
                    <a:pt x="1145285" y="1970532"/>
                  </a:moveTo>
                  <a:lnTo>
                    <a:pt x="1145285" y="2206117"/>
                  </a:lnTo>
                </a:path>
                <a:path w="4978400" h="2704465">
                  <a:moveTo>
                    <a:pt x="1791461" y="2455164"/>
                  </a:moveTo>
                  <a:lnTo>
                    <a:pt x="1795483" y="2410360"/>
                  </a:lnTo>
                  <a:lnTo>
                    <a:pt x="1807078" y="2368197"/>
                  </a:lnTo>
                  <a:lnTo>
                    <a:pt x="1825540" y="2329377"/>
                  </a:lnTo>
                  <a:lnTo>
                    <a:pt x="1850164" y="2294602"/>
                  </a:lnTo>
                  <a:lnTo>
                    <a:pt x="1880244" y="2264575"/>
                  </a:lnTo>
                  <a:lnTo>
                    <a:pt x="1915075" y="2239997"/>
                  </a:lnTo>
                  <a:lnTo>
                    <a:pt x="1953951" y="2221572"/>
                  </a:lnTo>
                  <a:lnTo>
                    <a:pt x="1996167" y="2210002"/>
                  </a:lnTo>
                  <a:lnTo>
                    <a:pt x="2041017" y="2205990"/>
                  </a:lnTo>
                  <a:lnTo>
                    <a:pt x="2085866" y="2210002"/>
                  </a:lnTo>
                  <a:lnTo>
                    <a:pt x="2128082" y="2221572"/>
                  </a:lnTo>
                  <a:lnTo>
                    <a:pt x="2166958" y="2239997"/>
                  </a:lnTo>
                  <a:lnTo>
                    <a:pt x="2201789" y="2264575"/>
                  </a:lnTo>
                  <a:lnTo>
                    <a:pt x="2231869" y="2294602"/>
                  </a:lnTo>
                  <a:lnTo>
                    <a:pt x="2256493" y="2329377"/>
                  </a:lnTo>
                  <a:lnTo>
                    <a:pt x="2274955" y="2368197"/>
                  </a:lnTo>
                  <a:lnTo>
                    <a:pt x="2286550" y="2410360"/>
                  </a:lnTo>
                  <a:lnTo>
                    <a:pt x="2290572" y="2455164"/>
                  </a:lnTo>
                  <a:lnTo>
                    <a:pt x="2286550" y="2499967"/>
                  </a:lnTo>
                  <a:lnTo>
                    <a:pt x="2274955" y="2542130"/>
                  </a:lnTo>
                  <a:lnTo>
                    <a:pt x="2256493" y="2580950"/>
                  </a:lnTo>
                  <a:lnTo>
                    <a:pt x="2231869" y="2615725"/>
                  </a:lnTo>
                  <a:lnTo>
                    <a:pt x="2201789" y="2645752"/>
                  </a:lnTo>
                  <a:lnTo>
                    <a:pt x="2166958" y="2670330"/>
                  </a:lnTo>
                  <a:lnTo>
                    <a:pt x="2128082" y="2688755"/>
                  </a:lnTo>
                  <a:lnTo>
                    <a:pt x="2085866" y="2700325"/>
                  </a:lnTo>
                  <a:lnTo>
                    <a:pt x="2041017" y="2704338"/>
                  </a:lnTo>
                  <a:lnTo>
                    <a:pt x="1996167" y="2700325"/>
                  </a:lnTo>
                  <a:lnTo>
                    <a:pt x="1953951" y="2688755"/>
                  </a:lnTo>
                  <a:lnTo>
                    <a:pt x="1915075" y="2670330"/>
                  </a:lnTo>
                  <a:lnTo>
                    <a:pt x="1880244" y="2645752"/>
                  </a:lnTo>
                  <a:lnTo>
                    <a:pt x="1850164" y="2615725"/>
                  </a:lnTo>
                  <a:lnTo>
                    <a:pt x="1825540" y="2580950"/>
                  </a:lnTo>
                  <a:lnTo>
                    <a:pt x="1807078" y="2542130"/>
                  </a:lnTo>
                  <a:lnTo>
                    <a:pt x="1795483" y="2499967"/>
                  </a:lnTo>
                  <a:lnTo>
                    <a:pt x="1791461" y="2455164"/>
                  </a:lnTo>
                  <a:close/>
                </a:path>
                <a:path w="4978400" h="2704465">
                  <a:moveTo>
                    <a:pt x="2041398" y="1949958"/>
                  </a:moveTo>
                  <a:lnTo>
                    <a:pt x="2041398" y="2205990"/>
                  </a:lnTo>
                </a:path>
                <a:path w="4978400" h="2704465">
                  <a:moveTo>
                    <a:pt x="2687574" y="2455164"/>
                  </a:moveTo>
                  <a:lnTo>
                    <a:pt x="2691595" y="2410360"/>
                  </a:lnTo>
                  <a:lnTo>
                    <a:pt x="2703190" y="2368197"/>
                  </a:lnTo>
                  <a:lnTo>
                    <a:pt x="2721652" y="2329377"/>
                  </a:lnTo>
                  <a:lnTo>
                    <a:pt x="2746276" y="2294602"/>
                  </a:lnTo>
                  <a:lnTo>
                    <a:pt x="2776356" y="2264575"/>
                  </a:lnTo>
                  <a:lnTo>
                    <a:pt x="2811187" y="2239997"/>
                  </a:lnTo>
                  <a:lnTo>
                    <a:pt x="2850063" y="2221572"/>
                  </a:lnTo>
                  <a:lnTo>
                    <a:pt x="2892279" y="2210002"/>
                  </a:lnTo>
                  <a:lnTo>
                    <a:pt x="2937129" y="2205990"/>
                  </a:lnTo>
                  <a:lnTo>
                    <a:pt x="2981978" y="2210002"/>
                  </a:lnTo>
                  <a:lnTo>
                    <a:pt x="3024194" y="2221572"/>
                  </a:lnTo>
                  <a:lnTo>
                    <a:pt x="3063070" y="2239997"/>
                  </a:lnTo>
                  <a:lnTo>
                    <a:pt x="3097901" y="2264575"/>
                  </a:lnTo>
                  <a:lnTo>
                    <a:pt x="3127981" y="2294602"/>
                  </a:lnTo>
                  <a:lnTo>
                    <a:pt x="3152605" y="2329377"/>
                  </a:lnTo>
                  <a:lnTo>
                    <a:pt x="3171067" y="2368197"/>
                  </a:lnTo>
                  <a:lnTo>
                    <a:pt x="3182662" y="2410360"/>
                  </a:lnTo>
                  <a:lnTo>
                    <a:pt x="3186683" y="2455164"/>
                  </a:lnTo>
                  <a:lnTo>
                    <a:pt x="3182662" y="2499967"/>
                  </a:lnTo>
                  <a:lnTo>
                    <a:pt x="3171067" y="2542130"/>
                  </a:lnTo>
                  <a:lnTo>
                    <a:pt x="3152605" y="2580950"/>
                  </a:lnTo>
                  <a:lnTo>
                    <a:pt x="3127981" y="2615725"/>
                  </a:lnTo>
                  <a:lnTo>
                    <a:pt x="3097901" y="2645752"/>
                  </a:lnTo>
                  <a:lnTo>
                    <a:pt x="3063070" y="2670330"/>
                  </a:lnTo>
                  <a:lnTo>
                    <a:pt x="3024194" y="2688755"/>
                  </a:lnTo>
                  <a:lnTo>
                    <a:pt x="2981978" y="2700325"/>
                  </a:lnTo>
                  <a:lnTo>
                    <a:pt x="2937129" y="2704338"/>
                  </a:lnTo>
                  <a:lnTo>
                    <a:pt x="2892279" y="2700325"/>
                  </a:lnTo>
                  <a:lnTo>
                    <a:pt x="2850063" y="2688755"/>
                  </a:lnTo>
                  <a:lnTo>
                    <a:pt x="2811187" y="2670330"/>
                  </a:lnTo>
                  <a:lnTo>
                    <a:pt x="2776356" y="2645752"/>
                  </a:lnTo>
                  <a:lnTo>
                    <a:pt x="2746276" y="2615725"/>
                  </a:lnTo>
                  <a:lnTo>
                    <a:pt x="2721652" y="2580950"/>
                  </a:lnTo>
                  <a:lnTo>
                    <a:pt x="2703190" y="2542130"/>
                  </a:lnTo>
                  <a:lnTo>
                    <a:pt x="2691595" y="2499967"/>
                  </a:lnTo>
                  <a:lnTo>
                    <a:pt x="2687574" y="2455164"/>
                  </a:lnTo>
                  <a:close/>
                </a:path>
                <a:path w="4978400" h="2704465">
                  <a:moveTo>
                    <a:pt x="2936748" y="1949958"/>
                  </a:moveTo>
                  <a:lnTo>
                    <a:pt x="2936748" y="2205990"/>
                  </a:lnTo>
                </a:path>
                <a:path w="4978400" h="2704465">
                  <a:moveTo>
                    <a:pt x="3583685" y="2455164"/>
                  </a:moveTo>
                  <a:lnTo>
                    <a:pt x="3587698" y="2410360"/>
                  </a:lnTo>
                  <a:lnTo>
                    <a:pt x="3599268" y="2368197"/>
                  </a:lnTo>
                  <a:lnTo>
                    <a:pt x="3617693" y="2329377"/>
                  </a:lnTo>
                  <a:lnTo>
                    <a:pt x="3642271" y="2294602"/>
                  </a:lnTo>
                  <a:lnTo>
                    <a:pt x="3672298" y="2264575"/>
                  </a:lnTo>
                  <a:lnTo>
                    <a:pt x="3707073" y="2239997"/>
                  </a:lnTo>
                  <a:lnTo>
                    <a:pt x="3745893" y="2221572"/>
                  </a:lnTo>
                  <a:lnTo>
                    <a:pt x="3788056" y="2210002"/>
                  </a:lnTo>
                  <a:lnTo>
                    <a:pt x="3832859" y="2205990"/>
                  </a:lnTo>
                  <a:lnTo>
                    <a:pt x="3877663" y="2210002"/>
                  </a:lnTo>
                  <a:lnTo>
                    <a:pt x="3919826" y="2221572"/>
                  </a:lnTo>
                  <a:lnTo>
                    <a:pt x="3958646" y="2239997"/>
                  </a:lnTo>
                  <a:lnTo>
                    <a:pt x="3993421" y="2264575"/>
                  </a:lnTo>
                  <a:lnTo>
                    <a:pt x="4023448" y="2294602"/>
                  </a:lnTo>
                  <a:lnTo>
                    <a:pt x="4048026" y="2329377"/>
                  </a:lnTo>
                  <a:lnTo>
                    <a:pt x="4066451" y="2368197"/>
                  </a:lnTo>
                  <a:lnTo>
                    <a:pt x="4078021" y="2410360"/>
                  </a:lnTo>
                  <a:lnTo>
                    <a:pt x="4082033" y="2455164"/>
                  </a:lnTo>
                  <a:lnTo>
                    <a:pt x="4078021" y="2499967"/>
                  </a:lnTo>
                  <a:lnTo>
                    <a:pt x="4066451" y="2542130"/>
                  </a:lnTo>
                  <a:lnTo>
                    <a:pt x="4048026" y="2580950"/>
                  </a:lnTo>
                  <a:lnTo>
                    <a:pt x="4023448" y="2615725"/>
                  </a:lnTo>
                  <a:lnTo>
                    <a:pt x="3993421" y="2645752"/>
                  </a:lnTo>
                  <a:lnTo>
                    <a:pt x="3958646" y="2670330"/>
                  </a:lnTo>
                  <a:lnTo>
                    <a:pt x="3919826" y="2688755"/>
                  </a:lnTo>
                  <a:lnTo>
                    <a:pt x="3877663" y="2700325"/>
                  </a:lnTo>
                  <a:lnTo>
                    <a:pt x="3832859" y="2704338"/>
                  </a:lnTo>
                  <a:lnTo>
                    <a:pt x="3788056" y="2700325"/>
                  </a:lnTo>
                  <a:lnTo>
                    <a:pt x="3745893" y="2688755"/>
                  </a:lnTo>
                  <a:lnTo>
                    <a:pt x="3707073" y="2670330"/>
                  </a:lnTo>
                  <a:lnTo>
                    <a:pt x="3672298" y="2645752"/>
                  </a:lnTo>
                  <a:lnTo>
                    <a:pt x="3642271" y="2615725"/>
                  </a:lnTo>
                  <a:lnTo>
                    <a:pt x="3617693" y="2580950"/>
                  </a:lnTo>
                  <a:lnTo>
                    <a:pt x="3599268" y="2542130"/>
                  </a:lnTo>
                  <a:lnTo>
                    <a:pt x="3587698" y="2499967"/>
                  </a:lnTo>
                  <a:lnTo>
                    <a:pt x="3583685" y="2455164"/>
                  </a:lnTo>
                  <a:close/>
                </a:path>
                <a:path w="4978400" h="2704465">
                  <a:moveTo>
                    <a:pt x="3832859" y="1949958"/>
                  </a:moveTo>
                  <a:lnTo>
                    <a:pt x="3832859" y="2205990"/>
                  </a:lnTo>
                </a:path>
                <a:path w="4978400" h="2704465">
                  <a:moveTo>
                    <a:pt x="4479798" y="2455164"/>
                  </a:moveTo>
                  <a:lnTo>
                    <a:pt x="4483810" y="2410360"/>
                  </a:lnTo>
                  <a:lnTo>
                    <a:pt x="4495380" y="2368197"/>
                  </a:lnTo>
                  <a:lnTo>
                    <a:pt x="4513805" y="2329377"/>
                  </a:lnTo>
                  <a:lnTo>
                    <a:pt x="4538383" y="2294602"/>
                  </a:lnTo>
                  <a:lnTo>
                    <a:pt x="4568410" y="2264575"/>
                  </a:lnTo>
                  <a:lnTo>
                    <a:pt x="4603185" y="2239997"/>
                  </a:lnTo>
                  <a:lnTo>
                    <a:pt x="4642005" y="2221572"/>
                  </a:lnTo>
                  <a:lnTo>
                    <a:pt x="4684168" y="2210002"/>
                  </a:lnTo>
                  <a:lnTo>
                    <a:pt x="4728972" y="2205990"/>
                  </a:lnTo>
                  <a:lnTo>
                    <a:pt x="4773775" y="2210002"/>
                  </a:lnTo>
                  <a:lnTo>
                    <a:pt x="4815938" y="2221572"/>
                  </a:lnTo>
                  <a:lnTo>
                    <a:pt x="4854758" y="2239997"/>
                  </a:lnTo>
                  <a:lnTo>
                    <a:pt x="4889533" y="2264575"/>
                  </a:lnTo>
                  <a:lnTo>
                    <a:pt x="4919560" y="2294602"/>
                  </a:lnTo>
                  <a:lnTo>
                    <a:pt x="4944138" y="2329377"/>
                  </a:lnTo>
                  <a:lnTo>
                    <a:pt x="4962563" y="2368197"/>
                  </a:lnTo>
                  <a:lnTo>
                    <a:pt x="4974133" y="2410360"/>
                  </a:lnTo>
                  <a:lnTo>
                    <a:pt x="4978146" y="2455164"/>
                  </a:lnTo>
                  <a:lnTo>
                    <a:pt x="4974133" y="2499967"/>
                  </a:lnTo>
                  <a:lnTo>
                    <a:pt x="4962563" y="2542130"/>
                  </a:lnTo>
                  <a:lnTo>
                    <a:pt x="4944138" y="2580950"/>
                  </a:lnTo>
                  <a:lnTo>
                    <a:pt x="4919560" y="2615725"/>
                  </a:lnTo>
                  <a:lnTo>
                    <a:pt x="4889533" y="2645752"/>
                  </a:lnTo>
                  <a:lnTo>
                    <a:pt x="4854758" y="2670330"/>
                  </a:lnTo>
                  <a:lnTo>
                    <a:pt x="4815938" y="2688755"/>
                  </a:lnTo>
                  <a:lnTo>
                    <a:pt x="4773775" y="2700325"/>
                  </a:lnTo>
                  <a:lnTo>
                    <a:pt x="4728972" y="2704338"/>
                  </a:lnTo>
                  <a:lnTo>
                    <a:pt x="4684168" y="2700325"/>
                  </a:lnTo>
                  <a:lnTo>
                    <a:pt x="4642005" y="2688755"/>
                  </a:lnTo>
                  <a:lnTo>
                    <a:pt x="4603185" y="2670330"/>
                  </a:lnTo>
                  <a:lnTo>
                    <a:pt x="4568410" y="2645752"/>
                  </a:lnTo>
                  <a:lnTo>
                    <a:pt x="4538383" y="2615725"/>
                  </a:lnTo>
                  <a:lnTo>
                    <a:pt x="4513805" y="2580950"/>
                  </a:lnTo>
                  <a:lnTo>
                    <a:pt x="4495380" y="2542130"/>
                  </a:lnTo>
                  <a:lnTo>
                    <a:pt x="4483810" y="2499967"/>
                  </a:lnTo>
                  <a:lnTo>
                    <a:pt x="4479798" y="2455164"/>
                  </a:lnTo>
                  <a:close/>
                </a:path>
                <a:path w="4978400" h="2704465">
                  <a:moveTo>
                    <a:pt x="4728972" y="1970532"/>
                  </a:moveTo>
                  <a:lnTo>
                    <a:pt x="4728972" y="2206117"/>
                  </a:lnTo>
                </a:path>
                <a:path w="4978400" h="2704465">
                  <a:moveTo>
                    <a:pt x="498348" y="2455164"/>
                  </a:moveTo>
                  <a:lnTo>
                    <a:pt x="895476" y="2455164"/>
                  </a:lnTo>
                </a:path>
                <a:path w="4978400" h="2704465">
                  <a:moveTo>
                    <a:pt x="1394459" y="2455164"/>
                  </a:moveTo>
                  <a:lnTo>
                    <a:pt x="1791588" y="2455164"/>
                  </a:lnTo>
                </a:path>
                <a:path w="4978400" h="2704465">
                  <a:moveTo>
                    <a:pt x="2290572" y="2454402"/>
                  </a:moveTo>
                  <a:lnTo>
                    <a:pt x="2687701" y="2454402"/>
                  </a:lnTo>
                </a:path>
                <a:path w="4978400" h="2704465">
                  <a:moveTo>
                    <a:pt x="3186683" y="2454402"/>
                  </a:moveTo>
                  <a:lnTo>
                    <a:pt x="3583812" y="2454402"/>
                  </a:lnTo>
                </a:path>
                <a:path w="4978400" h="2704465">
                  <a:moveTo>
                    <a:pt x="4082033" y="2454402"/>
                  </a:moveTo>
                  <a:lnTo>
                    <a:pt x="4479162" y="24555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9569" y="3652265"/>
              <a:ext cx="548640" cy="5821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04938" y="3388613"/>
              <a:ext cx="1500505" cy="1158875"/>
            </a:xfrm>
            <a:custGeom>
              <a:avLst/>
              <a:gdLst/>
              <a:ahLst/>
              <a:cxnLst/>
              <a:rect l="l" t="t" r="r" b="b"/>
              <a:pathLst>
                <a:path w="1500504" h="1158875">
                  <a:moveTo>
                    <a:pt x="515493" y="459613"/>
                  </a:moveTo>
                  <a:lnTo>
                    <a:pt x="85725" y="459613"/>
                  </a:lnTo>
                  <a:lnTo>
                    <a:pt x="85725" y="431038"/>
                  </a:lnTo>
                  <a:lnTo>
                    <a:pt x="0" y="473964"/>
                  </a:lnTo>
                  <a:lnTo>
                    <a:pt x="85725" y="516763"/>
                  </a:lnTo>
                  <a:lnTo>
                    <a:pt x="85725" y="488188"/>
                  </a:lnTo>
                  <a:lnTo>
                    <a:pt x="515493" y="488188"/>
                  </a:lnTo>
                  <a:lnTo>
                    <a:pt x="515493" y="459613"/>
                  </a:lnTo>
                  <a:close/>
                </a:path>
                <a:path w="1500504" h="1158875">
                  <a:moveTo>
                    <a:pt x="1499997" y="473964"/>
                  </a:moveTo>
                  <a:lnTo>
                    <a:pt x="1471333" y="459613"/>
                  </a:lnTo>
                  <a:lnTo>
                    <a:pt x="1414272" y="431038"/>
                  </a:lnTo>
                  <a:lnTo>
                    <a:pt x="1414272" y="459613"/>
                  </a:lnTo>
                  <a:lnTo>
                    <a:pt x="1007808" y="459613"/>
                  </a:lnTo>
                  <a:lnTo>
                    <a:pt x="1007999" y="445135"/>
                  </a:lnTo>
                  <a:lnTo>
                    <a:pt x="1007427" y="445135"/>
                  </a:lnTo>
                  <a:lnTo>
                    <a:pt x="1000391" y="85394"/>
                  </a:lnTo>
                  <a:lnTo>
                    <a:pt x="1029081" y="84836"/>
                  </a:lnTo>
                  <a:lnTo>
                    <a:pt x="1021867" y="71120"/>
                  </a:lnTo>
                  <a:lnTo>
                    <a:pt x="984504" y="0"/>
                  </a:lnTo>
                  <a:lnTo>
                    <a:pt x="943356" y="86487"/>
                  </a:lnTo>
                  <a:lnTo>
                    <a:pt x="971816" y="85940"/>
                  </a:lnTo>
                  <a:lnTo>
                    <a:pt x="979182" y="462661"/>
                  </a:lnTo>
                  <a:lnTo>
                    <a:pt x="971346" y="1072400"/>
                  </a:lnTo>
                  <a:lnTo>
                    <a:pt x="942721" y="1072007"/>
                  </a:lnTo>
                  <a:lnTo>
                    <a:pt x="984504" y="1158367"/>
                  </a:lnTo>
                  <a:lnTo>
                    <a:pt x="1021232" y="1087120"/>
                  </a:lnTo>
                  <a:lnTo>
                    <a:pt x="1028446" y="1073150"/>
                  </a:lnTo>
                  <a:lnTo>
                    <a:pt x="999921" y="1072781"/>
                  </a:lnTo>
                  <a:lnTo>
                    <a:pt x="1007440" y="488188"/>
                  </a:lnTo>
                  <a:lnTo>
                    <a:pt x="1414272" y="488188"/>
                  </a:lnTo>
                  <a:lnTo>
                    <a:pt x="1414272" y="516763"/>
                  </a:lnTo>
                  <a:lnTo>
                    <a:pt x="1471498" y="488188"/>
                  </a:lnTo>
                  <a:lnTo>
                    <a:pt x="1499997" y="4739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014215" y="3220211"/>
            <a:ext cx="2122170" cy="953769"/>
          </a:xfrm>
          <a:custGeom>
            <a:avLst/>
            <a:gdLst/>
            <a:ahLst/>
            <a:cxnLst/>
            <a:rect l="l" t="t" r="r" b="b"/>
            <a:pathLst>
              <a:path w="2122170" h="953769">
                <a:moveTo>
                  <a:pt x="1645539" y="0"/>
                </a:moveTo>
                <a:lnTo>
                  <a:pt x="1645539" y="190626"/>
                </a:lnTo>
                <a:lnTo>
                  <a:pt x="0" y="190626"/>
                </a:lnTo>
                <a:lnTo>
                  <a:pt x="0" y="762635"/>
                </a:lnTo>
                <a:lnTo>
                  <a:pt x="1645539" y="762635"/>
                </a:lnTo>
                <a:lnTo>
                  <a:pt x="1645539" y="953262"/>
                </a:lnTo>
                <a:lnTo>
                  <a:pt x="2122170" y="476631"/>
                </a:lnTo>
                <a:lnTo>
                  <a:pt x="164553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62526" y="3463544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latin typeface="PMingLiU"/>
                <a:cs typeface="PMingLiU"/>
              </a:rPr>
              <a:t>图结构</a:t>
            </a:r>
            <a:endParaRPr sz="2400">
              <a:latin typeface="PMingLiU"/>
              <a:cs typeface="PMingLiU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370" y="1259314"/>
            <a:ext cx="8194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水滴落入水面所激起的涟漪会向相邻区域逐渐扩散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763" y="241615"/>
            <a:ext cx="516107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算法思想：现象启</a:t>
            </a:r>
            <a:r>
              <a:rPr sz="40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z="40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6960" y="2355403"/>
            <a:ext cx="2934147" cy="2702250"/>
          </a:xfrm>
          <a:prstGeom prst="rect">
            <a:avLst/>
          </a:prstGeom>
        </p:spPr>
      </p:pic>
      <p:grpSp>
        <p:nvGrpSpPr>
          <p:cNvPr id="11" name="object 5">
            <a:extLst>
              <a:ext uri="{FF2B5EF4-FFF2-40B4-BE49-F238E27FC236}">
                <a16:creationId xmlns:a16="http://schemas.microsoft.com/office/drawing/2014/main" id="{C527AFDE-C7FB-7747-90D9-BA2F812AFB5E}"/>
              </a:ext>
            </a:extLst>
          </p:cNvPr>
          <p:cNvGrpSpPr/>
          <p:nvPr/>
        </p:nvGrpSpPr>
        <p:grpSpPr>
          <a:xfrm>
            <a:off x="6195821" y="2325623"/>
            <a:ext cx="5016500" cy="2742565"/>
            <a:chOff x="6195821" y="2325623"/>
            <a:chExt cx="5016500" cy="2742565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4D67BC2-E714-8F45-8EBB-D292B6064211}"/>
                </a:ext>
              </a:extLst>
            </p:cNvPr>
            <p:cNvSpPr/>
            <p:nvPr/>
          </p:nvSpPr>
          <p:spPr>
            <a:xfrm>
              <a:off x="6214871" y="2344673"/>
              <a:ext cx="4978400" cy="2704465"/>
            </a:xfrm>
            <a:custGeom>
              <a:avLst/>
              <a:gdLst/>
              <a:ahLst/>
              <a:cxnLst/>
              <a:rect l="l" t="t" r="r" b="b"/>
              <a:pathLst>
                <a:path w="4978400" h="2704465">
                  <a:moveTo>
                    <a:pt x="0" y="249174"/>
                  </a:moveTo>
                  <a:lnTo>
                    <a:pt x="4012" y="204370"/>
                  </a:lnTo>
                  <a:lnTo>
                    <a:pt x="15582" y="162207"/>
                  </a:lnTo>
                  <a:lnTo>
                    <a:pt x="34007" y="123387"/>
                  </a:lnTo>
                  <a:lnTo>
                    <a:pt x="58585" y="88612"/>
                  </a:lnTo>
                  <a:lnTo>
                    <a:pt x="88612" y="58585"/>
                  </a:lnTo>
                  <a:lnTo>
                    <a:pt x="123387" y="34007"/>
                  </a:lnTo>
                  <a:lnTo>
                    <a:pt x="162207" y="15582"/>
                  </a:lnTo>
                  <a:lnTo>
                    <a:pt x="204370" y="4012"/>
                  </a:lnTo>
                  <a:lnTo>
                    <a:pt x="249174" y="0"/>
                  </a:lnTo>
                  <a:lnTo>
                    <a:pt x="293977" y="4012"/>
                  </a:lnTo>
                  <a:lnTo>
                    <a:pt x="336140" y="15582"/>
                  </a:lnTo>
                  <a:lnTo>
                    <a:pt x="374960" y="34007"/>
                  </a:lnTo>
                  <a:lnTo>
                    <a:pt x="409735" y="58585"/>
                  </a:lnTo>
                  <a:lnTo>
                    <a:pt x="439762" y="88612"/>
                  </a:lnTo>
                  <a:lnTo>
                    <a:pt x="464340" y="123387"/>
                  </a:lnTo>
                  <a:lnTo>
                    <a:pt x="482765" y="162207"/>
                  </a:lnTo>
                  <a:lnTo>
                    <a:pt x="494335" y="204370"/>
                  </a:lnTo>
                  <a:lnTo>
                    <a:pt x="498348" y="249174"/>
                  </a:lnTo>
                  <a:lnTo>
                    <a:pt x="494335" y="293977"/>
                  </a:lnTo>
                  <a:lnTo>
                    <a:pt x="482765" y="336140"/>
                  </a:lnTo>
                  <a:lnTo>
                    <a:pt x="464340" y="374960"/>
                  </a:lnTo>
                  <a:lnTo>
                    <a:pt x="439762" y="409735"/>
                  </a:lnTo>
                  <a:lnTo>
                    <a:pt x="409735" y="439762"/>
                  </a:lnTo>
                  <a:lnTo>
                    <a:pt x="374960" y="464340"/>
                  </a:lnTo>
                  <a:lnTo>
                    <a:pt x="336140" y="482765"/>
                  </a:lnTo>
                  <a:lnTo>
                    <a:pt x="293977" y="494335"/>
                  </a:lnTo>
                  <a:lnTo>
                    <a:pt x="249174" y="498348"/>
                  </a:lnTo>
                  <a:lnTo>
                    <a:pt x="204370" y="494335"/>
                  </a:lnTo>
                  <a:lnTo>
                    <a:pt x="162207" y="482765"/>
                  </a:lnTo>
                  <a:lnTo>
                    <a:pt x="123387" y="464340"/>
                  </a:lnTo>
                  <a:lnTo>
                    <a:pt x="88612" y="439762"/>
                  </a:lnTo>
                  <a:lnTo>
                    <a:pt x="58585" y="409735"/>
                  </a:lnTo>
                  <a:lnTo>
                    <a:pt x="34007" y="374960"/>
                  </a:lnTo>
                  <a:lnTo>
                    <a:pt x="15582" y="336140"/>
                  </a:lnTo>
                  <a:lnTo>
                    <a:pt x="4012" y="293977"/>
                  </a:lnTo>
                  <a:lnTo>
                    <a:pt x="0" y="249174"/>
                  </a:lnTo>
                  <a:close/>
                </a:path>
                <a:path w="4978400" h="2704465">
                  <a:moveTo>
                    <a:pt x="0" y="983361"/>
                  </a:moveTo>
                  <a:lnTo>
                    <a:pt x="4012" y="938511"/>
                  </a:lnTo>
                  <a:lnTo>
                    <a:pt x="15582" y="896295"/>
                  </a:lnTo>
                  <a:lnTo>
                    <a:pt x="34007" y="857419"/>
                  </a:lnTo>
                  <a:lnTo>
                    <a:pt x="58585" y="822588"/>
                  </a:lnTo>
                  <a:lnTo>
                    <a:pt x="88612" y="792508"/>
                  </a:lnTo>
                  <a:lnTo>
                    <a:pt x="123387" y="767884"/>
                  </a:lnTo>
                  <a:lnTo>
                    <a:pt x="162207" y="749422"/>
                  </a:lnTo>
                  <a:lnTo>
                    <a:pt x="204370" y="737827"/>
                  </a:lnTo>
                  <a:lnTo>
                    <a:pt x="249174" y="733805"/>
                  </a:lnTo>
                  <a:lnTo>
                    <a:pt x="293977" y="737827"/>
                  </a:lnTo>
                  <a:lnTo>
                    <a:pt x="336140" y="749422"/>
                  </a:lnTo>
                  <a:lnTo>
                    <a:pt x="374960" y="767884"/>
                  </a:lnTo>
                  <a:lnTo>
                    <a:pt x="409735" y="792508"/>
                  </a:lnTo>
                  <a:lnTo>
                    <a:pt x="439762" y="822588"/>
                  </a:lnTo>
                  <a:lnTo>
                    <a:pt x="464340" y="857419"/>
                  </a:lnTo>
                  <a:lnTo>
                    <a:pt x="482765" y="896295"/>
                  </a:lnTo>
                  <a:lnTo>
                    <a:pt x="494335" y="938511"/>
                  </a:lnTo>
                  <a:lnTo>
                    <a:pt x="498348" y="983361"/>
                  </a:lnTo>
                  <a:lnTo>
                    <a:pt x="494335" y="1028210"/>
                  </a:lnTo>
                  <a:lnTo>
                    <a:pt x="482765" y="1070426"/>
                  </a:lnTo>
                  <a:lnTo>
                    <a:pt x="464340" y="1109302"/>
                  </a:lnTo>
                  <a:lnTo>
                    <a:pt x="439762" y="1144133"/>
                  </a:lnTo>
                  <a:lnTo>
                    <a:pt x="409735" y="1174213"/>
                  </a:lnTo>
                  <a:lnTo>
                    <a:pt x="374960" y="1198837"/>
                  </a:lnTo>
                  <a:lnTo>
                    <a:pt x="336140" y="1217299"/>
                  </a:lnTo>
                  <a:lnTo>
                    <a:pt x="293977" y="1228894"/>
                  </a:lnTo>
                  <a:lnTo>
                    <a:pt x="249174" y="1232915"/>
                  </a:lnTo>
                  <a:lnTo>
                    <a:pt x="204370" y="1228894"/>
                  </a:lnTo>
                  <a:lnTo>
                    <a:pt x="162207" y="1217299"/>
                  </a:lnTo>
                  <a:lnTo>
                    <a:pt x="123387" y="1198837"/>
                  </a:lnTo>
                  <a:lnTo>
                    <a:pt x="88612" y="1174213"/>
                  </a:lnTo>
                  <a:lnTo>
                    <a:pt x="58585" y="1144133"/>
                  </a:lnTo>
                  <a:lnTo>
                    <a:pt x="34007" y="1109302"/>
                  </a:lnTo>
                  <a:lnTo>
                    <a:pt x="15582" y="1070426"/>
                  </a:lnTo>
                  <a:lnTo>
                    <a:pt x="4012" y="1028210"/>
                  </a:lnTo>
                  <a:lnTo>
                    <a:pt x="0" y="983361"/>
                  </a:lnTo>
                  <a:close/>
                </a:path>
                <a:path w="4978400" h="2704465">
                  <a:moveTo>
                    <a:pt x="249174" y="498348"/>
                  </a:moveTo>
                  <a:lnTo>
                    <a:pt x="249174" y="733933"/>
                  </a:lnTo>
                </a:path>
                <a:path w="4978400" h="2704465">
                  <a:moveTo>
                    <a:pt x="0" y="1717548"/>
                  </a:moveTo>
                  <a:lnTo>
                    <a:pt x="4012" y="1672744"/>
                  </a:lnTo>
                  <a:lnTo>
                    <a:pt x="15582" y="1630581"/>
                  </a:lnTo>
                  <a:lnTo>
                    <a:pt x="34007" y="1591761"/>
                  </a:lnTo>
                  <a:lnTo>
                    <a:pt x="58585" y="1556986"/>
                  </a:lnTo>
                  <a:lnTo>
                    <a:pt x="88612" y="1526959"/>
                  </a:lnTo>
                  <a:lnTo>
                    <a:pt x="123387" y="1502381"/>
                  </a:lnTo>
                  <a:lnTo>
                    <a:pt x="162207" y="1483956"/>
                  </a:lnTo>
                  <a:lnTo>
                    <a:pt x="204370" y="1472386"/>
                  </a:lnTo>
                  <a:lnTo>
                    <a:pt x="249174" y="1468374"/>
                  </a:lnTo>
                  <a:lnTo>
                    <a:pt x="293977" y="1472386"/>
                  </a:lnTo>
                  <a:lnTo>
                    <a:pt x="336140" y="1483956"/>
                  </a:lnTo>
                  <a:lnTo>
                    <a:pt x="374960" y="1502381"/>
                  </a:lnTo>
                  <a:lnTo>
                    <a:pt x="409735" y="1526959"/>
                  </a:lnTo>
                  <a:lnTo>
                    <a:pt x="439762" y="1556986"/>
                  </a:lnTo>
                  <a:lnTo>
                    <a:pt x="464340" y="1591761"/>
                  </a:lnTo>
                  <a:lnTo>
                    <a:pt x="482765" y="1630581"/>
                  </a:lnTo>
                  <a:lnTo>
                    <a:pt x="494335" y="1672744"/>
                  </a:lnTo>
                  <a:lnTo>
                    <a:pt x="498348" y="1717548"/>
                  </a:lnTo>
                  <a:lnTo>
                    <a:pt x="494335" y="1762351"/>
                  </a:lnTo>
                  <a:lnTo>
                    <a:pt x="482765" y="1804514"/>
                  </a:lnTo>
                  <a:lnTo>
                    <a:pt x="464340" y="1843334"/>
                  </a:lnTo>
                  <a:lnTo>
                    <a:pt x="439762" y="1878109"/>
                  </a:lnTo>
                  <a:lnTo>
                    <a:pt x="409735" y="1908136"/>
                  </a:lnTo>
                  <a:lnTo>
                    <a:pt x="374960" y="1932714"/>
                  </a:lnTo>
                  <a:lnTo>
                    <a:pt x="336140" y="1951139"/>
                  </a:lnTo>
                  <a:lnTo>
                    <a:pt x="293977" y="1962709"/>
                  </a:lnTo>
                  <a:lnTo>
                    <a:pt x="249174" y="1966721"/>
                  </a:lnTo>
                  <a:lnTo>
                    <a:pt x="204370" y="1962709"/>
                  </a:lnTo>
                  <a:lnTo>
                    <a:pt x="162207" y="1951139"/>
                  </a:lnTo>
                  <a:lnTo>
                    <a:pt x="123387" y="1932714"/>
                  </a:lnTo>
                  <a:lnTo>
                    <a:pt x="88612" y="1908136"/>
                  </a:lnTo>
                  <a:lnTo>
                    <a:pt x="58585" y="1878109"/>
                  </a:lnTo>
                  <a:lnTo>
                    <a:pt x="34007" y="1843334"/>
                  </a:lnTo>
                  <a:lnTo>
                    <a:pt x="15582" y="1804514"/>
                  </a:lnTo>
                  <a:lnTo>
                    <a:pt x="4012" y="1762351"/>
                  </a:lnTo>
                  <a:lnTo>
                    <a:pt x="0" y="1717548"/>
                  </a:lnTo>
                  <a:close/>
                </a:path>
                <a:path w="4978400" h="2704465">
                  <a:moveTo>
                    <a:pt x="249174" y="1232915"/>
                  </a:moveTo>
                  <a:lnTo>
                    <a:pt x="249174" y="1468501"/>
                  </a:lnTo>
                </a:path>
                <a:path w="4978400" h="2704465">
                  <a:moveTo>
                    <a:pt x="0" y="2452116"/>
                  </a:moveTo>
                  <a:lnTo>
                    <a:pt x="4012" y="2407312"/>
                  </a:lnTo>
                  <a:lnTo>
                    <a:pt x="15582" y="2365149"/>
                  </a:lnTo>
                  <a:lnTo>
                    <a:pt x="34007" y="2326329"/>
                  </a:lnTo>
                  <a:lnTo>
                    <a:pt x="58585" y="2291554"/>
                  </a:lnTo>
                  <a:lnTo>
                    <a:pt x="88612" y="2261527"/>
                  </a:lnTo>
                  <a:lnTo>
                    <a:pt x="123387" y="2236949"/>
                  </a:lnTo>
                  <a:lnTo>
                    <a:pt x="162207" y="2218524"/>
                  </a:lnTo>
                  <a:lnTo>
                    <a:pt x="204370" y="2206954"/>
                  </a:lnTo>
                  <a:lnTo>
                    <a:pt x="249174" y="2202942"/>
                  </a:lnTo>
                  <a:lnTo>
                    <a:pt x="293977" y="2206954"/>
                  </a:lnTo>
                  <a:lnTo>
                    <a:pt x="336140" y="2218524"/>
                  </a:lnTo>
                  <a:lnTo>
                    <a:pt x="374960" y="2236949"/>
                  </a:lnTo>
                  <a:lnTo>
                    <a:pt x="409735" y="2261527"/>
                  </a:lnTo>
                  <a:lnTo>
                    <a:pt x="439762" y="2291554"/>
                  </a:lnTo>
                  <a:lnTo>
                    <a:pt x="464340" y="2326329"/>
                  </a:lnTo>
                  <a:lnTo>
                    <a:pt x="482765" y="2365149"/>
                  </a:lnTo>
                  <a:lnTo>
                    <a:pt x="494335" y="2407312"/>
                  </a:lnTo>
                  <a:lnTo>
                    <a:pt x="498348" y="2452116"/>
                  </a:lnTo>
                  <a:lnTo>
                    <a:pt x="494335" y="2496919"/>
                  </a:lnTo>
                  <a:lnTo>
                    <a:pt x="482765" y="2539082"/>
                  </a:lnTo>
                  <a:lnTo>
                    <a:pt x="464340" y="2577902"/>
                  </a:lnTo>
                  <a:lnTo>
                    <a:pt x="439762" y="2612677"/>
                  </a:lnTo>
                  <a:lnTo>
                    <a:pt x="409735" y="2642704"/>
                  </a:lnTo>
                  <a:lnTo>
                    <a:pt x="374960" y="2667282"/>
                  </a:lnTo>
                  <a:lnTo>
                    <a:pt x="336140" y="2685707"/>
                  </a:lnTo>
                  <a:lnTo>
                    <a:pt x="293977" y="2697277"/>
                  </a:lnTo>
                  <a:lnTo>
                    <a:pt x="249174" y="2701290"/>
                  </a:lnTo>
                  <a:lnTo>
                    <a:pt x="204370" y="2697277"/>
                  </a:lnTo>
                  <a:lnTo>
                    <a:pt x="162207" y="2685707"/>
                  </a:lnTo>
                  <a:lnTo>
                    <a:pt x="123387" y="2667282"/>
                  </a:lnTo>
                  <a:lnTo>
                    <a:pt x="88612" y="2642704"/>
                  </a:lnTo>
                  <a:lnTo>
                    <a:pt x="58585" y="2612677"/>
                  </a:lnTo>
                  <a:lnTo>
                    <a:pt x="34007" y="2577902"/>
                  </a:lnTo>
                  <a:lnTo>
                    <a:pt x="15582" y="2539082"/>
                  </a:lnTo>
                  <a:lnTo>
                    <a:pt x="4012" y="2496919"/>
                  </a:lnTo>
                  <a:lnTo>
                    <a:pt x="0" y="2452116"/>
                  </a:lnTo>
                  <a:close/>
                </a:path>
                <a:path w="4978400" h="2704465">
                  <a:moveTo>
                    <a:pt x="249174" y="1966721"/>
                  </a:moveTo>
                  <a:lnTo>
                    <a:pt x="249174" y="2202307"/>
                  </a:lnTo>
                </a:path>
                <a:path w="4978400" h="2704465">
                  <a:moveTo>
                    <a:pt x="896111" y="249174"/>
                  </a:moveTo>
                  <a:lnTo>
                    <a:pt x="900124" y="204370"/>
                  </a:lnTo>
                  <a:lnTo>
                    <a:pt x="911694" y="162207"/>
                  </a:lnTo>
                  <a:lnTo>
                    <a:pt x="930119" y="123387"/>
                  </a:lnTo>
                  <a:lnTo>
                    <a:pt x="954697" y="88612"/>
                  </a:lnTo>
                  <a:lnTo>
                    <a:pt x="984724" y="58585"/>
                  </a:lnTo>
                  <a:lnTo>
                    <a:pt x="1019499" y="34007"/>
                  </a:lnTo>
                  <a:lnTo>
                    <a:pt x="1058319" y="15582"/>
                  </a:lnTo>
                  <a:lnTo>
                    <a:pt x="1100482" y="4012"/>
                  </a:lnTo>
                  <a:lnTo>
                    <a:pt x="1145285" y="0"/>
                  </a:lnTo>
                  <a:lnTo>
                    <a:pt x="1190089" y="4012"/>
                  </a:lnTo>
                  <a:lnTo>
                    <a:pt x="1232252" y="15582"/>
                  </a:lnTo>
                  <a:lnTo>
                    <a:pt x="1271072" y="34007"/>
                  </a:lnTo>
                  <a:lnTo>
                    <a:pt x="1305847" y="58585"/>
                  </a:lnTo>
                  <a:lnTo>
                    <a:pt x="1335874" y="88612"/>
                  </a:lnTo>
                  <a:lnTo>
                    <a:pt x="1360452" y="123387"/>
                  </a:lnTo>
                  <a:lnTo>
                    <a:pt x="1378877" y="162207"/>
                  </a:lnTo>
                  <a:lnTo>
                    <a:pt x="1390447" y="204370"/>
                  </a:lnTo>
                  <a:lnTo>
                    <a:pt x="1394459" y="249174"/>
                  </a:lnTo>
                  <a:lnTo>
                    <a:pt x="1390447" y="293977"/>
                  </a:lnTo>
                  <a:lnTo>
                    <a:pt x="1378877" y="336140"/>
                  </a:lnTo>
                  <a:lnTo>
                    <a:pt x="1360452" y="374960"/>
                  </a:lnTo>
                  <a:lnTo>
                    <a:pt x="1335874" y="409735"/>
                  </a:lnTo>
                  <a:lnTo>
                    <a:pt x="1305847" y="439762"/>
                  </a:lnTo>
                  <a:lnTo>
                    <a:pt x="1271072" y="464340"/>
                  </a:lnTo>
                  <a:lnTo>
                    <a:pt x="1232252" y="482765"/>
                  </a:lnTo>
                  <a:lnTo>
                    <a:pt x="1190089" y="494335"/>
                  </a:lnTo>
                  <a:lnTo>
                    <a:pt x="1145285" y="498348"/>
                  </a:lnTo>
                  <a:lnTo>
                    <a:pt x="1100482" y="494335"/>
                  </a:lnTo>
                  <a:lnTo>
                    <a:pt x="1058319" y="482765"/>
                  </a:lnTo>
                  <a:lnTo>
                    <a:pt x="1019499" y="464340"/>
                  </a:lnTo>
                  <a:lnTo>
                    <a:pt x="984724" y="439762"/>
                  </a:lnTo>
                  <a:lnTo>
                    <a:pt x="954697" y="409735"/>
                  </a:lnTo>
                  <a:lnTo>
                    <a:pt x="930119" y="374960"/>
                  </a:lnTo>
                  <a:lnTo>
                    <a:pt x="911694" y="336140"/>
                  </a:lnTo>
                  <a:lnTo>
                    <a:pt x="900124" y="293977"/>
                  </a:lnTo>
                  <a:lnTo>
                    <a:pt x="896111" y="249174"/>
                  </a:lnTo>
                  <a:close/>
                </a:path>
                <a:path w="4978400" h="2704465">
                  <a:moveTo>
                    <a:pt x="498348" y="249174"/>
                  </a:moveTo>
                  <a:lnTo>
                    <a:pt x="895476" y="249174"/>
                  </a:lnTo>
                </a:path>
                <a:path w="4978400" h="2704465">
                  <a:moveTo>
                    <a:pt x="1791461" y="249174"/>
                  </a:moveTo>
                  <a:lnTo>
                    <a:pt x="1795483" y="204370"/>
                  </a:lnTo>
                  <a:lnTo>
                    <a:pt x="1807078" y="162207"/>
                  </a:lnTo>
                  <a:lnTo>
                    <a:pt x="1825540" y="123387"/>
                  </a:lnTo>
                  <a:lnTo>
                    <a:pt x="1850164" y="88612"/>
                  </a:lnTo>
                  <a:lnTo>
                    <a:pt x="1880244" y="58585"/>
                  </a:lnTo>
                  <a:lnTo>
                    <a:pt x="1915075" y="34007"/>
                  </a:lnTo>
                  <a:lnTo>
                    <a:pt x="1953951" y="15582"/>
                  </a:lnTo>
                  <a:lnTo>
                    <a:pt x="1996167" y="4012"/>
                  </a:lnTo>
                  <a:lnTo>
                    <a:pt x="2041017" y="0"/>
                  </a:lnTo>
                  <a:lnTo>
                    <a:pt x="2085866" y="4012"/>
                  </a:lnTo>
                  <a:lnTo>
                    <a:pt x="2128082" y="15582"/>
                  </a:lnTo>
                  <a:lnTo>
                    <a:pt x="2166958" y="34007"/>
                  </a:lnTo>
                  <a:lnTo>
                    <a:pt x="2201789" y="58585"/>
                  </a:lnTo>
                  <a:lnTo>
                    <a:pt x="2231869" y="88612"/>
                  </a:lnTo>
                  <a:lnTo>
                    <a:pt x="2256493" y="123387"/>
                  </a:lnTo>
                  <a:lnTo>
                    <a:pt x="2274955" y="162207"/>
                  </a:lnTo>
                  <a:lnTo>
                    <a:pt x="2286550" y="204370"/>
                  </a:lnTo>
                  <a:lnTo>
                    <a:pt x="2290572" y="249174"/>
                  </a:lnTo>
                  <a:lnTo>
                    <a:pt x="2286550" y="293977"/>
                  </a:lnTo>
                  <a:lnTo>
                    <a:pt x="2274955" y="336140"/>
                  </a:lnTo>
                  <a:lnTo>
                    <a:pt x="2256493" y="374960"/>
                  </a:lnTo>
                  <a:lnTo>
                    <a:pt x="2231869" y="409735"/>
                  </a:lnTo>
                  <a:lnTo>
                    <a:pt x="2201789" y="439762"/>
                  </a:lnTo>
                  <a:lnTo>
                    <a:pt x="2166958" y="464340"/>
                  </a:lnTo>
                  <a:lnTo>
                    <a:pt x="2128082" y="482765"/>
                  </a:lnTo>
                  <a:lnTo>
                    <a:pt x="2085866" y="494335"/>
                  </a:lnTo>
                  <a:lnTo>
                    <a:pt x="2041017" y="498348"/>
                  </a:lnTo>
                  <a:lnTo>
                    <a:pt x="1996167" y="494335"/>
                  </a:lnTo>
                  <a:lnTo>
                    <a:pt x="1953951" y="482765"/>
                  </a:lnTo>
                  <a:lnTo>
                    <a:pt x="1915075" y="464340"/>
                  </a:lnTo>
                  <a:lnTo>
                    <a:pt x="1880244" y="439762"/>
                  </a:lnTo>
                  <a:lnTo>
                    <a:pt x="1850164" y="409735"/>
                  </a:lnTo>
                  <a:lnTo>
                    <a:pt x="1825540" y="374960"/>
                  </a:lnTo>
                  <a:lnTo>
                    <a:pt x="1807078" y="336140"/>
                  </a:lnTo>
                  <a:lnTo>
                    <a:pt x="1795483" y="293977"/>
                  </a:lnTo>
                  <a:lnTo>
                    <a:pt x="1791461" y="249174"/>
                  </a:lnTo>
                  <a:close/>
                </a:path>
                <a:path w="4978400" h="2704465">
                  <a:moveTo>
                    <a:pt x="1394459" y="249174"/>
                  </a:moveTo>
                  <a:lnTo>
                    <a:pt x="1791588" y="249174"/>
                  </a:lnTo>
                </a:path>
                <a:path w="4978400" h="2704465">
                  <a:moveTo>
                    <a:pt x="2687574" y="249174"/>
                  </a:moveTo>
                  <a:lnTo>
                    <a:pt x="2691595" y="204370"/>
                  </a:lnTo>
                  <a:lnTo>
                    <a:pt x="2703190" y="162207"/>
                  </a:lnTo>
                  <a:lnTo>
                    <a:pt x="2721652" y="123387"/>
                  </a:lnTo>
                  <a:lnTo>
                    <a:pt x="2746276" y="88612"/>
                  </a:lnTo>
                  <a:lnTo>
                    <a:pt x="2776356" y="58585"/>
                  </a:lnTo>
                  <a:lnTo>
                    <a:pt x="2811187" y="34007"/>
                  </a:lnTo>
                  <a:lnTo>
                    <a:pt x="2850063" y="15582"/>
                  </a:lnTo>
                  <a:lnTo>
                    <a:pt x="2892279" y="4012"/>
                  </a:lnTo>
                  <a:lnTo>
                    <a:pt x="2937129" y="0"/>
                  </a:lnTo>
                  <a:lnTo>
                    <a:pt x="2981978" y="4012"/>
                  </a:lnTo>
                  <a:lnTo>
                    <a:pt x="3024194" y="15582"/>
                  </a:lnTo>
                  <a:lnTo>
                    <a:pt x="3063070" y="34007"/>
                  </a:lnTo>
                  <a:lnTo>
                    <a:pt x="3097901" y="58585"/>
                  </a:lnTo>
                  <a:lnTo>
                    <a:pt x="3127981" y="88612"/>
                  </a:lnTo>
                  <a:lnTo>
                    <a:pt x="3152605" y="123387"/>
                  </a:lnTo>
                  <a:lnTo>
                    <a:pt x="3171067" y="162207"/>
                  </a:lnTo>
                  <a:lnTo>
                    <a:pt x="3182662" y="204370"/>
                  </a:lnTo>
                  <a:lnTo>
                    <a:pt x="3186683" y="249174"/>
                  </a:lnTo>
                  <a:lnTo>
                    <a:pt x="3182662" y="293977"/>
                  </a:lnTo>
                  <a:lnTo>
                    <a:pt x="3171067" y="336140"/>
                  </a:lnTo>
                  <a:lnTo>
                    <a:pt x="3152605" y="374960"/>
                  </a:lnTo>
                  <a:lnTo>
                    <a:pt x="3127981" y="409735"/>
                  </a:lnTo>
                  <a:lnTo>
                    <a:pt x="3097901" y="439762"/>
                  </a:lnTo>
                  <a:lnTo>
                    <a:pt x="3063070" y="464340"/>
                  </a:lnTo>
                  <a:lnTo>
                    <a:pt x="3024194" y="482765"/>
                  </a:lnTo>
                  <a:lnTo>
                    <a:pt x="2981978" y="494335"/>
                  </a:lnTo>
                  <a:lnTo>
                    <a:pt x="2937129" y="498348"/>
                  </a:lnTo>
                  <a:lnTo>
                    <a:pt x="2892279" y="494335"/>
                  </a:lnTo>
                  <a:lnTo>
                    <a:pt x="2850063" y="482765"/>
                  </a:lnTo>
                  <a:lnTo>
                    <a:pt x="2811187" y="464340"/>
                  </a:lnTo>
                  <a:lnTo>
                    <a:pt x="2776356" y="439762"/>
                  </a:lnTo>
                  <a:lnTo>
                    <a:pt x="2746276" y="409735"/>
                  </a:lnTo>
                  <a:lnTo>
                    <a:pt x="2721652" y="374960"/>
                  </a:lnTo>
                  <a:lnTo>
                    <a:pt x="2703190" y="336140"/>
                  </a:lnTo>
                  <a:lnTo>
                    <a:pt x="2691595" y="293977"/>
                  </a:lnTo>
                  <a:lnTo>
                    <a:pt x="2687574" y="249174"/>
                  </a:lnTo>
                  <a:close/>
                </a:path>
                <a:path w="4978400" h="2704465">
                  <a:moveTo>
                    <a:pt x="2290572" y="249174"/>
                  </a:moveTo>
                  <a:lnTo>
                    <a:pt x="2687701" y="249174"/>
                  </a:lnTo>
                </a:path>
                <a:path w="4978400" h="2704465">
                  <a:moveTo>
                    <a:pt x="3583685" y="249174"/>
                  </a:moveTo>
                  <a:lnTo>
                    <a:pt x="3587698" y="204370"/>
                  </a:lnTo>
                  <a:lnTo>
                    <a:pt x="3599268" y="162207"/>
                  </a:lnTo>
                  <a:lnTo>
                    <a:pt x="3617693" y="123387"/>
                  </a:lnTo>
                  <a:lnTo>
                    <a:pt x="3642271" y="88612"/>
                  </a:lnTo>
                  <a:lnTo>
                    <a:pt x="3672298" y="58585"/>
                  </a:lnTo>
                  <a:lnTo>
                    <a:pt x="3707073" y="34007"/>
                  </a:lnTo>
                  <a:lnTo>
                    <a:pt x="3745893" y="15582"/>
                  </a:lnTo>
                  <a:lnTo>
                    <a:pt x="3788056" y="4012"/>
                  </a:lnTo>
                  <a:lnTo>
                    <a:pt x="3832859" y="0"/>
                  </a:lnTo>
                  <a:lnTo>
                    <a:pt x="3877663" y="4012"/>
                  </a:lnTo>
                  <a:lnTo>
                    <a:pt x="3919826" y="15582"/>
                  </a:lnTo>
                  <a:lnTo>
                    <a:pt x="3958646" y="34007"/>
                  </a:lnTo>
                  <a:lnTo>
                    <a:pt x="3993421" y="58585"/>
                  </a:lnTo>
                  <a:lnTo>
                    <a:pt x="4023448" y="88612"/>
                  </a:lnTo>
                  <a:lnTo>
                    <a:pt x="4048026" y="123387"/>
                  </a:lnTo>
                  <a:lnTo>
                    <a:pt x="4066451" y="162207"/>
                  </a:lnTo>
                  <a:lnTo>
                    <a:pt x="4078021" y="204370"/>
                  </a:lnTo>
                  <a:lnTo>
                    <a:pt x="4082033" y="249174"/>
                  </a:lnTo>
                  <a:lnTo>
                    <a:pt x="4078021" y="293977"/>
                  </a:lnTo>
                  <a:lnTo>
                    <a:pt x="4066451" y="336140"/>
                  </a:lnTo>
                  <a:lnTo>
                    <a:pt x="4048026" y="374960"/>
                  </a:lnTo>
                  <a:lnTo>
                    <a:pt x="4023448" y="409735"/>
                  </a:lnTo>
                  <a:lnTo>
                    <a:pt x="3993421" y="439762"/>
                  </a:lnTo>
                  <a:lnTo>
                    <a:pt x="3958646" y="464340"/>
                  </a:lnTo>
                  <a:lnTo>
                    <a:pt x="3919826" y="482765"/>
                  </a:lnTo>
                  <a:lnTo>
                    <a:pt x="3877663" y="494335"/>
                  </a:lnTo>
                  <a:lnTo>
                    <a:pt x="3832859" y="498348"/>
                  </a:lnTo>
                  <a:lnTo>
                    <a:pt x="3788056" y="494335"/>
                  </a:lnTo>
                  <a:lnTo>
                    <a:pt x="3745893" y="482765"/>
                  </a:lnTo>
                  <a:lnTo>
                    <a:pt x="3707073" y="464340"/>
                  </a:lnTo>
                  <a:lnTo>
                    <a:pt x="3672298" y="439762"/>
                  </a:lnTo>
                  <a:lnTo>
                    <a:pt x="3642271" y="409735"/>
                  </a:lnTo>
                  <a:lnTo>
                    <a:pt x="3617693" y="374960"/>
                  </a:lnTo>
                  <a:lnTo>
                    <a:pt x="3599268" y="336140"/>
                  </a:lnTo>
                  <a:lnTo>
                    <a:pt x="3587698" y="293977"/>
                  </a:lnTo>
                  <a:lnTo>
                    <a:pt x="3583685" y="249174"/>
                  </a:lnTo>
                  <a:close/>
                </a:path>
                <a:path w="4978400" h="2704465">
                  <a:moveTo>
                    <a:pt x="3186683" y="249174"/>
                  </a:moveTo>
                  <a:lnTo>
                    <a:pt x="3583812" y="249174"/>
                  </a:lnTo>
                </a:path>
                <a:path w="4978400" h="2704465">
                  <a:moveTo>
                    <a:pt x="4479798" y="249174"/>
                  </a:moveTo>
                  <a:lnTo>
                    <a:pt x="4483810" y="204370"/>
                  </a:lnTo>
                  <a:lnTo>
                    <a:pt x="4495380" y="162207"/>
                  </a:lnTo>
                  <a:lnTo>
                    <a:pt x="4513805" y="123387"/>
                  </a:lnTo>
                  <a:lnTo>
                    <a:pt x="4538383" y="88612"/>
                  </a:lnTo>
                  <a:lnTo>
                    <a:pt x="4568410" y="58585"/>
                  </a:lnTo>
                  <a:lnTo>
                    <a:pt x="4603185" y="34007"/>
                  </a:lnTo>
                  <a:lnTo>
                    <a:pt x="4642005" y="15582"/>
                  </a:lnTo>
                  <a:lnTo>
                    <a:pt x="4684168" y="4012"/>
                  </a:lnTo>
                  <a:lnTo>
                    <a:pt x="4728972" y="0"/>
                  </a:lnTo>
                  <a:lnTo>
                    <a:pt x="4773775" y="4012"/>
                  </a:lnTo>
                  <a:lnTo>
                    <a:pt x="4815938" y="15582"/>
                  </a:lnTo>
                  <a:lnTo>
                    <a:pt x="4854758" y="34007"/>
                  </a:lnTo>
                  <a:lnTo>
                    <a:pt x="4889533" y="58585"/>
                  </a:lnTo>
                  <a:lnTo>
                    <a:pt x="4919560" y="88612"/>
                  </a:lnTo>
                  <a:lnTo>
                    <a:pt x="4944138" y="123387"/>
                  </a:lnTo>
                  <a:lnTo>
                    <a:pt x="4962563" y="162207"/>
                  </a:lnTo>
                  <a:lnTo>
                    <a:pt x="4974133" y="204370"/>
                  </a:lnTo>
                  <a:lnTo>
                    <a:pt x="4978146" y="249174"/>
                  </a:lnTo>
                  <a:lnTo>
                    <a:pt x="4974133" y="293977"/>
                  </a:lnTo>
                  <a:lnTo>
                    <a:pt x="4962563" y="336140"/>
                  </a:lnTo>
                  <a:lnTo>
                    <a:pt x="4944138" y="374960"/>
                  </a:lnTo>
                  <a:lnTo>
                    <a:pt x="4919560" y="409735"/>
                  </a:lnTo>
                  <a:lnTo>
                    <a:pt x="4889533" y="439762"/>
                  </a:lnTo>
                  <a:lnTo>
                    <a:pt x="4854758" y="464340"/>
                  </a:lnTo>
                  <a:lnTo>
                    <a:pt x="4815938" y="482765"/>
                  </a:lnTo>
                  <a:lnTo>
                    <a:pt x="4773775" y="494335"/>
                  </a:lnTo>
                  <a:lnTo>
                    <a:pt x="4728972" y="498348"/>
                  </a:lnTo>
                  <a:lnTo>
                    <a:pt x="4684168" y="494335"/>
                  </a:lnTo>
                  <a:lnTo>
                    <a:pt x="4642005" y="482765"/>
                  </a:lnTo>
                  <a:lnTo>
                    <a:pt x="4603185" y="464340"/>
                  </a:lnTo>
                  <a:lnTo>
                    <a:pt x="4568410" y="439762"/>
                  </a:lnTo>
                  <a:lnTo>
                    <a:pt x="4538383" y="409735"/>
                  </a:lnTo>
                  <a:lnTo>
                    <a:pt x="4513805" y="374960"/>
                  </a:lnTo>
                  <a:lnTo>
                    <a:pt x="4495380" y="336140"/>
                  </a:lnTo>
                  <a:lnTo>
                    <a:pt x="4483810" y="293977"/>
                  </a:lnTo>
                  <a:lnTo>
                    <a:pt x="4479798" y="249174"/>
                  </a:lnTo>
                  <a:close/>
                </a:path>
                <a:path w="4978400" h="2704465">
                  <a:moveTo>
                    <a:pt x="4082033" y="249174"/>
                  </a:moveTo>
                  <a:lnTo>
                    <a:pt x="4479162" y="249174"/>
                  </a:lnTo>
                </a:path>
                <a:path w="4978400" h="2704465">
                  <a:moveTo>
                    <a:pt x="896111" y="983361"/>
                  </a:moveTo>
                  <a:lnTo>
                    <a:pt x="900124" y="938511"/>
                  </a:lnTo>
                  <a:lnTo>
                    <a:pt x="911694" y="896295"/>
                  </a:lnTo>
                  <a:lnTo>
                    <a:pt x="930119" y="857419"/>
                  </a:lnTo>
                  <a:lnTo>
                    <a:pt x="954697" y="822588"/>
                  </a:lnTo>
                  <a:lnTo>
                    <a:pt x="984724" y="792508"/>
                  </a:lnTo>
                  <a:lnTo>
                    <a:pt x="1019499" y="767884"/>
                  </a:lnTo>
                  <a:lnTo>
                    <a:pt x="1058319" y="749422"/>
                  </a:lnTo>
                  <a:lnTo>
                    <a:pt x="1100482" y="737827"/>
                  </a:lnTo>
                  <a:lnTo>
                    <a:pt x="1145285" y="733805"/>
                  </a:lnTo>
                  <a:lnTo>
                    <a:pt x="1190089" y="737827"/>
                  </a:lnTo>
                  <a:lnTo>
                    <a:pt x="1232252" y="749422"/>
                  </a:lnTo>
                  <a:lnTo>
                    <a:pt x="1271072" y="767884"/>
                  </a:lnTo>
                  <a:lnTo>
                    <a:pt x="1305847" y="792508"/>
                  </a:lnTo>
                  <a:lnTo>
                    <a:pt x="1335874" y="822588"/>
                  </a:lnTo>
                  <a:lnTo>
                    <a:pt x="1360452" y="857419"/>
                  </a:lnTo>
                  <a:lnTo>
                    <a:pt x="1378877" y="896295"/>
                  </a:lnTo>
                  <a:lnTo>
                    <a:pt x="1390447" y="938511"/>
                  </a:lnTo>
                  <a:lnTo>
                    <a:pt x="1394459" y="983361"/>
                  </a:lnTo>
                  <a:lnTo>
                    <a:pt x="1390447" y="1028210"/>
                  </a:lnTo>
                  <a:lnTo>
                    <a:pt x="1378877" y="1070426"/>
                  </a:lnTo>
                  <a:lnTo>
                    <a:pt x="1360452" y="1109302"/>
                  </a:lnTo>
                  <a:lnTo>
                    <a:pt x="1335874" y="1144133"/>
                  </a:lnTo>
                  <a:lnTo>
                    <a:pt x="1305847" y="1174213"/>
                  </a:lnTo>
                  <a:lnTo>
                    <a:pt x="1271072" y="1198837"/>
                  </a:lnTo>
                  <a:lnTo>
                    <a:pt x="1232252" y="1217299"/>
                  </a:lnTo>
                  <a:lnTo>
                    <a:pt x="1190089" y="1228894"/>
                  </a:lnTo>
                  <a:lnTo>
                    <a:pt x="1145285" y="1232915"/>
                  </a:lnTo>
                  <a:lnTo>
                    <a:pt x="1100482" y="1228894"/>
                  </a:lnTo>
                  <a:lnTo>
                    <a:pt x="1058319" y="1217299"/>
                  </a:lnTo>
                  <a:lnTo>
                    <a:pt x="1019499" y="1198837"/>
                  </a:lnTo>
                  <a:lnTo>
                    <a:pt x="984724" y="1174213"/>
                  </a:lnTo>
                  <a:lnTo>
                    <a:pt x="954697" y="1144133"/>
                  </a:lnTo>
                  <a:lnTo>
                    <a:pt x="930119" y="1109302"/>
                  </a:lnTo>
                  <a:lnTo>
                    <a:pt x="911694" y="1070426"/>
                  </a:lnTo>
                  <a:lnTo>
                    <a:pt x="900124" y="1028210"/>
                  </a:lnTo>
                  <a:lnTo>
                    <a:pt x="896111" y="983361"/>
                  </a:lnTo>
                  <a:close/>
                </a:path>
                <a:path w="4978400" h="2704465">
                  <a:moveTo>
                    <a:pt x="1145285" y="498348"/>
                  </a:moveTo>
                  <a:lnTo>
                    <a:pt x="1145285" y="733933"/>
                  </a:lnTo>
                </a:path>
                <a:path w="4978400" h="2704465">
                  <a:moveTo>
                    <a:pt x="1791461" y="983361"/>
                  </a:moveTo>
                  <a:lnTo>
                    <a:pt x="1795483" y="938511"/>
                  </a:lnTo>
                  <a:lnTo>
                    <a:pt x="1807078" y="896295"/>
                  </a:lnTo>
                  <a:lnTo>
                    <a:pt x="1825540" y="857419"/>
                  </a:lnTo>
                  <a:lnTo>
                    <a:pt x="1850164" y="822588"/>
                  </a:lnTo>
                  <a:lnTo>
                    <a:pt x="1880244" y="792508"/>
                  </a:lnTo>
                  <a:lnTo>
                    <a:pt x="1915075" y="767884"/>
                  </a:lnTo>
                  <a:lnTo>
                    <a:pt x="1953951" y="749422"/>
                  </a:lnTo>
                  <a:lnTo>
                    <a:pt x="1996167" y="737827"/>
                  </a:lnTo>
                  <a:lnTo>
                    <a:pt x="2041017" y="733805"/>
                  </a:lnTo>
                  <a:lnTo>
                    <a:pt x="2085866" y="737827"/>
                  </a:lnTo>
                  <a:lnTo>
                    <a:pt x="2128082" y="749422"/>
                  </a:lnTo>
                  <a:lnTo>
                    <a:pt x="2166958" y="767884"/>
                  </a:lnTo>
                  <a:lnTo>
                    <a:pt x="2201789" y="792508"/>
                  </a:lnTo>
                  <a:lnTo>
                    <a:pt x="2231869" y="822588"/>
                  </a:lnTo>
                  <a:lnTo>
                    <a:pt x="2256493" y="857419"/>
                  </a:lnTo>
                  <a:lnTo>
                    <a:pt x="2274955" y="896295"/>
                  </a:lnTo>
                  <a:lnTo>
                    <a:pt x="2286550" y="938511"/>
                  </a:lnTo>
                  <a:lnTo>
                    <a:pt x="2290572" y="983361"/>
                  </a:lnTo>
                  <a:lnTo>
                    <a:pt x="2286550" y="1028210"/>
                  </a:lnTo>
                  <a:lnTo>
                    <a:pt x="2274955" y="1070426"/>
                  </a:lnTo>
                  <a:lnTo>
                    <a:pt x="2256493" y="1109302"/>
                  </a:lnTo>
                  <a:lnTo>
                    <a:pt x="2231869" y="1144133"/>
                  </a:lnTo>
                  <a:lnTo>
                    <a:pt x="2201789" y="1174213"/>
                  </a:lnTo>
                  <a:lnTo>
                    <a:pt x="2166958" y="1198837"/>
                  </a:lnTo>
                  <a:lnTo>
                    <a:pt x="2128082" y="1217299"/>
                  </a:lnTo>
                  <a:lnTo>
                    <a:pt x="2085866" y="1228894"/>
                  </a:lnTo>
                  <a:lnTo>
                    <a:pt x="2041017" y="1232915"/>
                  </a:lnTo>
                  <a:lnTo>
                    <a:pt x="1996167" y="1228894"/>
                  </a:lnTo>
                  <a:lnTo>
                    <a:pt x="1953951" y="1217299"/>
                  </a:lnTo>
                  <a:lnTo>
                    <a:pt x="1915075" y="1198837"/>
                  </a:lnTo>
                  <a:lnTo>
                    <a:pt x="1880244" y="1174213"/>
                  </a:lnTo>
                  <a:lnTo>
                    <a:pt x="1850164" y="1144133"/>
                  </a:lnTo>
                  <a:lnTo>
                    <a:pt x="1825540" y="1109302"/>
                  </a:lnTo>
                  <a:lnTo>
                    <a:pt x="1807078" y="1070426"/>
                  </a:lnTo>
                  <a:lnTo>
                    <a:pt x="1795483" y="1028210"/>
                  </a:lnTo>
                  <a:lnTo>
                    <a:pt x="1791461" y="983361"/>
                  </a:lnTo>
                  <a:close/>
                </a:path>
                <a:path w="4978400" h="2704465">
                  <a:moveTo>
                    <a:pt x="2041398" y="477774"/>
                  </a:moveTo>
                  <a:lnTo>
                    <a:pt x="2041398" y="733805"/>
                  </a:lnTo>
                </a:path>
                <a:path w="4978400" h="2704465">
                  <a:moveTo>
                    <a:pt x="2687574" y="983361"/>
                  </a:moveTo>
                  <a:lnTo>
                    <a:pt x="2691595" y="938511"/>
                  </a:lnTo>
                  <a:lnTo>
                    <a:pt x="2703190" y="896295"/>
                  </a:lnTo>
                  <a:lnTo>
                    <a:pt x="2721652" y="857419"/>
                  </a:lnTo>
                  <a:lnTo>
                    <a:pt x="2746276" y="822588"/>
                  </a:lnTo>
                  <a:lnTo>
                    <a:pt x="2776356" y="792508"/>
                  </a:lnTo>
                  <a:lnTo>
                    <a:pt x="2811187" y="767884"/>
                  </a:lnTo>
                  <a:lnTo>
                    <a:pt x="2850063" y="749422"/>
                  </a:lnTo>
                  <a:lnTo>
                    <a:pt x="2892279" y="737827"/>
                  </a:lnTo>
                  <a:lnTo>
                    <a:pt x="2937129" y="733805"/>
                  </a:lnTo>
                  <a:lnTo>
                    <a:pt x="2981978" y="737827"/>
                  </a:lnTo>
                  <a:lnTo>
                    <a:pt x="3024194" y="749422"/>
                  </a:lnTo>
                  <a:lnTo>
                    <a:pt x="3063070" y="767884"/>
                  </a:lnTo>
                  <a:lnTo>
                    <a:pt x="3097901" y="792508"/>
                  </a:lnTo>
                  <a:lnTo>
                    <a:pt x="3127981" y="822588"/>
                  </a:lnTo>
                  <a:lnTo>
                    <a:pt x="3152605" y="857419"/>
                  </a:lnTo>
                  <a:lnTo>
                    <a:pt x="3171067" y="896295"/>
                  </a:lnTo>
                  <a:lnTo>
                    <a:pt x="3182662" y="938511"/>
                  </a:lnTo>
                  <a:lnTo>
                    <a:pt x="3186683" y="983361"/>
                  </a:lnTo>
                  <a:lnTo>
                    <a:pt x="3182662" y="1028210"/>
                  </a:lnTo>
                  <a:lnTo>
                    <a:pt x="3171067" y="1070426"/>
                  </a:lnTo>
                  <a:lnTo>
                    <a:pt x="3152605" y="1109302"/>
                  </a:lnTo>
                  <a:lnTo>
                    <a:pt x="3127981" y="1144133"/>
                  </a:lnTo>
                  <a:lnTo>
                    <a:pt x="3097901" y="1174213"/>
                  </a:lnTo>
                  <a:lnTo>
                    <a:pt x="3063070" y="1198837"/>
                  </a:lnTo>
                  <a:lnTo>
                    <a:pt x="3024194" y="1217299"/>
                  </a:lnTo>
                  <a:lnTo>
                    <a:pt x="2981978" y="1228894"/>
                  </a:lnTo>
                  <a:lnTo>
                    <a:pt x="2937129" y="1232915"/>
                  </a:lnTo>
                  <a:lnTo>
                    <a:pt x="2892279" y="1228894"/>
                  </a:lnTo>
                  <a:lnTo>
                    <a:pt x="2850063" y="1217299"/>
                  </a:lnTo>
                  <a:lnTo>
                    <a:pt x="2811187" y="1198837"/>
                  </a:lnTo>
                  <a:lnTo>
                    <a:pt x="2776356" y="1174213"/>
                  </a:lnTo>
                  <a:lnTo>
                    <a:pt x="2746276" y="1144133"/>
                  </a:lnTo>
                  <a:lnTo>
                    <a:pt x="2721652" y="1109302"/>
                  </a:lnTo>
                  <a:lnTo>
                    <a:pt x="2703190" y="1070426"/>
                  </a:lnTo>
                  <a:lnTo>
                    <a:pt x="2691595" y="1028210"/>
                  </a:lnTo>
                  <a:lnTo>
                    <a:pt x="2687574" y="983361"/>
                  </a:lnTo>
                  <a:close/>
                </a:path>
                <a:path w="4978400" h="2704465">
                  <a:moveTo>
                    <a:pt x="2936748" y="477774"/>
                  </a:moveTo>
                  <a:lnTo>
                    <a:pt x="2936748" y="733805"/>
                  </a:lnTo>
                </a:path>
                <a:path w="4978400" h="2704465">
                  <a:moveTo>
                    <a:pt x="3583685" y="983361"/>
                  </a:moveTo>
                  <a:lnTo>
                    <a:pt x="3587698" y="938511"/>
                  </a:lnTo>
                  <a:lnTo>
                    <a:pt x="3599268" y="896295"/>
                  </a:lnTo>
                  <a:lnTo>
                    <a:pt x="3617693" y="857419"/>
                  </a:lnTo>
                  <a:lnTo>
                    <a:pt x="3642271" y="822588"/>
                  </a:lnTo>
                  <a:lnTo>
                    <a:pt x="3672298" y="792508"/>
                  </a:lnTo>
                  <a:lnTo>
                    <a:pt x="3707073" y="767884"/>
                  </a:lnTo>
                  <a:lnTo>
                    <a:pt x="3745893" y="749422"/>
                  </a:lnTo>
                  <a:lnTo>
                    <a:pt x="3788056" y="737827"/>
                  </a:lnTo>
                  <a:lnTo>
                    <a:pt x="3832859" y="733805"/>
                  </a:lnTo>
                  <a:lnTo>
                    <a:pt x="3877663" y="737827"/>
                  </a:lnTo>
                  <a:lnTo>
                    <a:pt x="3919826" y="749422"/>
                  </a:lnTo>
                  <a:lnTo>
                    <a:pt x="3958646" y="767884"/>
                  </a:lnTo>
                  <a:lnTo>
                    <a:pt x="3993421" y="792508"/>
                  </a:lnTo>
                  <a:lnTo>
                    <a:pt x="4023448" y="822588"/>
                  </a:lnTo>
                  <a:lnTo>
                    <a:pt x="4048026" y="857419"/>
                  </a:lnTo>
                  <a:lnTo>
                    <a:pt x="4066451" y="896295"/>
                  </a:lnTo>
                  <a:lnTo>
                    <a:pt x="4078021" y="938511"/>
                  </a:lnTo>
                  <a:lnTo>
                    <a:pt x="4082033" y="983361"/>
                  </a:lnTo>
                  <a:lnTo>
                    <a:pt x="4078021" y="1028210"/>
                  </a:lnTo>
                  <a:lnTo>
                    <a:pt x="4066451" y="1070426"/>
                  </a:lnTo>
                  <a:lnTo>
                    <a:pt x="4048026" y="1109302"/>
                  </a:lnTo>
                  <a:lnTo>
                    <a:pt x="4023448" y="1144133"/>
                  </a:lnTo>
                  <a:lnTo>
                    <a:pt x="3993421" y="1174213"/>
                  </a:lnTo>
                  <a:lnTo>
                    <a:pt x="3958646" y="1198837"/>
                  </a:lnTo>
                  <a:lnTo>
                    <a:pt x="3919826" y="1217299"/>
                  </a:lnTo>
                  <a:lnTo>
                    <a:pt x="3877663" y="1228894"/>
                  </a:lnTo>
                  <a:lnTo>
                    <a:pt x="3832859" y="1232915"/>
                  </a:lnTo>
                  <a:lnTo>
                    <a:pt x="3788056" y="1228894"/>
                  </a:lnTo>
                  <a:lnTo>
                    <a:pt x="3745893" y="1217299"/>
                  </a:lnTo>
                  <a:lnTo>
                    <a:pt x="3707073" y="1198837"/>
                  </a:lnTo>
                  <a:lnTo>
                    <a:pt x="3672298" y="1174213"/>
                  </a:lnTo>
                  <a:lnTo>
                    <a:pt x="3642271" y="1144133"/>
                  </a:lnTo>
                  <a:lnTo>
                    <a:pt x="3617693" y="1109302"/>
                  </a:lnTo>
                  <a:lnTo>
                    <a:pt x="3599268" y="1070426"/>
                  </a:lnTo>
                  <a:lnTo>
                    <a:pt x="3587698" y="1028210"/>
                  </a:lnTo>
                  <a:lnTo>
                    <a:pt x="3583685" y="983361"/>
                  </a:lnTo>
                  <a:close/>
                </a:path>
                <a:path w="4978400" h="2704465">
                  <a:moveTo>
                    <a:pt x="3832859" y="477774"/>
                  </a:moveTo>
                  <a:lnTo>
                    <a:pt x="3832859" y="733805"/>
                  </a:lnTo>
                </a:path>
                <a:path w="4978400" h="2704465">
                  <a:moveTo>
                    <a:pt x="4479798" y="983361"/>
                  </a:moveTo>
                  <a:lnTo>
                    <a:pt x="4483810" y="938511"/>
                  </a:lnTo>
                  <a:lnTo>
                    <a:pt x="4495380" y="896295"/>
                  </a:lnTo>
                  <a:lnTo>
                    <a:pt x="4513805" y="857419"/>
                  </a:lnTo>
                  <a:lnTo>
                    <a:pt x="4538383" y="822588"/>
                  </a:lnTo>
                  <a:lnTo>
                    <a:pt x="4568410" y="792508"/>
                  </a:lnTo>
                  <a:lnTo>
                    <a:pt x="4603185" y="767884"/>
                  </a:lnTo>
                  <a:lnTo>
                    <a:pt x="4642005" y="749422"/>
                  </a:lnTo>
                  <a:lnTo>
                    <a:pt x="4684168" y="737827"/>
                  </a:lnTo>
                  <a:lnTo>
                    <a:pt x="4728972" y="733805"/>
                  </a:lnTo>
                  <a:lnTo>
                    <a:pt x="4773775" y="737827"/>
                  </a:lnTo>
                  <a:lnTo>
                    <a:pt x="4815938" y="749422"/>
                  </a:lnTo>
                  <a:lnTo>
                    <a:pt x="4854758" y="767884"/>
                  </a:lnTo>
                  <a:lnTo>
                    <a:pt x="4889533" y="792508"/>
                  </a:lnTo>
                  <a:lnTo>
                    <a:pt x="4919560" y="822588"/>
                  </a:lnTo>
                  <a:lnTo>
                    <a:pt x="4944138" y="857419"/>
                  </a:lnTo>
                  <a:lnTo>
                    <a:pt x="4962563" y="896295"/>
                  </a:lnTo>
                  <a:lnTo>
                    <a:pt x="4974133" y="938511"/>
                  </a:lnTo>
                  <a:lnTo>
                    <a:pt x="4978146" y="983361"/>
                  </a:lnTo>
                  <a:lnTo>
                    <a:pt x="4974133" y="1028210"/>
                  </a:lnTo>
                  <a:lnTo>
                    <a:pt x="4962563" y="1070426"/>
                  </a:lnTo>
                  <a:lnTo>
                    <a:pt x="4944138" y="1109302"/>
                  </a:lnTo>
                  <a:lnTo>
                    <a:pt x="4919560" y="1144133"/>
                  </a:lnTo>
                  <a:lnTo>
                    <a:pt x="4889533" y="1174213"/>
                  </a:lnTo>
                  <a:lnTo>
                    <a:pt x="4854758" y="1198837"/>
                  </a:lnTo>
                  <a:lnTo>
                    <a:pt x="4815938" y="1217299"/>
                  </a:lnTo>
                  <a:lnTo>
                    <a:pt x="4773775" y="1228894"/>
                  </a:lnTo>
                  <a:lnTo>
                    <a:pt x="4728972" y="1232915"/>
                  </a:lnTo>
                  <a:lnTo>
                    <a:pt x="4684168" y="1228894"/>
                  </a:lnTo>
                  <a:lnTo>
                    <a:pt x="4642005" y="1217299"/>
                  </a:lnTo>
                  <a:lnTo>
                    <a:pt x="4603185" y="1198837"/>
                  </a:lnTo>
                  <a:lnTo>
                    <a:pt x="4568410" y="1174213"/>
                  </a:lnTo>
                  <a:lnTo>
                    <a:pt x="4538383" y="1144133"/>
                  </a:lnTo>
                  <a:lnTo>
                    <a:pt x="4513805" y="1109302"/>
                  </a:lnTo>
                  <a:lnTo>
                    <a:pt x="4495380" y="1070426"/>
                  </a:lnTo>
                  <a:lnTo>
                    <a:pt x="4483810" y="1028210"/>
                  </a:lnTo>
                  <a:lnTo>
                    <a:pt x="4479798" y="983361"/>
                  </a:lnTo>
                  <a:close/>
                </a:path>
                <a:path w="4978400" h="2704465">
                  <a:moveTo>
                    <a:pt x="4728972" y="498348"/>
                  </a:moveTo>
                  <a:lnTo>
                    <a:pt x="4728972" y="733933"/>
                  </a:lnTo>
                </a:path>
                <a:path w="4978400" h="2704465">
                  <a:moveTo>
                    <a:pt x="498348" y="983741"/>
                  </a:moveTo>
                  <a:lnTo>
                    <a:pt x="895476" y="983741"/>
                  </a:lnTo>
                </a:path>
                <a:path w="4978400" h="2704465">
                  <a:moveTo>
                    <a:pt x="1394459" y="983741"/>
                  </a:moveTo>
                  <a:lnTo>
                    <a:pt x="1791588" y="983741"/>
                  </a:lnTo>
                </a:path>
                <a:path w="4978400" h="2704465">
                  <a:moveTo>
                    <a:pt x="2290572" y="982979"/>
                  </a:moveTo>
                  <a:lnTo>
                    <a:pt x="2687701" y="982979"/>
                  </a:lnTo>
                </a:path>
                <a:path w="4978400" h="2704465">
                  <a:moveTo>
                    <a:pt x="3186683" y="982217"/>
                  </a:moveTo>
                  <a:lnTo>
                    <a:pt x="3583812" y="982217"/>
                  </a:lnTo>
                </a:path>
                <a:path w="4978400" h="2704465">
                  <a:moveTo>
                    <a:pt x="4082033" y="982217"/>
                  </a:moveTo>
                  <a:lnTo>
                    <a:pt x="4479162" y="983361"/>
                  </a:lnTo>
                </a:path>
                <a:path w="4978400" h="2704465">
                  <a:moveTo>
                    <a:pt x="896111" y="1716405"/>
                  </a:moveTo>
                  <a:lnTo>
                    <a:pt x="900124" y="1671555"/>
                  </a:lnTo>
                  <a:lnTo>
                    <a:pt x="911694" y="1629339"/>
                  </a:lnTo>
                  <a:lnTo>
                    <a:pt x="930119" y="1590463"/>
                  </a:lnTo>
                  <a:lnTo>
                    <a:pt x="954697" y="1555632"/>
                  </a:lnTo>
                  <a:lnTo>
                    <a:pt x="984724" y="1525552"/>
                  </a:lnTo>
                  <a:lnTo>
                    <a:pt x="1019499" y="1500928"/>
                  </a:lnTo>
                  <a:lnTo>
                    <a:pt x="1058319" y="1482466"/>
                  </a:lnTo>
                  <a:lnTo>
                    <a:pt x="1100482" y="1470871"/>
                  </a:lnTo>
                  <a:lnTo>
                    <a:pt x="1145285" y="1466850"/>
                  </a:lnTo>
                  <a:lnTo>
                    <a:pt x="1190089" y="1470871"/>
                  </a:lnTo>
                  <a:lnTo>
                    <a:pt x="1232252" y="1482466"/>
                  </a:lnTo>
                  <a:lnTo>
                    <a:pt x="1271072" y="1500928"/>
                  </a:lnTo>
                  <a:lnTo>
                    <a:pt x="1305847" y="1525552"/>
                  </a:lnTo>
                  <a:lnTo>
                    <a:pt x="1335874" y="1555632"/>
                  </a:lnTo>
                  <a:lnTo>
                    <a:pt x="1360452" y="1590463"/>
                  </a:lnTo>
                  <a:lnTo>
                    <a:pt x="1378877" y="1629339"/>
                  </a:lnTo>
                  <a:lnTo>
                    <a:pt x="1390447" y="1671555"/>
                  </a:lnTo>
                  <a:lnTo>
                    <a:pt x="1394459" y="1716405"/>
                  </a:lnTo>
                  <a:lnTo>
                    <a:pt x="1390447" y="1761254"/>
                  </a:lnTo>
                  <a:lnTo>
                    <a:pt x="1378877" y="1803470"/>
                  </a:lnTo>
                  <a:lnTo>
                    <a:pt x="1360452" y="1842346"/>
                  </a:lnTo>
                  <a:lnTo>
                    <a:pt x="1335874" y="1877177"/>
                  </a:lnTo>
                  <a:lnTo>
                    <a:pt x="1305847" y="1907257"/>
                  </a:lnTo>
                  <a:lnTo>
                    <a:pt x="1271072" y="1931881"/>
                  </a:lnTo>
                  <a:lnTo>
                    <a:pt x="1232252" y="1950343"/>
                  </a:lnTo>
                  <a:lnTo>
                    <a:pt x="1190089" y="1961938"/>
                  </a:lnTo>
                  <a:lnTo>
                    <a:pt x="1145285" y="1965959"/>
                  </a:lnTo>
                  <a:lnTo>
                    <a:pt x="1100482" y="1961938"/>
                  </a:lnTo>
                  <a:lnTo>
                    <a:pt x="1058319" y="1950343"/>
                  </a:lnTo>
                  <a:lnTo>
                    <a:pt x="1019499" y="1931881"/>
                  </a:lnTo>
                  <a:lnTo>
                    <a:pt x="984724" y="1907257"/>
                  </a:lnTo>
                  <a:lnTo>
                    <a:pt x="954697" y="1877177"/>
                  </a:lnTo>
                  <a:lnTo>
                    <a:pt x="930119" y="1842346"/>
                  </a:lnTo>
                  <a:lnTo>
                    <a:pt x="911694" y="1803470"/>
                  </a:lnTo>
                  <a:lnTo>
                    <a:pt x="900124" y="1761254"/>
                  </a:lnTo>
                  <a:lnTo>
                    <a:pt x="896111" y="1716405"/>
                  </a:lnTo>
                  <a:close/>
                </a:path>
                <a:path w="4978400" h="2704465">
                  <a:moveTo>
                    <a:pt x="1145285" y="1231391"/>
                  </a:moveTo>
                  <a:lnTo>
                    <a:pt x="1145285" y="1466977"/>
                  </a:lnTo>
                </a:path>
                <a:path w="4978400" h="2704465">
                  <a:moveTo>
                    <a:pt x="1791461" y="1716405"/>
                  </a:moveTo>
                  <a:lnTo>
                    <a:pt x="1795483" y="1671555"/>
                  </a:lnTo>
                  <a:lnTo>
                    <a:pt x="1807078" y="1629339"/>
                  </a:lnTo>
                  <a:lnTo>
                    <a:pt x="1825540" y="1590463"/>
                  </a:lnTo>
                  <a:lnTo>
                    <a:pt x="1850164" y="1555632"/>
                  </a:lnTo>
                  <a:lnTo>
                    <a:pt x="1880244" y="1525552"/>
                  </a:lnTo>
                  <a:lnTo>
                    <a:pt x="1915075" y="1500928"/>
                  </a:lnTo>
                  <a:lnTo>
                    <a:pt x="1953951" y="1482466"/>
                  </a:lnTo>
                  <a:lnTo>
                    <a:pt x="1996167" y="1470871"/>
                  </a:lnTo>
                  <a:lnTo>
                    <a:pt x="2041017" y="1466850"/>
                  </a:lnTo>
                  <a:lnTo>
                    <a:pt x="2085866" y="1470871"/>
                  </a:lnTo>
                  <a:lnTo>
                    <a:pt x="2128082" y="1482466"/>
                  </a:lnTo>
                  <a:lnTo>
                    <a:pt x="2166958" y="1500928"/>
                  </a:lnTo>
                  <a:lnTo>
                    <a:pt x="2201789" y="1525552"/>
                  </a:lnTo>
                  <a:lnTo>
                    <a:pt x="2231869" y="1555632"/>
                  </a:lnTo>
                  <a:lnTo>
                    <a:pt x="2256493" y="1590463"/>
                  </a:lnTo>
                  <a:lnTo>
                    <a:pt x="2274955" y="1629339"/>
                  </a:lnTo>
                  <a:lnTo>
                    <a:pt x="2286550" y="1671555"/>
                  </a:lnTo>
                  <a:lnTo>
                    <a:pt x="2290572" y="1716405"/>
                  </a:lnTo>
                  <a:lnTo>
                    <a:pt x="2286550" y="1761254"/>
                  </a:lnTo>
                  <a:lnTo>
                    <a:pt x="2274955" y="1803470"/>
                  </a:lnTo>
                  <a:lnTo>
                    <a:pt x="2256493" y="1842346"/>
                  </a:lnTo>
                  <a:lnTo>
                    <a:pt x="2231869" y="1877177"/>
                  </a:lnTo>
                  <a:lnTo>
                    <a:pt x="2201789" y="1907257"/>
                  </a:lnTo>
                  <a:lnTo>
                    <a:pt x="2166958" y="1931881"/>
                  </a:lnTo>
                  <a:lnTo>
                    <a:pt x="2128082" y="1950343"/>
                  </a:lnTo>
                  <a:lnTo>
                    <a:pt x="2085866" y="1961938"/>
                  </a:lnTo>
                  <a:lnTo>
                    <a:pt x="2041017" y="1965959"/>
                  </a:lnTo>
                  <a:lnTo>
                    <a:pt x="1996167" y="1961938"/>
                  </a:lnTo>
                  <a:lnTo>
                    <a:pt x="1953951" y="1950343"/>
                  </a:lnTo>
                  <a:lnTo>
                    <a:pt x="1915075" y="1931881"/>
                  </a:lnTo>
                  <a:lnTo>
                    <a:pt x="1880244" y="1907257"/>
                  </a:lnTo>
                  <a:lnTo>
                    <a:pt x="1850164" y="1877177"/>
                  </a:lnTo>
                  <a:lnTo>
                    <a:pt x="1825540" y="1842346"/>
                  </a:lnTo>
                  <a:lnTo>
                    <a:pt x="1807078" y="1803470"/>
                  </a:lnTo>
                  <a:lnTo>
                    <a:pt x="1795483" y="1761254"/>
                  </a:lnTo>
                  <a:lnTo>
                    <a:pt x="1791461" y="1716405"/>
                  </a:lnTo>
                  <a:close/>
                </a:path>
                <a:path w="4978400" h="2704465">
                  <a:moveTo>
                    <a:pt x="2041398" y="1210817"/>
                  </a:moveTo>
                  <a:lnTo>
                    <a:pt x="2041398" y="1466850"/>
                  </a:lnTo>
                </a:path>
                <a:path w="4978400" h="2704465">
                  <a:moveTo>
                    <a:pt x="2687574" y="1716405"/>
                  </a:moveTo>
                  <a:lnTo>
                    <a:pt x="2691595" y="1671555"/>
                  </a:lnTo>
                  <a:lnTo>
                    <a:pt x="2703190" y="1629339"/>
                  </a:lnTo>
                  <a:lnTo>
                    <a:pt x="2721652" y="1590463"/>
                  </a:lnTo>
                  <a:lnTo>
                    <a:pt x="2746276" y="1555632"/>
                  </a:lnTo>
                  <a:lnTo>
                    <a:pt x="2776356" y="1525552"/>
                  </a:lnTo>
                  <a:lnTo>
                    <a:pt x="2811187" y="1500928"/>
                  </a:lnTo>
                  <a:lnTo>
                    <a:pt x="2850063" y="1482466"/>
                  </a:lnTo>
                  <a:lnTo>
                    <a:pt x="2892279" y="1470871"/>
                  </a:lnTo>
                  <a:lnTo>
                    <a:pt x="2937129" y="1466850"/>
                  </a:lnTo>
                  <a:lnTo>
                    <a:pt x="2981978" y="1470871"/>
                  </a:lnTo>
                  <a:lnTo>
                    <a:pt x="3024194" y="1482466"/>
                  </a:lnTo>
                  <a:lnTo>
                    <a:pt x="3063070" y="1500928"/>
                  </a:lnTo>
                  <a:lnTo>
                    <a:pt x="3097901" y="1525552"/>
                  </a:lnTo>
                  <a:lnTo>
                    <a:pt x="3127981" y="1555632"/>
                  </a:lnTo>
                  <a:lnTo>
                    <a:pt x="3152605" y="1590463"/>
                  </a:lnTo>
                  <a:lnTo>
                    <a:pt x="3171067" y="1629339"/>
                  </a:lnTo>
                  <a:lnTo>
                    <a:pt x="3182662" y="1671555"/>
                  </a:lnTo>
                  <a:lnTo>
                    <a:pt x="3186683" y="1716405"/>
                  </a:lnTo>
                  <a:lnTo>
                    <a:pt x="3182662" y="1761254"/>
                  </a:lnTo>
                  <a:lnTo>
                    <a:pt x="3171067" y="1803470"/>
                  </a:lnTo>
                  <a:lnTo>
                    <a:pt x="3152605" y="1842346"/>
                  </a:lnTo>
                  <a:lnTo>
                    <a:pt x="3127981" y="1877177"/>
                  </a:lnTo>
                  <a:lnTo>
                    <a:pt x="3097901" y="1907257"/>
                  </a:lnTo>
                  <a:lnTo>
                    <a:pt x="3063070" y="1931881"/>
                  </a:lnTo>
                  <a:lnTo>
                    <a:pt x="3024194" y="1950343"/>
                  </a:lnTo>
                  <a:lnTo>
                    <a:pt x="2981978" y="1961938"/>
                  </a:lnTo>
                  <a:lnTo>
                    <a:pt x="2937129" y="1965959"/>
                  </a:lnTo>
                  <a:lnTo>
                    <a:pt x="2892279" y="1961938"/>
                  </a:lnTo>
                  <a:lnTo>
                    <a:pt x="2850063" y="1950343"/>
                  </a:lnTo>
                  <a:lnTo>
                    <a:pt x="2811187" y="1931881"/>
                  </a:lnTo>
                  <a:lnTo>
                    <a:pt x="2776356" y="1907257"/>
                  </a:lnTo>
                  <a:lnTo>
                    <a:pt x="2746276" y="1877177"/>
                  </a:lnTo>
                  <a:lnTo>
                    <a:pt x="2721652" y="1842346"/>
                  </a:lnTo>
                  <a:lnTo>
                    <a:pt x="2703190" y="1803470"/>
                  </a:lnTo>
                  <a:lnTo>
                    <a:pt x="2691595" y="1761254"/>
                  </a:lnTo>
                  <a:lnTo>
                    <a:pt x="2687574" y="1716405"/>
                  </a:lnTo>
                  <a:close/>
                </a:path>
                <a:path w="4978400" h="2704465">
                  <a:moveTo>
                    <a:pt x="2936748" y="1210817"/>
                  </a:moveTo>
                  <a:lnTo>
                    <a:pt x="2936748" y="1466850"/>
                  </a:lnTo>
                </a:path>
                <a:path w="4978400" h="2704465">
                  <a:moveTo>
                    <a:pt x="3583685" y="1716405"/>
                  </a:moveTo>
                  <a:lnTo>
                    <a:pt x="3587698" y="1671555"/>
                  </a:lnTo>
                  <a:lnTo>
                    <a:pt x="3599268" y="1629339"/>
                  </a:lnTo>
                  <a:lnTo>
                    <a:pt x="3617693" y="1590463"/>
                  </a:lnTo>
                  <a:lnTo>
                    <a:pt x="3642271" y="1555632"/>
                  </a:lnTo>
                  <a:lnTo>
                    <a:pt x="3672298" y="1525552"/>
                  </a:lnTo>
                  <a:lnTo>
                    <a:pt x="3707073" y="1500928"/>
                  </a:lnTo>
                  <a:lnTo>
                    <a:pt x="3745893" y="1482466"/>
                  </a:lnTo>
                  <a:lnTo>
                    <a:pt x="3788056" y="1470871"/>
                  </a:lnTo>
                  <a:lnTo>
                    <a:pt x="3832859" y="1466850"/>
                  </a:lnTo>
                  <a:lnTo>
                    <a:pt x="3877663" y="1470871"/>
                  </a:lnTo>
                  <a:lnTo>
                    <a:pt x="3919826" y="1482466"/>
                  </a:lnTo>
                  <a:lnTo>
                    <a:pt x="3958646" y="1500928"/>
                  </a:lnTo>
                  <a:lnTo>
                    <a:pt x="3993421" y="1525552"/>
                  </a:lnTo>
                  <a:lnTo>
                    <a:pt x="4023448" y="1555632"/>
                  </a:lnTo>
                  <a:lnTo>
                    <a:pt x="4048026" y="1590463"/>
                  </a:lnTo>
                  <a:lnTo>
                    <a:pt x="4066451" y="1629339"/>
                  </a:lnTo>
                  <a:lnTo>
                    <a:pt x="4078021" y="1671555"/>
                  </a:lnTo>
                  <a:lnTo>
                    <a:pt x="4082033" y="1716405"/>
                  </a:lnTo>
                  <a:lnTo>
                    <a:pt x="4078021" y="1761254"/>
                  </a:lnTo>
                  <a:lnTo>
                    <a:pt x="4066451" y="1803470"/>
                  </a:lnTo>
                  <a:lnTo>
                    <a:pt x="4048026" y="1842346"/>
                  </a:lnTo>
                  <a:lnTo>
                    <a:pt x="4023448" y="1877177"/>
                  </a:lnTo>
                  <a:lnTo>
                    <a:pt x="3993421" y="1907257"/>
                  </a:lnTo>
                  <a:lnTo>
                    <a:pt x="3958646" y="1931881"/>
                  </a:lnTo>
                  <a:lnTo>
                    <a:pt x="3919826" y="1950343"/>
                  </a:lnTo>
                  <a:lnTo>
                    <a:pt x="3877663" y="1961938"/>
                  </a:lnTo>
                  <a:lnTo>
                    <a:pt x="3832859" y="1965959"/>
                  </a:lnTo>
                  <a:lnTo>
                    <a:pt x="3788056" y="1961938"/>
                  </a:lnTo>
                  <a:lnTo>
                    <a:pt x="3745893" y="1950343"/>
                  </a:lnTo>
                  <a:lnTo>
                    <a:pt x="3707073" y="1931881"/>
                  </a:lnTo>
                  <a:lnTo>
                    <a:pt x="3672298" y="1907257"/>
                  </a:lnTo>
                  <a:lnTo>
                    <a:pt x="3642271" y="1877177"/>
                  </a:lnTo>
                  <a:lnTo>
                    <a:pt x="3617693" y="1842346"/>
                  </a:lnTo>
                  <a:lnTo>
                    <a:pt x="3599268" y="1803470"/>
                  </a:lnTo>
                  <a:lnTo>
                    <a:pt x="3587698" y="1761254"/>
                  </a:lnTo>
                  <a:lnTo>
                    <a:pt x="3583685" y="1716405"/>
                  </a:lnTo>
                  <a:close/>
                </a:path>
                <a:path w="4978400" h="2704465">
                  <a:moveTo>
                    <a:pt x="3832859" y="1210817"/>
                  </a:moveTo>
                  <a:lnTo>
                    <a:pt x="3832859" y="1466850"/>
                  </a:lnTo>
                </a:path>
                <a:path w="4978400" h="2704465">
                  <a:moveTo>
                    <a:pt x="4479798" y="1716405"/>
                  </a:moveTo>
                  <a:lnTo>
                    <a:pt x="4483810" y="1671555"/>
                  </a:lnTo>
                  <a:lnTo>
                    <a:pt x="4495380" y="1629339"/>
                  </a:lnTo>
                  <a:lnTo>
                    <a:pt x="4513805" y="1590463"/>
                  </a:lnTo>
                  <a:lnTo>
                    <a:pt x="4538383" y="1555632"/>
                  </a:lnTo>
                  <a:lnTo>
                    <a:pt x="4568410" y="1525552"/>
                  </a:lnTo>
                  <a:lnTo>
                    <a:pt x="4603185" y="1500928"/>
                  </a:lnTo>
                  <a:lnTo>
                    <a:pt x="4642005" y="1482466"/>
                  </a:lnTo>
                  <a:lnTo>
                    <a:pt x="4684168" y="1470871"/>
                  </a:lnTo>
                  <a:lnTo>
                    <a:pt x="4728972" y="1466850"/>
                  </a:lnTo>
                  <a:lnTo>
                    <a:pt x="4773775" y="1470871"/>
                  </a:lnTo>
                  <a:lnTo>
                    <a:pt x="4815938" y="1482466"/>
                  </a:lnTo>
                  <a:lnTo>
                    <a:pt x="4854758" y="1500928"/>
                  </a:lnTo>
                  <a:lnTo>
                    <a:pt x="4889533" y="1525552"/>
                  </a:lnTo>
                  <a:lnTo>
                    <a:pt x="4919560" y="1555632"/>
                  </a:lnTo>
                  <a:lnTo>
                    <a:pt x="4944138" y="1590463"/>
                  </a:lnTo>
                  <a:lnTo>
                    <a:pt x="4962563" y="1629339"/>
                  </a:lnTo>
                  <a:lnTo>
                    <a:pt x="4974133" y="1671555"/>
                  </a:lnTo>
                  <a:lnTo>
                    <a:pt x="4978146" y="1716405"/>
                  </a:lnTo>
                  <a:lnTo>
                    <a:pt x="4974133" y="1761254"/>
                  </a:lnTo>
                  <a:lnTo>
                    <a:pt x="4962563" y="1803470"/>
                  </a:lnTo>
                  <a:lnTo>
                    <a:pt x="4944138" y="1842346"/>
                  </a:lnTo>
                  <a:lnTo>
                    <a:pt x="4919560" y="1877177"/>
                  </a:lnTo>
                  <a:lnTo>
                    <a:pt x="4889533" y="1907257"/>
                  </a:lnTo>
                  <a:lnTo>
                    <a:pt x="4854758" y="1931881"/>
                  </a:lnTo>
                  <a:lnTo>
                    <a:pt x="4815938" y="1950343"/>
                  </a:lnTo>
                  <a:lnTo>
                    <a:pt x="4773775" y="1961938"/>
                  </a:lnTo>
                  <a:lnTo>
                    <a:pt x="4728972" y="1965959"/>
                  </a:lnTo>
                  <a:lnTo>
                    <a:pt x="4684168" y="1961938"/>
                  </a:lnTo>
                  <a:lnTo>
                    <a:pt x="4642005" y="1950343"/>
                  </a:lnTo>
                  <a:lnTo>
                    <a:pt x="4603185" y="1931881"/>
                  </a:lnTo>
                  <a:lnTo>
                    <a:pt x="4568410" y="1907257"/>
                  </a:lnTo>
                  <a:lnTo>
                    <a:pt x="4538383" y="1877177"/>
                  </a:lnTo>
                  <a:lnTo>
                    <a:pt x="4513805" y="1842346"/>
                  </a:lnTo>
                  <a:lnTo>
                    <a:pt x="4495380" y="1803470"/>
                  </a:lnTo>
                  <a:lnTo>
                    <a:pt x="4483810" y="1761254"/>
                  </a:lnTo>
                  <a:lnTo>
                    <a:pt x="4479798" y="1716405"/>
                  </a:lnTo>
                  <a:close/>
                </a:path>
                <a:path w="4978400" h="2704465">
                  <a:moveTo>
                    <a:pt x="4728972" y="1231391"/>
                  </a:moveTo>
                  <a:lnTo>
                    <a:pt x="4728972" y="1466977"/>
                  </a:lnTo>
                </a:path>
                <a:path w="4978400" h="2704465">
                  <a:moveTo>
                    <a:pt x="498348" y="1716786"/>
                  </a:moveTo>
                  <a:lnTo>
                    <a:pt x="895476" y="1716786"/>
                  </a:lnTo>
                </a:path>
                <a:path w="4978400" h="2704465">
                  <a:moveTo>
                    <a:pt x="1394459" y="1716786"/>
                  </a:moveTo>
                  <a:lnTo>
                    <a:pt x="1791588" y="1716786"/>
                  </a:lnTo>
                </a:path>
                <a:path w="4978400" h="2704465">
                  <a:moveTo>
                    <a:pt x="2290572" y="1716024"/>
                  </a:moveTo>
                  <a:lnTo>
                    <a:pt x="2687701" y="1716024"/>
                  </a:lnTo>
                </a:path>
                <a:path w="4978400" h="2704465">
                  <a:moveTo>
                    <a:pt x="3186683" y="1715262"/>
                  </a:moveTo>
                  <a:lnTo>
                    <a:pt x="3583812" y="1715262"/>
                  </a:lnTo>
                </a:path>
                <a:path w="4978400" h="2704465">
                  <a:moveTo>
                    <a:pt x="4082033" y="1715262"/>
                  </a:moveTo>
                  <a:lnTo>
                    <a:pt x="4479162" y="1716405"/>
                  </a:lnTo>
                </a:path>
                <a:path w="4978400" h="2704465">
                  <a:moveTo>
                    <a:pt x="896111" y="2455164"/>
                  </a:moveTo>
                  <a:lnTo>
                    <a:pt x="900124" y="2410360"/>
                  </a:lnTo>
                  <a:lnTo>
                    <a:pt x="911694" y="2368197"/>
                  </a:lnTo>
                  <a:lnTo>
                    <a:pt x="930119" y="2329377"/>
                  </a:lnTo>
                  <a:lnTo>
                    <a:pt x="954697" y="2294602"/>
                  </a:lnTo>
                  <a:lnTo>
                    <a:pt x="984724" y="2264575"/>
                  </a:lnTo>
                  <a:lnTo>
                    <a:pt x="1019499" y="2239997"/>
                  </a:lnTo>
                  <a:lnTo>
                    <a:pt x="1058319" y="2221572"/>
                  </a:lnTo>
                  <a:lnTo>
                    <a:pt x="1100482" y="2210002"/>
                  </a:lnTo>
                  <a:lnTo>
                    <a:pt x="1145285" y="2205990"/>
                  </a:lnTo>
                  <a:lnTo>
                    <a:pt x="1190089" y="2210002"/>
                  </a:lnTo>
                  <a:lnTo>
                    <a:pt x="1232252" y="2221572"/>
                  </a:lnTo>
                  <a:lnTo>
                    <a:pt x="1271072" y="2239997"/>
                  </a:lnTo>
                  <a:lnTo>
                    <a:pt x="1305847" y="2264575"/>
                  </a:lnTo>
                  <a:lnTo>
                    <a:pt x="1335874" y="2294602"/>
                  </a:lnTo>
                  <a:lnTo>
                    <a:pt x="1360452" y="2329377"/>
                  </a:lnTo>
                  <a:lnTo>
                    <a:pt x="1378877" y="2368197"/>
                  </a:lnTo>
                  <a:lnTo>
                    <a:pt x="1390447" y="2410360"/>
                  </a:lnTo>
                  <a:lnTo>
                    <a:pt x="1394459" y="2455164"/>
                  </a:lnTo>
                  <a:lnTo>
                    <a:pt x="1390447" y="2499967"/>
                  </a:lnTo>
                  <a:lnTo>
                    <a:pt x="1378877" y="2542130"/>
                  </a:lnTo>
                  <a:lnTo>
                    <a:pt x="1360452" y="2580950"/>
                  </a:lnTo>
                  <a:lnTo>
                    <a:pt x="1335874" y="2615725"/>
                  </a:lnTo>
                  <a:lnTo>
                    <a:pt x="1305847" y="2645752"/>
                  </a:lnTo>
                  <a:lnTo>
                    <a:pt x="1271072" y="2670330"/>
                  </a:lnTo>
                  <a:lnTo>
                    <a:pt x="1232252" y="2688755"/>
                  </a:lnTo>
                  <a:lnTo>
                    <a:pt x="1190089" y="2700325"/>
                  </a:lnTo>
                  <a:lnTo>
                    <a:pt x="1145285" y="2704338"/>
                  </a:lnTo>
                  <a:lnTo>
                    <a:pt x="1100482" y="2700325"/>
                  </a:lnTo>
                  <a:lnTo>
                    <a:pt x="1058319" y="2688755"/>
                  </a:lnTo>
                  <a:lnTo>
                    <a:pt x="1019499" y="2670330"/>
                  </a:lnTo>
                  <a:lnTo>
                    <a:pt x="984724" y="2645752"/>
                  </a:lnTo>
                  <a:lnTo>
                    <a:pt x="954697" y="2615725"/>
                  </a:lnTo>
                  <a:lnTo>
                    <a:pt x="930119" y="2580950"/>
                  </a:lnTo>
                  <a:lnTo>
                    <a:pt x="911694" y="2542130"/>
                  </a:lnTo>
                  <a:lnTo>
                    <a:pt x="900124" y="2499967"/>
                  </a:lnTo>
                  <a:lnTo>
                    <a:pt x="896111" y="2455164"/>
                  </a:lnTo>
                  <a:close/>
                </a:path>
                <a:path w="4978400" h="2704465">
                  <a:moveTo>
                    <a:pt x="1145285" y="1970532"/>
                  </a:moveTo>
                  <a:lnTo>
                    <a:pt x="1145285" y="2206117"/>
                  </a:lnTo>
                </a:path>
                <a:path w="4978400" h="2704465">
                  <a:moveTo>
                    <a:pt x="1791461" y="2455164"/>
                  </a:moveTo>
                  <a:lnTo>
                    <a:pt x="1795483" y="2410360"/>
                  </a:lnTo>
                  <a:lnTo>
                    <a:pt x="1807078" y="2368197"/>
                  </a:lnTo>
                  <a:lnTo>
                    <a:pt x="1825540" y="2329377"/>
                  </a:lnTo>
                  <a:lnTo>
                    <a:pt x="1850164" y="2294602"/>
                  </a:lnTo>
                  <a:lnTo>
                    <a:pt x="1880244" y="2264575"/>
                  </a:lnTo>
                  <a:lnTo>
                    <a:pt x="1915075" y="2239997"/>
                  </a:lnTo>
                  <a:lnTo>
                    <a:pt x="1953951" y="2221572"/>
                  </a:lnTo>
                  <a:lnTo>
                    <a:pt x="1996167" y="2210002"/>
                  </a:lnTo>
                  <a:lnTo>
                    <a:pt x="2041017" y="2205990"/>
                  </a:lnTo>
                  <a:lnTo>
                    <a:pt x="2085866" y="2210002"/>
                  </a:lnTo>
                  <a:lnTo>
                    <a:pt x="2128082" y="2221572"/>
                  </a:lnTo>
                  <a:lnTo>
                    <a:pt x="2166958" y="2239997"/>
                  </a:lnTo>
                  <a:lnTo>
                    <a:pt x="2201789" y="2264575"/>
                  </a:lnTo>
                  <a:lnTo>
                    <a:pt x="2231869" y="2294602"/>
                  </a:lnTo>
                  <a:lnTo>
                    <a:pt x="2256493" y="2329377"/>
                  </a:lnTo>
                  <a:lnTo>
                    <a:pt x="2274955" y="2368197"/>
                  </a:lnTo>
                  <a:lnTo>
                    <a:pt x="2286550" y="2410360"/>
                  </a:lnTo>
                  <a:lnTo>
                    <a:pt x="2290572" y="2455164"/>
                  </a:lnTo>
                  <a:lnTo>
                    <a:pt x="2286550" y="2499967"/>
                  </a:lnTo>
                  <a:lnTo>
                    <a:pt x="2274955" y="2542130"/>
                  </a:lnTo>
                  <a:lnTo>
                    <a:pt x="2256493" y="2580950"/>
                  </a:lnTo>
                  <a:lnTo>
                    <a:pt x="2231869" y="2615725"/>
                  </a:lnTo>
                  <a:lnTo>
                    <a:pt x="2201789" y="2645752"/>
                  </a:lnTo>
                  <a:lnTo>
                    <a:pt x="2166958" y="2670330"/>
                  </a:lnTo>
                  <a:lnTo>
                    <a:pt x="2128082" y="2688755"/>
                  </a:lnTo>
                  <a:lnTo>
                    <a:pt x="2085866" y="2700325"/>
                  </a:lnTo>
                  <a:lnTo>
                    <a:pt x="2041017" y="2704338"/>
                  </a:lnTo>
                  <a:lnTo>
                    <a:pt x="1996167" y="2700325"/>
                  </a:lnTo>
                  <a:lnTo>
                    <a:pt x="1953951" y="2688755"/>
                  </a:lnTo>
                  <a:lnTo>
                    <a:pt x="1915075" y="2670330"/>
                  </a:lnTo>
                  <a:lnTo>
                    <a:pt x="1880244" y="2645752"/>
                  </a:lnTo>
                  <a:lnTo>
                    <a:pt x="1850164" y="2615725"/>
                  </a:lnTo>
                  <a:lnTo>
                    <a:pt x="1825540" y="2580950"/>
                  </a:lnTo>
                  <a:lnTo>
                    <a:pt x="1807078" y="2542130"/>
                  </a:lnTo>
                  <a:lnTo>
                    <a:pt x="1795483" y="2499967"/>
                  </a:lnTo>
                  <a:lnTo>
                    <a:pt x="1791461" y="2455164"/>
                  </a:lnTo>
                  <a:close/>
                </a:path>
                <a:path w="4978400" h="2704465">
                  <a:moveTo>
                    <a:pt x="2041398" y="1949958"/>
                  </a:moveTo>
                  <a:lnTo>
                    <a:pt x="2041398" y="2205990"/>
                  </a:lnTo>
                </a:path>
                <a:path w="4978400" h="2704465">
                  <a:moveTo>
                    <a:pt x="2687574" y="2455164"/>
                  </a:moveTo>
                  <a:lnTo>
                    <a:pt x="2691595" y="2410360"/>
                  </a:lnTo>
                  <a:lnTo>
                    <a:pt x="2703190" y="2368197"/>
                  </a:lnTo>
                  <a:lnTo>
                    <a:pt x="2721652" y="2329377"/>
                  </a:lnTo>
                  <a:lnTo>
                    <a:pt x="2746276" y="2294602"/>
                  </a:lnTo>
                  <a:lnTo>
                    <a:pt x="2776356" y="2264575"/>
                  </a:lnTo>
                  <a:lnTo>
                    <a:pt x="2811187" y="2239997"/>
                  </a:lnTo>
                  <a:lnTo>
                    <a:pt x="2850063" y="2221572"/>
                  </a:lnTo>
                  <a:lnTo>
                    <a:pt x="2892279" y="2210002"/>
                  </a:lnTo>
                  <a:lnTo>
                    <a:pt x="2937129" y="2205990"/>
                  </a:lnTo>
                  <a:lnTo>
                    <a:pt x="2981978" y="2210002"/>
                  </a:lnTo>
                  <a:lnTo>
                    <a:pt x="3024194" y="2221572"/>
                  </a:lnTo>
                  <a:lnTo>
                    <a:pt x="3063070" y="2239997"/>
                  </a:lnTo>
                  <a:lnTo>
                    <a:pt x="3097901" y="2264575"/>
                  </a:lnTo>
                  <a:lnTo>
                    <a:pt x="3127981" y="2294602"/>
                  </a:lnTo>
                  <a:lnTo>
                    <a:pt x="3152605" y="2329377"/>
                  </a:lnTo>
                  <a:lnTo>
                    <a:pt x="3171067" y="2368197"/>
                  </a:lnTo>
                  <a:lnTo>
                    <a:pt x="3182662" y="2410360"/>
                  </a:lnTo>
                  <a:lnTo>
                    <a:pt x="3186683" y="2455164"/>
                  </a:lnTo>
                  <a:lnTo>
                    <a:pt x="3182662" y="2499967"/>
                  </a:lnTo>
                  <a:lnTo>
                    <a:pt x="3171067" y="2542130"/>
                  </a:lnTo>
                  <a:lnTo>
                    <a:pt x="3152605" y="2580950"/>
                  </a:lnTo>
                  <a:lnTo>
                    <a:pt x="3127981" y="2615725"/>
                  </a:lnTo>
                  <a:lnTo>
                    <a:pt x="3097901" y="2645752"/>
                  </a:lnTo>
                  <a:lnTo>
                    <a:pt x="3063070" y="2670330"/>
                  </a:lnTo>
                  <a:lnTo>
                    <a:pt x="3024194" y="2688755"/>
                  </a:lnTo>
                  <a:lnTo>
                    <a:pt x="2981978" y="2700325"/>
                  </a:lnTo>
                  <a:lnTo>
                    <a:pt x="2937129" y="2704338"/>
                  </a:lnTo>
                  <a:lnTo>
                    <a:pt x="2892279" y="2700325"/>
                  </a:lnTo>
                  <a:lnTo>
                    <a:pt x="2850063" y="2688755"/>
                  </a:lnTo>
                  <a:lnTo>
                    <a:pt x="2811187" y="2670330"/>
                  </a:lnTo>
                  <a:lnTo>
                    <a:pt x="2776356" y="2645752"/>
                  </a:lnTo>
                  <a:lnTo>
                    <a:pt x="2746276" y="2615725"/>
                  </a:lnTo>
                  <a:lnTo>
                    <a:pt x="2721652" y="2580950"/>
                  </a:lnTo>
                  <a:lnTo>
                    <a:pt x="2703190" y="2542130"/>
                  </a:lnTo>
                  <a:lnTo>
                    <a:pt x="2691595" y="2499967"/>
                  </a:lnTo>
                  <a:lnTo>
                    <a:pt x="2687574" y="2455164"/>
                  </a:lnTo>
                  <a:close/>
                </a:path>
                <a:path w="4978400" h="2704465">
                  <a:moveTo>
                    <a:pt x="2936748" y="1949958"/>
                  </a:moveTo>
                  <a:lnTo>
                    <a:pt x="2936748" y="2205990"/>
                  </a:lnTo>
                </a:path>
                <a:path w="4978400" h="2704465">
                  <a:moveTo>
                    <a:pt x="3583685" y="2455164"/>
                  </a:moveTo>
                  <a:lnTo>
                    <a:pt x="3587698" y="2410360"/>
                  </a:lnTo>
                  <a:lnTo>
                    <a:pt x="3599268" y="2368197"/>
                  </a:lnTo>
                  <a:lnTo>
                    <a:pt x="3617693" y="2329377"/>
                  </a:lnTo>
                  <a:lnTo>
                    <a:pt x="3642271" y="2294602"/>
                  </a:lnTo>
                  <a:lnTo>
                    <a:pt x="3672298" y="2264575"/>
                  </a:lnTo>
                  <a:lnTo>
                    <a:pt x="3707073" y="2239997"/>
                  </a:lnTo>
                  <a:lnTo>
                    <a:pt x="3745893" y="2221572"/>
                  </a:lnTo>
                  <a:lnTo>
                    <a:pt x="3788056" y="2210002"/>
                  </a:lnTo>
                  <a:lnTo>
                    <a:pt x="3832859" y="2205990"/>
                  </a:lnTo>
                  <a:lnTo>
                    <a:pt x="3877663" y="2210002"/>
                  </a:lnTo>
                  <a:lnTo>
                    <a:pt x="3919826" y="2221572"/>
                  </a:lnTo>
                  <a:lnTo>
                    <a:pt x="3958646" y="2239997"/>
                  </a:lnTo>
                  <a:lnTo>
                    <a:pt x="3993421" y="2264575"/>
                  </a:lnTo>
                  <a:lnTo>
                    <a:pt x="4023448" y="2294602"/>
                  </a:lnTo>
                  <a:lnTo>
                    <a:pt x="4048026" y="2329377"/>
                  </a:lnTo>
                  <a:lnTo>
                    <a:pt x="4066451" y="2368197"/>
                  </a:lnTo>
                  <a:lnTo>
                    <a:pt x="4078021" y="2410360"/>
                  </a:lnTo>
                  <a:lnTo>
                    <a:pt x="4082033" y="2455164"/>
                  </a:lnTo>
                  <a:lnTo>
                    <a:pt x="4078021" y="2499967"/>
                  </a:lnTo>
                  <a:lnTo>
                    <a:pt x="4066451" y="2542130"/>
                  </a:lnTo>
                  <a:lnTo>
                    <a:pt x="4048026" y="2580950"/>
                  </a:lnTo>
                  <a:lnTo>
                    <a:pt x="4023448" y="2615725"/>
                  </a:lnTo>
                  <a:lnTo>
                    <a:pt x="3993421" y="2645752"/>
                  </a:lnTo>
                  <a:lnTo>
                    <a:pt x="3958646" y="2670330"/>
                  </a:lnTo>
                  <a:lnTo>
                    <a:pt x="3919826" y="2688755"/>
                  </a:lnTo>
                  <a:lnTo>
                    <a:pt x="3877663" y="2700325"/>
                  </a:lnTo>
                  <a:lnTo>
                    <a:pt x="3832859" y="2704338"/>
                  </a:lnTo>
                  <a:lnTo>
                    <a:pt x="3788056" y="2700325"/>
                  </a:lnTo>
                  <a:lnTo>
                    <a:pt x="3745893" y="2688755"/>
                  </a:lnTo>
                  <a:lnTo>
                    <a:pt x="3707073" y="2670330"/>
                  </a:lnTo>
                  <a:lnTo>
                    <a:pt x="3672298" y="2645752"/>
                  </a:lnTo>
                  <a:lnTo>
                    <a:pt x="3642271" y="2615725"/>
                  </a:lnTo>
                  <a:lnTo>
                    <a:pt x="3617693" y="2580950"/>
                  </a:lnTo>
                  <a:lnTo>
                    <a:pt x="3599268" y="2542130"/>
                  </a:lnTo>
                  <a:lnTo>
                    <a:pt x="3587698" y="2499967"/>
                  </a:lnTo>
                  <a:lnTo>
                    <a:pt x="3583685" y="2455164"/>
                  </a:lnTo>
                  <a:close/>
                </a:path>
                <a:path w="4978400" h="2704465">
                  <a:moveTo>
                    <a:pt x="3832859" y="1949958"/>
                  </a:moveTo>
                  <a:lnTo>
                    <a:pt x="3832859" y="2205990"/>
                  </a:lnTo>
                </a:path>
                <a:path w="4978400" h="2704465">
                  <a:moveTo>
                    <a:pt x="4479798" y="2455164"/>
                  </a:moveTo>
                  <a:lnTo>
                    <a:pt x="4483810" y="2410360"/>
                  </a:lnTo>
                  <a:lnTo>
                    <a:pt x="4495380" y="2368197"/>
                  </a:lnTo>
                  <a:lnTo>
                    <a:pt x="4513805" y="2329377"/>
                  </a:lnTo>
                  <a:lnTo>
                    <a:pt x="4538383" y="2294602"/>
                  </a:lnTo>
                  <a:lnTo>
                    <a:pt x="4568410" y="2264575"/>
                  </a:lnTo>
                  <a:lnTo>
                    <a:pt x="4603185" y="2239997"/>
                  </a:lnTo>
                  <a:lnTo>
                    <a:pt x="4642005" y="2221572"/>
                  </a:lnTo>
                  <a:lnTo>
                    <a:pt x="4684168" y="2210002"/>
                  </a:lnTo>
                  <a:lnTo>
                    <a:pt x="4728972" y="2205990"/>
                  </a:lnTo>
                  <a:lnTo>
                    <a:pt x="4773775" y="2210002"/>
                  </a:lnTo>
                  <a:lnTo>
                    <a:pt x="4815938" y="2221572"/>
                  </a:lnTo>
                  <a:lnTo>
                    <a:pt x="4854758" y="2239997"/>
                  </a:lnTo>
                  <a:lnTo>
                    <a:pt x="4889533" y="2264575"/>
                  </a:lnTo>
                  <a:lnTo>
                    <a:pt x="4919560" y="2294602"/>
                  </a:lnTo>
                  <a:lnTo>
                    <a:pt x="4944138" y="2329377"/>
                  </a:lnTo>
                  <a:lnTo>
                    <a:pt x="4962563" y="2368197"/>
                  </a:lnTo>
                  <a:lnTo>
                    <a:pt x="4974133" y="2410360"/>
                  </a:lnTo>
                  <a:lnTo>
                    <a:pt x="4978146" y="2455164"/>
                  </a:lnTo>
                  <a:lnTo>
                    <a:pt x="4974133" y="2499967"/>
                  </a:lnTo>
                  <a:lnTo>
                    <a:pt x="4962563" y="2542130"/>
                  </a:lnTo>
                  <a:lnTo>
                    <a:pt x="4944138" y="2580950"/>
                  </a:lnTo>
                  <a:lnTo>
                    <a:pt x="4919560" y="2615725"/>
                  </a:lnTo>
                  <a:lnTo>
                    <a:pt x="4889533" y="2645752"/>
                  </a:lnTo>
                  <a:lnTo>
                    <a:pt x="4854758" y="2670330"/>
                  </a:lnTo>
                  <a:lnTo>
                    <a:pt x="4815938" y="2688755"/>
                  </a:lnTo>
                  <a:lnTo>
                    <a:pt x="4773775" y="2700325"/>
                  </a:lnTo>
                  <a:lnTo>
                    <a:pt x="4728972" y="2704338"/>
                  </a:lnTo>
                  <a:lnTo>
                    <a:pt x="4684168" y="2700325"/>
                  </a:lnTo>
                  <a:lnTo>
                    <a:pt x="4642005" y="2688755"/>
                  </a:lnTo>
                  <a:lnTo>
                    <a:pt x="4603185" y="2670330"/>
                  </a:lnTo>
                  <a:lnTo>
                    <a:pt x="4568410" y="2645752"/>
                  </a:lnTo>
                  <a:lnTo>
                    <a:pt x="4538383" y="2615725"/>
                  </a:lnTo>
                  <a:lnTo>
                    <a:pt x="4513805" y="2580950"/>
                  </a:lnTo>
                  <a:lnTo>
                    <a:pt x="4495380" y="2542130"/>
                  </a:lnTo>
                  <a:lnTo>
                    <a:pt x="4483810" y="2499967"/>
                  </a:lnTo>
                  <a:lnTo>
                    <a:pt x="4479798" y="2455164"/>
                  </a:lnTo>
                  <a:close/>
                </a:path>
                <a:path w="4978400" h="2704465">
                  <a:moveTo>
                    <a:pt x="4728972" y="1970532"/>
                  </a:moveTo>
                  <a:lnTo>
                    <a:pt x="4728972" y="2206117"/>
                  </a:lnTo>
                </a:path>
                <a:path w="4978400" h="2704465">
                  <a:moveTo>
                    <a:pt x="498348" y="2455164"/>
                  </a:moveTo>
                  <a:lnTo>
                    <a:pt x="895476" y="2455164"/>
                  </a:lnTo>
                </a:path>
                <a:path w="4978400" h="2704465">
                  <a:moveTo>
                    <a:pt x="1394459" y="2455164"/>
                  </a:moveTo>
                  <a:lnTo>
                    <a:pt x="1791588" y="2455164"/>
                  </a:lnTo>
                </a:path>
                <a:path w="4978400" h="2704465">
                  <a:moveTo>
                    <a:pt x="2290572" y="2454402"/>
                  </a:moveTo>
                  <a:lnTo>
                    <a:pt x="2687701" y="2454402"/>
                  </a:lnTo>
                </a:path>
                <a:path w="4978400" h="2704465">
                  <a:moveTo>
                    <a:pt x="3186683" y="2454402"/>
                  </a:moveTo>
                  <a:lnTo>
                    <a:pt x="3583812" y="2454402"/>
                  </a:lnTo>
                </a:path>
                <a:path w="4978400" h="2704465">
                  <a:moveTo>
                    <a:pt x="4082033" y="2454402"/>
                  </a:moveTo>
                  <a:lnTo>
                    <a:pt x="4479162" y="24555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32C500E0-04A9-3642-AF02-B99E74DC4895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9569" y="3652265"/>
              <a:ext cx="548640" cy="582168"/>
            </a:xfrm>
            <a:prstGeom prst="rect">
              <a:avLst/>
            </a:prstGeom>
          </p:spPr>
        </p:pic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8525B3DE-5317-484A-B749-7F1251AE53E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1949" y="2889503"/>
              <a:ext cx="547877" cy="582168"/>
            </a:xfrm>
            <a:prstGeom prst="rect">
              <a:avLst/>
            </a:prstGeom>
          </p:spPr>
        </p:pic>
        <p:pic>
          <p:nvPicPr>
            <p:cNvPr id="15" name="object 9">
              <a:extLst>
                <a:ext uri="{FF2B5EF4-FFF2-40B4-BE49-F238E27FC236}">
                  <a16:creationId xmlns:a16="http://schemas.microsoft.com/office/drawing/2014/main" id="{D12C0B11-4529-B449-8DB0-D5F86A35ED6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85681" y="3633977"/>
              <a:ext cx="547877" cy="582168"/>
            </a:xfrm>
            <a:prstGeom prst="rect">
              <a:avLst/>
            </a:prstGeom>
          </p:spPr>
        </p:pic>
        <p:pic>
          <p:nvPicPr>
            <p:cNvPr id="16" name="object 10">
              <a:extLst>
                <a:ext uri="{FF2B5EF4-FFF2-40B4-BE49-F238E27FC236}">
                  <a16:creationId xmlns:a16="http://schemas.microsoft.com/office/drawing/2014/main" id="{B8C75D77-44B7-B449-8BB1-A596307DC41B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4997" y="4359401"/>
              <a:ext cx="548640" cy="582168"/>
            </a:xfrm>
            <a:prstGeom prst="rect">
              <a:avLst/>
            </a:prstGeom>
          </p:spPr>
        </p:pic>
        <p:pic>
          <p:nvPicPr>
            <p:cNvPr id="17" name="object 11">
              <a:extLst>
                <a:ext uri="{FF2B5EF4-FFF2-40B4-BE49-F238E27FC236}">
                  <a16:creationId xmlns:a16="http://schemas.microsoft.com/office/drawing/2014/main" id="{489607CE-0DB8-AD4C-B19C-210C5DE20BF5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93457" y="3707129"/>
              <a:ext cx="548640" cy="581406"/>
            </a:xfrm>
            <a:prstGeom prst="rect">
              <a:avLst/>
            </a:prstGeom>
          </p:spPr>
        </p:pic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579619C0-695B-5247-94CE-22406F6C301C}"/>
                </a:ext>
              </a:extLst>
            </p:cNvPr>
            <p:cNvSpPr/>
            <p:nvPr/>
          </p:nvSpPr>
          <p:spPr>
            <a:xfrm>
              <a:off x="6464046" y="2702051"/>
              <a:ext cx="3509645" cy="1975485"/>
            </a:xfrm>
            <a:custGeom>
              <a:avLst/>
              <a:gdLst/>
              <a:ahLst/>
              <a:cxnLst/>
              <a:rect l="l" t="t" r="r" b="b"/>
              <a:pathLst>
                <a:path w="3509645" h="1975485">
                  <a:moveTo>
                    <a:pt x="615823" y="1741932"/>
                  </a:moveTo>
                  <a:lnTo>
                    <a:pt x="587248" y="1741932"/>
                  </a:lnTo>
                  <a:lnTo>
                    <a:pt x="587248" y="1283855"/>
                  </a:lnTo>
                  <a:lnTo>
                    <a:pt x="587375" y="1283843"/>
                  </a:lnTo>
                  <a:lnTo>
                    <a:pt x="587248" y="1277366"/>
                  </a:lnTo>
                  <a:lnTo>
                    <a:pt x="587248" y="1265682"/>
                  </a:lnTo>
                  <a:lnTo>
                    <a:pt x="587006" y="1265682"/>
                  </a:lnTo>
                  <a:lnTo>
                    <a:pt x="579767" y="895400"/>
                  </a:lnTo>
                  <a:lnTo>
                    <a:pt x="608457" y="894854"/>
                  </a:lnTo>
                  <a:lnTo>
                    <a:pt x="601243" y="881126"/>
                  </a:lnTo>
                  <a:lnTo>
                    <a:pt x="563880" y="810006"/>
                  </a:lnTo>
                  <a:lnTo>
                    <a:pt x="522732" y="896505"/>
                  </a:lnTo>
                  <a:lnTo>
                    <a:pt x="551192" y="895946"/>
                  </a:lnTo>
                  <a:lnTo>
                    <a:pt x="558673" y="1277874"/>
                  </a:lnTo>
                  <a:lnTo>
                    <a:pt x="558673" y="1298587"/>
                  </a:lnTo>
                  <a:lnTo>
                    <a:pt x="85725" y="1298702"/>
                  </a:lnTo>
                  <a:lnTo>
                    <a:pt x="85725" y="1270127"/>
                  </a:lnTo>
                  <a:lnTo>
                    <a:pt x="0" y="1312926"/>
                  </a:lnTo>
                  <a:lnTo>
                    <a:pt x="85725" y="1355852"/>
                  </a:lnTo>
                  <a:lnTo>
                    <a:pt x="85725" y="1327277"/>
                  </a:lnTo>
                  <a:lnTo>
                    <a:pt x="558673" y="1327162"/>
                  </a:lnTo>
                  <a:lnTo>
                    <a:pt x="558673" y="1741932"/>
                  </a:lnTo>
                  <a:lnTo>
                    <a:pt x="530098" y="1741932"/>
                  </a:lnTo>
                  <a:lnTo>
                    <a:pt x="573024" y="1827657"/>
                  </a:lnTo>
                  <a:lnTo>
                    <a:pt x="608647" y="1756283"/>
                  </a:lnTo>
                  <a:lnTo>
                    <a:pt x="615823" y="1741932"/>
                  </a:lnTo>
                  <a:close/>
                </a:path>
                <a:path w="3509645" h="1975485">
                  <a:moveTo>
                    <a:pt x="1543431" y="1918081"/>
                  </a:moveTo>
                  <a:lnTo>
                    <a:pt x="1113663" y="1918081"/>
                  </a:lnTo>
                  <a:lnTo>
                    <a:pt x="1113663" y="1889506"/>
                  </a:lnTo>
                  <a:lnTo>
                    <a:pt x="1027938" y="1932432"/>
                  </a:lnTo>
                  <a:lnTo>
                    <a:pt x="1113663" y="1975231"/>
                  </a:lnTo>
                  <a:lnTo>
                    <a:pt x="1113663" y="1946656"/>
                  </a:lnTo>
                  <a:lnTo>
                    <a:pt x="1543431" y="1946656"/>
                  </a:lnTo>
                  <a:lnTo>
                    <a:pt x="1543431" y="1918081"/>
                  </a:lnTo>
                  <a:close/>
                </a:path>
                <a:path w="3509645" h="1975485">
                  <a:moveTo>
                    <a:pt x="1543431" y="459613"/>
                  </a:moveTo>
                  <a:lnTo>
                    <a:pt x="1113663" y="459613"/>
                  </a:lnTo>
                  <a:lnTo>
                    <a:pt x="1113663" y="431038"/>
                  </a:lnTo>
                  <a:lnTo>
                    <a:pt x="1027938" y="473964"/>
                  </a:lnTo>
                  <a:lnTo>
                    <a:pt x="1113663" y="516763"/>
                  </a:lnTo>
                  <a:lnTo>
                    <a:pt x="1113663" y="488188"/>
                  </a:lnTo>
                  <a:lnTo>
                    <a:pt x="1543431" y="488188"/>
                  </a:lnTo>
                  <a:lnTo>
                    <a:pt x="1543431" y="459613"/>
                  </a:lnTo>
                  <a:close/>
                </a:path>
                <a:path w="3509645" h="1975485">
                  <a:moveTo>
                    <a:pt x="2527173" y="473964"/>
                  </a:moveTo>
                  <a:lnTo>
                    <a:pt x="2498509" y="459613"/>
                  </a:lnTo>
                  <a:lnTo>
                    <a:pt x="2441448" y="431038"/>
                  </a:lnTo>
                  <a:lnTo>
                    <a:pt x="2441448" y="459625"/>
                  </a:lnTo>
                  <a:lnTo>
                    <a:pt x="2034895" y="459740"/>
                  </a:lnTo>
                  <a:lnTo>
                    <a:pt x="2027567" y="85394"/>
                  </a:lnTo>
                  <a:lnTo>
                    <a:pt x="2056257" y="84836"/>
                  </a:lnTo>
                  <a:lnTo>
                    <a:pt x="2049043" y="71120"/>
                  </a:lnTo>
                  <a:lnTo>
                    <a:pt x="2011680" y="0"/>
                  </a:lnTo>
                  <a:lnTo>
                    <a:pt x="1970532" y="86487"/>
                  </a:lnTo>
                  <a:lnTo>
                    <a:pt x="1998992" y="85940"/>
                  </a:lnTo>
                  <a:lnTo>
                    <a:pt x="2006600" y="474345"/>
                  </a:lnTo>
                  <a:lnTo>
                    <a:pt x="2011680" y="474256"/>
                  </a:lnTo>
                  <a:lnTo>
                    <a:pt x="2011680" y="488315"/>
                  </a:lnTo>
                  <a:lnTo>
                    <a:pt x="2441448" y="488200"/>
                  </a:lnTo>
                  <a:lnTo>
                    <a:pt x="2441448" y="516763"/>
                  </a:lnTo>
                  <a:lnTo>
                    <a:pt x="2527173" y="473964"/>
                  </a:lnTo>
                  <a:close/>
                </a:path>
                <a:path w="3509645" h="1975485">
                  <a:moveTo>
                    <a:pt x="2537079" y="1920240"/>
                  </a:moveTo>
                  <a:lnTo>
                    <a:pt x="2508415" y="1905889"/>
                  </a:lnTo>
                  <a:lnTo>
                    <a:pt x="2451354" y="1877314"/>
                  </a:lnTo>
                  <a:lnTo>
                    <a:pt x="2451354" y="1905901"/>
                  </a:lnTo>
                  <a:lnTo>
                    <a:pt x="2021586" y="1906016"/>
                  </a:lnTo>
                  <a:lnTo>
                    <a:pt x="2021586" y="1934591"/>
                  </a:lnTo>
                  <a:lnTo>
                    <a:pt x="2451354" y="1934476"/>
                  </a:lnTo>
                  <a:lnTo>
                    <a:pt x="2451354" y="1963039"/>
                  </a:lnTo>
                  <a:lnTo>
                    <a:pt x="2537079" y="1920240"/>
                  </a:lnTo>
                  <a:close/>
                </a:path>
                <a:path w="3509645" h="1975485">
                  <a:moveTo>
                    <a:pt x="3509391" y="1237488"/>
                  </a:moveTo>
                  <a:lnTo>
                    <a:pt x="3480727" y="1223137"/>
                  </a:lnTo>
                  <a:lnTo>
                    <a:pt x="3423666" y="1194562"/>
                  </a:lnTo>
                  <a:lnTo>
                    <a:pt x="3423666" y="1223137"/>
                  </a:lnTo>
                  <a:lnTo>
                    <a:pt x="2994406" y="1223137"/>
                  </a:lnTo>
                  <a:lnTo>
                    <a:pt x="2994406" y="1208417"/>
                  </a:lnTo>
                  <a:lnTo>
                    <a:pt x="2994533" y="1208405"/>
                  </a:lnTo>
                  <a:lnTo>
                    <a:pt x="2994406" y="1201928"/>
                  </a:lnTo>
                  <a:lnTo>
                    <a:pt x="2994406" y="1190244"/>
                  </a:lnTo>
                  <a:lnTo>
                    <a:pt x="2994164" y="1190244"/>
                  </a:lnTo>
                  <a:lnTo>
                    <a:pt x="2986925" y="819962"/>
                  </a:lnTo>
                  <a:lnTo>
                    <a:pt x="3015615" y="819404"/>
                  </a:lnTo>
                  <a:lnTo>
                    <a:pt x="3008401" y="805688"/>
                  </a:lnTo>
                  <a:lnTo>
                    <a:pt x="2971038" y="734568"/>
                  </a:lnTo>
                  <a:lnTo>
                    <a:pt x="2929890" y="821055"/>
                  </a:lnTo>
                  <a:lnTo>
                    <a:pt x="2958350" y="820508"/>
                  </a:lnTo>
                  <a:lnTo>
                    <a:pt x="2965831" y="1202436"/>
                  </a:lnTo>
                  <a:lnTo>
                    <a:pt x="2965831" y="1666494"/>
                  </a:lnTo>
                  <a:lnTo>
                    <a:pt x="2937256" y="1666494"/>
                  </a:lnTo>
                  <a:lnTo>
                    <a:pt x="2980182" y="1752219"/>
                  </a:lnTo>
                  <a:lnTo>
                    <a:pt x="3015805" y="1680845"/>
                  </a:lnTo>
                  <a:lnTo>
                    <a:pt x="3022981" y="1666494"/>
                  </a:lnTo>
                  <a:lnTo>
                    <a:pt x="2994406" y="1666494"/>
                  </a:lnTo>
                  <a:lnTo>
                    <a:pt x="2994406" y="1251712"/>
                  </a:lnTo>
                  <a:lnTo>
                    <a:pt x="3423666" y="1251712"/>
                  </a:lnTo>
                  <a:lnTo>
                    <a:pt x="3423666" y="1280287"/>
                  </a:lnTo>
                  <a:lnTo>
                    <a:pt x="3480892" y="1251712"/>
                  </a:lnTo>
                  <a:lnTo>
                    <a:pt x="3509391" y="123748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3">
            <a:extLst>
              <a:ext uri="{FF2B5EF4-FFF2-40B4-BE49-F238E27FC236}">
                <a16:creationId xmlns:a16="http://schemas.microsoft.com/office/drawing/2014/main" id="{3AB7DC1C-3F80-4E4A-8A04-AF4C25DCF20B}"/>
              </a:ext>
            </a:extLst>
          </p:cNvPr>
          <p:cNvSpPr/>
          <p:nvPr/>
        </p:nvSpPr>
        <p:spPr>
          <a:xfrm>
            <a:off x="4014215" y="3220211"/>
            <a:ext cx="2122170" cy="953769"/>
          </a:xfrm>
          <a:custGeom>
            <a:avLst/>
            <a:gdLst/>
            <a:ahLst/>
            <a:cxnLst/>
            <a:rect l="l" t="t" r="r" b="b"/>
            <a:pathLst>
              <a:path w="2122170" h="953769">
                <a:moveTo>
                  <a:pt x="1645539" y="0"/>
                </a:moveTo>
                <a:lnTo>
                  <a:pt x="1645539" y="190626"/>
                </a:lnTo>
                <a:lnTo>
                  <a:pt x="0" y="190626"/>
                </a:lnTo>
                <a:lnTo>
                  <a:pt x="0" y="762635"/>
                </a:lnTo>
                <a:lnTo>
                  <a:pt x="1645539" y="762635"/>
                </a:lnTo>
                <a:lnTo>
                  <a:pt x="1645539" y="953262"/>
                </a:lnTo>
                <a:lnTo>
                  <a:pt x="2122170" y="476631"/>
                </a:lnTo>
                <a:lnTo>
                  <a:pt x="164553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BC20D60E-8BC5-CB4D-AFBC-C3D405FD33D6}"/>
              </a:ext>
            </a:extLst>
          </p:cNvPr>
          <p:cNvSpPr txBox="1"/>
          <p:nvPr/>
        </p:nvSpPr>
        <p:spPr>
          <a:xfrm>
            <a:off x="4462526" y="3463544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latin typeface="PMingLiU"/>
                <a:cs typeface="PMingLiU"/>
              </a:rPr>
              <a:t>图结构</a:t>
            </a:r>
            <a:endParaRPr sz="24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104925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370" y="1259314"/>
            <a:ext cx="8194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水滴落入水面所激起的涟漪会向相邻区域逐渐扩散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763" y="241615"/>
            <a:ext cx="516107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算法思想：现象启</a:t>
            </a:r>
            <a:r>
              <a:rPr sz="40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z="40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6960" y="2355403"/>
            <a:ext cx="2934147" cy="2702250"/>
          </a:xfrm>
          <a:prstGeom prst="rect">
            <a:avLst/>
          </a:prstGeom>
        </p:spPr>
      </p:pic>
      <p:grpSp>
        <p:nvGrpSpPr>
          <p:cNvPr id="21" name="object 5">
            <a:extLst>
              <a:ext uri="{FF2B5EF4-FFF2-40B4-BE49-F238E27FC236}">
                <a16:creationId xmlns:a16="http://schemas.microsoft.com/office/drawing/2014/main" id="{EE037EAD-CEB8-9A47-880D-6D0974BB0124}"/>
              </a:ext>
            </a:extLst>
          </p:cNvPr>
          <p:cNvGrpSpPr/>
          <p:nvPr/>
        </p:nvGrpSpPr>
        <p:grpSpPr>
          <a:xfrm>
            <a:off x="4014215" y="2325623"/>
            <a:ext cx="7198359" cy="2742565"/>
            <a:chOff x="4014215" y="2325623"/>
            <a:chExt cx="7198359" cy="2742565"/>
          </a:xfrm>
        </p:grpSpPr>
        <p:sp>
          <p:nvSpPr>
            <p:cNvPr id="22" name="object 6">
              <a:extLst>
                <a:ext uri="{FF2B5EF4-FFF2-40B4-BE49-F238E27FC236}">
                  <a16:creationId xmlns:a16="http://schemas.microsoft.com/office/drawing/2014/main" id="{DCE62B0D-2A35-0C4E-8C6A-F8E8B2125EA4}"/>
                </a:ext>
              </a:extLst>
            </p:cNvPr>
            <p:cNvSpPr/>
            <p:nvPr/>
          </p:nvSpPr>
          <p:spPr>
            <a:xfrm>
              <a:off x="6214871" y="2344673"/>
              <a:ext cx="4978400" cy="2704465"/>
            </a:xfrm>
            <a:custGeom>
              <a:avLst/>
              <a:gdLst/>
              <a:ahLst/>
              <a:cxnLst/>
              <a:rect l="l" t="t" r="r" b="b"/>
              <a:pathLst>
                <a:path w="4978400" h="2704465">
                  <a:moveTo>
                    <a:pt x="0" y="249174"/>
                  </a:moveTo>
                  <a:lnTo>
                    <a:pt x="4012" y="204370"/>
                  </a:lnTo>
                  <a:lnTo>
                    <a:pt x="15582" y="162207"/>
                  </a:lnTo>
                  <a:lnTo>
                    <a:pt x="34007" y="123387"/>
                  </a:lnTo>
                  <a:lnTo>
                    <a:pt x="58585" y="88612"/>
                  </a:lnTo>
                  <a:lnTo>
                    <a:pt x="88612" y="58585"/>
                  </a:lnTo>
                  <a:lnTo>
                    <a:pt x="123387" y="34007"/>
                  </a:lnTo>
                  <a:lnTo>
                    <a:pt x="162207" y="15582"/>
                  </a:lnTo>
                  <a:lnTo>
                    <a:pt x="204370" y="4012"/>
                  </a:lnTo>
                  <a:lnTo>
                    <a:pt x="249174" y="0"/>
                  </a:lnTo>
                  <a:lnTo>
                    <a:pt x="293977" y="4012"/>
                  </a:lnTo>
                  <a:lnTo>
                    <a:pt x="336140" y="15582"/>
                  </a:lnTo>
                  <a:lnTo>
                    <a:pt x="374960" y="34007"/>
                  </a:lnTo>
                  <a:lnTo>
                    <a:pt x="409735" y="58585"/>
                  </a:lnTo>
                  <a:lnTo>
                    <a:pt x="439762" y="88612"/>
                  </a:lnTo>
                  <a:lnTo>
                    <a:pt x="464340" y="123387"/>
                  </a:lnTo>
                  <a:lnTo>
                    <a:pt x="482765" y="162207"/>
                  </a:lnTo>
                  <a:lnTo>
                    <a:pt x="494335" y="204370"/>
                  </a:lnTo>
                  <a:lnTo>
                    <a:pt x="498348" y="249174"/>
                  </a:lnTo>
                  <a:lnTo>
                    <a:pt x="494335" y="293977"/>
                  </a:lnTo>
                  <a:lnTo>
                    <a:pt x="482765" y="336140"/>
                  </a:lnTo>
                  <a:lnTo>
                    <a:pt x="464340" y="374960"/>
                  </a:lnTo>
                  <a:lnTo>
                    <a:pt x="439762" y="409735"/>
                  </a:lnTo>
                  <a:lnTo>
                    <a:pt x="409735" y="439762"/>
                  </a:lnTo>
                  <a:lnTo>
                    <a:pt x="374960" y="464340"/>
                  </a:lnTo>
                  <a:lnTo>
                    <a:pt x="336140" y="482765"/>
                  </a:lnTo>
                  <a:lnTo>
                    <a:pt x="293977" y="494335"/>
                  </a:lnTo>
                  <a:lnTo>
                    <a:pt x="249174" y="498348"/>
                  </a:lnTo>
                  <a:lnTo>
                    <a:pt x="204370" y="494335"/>
                  </a:lnTo>
                  <a:lnTo>
                    <a:pt x="162207" y="482765"/>
                  </a:lnTo>
                  <a:lnTo>
                    <a:pt x="123387" y="464340"/>
                  </a:lnTo>
                  <a:lnTo>
                    <a:pt x="88612" y="439762"/>
                  </a:lnTo>
                  <a:lnTo>
                    <a:pt x="58585" y="409735"/>
                  </a:lnTo>
                  <a:lnTo>
                    <a:pt x="34007" y="374960"/>
                  </a:lnTo>
                  <a:lnTo>
                    <a:pt x="15582" y="336140"/>
                  </a:lnTo>
                  <a:lnTo>
                    <a:pt x="4012" y="293977"/>
                  </a:lnTo>
                  <a:lnTo>
                    <a:pt x="0" y="249174"/>
                  </a:lnTo>
                  <a:close/>
                </a:path>
                <a:path w="4978400" h="2704465">
                  <a:moveTo>
                    <a:pt x="0" y="983361"/>
                  </a:moveTo>
                  <a:lnTo>
                    <a:pt x="4012" y="938511"/>
                  </a:lnTo>
                  <a:lnTo>
                    <a:pt x="15582" y="896295"/>
                  </a:lnTo>
                  <a:lnTo>
                    <a:pt x="34007" y="857419"/>
                  </a:lnTo>
                  <a:lnTo>
                    <a:pt x="58585" y="822588"/>
                  </a:lnTo>
                  <a:lnTo>
                    <a:pt x="88612" y="792508"/>
                  </a:lnTo>
                  <a:lnTo>
                    <a:pt x="123387" y="767884"/>
                  </a:lnTo>
                  <a:lnTo>
                    <a:pt x="162207" y="749422"/>
                  </a:lnTo>
                  <a:lnTo>
                    <a:pt x="204370" y="737827"/>
                  </a:lnTo>
                  <a:lnTo>
                    <a:pt x="249174" y="733805"/>
                  </a:lnTo>
                  <a:lnTo>
                    <a:pt x="293977" y="737827"/>
                  </a:lnTo>
                  <a:lnTo>
                    <a:pt x="336140" y="749422"/>
                  </a:lnTo>
                  <a:lnTo>
                    <a:pt x="374960" y="767884"/>
                  </a:lnTo>
                  <a:lnTo>
                    <a:pt x="409735" y="792508"/>
                  </a:lnTo>
                  <a:lnTo>
                    <a:pt x="439762" y="822588"/>
                  </a:lnTo>
                  <a:lnTo>
                    <a:pt x="464340" y="857419"/>
                  </a:lnTo>
                  <a:lnTo>
                    <a:pt x="482765" y="896295"/>
                  </a:lnTo>
                  <a:lnTo>
                    <a:pt x="494335" y="938511"/>
                  </a:lnTo>
                  <a:lnTo>
                    <a:pt x="498348" y="983361"/>
                  </a:lnTo>
                  <a:lnTo>
                    <a:pt x="494335" y="1028210"/>
                  </a:lnTo>
                  <a:lnTo>
                    <a:pt x="482765" y="1070426"/>
                  </a:lnTo>
                  <a:lnTo>
                    <a:pt x="464340" y="1109302"/>
                  </a:lnTo>
                  <a:lnTo>
                    <a:pt x="439762" y="1144133"/>
                  </a:lnTo>
                  <a:lnTo>
                    <a:pt x="409735" y="1174213"/>
                  </a:lnTo>
                  <a:lnTo>
                    <a:pt x="374960" y="1198837"/>
                  </a:lnTo>
                  <a:lnTo>
                    <a:pt x="336140" y="1217299"/>
                  </a:lnTo>
                  <a:lnTo>
                    <a:pt x="293977" y="1228894"/>
                  </a:lnTo>
                  <a:lnTo>
                    <a:pt x="249174" y="1232915"/>
                  </a:lnTo>
                  <a:lnTo>
                    <a:pt x="204370" y="1228894"/>
                  </a:lnTo>
                  <a:lnTo>
                    <a:pt x="162207" y="1217299"/>
                  </a:lnTo>
                  <a:lnTo>
                    <a:pt x="123387" y="1198837"/>
                  </a:lnTo>
                  <a:lnTo>
                    <a:pt x="88612" y="1174213"/>
                  </a:lnTo>
                  <a:lnTo>
                    <a:pt x="58585" y="1144133"/>
                  </a:lnTo>
                  <a:lnTo>
                    <a:pt x="34007" y="1109302"/>
                  </a:lnTo>
                  <a:lnTo>
                    <a:pt x="15582" y="1070426"/>
                  </a:lnTo>
                  <a:lnTo>
                    <a:pt x="4012" y="1028210"/>
                  </a:lnTo>
                  <a:lnTo>
                    <a:pt x="0" y="983361"/>
                  </a:lnTo>
                  <a:close/>
                </a:path>
                <a:path w="4978400" h="2704465">
                  <a:moveTo>
                    <a:pt x="249174" y="498348"/>
                  </a:moveTo>
                  <a:lnTo>
                    <a:pt x="249174" y="733933"/>
                  </a:lnTo>
                </a:path>
                <a:path w="4978400" h="2704465">
                  <a:moveTo>
                    <a:pt x="0" y="1717548"/>
                  </a:moveTo>
                  <a:lnTo>
                    <a:pt x="4012" y="1672744"/>
                  </a:lnTo>
                  <a:lnTo>
                    <a:pt x="15582" y="1630581"/>
                  </a:lnTo>
                  <a:lnTo>
                    <a:pt x="34007" y="1591761"/>
                  </a:lnTo>
                  <a:lnTo>
                    <a:pt x="58585" y="1556986"/>
                  </a:lnTo>
                  <a:lnTo>
                    <a:pt x="88612" y="1526959"/>
                  </a:lnTo>
                  <a:lnTo>
                    <a:pt x="123387" y="1502381"/>
                  </a:lnTo>
                  <a:lnTo>
                    <a:pt x="162207" y="1483956"/>
                  </a:lnTo>
                  <a:lnTo>
                    <a:pt x="204370" y="1472386"/>
                  </a:lnTo>
                  <a:lnTo>
                    <a:pt x="249174" y="1468374"/>
                  </a:lnTo>
                  <a:lnTo>
                    <a:pt x="293977" y="1472386"/>
                  </a:lnTo>
                  <a:lnTo>
                    <a:pt x="336140" y="1483956"/>
                  </a:lnTo>
                  <a:lnTo>
                    <a:pt x="374960" y="1502381"/>
                  </a:lnTo>
                  <a:lnTo>
                    <a:pt x="409735" y="1526959"/>
                  </a:lnTo>
                  <a:lnTo>
                    <a:pt x="439762" y="1556986"/>
                  </a:lnTo>
                  <a:lnTo>
                    <a:pt x="464340" y="1591761"/>
                  </a:lnTo>
                  <a:lnTo>
                    <a:pt x="482765" y="1630581"/>
                  </a:lnTo>
                  <a:lnTo>
                    <a:pt x="494335" y="1672744"/>
                  </a:lnTo>
                  <a:lnTo>
                    <a:pt x="498348" y="1717548"/>
                  </a:lnTo>
                  <a:lnTo>
                    <a:pt x="494335" y="1762351"/>
                  </a:lnTo>
                  <a:lnTo>
                    <a:pt x="482765" y="1804514"/>
                  </a:lnTo>
                  <a:lnTo>
                    <a:pt x="464340" y="1843334"/>
                  </a:lnTo>
                  <a:lnTo>
                    <a:pt x="439762" y="1878109"/>
                  </a:lnTo>
                  <a:lnTo>
                    <a:pt x="409735" y="1908136"/>
                  </a:lnTo>
                  <a:lnTo>
                    <a:pt x="374960" y="1932714"/>
                  </a:lnTo>
                  <a:lnTo>
                    <a:pt x="336140" y="1951139"/>
                  </a:lnTo>
                  <a:lnTo>
                    <a:pt x="293977" y="1962709"/>
                  </a:lnTo>
                  <a:lnTo>
                    <a:pt x="249174" y="1966721"/>
                  </a:lnTo>
                  <a:lnTo>
                    <a:pt x="204370" y="1962709"/>
                  </a:lnTo>
                  <a:lnTo>
                    <a:pt x="162207" y="1951139"/>
                  </a:lnTo>
                  <a:lnTo>
                    <a:pt x="123387" y="1932714"/>
                  </a:lnTo>
                  <a:lnTo>
                    <a:pt x="88612" y="1908136"/>
                  </a:lnTo>
                  <a:lnTo>
                    <a:pt x="58585" y="1878109"/>
                  </a:lnTo>
                  <a:lnTo>
                    <a:pt x="34007" y="1843334"/>
                  </a:lnTo>
                  <a:lnTo>
                    <a:pt x="15582" y="1804514"/>
                  </a:lnTo>
                  <a:lnTo>
                    <a:pt x="4012" y="1762351"/>
                  </a:lnTo>
                  <a:lnTo>
                    <a:pt x="0" y="1717548"/>
                  </a:lnTo>
                  <a:close/>
                </a:path>
                <a:path w="4978400" h="2704465">
                  <a:moveTo>
                    <a:pt x="249174" y="1232915"/>
                  </a:moveTo>
                  <a:lnTo>
                    <a:pt x="249174" y="1468501"/>
                  </a:lnTo>
                </a:path>
                <a:path w="4978400" h="2704465">
                  <a:moveTo>
                    <a:pt x="0" y="2452116"/>
                  </a:moveTo>
                  <a:lnTo>
                    <a:pt x="4012" y="2407312"/>
                  </a:lnTo>
                  <a:lnTo>
                    <a:pt x="15582" y="2365149"/>
                  </a:lnTo>
                  <a:lnTo>
                    <a:pt x="34007" y="2326329"/>
                  </a:lnTo>
                  <a:lnTo>
                    <a:pt x="58585" y="2291554"/>
                  </a:lnTo>
                  <a:lnTo>
                    <a:pt x="88612" y="2261527"/>
                  </a:lnTo>
                  <a:lnTo>
                    <a:pt x="123387" y="2236949"/>
                  </a:lnTo>
                  <a:lnTo>
                    <a:pt x="162207" y="2218524"/>
                  </a:lnTo>
                  <a:lnTo>
                    <a:pt x="204370" y="2206954"/>
                  </a:lnTo>
                  <a:lnTo>
                    <a:pt x="249174" y="2202942"/>
                  </a:lnTo>
                  <a:lnTo>
                    <a:pt x="293977" y="2206954"/>
                  </a:lnTo>
                  <a:lnTo>
                    <a:pt x="336140" y="2218524"/>
                  </a:lnTo>
                  <a:lnTo>
                    <a:pt x="374960" y="2236949"/>
                  </a:lnTo>
                  <a:lnTo>
                    <a:pt x="409735" y="2261527"/>
                  </a:lnTo>
                  <a:lnTo>
                    <a:pt x="439762" y="2291554"/>
                  </a:lnTo>
                  <a:lnTo>
                    <a:pt x="464340" y="2326329"/>
                  </a:lnTo>
                  <a:lnTo>
                    <a:pt x="482765" y="2365149"/>
                  </a:lnTo>
                  <a:lnTo>
                    <a:pt x="494335" y="2407312"/>
                  </a:lnTo>
                  <a:lnTo>
                    <a:pt x="498348" y="2452116"/>
                  </a:lnTo>
                  <a:lnTo>
                    <a:pt x="494335" y="2496919"/>
                  </a:lnTo>
                  <a:lnTo>
                    <a:pt x="482765" y="2539082"/>
                  </a:lnTo>
                  <a:lnTo>
                    <a:pt x="464340" y="2577902"/>
                  </a:lnTo>
                  <a:lnTo>
                    <a:pt x="439762" y="2612677"/>
                  </a:lnTo>
                  <a:lnTo>
                    <a:pt x="409735" y="2642704"/>
                  </a:lnTo>
                  <a:lnTo>
                    <a:pt x="374960" y="2667282"/>
                  </a:lnTo>
                  <a:lnTo>
                    <a:pt x="336140" y="2685707"/>
                  </a:lnTo>
                  <a:lnTo>
                    <a:pt x="293977" y="2697277"/>
                  </a:lnTo>
                  <a:lnTo>
                    <a:pt x="249174" y="2701290"/>
                  </a:lnTo>
                  <a:lnTo>
                    <a:pt x="204370" y="2697277"/>
                  </a:lnTo>
                  <a:lnTo>
                    <a:pt x="162207" y="2685707"/>
                  </a:lnTo>
                  <a:lnTo>
                    <a:pt x="123387" y="2667282"/>
                  </a:lnTo>
                  <a:lnTo>
                    <a:pt x="88612" y="2642704"/>
                  </a:lnTo>
                  <a:lnTo>
                    <a:pt x="58585" y="2612677"/>
                  </a:lnTo>
                  <a:lnTo>
                    <a:pt x="34007" y="2577902"/>
                  </a:lnTo>
                  <a:lnTo>
                    <a:pt x="15582" y="2539082"/>
                  </a:lnTo>
                  <a:lnTo>
                    <a:pt x="4012" y="2496919"/>
                  </a:lnTo>
                  <a:lnTo>
                    <a:pt x="0" y="2452116"/>
                  </a:lnTo>
                  <a:close/>
                </a:path>
                <a:path w="4978400" h="2704465">
                  <a:moveTo>
                    <a:pt x="249174" y="1966721"/>
                  </a:moveTo>
                  <a:lnTo>
                    <a:pt x="249174" y="2202307"/>
                  </a:lnTo>
                </a:path>
                <a:path w="4978400" h="2704465">
                  <a:moveTo>
                    <a:pt x="896111" y="249174"/>
                  </a:moveTo>
                  <a:lnTo>
                    <a:pt x="900124" y="204370"/>
                  </a:lnTo>
                  <a:lnTo>
                    <a:pt x="911694" y="162207"/>
                  </a:lnTo>
                  <a:lnTo>
                    <a:pt x="930119" y="123387"/>
                  </a:lnTo>
                  <a:lnTo>
                    <a:pt x="954697" y="88612"/>
                  </a:lnTo>
                  <a:lnTo>
                    <a:pt x="984724" y="58585"/>
                  </a:lnTo>
                  <a:lnTo>
                    <a:pt x="1019499" y="34007"/>
                  </a:lnTo>
                  <a:lnTo>
                    <a:pt x="1058319" y="15582"/>
                  </a:lnTo>
                  <a:lnTo>
                    <a:pt x="1100482" y="4012"/>
                  </a:lnTo>
                  <a:lnTo>
                    <a:pt x="1145285" y="0"/>
                  </a:lnTo>
                  <a:lnTo>
                    <a:pt x="1190089" y="4012"/>
                  </a:lnTo>
                  <a:lnTo>
                    <a:pt x="1232252" y="15582"/>
                  </a:lnTo>
                  <a:lnTo>
                    <a:pt x="1271072" y="34007"/>
                  </a:lnTo>
                  <a:lnTo>
                    <a:pt x="1305847" y="58585"/>
                  </a:lnTo>
                  <a:lnTo>
                    <a:pt x="1335874" y="88612"/>
                  </a:lnTo>
                  <a:lnTo>
                    <a:pt x="1360452" y="123387"/>
                  </a:lnTo>
                  <a:lnTo>
                    <a:pt x="1378877" y="162207"/>
                  </a:lnTo>
                  <a:lnTo>
                    <a:pt x="1390447" y="204370"/>
                  </a:lnTo>
                  <a:lnTo>
                    <a:pt x="1394459" y="249174"/>
                  </a:lnTo>
                  <a:lnTo>
                    <a:pt x="1390447" y="293977"/>
                  </a:lnTo>
                  <a:lnTo>
                    <a:pt x="1378877" y="336140"/>
                  </a:lnTo>
                  <a:lnTo>
                    <a:pt x="1360452" y="374960"/>
                  </a:lnTo>
                  <a:lnTo>
                    <a:pt x="1335874" y="409735"/>
                  </a:lnTo>
                  <a:lnTo>
                    <a:pt x="1305847" y="439762"/>
                  </a:lnTo>
                  <a:lnTo>
                    <a:pt x="1271072" y="464340"/>
                  </a:lnTo>
                  <a:lnTo>
                    <a:pt x="1232252" y="482765"/>
                  </a:lnTo>
                  <a:lnTo>
                    <a:pt x="1190089" y="494335"/>
                  </a:lnTo>
                  <a:lnTo>
                    <a:pt x="1145285" y="498348"/>
                  </a:lnTo>
                  <a:lnTo>
                    <a:pt x="1100482" y="494335"/>
                  </a:lnTo>
                  <a:lnTo>
                    <a:pt x="1058319" y="482765"/>
                  </a:lnTo>
                  <a:lnTo>
                    <a:pt x="1019499" y="464340"/>
                  </a:lnTo>
                  <a:lnTo>
                    <a:pt x="984724" y="439762"/>
                  </a:lnTo>
                  <a:lnTo>
                    <a:pt x="954697" y="409735"/>
                  </a:lnTo>
                  <a:lnTo>
                    <a:pt x="930119" y="374960"/>
                  </a:lnTo>
                  <a:lnTo>
                    <a:pt x="911694" y="336140"/>
                  </a:lnTo>
                  <a:lnTo>
                    <a:pt x="900124" y="293977"/>
                  </a:lnTo>
                  <a:lnTo>
                    <a:pt x="896111" y="249174"/>
                  </a:lnTo>
                  <a:close/>
                </a:path>
                <a:path w="4978400" h="2704465">
                  <a:moveTo>
                    <a:pt x="498348" y="249174"/>
                  </a:moveTo>
                  <a:lnTo>
                    <a:pt x="895476" y="249174"/>
                  </a:lnTo>
                </a:path>
                <a:path w="4978400" h="2704465">
                  <a:moveTo>
                    <a:pt x="1791461" y="249174"/>
                  </a:moveTo>
                  <a:lnTo>
                    <a:pt x="1795483" y="204370"/>
                  </a:lnTo>
                  <a:lnTo>
                    <a:pt x="1807078" y="162207"/>
                  </a:lnTo>
                  <a:lnTo>
                    <a:pt x="1825540" y="123387"/>
                  </a:lnTo>
                  <a:lnTo>
                    <a:pt x="1850164" y="88612"/>
                  </a:lnTo>
                  <a:lnTo>
                    <a:pt x="1880244" y="58585"/>
                  </a:lnTo>
                  <a:lnTo>
                    <a:pt x="1915075" y="34007"/>
                  </a:lnTo>
                  <a:lnTo>
                    <a:pt x="1953951" y="15582"/>
                  </a:lnTo>
                  <a:lnTo>
                    <a:pt x="1996167" y="4012"/>
                  </a:lnTo>
                  <a:lnTo>
                    <a:pt x="2041017" y="0"/>
                  </a:lnTo>
                  <a:lnTo>
                    <a:pt x="2085866" y="4012"/>
                  </a:lnTo>
                  <a:lnTo>
                    <a:pt x="2128082" y="15582"/>
                  </a:lnTo>
                  <a:lnTo>
                    <a:pt x="2166958" y="34007"/>
                  </a:lnTo>
                  <a:lnTo>
                    <a:pt x="2201789" y="58585"/>
                  </a:lnTo>
                  <a:lnTo>
                    <a:pt x="2231869" y="88612"/>
                  </a:lnTo>
                  <a:lnTo>
                    <a:pt x="2256493" y="123387"/>
                  </a:lnTo>
                  <a:lnTo>
                    <a:pt x="2274955" y="162207"/>
                  </a:lnTo>
                  <a:lnTo>
                    <a:pt x="2286550" y="204370"/>
                  </a:lnTo>
                  <a:lnTo>
                    <a:pt x="2290572" y="249174"/>
                  </a:lnTo>
                  <a:lnTo>
                    <a:pt x="2286550" y="293977"/>
                  </a:lnTo>
                  <a:lnTo>
                    <a:pt x="2274955" y="336140"/>
                  </a:lnTo>
                  <a:lnTo>
                    <a:pt x="2256493" y="374960"/>
                  </a:lnTo>
                  <a:lnTo>
                    <a:pt x="2231869" y="409735"/>
                  </a:lnTo>
                  <a:lnTo>
                    <a:pt x="2201789" y="439762"/>
                  </a:lnTo>
                  <a:lnTo>
                    <a:pt x="2166958" y="464340"/>
                  </a:lnTo>
                  <a:lnTo>
                    <a:pt x="2128082" y="482765"/>
                  </a:lnTo>
                  <a:lnTo>
                    <a:pt x="2085866" y="494335"/>
                  </a:lnTo>
                  <a:lnTo>
                    <a:pt x="2041017" y="498348"/>
                  </a:lnTo>
                  <a:lnTo>
                    <a:pt x="1996167" y="494335"/>
                  </a:lnTo>
                  <a:lnTo>
                    <a:pt x="1953951" y="482765"/>
                  </a:lnTo>
                  <a:lnTo>
                    <a:pt x="1915075" y="464340"/>
                  </a:lnTo>
                  <a:lnTo>
                    <a:pt x="1880244" y="439762"/>
                  </a:lnTo>
                  <a:lnTo>
                    <a:pt x="1850164" y="409735"/>
                  </a:lnTo>
                  <a:lnTo>
                    <a:pt x="1825540" y="374960"/>
                  </a:lnTo>
                  <a:lnTo>
                    <a:pt x="1807078" y="336140"/>
                  </a:lnTo>
                  <a:lnTo>
                    <a:pt x="1795483" y="293977"/>
                  </a:lnTo>
                  <a:lnTo>
                    <a:pt x="1791461" y="249174"/>
                  </a:lnTo>
                  <a:close/>
                </a:path>
                <a:path w="4978400" h="2704465">
                  <a:moveTo>
                    <a:pt x="1394459" y="249174"/>
                  </a:moveTo>
                  <a:lnTo>
                    <a:pt x="1791588" y="249174"/>
                  </a:lnTo>
                </a:path>
                <a:path w="4978400" h="2704465">
                  <a:moveTo>
                    <a:pt x="2687574" y="249174"/>
                  </a:moveTo>
                  <a:lnTo>
                    <a:pt x="2691595" y="204370"/>
                  </a:lnTo>
                  <a:lnTo>
                    <a:pt x="2703190" y="162207"/>
                  </a:lnTo>
                  <a:lnTo>
                    <a:pt x="2721652" y="123387"/>
                  </a:lnTo>
                  <a:lnTo>
                    <a:pt x="2746276" y="88612"/>
                  </a:lnTo>
                  <a:lnTo>
                    <a:pt x="2776356" y="58585"/>
                  </a:lnTo>
                  <a:lnTo>
                    <a:pt x="2811187" y="34007"/>
                  </a:lnTo>
                  <a:lnTo>
                    <a:pt x="2850063" y="15582"/>
                  </a:lnTo>
                  <a:lnTo>
                    <a:pt x="2892279" y="4012"/>
                  </a:lnTo>
                  <a:lnTo>
                    <a:pt x="2937129" y="0"/>
                  </a:lnTo>
                  <a:lnTo>
                    <a:pt x="2981978" y="4012"/>
                  </a:lnTo>
                  <a:lnTo>
                    <a:pt x="3024194" y="15582"/>
                  </a:lnTo>
                  <a:lnTo>
                    <a:pt x="3063070" y="34007"/>
                  </a:lnTo>
                  <a:lnTo>
                    <a:pt x="3097901" y="58585"/>
                  </a:lnTo>
                  <a:lnTo>
                    <a:pt x="3127981" y="88612"/>
                  </a:lnTo>
                  <a:lnTo>
                    <a:pt x="3152605" y="123387"/>
                  </a:lnTo>
                  <a:lnTo>
                    <a:pt x="3171067" y="162207"/>
                  </a:lnTo>
                  <a:lnTo>
                    <a:pt x="3182662" y="204370"/>
                  </a:lnTo>
                  <a:lnTo>
                    <a:pt x="3186683" y="249174"/>
                  </a:lnTo>
                  <a:lnTo>
                    <a:pt x="3182662" y="293977"/>
                  </a:lnTo>
                  <a:lnTo>
                    <a:pt x="3171067" y="336140"/>
                  </a:lnTo>
                  <a:lnTo>
                    <a:pt x="3152605" y="374960"/>
                  </a:lnTo>
                  <a:lnTo>
                    <a:pt x="3127981" y="409735"/>
                  </a:lnTo>
                  <a:lnTo>
                    <a:pt x="3097901" y="439762"/>
                  </a:lnTo>
                  <a:lnTo>
                    <a:pt x="3063070" y="464340"/>
                  </a:lnTo>
                  <a:lnTo>
                    <a:pt x="3024194" y="482765"/>
                  </a:lnTo>
                  <a:lnTo>
                    <a:pt x="2981978" y="494335"/>
                  </a:lnTo>
                  <a:lnTo>
                    <a:pt x="2937129" y="498348"/>
                  </a:lnTo>
                  <a:lnTo>
                    <a:pt x="2892279" y="494335"/>
                  </a:lnTo>
                  <a:lnTo>
                    <a:pt x="2850063" y="482765"/>
                  </a:lnTo>
                  <a:lnTo>
                    <a:pt x="2811187" y="464340"/>
                  </a:lnTo>
                  <a:lnTo>
                    <a:pt x="2776356" y="439762"/>
                  </a:lnTo>
                  <a:lnTo>
                    <a:pt x="2746276" y="409735"/>
                  </a:lnTo>
                  <a:lnTo>
                    <a:pt x="2721652" y="374960"/>
                  </a:lnTo>
                  <a:lnTo>
                    <a:pt x="2703190" y="336140"/>
                  </a:lnTo>
                  <a:lnTo>
                    <a:pt x="2691595" y="293977"/>
                  </a:lnTo>
                  <a:lnTo>
                    <a:pt x="2687574" y="249174"/>
                  </a:lnTo>
                  <a:close/>
                </a:path>
                <a:path w="4978400" h="2704465">
                  <a:moveTo>
                    <a:pt x="2290572" y="249174"/>
                  </a:moveTo>
                  <a:lnTo>
                    <a:pt x="2687701" y="249174"/>
                  </a:lnTo>
                </a:path>
                <a:path w="4978400" h="2704465">
                  <a:moveTo>
                    <a:pt x="3583685" y="249174"/>
                  </a:moveTo>
                  <a:lnTo>
                    <a:pt x="3587698" y="204370"/>
                  </a:lnTo>
                  <a:lnTo>
                    <a:pt x="3599268" y="162207"/>
                  </a:lnTo>
                  <a:lnTo>
                    <a:pt x="3617693" y="123387"/>
                  </a:lnTo>
                  <a:lnTo>
                    <a:pt x="3642271" y="88612"/>
                  </a:lnTo>
                  <a:lnTo>
                    <a:pt x="3672298" y="58585"/>
                  </a:lnTo>
                  <a:lnTo>
                    <a:pt x="3707073" y="34007"/>
                  </a:lnTo>
                  <a:lnTo>
                    <a:pt x="3745893" y="15582"/>
                  </a:lnTo>
                  <a:lnTo>
                    <a:pt x="3788056" y="4012"/>
                  </a:lnTo>
                  <a:lnTo>
                    <a:pt x="3832859" y="0"/>
                  </a:lnTo>
                  <a:lnTo>
                    <a:pt x="3877663" y="4012"/>
                  </a:lnTo>
                  <a:lnTo>
                    <a:pt x="3919826" y="15582"/>
                  </a:lnTo>
                  <a:lnTo>
                    <a:pt x="3958646" y="34007"/>
                  </a:lnTo>
                  <a:lnTo>
                    <a:pt x="3993421" y="58585"/>
                  </a:lnTo>
                  <a:lnTo>
                    <a:pt x="4023448" y="88612"/>
                  </a:lnTo>
                  <a:lnTo>
                    <a:pt x="4048026" y="123387"/>
                  </a:lnTo>
                  <a:lnTo>
                    <a:pt x="4066451" y="162207"/>
                  </a:lnTo>
                  <a:lnTo>
                    <a:pt x="4078021" y="204370"/>
                  </a:lnTo>
                  <a:lnTo>
                    <a:pt x="4082033" y="249174"/>
                  </a:lnTo>
                  <a:lnTo>
                    <a:pt x="4078021" y="293977"/>
                  </a:lnTo>
                  <a:lnTo>
                    <a:pt x="4066451" y="336140"/>
                  </a:lnTo>
                  <a:lnTo>
                    <a:pt x="4048026" y="374960"/>
                  </a:lnTo>
                  <a:lnTo>
                    <a:pt x="4023448" y="409735"/>
                  </a:lnTo>
                  <a:lnTo>
                    <a:pt x="3993421" y="439762"/>
                  </a:lnTo>
                  <a:lnTo>
                    <a:pt x="3958646" y="464340"/>
                  </a:lnTo>
                  <a:lnTo>
                    <a:pt x="3919826" y="482765"/>
                  </a:lnTo>
                  <a:lnTo>
                    <a:pt x="3877663" y="494335"/>
                  </a:lnTo>
                  <a:lnTo>
                    <a:pt x="3832859" y="498348"/>
                  </a:lnTo>
                  <a:lnTo>
                    <a:pt x="3788056" y="494335"/>
                  </a:lnTo>
                  <a:lnTo>
                    <a:pt x="3745893" y="482765"/>
                  </a:lnTo>
                  <a:lnTo>
                    <a:pt x="3707073" y="464340"/>
                  </a:lnTo>
                  <a:lnTo>
                    <a:pt x="3672298" y="439762"/>
                  </a:lnTo>
                  <a:lnTo>
                    <a:pt x="3642271" y="409735"/>
                  </a:lnTo>
                  <a:lnTo>
                    <a:pt x="3617693" y="374960"/>
                  </a:lnTo>
                  <a:lnTo>
                    <a:pt x="3599268" y="336140"/>
                  </a:lnTo>
                  <a:lnTo>
                    <a:pt x="3587698" y="293977"/>
                  </a:lnTo>
                  <a:lnTo>
                    <a:pt x="3583685" y="249174"/>
                  </a:lnTo>
                  <a:close/>
                </a:path>
                <a:path w="4978400" h="2704465">
                  <a:moveTo>
                    <a:pt x="3186683" y="249174"/>
                  </a:moveTo>
                  <a:lnTo>
                    <a:pt x="3583812" y="249174"/>
                  </a:lnTo>
                </a:path>
                <a:path w="4978400" h="2704465">
                  <a:moveTo>
                    <a:pt x="4479798" y="249174"/>
                  </a:moveTo>
                  <a:lnTo>
                    <a:pt x="4483810" y="204370"/>
                  </a:lnTo>
                  <a:lnTo>
                    <a:pt x="4495380" y="162207"/>
                  </a:lnTo>
                  <a:lnTo>
                    <a:pt x="4513805" y="123387"/>
                  </a:lnTo>
                  <a:lnTo>
                    <a:pt x="4538383" y="88612"/>
                  </a:lnTo>
                  <a:lnTo>
                    <a:pt x="4568410" y="58585"/>
                  </a:lnTo>
                  <a:lnTo>
                    <a:pt x="4603185" y="34007"/>
                  </a:lnTo>
                  <a:lnTo>
                    <a:pt x="4642005" y="15582"/>
                  </a:lnTo>
                  <a:lnTo>
                    <a:pt x="4684168" y="4012"/>
                  </a:lnTo>
                  <a:lnTo>
                    <a:pt x="4728972" y="0"/>
                  </a:lnTo>
                  <a:lnTo>
                    <a:pt x="4773775" y="4012"/>
                  </a:lnTo>
                  <a:lnTo>
                    <a:pt x="4815938" y="15582"/>
                  </a:lnTo>
                  <a:lnTo>
                    <a:pt x="4854758" y="34007"/>
                  </a:lnTo>
                  <a:lnTo>
                    <a:pt x="4889533" y="58585"/>
                  </a:lnTo>
                  <a:lnTo>
                    <a:pt x="4919560" y="88612"/>
                  </a:lnTo>
                  <a:lnTo>
                    <a:pt x="4944138" y="123387"/>
                  </a:lnTo>
                  <a:lnTo>
                    <a:pt x="4962563" y="162207"/>
                  </a:lnTo>
                  <a:lnTo>
                    <a:pt x="4974133" y="204370"/>
                  </a:lnTo>
                  <a:lnTo>
                    <a:pt x="4978146" y="249174"/>
                  </a:lnTo>
                  <a:lnTo>
                    <a:pt x="4974133" y="293977"/>
                  </a:lnTo>
                  <a:lnTo>
                    <a:pt x="4962563" y="336140"/>
                  </a:lnTo>
                  <a:lnTo>
                    <a:pt x="4944138" y="374960"/>
                  </a:lnTo>
                  <a:lnTo>
                    <a:pt x="4919560" y="409735"/>
                  </a:lnTo>
                  <a:lnTo>
                    <a:pt x="4889533" y="439762"/>
                  </a:lnTo>
                  <a:lnTo>
                    <a:pt x="4854758" y="464340"/>
                  </a:lnTo>
                  <a:lnTo>
                    <a:pt x="4815938" y="482765"/>
                  </a:lnTo>
                  <a:lnTo>
                    <a:pt x="4773775" y="494335"/>
                  </a:lnTo>
                  <a:lnTo>
                    <a:pt x="4728972" y="498348"/>
                  </a:lnTo>
                  <a:lnTo>
                    <a:pt x="4684168" y="494335"/>
                  </a:lnTo>
                  <a:lnTo>
                    <a:pt x="4642005" y="482765"/>
                  </a:lnTo>
                  <a:lnTo>
                    <a:pt x="4603185" y="464340"/>
                  </a:lnTo>
                  <a:lnTo>
                    <a:pt x="4568410" y="439762"/>
                  </a:lnTo>
                  <a:lnTo>
                    <a:pt x="4538383" y="409735"/>
                  </a:lnTo>
                  <a:lnTo>
                    <a:pt x="4513805" y="374960"/>
                  </a:lnTo>
                  <a:lnTo>
                    <a:pt x="4495380" y="336140"/>
                  </a:lnTo>
                  <a:lnTo>
                    <a:pt x="4483810" y="293977"/>
                  </a:lnTo>
                  <a:lnTo>
                    <a:pt x="4479798" y="249174"/>
                  </a:lnTo>
                  <a:close/>
                </a:path>
                <a:path w="4978400" h="2704465">
                  <a:moveTo>
                    <a:pt x="4082033" y="249174"/>
                  </a:moveTo>
                  <a:lnTo>
                    <a:pt x="4479162" y="249174"/>
                  </a:lnTo>
                </a:path>
                <a:path w="4978400" h="2704465">
                  <a:moveTo>
                    <a:pt x="896111" y="983361"/>
                  </a:moveTo>
                  <a:lnTo>
                    <a:pt x="900124" y="938511"/>
                  </a:lnTo>
                  <a:lnTo>
                    <a:pt x="911694" y="896295"/>
                  </a:lnTo>
                  <a:lnTo>
                    <a:pt x="930119" y="857419"/>
                  </a:lnTo>
                  <a:lnTo>
                    <a:pt x="954697" y="822588"/>
                  </a:lnTo>
                  <a:lnTo>
                    <a:pt x="984724" y="792508"/>
                  </a:lnTo>
                  <a:lnTo>
                    <a:pt x="1019499" y="767884"/>
                  </a:lnTo>
                  <a:lnTo>
                    <a:pt x="1058319" y="749422"/>
                  </a:lnTo>
                  <a:lnTo>
                    <a:pt x="1100482" y="737827"/>
                  </a:lnTo>
                  <a:lnTo>
                    <a:pt x="1145285" y="733805"/>
                  </a:lnTo>
                  <a:lnTo>
                    <a:pt x="1190089" y="737827"/>
                  </a:lnTo>
                  <a:lnTo>
                    <a:pt x="1232252" y="749422"/>
                  </a:lnTo>
                  <a:lnTo>
                    <a:pt x="1271072" y="767884"/>
                  </a:lnTo>
                  <a:lnTo>
                    <a:pt x="1305847" y="792508"/>
                  </a:lnTo>
                  <a:lnTo>
                    <a:pt x="1335874" y="822588"/>
                  </a:lnTo>
                  <a:lnTo>
                    <a:pt x="1360452" y="857419"/>
                  </a:lnTo>
                  <a:lnTo>
                    <a:pt x="1378877" y="896295"/>
                  </a:lnTo>
                  <a:lnTo>
                    <a:pt x="1390447" y="938511"/>
                  </a:lnTo>
                  <a:lnTo>
                    <a:pt x="1394459" y="983361"/>
                  </a:lnTo>
                  <a:lnTo>
                    <a:pt x="1390447" y="1028210"/>
                  </a:lnTo>
                  <a:lnTo>
                    <a:pt x="1378877" y="1070426"/>
                  </a:lnTo>
                  <a:lnTo>
                    <a:pt x="1360452" y="1109302"/>
                  </a:lnTo>
                  <a:lnTo>
                    <a:pt x="1335874" y="1144133"/>
                  </a:lnTo>
                  <a:lnTo>
                    <a:pt x="1305847" y="1174213"/>
                  </a:lnTo>
                  <a:lnTo>
                    <a:pt x="1271072" y="1198837"/>
                  </a:lnTo>
                  <a:lnTo>
                    <a:pt x="1232252" y="1217299"/>
                  </a:lnTo>
                  <a:lnTo>
                    <a:pt x="1190089" y="1228894"/>
                  </a:lnTo>
                  <a:lnTo>
                    <a:pt x="1145285" y="1232915"/>
                  </a:lnTo>
                  <a:lnTo>
                    <a:pt x="1100482" y="1228894"/>
                  </a:lnTo>
                  <a:lnTo>
                    <a:pt x="1058319" y="1217299"/>
                  </a:lnTo>
                  <a:lnTo>
                    <a:pt x="1019499" y="1198837"/>
                  </a:lnTo>
                  <a:lnTo>
                    <a:pt x="984724" y="1174213"/>
                  </a:lnTo>
                  <a:lnTo>
                    <a:pt x="954697" y="1144133"/>
                  </a:lnTo>
                  <a:lnTo>
                    <a:pt x="930119" y="1109302"/>
                  </a:lnTo>
                  <a:lnTo>
                    <a:pt x="911694" y="1070426"/>
                  </a:lnTo>
                  <a:lnTo>
                    <a:pt x="900124" y="1028210"/>
                  </a:lnTo>
                  <a:lnTo>
                    <a:pt x="896111" y="983361"/>
                  </a:lnTo>
                  <a:close/>
                </a:path>
                <a:path w="4978400" h="2704465">
                  <a:moveTo>
                    <a:pt x="1145285" y="498348"/>
                  </a:moveTo>
                  <a:lnTo>
                    <a:pt x="1145285" y="733933"/>
                  </a:lnTo>
                </a:path>
                <a:path w="4978400" h="2704465">
                  <a:moveTo>
                    <a:pt x="1791461" y="983361"/>
                  </a:moveTo>
                  <a:lnTo>
                    <a:pt x="1795483" y="938511"/>
                  </a:lnTo>
                  <a:lnTo>
                    <a:pt x="1807078" y="896295"/>
                  </a:lnTo>
                  <a:lnTo>
                    <a:pt x="1825540" y="857419"/>
                  </a:lnTo>
                  <a:lnTo>
                    <a:pt x="1850164" y="822588"/>
                  </a:lnTo>
                  <a:lnTo>
                    <a:pt x="1880244" y="792508"/>
                  </a:lnTo>
                  <a:lnTo>
                    <a:pt x="1915075" y="767884"/>
                  </a:lnTo>
                  <a:lnTo>
                    <a:pt x="1953951" y="749422"/>
                  </a:lnTo>
                  <a:lnTo>
                    <a:pt x="1996167" y="737827"/>
                  </a:lnTo>
                  <a:lnTo>
                    <a:pt x="2041017" y="733805"/>
                  </a:lnTo>
                  <a:lnTo>
                    <a:pt x="2085866" y="737827"/>
                  </a:lnTo>
                  <a:lnTo>
                    <a:pt x="2128082" y="749422"/>
                  </a:lnTo>
                  <a:lnTo>
                    <a:pt x="2166958" y="767884"/>
                  </a:lnTo>
                  <a:lnTo>
                    <a:pt x="2201789" y="792508"/>
                  </a:lnTo>
                  <a:lnTo>
                    <a:pt x="2231869" y="822588"/>
                  </a:lnTo>
                  <a:lnTo>
                    <a:pt x="2256493" y="857419"/>
                  </a:lnTo>
                  <a:lnTo>
                    <a:pt x="2274955" y="896295"/>
                  </a:lnTo>
                  <a:lnTo>
                    <a:pt x="2286550" y="938511"/>
                  </a:lnTo>
                  <a:lnTo>
                    <a:pt x="2290572" y="983361"/>
                  </a:lnTo>
                  <a:lnTo>
                    <a:pt x="2286550" y="1028210"/>
                  </a:lnTo>
                  <a:lnTo>
                    <a:pt x="2274955" y="1070426"/>
                  </a:lnTo>
                  <a:lnTo>
                    <a:pt x="2256493" y="1109302"/>
                  </a:lnTo>
                  <a:lnTo>
                    <a:pt x="2231869" y="1144133"/>
                  </a:lnTo>
                  <a:lnTo>
                    <a:pt x="2201789" y="1174213"/>
                  </a:lnTo>
                  <a:lnTo>
                    <a:pt x="2166958" y="1198837"/>
                  </a:lnTo>
                  <a:lnTo>
                    <a:pt x="2128082" y="1217299"/>
                  </a:lnTo>
                  <a:lnTo>
                    <a:pt x="2085866" y="1228894"/>
                  </a:lnTo>
                  <a:lnTo>
                    <a:pt x="2041017" y="1232915"/>
                  </a:lnTo>
                  <a:lnTo>
                    <a:pt x="1996167" y="1228894"/>
                  </a:lnTo>
                  <a:lnTo>
                    <a:pt x="1953951" y="1217299"/>
                  </a:lnTo>
                  <a:lnTo>
                    <a:pt x="1915075" y="1198837"/>
                  </a:lnTo>
                  <a:lnTo>
                    <a:pt x="1880244" y="1174213"/>
                  </a:lnTo>
                  <a:lnTo>
                    <a:pt x="1850164" y="1144133"/>
                  </a:lnTo>
                  <a:lnTo>
                    <a:pt x="1825540" y="1109302"/>
                  </a:lnTo>
                  <a:lnTo>
                    <a:pt x="1807078" y="1070426"/>
                  </a:lnTo>
                  <a:lnTo>
                    <a:pt x="1795483" y="1028210"/>
                  </a:lnTo>
                  <a:lnTo>
                    <a:pt x="1791461" y="983361"/>
                  </a:lnTo>
                  <a:close/>
                </a:path>
                <a:path w="4978400" h="2704465">
                  <a:moveTo>
                    <a:pt x="2041398" y="477774"/>
                  </a:moveTo>
                  <a:lnTo>
                    <a:pt x="2041398" y="733805"/>
                  </a:lnTo>
                </a:path>
                <a:path w="4978400" h="2704465">
                  <a:moveTo>
                    <a:pt x="2687574" y="983361"/>
                  </a:moveTo>
                  <a:lnTo>
                    <a:pt x="2691595" y="938511"/>
                  </a:lnTo>
                  <a:lnTo>
                    <a:pt x="2703190" y="896295"/>
                  </a:lnTo>
                  <a:lnTo>
                    <a:pt x="2721652" y="857419"/>
                  </a:lnTo>
                  <a:lnTo>
                    <a:pt x="2746276" y="822588"/>
                  </a:lnTo>
                  <a:lnTo>
                    <a:pt x="2776356" y="792508"/>
                  </a:lnTo>
                  <a:lnTo>
                    <a:pt x="2811187" y="767884"/>
                  </a:lnTo>
                  <a:lnTo>
                    <a:pt x="2850063" y="749422"/>
                  </a:lnTo>
                  <a:lnTo>
                    <a:pt x="2892279" y="737827"/>
                  </a:lnTo>
                  <a:lnTo>
                    <a:pt x="2937129" y="733805"/>
                  </a:lnTo>
                  <a:lnTo>
                    <a:pt x="2981978" y="737827"/>
                  </a:lnTo>
                  <a:lnTo>
                    <a:pt x="3024194" y="749422"/>
                  </a:lnTo>
                  <a:lnTo>
                    <a:pt x="3063070" y="767884"/>
                  </a:lnTo>
                  <a:lnTo>
                    <a:pt x="3097901" y="792508"/>
                  </a:lnTo>
                  <a:lnTo>
                    <a:pt x="3127981" y="822588"/>
                  </a:lnTo>
                  <a:lnTo>
                    <a:pt x="3152605" y="857419"/>
                  </a:lnTo>
                  <a:lnTo>
                    <a:pt x="3171067" y="896295"/>
                  </a:lnTo>
                  <a:lnTo>
                    <a:pt x="3182662" y="938511"/>
                  </a:lnTo>
                  <a:lnTo>
                    <a:pt x="3186683" y="983361"/>
                  </a:lnTo>
                  <a:lnTo>
                    <a:pt x="3182662" y="1028210"/>
                  </a:lnTo>
                  <a:lnTo>
                    <a:pt x="3171067" y="1070426"/>
                  </a:lnTo>
                  <a:lnTo>
                    <a:pt x="3152605" y="1109302"/>
                  </a:lnTo>
                  <a:lnTo>
                    <a:pt x="3127981" y="1144133"/>
                  </a:lnTo>
                  <a:lnTo>
                    <a:pt x="3097901" y="1174213"/>
                  </a:lnTo>
                  <a:lnTo>
                    <a:pt x="3063070" y="1198837"/>
                  </a:lnTo>
                  <a:lnTo>
                    <a:pt x="3024194" y="1217299"/>
                  </a:lnTo>
                  <a:lnTo>
                    <a:pt x="2981978" y="1228894"/>
                  </a:lnTo>
                  <a:lnTo>
                    <a:pt x="2937129" y="1232915"/>
                  </a:lnTo>
                  <a:lnTo>
                    <a:pt x="2892279" y="1228894"/>
                  </a:lnTo>
                  <a:lnTo>
                    <a:pt x="2850063" y="1217299"/>
                  </a:lnTo>
                  <a:lnTo>
                    <a:pt x="2811187" y="1198837"/>
                  </a:lnTo>
                  <a:lnTo>
                    <a:pt x="2776356" y="1174213"/>
                  </a:lnTo>
                  <a:lnTo>
                    <a:pt x="2746276" y="1144133"/>
                  </a:lnTo>
                  <a:lnTo>
                    <a:pt x="2721652" y="1109302"/>
                  </a:lnTo>
                  <a:lnTo>
                    <a:pt x="2703190" y="1070426"/>
                  </a:lnTo>
                  <a:lnTo>
                    <a:pt x="2691595" y="1028210"/>
                  </a:lnTo>
                  <a:lnTo>
                    <a:pt x="2687574" y="983361"/>
                  </a:lnTo>
                  <a:close/>
                </a:path>
                <a:path w="4978400" h="2704465">
                  <a:moveTo>
                    <a:pt x="2936748" y="477774"/>
                  </a:moveTo>
                  <a:lnTo>
                    <a:pt x="2936748" y="733805"/>
                  </a:lnTo>
                </a:path>
                <a:path w="4978400" h="2704465">
                  <a:moveTo>
                    <a:pt x="3583685" y="983361"/>
                  </a:moveTo>
                  <a:lnTo>
                    <a:pt x="3587698" y="938511"/>
                  </a:lnTo>
                  <a:lnTo>
                    <a:pt x="3599268" y="896295"/>
                  </a:lnTo>
                  <a:lnTo>
                    <a:pt x="3617693" y="857419"/>
                  </a:lnTo>
                  <a:lnTo>
                    <a:pt x="3642271" y="822588"/>
                  </a:lnTo>
                  <a:lnTo>
                    <a:pt x="3672298" y="792508"/>
                  </a:lnTo>
                  <a:lnTo>
                    <a:pt x="3707073" y="767884"/>
                  </a:lnTo>
                  <a:lnTo>
                    <a:pt x="3745893" y="749422"/>
                  </a:lnTo>
                  <a:lnTo>
                    <a:pt x="3788056" y="737827"/>
                  </a:lnTo>
                  <a:lnTo>
                    <a:pt x="3832859" y="733805"/>
                  </a:lnTo>
                  <a:lnTo>
                    <a:pt x="3877663" y="737827"/>
                  </a:lnTo>
                  <a:lnTo>
                    <a:pt x="3919826" y="749422"/>
                  </a:lnTo>
                  <a:lnTo>
                    <a:pt x="3958646" y="767884"/>
                  </a:lnTo>
                  <a:lnTo>
                    <a:pt x="3993421" y="792508"/>
                  </a:lnTo>
                  <a:lnTo>
                    <a:pt x="4023448" y="822588"/>
                  </a:lnTo>
                  <a:lnTo>
                    <a:pt x="4048026" y="857419"/>
                  </a:lnTo>
                  <a:lnTo>
                    <a:pt x="4066451" y="896295"/>
                  </a:lnTo>
                  <a:lnTo>
                    <a:pt x="4078021" y="938511"/>
                  </a:lnTo>
                  <a:lnTo>
                    <a:pt x="4082033" y="983361"/>
                  </a:lnTo>
                  <a:lnTo>
                    <a:pt x="4078021" y="1028210"/>
                  </a:lnTo>
                  <a:lnTo>
                    <a:pt x="4066451" y="1070426"/>
                  </a:lnTo>
                  <a:lnTo>
                    <a:pt x="4048026" y="1109302"/>
                  </a:lnTo>
                  <a:lnTo>
                    <a:pt x="4023448" y="1144133"/>
                  </a:lnTo>
                  <a:lnTo>
                    <a:pt x="3993421" y="1174213"/>
                  </a:lnTo>
                  <a:lnTo>
                    <a:pt x="3958646" y="1198837"/>
                  </a:lnTo>
                  <a:lnTo>
                    <a:pt x="3919826" y="1217299"/>
                  </a:lnTo>
                  <a:lnTo>
                    <a:pt x="3877663" y="1228894"/>
                  </a:lnTo>
                  <a:lnTo>
                    <a:pt x="3832859" y="1232915"/>
                  </a:lnTo>
                  <a:lnTo>
                    <a:pt x="3788056" y="1228894"/>
                  </a:lnTo>
                  <a:lnTo>
                    <a:pt x="3745893" y="1217299"/>
                  </a:lnTo>
                  <a:lnTo>
                    <a:pt x="3707073" y="1198837"/>
                  </a:lnTo>
                  <a:lnTo>
                    <a:pt x="3672298" y="1174213"/>
                  </a:lnTo>
                  <a:lnTo>
                    <a:pt x="3642271" y="1144133"/>
                  </a:lnTo>
                  <a:lnTo>
                    <a:pt x="3617693" y="1109302"/>
                  </a:lnTo>
                  <a:lnTo>
                    <a:pt x="3599268" y="1070426"/>
                  </a:lnTo>
                  <a:lnTo>
                    <a:pt x="3587698" y="1028210"/>
                  </a:lnTo>
                  <a:lnTo>
                    <a:pt x="3583685" y="983361"/>
                  </a:lnTo>
                  <a:close/>
                </a:path>
                <a:path w="4978400" h="2704465">
                  <a:moveTo>
                    <a:pt x="3832859" y="477774"/>
                  </a:moveTo>
                  <a:lnTo>
                    <a:pt x="3832859" y="733805"/>
                  </a:lnTo>
                </a:path>
                <a:path w="4978400" h="2704465">
                  <a:moveTo>
                    <a:pt x="4479798" y="983361"/>
                  </a:moveTo>
                  <a:lnTo>
                    <a:pt x="4483810" y="938511"/>
                  </a:lnTo>
                  <a:lnTo>
                    <a:pt x="4495380" y="896295"/>
                  </a:lnTo>
                  <a:lnTo>
                    <a:pt x="4513805" y="857419"/>
                  </a:lnTo>
                  <a:lnTo>
                    <a:pt x="4538383" y="822588"/>
                  </a:lnTo>
                  <a:lnTo>
                    <a:pt x="4568410" y="792508"/>
                  </a:lnTo>
                  <a:lnTo>
                    <a:pt x="4603185" y="767884"/>
                  </a:lnTo>
                  <a:lnTo>
                    <a:pt x="4642005" y="749422"/>
                  </a:lnTo>
                  <a:lnTo>
                    <a:pt x="4684168" y="737827"/>
                  </a:lnTo>
                  <a:lnTo>
                    <a:pt x="4728972" y="733805"/>
                  </a:lnTo>
                  <a:lnTo>
                    <a:pt x="4773775" y="737827"/>
                  </a:lnTo>
                  <a:lnTo>
                    <a:pt x="4815938" y="749422"/>
                  </a:lnTo>
                  <a:lnTo>
                    <a:pt x="4854758" y="767884"/>
                  </a:lnTo>
                  <a:lnTo>
                    <a:pt x="4889533" y="792508"/>
                  </a:lnTo>
                  <a:lnTo>
                    <a:pt x="4919560" y="822588"/>
                  </a:lnTo>
                  <a:lnTo>
                    <a:pt x="4944138" y="857419"/>
                  </a:lnTo>
                  <a:lnTo>
                    <a:pt x="4962563" y="896295"/>
                  </a:lnTo>
                  <a:lnTo>
                    <a:pt x="4974133" y="938511"/>
                  </a:lnTo>
                  <a:lnTo>
                    <a:pt x="4978146" y="983361"/>
                  </a:lnTo>
                  <a:lnTo>
                    <a:pt x="4974133" y="1028210"/>
                  </a:lnTo>
                  <a:lnTo>
                    <a:pt x="4962563" y="1070426"/>
                  </a:lnTo>
                  <a:lnTo>
                    <a:pt x="4944138" y="1109302"/>
                  </a:lnTo>
                  <a:lnTo>
                    <a:pt x="4919560" y="1144133"/>
                  </a:lnTo>
                  <a:lnTo>
                    <a:pt x="4889533" y="1174213"/>
                  </a:lnTo>
                  <a:lnTo>
                    <a:pt x="4854758" y="1198837"/>
                  </a:lnTo>
                  <a:lnTo>
                    <a:pt x="4815938" y="1217299"/>
                  </a:lnTo>
                  <a:lnTo>
                    <a:pt x="4773775" y="1228894"/>
                  </a:lnTo>
                  <a:lnTo>
                    <a:pt x="4728972" y="1232915"/>
                  </a:lnTo>
                  <a:lnTo>
                    <a:pt x="4684168" y="1228894"/>
                  </a:lnTo>
                  <a:lnTo>
                    <a:pt x="4642005" y="1217299"/>
                  </a:lnTo>
                  <a:lnTo>
                    <a:pt x="4603185" y="1198837"/>
                  </a:lnTo>
                  <a:lnTo>
                    <a:pt x="4568410" y="1174213"/>
                  </a:lnTo>
                  <a:lnTo>
                    <a:pt x="4538383" y="1144133"/>
                  </a:lnTo>
                  <a:lnTo>
                    <a:pt x="4513805" y="1109302"/>
                  </a:lnTo>
                  <a:lnTo>
                    <a:pt x="4495380" y="1070426"/>
                  </a:lnTo>
                  <a:lnTo>
                    <a:pt x="4483810" y="1028210"/>
                  </a:lnTo>
                  <a:lnTo>
                    <a:pt x="4479798" y="983361"/>
                  </a:lnTo>
                  <a:close/>
                </a:path>
                <a:path w="4978400" h="2704465">
                  <a:moveTo>
                    <a:pt x="4728972" y="498348"/>
                  </a:moveTo>
                  <a:lnTo>
                    <a:pt x="4728972" y="733933"/>
                  </a:lnTo>
                </a:path>
                <a:path w="4978400" h="2704465">
                  <a:moveTo>
                    <a:pt x="498348" y="983741"/>
                  </a:moveTo>
                  <a:lnTo>
                    <a:pt x="895476" y="983741"/>
                  </a:lnTo>
                </a:path>
                <a:path w="4978400" h="2704465">
                  <a:moveTo>
                    <a:pt x="1394459" y="983741"/>
                  </a:moveTo>
                  <a:lnTo>
                    <a:pt x="1791588" y="983741"/>
                  </a:lnTo>
                </a:path>
                <a:path w="4978400" h="2704465">
                  <a:moveTo>
                    <a:pt x="2290572" y="982979"/>
                  </a:moveTo>
                  <a:lnTo>
                    <a:pt x="2687701" y="982979"/>
                  </a:lnTo>
                </a:path>
                <a:path w="4978400" h="2704465">
                  <a:moveTo>
                    <a:pt x="3186683" y="982217"/>
                  </a:moveTo>
                  <a:lnTo>
                    <a:pt x="3583812" y="982217"/>
                  </a:lnTo>
                </a:path>
                <a:path w="4978400" h="2704465">
                  <a:moveTo>
                    <a:pt x="4082033" y="982217"/>
                  </a:moveTo>
                  <a:lnTo>
                    <a:pt x="4479162" y="983361"/>
                  </a:lnTo>
                </a:path>
                <a:path w="4978400" h="2704465">
                  <a:moveTo>
                    <a:pt x="896111" y="1716405"/>
                  </a:moveTo>
                  <a:lnTo>
                    <a:pt x="900124" y="1671555"/>
                  </a:lnTo>
                  <a:lnTo>
                    <a:pt x="911694" y="1629339"/>
                  </a:lnTo>
                  <a:lnTo>
                    <a:pt x="930119" y="1590463"/>
                  </a:lnTo>
                  <a:lnTo>
                    <a:pt x="954697" y="1555632"/>
                  </a:lnTo>
                  <a:lnTo>
                    <a:pt x="984724" y="1525552"/>
                  </a:lnTo>
                  <a:lnTo>
                    <a:pt x="1019499" y="1500928"/>
                  </a:lnTo>
                  <a:lnTo>
                    <a:pt x="1058319" y="1482466"/>
                  </a:lnTo>
                  <a:lnTo>
                    <a:pt x="1100482" y="1470871"/>
                  </a:lnTo>
                  <a:lnTo>
                    <a:pt x="1145285" y="1466850"/>
                  </a:lnTo>
                  <a:lnTo>
                    <a:pt x="1190089" y="1470871"/>
                  </a:lnTo>
                  <a:lnTo>
                    <a:pt x="1232252" y="1482466"/>
                  </a:lnTo>
                  <a:lnTo>
                    <a:pt x="1271072" y="1500928"/>
                  </a:lnTo>
                  <a:lnTo>
                    <a:pt x="1305847" y="1525552"/>
                  </a:lnTo>
                  <a:lnTo>
                    <a:pt x="1335874" y="1555632"/>
                  </a:lnTo>
                  <a:lnTo>
                    <a:pt x="1360452" y="1590463"/>
                  </a:lnTo>
                  <a:lnTo>
                    <a:pt x="1378877" y="1629339"/>
                  </a:lnTo>
                  <a:lnTo>
                    <a:pt x="1390447" y="1671555"/>
                  </a:lnTo>
                  <a:lnTo>
                    <a:pt x="1394459" y="1716405"/>
                  </a:lnTo>
                  <a:lnTo>
                    <a:pt x="1390447" y="1761254"/>
                  </a:lnTo>
                  <a:lnTo>
                    <a:pt x="1378877" y="1803470"/>
                  </a:lnTo>
                  <a:lnTo>
                    <a:pt x="1360452" y="1842346"/>
                  </a:lnTo>
                  <a:lnTo>
                    <a:pt x="1335874" y="1877177"/>
                  </a:lnTo>
                  <a:lnTo>
                    <a:pt x="1305847" y="1907257"/>
                  </a:lnTo>
                  <a:lnTo>
                    <a:pt x="1271072" y="1931881"/>
                  </a:lnTo>
                  <a:lnTo>
                    <a:pt x="1232252" y="1950343"/>
                  </a:lnTo>
                  <a:lnTo>
                    <a:pt x="1190089" y="1961938"/>
                  </a:lnTo>
                  <a:lnTo>
                    <a:pt x="1145285" y="1965959"/>
                  </a:lnTo>
                  <a:lnTo>
                    <a:pt x="1100482" y="1961938"/>
                  </a:lnTo>
                  <a:lnTo>
                    <a:pt x="1058319" y="1950343"/>
                  </a:lnTo>
                  <a:lnTo>
                    <a:pt x="1019499" y="1931881"/>
                  </a:lnTo>
                  <a:lnTo>
                    <a:pt x="984724" y="1907257"/>
                  </a:lnTo>
                  <a:lnTo>
                    <a:pt x="954697" y="1877177"/>
                  </a:lnTo>
                  <a:lnTo>
                    <a:pt x="930119" y="1842346"/>
                  </a:lnTo>
                  <a:lnTo>
                    <a:pt x="911694" y="1803470"/>
                  </a:lnTo>
                  <a:lnTo>
                    <a:pt x="900124" y="1761254"/>
                  </a:lnTo>
                  <a:lnTo>
                    <a:pt x="896111" y="1716405"/>
                  </a:lnTo>
                  <a:close/>
                </a:path>
                <a:path w="4978400" h="2704465">
                  <a:moveTo>
                    <a:pt x="1145285" y="1231391"/>
                  </a:moveTo>
                  <a:lnTo>
                    <a:pt x="1145285" y="1466977"/>
                  </a:lnTo>
                </a:path>
                <a:path w="4978400" h="2704465">
                  <a:moveTo>
                    <a:pt x="1791461" y="1716405"/>
                  </a:moveTo>
                  <a:lnTo>
                    <a:pt x="1795483" y="1671555"/>
                  </a:lnTo>
                  <a:lnTo>
                    <a:pt x="1807078" y="1629339"/>
                  </a:lnTo>
                  <a:lnTo>
                    <a:pt x="1825540" y="1590463"/>
                  </a:lnTo>
                  <a:lnTo>
                    <a:pt x="1850164" y="1555632"/>
                  </a:lnTo>
                  <a:lnTo>
                    <a:pt x="1880244" y="1525552"/>
                  </a:lnTo>
                  <a:lnTo>
                    <a:pt x="1915075" y="1500928"/>
                  </a:lnTo>
                  <a:lnTo>
                    <a:pt x="1953951" y="1482466"/>
                  </a:lnTo>
                  <a:lnTo>
                    <a:pt x="1996167" y="1470871"/>
                  </a:lnTo>
                  <a:lnTo>
                    <a:pt x="2041017" y="1466850"/>
                  </a:lnTo>
                  <a:lnTo>
                    <a:pt x="2085866" y="1470871"/>
                  </a:lnTo>
                  <a:lnTo>
                    <a:pt x="2128082" y="1482466"/>
                  </a:lnTo>
                  <a:lnTo>
                    <a:pt x="2166958" y="1500928"/>
                  </a:lnTo>
                  <a:lnTo>
                    <a:pt x="2201789" y="1525552"/>
                  </a:lnTo>
                  <a:lnTo>
                    <a:pt x="2231869" y="1555632"/>
                  </a:lnTo>
                  <a:lnTo>
                    <a:pt x="2256493" y="1590463"/>
                  </a:lnTo>
                  <a:lnTo>
                    <a:pt x="2274955" y="1629339"/>
                  </a:lnTo>
                  <a:lnTo>
                    <a:pt x="2286550" y="1671555"/>
                  </a:lnTo>
                  <a:lnTo>
                    <a:pt x="2290572" y="1716405"/>
                  </a:lnTo>
                  <a:lnTo>
                    <a:pt x="2286550" y="1761254"/>
                  </a:lnTo>
                  <a:lnTo>
                    <a:pt x="2274955" y="1803470"/>
                  </a:lnTo>
                  <a:lnTo>
                    <a:pt x="2256493" y="1842346"/>
                  </a:lnTo>
                  <a:lnTo>
                    <a:pt x="2231869" y="1877177"/>
                  </a:lnTo>
                  <a:lnTo>
                    <a:pt x="2201789" y="1907257"/>
                  </a:lnTo>
                  <a:lnTo>
                    <a:pt x="2166958" y="1931881"/>
                  </a:lnTo>
                  <a:lnTo>
                    <a:pt x="2128082" y="1950343"/>
                  </a:lnTo>
                  <a:lnTo>
                    <a:pt x="2085866" y="1961938"/>
                  </a:lnTo>
                  <a:lnTo>
                    <a:pt x="2041017" y="1965959"/>
                  </a:lnTo>
                  <a:lnTo>
                    <a:pt x="1996167" y="1961938"/>
                  </a:lnTo>
                  <a:lnTo>
                    <a:pt x="1953951" y="1950343"/>
                  </a:lnTo>
                  <a:lnTo>
                    <a:pt x="1915075" y="1931881"/>
                  </a:lnTo>
                  <a:lnTo>
                    <a:pt x="1880244" y="1907257"/>
                  </a:lnTo>
                  <a:lnTo>
                    <a:pt x="1850164" y="1877177"/>
                  </a:lnTo>
                  <a:lnTo>
                    <a:pt x="1825540" y="1842346"/>
                  </a:lnTo>
                  <a:lnTo>
                    <a:pt x="1807078" y="1803470"/>
                  </a:lnTo>
                  <a:lnTo>
                    <a:pt x="1795483" y="1761254"/>
                  </a:lnTo>
                  <a:lnTo>
                    <a:pt x="1791461" y="1716405"/>
                  </a:lnTo>
                  <a:close/>
                </a:path>
                <a:path w="4978400" h="2704465">
                  <a:moveTo>
                    <a:pt x="2041398" y="1210817"/>
                  </a:moveTo>
                  <a:lnTo>
                    <a:pt x="2041398" y="1466850"/>
                  </a:lnTo>
                </a:path>
                <a:path w="4978400" h="2704465">
                  <a:moveTo>
                    <a:pt x="2687574" y="1716405"/>
                  </a:moveTo>
                  <a:lnTo>
                    <a:pt x="2691595" y="1671555"/>
                  </a:lnTo>
                  <a:lnTo>
                    <a:pt x="2703190" y="1629339"/>
                  </a:lnTo>
                  <a:lnTo>
                    <a:pt x="2721652" y="1590463"/>
                  </a:lnTo>
                  <a:lnTo>
                    <a:pt x="2746276" y="1555632"/>
                  </a:lnTo>
                  <a:lnTo>
                    <a:pt x="2776356" y="1525552"/>
                  </a:lnTo>
                  <a:lnTo>
                    <a:pt x="2811187" y="1500928"/>
                  </a:lnTo>
                  <a:lnTo>
                    <a:pt x="2850063" y="1482466"/>
                  </a:lnTo>
                  <a:lnTo>
                    <a:pt x="2892279" y="1470871"/>
                  </a:lnTo>
                  <a:lnTo>
                    <a:pt x="2937129" y="1466850"/>
                  </a:lnTo>
                  <a:lnTo>
                    <a:pt x="2981978" y="1470871"/>
                  </a:lnTo>
                  <a:lnTo>
                    <a:pt x="3024194" y="1482466"/>
                  </a:lnTo>
                  <a:lnTo>
                    <a:pt x="3063070" y="1500928"/>
                  </a:lnTo>
                  <a:lnTo>
                    <a:pt x="3097901" y="1525552"/>
                  </a:lnTo>
                  <a:lnTo>
                    <a:pt x="3127981" y="1555632"/>
                  </a:lnTo>
                  <a:lnTo>
                    <a:pt x="3152605" y="1590463"/>
                  </a:lnTo>
                  <a:lnTo>
                    <a:pt x="3171067" y="1629339"/>
                  </a:lnTo>
                  <a:lnTo>
                    <a:pt x="3182662" y="1671555"/>
                  </a:lnTo>
                  <a:lnTo>
                    <a:pt x="3186683" y="1716405"/>
                  </a:lnTo>
                  <a:lnTo>
                    <a:pt x="3182662" y="1761254"/>
                  </a:lnTo>
                  <a:lnTo>
                    <a:pt x="3171067" y="1803470"/>
                  </a:lnTo>
                  <a:lnTo>
                    <a:pt x="3152605" y="1842346"/>
                  </a:lnTo>
                  <a:lnTo>
                    <a:pt x="3127981" y="1877177"/>
                  </a:lnTo>
                  <a:lnTo>
                    <a:pt x="3097901" y="1907257"/>
                  </a:lnTo>
                  <a:lnTo>
                    <a:pt x="3063070" y="1931881"/>
                  </a:lnTo>
                  <a:lnTo>
                    <a:pt x="3024194" y="1950343"/>
                  </a:lnTo>
                  <a:lnTo>
                    <a:pt x="2981978" y="1961938"/>
                  </a:lnTo>
                  <a:lnTo>
                    <a:pt x="2937129" y="1965959"/>
                  </a:lnTo>
                  <a:lnTo>
                    <a:pt x="2892279" y="1961938"/>
                  </a:lnTo>
                  <a:lnTo>
                    <a:pt x="2850063" y="1950343"/>
                  </a:lnTo>
                  <a:lnTo>
                    <a:pt x="2811187" y="1931881"/>
                  </a:lnTo>
                  <a:lnTo>
                    <a:pt x="2776356" y="1907257"/>
                  </a:lnTo>
                  <a:lnTo>
                    <a:pt x="2746276" y="1877177"/>
                  </a:lnTo>
                  <a:lnTo>
                    <a:pt x="2721652" y="1842346"/>
                  </a:lnTo>
                  <a:lnTo>
                    <a:pt x="2703190" y="1803470"/>
                  </a:lnTo>
                  <a:lnTo>
                    <a:pt x="2691595" y="1761254"/>
                  </a:lnTo>
                  <a:lnTo>
                    <a:pt x="2687574" y="1716405"/>
                  </a:lnTo>
                  <a:close/>
                </a:path>
                <a:path w="4978400" h="2704465">
                  <a:moveTo>
                    <a:pt x="2936748" y="1210817"/>
                  </a:moveTo>
                  <a:lnTo>
                    <a:pt x="2936748" y="1466850"/>
                  </a:lnTo>
                </a:path>
                <a:path w="4978400" h="2704465">
                  <a:moveTo>
                    <a:pt x="3583685" y="1716405"/>
                  </a:moveTo>
                  <a:lnTo>
                    <a:pt x="3587698" y="1671555"/>
                  </a:lnTo>
                  <a:lnTo>
                    <a:pt x="3599268" y="1629339"/>
                  </a:lnTo>
                  <a:lnTo>
                    <a:pt x="3617693" y="1590463"/>
                  </a:lnTo>
                  <a:lnTo>
                    <a:pt x="3642271" y="1555632"/>
                  </a:lnTo>
                  <a:lnTo>
                    <a:pt x="3672298" y="1525552"/>
                  </a:lnTo>
                  <a:lnTo>
                    <a:pt x="3707073" y="1500928"/>
                  </a:lnTo>
                  <a:lnTo>
                    <a:pt x="3745893" y="1482466"/>
                  </a:lnTo>
                  <a:lnTo>
                    <a:pt x="3788056" y="1470871"/>
                  </a:lnTo>
                  <a:lnTo>
                    <a:pt x="3832859" y="1466850"/>
                  </a:lnTo>
                  <a:lnTo>
                    <a:pt x="3877663" y="1470871"/>
                  </a:lnTo>
                  <a:lnTo>
                    <a:pt x="3919826" y="1482466"/>
                  </a:lnTo>
                  <a:lnTo>
                    <a:pt x="3958646" y="1500928"/>
                  </a:lnTo>
                  <a:lnTo>
                    <a:pt x="3993421" y="1525552"/>
                  </a:lnTo>
                  <a:lnTo>
                    <a:pt x="4023448" y="1555632"/>
                  </a:lnTo>
                  <a:lnTo>
                    <a:pt x="4048026" y="1590463"/>
                  </a:lnTo>
                  <a:lnTo>
                    <a:pt x="4066451" y="1629339"/>
                  </a:lnTo>
                  <a:lnTo>
                    <a:pt x="4078021" y="1671555"/>
                  </a:lnTo>
                  <a:lnTo>
                    <a:pt x="4082033" y="1716405"/>
                  </a:lnTo>
                  <a:lnTo>
                    <a:pt x="4078021" y="1761254"/>
                  </a:lnTo>
                  <a:lnTo>
                    <a:pt x="4066451" y="1803470"/>
                  </a:lnTo>
                  <a:lnTo>
                    <a:pt x="4048026" y="1842346"/>
                  </a:lnTo>
                  <a:lnTo>
                    <a:pt x="4023448" y="1877177"/>
                  </a:lnTo>
                  <a:lnTo>
                    <a:pt x="3993421" y="1907257"/>
                  </a:lnTo>
                  <a:lnTo>
                    <a:pt x="3958646" y="1931881"/>
                  </a:lnTo>
                  <a:lnTo>
                    <a:pt x="3919826" y="1950343"/>
                  </a:lnTo>
                  <a:lnTo>
                    <a:pt x="3877663" y="1961938"/>
                  </a:lnTo>
                  <a:lnTo>
                    <a:pt x="3832859" y="1965959"/>
                  </a:lnTo>
                  <a:lnTo>
                    <a:pt x="3788056" y="1961938"/>
                  </a:lnTo>
                  <a:lnTo>
                    <a:pt x="3745893" y="1950343"/>
                  </a:lnTo>
                  <a:lnTo>
                    <a:pt x="3707073" y="1931881"/>
                  </a:lnTo>
                  <a:lnTo>
                    <a:pt x="3672298" y="1907257"/>
                  </a:lnTo>
                  <a:lnTo>
                    <a:pt x="3642271" y="1877177"/>
                  </a:lnTo>
                  <a:lnTo>
                    <a:pt x="3617693" y="1842346"/>
                  </a:lnTo>
                  <a:lnTo>
                    <a:pt x="3599268" y="1803470"/>
                  </a:lnTo>
                  <a:lnTo>
                    <a:pt x="3587698" y="1761254"/>
                  </a:lnTo>
                  <a:lnTo>
                    <a:pt x="3583685" y="1716405"/>
                  </a:lnTo>
                  <a:close/>
                </a:path>
                <a:path w="4978400" h="2704465">
                  <a:moveTo>
                    <a:pt x="3832859" y="1210817"/>
                  </a:moveTo>
                  <a:lnTo>
                    <a:pt x="3832859" y="1466850"/>
                  </a:lnTo>
                </a:path>
                <a:path w="4978400" h="2704465">
                  <a:moveTo>
                    <a:pt x="4479798" y="1716405"/>
                  </a:moveTo>
                  <a:lnTo>
                    <a:pt x="4483810" y="1671555"/>
                  </a:lnTo>
                  <a:lnTo>
                    <a:pt x="4495380" y="1629339"/>
                  </a:lnTo>
                  <a:lnTo>
                    <a:pt x="4513805" y="1590463"/>
                  </a:lnTo>
                  <a:lnTo>
                    <a:pt x="4538383" y="1555632"/>
                  </a:lnTo>
                  <a:lnTo>
                    <a:pt x="4568410" y="1525552"/>
                  </a:lnTo>
                  <a:lnTo>
                    <a:pt x="4603185" y="1500928"/>
                  </a:lnTo>
                  <a:lnTo>
                    <a:pt x="4642005" y="1482466"/>
                  </a:lnTo>
                  <a:lnTo>
                    <a:pt x="4684168" y="1470871"/>
                  </a:lnTo>
                  <a:lnTo>
                    <a:pt x="4728972" y="1466850"/>
                  </a:lnTo>
                  <a:lnTo>
                    <a:pt x="4773775" y="1470871"/>
                  </a:lnTo>
                  <a:lnTo>
                    <a:pt x="4815938" y="1482466"/>
                  </a:lnTo>
                  <a:lnTo>
                    <a:pt x="4854758" y="1500928"/>
                  </a:lnTo>
                  <a:lnTo>
                    <a:pt x="4889533" y="1525552"/>
                  </a:lnTo>
                  <a:lnTo>
                    <a:pt x="4919560" y="1555632"/>
                  </a:lnTo>
                  <a:lnTo>
                    <a:pt x="4944138" y="1590463"/>
                  </a:lnTo>
                  <a:lnTo>
                    <a:pt x="4962563" y="1629339"/>
                  </a:lnTo>
                  <a:lnTo>
                    <a:pt x="4974133" y="1671555"/>
                  </a:lnTo>
                  <a:lnTo>
                    <a:pt x="4978146" y="1716405"/>
                  </a:lnTo>
                  <a:lnTo>
                    <a:pt x="4974133" y="1761254"/>
                  </a:lnTo>
                  <a:lnTo>
                    <a:pt x="4962563" y="1803470"/>
                  </a:lnTo>
                  <a:lnTo>
                    <a:pt x="4944138" y="1842346"/>
                  </a:lnTo>
                  <a:lnTo>
                    <a:pt x="4919560" y="1877177"/>
                  </a:lnTo>
                  <a:lnTo>
                    <a:pt x="4889533" y="1907257"/>
                  </a:lnTo>
                  <a:lnTo>
                    <a:pt x="4854758" y="1931881"/>
                  </a:lnTo>
                  <a:lnTo>
                    <a:pt x="4815938" y="1950343"/>
                  </a:lnTo>
                  <a:lnTo>
                    <a:pt x="4773775" y="1961938"/>
                  </a:lnTo>
                  <a:lnTo>
                    <a:pt x="4728972" y="1965959"/>
                  </a:lnTo>
                  <a:lnTo>
                    <a:pt x="4684168" y="1961938"/>
                  </a:lnTo>
                  <a:lnTo>
                    <a:pt x="4642005" y="1950343"/>
                  </a:lnTo>
                  <a:lnTo>
                    <a:pt x="4603185" y="1931881"/>
                  </a:lnTo>
                  <a:lnTo>
                    <a:pt x="4568410" y="1907257"/>
                  </a:lnTo>
                  <a:lnTo>
                    <a:pt x="4538383" y="1877177"/>
                  </a:lnTo>
                  <a:lnTo>
                    <a:pt x="4513805" y="1842346"/>
                  </a:lnTo>
                  <a:lnTo>
                    <a:pt x="4495380" y="1803470"/>
                  </a:lnTo>
                  <a:lnTo>
                    <a:pt x="4483810" y="1761254"/>
                  </a:lnTo>
                  <a:lnTo>
                    <a:pt x="4479798" y="1716405"/>
                  </a:lnTo>
                  <a:close/>
                </a:path>
                <a:path w="4978400" h="2704465">
                  <a:moveTo>
                    <a:pt x="4728972" y="1231391"/>
                  </a:moveTo>
                  <a:lnTo>
                    <a:pt x="4728972" y="1466977"/>
                  </a:lnTo>
                </a:path>
                <a:path w="4978400" h="2704465">
                  <a:moveTo>
                    <a:pt x="498348" y="1716786"/>
                  </a:moveTo>
                  <a:lnTo>
                    <a:pt x="895476" y="1716786"/>
                  </a:lnTo>
                </a:path>
                <a:path w="4978400" h="2704465">
                  <a:moveTo>
                    <a:pt x="1394459" y="1716786"/>
                  </a:moveTo>
                  <a:lnTo>
                    <a:pt x="1791588" y="1716786"/>
                  </a:lnTo>
                </a:path>
                <a:path w="4978400" h="2704465">
                  <a:moveTo>
                    <a:pt x="2290572" y="1716024"/>
                  </a:moveTo>
                  <a:lnTo>
                    <a:pt x="2687701" y="1716024"/>
                  </a:lnTo>
                </a:path>
                <a:path w="4978400" h="2704465">
                  <a:moveTo>
                    <a:pt x="3186683" y="1715262"/>
                  </a:moveTo>
                  <a:lnTo>
                    <a:pt x="3583812" y="1715262"/>
                  </a:lnTo>
                </a:path>
                <a:path w="4978400" h="2704465">
                  <a:moveTo>
                    <a:pt x="4082033" y="1715262"/>
                  </a:moveTo>
                  <a:lnTo>
                    <a:pt x="4479162" y="1716405"/>
                  </a:lnTo>
                </a:path>
                <a:path w="4978400" h="2704465">
                  <a:moveTo>
                    <a:pt x="896111" y="2455164"/>
                  </a:moveTo>
                  <a:lnTo>
                    <a:pt x="900124" y="2410360"/>
                  </a:lnTo>
                  <a:lnTo>
                    <a:pt x="911694" y="2368197"/>
                  </a:lnTo>
                  <a:lnTo>
                    <a:pt x="930119" y="2329377"/>
                  </a:lnTo>
                  <a:lnTo>
                    <a:pt x="954697" y="2294602"/>
                  </a:lnTo>
                  <a:lnTo>
                    <a:pt x="984724" y="2264575"/>
                  </a:lnTo>
                  <a:lnTo>
                    <a:pt x="1019499" y="2239997"/>
                  </a:lnTo>
                  <a:lnTo>
                    <a:pt x="1058319" y="2221572"/>
                  </a:lnTo>
                  <a:lnTo>
                    <a:pt x="1100482" y="2210002"/>
                  </a:lnTo>
                  <a:lnTo>
                    <a:pt x="1145285" y="2205990"/>
                  </a:lnTo>
                  <a:lnTo>
                    <a:pt x="1190089" y="2210002"/>
                  </a:lnTo>
                  <a:lnTo>
                    <a:pt x="1232252" y="2221572"/>
                  </a:lnTo>
                  <a:lnTo>
                    <a:pt x="1271072" y="2239997"/>
                  </a:lnTo>
                  <a:lnTo>
                    <a:pt x="1305847" y="2264575"/>
                  </a:lnTo>
                  <a:lnTo>
                    <a:pt x="1335874" y="2294602"/>
                  </a:lnTo>
                  <a:lnTo>
                    <a:pt x="1360452" y="2329377"/>
                  </a:lnTo>
                  <a:lnTo>
                    <a:pt x="1378877" y="2368197"/>
                  </a:lnTo>
                  <a:lnTo>
                    <a:pt x="1390447" y="2410360"/>
                  </a:lnTo>
                  <a:lnTo>
                    <a:pt x="1394459" y="2455164"/>
                  </a:lnTo>
                  <a:lnTo>
                    <a:pt x="1390447" y="2499967"/>
                  </a:lnTo>
                  <a:lnTo>
                    <a:pt x="1378877" y="2542130"/>
                  </a:lnTo>
                  <a:lnTo>
                    <a:pt x="1360452" y="2580950"/>
                  </a:lnTo>
                  <a:lnTo>
                    <a:pt x="1335874" y="2615725"/>
                  </a:lnTo>
                  <a:lnTo>
                    <a:pt x="1305847" y="2645752"/>
                  </a:lnTo>
                  <a:lnTo>
                    <a:pt x="1271072" y="2670330"/>
                  </a:lnTo>
                  <a:lnTo>
                    <a:pt x="1232252" y="2688755"/>
                  </a:lnTo>
                  <a:lnTo>
                    <a:pt x="1190089" y="2700325"/>
                  </a:lnTo>
                  <a:lnTo>
                    <a:pt x="1145285" y="2704338"/>
                  </a:lnTo>
                  <a:lnTo>
                    <a:pt x="1100482" y="2700325"/>
                  </a:lnTo>
                  <a:lnTo>
                    <a:pt x="1058319" y="2688755"/>
                  </a:lnTo>
                  <a:lnTo>
                    <a:pt x="1019499" y="2670330"/>
                  </a:lnTo>
                  <a:lnTo>
                    <a:pt x="984724" y="2645752"/>
                  </a:lnTo>
                  <a:lnTo>
                    <a:pt x="954697" y="2615725"/>
                  </a:lnTo>
                  <a:lnTo>
                    <a:pt x="930119" y="2580950"/>
                  </a:lnTo>
                  <a:lnTo>
                    <a:pt x="911694" y="2542130"/>
                  </a:lnTo>
                  <a:lnTo>
                    <a:pt x="900124" y="2499967"/>
                  </a:lnTo>
                  <a:lnTo>
                    <a:pt x="896111" y="2455164"/>
                  </a:lnTo>
                  <a:close/>
                </a:path>
                <a:path w="4978400" h="2704465">
                  <a:moveTo>
                    <a:pt x="1145285" y="1970532"/>
                  </a:moveTo>
                  <a:lnTo>
                    <a:pt x="1145285" y="2206117"/>
                  </a:lnTo>
                </a:path>
                <a:path w="4978400" h="2704465">
                  <a:moveTo>
                    <a:pt x="1791461" y="2455164"/>
                  </a:moveTo>
                  <a:lnTo>
                    <a:pt x="1795483" y="2410360"/>
                  </a:lnTo>
                  <a:lnTo>
                    <a:pt x="1807078" y="2368197"/>
                  </a:lnTo>
                  <a:lnTo>
                    <a:pt x="1825540" y="2329377"/>
                  </a:lnTo>
                  <a:lnTo>
                    <a:pt x="1850164" y="2294602"/>
                  </a:lnTo>
                  <a:lnTo>
                    <a:pt x="1880244" y="2264575"/>
                  </a:lnTo>
                  <a:lnTo>
                    <a:pt x="1915075" y="2239997"/>
                  </a:lnTo>
                  <a:lnTo>
                    <a:pt x="1953951" y="2221572"/>
                  </a:lnTo>
                  <a:lnTo>
                    <a:pt x="1996167" y="2210002"/>
                  </a:lnTo>
                  <a:lnTo>
                    <a:pt x="2041017" y="2205990"/>
                  </a:lnTo>
                  <a:lnTo>
                    <a:pt x="2085866" y="2210002"/>
                  </a:lnTo>
                  <a:lnTo>
                    <a:pt x="2128082" y="2221572"/>
                  </a:lnTo>
                  <a:lnTo>
                    <a:pt x="2166958" y="2239997"/>
                  </a:lnTo>
                  <a:lnTo>
                    <a:pt x="2201789" y="2264575"/>
                  </a:lnTo>
                  <a:lnTo>
                    <a:pt x="2231869" y="2294602"/>
                  </a:lnTo>
                  <a:lnTo>
                    <a:pt x="2256493" y="2329377"/>
                  </a:lnTo>
                  <a:lnTo>
                    <a:pt x="2274955" y="2368197"/>
                  </a:lnTo>
                  <a:lnTo>
                    <a:pt x="2286550" y="2410360"/>
                  </a:lnTo>
                  <a:lnTo>
                    <a:pt x="2290572" y="2455164"/>
                  </a:lnTo>
                  <a:lnTo>
                    <a:pt x="2286550" y="2499967"/>
                  </a:lnTo>
                  <a:lnTo>
                    <a:pt x="2274955" y="2542130"/>
                  </a:lnTo>
                  <a:lnTo>
                    <a:pt x="2256493" y="2580950"/>
                  </a:lnTo>
                  <a:lnTo>
                    <a:pt x="2231869" y="2615725"/>
                  </a:lnTo>
                  <a:lnTo>
                    <a:pt x="2201789" y="2645752"/>
                  </a:lnTo>
                  <a:lnTo>
                    <a:pt x="2166958" y="2670330"/>
                  </a:lnTo>
                  <a:lnTo>
                    <a:pt x="2128082" y="2688755"/>
                  </a:lnTo>
                  <a:lnTo>
                    <a:pt x="2085866" y="2700325"/>
                  </a:lnTo>
                  <a:lnTo>
                    <a:pt x="2041017" y="2704338"/>
                  </a:lnTo>
                  <a:lnTo>
                    <a:pt x="1996167" y="2700325"/>
                  </a:lnTo>
                  <a:lnTo>
                    <a:pt x="1953951" y="2688755"/>
                  </a:lnTo>
                  <a:lnTo>
                    <a:pt x="1915075" y="2670330"/>
                  </a:lnTo>
                  <a:lnTo>
                    <a:pt x="1880244" y="2645752"/>
                  </a:lnTo>
                  <a:lnTo>
                    <a:pt x="1850164" y="2615725"/>
                  </a:lnTo>
                  <a:lnTo>
                    <a:pt x="1825540" y="2580950"/>
                  </a:lnTo>
                  <a:lnTo>
                    <a:pt x="1807078" y="2542130"/>
                  </a:lnTo>
                  <a:lnTo>
                    <a:pt x="1795483" y="2499967"/>
                  </a:lnTo>
                  <a:lnTo>
                    <a:pt x="1791461" y="2455164"/>
                  </a:lnTo>
                  <a:close/>
                </a:path>
                <a:path w="4978400" h="2704465">
                  <a:moveTo>
                    <a:pt x="2041398" y="1949958"/>
                  </a:moveTo>
                  <a:lnTo>
                    <a:pt x="2041398" y="2205990"/>
                  </a:lnTo>
                </a:path>
                <a:path w="4978400" h="2704465">
                  <a:moveTo>
                    <a:pt x="2687574" y="2455164"/>
                  </a:moveTo>
                  <a:lnTo>
                    <a:pt x="2691595" y="2410360"/>
                  </a:lnTo>
                  <a:lnTo>
                    <a:pt x="2703190" y="2368197"/>
                  </a:lnTo>
                  <a:lnTo>
                    <a:pt x="2721652" y="2329377"/>
                  </a:lnTo>
                  <a:lnTo>
                    <a:pt x="2746276" y="2294602"/>
                  </a:lnTo>
                  <a:lnTo>
                    <a:pt x="2776356" y="2264575"/>
                  </a:lnTo>
                  <a:lnTo>
                    <a:pt x="2811187" y="2239997"/>
                  </a:lnTo>
                  <a:lnTo>
                    <a:pt x="2850063" y="2221572"/>
                  </a:lnTo>
                  <a:lnTo>
                    <a:pt x="2892279" y="2210002"/>
                  </a:lnTo>
                  <a:lnTo>
                    <a:pt x="2937129" y="2205990"/>
                  </a:lnTo>
                  <a:lnTo>
                    <a:pt x="2981978" y="2210002"/>
                  </a:lnTo>
                  <a:lnTo>
                    <a:pt x="3024194" y="2221572"/>
                  </a:lnTo>
                  <a:lnTo>
                    <a:pt x="3063070" y="2239997"/>
                  </a:lnTo>
                  <a:lnTo>
                    <a:pt x="3097901" y="2264575"/>
                  </a:lnTo>
                  <a:lnTo>
                    <a:pt x="3127981" y="2294602"/>
                  </a:lnTo>
                  <a:lnTo>
                    <a:pt x="3152605" y="2329377"/>
                  </a:lnTo>
                  <a:lnTo>
                    <a:pt x="3171067" y="2368197"/>
                  </a:lnTo>
                  <a:lnTo>
                    <a:pt x="3182662" y="2410360"/>
                  </a:lnTo>
                  <a:lnTo>
                    <a:pt x="3186683" y="2455164"/>
                  </a:lnTo>
                  <a:lnTo>
                    <a:pt x="3182662" y="2499967"/>
                  </a:lnTo>
                  <a:lnTo>
                    <a:pt x="3171067" y="2542130"/>
                  </a:lnTo>
                  <a:lnTo>
                    <a:pt x="3152605" y="2580950"/>
                  </a:lnTo>
                  <a:lnTo>
                    <a:pt x="3127981" y="2615725"/>
                  </a:lnTo>
                  <a:lnTo>
                    <a:pt x="3097901" y="2645752"/>
                  </a:lnTo>
                  <a:lnTo>
                    <a:pt x="3063070" y="2670330"/>
                  </a:lnTo>
                  <a:lnTo>
                    <a:pt x="3024194" y="2688755"/>
                  </a:lnTo>
                  <a:lnTo>
                    <a:pt x="2981978" y="2700325"/>
                  </a:lnTo>
                  <a:lnTo>
                    <a:pt x="2937129" y="2704338"/>
                  </a:lnTo>
                  <a:lnTo>
                    <a:pt x="2892279" y="2700325"/>
                  </a:lnTo>
                  <a:lnTo>
                    <a:pt x="2850063" y="2688755"/>
                  </a:lnTo>
                  <a:lnTo>
                    <a:pt x="2811187" y="2670330"/>
                  </a:lnTo>
                  <a:lnTo>
                    <a:pt x="2776356" y="2645752"/>
                  </a:lnTo>
                  <a:lnTo>
                    <a:pt x="2746276" y="2615725"/>
                  </a:lnTo>
                  <a:lnTo>
                    <a:pt x="2721652" y="2580950"/>
                  </a:lnTo>
                  <a:lnTo>
                    <a:pt x="2703190" y="2542130"/>
                  </a:lnTo>
                  <a:lnTo>
                    <a:pt x="2691595" y="2499967"/>
                  </a:lnTo>
                  <a:lnTo>
                    <a:pt x="2687574" y="2455164"/>
                  </a:lnTo>
                  <a:close/>
                </a:path>
                <a:path w="4978400" h="2704465">
                  <a:moveTo>
                    <a:pt x="2936748" y="1949958"/>
                  </a:moveTo>
                  <a:lnTo>
                    <a:pt x="2936748" y="2205990"/>
                  </a:lnTo>
                </a:path>
                <a:path w="4978400" h="2704465">
                  <a:moveTo>
                    <a:pt x="3583685" y="2455164"/>
                  </a:moveTo>
                  <a:lnTo>
                    <a:pt x="3587698" y="2410360"/>
                  </a:lnTo>
                  <a:lnTo>
                    <a:pt x="3599268" y="2368197"/>
                  </a:lnTo>
                  <a:lnTo>
                    <a:pt x="3617693" y="2329377"/>
                  </a:lnTo>
                  <a:lnTo>
                    <a:pt x="3642271" y="2294602"/>
                  </a:lnTo>
                  <a:lnTo>
                    <a:pt x="3672298" y="2264575"/>
                  </a:lnTo>
                  <a:lnTo>
                    <a:pt x="3707073" y="2239997"/>
                  </a:lnTo>
                  <a:lnTo>
                    <a:pt x="3745893" y="2221572"/>
                  </a:lnTo>
                  <a:lnTo>
                    <a:pt x="3788056" y="2210002"/>
                  </a:lnTo>
                  <a:lnTo>
                    <a:pt x="3832859" y="2205990"/>
                  </a:lnTo>
                  <a:lnTo>
                    <a:pt x="3877663" y="2210002"/>
                  </a:lnTo>
                  <a:lnTo>
                    <a:pt x="3919826" y="2221572"/>
                  </a:lnTo>
                  <a:lnTo>
                    <a:pt x="3958646" y="2239997"/>
                  </a:lnTo>
                  <a:lnTo>
                    <a:pt x="3993421" y="2264575"/>
                  </a:lnTo>
                  <a:lnTo>
                    <a:pt x="4023448" y="2294602"/>
                  </a:lnTo>
                  <a:lnTo>
                    <a:pt x="4048026" y="2329377"/>
                  </a:lnTo>
                  <a:lnTo>
                    <a:pt x="4066451" y="2368197"/>
                  </a:lnTo>
                  <a:lnTo>
                    <a:pt x="4078021" y="2410360"/>
                  </a:lnTo>
                  <a:lnTo>
                    <a:pt x="4082033" y="2455164"/>
                  </a:lnTo>
                  <a:lnTo>
                    <a:pt x="4078021" y="2499967"/>
                  </a:lnTo>
                  <a:lnTo>
                    <a:pt x="4066451" y="2542130"/>
                  </a:lnTo>
                  <a:lnTo>
                    <a:pt x="4048026" y="2580950"/>
                  </a:lnTo>
                  <a:lnTo>
                    <a:pt x="4023448" y="2615725"/>
                  </a:lnTo>
                  <a:lnTo>
                    <a:pt x="3993421" y="2645752"/>
                  </a:lnTo>
                  <a:lnTo>
                    <a:pt x="3958646" y="2670330"/>
                  </a:lnTo>
                  <a:lnTo>
                    <a:pt x="3919826" y="2688755"/>
                  </a:lnTo>
                  <a:lnTo>
                    <a:pt x="3877663" y="2700325"/>
                  </a:lnTo>
                  <a:lnTo>
                    <a:pt x="3832859" y="2704338"/>
                  </a:lnTo>
                  <a:lnTo>
                    <a:pt x="3788056" y="2700325"/>
                  </a:lnTo>
                  <a:lnTo>
                    <a:pt x="3745893" y="2688755"/>
                  </a:lnTo>
                  <a:lnTo>
                    <a:pt x="3707073" y="2670330"/>
                  </a:lnTo>
                  <a:lnTo>
                    <a:pt x="3672298" y="2645752"/>
                  </a:lnTo>
                  <a:lnTo>
                    <a:pt x="3642271" y="2615725"/>
                  </a:lnTo>
                  <a:lnTo>
                    <a:pt x="3617693" y="2580950"/>
                  </a:lnTo>
                  <a:lnTo>
                    <a:pt x="3599268" y="2542130"/>
                  </a:lnTo>
                  <a:lnTo>
                    <a:pt x="3587698" y="2499967"/>
                  </a:lnTo>
                  <a:lnTo>
                    <a:pt x="3583685" y="2455164"/>
                  </a:lnTo>
                  <a:close/>
                </a:path>
                <a:path w="4978400" h="2704465">
                  <a:moveTo>
                    <a:pt x="3832859" y="1949958"/>
                  </a:moveTo>
                  <a:lnTo>
                    <a:pt x="3832859" y="2205990"/>
                  </a:lnTo>
                </a:path>
                <a:path w="4978400" h="2704465">
                  <a:moveTo>
                    <a:pt x="4479798" y="2455164"/>
                  </a:moveTo>
                  <a:lnTo>
                    <a:pt x="4483810" y="2410360"/>
                  </a:lnTo>
                  <a:lnTo>
                    <a:pt x="4495380" y="2368197"/>
                  </a:lnTo>
                  <a:lnTo>
                    <a:pt x="4513805" y="2329377"/>
                  </a:lnTo>
                  <a:lnTo>
                    <a:pt x="4538383" y="2294602"/>
                  </a:lnTo>
                  <a:lnTo>
                    <a:pt x="4568410" y="2264575"/>
                  </a:lnTo>
                  <a:lnTo>
                    <a:pt x="4603185" y="2239997"/>
                  </a:lnTo>
                  <a:lnTo>
                    <a:pt x="4642005" y="2221572"/>
                  </a:lnTo>
                  <a:lnTo>
                    <a:pt x="4684168" y="2210002"/>
                  </a:lnTo>
                  <a:lnTo>
                    <a:pt x="4728972" y="2205990"/>
                  </a:lnTo>
                  <a:lnTo>
                    <a:pt x="4773775" y="2210002"/>
                  </a:lnTo>
                  <a:lnTo>
                    <a:pt x="4815938" y="2221572"/>
                  </a:lnTo>
                  <a:lnTo>
                    <a:pt x="4854758" y="2239997"/>
                  </a:lnTo>
                  <a:lnTo>
                    <a:pt x="4889533" y="2264575"/>
                  </a:lnTo>
                  <a:lnTo>
                    <a:pt x="4919560" y="2294602"/>
                  </a:lnTo>
                  <a:lnTo>
                    <a:pt x="4944138" y="2329377"/>
                  </a:lnTo>
                  <a:lnTo>
                    <a:pt x="4962563" y="2368197"/>
                  </a:lnTo>
                  <a:lnTo>
                    <a:pt x="4974133" y="2410360"/>
                  </a:lnTo>
                  <a:lnTo>
                    <a:pt x="4978146" y="2455164"/>
                  </a:lnTo>
                  <a:lnTo>
                    <a:pt x="4974133" y="2499967"/>
                  </a:lnTo>
                  <a:lnTo>
                    <a:pt x="4962563" y="2542130"/>
                  </a:lnTo>
                  <a:lnTo>
                    <a:pt x="4944138" y="2580950"/>
                  </a:lnTo>
                  <a:lnTo>
                    <a:pt x="4919560" y="2615725"/>
                  </a:lnTo>
                  <a:lnTo>
                    <a:pt x="4889533" y="2645752"/>
                  </a:lnTo>
                  <a:lnTo>
                    <a:pt x="4854758" y="2670330"/>
                  </a:lnTo>
                  <a:lnTo>
                    <a:pt x="4815938" y="2688755"/>
                  </a:lnTo>
                  <a:lnTo>
                    <a:pt x="4773775" y="2700325"/>
                  </a:lnTo>
                  <a:lnTo>
                    <a:pt x="4728972" y="2704338"/>
                  </a:lnTo>
                  <a:lnTo>
                    <a:pt x="4684168" y="2700325"/>
                  </a:lnTo>
                  <a:lnTo>
                    <a:pt x="4642005" y="2688755"/>
                  </a:lnTo>
                  <a:lnTo>
                    <a:pt x="4603185" y="2670330"/>
                  </a:lnTo>
                  <a:lnTo>
                    <a:pt x="4568410" y="2645752"/>
                  </a:lnTo>
                  <a:lnTo>
                    <a:pt x="4538383" y="2615725"/>
                  </a:lnTo>
                  <a:lnTo>
                    <a:pt x="4513805" y="2580950"/>
                  </a:lnTo>
                  <a:lnTo>
                    <a:pt x="4495380" y="2542130"/>
                  </a:lnTo>
                  <a:lnTo>
                    <a:pt x="4483810" y="2499967"/>
                  </a:lnTo>
                  <a:lnTo>
                    <a:pt x="4479798" y="2455164"/>
                  </a:lnTo>
                  <a:close/>
                </a:path>
                <a:path w="4978400" h="2704465">
                  <a:moveTo>
                    <a:pt x="4728972" y="1970532"/>
                  </a:moveTo>
                  <a:lnTo>
                    <a:pt x="4728972" y="2206117"/>
                  </a:lnTo>
                </a:path>
                <a:path w="4978400" h="2704465">
                  <a:moveTo>
                    <a:pt x="498348" y="2455164"/>
                  </a:moveTo>
                  <a:lnTo>
                    <a:pt x="895476" y="2455164"/>
                  </a:lnTo>
                </a:path>
                <a:path w="4978400" h="2704465">
                  <a:moveTo>
                    <a:pt x="1394459" y="2455164"/>
                  </a:moveTo>
                  <a:lnTo>
                    <a:pt x="1791588" y="2455164"/>
                  </a:lnTo>
                </a:path>
                <a:path w="4978400" h="2704465">
                  <a:moveTo>
                    <a:pt x="2290572" y="2454402"/>
                  </a:moveTo>
                  <a:lnTo>
                    <a:pt x="2687701" y="2454402"/>
                  </a:lnTo>
                </a:path>
                <a:path w="4978400" h="2704465">
                  <a:moveTo>
                    <a:pt x="3186683" y="2454402"/>
                  </a:moveTo>
                  <a:lnTo>
                    <a:pt x="3583812" y="2454402"/>
                  </a:lnTo>
                </a:path>
                <a:path w="4978400" h="2704465">
                  <a:moveTo>
                    <a:pt x="4082033" y="2454402"/>
                  </a:moveTo>
                  <a:lnTo>
                    <a:pt x="4479162" y="24555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7">
              <a:extLst>
                <a:ext uri="{FF2B5EF4-FFF2-40B4-BE49-F238E27FC236}">
                  <a16:creationId xmlns:a16="http://schemas.microsoft.com/office/drawing/2014/main" id="{3182C2A2-EB8C-3444-B6CF-98F7A96F3DAA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9569" y="3652265"/>
              <a:ext cx="548640" cy="582168"/>
            </a:xfrm>
            <a:prstGeom prst="rect">
              <a:avLst/>
            </a:prstGeom>
          </p:spPr>
        </p:pic>
        <p:sp>
          <p:nvSpPr>
            <p:cNvPr id="24" name="object 8">
              <a:extLst>
                <a:ext uri="{FF2B5EF4-FFF2-40B4-BE49-F238E27FC236}">
                  <a16:creationId xmlns:a16="http://schemas.microsoft.com/office/drawing/2014/main" id="{3861ACD9-F0EA-F04D-AEA4-98418F331CC3}"/>
                </a:ext>
              </a:extLst>
            </p:cNvPr>
            <p:cNvSpPr/>
            <p:nvPr/>
          </p:nvSpPr>
          <p:spPr>
            <a:xfrm>
              <a:off x="4014215" y="3220211"/>
              <a:ext cx="2122170" cy="953769"/>
            </a:xfrm>
            <a:custGeom>
              <a:avLst/>
              <a:gdLst/>
              <a:ahLst/>
              <a:cxnLst/>
              <a:rect l="l" t="t" r="r" b="b"/>
              <a:pathLst>
                <a:path w="2122170" h="953769">
                  <a:moveTo>
                    <a:pt x="1645539" y="0"/>
                  </a:moveTo>
                  <a:lnTo>
                    <a:pt x="1645539" y="190626"/>
                  </a:lnTo>
                  <a:lnTo>
                    <a:pt x="0" y="190626"/>
                  </a:lnTo>
                  <a:lnTo>
                    <a:pt x="0" y="762635"/>
                  </a:lnTo>
                  <a:lnTo>
                    <a:pt x="1645539" y="762635"/>
                  </a:lnTo>
                  <a:lnTo>
                    <a:pt x="1645539" y="953262"/>
                  </a:lnTo>
                  <a:lnTo>
                    <a:pt x="2122170" y="476631"/>
                  </a:lnTo>
                  <a:lnTo>
                    <a:pt x="164553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9">
            <a:extLst>
              <a:ext uri="{FF2B5EF4-FFF2-40B4-BE49-F238E27FC236}">
                <a16:creationId xmlns:a16="http://schemas.microsoft.com/office/drawing/2014/main" id="{9ACD20CC-2310-5247-A361-5FE2B2EC5A83}"/>
              </a:ext>
            </a:extLst>
          </p:cNvPr>
          <p:cNvSpPr txBox="1"/>
          <p:nvPr/>
        </p:nvSpPr>
        <p:spPr>
          <a:xfrm>
            <a:off x="4462526" y="3463544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latin typeface="PMingLiU"/>
                <a:cs typeface="PMingLiU"/>
              </a:rPr>
              <a:t>图结构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26" name="object 10">
            <a:extLst>
              <a:ext uri="{FF2B5EF4-FFF2-40B4-BE49-F238E27FC236}">
                <a16:creationId xmlns:a16="http://schemas.microsoft.com/office/drawing/2014/main" id="{EB238A16-C937-B545-9918-A70D43C12A32}"/>
              </a:ext>
            </a:extLst>
          </p:cNvPr>
          <p:cNvGrpSpPr/>
          <p:nvPr/>
        </p:nvGrpSpPr>
        <p:grpSpPr>
          <a:xfrm>
            <a:off x="6180582" y="2193798"/>
            <a:ext cx="4157979" cy="2810510"/>
            <a:chOff x="6180582" y="2193798"/>
            <a:chExt cx="4157979" cy="2810510"/>
          </a:xfrm>
        </p:grpSpPr>
        <p:pic>
          <p:nvPicPr>
            <p:cNvPr id="27" name="object 11">
              <a:extLst>
                <a:ext uri="{FF2B5EF4-FFF2-40B4-BE49-F238E27FC236}">
                  <a16:creationId xmlns:a16="http://schemas.microsoft.com/office/drawing/2014/main" id="{0E13E958-2E9F-0041-9AF5-AADB9A1CE9F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1950" y="2889504"/>
              <a:ext cx="547877" cy="582168"/>
            </a:xfrm>
            <a:prstGeom prst="rect">
              <a:avLst/>
            </a:prstGeom>
          </p:spPr>
        </p:pic>
        <p:pic>
          <p:nvPicPr>
            <p:cNvPr id="28" name="object 12">
              <a:extLst>
                <a:ext uri="{FF2B5EF4-FFF2-40B4-BE49-F238E27FC236}">
                  <a16:creationId xmlns:a16="http://schemas.microsoft.com/office/drawing/2014/main" id="{D4B2B2EB-2F70-0A4B-8EE8-47BA8032764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85682" y="3633978"/>
              <a:ext cx="547877" cy="582168"/>
            </a:xfrm>
            <a:prstGeom prst="rect">
              <a:avLst/>
            </a:prstGeom>
          </p:spPr>
        </p:pic>
        <p:pic>
          <p:nvPicPr>
            <p:cNvPr id="29" name="object 13">
              <a:extLst>
                <a:ext uri="{FF2B5EF4-FFF2-40B4-BE49-F238E27FC236}">
                  <a16:creationId xmlns:a16="http://schemas.microsoft.com/office/drawing/2014/main" id="{D8F4DA14-7CB6-E745-8F73-38031B0A724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4998" y="4359402"/>
              <a:ext cx="548640" cy="582168"/>
            </a:xfrm>
            <a:prstGeom prst="rect">
              <a:avLst/>
            </a:prstGeom>
          </p:spPr>
        </p:pic>
        <p:pic>
          <p:nvPicPr>
            <p:cNvPr id="30" name="object 14">
              <a:extLst>
                <a:ext uri="{FF2B5EF4-FFF2-40B4-BE49-F238E27FC236}">
                  <a16:creationId xmlns:a16="http://schemas.microsoft.com/office/drawing/2014/main" id="{A4B6431A-BE0A-1349-B23F-5C59D518D48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93458" y="3707130"/>
              <a:ext cx="548640" cy="581406"/>
            </a:xfrm>
            <a:prstGeom prst="rect">
              <a:avLst/>
            </a:prstGeom>
          </p:spPr>
        </p:pic>
        <p:pic>
          <p:nvPicPr>
            <p:cNvPr id="31" name="object 15">
              <a:extLst>
                <a:ext uri="{FF2B5EF4-FFF2-40B4-BE49-F238E27FC236}">
                  <a16:creationId xmlns:a16="http://schemas.microsoft.com/office/drawing/2014/main" id="{360EC41D-8683-3C44-AC71-EF5A357BA09D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89648" y="4393692"/>
              <a:ext cx="547877" cy="581406"/>
            </a:xfrm>
            <a:prstGeom prst="rect">
              <a:avLst/>
            </a:prstGeom>
          </p:spPr>
        </p:pic>
        <p:pic>
          <p:nvPicPr>
            <p:cNvPr id="32" name="object 16">
              <a:extLst>
                <a:ext uri="{FF2B5EF4-FFF2-40B4-BE49-F238E27FC236}">
                  <a16:creationId xmlns:a16="http://schemas.microsoft.com/office/drawing/2014/main" id="{66382A6C-BC7C-1842-8234-BFA6033651C9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180582" y="3683508"/>
              <a:ext cx="548639" cy="582168"/>
            </a:xfrm>
            <a:prstGeom prst="rect">
              <a:avLst/>
            </a:prstGeom>
          </p:spPr>
        </p:pic>
        <p:pic>
          <p:nvPicPr>
            <p:cNvPr id="33" name="object 17">
              <a:extLst>
                <a:ext uri="{FF2B5EF4-FFF2-40B4-BE49-F238E27FC236}">
                  <a16:creationId xmlns:a16="http://schemas.microsoft.com/office/drawing/2014/main" id="{177EB73F-4D31-FF4B-A6F1-088F39076691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789414" y="3632454"/>
              <a:ext cx="548640" cy="582168"/>
            </a:xfrm>
            <a:prstGeom prst="rect">
              <a:avLst/>
            </a:prstGeom>
          </p:spPr>
        </p:pic>
        <p:pic>
          <p:nvPicPr>
            <p:cNvPr id="34" name="object 18">
              <a:extLst>
                <a:ext uri="{FF2B5EF4-FFF2-40B4-BE49-F238E27FC236}">
                  <a16:creationId xmlns:a16="http://schemas.microsoft.com/office/drawing/2014/main" id="{E3589E8C-F956-5C43-8B78-0CAB4208EF3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71966" y="4422648"/>
              <a:ext cx="548640" cy="581406"/>
            </a:xfrm>
            <a:prstGeom prst="rect">
              <a:avLst/>
            </a:prstGeom>
          </p:spPr>
        </p:pic>
        <p:pic>
          <p:nvPicPr>
            <p:cNvPr id="35" name="object 19">
              <a:extLst>
                <a:ext uri="{FF2B5EF4-FFF2-40B4-BE49-F238E27FC236}">
                  <a16:creationId xmlns:a16="http://schemas.microsoft.com/office/drawing/2014/main" id="{4BDD2FB9-F002-A649-BB0C-00C7693B9D6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91777" y="2931414"/>
              <a:ext cx="548640" cy="581405"/>
            </a:xfrm>
            <a:prstGeom prst="rect">
              <a:avLst/>
            </a:prstGeom>
          </p:spPr>
        </p:pic>
        <p:pic>
          <p:nvPicPr>
            <p:cNvPr id="36" name="object 20">
              <a:extLst>
                <a:ext uri="{FF2B5EF4-FFF2-40B4-BE49-F238E27FC236}">
                  <a16:creationId xmlns:a16="http://schemas.microsoft.com/office/drawing/2014/main" id="{72C48381-DA2A-524C-A43F-1A44670D6A1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85838" y="2920746"/>
              <a:ext cx="548640" cy="581405"/>
            </a:xfrm>
            <a:prstGeom prst="rect">
              <a:avLst/>
            </a:prstGeom>
          </p:spPr>
        </p:pic>
        <p:pic>
          <p:nvPicPr>
            <p:cNvPr id="37" name="object 21">
              <a:extLst>
                <a:ext uri="{FF2B5EF4-FFF2-40B4-BE49-F238E27FC236}">
                  <a16:creationId xmlns:a16="http://schemas.microsoft.com/office/drawing/2014/main" id="{285F581B-1CCC-4B41-A9E4-32DEB646CBD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9570" y="2193798"/>
              <a:ext cx="548640" cy="581405"/>
            </a:xfrm>
            <a:prstGeom prst="rect">
              <a:avLst/>
            </a:prstGeom>
          </p:spPr>
        </p:pic>
      </p:grpSp>
      <p:sp>
        <p:nvSpPr>
          <p:cNvPr id="38" name="object 22">
            <a:extLst>
              <a:ext uri="{FF2B5EF4-FFF2-40B4-BE49-F238E27FC236}">
                <a16:creationId xmlns:a16="http://schemas.microsoft.com/office/drawing/2014/main" id="{8BFE7557-5DFF-C747-93E2-FB5752A21A7F}"/>
              </a:ext>
            </a:extLst>
          </p:cNvPr>
          <p:cNvSpPr txBox="1"/>
          <p:nvPr/>
        </p:nvSpPr>
        <p:spPr>
          <a:xfrm>
            <a:off x="1202436" y="5465064"/>
            <a:ext cx="9787255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8270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101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这种依次扩散的现象，蕴含了搜索图结构的一种顺序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06094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370" y="1259314"/>
            <a:ext cx="8194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水滴落入水面所激起的涟漪会向相邻区域逐渐扩散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763" y="241615"/>
            <a:ext cx="516107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算法思想：现象启</a:t>
            </a:r>
            <a:r>
              <a:rPr sz="40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z="40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6960" y="2355403"/>
            <a:ext cx="2934147" cy="2702250"/>
          </a:xfrm>
          <a:prstGeom prst="rect">
            <a:avLst/>
          </a:prstGeom>
        </p:spPr>
      </p:pic>
      <p:grpSp>
        <p:nvGrpSpPr>
          <p:cNvPr id="21" name="object 5">
            <a:extLst>
              <a:ext uri="{FF2B5EF4-FFF2-40B4-BE49-F238E27FC236}">
                <a16:creationId xmlns:a16="http://schemas.microsoft.com/office/drawing/2014/main" id="{EE037EAD-CEB8-9A47-880D-6D0974BB0124}"/>
              </a:ext>
            </a:extLst>
          </p:cNvPr>
          <p:cNvGrpSpPr/>
          <p:nvPr/>
        </p:nvGrpSpPr>
        <p:grpSpPr>
          <a:xfrm>
            <a:off x="4014215" y="2325623"/>
            <a:ext cx="7198359" cy="2742565"/>
            <a:chOff x="4014215" y="2325623"/>
            <a:chExt cx="7198359" cy="2742565"/>
          </a:xfrm>
        </p:grpSpPr>
        <p:sp>
          <p:nvSpPr>
            <p:cNvPr id="22" name="object 6">
              <a:extLst>
                <a:ext uri="{FF2B5EF4-FFF2-40B4-BE49-F238E27FC236}">
                  <a16:creationId xmlns:a16="http://schemas.microsoft.com/office/drawing/2014/main" id="{DCE62B0D-2A35-0C4E-8C6A-F8E8B2125EA4}"/>
                </a:ext>
              </a:extLst>
            </p:cNvPr>
            <p:cNvSpPr/>
            <p:nvPr/>
          </p:nvSpPr>
          <p:spPr>
            <a:xfrm>
              <a:off x="6214871" y="2344673"/>
              <a:ext cx="4978400" cy="2704465"/>
            </a:xfrm>
            <a:custGeom>
              <a:avLst/>
              <a:gdLst/>
              <a:ahLst/>
              <a:cxnLst/>
              <a:rect l="l" t="t" r="r" b="b"/>
              <a:pathLst>
                <a:path w="4978400" h="2704465">
                  <a:moveTo>
                    <a:pt x="0" y="249174"/>
                  </a:moveTo>
                  <a:lnTo>
                    <a:pt x="4012" y="204370"/>
                  </a:lnTo>
                  <a:lnTo>
                    <a:pt x="15582" y="162207"/>
                  </a:lnTo>
                  <a:lnTo>
                    <a:pt x="34007" y="123387"/>
                  </a:lnTo>
                  <a:lnTo>
                    <a:pt x="58585" y="88612"/>
                  </a:lnTo>
                  <a:lnTo>
                    <a:pt x="88612" y="58585"/>
                  </a:lnTo>
                  <a:lnTo>
                    <a:pt x="123387" y="34007"/>
                  </a:lnTo>
                  <a:lnTo>
                    <a:pt x="162207" y="15582"/>
                  </a:lnTo>
                  <a:lnTo>
                    <a:pt x="204370" y="4012"/>
                  </a:lnTo>
                  <a:lnTo>
                    <a:pt x="249174" y="0"/>
                  </a:lnTo>
                  <a:lnTo>
                    <a:pt x="293977" y="4012"/>
                  </a:lnTo>
                  <a:lnTo>
                    <a:pt x="336140" y="15582"/>
                  </a:lnTo>
                  <a:lnTo>
                    <a:pt x="374960" y="34007"/>
                  </a:lnTo>
                  <a:lnTo>
                    <a:pt x="409735" y="58585"/>
                  </a:lnTo>
                  <a:lnTo>
                    <a:pt x="439762" y="88612"/>
                  </a:lnTo>
                  <a:lnTo>
                    <a:pt x="464340" y="123387"/>
                  </a:lnTo>
                  <a:lnTo>
                    <a:pt x="482765" y="162207"/>
                  </a:lnTo>
                  <a:lnTo>
                    <a:pt x="494335" y="204370"/>
                  </a:lnTo>
                  <a:lnTo>
                    <a:pt x="498348" y="249174"/>
                  </a:lnTo>
                  <a:lnTo>
                    <a:pt x="494335" y="293977"/>
                  </a:lnTo>
                  <a:lnTo>
                    <a:pt x="482765" y="336140"/>
                  </a:lnTo>
                  <a:lnTo>
                    <a:pt x="464340" y="374960"/>
                  </a:lnTo>
                  <a:lnTo>
                    <a:pt x="439762" y="409735"/>
                  </a:lnTo>
                  <a:lnTo>
                    <a:pt x="409735" y="439762"/>
                  </a:lnTo>
                  <a:lnTo>
                    <a:pt x="374960" y="464340"/>
                  </a:lnTo>
                  <a:lnTo>
                    <a:pt x="336140" y="482765"/>
                  </a:lnTo>
                  <a:lnTo>
                    <a:pt x="293977" y="494335"/>
                  </a:lnTo>
                  <a:lnTo>
                    <a:pt x="249174" y="498348"/>
                  </a:lnTo>
                  <a:lnTo>
                    <a:pt x="204370" y="494335"/>
                  </a:lnTo>
                  <a:lnTo>
                    <a:pt x="162207" y="482765"/>
                  </a:lnTo>
                  <a:lnTo>
                    <a:pt x="123387" y="464340"/>
                  </a:lnTo>
                  <a:lnTo>
                    <a:pt x="88612" y="439762"/>
                  </a:lnTo>
                  <a:lnTo>
                    <a:pt x="58585" y="409735"/>
                  </a:lnTo>
                  <a:lnTo>
                    <a:pt x="34007" y="374960"/>
                  </a:lnTo>
                  <a:lnTo>
                    <a:pt x="15582" y="336140"/>
                  </a:lnTo>
                  <a:lnTo>
                    <a:pt x="4012" y="293977"/>
                  </a:lnTo>
                  <a:lnTo>
                    <a:pt x="0" y="249174"/>
                  </a:lnTo>
                  <a:close/>
                </a:path>
                <a:path w="4978400" h="2704465">
                  <a:moveTo>
                    <a:pt x="0" y="983361"/>
                  </a:moveTo>
                  <a:lnTo>
                    <a:pt x="4012" y="938511"/>
                  </a:lnTo>
                  <a:lnTo>
                    <a:pt x="15582" y="896295"/>
                  </a:lnTo>
                  <a:lnTo>
                    <a:pt x="34007" y="857419"/>
                  </a:lnTo>
                  <a:lnTo>
                    <a:pt x="58585" y="822588"/>
                  </a:lnTo>
                  <a:lnTo>
                    <a:pt x="88612" y="792508"/>
                  </a:lnTo>
                  <a:lnTo>
                    <a:pt x="123387" y="767884"/>
                  </a:lnTo>
                  <a:lnTo>
                    <a:pt x="162207" y="749422"/>
                  </a:lnTo>
                  <a:lnTo>
                    <a:pt x="204370" y="737827"/>
                  </a:lnTo>
                  <a:lnTo>
                    <a:pt x="249174" y="733805"/>
                  </a:lnTo>
                  <a:lnTo>
                    <a:pt x="293977" y="737827"/>
                  </a:lnTo>
                  <a:lnTo>
                    <a:pt x="336140" y="749422"/>
                  </a:lnTo>
                  <a:lnTo>
                    <a:pt x="374960" y="767884"/>
                  </a:lnTo>
                  <a:lnTo>
                    <a:pt x="409735" y="792508"/>
                  </a:lnTo>
                  <a:lnTo>
                    <a:pt x="439762" y="822588"/>
                  </a:lnTo>
                  <a:lnTo>
                    <a:pt x="464340" y="857419"/>
                  </a:lnTo>
                  <a:lnTo>
                    <a:pt x="482765" y="896295"/>
                  </a:lnTo>
                  <a:lnTo>
                    <a:pt x="494335" y="938511"/>
                  </a:lnTo>
                  <a:lnTo>
                    <a:pt x="498348" y="983361"/>
                  </a:lnTo>
                  <a:lnTo>
                    <a:pt x="494335" y="1028210"/>
                  </a:lnTo>
                  <a:lnTo>
                    <a:pt x="482765" y="1070426"/>
                  </a:lnTo>
                  <a:lnTo>
                    <a:pt x="464340" y="1109302"/>
                  </a:lnTo>
                  <a:lnTo>
                    <a:pt x="439762" y="1144133"/>
                  </a:lnTo>
                  <a:lnTo>
                    <a:pt x="409735" y="1174213"/>
                  </a:lnTo>
                  <a:lnTo>
                    <a:pt x="374960" y="1198837"/>
                  </a:lnTo>
                  <a:lnTo>
                    <a:pt x="336140" y="1217299"/>
                  </a:lnTo>
                  <a:lnTo>
                    <a:pt x="293977" y="1228894"/>
                  </a:lnTo>
                  <a:lnTo>
                    <a:pt x="249174" y="1232915"/>
                  </a:lnTo>
                  <a:lnTo>
                    <a:pt x="204370" y="1228894"/>
                  </a:lnTo>
                  <a:lnTo>
                    <a:pt x="162207" y="1217299"/>
                  </a:lnTo>
                  <a:lnTo>
                    <a:pt x="123387" y="1198837"/>
                  </a:lnTo>
                  <a:lnTo>
                    <a:pt x="88612" y="1174213"/>
                  </a:lnTo>
                  <a:lnTo>
                    <a:pt x="58585" y="1144133"/>
                  </a:lnTo>
                  <a:lnTo>
                    <a:pt x="34007" y="1109302"/>
                  </a:lnTo>
                  <a:lnTo>
                    <a:pt x="15582" y="1070426"/>
                  </a:lnTo>
                  <a:lnTo>
                    <a:pt x="4012" y="1028210"/>
                  </a:lnTo>
                  <a:lnTo>
                    <a:pt x="0" y="983361"/>
                  </a:lnTo>
                  <a:close/>
                </a:path>
                <a:path w="4978400" h="2704465">
                  <a:moveTo>
                    <a:pt x="249174" y="498348"/>
                  </a:moveTo>
                  <a:lnTo>
                    <a:pt x="249174" y="733933"/>
                  </a:lnTo>
                </a:path>
                <a:path w="4978400" h="2704465">
                  <a:moveTo>
                    <a:pt x="0" y="1717548"/>
                  </a:moveTo>
                  <a:lnTo>
                    <a:pt x="4012" y="1672744"/>
                  </a:lnTo>
                  <a:lnTo>
                    <a:pt x="15582" y="1630581"/>
                  </a:lnTo>
                  <a:lnTo>
                    <a:pt x="34007" y="1591761"/>
                  </a:lnTo>
                  <a:lnTo>
                    <a:pt x="58585" y="1556986"/>
                  </a:lnTo>
                  <a:lnTo>
                    <a:pt x="88612" y="1526959"/>
                  </a:lnTo>
                  <a:lnTo>
                    <a:pt x="123387" y="1502381"/>
                  </a:lnTo>
                  <a:lnTo>
                    <a:pt x="162207" y="1483956"/>
                  </a:lnTo>
                  <a:lnTo>
                    <a:pt x="204370" y="1472386"/>
                  </a:lnTo>
                  <a:lnTo>
                    <a:pt x="249174" y="1468374"/>
                  </a:lnTo>
                  <a:lnTo>
                    <a:pt x="293977" y="1472386"/>
                  </a:lnTo>
                  <a:lnTo>
                    <a:pt x="336140" y="1483956"/>
                  </a:lnTo>
                  <a:lnTo>
                    <a:pt x="374960" y="1502381"/>
                  </a:lnTo>
                  <a:lnTo>
                    <a:pt x="409735" y="1526959"/>
                  </a:lnTo>
                  <a:lnTo>
                    <a:pt x="439762" y="1556986"/>
                  </a:lnTo>
                  <a:lnTo>
                    <a:pt x="464340" y="1591761"/>
                  </a:lnTo>
                  <a:lnTo>
                    <a:pt x="482765" y="1630581"/>
                  </a:lnTo>
                  <a:lnTo>
                    <a:pt x="494335" y="1672744"/>
                  </a:lnTo>
                  <a:lnTo>
                    <a:pt x="498348" y="1717548"/>
                  </a:lnTo>
                  <a:lnTo>
                    <a:pt x="494335" y="1762351"/>
                  </a:lnTo>
                  <a:lnTo>
                    <a:pt x="482765" y="1804514"/>
                  </a:lnTo>
                  <a:lnTo>
                    <a:pt x="464340" y="1843334"/>
                  </a:lnTo>
                  <a:lnTo>
                    <a:pt x="439762" y="1878109"/>
                  </a:lnTo>
                  <a:lnTo>
                    <a:pt x="409735" y="1908136"/>
                  </a:lnTo>
                  <a:lnTo>
                    <a:pt x="374960" y="1932714"/>
                  </a:lnTo>
                  <a:lnTo>
                    <a:pt x="336140" y="1951139"/>
                  </a:lnTo>
                  <a:lnTo>
                    <a:pt x="293977" y="1962709"/>
                  </a:lnTo>
                  <a:lnTo>
                    <a:pt x="249174" y="1966721"/>
                  </a:lnTo>
                  <a:lnTo>
                    <a:pt x="204370" y="1962709"/>
                  </a:lnTo>
                  <a:lnTo>
                    <a:pt x="162207" y="1951139"/>
                  </a:lnTo>
                  <a:lnTo>
                    <a:pt x="123387" y="1932714"/>
                  </a:lnTo>
                  <a:lnTo>
                    <a:pt x="88612" y="1908136"/>
                  </a:lnTo>
                  <a:lnTo>
                    <a:pt x="58585" y="1878109"/>
                  </a:lnTo>
                  <a:lnTo>
                    <a:pt x="34007" y="1843334"/>
                  </a:lnTo>
                  <a:lnTo>
                    <a:pt x="15582" y="1804514"/>
                  </a:lnTo>
                  <a:lnTo>
                    <a:pt x="4012" y="1762351"/>
                  </a:lnTo>
                  <a:lnTo>
                    <a:pt x="0" y="1717548"/>
                  </a:lnTo>
                  <a:close/>
                </a:path>
                <a:path w="4978400" h="2704465">
                  <a:moveTo>
                    <a:pt x="249174" y="1232915"/>
                  </a:moveTo>
                  <a:lnTo>
                    <a:pt x="249174" y="1468501"/>
                  </a:lnTo>
                </a:path>
                <a:path w="4978400" h="2704465">
                  <a:moveTo>
                    <a:pt x="0" y="2452116"/>
                  </a:moveTo>
                  <a:lnTo>
                    <a:pt x="4012" y="2407312"/>
                  </a:lnTo>
                  <a:lnTo>
                    <a:pt x="15582" y="2365149"/>
                  </a:lnTo>
                  <a:lnTo>
                    <a:pt x="34007" y="2326329"/>
                  </a:lnTo>
                  <a:lnTo>
                    <a:pt x="58585" y="2291554"/>
                  </a:lnTo>
                  <a:lnTo>
                    <a:pt x="88612" y="2261527"/>
                  </a:lnTo>
                  <a:lnTo>
                    <a:pt x="123387" y="2236949"/>
                  </a:lnTo>
                  <a:lnTo>
                    <a:pt x="162207" y="2218524"/>
                  </a:lnTo>
                  <a:lnTo>
                    <a:pt x="204370" y="2206954"/>
                  </a:lnTo>
                  <a:lnTo>
                    <a:pt x="249174" y="2202942"/>
                  </a:lnTo>
                  <a:lnTo>
                    <a:pt x="293977" y="2206954"/>
                  </a:lnTo>
                  <a:lnTo>
                    <a:pt x="336140" y="2218524"/>
                  </a:lnTo>
                  <a:lnTo>
                    <a:pt x="374960" y="2236949"/>
                  </a:lnTo>
                  <a:lnTo>
                    <a:pt x="409735" y="2261527"/>
                  </a:lnTo>
                  <a:lnTo>
                    <a:pt x="439762" y="2291554"/>
                  </a:lnTo>
                  <a:lnTo>
                    <a:pt x="464340" y="2326329"/>
                  </a:lnTo>
                  <a:lnTo>
                    <a:pt x="482765" y="2365149"/>
                  </a:lnTo>
                  <a:lnTo>
                    <a:pt x="494335" y="2407312"/>
                  </a:lnTo>
                  <a:lnTo>
                    <a:pt x="498348" y="2452116"/>
                  </a:lnTo>
                  <a:lnTo>
                    <a:pt x="494335" y="2496919"/>
                  </a:lnTo>
                  <a:lnTo>
                    <a:pt x="482765" y="2539082"/>
                  </a:lnTo>
                  <a:lnTo>
                    <a:pt x="464340" y="2577902"/>
                  </a:lnTo>
                  <a:lnTo>
                    <a:pt x="439762" y="2612677"/>
                  </a:lnTo>
                  <a:lnTo>
                    <a:pt x="409735" y="2642704"/>
                  </a:lnTo>
                  <a:lnTo>
                    <a:pt x="374960" y="2667282"/>
                  </a:lnTo>
                  <a:lnTo>
                    <a:pt x="336140" y="2685707"/>
                  </a:lnTo>
                  <a:lnTo>
                    <a:pt x="293977" y="2697277"/>
                  </a:lnTo>
                  <a:lnTo>
                    <a:pt x="249174" y="2701290"/>
                  </a:lnTo>
                  <a:lnTo>
                    <a:pt x="204370" y="2697277"/>
                  </a:lnTo>
                  <a:lnTo>
                    <a:pt x="162207" y="2685707"/>
                  </a:lnTo>
                  <a:lnTo>
                    <a:pt x="123387" y="2667282"/>
                  </a:lnTo>
                  <a:lnTo>
                    <a:pt x="88612" y="2642704"/>
                  </a:lnTo>
                  <a:lnTo>
                    <a:pt x="58585" y="2612677"/>
                  </a:lnTo>
                  <a:lnTo>
                    <a:pt x="34007" y="2577902"/>
                  </a:lnTo>
                  <a:lnTo>
                    <a:pt x="15582" y="2539082"/>
                  </a:lnTo>
                  <a:lnTo>
                    <a:pt x="4012" y="2496919"/>
                  </a:lnTo>
                  <a:lnTo>
                    <a:pt x="0" y="2452116"/>
                  </a:lnTo>
                  <a:close/>
                </a:path>
                <a:path w="4978400" h="2704465">
                  <a:moveTo>
                    <a:pt x="249174" y="1966721"/>
                  </a:moveTo>
                  <a:lnTo>
                    <a:pt x="249174" y="2202307"/>
                  </a:lnTo>
                </a:path>
                <a:path w="4978400" h="2704465">
                  <a:moveTo>
                    <a:pt x="896111" y="249174"/>
                  </a:moveTo>
                  <a:lnTo>
                    <a:pt x="900124" y="204370"/>
                  </a:lnTo>
                  <a:lnTo>
                    <a:pt x="911694" y="162207"/>
                  </a:lnTo>
                  <a:lnTo>
                    <a:pt x="930119" y="123387"/>
                  </a:lnTo>
                  <a:lnTo>
                    <a:pt x="954697" y="88612"/>
                  </a:lnTo>
                  <a:lnTo>
                    <a:pt x="984724" y="58585"/>
                  </a:lnTo>
                  <a:lnTo>
                    <a:pt x="1019499" y="34007"/>
                  </a:lnTo>
                  <a:lnTo>
                    <a:pt x="1058319" y="15582"/>
                  </a:lnTo>
                  <a:lnTo>
                    <a:pt x="1100482" y="4012"/>
                  </a:lnTo>
                  <a:lnTo>
                    <a:pt x="1145285" y="0"/>
                  </a:lnTo>
                  <a:lnTo>
                    <a:pt x="1190089" y="4012"/>
                  </a:lnTo>
                  <a:lnTo>
                    <a:pt x="1232252" y="15582"/>
                  </a:lnTo>
                  <a:lnTo>
                    <a:pt x="1271072" y="34007"/>
                  </a:lnTo>
                  <a:lnTo>
                    <a:pt x="1305847" y="58585"/>
                  </a:lnTo>
                  <a:lnTo>
                    <a:pt x="1335874" y="88612"/>
                  </a:lnTo>
                  <a:lnTo>
                    <a:pt x="1360452" y="123387"/>
                  </a:lnTo>
                  <a:lnTo>
                    <a:pt x="1378877" y="162207"/>
                  </a:lnTo>
                  <a:lnTo>
                    <a:pt x="1390447" y="204370"/>
                  </a:lnTo>
                  <a:lnTo>
                    <a:pt x="1394459" y="249174"/>
                  </a:lnTo>
                  <a:lnTo>
                    <a:pt x="1390447" y="293977"/>
                  </a:lnTo>
                  <a:lnTo>
                    <a:pt x="1378877" y="336140"/>
                  </a:lnTo>
                  <a:lnTo>
                    <a:pt x="1360452" y="374960"/>
                  </a:lnTo>
                  <a:lnTo>
                    <a:pt x="1335874" y="409735"/>
                  </a:lnTo>
                  <a:lnTo>
                    <a:pt x="1305847" y="439762"/>
                  </a:lnTo>
                  <a:lnTo>
                    <a:pt x="1271072" y="464340"/>
                  </a:lnTo>
                  <a:lnTo>
                    <a:pt x="1232252" y="482765"/>
                  </a:lnTo>
                  <a:lnTo>
                    <a:pt x="1190089" y="494335"/>
                  </a:lnTo>
                  <a:lnTo>
                    <a:pt x="1145285" y="498348"/>
                  </a:lnTo>
                  <a:lnTo>
                    <a:pt x="1100482" y="494335"/>
                  </a:lnTo>
                  <a:lnTo>
                    <a:pt x="1058319" y="482765"/>
                  </a:lnTo>
                  <a:lnTo>
                    <a:pt x="1019499" y="464340"/>
                  </a:lnTo>
                  <a:lnTo>
                    <a:pt x="984724" y="439762"/>
                  </a:lnTo>
                  <a:lnTo>
                    <a:pt x="954697" y="409735"/>
                  </a:lnTo>
                  <a:lnTo>
                    <a:pt x="930119" y="374960"/>
                  </a:lnTo>
                  <a:lnTo>
                    <a:pt x="911694" y="336140"/>
                  </a:lnTo>
                  <a:lnTo>
                    <a:pt x="900124" y="293977"/>
                  </a:lnTo>
                  <a:lnTo>
                    <a:pt x="896111" y="249174"/>
                  </a:lnTo>
                  <a:close/>
                </a:path>
                <a:path w="4978400" h="2704465">
                  <a:moveTo>
                    <a:pt x="498348" y="249174"/>
                  </a:moveTo>
                  <a:lnTo>
                    <a:pt x="895476" y="249174"/>
                  </a:lnTo>
                </a:path>
                <a:path w="4978400" h="2704465">
                  <a:moveTo>
                    <a:pt x="1791461" y="249174"/>
                  </a:moveTo>
                  <a:lnTo>
                    <a:pt x="1795483" y="204370"/>
                  </a:lnTo>
                  <a:lnTo>
                    <a:pt x="1807078" y="162207"/>
                  </a:lnTo>
                  <a:lnTo>
                    <a:pt x="1825540" y="123387"/>
                  </a:lnTo>
                  <a:lnTo>
                    <a:pt x="1850164" y="88612"/>
                  </a:lnTo>
                  <a:lnTo>
                    <a:pt x="1880244" y="58585"/>
                  </a:lnTo>
                  <a:lnTo>
                    <a:pt x="1915075" y="34007"/>
                  </a:lnTo>
                  <a:lnTo>
                    <a:pt x="1953951" y="15582"/>
                  </a:lnTo>
                  <a:lnTo>
                    <a:pt x="1996167" y="4012"/>
                  </a:lnTo>
                  <a:lnTo>
                    <a:pt x="2041017" y="0"/>
                  </a:lnTo>
                  <a:lnTo>
                    <a:pt x="2085866" y="4012"/>
                  </a:lnTo>
                  <a:lnTo>
                    <a:pt x="2128082" y="15582"/>
                  </a:lnTo>
                  <a:lnTo>
                    <a:pt x="2166958" y="34007"/>
                  </a:lnTo>
                  <a:lnTo>
                    <a:pt x="2201789" y="58585"/>
                  </a:lnTo>
                  <a:lnTo>
                    <a:pt x="2231869" y="88612"/>
                  </a:lnTo>
                  <a:lnTo>
                    <a:pt x="2256493" y="123387"/>
                  </a:lnTo>
                  <a:lnTo>
                    <a:pt x="2274955" y="162207"/>
                  </a:lnTo>
                  <a:lnTo>
                    <a:pt x="2286550" y="204370"/>
                  </a:lnTo>
                  <a:lnTo>
                    <a:pt x="2290572" y="249174"/>
                  </a:lnTo>
                  <a:lnTo>
                    <a:pt x="2286550" y="293977"/>
                  </a:lnTo>
                  <a:lnTo>
                    <a:pt x="2274955" y="336140"/>
                  </a:lnTo>
                  <a:lnTo>
                    <a:pt x="2256493" y="374960"/>
                  </a:lnTo>
                  <a:lnTo>
                    <a:pt x="2231869" y="409735"/>
                  </a:lnTo>
                  <a:lnTo>
                    <a:pt x="2201789" y="439762"/>
                  </a:lnTo>
                  <a:lnTo>
                    <a:pt x="2166958" y="464340"/>
                  </a:lnTo>
                  <a:lnTo>
                    <a:pt x="2128082" y="482765"/>
                  </a:lnTo>
                  <a:lnTo>
                    <a:pt x="2085866" y="494335"/>
                  </a:lnTo>
                  <a:lnTo>
                    <a:pt x="2041017" y="498348"/>
                  </a:lnTo>
                  <a:lnTo>
                    <a:pt x="1996167" y="494335"/>
                  </a:lnTo>
                  <a:lnTo>
                    <a:pt x="1953951" y="482765"/>
                  </a:lnTo>
                  <a:lnTo>
                    <a:pt x="1915075" y="464340"/>
                  </a:lnTo>
                  <a:lnTo>
                    <a:pt x="1880244" y="439762"/>
                  </a:lnTo>
                  <a:lnTo>
                    <a:pt x="1850164" y="409735"/>
                  </a:lnTo>
                  <a:lnTo>
                    <a:pt x="1825540" y="374960"/>
                  </a:lnTo>
                  <a:lnTo>
                    <a:pt x="1807078" y="336140"/>
                  </a:lnTo>
                  <a:lnTo>
                    <a:pt x="1795483" y="293977"/>
                  </a:lnTo>
                  <a:lnTo>
                    <a:pt x="1791461" y="249174"/>
                  </a:lnTo>
                  <a:close/>
                </a:path>
                <a:path w="4978400" h="2704465">
                  <a:moveTo>
                    <a:pt x="1394459" y="249174"/>
                  </a:moveTo>
                  <a:lnTo>
                    <a:pt x="1791588" y="249174"/>
                  </a:lnTo>
                </a:path>
                <a:path w="4978400" h="2704465">
                  <a:moveTo>
                    <a:pt x="2687574" y="249174"/>
                  </a:moveTo>
                  <a:lnTo>
                    <a:pt x="2691595" y="204370"/>
                  </a:lnTo>
                  <a:lnTo>
                    <a:pt x="2703190" y="162207"/>
                  </a:lnTo>
                  <a:lnTo>
                    <a:pt x="2721652" y="123387"/>
                  </a:lnTo>
                  <a:lnTo>
                    <a:pt x="2746276" y="88612"/>
                  </a:lnTo>
                  <a:lnTo>
                    <a:pt x="2776356" y="58585"/>
                  </a:lnTo>
                  <a:lnTo>
                    <a:pt x="2811187" y="34007"/>
                  </a:lnTo>
                  <a:lnTo>
                    <a:pt x="2850063" y="15582"/>
                  </a:lnTo>
                  <a:lnTo>
                    <a:pt x="2892279" y="4012"/>
                  </a:lnTo>
                  <a:lnTo>
                    <a:pt x="2937129" y="0"/>
                  </a:lnTo>
                  <a:lnTo>
                    <a:pt x="2981978" y="4012"/>
                  </a:lnTo>
                  <a:lnTo>
                    <a:pt x="3024194" y="15582"/>
                  </a:lnTo>
                  <a:lnTo>
                    <a:pt x="3063070" y="34007"/>
                  </a:lnTo>
                  <a:lnTo>
                    <a:pt x="3097901" y="58585"/>
                  </a:lnTo>
                  <a:lnTo>
                    <a:pt x="3127981" y="88612"/>
                  </a:lnTo>
                  <a:lnTo>
                    <a:pt x="3152605" y="123387"/>
                  </a:lnTo>
                  <a:lnTo>
                    <a:pt x="3171067" y="162207"/>
                  </a:lnTo>
                  <a:lnTo>
                    <a:pt x="3182662" y="204370"/>
                  </a:lnTo>
                  <a:lnTo>
                    <a:pt x="3186683" y="249174"/>
                  </a:lnTo>
                  <a:lnTo>
                    <a:pt x="3182662" y="293977"/>
                  </a:lnTo>
                  <a:lnTo>
                    <a:pt x="3171067" y="336140"/>
                  </a:lnTo>
                  <a:lnTo>
                    <a:pt x="3152605" y="374960"/>
                  </a:lnTo>
                  <a:lnTo>
                    <a:pt x="3127981" y="409735"/>
                  </a:lnTo>
                  <a:lnTo>
                    <a:pt x="3097901" y="439762"/>
                  </a:lnTo>
                  <a:lnTo>
                    <a:pt x="3063070" y="464340"/>
                  </a:lnTo>
                  <a:lnTo>
                    <a:pt x="3024194" y="482765"/>
                  </a:lnTo>
                  <a:lnTo>
                    <a:pt x="2981978" y="494335"/>
                  </a:lnTo>
                  <a:lnTo>
                    <a:pt x="2937129" y="498348"/>
                  </a:lnTo>
                  <a:lnTo>
                    <a:pt x="2892279" y="494335"/>
                  </a:lnTo>
                  <a:lnTo>
                    <a:pt x="2850063" y="482765"/>
                  </a:lnTo>
                  <a:lnTo>
                    <a:pt x="2811187" y="464340"/>
                  </a:lnTo>
                  <a:lnTo>
                    <a:pt x="2776356" y="439762"/>
                  </a:lnTo>
                  <a:lnTo>
                    <a:pt x="2746276" y="409735"/>
                  </a:lnTo>
                  <a:lnTo>
                    <a:pt x="2721652" y="374960"/>
                  </a:lnTo>
                  <a:lnTo>
                    <a:pt x="2703190" y="336140"/>
                  </a:lnTo>
                  <a:lnTo>
                    <a:pt x="2691595" y="293977"/>
                  </a:lnTo>
                  <a:lnTo>
                    <a:pt x="2687574" y="249174"/>
                  </a:lnTo>
                  <a:close/>
                </a:path>
                <a:path w="4978400" h="2704465">
                  <a:moveTo>
                    <a:pt x="2290572" y="249174"/>
                  </a:moveTo>
                  <a:lnTo>
                    <a:pt x="2687701" y="249174"/>
                  </a:lnTo>
                </a:path>
                <a:path w="4978400" h="2704465">
                  <a:moveTo>
                    <a:pt x="3583685" y="249174"/>
                  </a:moveTo>
                  <a:lnTo>
                    <a:pt x="3587698" y="204370"/>
                  </a:lnTo>
                  <a:lnTo>
                    <a:pt x="3599268" y="162207"/>
                  </a:lnTo>
                  <a:lnTo>
                    <a:pt x="3617693" y="123387"/>
                  </a:lnTo>
                  <a:lnTo>
                    <a:pt x="3642271" y="88612"/>
                  </a:lnTo>
                  <a:lnTo>
                    <a:pt x="3672298" y="58585"/>
                  </a:lnTo>
                  <a:lnTo>
                    <a:pt x="3707073" y="34007"/>
                  </a:lnTo>
                  <a:lnTo>
                    <a:pt x="3745893" y="15582"/>
                  </a:lnTo>
                  <a:lnTo>
                    <a:pt x="3788056" y="4012"/>
                  </a:lnTo>
                  <a:lnTo>
                    <a:pt x="3832859" y="0"/>
                  </a:lnTo>
                  <a:lnTo>
                    <a:pt x="3877663" y="4012"/>
                  </a:lnTo>
                  <a:lnTo>
                    <a:pt x="3919826" y="15582"/>
                  </a:lnTo>
                  <a:lnTo>
                    <a:pt x="3958646" y="34007"/>
                  </a:lnTo>
                  <a:lnTo>
                    <a:pt x="3993421" y="58585"/>
                  </a:lnTo>
                  <a:lnTo>
                    <a:pt x="4023448" y="88612"/>
                  </a:lnTo>
                  <a:lnTo>
                    <a:pt x="4048026" y="123387"/>
                  </a:lnTo>
                  <a:lnTo>
                    <a:pt x="4066451" y="162207"/>
                  </a:lnTo>
                  <a:lnTo>
                    <a:pt x="4078021" y="204370"/>
                  </a:lnTo>
                  <a:lnTo>
                    <a:pt x="4082033" y="249174"/>
                  </a:lnTo>
                  <a:lnTo>
                    <a:pt x="4078021" y="293977"/>
                  </a:lnTo>
                  <a:lnTo>
                    <a:pt x="4066451" y="336140"/>
                  </a:lnTo>
                  <a:lnTo>
                    <a:pt x="4048026" y="374960"/>
                  </a:lnTo>
                  <a:lnTo>
                    <a:pt x="4023448" y="409735"/>
                  </a:lnTo>
                  <a:lnTo>
                    <a:pt x="3993421" y="439762"/>
                  </a:lnTo>
                  <a:lnTo>
                    <a:pt x="3958646" y="464340"/>
                  </a:lnTo>
                  <a:lnTo>
                    <a:pt x="3919826" y="482765"/>
                  </a:lnTo>
                  <a:lnTo>
                    <a:pt x="3877663" y="494335"/>
                  </a:lnTo>
                  <a:lnTo>
                    <a:pt x="3832859" y="498348"/>
                  </a:lnTo>
                  <a:lnTo>
                    <a:pt x="3788056" y="494335"/>
                  </a:lnTo>
                  <a:lnTo>
                    <a:pt x="3745893" y="482765"/>
                  </a:lnTo>
                  <a:lnTo>
                    <a:pt x="3707073" y="464340"/>
                  </a:lnTo>
                  <a:lnTo>
                    <a:pt x="3672298" y="439762"/>
                  </a:lnTo>
                  <a:lnTo>
                    <a:pt x="3642271" y="409735"/>
                  </a:lnTo>
                  <a:lnTo>
                    <a:pt x="3617693" y="374960"/>
                  </a:lnTo>
                  <a:lnTo>
                    <a:pt x="3599268" y="336140"/>
                  </a:lnTo>
                  <a:lnTo>
                    <a:pt x="3587698" y="293977"/>
                  </a:lnTo>
                  <a:lnTo>
                    <a:pt x="3583685" y="249174"/>
                  </a:lnTo>
                  <a:close/>
                </a:path>
                <a:path w="4978400" h="2704465">
                  <a:moveTo>
                    <a:pt x="3186683" y="249174"/>
                  </a:moveTo>
                  <a:lnTo>
                    <a:pt x="3583812" y="249174"/>
                  </a:lnTo>
                </a:path>
                <a:path w="4978400" h="2704465">
                  <a:moveTo>
                    <a:pt x="4479798" y="249174"/>
                  </a:moveTo>
                  <a:lnTo>
                    <a:pt x="4483810" y="204370"/>
                  </a:lnTo>
                  <a:lnTo>
                    <a:pt x="4495380" y="162207"/>
                  </a:lnTo>
                  <a:lnTo>
                    <a:pt x="4513805" y="123387"/>
                  </a:lnTo>
                  <a:lnTo>
                    <a:pt x="4538383" y="88612"/>
                  </a:lnTo>
                  <a:lnTo>
                    <a:pt x="4568410" y="58585"/>
                  </a:lnTo>
                  <a:lnTo>
                    <a:pt x="4603185" y="34007"/>
                  </a:lnTo>
                  <a:lnTo>
                    <a:pt x="4642005" y="15582"/>
                  </a:lnTo>
                  <a:lnTo>
                    <a:pt x="4684168" y="4012"/>
                  </a:lnTo>
                  <a:lnTo>
                    <a:pt x="4728972" y="0"/>
                  </a:lnTo>
                  <a:lnTo>
                    <a:pt x="4773775" y="4012"/>
                  </a:lnTo>
                  <a:lnTo>
                    <a:pt x="4815938" y="15582"/>
                  </a:lnTo>
                  <a:lnTo>
                    <a:pt x="4854758" y="34007"/>
                  </a:lnTo>
                  <a:lnTo>
                    <a:pt x="4889533" y="58585"/>
                  </a:lnTo>
                  <a:lnTo>
                    <a:pt x="4919560" y="88612"/>
                  </a:lnTo>
                  <a:lnTo>
                    <a:pt x="4944138" y="123387"/>
                  </a:lnTo>
                  <a:lnTo>
                    <a:pt x="4962563" y="162207"/>
                  </a:lnTo>
                  <a:lnTo>
                    <a:pt x="4974133" y="204370"/>
                  </a:lnTo>
                  <a:lnTo>
                    <a:pt x="4978146" y="249174"/>
                  </a:lnTo>
                  <a:lnTo>
                    <a:pt x="4974133" y="293977"/>
                  </a:lnTo>
                  <a:lnTo>
                    <a:pt x="4962563" y="336140"/>
                  </a:lnTo>
                  <a:lnTo>
                    <a:pt x="4944138" y="374960"/>
                  </a:lnTo>
                  <a:lnTo>
                    <a:pt x="4919560" y="409735"/>
                  </a:lnTo>
                  <a:lnTo>
                    <a:pt x="4889533" y="439762"/>
                  </a:lnTo>
                  <a:lnTo>
                    <a:pt x="4854758" y="464340"/>
                  </a:lnTo>
                  <a:lnTo>
                    <a:pt x="4815938" y="482765"/>
                  </a:lnTo>
                  <a:lnTo>
                    <a:pt x="4773775" y="494335"/>
                  </a:lnTo>
                  <a:lnTo>
                    <a:pt x="4728972" y="498348"/>
                  </a:lnTo>
                  <a:lnTo>
                    <a:pt x="4684168" y="494335"/>
                  </a:lnTo>
                  <a:lnTo>
                    <a:pt x="4642005" y="482765"/>
                  </a:lnTo>
                  <a:lnTo>
                    <a:pt x="4603185" y="464340"/>
                  </a:lnTo>
                  <a:lnTo>
                    <a:pt x="4568410" y="439762"/>
                  </a:lnTo>
                  <a:lnTo>
                    <a:pt x="4538383" y="409735"/>
                  </a:lnTo>
                  <a:lnTo>
                    <a:pt x="4513805" y="374960"/>
                  </a:lnTo>
                  <a:lnTo>
                    <a:pt x="4495380" y="336140"/>
                  </a:lnTo>
                  <a:lnTo>
                    <a:pt x="4483810" y="293977"/>
                  </a:lnTo>
                  <a:lnTo>
                    <a:pt x="4479798" y="249174"/>
                  </a:lnTo>
                  <a:close/>
                </a:path>
                <a:path w="4978400" h="2704465">
                  <a:moveTo>
                    <a:pt x="4082033" y="249174"/>
                  </a:moveTo>
                  <a:lnTo>
                    <a:pt x="4479162" y="249174"/>
                  </a:lnTo>
                </a:path>
                <a:path w="4978400" h="2704465">
                  <a:moveTo>
                    <a:pt x="896111" y="983361"/>
                  </a:moveTo>
                  <a:lnTo>
                    <a:pt x="900124" y="938511"/>
                  </a:lnTo>
                  <a:lnTo>
                    <a:pt x="911694" y="896295"/>
                  </a:lnTo>
                  <a:lnTo>
                    <a:pt x="930119" y="857419"/>
                  </a:lnTo>
                  <a:lnTo>
                    <a:pt x="954697" y="822588"/>
                  </a:lnTo>
                  <a:lnTo>
                    <a:pt x="984724" y="792508"/>
                  </a:lnTo>
                  <a:lnTo>
                    <a:pt x="1019499" y="767884"/>
                  </a:lnTo>
                  <a:lnTo>
                    <a:pt x="1058319" y="749422"/>
                  </a:lnTo>
                  <a:lnTo>
                    <a:pt x="1100482" y="737827"/>
                  </a:lnTo>
                  <a:lnTo>
                    <a:pt x="1145285" y="733805"/>
                  </a:lnTo>
                  <a:lnTo>
                    <a:pt x="1190089" y="737827"/>
                  </a:lnTo>
                  <a:lnTo>
                    <a:pt x="1232252" y="749422"/>
                  </a:lnTo>
                  <a:lnTo>
                    <a:pt x="1271072" y="767884"/>
                  </a:lnTo>
                  <a:lnTo>
                    <a:pt x="1305847" y="792508"/>
                  </a:lnTo>
                  <a:lnTo>
                    <a:pt x="1335874" y="822588"/>
                  </a:lnTo>
                  <a:lnTo>
                    <a:pt x="1360452" y="857419"/>
                  </a:lnTo>
                  <a:lnTo>
                    <a:pt x="1378877" y="896295"/>
                  </a:lnTo>
                  <a:lnTo>
                    <a:pt x="1390447" y="938511"/>
                  </a:lnTo>
                  <a:lnTo>
                    <a:pt x="1394459" y="983361"/>
                  </a:lnTo>
                  <a:lnTo>
                    <a:pt x="1390447" y="1028210"/>
                  </a:lnTo>
                  <a:lnTo>
                    <a:pt x="1378877" y="1070426"/>
                  </a:lnTo>
                  <a:lnTo>
                    <a:pt x="1360452" y="1109302"/>
                  </a:lnTo>
                  <a:lnTo>
                    <a:pt x="1335874" y="1144133"/>
                  </a:lnTo>
                  <a:lnTo>
                    <a:pt x="1305847" y="1174213"/>
                  </a:lnTo>
                  <a:lnTo>
                    <a:pt x="1271072" y="1198837"/>
                  </a:lnTo>
                  <a:lnTo>
                    <a:pt x="1232252" y="1217299"/>
                  </a:lnTo>
                  <a:lnTo>
                    <a:pt x="1190089" y="1228894"/>
                  </a:lnTo>
                  <a:lnTo>
                    <a:pt x="1145285" y="1232915"/>
                  </a:lnTo>
                  <a:lnTo>
                    <a:pt x="1100482" y="1228894"/>
                  </a:lnTo>
                  <a:lnTo>
                    <a:pt x="1058319" y="1217299"/>
                  </a:lnTo>
                  <a:lnTo>
                    <a:pt x="1019499" y="1198837"/>
                  </a:lnTo>
                  <a:lnTo>
                    <a:pt x="984724" y="1174213"/>
                  </a:lnTo>
                  <a:lnTo>
                    <a:pt x="954697" y="1144133"/>
                  </a:lnTo>
                  <a:lnTo>
                    <a:pt x="930119" y="1109302"/>
                  </a:lnTo>
                  <a:lnTo>
                    <a:pt x="911694" y="1070426"/>
                  </a:lnTo>
                  <a:lnTo>
                    <a:pt x="900124" y="1028210"/>
                  </a:lnTo>
                  <a:lnTo>
                    <a:pt x="896111" y="983361"/>
                  </a:lnTo>
                  <a:close/>
                </a:path>
                <a:path w="4978400" h="2704465">
                  <a:moveTo>
                    <a:pt x="1145285" y="498348"/>
                  </a:moveTo>
                  <a:lnTo>
                    <a:pt x="1145285" y="733933"/>
                  </a:lnTo>
                </a:path>
                <a:path w="4978400" h="2704465">
                  <a:moveTo>
                    <a:pt x="1791461" y="983361"/>
                  </a:moveTo>
                  <a:lnTo>
                    <a:pt x="1795483" y="938511"/>
                  </a:lnTo>
                  <a:lnTo>
                    <a:pt x="1807078" y="896295"/>
                  </a:lnTo>
                  <a:lnTo>
                    <a:pt x="1825540" y="857419"/>
                  </a:lnTo>
                  <a:lnTo>
                    <a:pt x="1850164" y="822588"/>
                  </a:lnTo>
                  <a:lnTo>
                    <a:pt x="1880244" y="792508"/>
                  </a:lnTo>
                  <a:lnTo>
                    <a:pt x="1915075" y="767884"/>
                  </a:lnTo>
                  <a:lnTo>
                    <a:pt x="1953951" y="749422"/>
                  </a:lnTo>
                  <a:lnTo>
                    <a:pt x="1996167" y="737827"/>
                  </a:lnTo>
                  <a:lnTo>
                    <a:pt x="2041017" y="733805"/>
                  </a:lnTo>
                  <a:lnTo>
                    <a:pt x="2085866" y="737827"/>
                  </a:lnTo>
                  <a:lnTo>
                    <a:pt x="2128082" y="749422"/>
                  </a:lnTo>
                  <a:lnTo>
                    <a:pt x="2166958" y="767884"/>
                  </a:lnTo>
                  <a:lnTo>
                    <a:pt x="2201789" y="792508"/>
                  </a:lnTo>
                  <a:lnTo>
                    <a:pt x="2231869" y="822588"/>
                  </a:lnTo>
                  <a:lnTo>
                    <a:pt x="2256493" y="857419"/>
                  </a:lnTo>
                  <a:lnTo>
                    <a:pt x="2274955" y="896295"/>
                  </a:lnTo>
                  <a:lnTo>
                    <a:pt x="2286550" y="938511"/>
                  </a:lnTo>
                  <a:lnTo>
                    <a:pt x="2290572" y="983361"/>
                  </a:lnTo>
                  <a:lnTo>
                    <a:pt x="2286550" y="1028210"/>
                  </a:lnTo>
                  <a:lnTo>
                    <a:pt x="2274955" y="1070426"/>
                  </a:lnTo>
                  <a:lnTo>
                    <a:pt x="2256493" y="1109302"/>
                  </a:lnTo>
                  <a:lnTo>
                    <a:pt x="2231869" y="1144133"/>
                  </a:lnTo>
                  <a:lnTo>
                    <a:pt x="2201789" y="1174213"/>
                  </a:lnTo>
                  <a:lnTo>
                    <a:pt x="2166958" y="1198837"/>
                  </a:lnTo>
                  <a:lnTo>
                    <a:pt x="2128082" y="1217299"/>
                  </a:lnTo>
                  <a:lnTo>
                    <a:pt x="2085866" y="1228894"/>
                  </a:lnTo>
                  <a:lnTo>
                    <a:pt x="2041017" y="1232915"/>
                  </a:lnTo>
                  <a:lnTo>
                    <a:pt x="1996167" y="1228894"/>
                  </a:lnTo>
                  <a:lnTo>
                    <a:pt x="1953951" y="1217299"/>
                  </a:lnTo>
                  <a:lnTo>
                    <a:pt x="1915075" y="1198837"/>
                  </a:lnTo>
                  <a:lnTo>
                    <a:pt x="1880244" y="1174213"/>
                  </a:lnTo>
                  <a:lnTo>
                    <a:pt x="1850164" y="1144133"/>
                  </a:lnTo>
                  <a:lnTo>
                    <a:pt x="1825540" y="1109302"/>
                  </a:lnTo>
                  <a:lnTo>
                    <a:pt x="1807078" y="1070426"/>
                  </a:lnTo>
                  <a:lnTo>
                    <a:pt x="1795483" y="1028210"/>
                  </a:lnTo>
                  <a:lnTo>
                    <a:pt x="1791461" y="983361"/>
                  </a:lnTo>
                  <a:close/>
                </a:path>
                <a:path w="4978400" h="2704465">
                  <a:moveTo>
                    <a:pt x="2041398" y="477774"/>
                  </a:moveTo>
                  <a:lnTo>
                    <a:pt x="2041398" y="733805"/>
                  </a:lnTo>
                </a:path>
                <a:path w="4978400" h="2704465">
                  <a:moveTo>
                    <a:pt x="2687574" y="983361"/>
                  </a:moveTo>
                  <a:lnTo>
                    <a:pt x="2691595" y="938511"/>
                  </a:lnTo>
                  <a:lnTo>
                    <a:pt x="2703190" y="896295"/>
                  </a:lnTo>
                  <a:lnTo>
                    <a:pt x="2721652" y="857419"/>
                  </a:lnTo>
                  <a:lnTo>
                    <a:pt x="2746276" y="822588"/>
                  </a:lnTo>
                  <a:lnTo>
                    <a:pt x="2776356" y="792508"/>
                  </a:lnTo>
                  <a:lnTo>
                    <a:pt x="2811187" y="767884"/>
                  </a:lnTo>
                  <a:lnTo>
                    <a:pt x="2850063" y="749422"/>
                  </a:lnTo>
                  <a:lnTo>
                    <a:pt x="2892279" y="737827"/>
                  </a:lnTo>
                  <a:lnTo>
                    <a:pt x="2937129" y="733805"/>
                  </a:lnTo>
                  <a:lnTo>
                    <a:pt x="2981978" y="737827"/>
                  </a:lnTo>
                  <a:lnTo>
                    <a:pt x="3024194" y="749422"/>
                  </a:lnTo>
                  <a:lnTo>
                    <a:pt x="3063070" y="767884"/>
                  </a:lnTo>
                  <a:lnTo>
                    <a:pt x="3097901" y="792508"/>
                  </a:lnTo>
                  <a:lnTo>
                    <a:pt x="3127981" y="822588"/>
                  </a:lnTo>
                  <a:lnTo>
                    <a:pt x="3152605" y="857419"/>
                  </a:lnTo>
                  <a:lnTo>
                    <a:pt x="3171067" y="896295"/>
                  </a:lnTo>
                  <a:lnTo>
                    <a:pt x="3182662" y="938511"/>
                  </a:lnTo>
                  <a:lnTo>
                    <a:pt x="3186683" y="983361"/>
                  </a:lnTo>
                  <a:lnTo>
                    <a:pt x="3182662" y="1028210"/>
                  </a:lnTo>
                  <a:lnTo>
                    <a:pt x="3171067" y="1070426"/>
                  </a:lnTo>
                  <a:lnTo>
                    <a:pt x="3152605" y="1109302"/>
                  </a:lnTo>
                  <a:lnTo>
                    <a:pt x="3127981" y="1144133"/>
                  </a:lnTo>
                  <a:lnTo>
                    <a:pt x="3097901" y="1174213"/>
                  </a:lnTo>
                  <a:lnTo>
                    <a:pt x="3063070" y="1198837"/>
                  </a:lnTo>
                  <a:lnTo>
                    <a:pt x="3024194" y="1217299"/>
                  </a:lnTo>
                  <a:lnTo>
                    <a:pt x="2981978" y="1228894"/>
                  </a:lnTo>
                  <a:lnTo>
                    <a:pt x="2937129" y="1232915"/>
                  </a:lnTo>
                  <a:lnTo>
                    <a:pt x="2892279" y="1228894"/>
                  </a:lnTo>
                  <a:lnTo>
                    <a:pt x="2850063" y="1217299"/>
                  </a:lnTo>
                  <a:lnTo>
                    <a:pt x="2811187" y="1198837"/>
                  </a:lnTo>
                  <a:lnTo>
                    <a:pt x="2776356" y="1174213"/>
                  </a:lnTo>
                  <a:lnTo>
                    <a:pt x="2746276" y="1144133"/>
                  </a:lnTo>
                  <a:lnTo>
                    <a:pt x="2721652" y="1109302"/>
                  </a:lnTo>
                  <a:lnTo>
                    <a:pt x="2703190" y="1070426"/>
                  </a:lnTo>
                  <a:lnTo>
                    <a:pt x="2691595" y="1028210"/>
                  </a:lnTo>
                  <a:lnTo>
                    <a:pt x="2687574" y="983361"/>
                  </a:lnTo>
                  <a:close/>
                </a:path>
                <a:path w="4978400" h="2704465">
                  <a:moveTo>
                    <a:pt x="2936748" y="477774"/>
                  </a:moveTo>
                  <a:lnTo>
                    <a:pt x="2936748" y="733805"/>
                  </a:lnTo>
                </a:path>
                <a:path w="4978400" h="2704465">
                  <a:moveTo>
                    <a:pt x="3583685" y="983361"/>
                  </a:moveTo>
                  <a:lnTo>
                    <a:pt x="3587698" y="938511"/>
                  </a:lnTo>
                  <a:lnTo>
                    <a:pt x="3599268" y="896295"/>
                  </a:lnTo>
                  <a:lnTo>
                    <a:pt x="3617693" y="857419"/>
                  </a:lnTo>
                  <a:lnTo>
                    <a:pt x="3642271" y="822588"/>
                  </a:lnTo>
                  <a:lnTo>
                    <a:pt x="3672298" y="792508"/>
                  </a:lnTo>
                  <a:lnTo>
                    <a:pt x="3707073" y="767884"/>
                  </a:lnTo>
                  <a:lnTo>
                    <a:pt x="3745893" y="749422"/>
                  </a:lnTo>
                  <a:lnTo>
                    <a:pt x="3788056" y="737827"/>
                  </a:lnTo>
                  <a:lnTo>
                    <a:pt x="3832859" y="733805"/>
                  </a:lnTo>
                  <a:lnTo>
                    <a:pt x="3877663" y="737827"/>
                  </a:lnTo>
                  <a:lnTo>
                    <a:pt x="3919826" y="749422"/>
                  </a:lnTo>
                  <a:lnTo>
                    <a:pt x="3958646" y="767884"/>
                  </a:lnTo>
                  <a:lnTo>
                    <a:pt x="3993421" y="792508"/>
                  </a:lnTo>
                  <a:lnTo>
                    <a:pt x="4023448" y="822588"/>
                  </a:lnTo>
                  <a:lnTo>
                    <a:pt x="4048026" y="857419"/>
                  </a:lnTo>
                  <a:lnTo>
                    <a:pt x="4066451" y="896295"/>
                  </a:lnTo>
                  <a:lnTo>
                    <a:pt x="4078021" y="938511"/>
                  </a:lnTo>
                  <a:lnTo>
                    <a:pt x="4082033" y="983361"/>
                  </a:lnTo>
                  <a:lnTo>
                    <a:pt x="4078021" y="1028210"/>
                  </a:lnTo>
                  <a:lnTo>
                    <a:pt x="4066451" y="1070426"/>
                  </a:lnTo>
                  <a:lnTo>
                    <a:pt x="4048026" y="1109302"/>
                  </a:lnTo>
                  <a:lnTo>
                    <a:pt x="4023448" y="1144133"/>
                  </a:lnTo>
                  <a:lnTo>
                    <a:pt x="3993421" y="1174213"/>
                  </a:lnTo>
                  <a:lnTo>
                    <a:pt x="3958646" y="1198837"/>
                  </a:lnTo>
                  <a:lnTo>
                    <a:pt x="3919826" y="1217299"/>
                  </a:lnTo>
                  <a:lnTo>
                    <a:pt x="3877663" y="1228894"/>
                  </a:lnTo>
                  <a:lnTo>
                    <a:pt x="3832859" y="1232915"/>
                  </a:lnTo>
                  <a:lnTo>
                    <a:pt x="3788056" y="1228894"/>
                  </a:lnTo>
                  <a:lnTo>
                    <a:pt x="3745893" y="1217299"/>
                  </a:lnTo>
                  <a:lnTo>
                    <a:pt x="3707073" y="1198837"/>
                  </a:lnTo>
                  <a:lnTo>
                    <a:pt x="3672298" y="1174213"/>
                  </a:lnTo>
                  <a:lnTo>
                    <a:pt x="3642271" y="1144133"/>
                  </a:lnTo>
                  <a:lnTo>
                    <a:pt x="3617693" y="1109302"/>
                  </a:lnTo>
                  <a:lnTo>
                    <a:pt x="3599268" y="1070426"/>
                  </a:lnTo>
                  <a:lnTo>
                    <a:pt x="3587698" y="1028210"/>
                  </a:lnTo>
                  <a:lnTo>
                    <a:pt x="3583685" y="983361"/>
                  </a:lnTo>
                  <a:close/>
                </a:path>
                <a:path w="4978400" h="2704465">
                  <a:moveTo>
                    <a:pt x="3832859" y="477774"/>
                  </a:moveTo>
                  <a:lnTo>
                    <a:pt x="3832859" y="733805"/>
                  </a:lnTo>
                </a:path>
                <a:path w="4978400" h="2704465">
                  <a:moveTo>
                    <a:pt x="4479798" y="983361"/>
                  </a:moveTo>
                  <a:lnTo>
                    <a:pt x="4483810" y="938511"/>
                  </a:lnTo>
                  <a:lnTo>
                    <a:pt x="4495380" y="896295"/>
                  </a:lnTo>
                  <a:lnTo>
                    <a:pt x="4513805" y="857419"/>
                  </a:lnTo>
                  <a:lnTo>
                    <a:pt x="4538383" y="822588"/>
                  </a:lnTo>
                  <a:lnTo>
                    <a:pt x="4568410" y="792508"/>
                  </a:lnTo>
                  <a:lnTo>
                    <a:pt x="4603185" y="767884"/>
                  </a:lnTo>
                  <a:lnTo>
                    <a:pt x="4642005" y="749422"/>
                  </a:lnTo>
                  <a:lnTo>
                    <a:pt x="4684168" y="737827"/>
                  </a:lnTo>
                  <a:lnTo>
                    <a:pt x="4728972" y="733805"/>
                  </a:lnTo>
                  <a:lnTo>
                    <a:pt x="4773775" y="737827"/>
                  </a:lnTo>
                  <a:lnTo>
                    <a:pt x="4815938" y="749422"/>
                  </a:lnTo>
                  <a:lnTo>
                    <a:pt x="4854758" y="767884"/>
                  </a:lnTo>
                  <a:lnTo>
                    <a:pt x="4889533" y="792508"/>
                  </a:lnTo>
                  <a:lnTo>
                    <a:pt x="4919560" y="822588"/>
                  </a:lnTo>
                  <a:lnTo>
                    <a:pt x="4944138" y="857419"/>
                  </a:lnTo>
                  <a:lnTo>
                    <a:pt x="4962563" y="896295"/>
                  </a:lnTo>
                  <a:lnTo>
                    <a:pt x="4974133" y="938511"/>
                  </a:lnTo>
                  <a:lnTo>
                    <a:pt x="4978146" y="983361"/>
                  </a:lnTo>
                  <a:lnTo>
                    <a:pt x="4974133" y="1028210"/>
                  </a:lnTo>
                  <a:lnTo>
                    <a:pt x="4962563" y="1070426"/>
                  </a:lnTo>
                  <a:lnTo>
                    <a:pt x="4944138" y="1109302"/>
                  </a:lnTo>
                  <a:lnTo>
                    <a:pt x="4919560" y="1144133"/>
                  </a:lnTo>
                  <a:lnTo>
                    <a:pt x="4889533" y="1174213"/>
                  </a:lnTo>
                  <a:lnTo>
                    <a:pt x="4854758" y="1198837"/>
                  </a:lnTo>
                  <a:lnTo>
                    <a:pt x="4815938" y="1217299"/>
                  </a:lnTo>
                  <a:lnTo>
                    <a:pt x="4773775" y="1228894"/>
                  </a:lnTo>
                  <a:lnTo>
                    <a:pt x="4728972" y="1232915"/>
                  </a:lnTo>
                  <a:lnTo>
                    <a:pt x="4684168" y="1228894"/>
                  </a:lnTo>
                  <a:lnTo>
                    <a:pt x="4642005" y="1217299"/>
                  </a:lnTo>
                  <a:lnTo>
                    <a:pt x="4603185" y="1198837"/>
                  </a:lnTo>
                  <a:lnTo>
                    <a:pt x="4568410" y="1174213"/>
                  </a:lnTo>
                  <a:lnTo>
                    <a:pt x="4538383" y="1144133"/>
                  </a:lnTo>
                  <a:lnTo>
                    <a:pt x="4513805" y="1109302"/>
                  </a:lnTo>
                  <a:lnTo>
                    <a:pt x="4495380" y="1070426"/>
                  </a:lnTo>
                  <a:lnTo>
                    <a:pt x="4483810" y="1028210"/>
                  </a:lnTo>
                  <a:lnTo>
                    <a:pt x="4479798" y="983361"/>
                  </a:lnTo>
                  <a:close/>
                </a:path>
                <a:path w="4978400" h="2704465">
                  <a:moveTo>
                    <a:pt x="4728972" y="498348"/>
                  </a:moveTo>
                  <a:lnTo>
                    <a:pt x="4728972" y="733933"/>
                  </a:lnTo>
                </a:path>
                <a:path w="4978400" h="2704465">
                  <a:moveTo>
                    <a:pt x="498348" y="983741"/>
                  </a:moveTo>
                  <a:lnTo>
                    <a:pt x="895476" y="983741"/>
                  </a:lnTo>
                </a:path>
                <a:path w="4978400" h="2704465">
                  <a:moveTo>
                    <a:pt x="1394459" y="983741"/>
                  </a:moveTo>
                  <a:lnTo>
                    <a:pt x="1791588" y="983741"/>
                  </a:lnTo>
                </a:path>
                <a:path w="4978400" h="2704465">
                  <a:moveTo>
                    <a:pt x="2290572" y="982979"/>
                  </a:moveTo>
                  <a:lnTo>
                    <a:pt x="2687701" y="982979"/>
                  </a:lnTo>
                </a:path>
                <a:path w="4978400" h="2704465">
                  <a:moveTo>
                    <a:pt x="3186683" y="982217"/>
                  </a:moveTo>
                  <a:lnTo>
                    <a:pt x="3583812" y="982217"/>
                  </a:lnTo>
                </a:path>
                <a:path w="4978400" h="2704465">
                  <a:moveTo>
                    <a:pt x="4082033" y="982217"/>
                  </a:moveTo>
                  <a:lnTo>
                    <a:pt x="4479162" y="983361"/>
                  </a:lnTo>
                </a:path>
                <a:path w="4978400" h="2704465">
                  <a:moveTo>
                    <a:pt x="896111" y="1716405"/>
                  </a:moveTo>
                  <a:lnTo>
                    <a:pt x="900124" y="1671555"/>
                  </a:lnTo>
                  <a:lnTo>
                    <a:pt x="911694" y="1629339"/>
                  </a:lnTo>
                  <a:lnTo>
                    <a:pt x="930119" y="1590463"/>
                  </a:lnTo>
                  <a:lnTo>
                    <a:pt x="954697" y="1555632"/>
                  </a:lnTo>
                  <a:lnTo>
                    <a:pt x="984724" y="1525552"/>
                  </a:lnTo>
                  <a:lnTo>
                    <a:pt x="1019499" y="1500928"/>
                  </a:lnTo>
                  <a:lnTo>
                    <a:pt x="1058319" y="1482466"/>
                  </a:lnTo>
                  <a:lnTo>
                    <a:pt x="1100482" y="1470871"/>
                  </a:lnTo>
                  <a:lnTo>
                    <a:pt x="1145285" y="1466850"/>
                  </a:lnTo>
                  <a:lnTo>
                    <a:pt x="1190089" y="1470871"/>
                  </a:lnTo>
                  <a:lnTo>
                    <a:pt x="1232252" y="1482466"/>
                  </a:lnTo>
                  <a:lnTo>
                    <a:pt x="1271072" y="1500928"/>
                  </a:lnTo>
                  <a:lnTo>
                    <a:pt x="1305847" y="1525552"/>
                  </a:lnTo>
                  <a:lnTo>
                    <a:pt x="1335874" y="1555632"/>
                  </a:lnTo>
                  <a:lnTo>
                    <a:pt x="1360452" y="1590463"/>
                  </a:lnTo>
                  <a:lnTo>
                    <a:pt x="1378877" y="1629339"/>
                  </a:lnTo>
                  <a:lnTo>
                    <a:pt x="1390447" y="1671555"/>
                  </a:lnTo>
                  <a:lnTo>
                    <a:pt x="1394459" y="1716405"/>
                  </a:lnTo>
                  <a:lnTo>
                    <a:pt x="1390447" y="1761254"/>
                  </a:lnTo>
                  <a:lnTo>
                    <a:pt x="1378877" y="1803470"/>
                  </a:lnTo>
                  <a:lnTo>
                    <a:pt x="1360452" y="1842346"/>
                  </a:lnTo>
                  <a:lnTo>
                    <a:pt x="1335874" y="1877177"/>
                  </a:lnTo>
                  <a:lnTo>
                    <a:pt x="1305847" y="1907257"/>
                  </a:lnTo>
                  <a:lnTo>
                    <a:pt x="1271072" y="1931881"/>
                  </a:lnTo>
                  <a:lnTo>
                    <a:pt x="1232252" y="1950343"/>
                  </a:lnTo>
                  <a:lnTo>
                    <a:pt x="1190089" y="1961938"/>
                  </a:lnTo>
                  <a:lnTo>
                    <a:pt x="1145285" y="1965959"/>
                  </a:lnTo>
                  <a:lnTo>
                    <a:pt x="1100482" y="1961938"/>
                  </a:lnTo>
                  <a:lnTo>
                    <a:pt x="1058319" y="1950343"/>
                  </a:lnTo>
                  <a:lnTo>
                    <a:pt x="1019499" y="1931881"/>
                  </a:lnTo>
                  <a:lnTo>
                    <a:pt x="984724" y="1907257"/>
                  </a:lnTo>
                  <a:lnTo>
                    <a:pt x="954697" y="1877177"/>
                  </a:lnTo>
                  <a:lnTo>
                    <a:pt x="930119" y="1842346"/>
                  </a:lnTo>
                  <a:lnTo>
                    <a:pt x="911694" y="1803470"/>
                  </a:lnTo>
                  <a:lnTo>
                    <a:pt x="900124" y="1761254"/>
                  </a:lnTo>
                  <a:lnTo>
                    <a:pt x="896111" y="1716405"/>
                  </a:lnTo>
                  <a:close/>
                </a:path>
                <a:path w="4978400" h="2704465">
                  <a:moveTo>
                    <a:pt x="1145285" y="1231391"/>
                  </a:moveTo>
                  <a:lnTo>
                    <a:pt x="1145285" y="1466977"/>
                  </a:lnTo>
                </a:path>
                <a:path w="4978400" h="2704465">
                  <a:moveTo>
                    <a:pt x="1791461" y="1716405"/>
                  </a:moveTo>
                  <a:lnTo>
                    <a:pt x="1795483" y="1671555"/>
                  </a:lnTo>
                  <a:lnTo>
                    <a:pt x="1807078" y="1629339"/>
                  </a:lnTo>
                  <a:lnTo>
                    <a:pt x="1825540" y="1590463"/>
                  </a:lnTo>
                  <a:lnTo>
                    <a:pt x="1850164" y="1555632"/>
                  </a:lnTo>
                  <a:lnTo>
                    <a:pt x="1880244" y="1525552"/>
                  </a:lnTo>
                  <a:lnTo>
                    <a:pt x="1915075" y="1500928"/>
                  </a:lnTo>
                  <a:lnTo>
                    <a:pt x="1953951" y="1482466"/>
                  </a:lnTo>
                  <a:lnTo>
                    <a:pt x="1996167" y="1470871"/>
                  </a:lnTo>
                  <a:lnTo>
                    <a:pt x="2041017" y="1466850"/>
                  </a:lnTo>
                  <a:lnTo>
                    <a:pt x="2085866" y="1470871"/>
                  </a:lnTo>
                  <a:lnTo>
                    <a:pt x="2128082" y="1482466"/>
                  </a:lnTo>
                  <a:lnTo>
                    <a:pt x="2166958" y="1500928"/>
                  </a:lnTo>
                  <a:lnTo>
                    <a:pt x="2201789" y="1525552"/>
                  </a:lnTo>
                  <a:lnTo>
                    <a:pt x="2231869" y="1555632"/>
                  </a:lnTo>
                  <a:lnTo>
                    <a:pt x="2256493" y="1590463"/>
                  </a:lnTo>
                  <a:lnTo>
                    <a:pt x="2274955" y="1629339"/>
                  </a:lnTo>
                  <a:lnTo>
                    <a:pt x="2286550" y="1671555"/>
                  </a:lnTo>
                  <a:lnTo>
                    <a:pt x="2290572" y="1716405"/>
                  </a:lnTo>
                  <a:lnTo>
                    <a:pt x="2286550" y="1761254"/>
                  </a:lnTo>
                  <a:lnTo>
                    <a:pt x="2274955" y="1803470"/>
                  </a:lnTo>
                  <a:lnTo>
                    <a:pt x="2256493" y="1842346"/>
                  </a:lnTo>
                  <a:lnTo>
                    <a:pt x="2231869" y="1877177"/>
                  </a:lnTo>
                  <a:lnTo>
                    <a:pt x="2201789" y="1907257"/>
                  </a:lnTo>
                  <a:lnTo>
                    <a:pt x="2166958" y="1931881"/>
                  </a:lnTo>
                  <a:lnTo>
                    <a:pt x="2128082" y="1950343"/>
                  </a:lnTo>
                  <a:lnTo>
                    <a:pt x="2085866" y="1961938"/>
                  </a:lnTo>
                  <a:lnTo>
                    <a:pt x="2041017" y="1965959"/>
                  </a:lnTo>
                  <a:lnTo>
                    <a:pt x="1996167" y="1961938"/>
                  </a:lnTo>
                  <a:lnTo>
                    <a:pt x="1953951" y="1950343"/>
                  </a:lnTo>
                  <a:lnTo>
                    <a:pt x="1915075" y="1931881"/>
                  </a:lnTo>
                  <a:lnTo>
                    <a:pt x="1880244" y="1907257"/>
                  </a:lnTo>
                  <a:lnTo>
                    <a:pt x="1850164" y="1877177"/>
                  </a:lnTo>
                  <a:lnTo>
                    <a:pt x="1825540" y="1842346"/>
                  </a:lnTo>
                  <a:lnTo>
                    <a:pt x="1807078" y="1803470"/>
                  </a:lnTo>
                  <a:lnTo>
                    <a:pt x="1795483" y="1761254"/>
                  </a:lnTo>
                  <a:lnTo>
                    <a:pt x="1791461" y="1716405"/>
                  </a:lnTo>
                  <a:close/>
                </a:path>
                <a:path w="4978400" h="2704465">
                  <a:moveTo>
                    <a:pt x="2041398" y="1210817"/>
                  </a:moveTo>
                  <a:lnTo>
                    <a:pt x="2041398" y="1466850"/>
                  </a:lnTo>
                </a:path>
                <a:path w="4978400" h="2704465">
                  <a:moveTo>
                    <a:pt x="2687574" y="1716405"/>
                  </a:moveTo>
                  <a:lnTo>
                    <a:pt x="2691595" y="1671555"/>
                  </a:lnTo>
                  <a:lnTo>
                    <a:pt x="2703190" y="1629339"/>
                  </a:lnTo>
                  <a:lnTo>
                    <a:pt x="2721652" y="1590463"/>
                  </a:lnTo>
                  <a:lnTo>
                    <a:pt x="2746276" y="1555632"/>
                  </a:lnTo>
                  <a:lnTo>
                    <a:pt x="2776356" y="1525552"/>
                  </a:lnTo>
                  <a:lnTo>
                    <a:pt x="2811187" y="1500928"/>
                  </a:lnTo>
                  <a:lnTo>
                    <a:pt x="2850063" y="1482466"/>
                  </a:lnTo>
                  <a:lnTo>
                    <a:pt x="2892279" y="1470871"/>
                  </a:lnTo>
                  <a:lnTo>
                    <a:pt x="2937129" y="1466850"/>
                  </a:lnTo>
                  <a:lnTo>
                    <a:pt x="2981978" y="1470871"/>
                  </a:lnTo>
                  <a:lnTo>
                    <a:pt x="3024194" y="1482466"/>
                  </a:lnTo>
                  <a:lnTo>
                    <a:pt x="3063070" y="1500928"/>
                  </a:lnTo>
                  <a:lnTo>
                    <a:pt x="3097901" y="1525552"/>
                  </a:lnTo>
                  <a:lnTo>
                    <a:pt x="3127981" y="1555632"/>
                  </a:lnTo>
                  <a:lnTo>
                    <a:pt x="3152605" y="1590463"/>
                  </a:lnTo>
                  <a:lnTo>
                    <a:pt x="3171067" y="1629339"/>
                  </a:lnTo>
                  <a:lnTo>
                    <a:pt x="3182662" y="1671555"/>
                  </a:lnTo>
                  <a:lnTo>
                    <a:pt x="3186683" y="1716405"/>
                  </a:lnTo>
                  <a:lnTo>
                    <a:pt x="3182662" y="1761254"/>
                  </a:lnTo>
                  <a:lnTo>
                    <a:pt x="3171067" y="1803470"/>
                  </a:lnTo>
                  <a:lnTo>
                    <a:pt x="3152605" y="1842346"/>
                  </a:lnTo>
                  <a:lnTo>
                    <a:pt x="3127981" y="1877177"/>
                  </a:lnTo>
                  <a:lnTo>
                    <a:pt x="3097901" y="1907257"/>
                  </a:lnTo>
                  <a:lnTo>
                    <a:pt x="3063070" y="1931881"/>
                  </a:lnTo>
                  <a:lnTo>
                    <a:pt x="3024194" y="1950343"/>
                  </a:lnTo>
                  <a:lnTo>
                    <a:pt x="2981978" y="1961938"/>
                  </a:lnTo>
                  <a:lnTo>
                    <a:pt x="2937129" y="1965959"/>
                  </a:lnTo>
                  <a:lnTo>
                    <a:pt x="2892279" y="1961938"/>
                  </a:lnTo>
                  <a:lnTo>
                    <a:pt x="2850063" y="1950343"/>
                  </a:lnTo>
                  <a:lnTo>
                    <a:pt x="2811187" y="1931881"/>
                  </a:lnTo>
                  <a:lnTo>
                    <a:pt x="2776356" y="1907257"/>
                  </a:lnTo>
                  <a:lnTo>
                    <a:pt x="2746276" y="1877177"/>
                  </a:lnTo>
                  <a:lnTo>
                    <a:pt x="2721652" y="1842346"/>
                  </a:lnTo>
                  <a:lnTo>
                    <a:pt x="2703190" y="1803470"/>
                  </a:lnTo>
                  <a:lnTo>
                    <a:pt x="2691595" y="1761254"/>
                  </a:lnTo>
                  <a:lnTo>
                    <a:pt x="2687574" y="1716405"/>
                  </a:lnTo>
                  <a:close/>
                </a:path>
                <a:path w="4978400" h="2704465">
                  <a:moveTo>
                    <a:pt x="2936748" y="1210817"/>
                  </a:moveTo>
                  <a:lnTo>
                    <a:pt x="2936748" y="1466850"/>
                  </a:lnTo>
                </a:path>
                <a:path w="4978400" h="2704465">
                  <a:moveTo>
                    <a:pt x="3583685" y="1716405"/>
                  </a:moveTo>
                  <a:lnTo>
                    <a:pt x="3587698" y="1671555"/>
                  </a:lnTo>
                  <a:lnTo>
                    <a:pt x="3599268" y="1629339"/>
                  </a:lnTo>
                  <a:lnTo>
                    <a:pt x="3617693" y="1590463"/>
                  </a:lnTo>
                  <a:lnTo>
                    <a:pt x="3642271" y="1555632"/>
                  </a:lnTo>
                  <a:lnTo>
                    <a:pt x="3672298" y="1525552"/>
                  </a:lnTo>
                  <a:lnTo>
                    <a:pt x="3707073" y="1500928"/>
                  </a:lnTo>
                  <a:lnTo>
                    <a:pt x="3745893" y="1482466"/>
                  </a:lnTo>
                  <a:lnTo>
                    <a:pt x="3788056" y="1470871"/>
                  </a:lnTo>
                  <a:lnTo>
                    <a:pt x="3832859" y="1466850"/>
                  </a:lnTo>
                  <a:lnTo>
                    <a:pt x="3877663" y="1470871"/>
                  </a:lnTo>
                  <a:lnTo>
                    <a:pt x="3919826" y="1482466"/>
                  </a:lnTo>
                  <a:lnTo>
                    <a:pt x="3958646" y="1500928"/>
                  </a:lnTo>
                  <a:lnTo>
                    <a:pt x="3993421" y="1525552"/>
                  </a:lnTo>
                  <a:lnTo>
                    <a:pt x="4023448" y="1555632"/>
                  </a:lnTo>
                  <a:lnTo>
                    <a:pt x="4048026" y="1590463"/>
                  </a:lnTo>
                  <a:lnTo>
                    <a:pt x="4066451" y="1629339"/>
                  </a:lnTo>
                  <a:lnTo>
                    <a:pt x="4078021" y="1671555"/>
                  </a:lnTo>
                  <a:lnTo>
                    <a:pt x="4082033" y="1716405"/>
                  </a:lnTo>
                  <a:lnTo>
                    <a:pt x="4078021" y="1761254"/>
                  </a:lnTo>
                  <a:lnTo>
                    <a:pt x="4066451" y="1803470"/>
                  </a:lnTo>
                  <a:lnTo>
                    <a:pt x="4048026" y="1842346"/>
                  </a:lnTo>
                  <a:lnTo>
                    <a:pt x="4023448" y="1877177"/>
                  </a:lnTo>
                  <a:lnTo>
                    <a:pt x="3993421" y="1907257"/>
                  </a:lnTo>
                  <a:lnTo>
                    <a:pt x="3958646" y="1931881"/>
                  </a:lnTo>
                  <a:lnTo>
                    <a:pt x="3919826" y="1950343"/>
                  </a:lnTo>
                  <a:lnTo>
                    <a:pt x="3877663" y="1961938"/>
                  </a:lnTo>
                  <a:lnTo>
                    <a:pt x="3832859" y="1965959"/>
                  </a:lnTo>
                  <a:lnTo>
                    <a:pt x="3788056" y="1961938"/>
                  </a:lnTo>
                  <a:lnTo>
                    <a:pt x="3745893" y="1950343"/>
                  </a:lnTo>
                  <a:lnTo>
                    <a:pt x="3707073" y="1931881"/>
                  </a:lnTo>
                  <a:lnTo>
                    <a:pt x="3672298" y="1907257"/>
                  </a:lnTo>
                  <a:lnTo>
                    <a:pt x="3642271" y="1877177"/>
                  </a:lnTo>
                  <a:lnTo>
                    <a:pt x="3617693" y="1842346"/>
                  </a:lnTo>
                  <a:lnTo>
                    <a:pt x="3599268" y="1803470"/>
                  </a:lnTo>
                  <a:lnTo>
                    <a:pt x="3587698" y="1761254"/>
                  </a:lnTo>
                  <a:lnTo>
                    <a:pt x="3583685" y="1716405"/>
                  </a:lnTo>
                  <a:close/>
                </a:path>
                <a:path w="4978400" h="2704465">
                  <a:moveTo>
                    <a:pt x="3832859" y="1210817"/>
                  </a:moveTo>
                  <a:lnTo>
                    <a:pt x="3832859" y="1466850"/>
                  </a:lnTo>
                </a:path>
                <a:path w="4978400" h="2704465">
                  <a:moveTo>
                    <a:pt x="4479798" y="1716405"/>
                  </a:moveTo>
                  <a:lnTo>
                    <a:pt x="4483810" y="1671555"/>
                  </a:lnTo>
                  <a:lnTo>
                    <a:pt x="4495380" y="1629339"/>
                  </a:lnTo>
                  <a:lnTo>
                    <a:pt x="4513805" y="1590463"/>
                  </a:lnTo>
                  <a:lnTo>
                    <a:pt x="4538383" y="1555632"/>
                  </a:lnTo>
                  <a:lnTo>
                    <a:pt x="4568410" y="1525552"/>
                  </a:lnTo>
                  <a:lnTo>
                    <a:pt x="4603185" y="1500928"/>
                  </a:lnTo>
                  <a:lnTo>
                    <a:pt x="4642005" y="1482466"/>
                  </a:lnTo>
                  <a:lnTo>
                    <a:pt x="4684168" y="1470871"/>
                  </a:lnTo>
                  <a:lnTo>
                    <a:pt x="4728972" y="1466850"/>
                  </a:lnTo>
                  <a:lnTo>
                    <a:pt x="4773775" y="1470871"/>
                  </a:lnTo>
                  <a:lnTo>
                    <a:pt x="4815938" y="1482466"/>
                  </a:lnTo>
                  <a:lnTo>
                    <a:pt x="4854758" y="1500928"/>
                  </a:lnTo>
                  <a:lnTo>
                    <a:pt x="4889533" y="1525552"/>
                  </a:lnTo>
                  <a:lnTo>
                    <a:pt x="4919560" y="1555632"/>
                  </a:lnTo>
                  <a:lnTo>
                    <a:pt x="4944138" y="1590463"/>
                  </a:lnTo>
                  <a:lnTo>
                    <a:pt x="4962563" y="1629339"/>
                  </a:lnTo>
                  <a:lnTo>
                    <a:pt x="4974133" y="1671555"/>
                  </a:lnTo>
                  <a:lnTo>
                    <a:pt x="4978146" y="1716405"/>
                  </a:lnTo>
                  <a:lnTo>
                    <a:pt x="4974133" y="1761254"/>
                  </a:lnTo>
                  <a:lnTo>
                    <a:pt x="4962563" y="1803470"/>
                  </a:lnTo>
                  <a:lnTo>
                    <a:pt x="4944138" y="1842346"/>
                  </a:lnTo>
                  <a:lnTo>
                    <a:pt x="4919560" y="1877177"/>
                  </a:lnTo>
                  <a:lnTo>
                    <a:pt x="4889533" y="1907257"/>
                  </a:lnTo>
                  <a:lnTo>
                    <a:pt x="4854758" y="1931881"/>
                  </a:lnTo>
                  <a:lnTo>
                    <a:pt x="4815938" y="1950343"/>
                  </a:lnTo>
                  <a:lnTo>
                    <a:pt x="4773775" y="1961938"/>
                  </a:lnTo>
                  <a:lnTo>
                    <a:pt x="4728972" y="1965959"/>
                  </a:lnTo>
                  <a:lnTo>
                    <a:pt x="4684168" y="1961938"/>
                  </a:lnTo>
                  <a:lnTo>
                    <a:pt x="4642005" y="1950343"/>
                  </a:lnTo>
                  <a:lnTo>
                    <a:pt x="4603185" y="1931881"/>
                  </a:lnTo>
                  <a:lnTo>
                    <a:pt x="4568410" y="1907257"/>
                  </a:lnTo>
                  <a:lnTo>
                    <a:pt x="4538383" y="1877177"/>
                  </a:lnTo>
                  <a:lnTo>
                    <a:pt x="4513805" y="1842346"/>
                  </a:lnTo>
                  <a:lnTo>
                    <a:pt x="4495380" y="1803470"/>
                  </a:lnTo>
                  <a:lnTo>
                    <a:pt x="4483810" y="1761254"/>
                  </a:lnTo>
                  <a:lnTo>
                    <a:pt x="4479798" y="1716405"/>
                  </a:lnTo>
                  <a:close/>
                </a:path>
                <a:path w="4978400" h="2704465">
                  <a:moveTo>
                    <a:pt x="4728972" y="1231391"/>
                  </a:moveTo>
                  <a:lnTo>
                    <a:pt x="4728972" y="1466977"/>
                  </a:lnTo>
                </a:path>
                <a:path w="4978400" h="2704465">
                  <a:moveTo>
                    <a:pt x="498348" y="1716786"/>
                  </a:moveTo>
                  <a:lnTo>
                    <a:pt x="895476" y="1716786"/>
                  </a:lnTo>
                </a:path>
                <a:path w="4978400" h="2704465">
                  <a:moveTo>
                    <a:pt x="1394459" y="1716786"/>
                  </a:moveTo>
                  <a:lnTo>
                    <a:pt x="1791588" y="1716786"/>
                  </a:lnTo>
                </a:path>
                <a:path w="4978400" h="2704465">
                  <a:moveTo>
                    <a:pt x="2290572" y="1716024"/>
                  </a:moveTo>
                  <a:lnTo>
                    <a:pt x="2687701" y="1716024"/>
                  </a:lnTo>
                </a:path>
                <a:path w="4978400" h="2704465">
                  <a:moveTo>
                    <a:pt x="3186683" y="1715262"/>
                  </a:moveTo>
                  <a:lnTo>
                    <a:pt x="3583812" y="1715262"/>
                  </a:lnTo>
                </a:path>
                <a:path w="4978400" h="2704465">
                  <a:moveTo>
                    <a:pt x="4082033" y="1715262"/>
                  </a:moveTo>
                  <a:lnTo>
                    <a:pt x="4479162" y="1716405"/>
                  </a:lnTo>
                </a:path>
                <a:path w="4978400" h="2704465">
                  <a:moveTo>
                    <a:pt x="896111" y="2455164"/>
                  </a:moveTo>
                  <a:lnTo>
                    <a:pt x="900124" y="2410360"/>
                  </a:lnTo>
                  <a:lnTo>
                    <a:pt x="911694" y="2368197"/>
                  </a:lnTo>
                  <a:lnTo>
                    <a:pt x="930119" y="2329377"/>
                  </a:lnTo>
                  <a:lnTo>
                    <a:pt x="954697" y="2294602"/>
                  </a:lnTo>
                  <a:lnTo>
                    <a:pt x="984724" y="2264575"/>
                  </a:lnTo>
                  <a:lnTo>
                    <a:pt x="1019499" y="2239997"/>
                  </a:lnTo>
                  <a:lnTo>
                    <a:pt x="1058319" y="2221572"/>
                  </a:lnTo>
                  <a:lnTo>
                    <a:pt x="1100482" y="2210002"/>
                  </a:lnTo>
                  <a:lnTo>
                    <a:pt x="1145285" y="2205990"/>
                  </a:lnTo>
                  <a:lnTo>
                    <a:pt x="1190089" y="2210002"/>
                  </a:lnTo>
                  <a:lnTo>
                    <a:pt x="1232252" y="2221572"/>
                  </a:lnTo>
                  <a:lnTo>
                    <a:pt x="1271072" y="2239997"/>
                  </a:lnTo>
                  <a:lnTo>
                    <a:pt x="1305847" y="2264575"/>
                  </a:lnTo>
                  <a:lnTo>
                    <a:pt x="1335874" y="2294602"/>
                  </a:lnTo>
                  <a:lnTo>
                    <a:pt x="1360452" y="2329377"/>
                  </a:lnTo>
                  <a:lnTo>
                    <a:pt x="1378877" y="2368197"/>
                  </a:lnTo>
                  <a:lnTo>
                    <a:pt x="1390447" y="2410360"/>
                  </a:lnTo>
                  <a:lnTo>
                    <a:pt x="1394459" y="2455164"/>
                  </a:lnTo>
                  <a:lnTo>
                    <a:pt x="1390447" y="2499967"/>
                  </a:lnTo>
                  <a:lnTo>
                    <a:pt x="1378877" y="2542130"/>
                  </a:lnTo>
                  <a:lnTo>
                    <a:pt x="1360452" y="2580950"/>
                  </a:lnTo>
                  <a:lnTo>
                    <a:pt x="1335874" y="2615725"/>
                  </a:lnTo>
                  <a:lnTo>
                    <a:pt x="1305847" y="2645752"/>
                  </a:lnTo>
                  <a:lnTo>
                    <a:pt x="1271072" y="2670330"/>
                  </a:lnTo>
                  <a:lnTo>
                    <a:pt x="1232252" y="2688755"/>
                  </a:lnTo>
                  <a:lnTo>
                    <a:pt x="1190089" y="2700325"/>
                  </a:lnTo>
                  <a:lnTo>
                    <a:pt x="1145285" y="2704338"/>
                  </a:lnTo>
                  <a:lnTo>
                    <a:pt x="1100482" y="2700325"/>
                  </a:lnTo>
                  <a:lnTo>
                    <a:pt x="1058319" y="2688755"/>
                  </a:lnTo>
                  <a:lnTo>
                    <a:pt x="1019499" y="2670330"/>
                  </a:lnTo>
                  <a:lnTo>
                    <a:pt x="984724" y="2645752"/>
                  </a:lnTo>
                  <a:lnTo>
                    <a:pt x="954697" y="2615725"/>
                  </a:lnTo>
                  <a:lnTo>
                    <a:pt x="930119" y="2580950"/>
                  </a:lnTo>
                  <a:lnTo>
                    <a:pt x="911694" y="2542130"/>
                  </a:lnTo>
                  <a:lnTo>
                    <a:pt x="900124" y="2499967"/>
                  </a:lnTo>
                  <a:lnTo>
                    <a:pt x="896111" y="2455164"/>
                  </a:lnTo>
                  <a:close/>
                </a:path>
                <a:path w="4978400" h="2704465">
                  <a:moveTo>
                    <a:pt x="1145285" y="1970532"/>
                  </a:moveTo>
                  <a:lnTo>
                    <a:pt x="1145285" y="2206117"/>
                  </a:lnTo>
                </a:path>
                <a:path w="4978400" h="2704465">
                  <a:moveTo>
                    <a:pt x="1791461" y="2455164"/>
                  </a:moveTo>
                  <a:lnTo>
                    <a:pt x="1795483" y="2410360"/>
                  </a:lnTo>
                  <a:lnTo>
                    <a:pt x="1807078" y="2368197"/>
                  </a:lnTo>
                  <a:lnTo>
                    <a:pt x="1825540" y="2329377"/>
                  </a:lnTo>
                  <a:lnTo>
                    <a:pt x="1850164" y="2294602"/>
                  </a:lnTo>
                  <a:lnTo>
                    <a:pt x="1880244" y="2264575"/>
                  </a:lnTo>
                  <a:lnTo>
                    <a:pt x="1915075" y="2239997"/>
                  </a:lnTo>
                  <a:lnTo>
                    <a:pt x="1953951" y="2221572"/>
                  </a:lnTo>
                  <a:lnTo>
                    <a:pt x="1996167" y="2210002"/>
                  </a:lnTo>
                  <a:lnTo>
                    <a:pt x="2041017" y="2205990"/>
                  </a:lnTo>
                  <a:lnTo>
                    <a:pt x="2085866" y="2210002"/>
                  </a:lnTo>
                  <a:lnTo>
                    <a:pt x="2128082" y="2221572"/>
                  </a:lnTo>
                  <a:lnTo>
                    <a:pt x="2166958" y="2239997"/>
                  </a:lnTo>
                  <a:lnTo>
                    <a:pt x="2201789" y="2264575"/>
                  </a:lnTo>
                  <a:lnTo>
                    <a:pt x="2231869" y="2294602"/>
                  </a:lnTo>
                  <a:lnTo>
                    <a:pt x="2256493" y="2329377"/>
                  </a:lnTo>
                  <a:lnTo>
                    <a:pt x="2274955" y="2368197"/>
                  </a:lnTo>
                  <a:lnTo>
                    <a:pt x="2286550" y="2410360"/>
                  </a:lnTo>
                  <a:lnTo>
                    <a:pt x="2290572" y="2455164"/>
                  </a:lnTo>
                  <a:lnTo>
                    <a:pt x="2286550" y="2499967"/>
                  </a:lnTo>
                  <a:lnTo>
                    <a:pt x="2274955" y="2542130"/>
                  </a:lnTo>
                  <a:lnTo>
                    <a:pt x="2256493" y="2580950"/>
                  </a:lnTo>
                  <a:lnTo>
                    <a:pt x="2231869" y="2615725"/>
                  </a:lnTo>
                  <a:lnTo>
                    <a:pt x="2201789" y="2645752"/>
                  </a:lnTo>
                  <a:lnTo>
                    <a:pt x="2166958" y="2670330"/>
                  </a:lnTo>
                  <a:lnTo>
                    <a:pt x="2128082" y="2688755"/>
                  </a:lnTo>
                  <a:lnTo>
                    <a:pt x="2085866" y="2700325"/>
                  </a:lnTo>
                  <a:lnTo>
                    <a:pt x="2041017" y="2704338"/>
                  </a:lnTo>
                  <a:lnTo>
                    <a:pt x="1996167" y="2700325"/>
                  </a:lnTo>
                  <a:lnTo>
                    <a:pt x="1953951" y="2688755"/>
                  </a:lnTo>
                  <a:lnTo>
                    <a:pt x="1915075" y="2670330"/>
                  </a:lnTo>
                  <a:lnTo>
                    <a:pt x="1880244" y="2645752"/>
                  </a:lnTo>
                  <a:lnTo>
                    <a:pt x="1850164" y="2615725"/>
                  </a:lnTo>
                  <a:lnTo>
                    <a:pt x="1825540" y="2580950"/>
                  </a:lnTo>
                  <a:lnTo>
                    <a:pt x="1807078" y="2542130"/>
                  </a:lnTo>
                  <a:lnTo>
                    <a:pt x="1795483" y="2499967"/>
                  </a:lnTo>
                  <a:lnTo>
                    <a:pt x="1791461" y="2455164"/>
                  </a:lnTo>
                  <a:close/>
                </a:path>
                <a:path w="4978400" h="2704465">
                  <a:moveTo>
                    <a:pt x="2041398" y="1949958"/>
                  </a:moveTo>
                  <a:lnTo>
                    <a:pt x="2041398" y="2205990"/>
                  </a:lnTo>
                </a:path>
                <a:path w="4978400" h="2704465">
                  <a:moveTo>
                    <a:pt x="2687574" y="2455164"/>
                  </a:moveTo>
                  <a:lnTo>
                    <a:pt x="2691595" y="2410360"/>
                  </a:lnTo>
                  <a:lnTo>
                    <a:pt x="2703190" y="2368197"/>
                  </a:lnTo>
                  <a:lnTo>
                    <a:pt x="2721652" y="2329377"/>
                  </a:lnTo>
                  <a:lnTo>
                    <a:pt x="2746276" y="2294602"/>
                  </a:lnTo>
                  <a:lnTo>
                    <a:pt x="2776356" y="2264575"/>
                  </a:lnTo>
                  <a:lnTo>
                    <a:pt x="2811187" y="2239997"/>
                  </a:lnTo>
                  <a:lnTo>
                    <a:pt x="2850063" y="2221572"/>
                  </a:lnTo>
                  <a:lnTo>
                    <a:pt x="2892279" y="2210002"/>
                  </a:lnTo>
                  <a:lnTo>
                    <a:pt x="2937129" y="2205990"/>
                  </a:lnTo>
                  <a:lnTo>
                    <a:pt x="2981978" y="2210002"/>
                  </a:lnTo>
                  <a:lnTo>
                    <a:pt x="3024194" y="2221572"/>
                  </a:lnTo>
                  <a:lnTo>
                    <a:pt x="3063070" y="2239997"/>
                  </a:lnTo>
                  <a:lnTo>
                    <a:pt x="3097901" y="2264575"/>
                  </a:lnTo>
                  <a:lnTo>
                    <a:pt x="3127981" y="2294602"/>
                  </a:lnTo>
                  <a:lnTo>
                    <a:pt x="3152605" y="2329377"/>
                  </a:lnTo>
                  <a:lnTo>
                    <a:pt x="3171067" y="2368197"/>
                  </a:lnTo>
                  <a:lnTo>
                    <a:pt x="3182662" y="2410360"/>
                  </a:lnTo>
                  <a:lnTo>
                    <a:pt x="3186683" y="2455164"/>
                  </a:lnTo>
                  <a:lnTo>
                    <a:pt x="3182662" y="2499967"/>
                  </a:lnTo>
                  <a:lnTo>
                    <a:pt x="3171067" y="2542130"/>
                  </a:lnTo>
                  <a:lnTo>
                    <a:pt x="3152605" y="2580950"/>
                  </a:lnTo>
                  <a:lnTo>
                    <a:pt x="3127981" y="2615725"/>
                  </a:lnTo>
                  <a:lnTo>
                    <a:pt x="3097901" y="2645752"/>
                  </a:lnTo>
                  <a:lnTo>
                    <a:pt x="3063070" y="2670330"/>
                  </a:lnTo>
                  <a:lnTo>
                    <a:pt x="3024194" y="2688755"/>
                  </a:lnTo>
                  <a:lnTo>
                    <a:pt x="2981978" y="2700325"/>
                  </a:lnTo>
                  <a:lnTo>
                    <a:pt x="2937129" y="2704338"/>
                  </a:lnTo>
                  <a:lnTo>
                    <a:pt x="2892279" y="2700325"/>
                  </a:lnTo>
                  <a:lnTo>
                    <a:pt x="2850063" y="2688755"/>
                  </a:lnTo>
                  <a:lnTo>
                    <a:pt x="2811187" y="2670330"/>
                  </a:lnTo>
                  <a:lnTo>
                    <a:pt x="2776356" y="2645752"/>
                  </a:lnTo>
                  <a:lnTo>
                    <a:pt x="2746276" y="2615725"/>
                  </a:lnTo>
                  <a:lnTo>
                    <a:pt x="2721652" y="2580950"/>
                  </a:lnTo>
                  <a:lnTo>
                    <a:pt x="2703190" y="2542130"/>
                  </a:lnTo>
                  <a:lnTo>
                    <a:pt x="2691595" y="2499967"/>
                  </a:lnTo>
                  <a:lnTo>
                    <a:pt x="2687574" y="2455164"/>
                  </a:lnTo>
                  <a:close/>
                </a:path>
                <a:path w="4978400" h="2704465">
                  <a:moveTo>
                    <a:pt x="2936748" y="1949958"/>
                  </a:moveTo>
                  <a:lnTo>
                    <a:pt x="2936748" y="2205990"/>
                  </a:lnTo>
                </a:path>
                <a:path w="4978400" h="2704465">
                  <a:moveTo>
                    <a:pt x="3583685" y="2455164"/>
                  </a:moveTo>
                  <a:lnTo>
                    <a:pt x="3587698" y="2410360"/>
                  </a:lnTo>
                  <a:lnTo>
                    <a:pt x="3599268" y="2368197"/>
                  </a:lnTo>
                  <a:lnTo>
                    <a:pt x="3617693" y="2329377"/>
                  </a:lnTo>
                  <a:lnTo>
                    <a:pt x="3642271" y="2294602"/>
                  </a:lnTo>
                  <a:lnTo>
                    <a:pt x="3672298" y="2264575"/>
                  </a:lnTo>
                  <a:lnTo>
                    <a:pt x="3707073" y="2239997"/>
                  </a:lnTo>
                  <a:lnTo>
                    <a:pt x="3745893" y="2221572"/>
                  </a:lnTo>
                  <a:lnTo>
                    <a:pt x="3788056" y="2210002"/>
                  </a:lnTo>
                  <a:lnTo>
                    <a:pt x="3832859" y="2205990"/>
                  </a:lnTo>
                  <a:lnTo>
                    <a:pt x="3877663" y="2210002"/>
                  </a:lnTo>
                  <a:lnTo>
                    <a:pt x="3919826" y="2221572"/>
                  </a:lnTo>
                  <a:lnTo>
                    <a:pt x="3958646" y="2239997"/>
                  </a:lnTo>
                  <a:lnTo>
                    <a:pt x="3993421" y="2264575"/>
                  </a:lnTo>
                  <a:lnTo>
                    <a:pt x="4023448" y="2294602"/>
                  </a:lnTo>
                  <a:lnTo>
                    <a:pt x="4048026" y="2329377"/>
                  </a:lnTo>
                  <a:lnTo>
                    <a:pt x="4066451" y="2368197"/>
                  </a:lnTo>
                  <a:lnTo>
                    <a:pt x="4078021" y="2410360"/>
                  </a:lnTo>
                  <a:lnTo>
                    <a:pt x="4082033" y="2455164"/>
                  </a:lnTo>
                  <a:lnTo>
                    <a:pt x="4078021" y="2499967"/>
                  </a:lnTo>
                  <a:lnTo>
                    <a:pt x="4066451" y="2542130"/>
                  </a:lnTo>
                  <a:lnTo>
                    <a:pt x="4048026" y="2580950"/>
                  </a:lnTo>
                  <a:lnTo>
                    <a:pt x="4023448" y="2615725"/>
                  </a:lnTo>
                  <a:lnTo>
                    <a:pt x="3993421" y="2645752"/>
                  </a:lnTo>
                  <a:lnTo>
                    <a:pt x="3958646" y="2670330"/>
                  </a:lnTo>
                  <a:lnTo>
                    <a:pt x="3919826" y="2688755"/>
                  </a:lnTo>
                  <a:lnTo>
                    <a:pt x="3877663" y="2700325"/>
                  </a:lnTo>
                  <a:lnTo>
                    <a:pt x="3832859" y="2704338"/>
                  </a:lnTo>
                  <a:lnTo>
                    <a:pt x="3788056" y="2700325"/>
                  </a:lnTo>
                  <a:lnTo>
                    <a:pt x="3745893" y="2688755"/>
                  </a:lnTo>
                  <a:lnTo>
                    <a:pt x="3707073" y="2670330"/>
                  </a:lnTo>
                  <a:lnTo>
                    <a:pt x="3672298" y="2645752"/>
                  </a:lnTo>
                  <a:lnTo>
                    <a:pt x="3642271" y="2615725"/>
                  </a:lnTo>
                  <a:lnTo>
                    <a:pt x="3617693" y="2580950"/>
                  </a:lnTo>
                  <a:lnTo>
                    <a:pt x="3599268" y="2542130"/>
                  </a:lnTo>
                  <a:lnTo>
                    <a:pt x="3587698" y="2499967"/>
                  </a:lnTo>
                  <a:lnTo>
                    <a:pt x="3583685" y="2455164"/>
                  </a:lnTo>
                  <a:close/>
                </a:path>
                <a:path w="4978400" h="2704465">
                  <a:moveTo>
                    <a:pt x="3832859" y="1949958"/>
                  </a:moveTo>
                  <a:lnTo>
                    <a:pt x="3832859" y="2205990"/>
                  </a:lnTo>
                </a:path>
                <a:path w="4978400" h="2704465">
                  <a:moveTo>
                    <a:pt x="4479798" y="2455164"/>
                  </a:moveTo>
                  <a:lnTo>
                    <a:pt x="4483810" y="2410360"/>
                  </a:lnTo>
                  <a:lnTo>
                    <a:pt x="4495380" y="2368197"/>
                  </a:lnTo>
                  <a:lnTo>
                    <a:pt x="4513805" y="2329377"/>
                  </a:lnTo>
                  <a:lnTo>
                    <a:pt x="4538383" y="2294602"/>
                  </a:lnTo>
                  <a:lnTo>
                    <a:pt x="4568410" y="2264575"/>
                  </a:lnTo>
                  <a:lnTo>
                    <a:pt x="4603185" y="2239997"/>
                  </a:lnTo>
                  <a:lnTo>
                    <a:pt x="4642005" y="2221572"/>
                  </a:lnTo>
                  <a:lnTo>
                    <a:pt x="4684168" y="2210002"/>
                  </a:lnTo>
                  <a:lnTo>
                    <a:pt x="4728972" y="2205990"/>
                  </a:lnTo>
                  <a:lnTo>
                    <a:pt x="4773775" y="2210002"/>
                  </a:lnTo>
                  <a:lnTo>
                    <a:pt x="4815938" y="2221572"/>
                  </a:lnTo>
                  <a:lnTo>
                    <a:pt x="4854758" y="2239997"/>
                  </a:lnTo>
                  <a:lnTo>
                    <a:pt x="4889533" y="2264575"/>
                  </a:lnTo>
                  <a:lnTo>
                    <a:pt x="4919560" y="2294602"/>
                  </a:lnTo>
                  <a:lnTo>
                    <a:pt x="4944138" y="2329377"/>
                  </a:lnTo>
                  <a:lnTo>
                    <a:pt x="4962563" y="2368197"/>
                  </a:lnTo>
                  <a:lnTo>
                    <a:pt x="4974133" y="2410360"/>
                  </a:lnTo>
                  <a:lnTo>
                    <a:pt x="4978146" y="2455164"/>
                  </a:lnTo>
                  <a:lnTo>
                    <a:pt x="4974133" y="2499967"/>
                  </a:lnTo>
                  <a:lnTo>
                    <a:pt x="4962563" y="2542130"/>
                  </a:lnTo>
                  <a:lnTo>
                    <a:pt x="4944138" y="2580950"/>
                  </a:lnTo>
                  <a:lnTo>
                    <a:pt x="4919560" y="2615725"/>
                  </a:lnTo>
                  <a:lnTo>
                    <a:pt x="4889533" y="2645752"/>
                  </a:lnTo>
                  <a:lnTo>
                    <a:pt x="4854758" y="2670330"/>
                  </a:lnTo>
                  <a:lnTo>
                    <a:pt x="4815938" y="2688755"/>
                  </a:lnTo>
                  <a:lnTo>
                    <a:pt x="4773775" y="2700325"/>
                  </a:lnTo>
                  <a:lnTo>
                    <a:pt x="4728972" y="2704338"/>
                  </a:lnTo>
                  <a:lnTo>
                    <a:pt x="4684168" y="2700325"/>
                  </a:lnTo>
                  <a:lnTo>
                    <a:pt x="4642005" y="2688755"/>
                  </a:lnTo>
                  <a:lnTo>
                    <a:pt x="4603185" y="2670330"/>
                  </a:lnTo>
                  <a:lnTo>
                    <a:pt x="4568410" y="2645752"/>
                  </a:lnTo>
                  <a:lnTo>
                    <a:pt x="4538383" y="2615725"/>
                  </a:lnTo>
                  <a:lnTo>
                    <a:pt x="4513805" y="2580950"/>
                  </a:lnTo>
                  <a:lnTo>
                    <a:pt x="4495380" y="2542130"/>
                  </a:lnTo>
                  <a:lnTo>
                    <a:pt x="4483810" y="2499967"/>
                  </a:lnTo>
                  <a:lnTo>
                    <a:pt x="4479798" y="2455164"/>
                  </a:lnTo>
                  <a:close/>
                </a:path>
                <a:path w="4978400" h="2704465">
                  <a:moveTo>
                    <a:pt x="4728972" y="1970532"/>
                  </a:moveTo>
                  <a:lnTo>
                    <a:pt x="4728972" y="2206117"/>
                  </a:lnTo>
                </a:path>
                <a:path w="4978400" h="2704465">
                  <a:moveTo>
                    <a:pt x="498348" y="2455164"/>
                  </a:moveTo>
                  <a:lnTo>
                    <a:pt x="895476" y="2455164"/>
                  </a:lnTo>
                </a:path>
                <a:path w="4978400" h="2704465">
                  <a:moveTo>
                    <a:pt x="1394459" y="2455164"/>
                  </a:moveTo>
                  <a:lnTo>
                    <a:pt x="1791588" y="2455164"/>
                  </a:lnTo>
                </a:path>
                <a:path w="4978400" h="2704465">
                  <a:moveTo>
                    <a:pt x="2290572" y="2454402"/>
                  </a:moveTo>
                  <a:lnTo>
                    <a:pt x="2687701" y="2454402"/>
                  </a:lnTo>
                </a:path>
                <a:path w="4978400" h="2704465">
                  <a:moveTo>
                    <a:pt x="3186683" y="2454402"/>
                  </a:moveTo>
                  <a:lnTo>
                    <a:pt x="3583812" y="2454402"/>
                  </a:lnTo>
                </a:path>
                <a:path w="4978400" h="2704465">
                  <a:moveTo>
                    <a:pt x="4082033" y="2454402"/>
                  </a:moveTo>
                  <a:lnTo>
                    <a:pt x="4479162" y="24555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7">
              <a:extLst>
                <a:ext uri="{FF2B5EF4-FFF2-40B4-BE49-F238E27FC236}">
                  <a16:creationId xmlns:a16="http://schemas.microsoft.com/office/drawing/2014/main" id="{3182C2A2-EB8C-3444-B6CF-98F7A96F3DAA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9569" y="3652265"/>
              <a:ext cx="548640" cy="582168"/>
            </a:xfrm>
            <a:prstGeom prst="rect">
              <a:avLst/>
            </a:prstGeom>
          </p:spPr>
        </p:pic>
        <p:sp>
          <p:nvSpPr>
            <p:cNvPr id="24" name="object 8">
              <a:extLst>
                <a:ext uri="{FF2B5EF4-FFF2-40B4-BE49-F238E27FC236}">
                  <a16:creationId xmlns:a16="http://schemas.microsoft.com/office/drawing/2014/main" id="{3861ACD9-F0EA-F04D-AEA4-98418F331CC3}"/>
                </a:ext>
              </a:extLst>
            </p:cNvPr>
            <p:cNvSpPr/>
            <p:nvPr/>
          </p:nvSpPr>
          <p:spPr>
            <a:xfrm>
              <a:off x="4014215" y="3220211"/>
              <a:ext cx="2122170" cy="953769"/>
            </a:xfrm>
            <a:custGeom>
              <a:avLst/>
              <a:gdLst/>
              <a:ahLst/>
              <a:cxnLst/>
              <a:rect l="l" t="t" r="r" b="b"/>
              <a:pathLst>
                <a:path w="2122170" h="953769">
                  <a:moveTo>
                    <a:pt x="1645539" y="0"/>
                  </a:moveTo>
                  <a:lnTo>
                    <a:pt x="1645539" y="190626"/>
                  </a:lnTo>
                  <a:lnTo>
                    <a:pt x="0" y="190626"/>
                  </a:lnTo>
                  <a:lnTo>
                    <a:pt x="0" y="762635"/>
                  </a:lnTo>
                  <a:lnTo>
                    <a:pt x="1645539" y="762635"/>
                  </a:lnTo>
                  <a:lnTo>
                    <a:pt x="1645539" y="953262"/>
                  </a:lnTo>
                  <a:lnTo>
                    <a:pt x="2122170" y="476631"/>
                  </a:lnTo>
                  <a:lnTo>
                    <a:pt x="164553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9">
            <a:extLst>
              <a:ext uri="{FF2B5EF4-FFF2-40B4-BE49-F238E27FC236}">
                <a16:creationId xmlns:a16="http://schemas.microsoft.com/office/drawing/2014/main" id="{9ACD20CC-2310-5247-A361-5FE2B2EC5A83}"/>
              </a:ext>
            </a:extLst>
          </p:cNvPr>
          <p:cNvSpPr txBox="1"/>
          <p:nvPr/>
        </p:nvSpPr>
        <p:spPr>
          <a:xfrm>
            <a:off x="4462526" y="3463544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latin typeface="PMingLiU"/>
                <a:cs typeface="PMingLiU"/>
              </a:rPr>
              <a:t>图结构</a:t>
            </a:r>
            <a:endParaRPr sz="2400">
              <a:latin typeface="PMingLiU"/>
              <a:cs typeface="PMingLiU"/>
            </a:endParaRPr>
          </a:p>
        </p:txBody>
      </p:sp>
      <p:grpSp>
        <p:nvGrpSpPr>
          <p:cNvPr id="26" name="object 10">
            <a:extLst>
              <a:ext uri="{FF2B5EF4-FFF2-40B4-BE49-F238E27FC236}">
                <a16:creationId xmlns:a16="http://schemas.microsoft.com/office/drawing/2014/main" id="{EB238A16-C937-B545-9918-A70D43C12A32}"/>
              </a:ext>
            </a:extLst>
          </p:cNvPr>
          <p:cNvGrpSpPr/>
          <p:nvPr/>
        </p:nvGrpSpPr>
        <p:grpSpPr>
          <a:xfrm>
            <a:off x="6180582" y="2193798"/>
            <a:ext cx="4157979" cy="2810510"/>
            <a:chOff x="6180582" y="2193798"/>
            <a:chExt cx="4157979" cy="2810510"/>
          </a:xfrm>
        </p:grpSpPr>
        <p:pic>
          <p:nvPicPr>
            <p:cNvPr id="27" name="object 11">
              <a:extLst>
                <a:ext uri="{FF2B5EF4-FFF2-40B4-BE49-F238E27FC236}">
                  <a16:creationId xmlns:a16="http://schemas.microsoft.com/office/drawing/2014/main" id="{0E13E958-2E9F-0041-9AF5-AADB9A1CE9F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1950" y="2889504"/>
              <a:ext cx="547877" cy="582168"/>
            </a:xfrm>
            <a:prstGeom prst="rect">
              <a:avLst/>
            </a:prstGeom>
          </p:spPr>
        </p:pic>
        <p:pic>
          <p:nvPicPr>
            <p:cNvPr id="28" name="object 12">
              <a:extLst>
                <a:ext uri="{FF2B5EF4-FFF2-40B4-BE49-F238E27FC236}">
                  <a16:creationId xmlns:a16="http://schemas.microsoft.com/office/drawing/2014/main" id="{D4B2B2EB-2F70-0A4B-8EE8-47BA8032764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85682" y="3633978"/>
              <a:ext cx="547877" cy="582168"/>
            </a:xfrm>
            <a:prstGeom prst="rect">
              <a:avLst/>
            </a:prstGeom>
          </p:spPr>
        </p:pic>
        <p:pic>
          <p:nvPicPr>
            <p:cNvPr id="29" name="object 13">
              <a:extLst>
                <a:ext uri="{FF2B5EF4-FFF2-40B4-BE49-F238E27FC236}">
                  <a16:creationId xmlns:a16="http://schemas.microsoft.com/office/drawing/2014/main" id="{D8F4DA14-7CB6-E745-8F73-38031B0A724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4998" y="4359402"/>
              <a:ext cx="548640" cy="582168"/>
            </a:xfrm>
            <a:prstGeom prst="rect">
              <a:avLst/>
            </a:prstGeom>
          </p:spPr>
        </p:pic>
        <p:pic>
          <p:nvPicPr>
            <p:cNvPr id="30" name="object 14">
              <a:extLst>
                <a:ext uri="{FF2B5EF4-FFF2-40B4-BE49-F238E27FC236}">
                  <a16:creationId xmlns:a16="http://schemas.microsoft.com/office/drawing/2014/main" id="{A4B6431A-BE0A-1349-B23F-5C59D518D48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93458" y="3707130"/>
              <a:ext cx="548640" cy="581406"/>
            </a:xfrm>
            <a:prstGeom prst="rect">
              <a:avLst/>
            </a:prstGeom>
          </p:spPr>
        </p:pic>
        <p:pic>
          <p:nvPicPr>
            <p:cNvPr id="31" name="object 15">
              <a:extLst>
                <a:ext uri="{FF2B5EF4-FFF2-40B4-BE49-F238E27FC236}">
                  <a16:creationId xmlns:a16="http://schemas.microsoft.com/office/drawing/2014/main" id="{360EC41D-8683-3C44-AC71-EF5A357BA09D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89648" y="4393692"/>
              <a:ext cx="547877" cy="581406"/>
            </a:xfrm>
            <a:prstGeom prst="rect">
              <a:avLst/>
            </a:prstGeom>
          </p:spPr>
        </p:pic>
        <p:pic>
          <p:nvPicPr>
            <p:cNvPr id="32" name="object 16">
              <a:extLst>
                <a:ext uri="{FF2B5EF4-FFF2-40B4-BE49-F238E27FC236}">
                  <a16:creationId xmlns:a16="http://schemas.microsoft.com/office/drawing/2014/main" id="{66382A6C-BC7C-1842-8234-BFA6033651C9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180582" y="3683508"/>
              <a:ext cx="548639" cy="582168"/>
            </a:xfrm>
            <a:prstGeom prst="rect">
              <a:avLst/>
            </a:prstGeom>
          </p:spPr>
        </p:pic>
        <p:pic>
          <p:nvPicPr>
            <p:cNvPr id="33" name="object 17">
              <a:extLst>
                <a:ext uri="{FF2B5EF4-FFF2-40B4-BE49-F238E27FC236}">
                  <a16:creationId xmlns:a16="http://schemas.microsoft.com/office/drawing/2014/main" id="{177EB73F-4D31-FF4B-A6F1-088F39076691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789414" y="3632454"/>
              <a:ext cx="548640" cy="582168"/>
            </a:xfrm>
            <a:prstGeom prst="rect">
              <a:avLst/>
            </a:prstGeom>
          </p:spPr>
        </p:pic>
        <p:pic>
          <p:nvPicPr>
            <p:cNvPr id="34" name="object 18">
              <a:extLst>
                <a:ext uri="{FF2B5EF4-FFF2-40B4-BE49-F238E27FC236}">
                  <a16:creationId xmlns:a16="http://schemas.microsoft.com/office/drawing/2014/main" id="{E3589E8C-F956-5C43-8B78-0CAB4208EF3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71966" y="4422648"/>
              <a:ext cx="548640" cy="581406"/>
            </a:xfrm>
            <a:prstGeom prst="rect">
              <a:avLst/>
            </a:prstGeom>
          </p:spPr>
        </p:pic>
        <p:pic>
          <p:nvPicPr>
            <p:cNvPr id="35" name="object 19">
              <a:extLst>
                <a:ext uri="{FF2B5EF4-FFF2-40B4-BE49-F238E27FC236}">
                  <a16:creationId xmlns:a16="http://schemas.microsoft.com/office/drawing/2014/main" id="{4BDD2FB9-F002-A649-BB0C-00C7693B9D6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91777" y="2931414"/>
              <a:ext cx="548640" cy="581405"/>
            </a:xfrm>
            <a:prstGeom prst="rect">
              <a:avLst/>
            </a:prstGeom>
          </p:spPr>
        </p:pic>
        <p:pic>
          <p:nvPicPr>
            <p:cNvPr id="36" name="object 20">
              <a:extLst>
                <a:ext uri="{FF2B5EF4-FFF2-40B4-BE49-F238E27FC236}">
                  <a16:creationId xmlns:a16="http://schemas.microsoft.com/office/drawing/2014/main" id="{72C48381-DA2A-524C-A43F-1A44670D6A1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85838" y="2920746"/>
              <a:ext cx="548640" cy="581405"/>
            </a:xfrm>
            <a:prstGeom prst="rect">
              <a:avLst/>
            </a:prstGeom>
          </p:spPr>
        </p:pic>
        <p:pic>
          <p:nvPicPr>
            <p:cNvPr id="37" name="object 21">
              <a:extLst>
                <a:ext uri="{FF2B5EF4-FFF2-40B4-BE49-F238E27FC236}">
                  <a16:creationId xmlns:a16="http://schemas.microsoft.com/office/drawing/2014/main" id="{285F581B-1CCC-4B41-A9E4-32DEB646CBD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9570" y="2193798"/>
              <a:ext cx="548640" cy="581405"/>
            </a:xfrm>
            <a:prstGeom prst="rect">
              <a:avLst/>
            </a:prstGeom>
          </p:spPr>
        </p:pic>
      </p:grpSp>
      <p:sp>
        <p:nvSpPr>
          <p:cNvPr id="39" name="object 22">
            <a:extLst>
              <a:ext uri="{FF2B5EF4-FFF2-40B4-BE49-F238E27FC236}">
                <a16:creationId xmlns:a16="http://schemas.microsoft.com/office/drawing/2014/main" id="{C916486B-1147-514A-B28C-317B6E6E2A7A}"/>
              </a:ext>
            </a:extLst>
          </p:cNvPr>
          <p:cNvSpPr txBox="1"/>
          <p:nvPr/>
        </p:nvSpPr>
        <p:spPr>
          <a:xfrm>
            <a:off x="1202436" y="5465064"/>
            <a:ext cx="9787255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00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45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处理某顶点时，一次性发现所有其相邻顶点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55553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587496" y="4021835"/>
            <a:ext cx="5017135" cy="2743200"/>
            <a:chOff x="3587496" y="4021835"/>
            <a:chExt cx="5017135" cy="2743200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4979035" cy="2701290"/>
            </a:xfrm>
            <a:custGeom>
              <a:avLst/>
              <a:gdLst/>
              <a:ahLst/>
              <a:cxnLst/>
              <a:rect l="l" t="t" r="r" b="b"/>
              <a:pathLst>
                <a:path w="4979034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4979034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4979034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4979034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4979034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4979034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4979034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4979034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4979034" h="2701290">
                  <a:moveTo>
                    <a:pt x="499109" y="249174"/>
                  </a:moveTo>
                  <a:lnTo>
                    <a:pt x="896238" y="249174"/>
                  </a:lnTo>
                </a:path>
                <a:path w="4979034" h="2701290">
                  <a:moveTo>
                    <a:pt x="1792224" y="249555"/>
                  </a:moveTo>
                  <a:lnTo>
                    <a:pt x="1796236" y="204705"/>
                  </a:lnTo>
                  <a:lnTo>
                    <a:pt x="1807806" y="162489"/>
                  </a:lnTo>
                  <a:lnTo>
                    <a:pt x="1826231" y="123613"/>
                  </a:lnTo>
                  <a:lnTo>
                    <a:pt x="1850809" y="88782"/>
                  </a:lnTo>
                  <a:lnTo>
                    <a:pt x="1880836" y="58702"/>
                  </a:lnTo>
                  <a:lnTo>
                    <a:pt x="1915611" y="34078"/>
                  </a:lnTo>
                  <a:lnTo>
                    <a:pt x="1954431" y="15616"/>
                  </a:lnTo>
                  <a:lnTo>
                    <a:pt x="1996594" y="4021"/>
                  </a:lnTo>
                  <a:lnTo>
                    <a:pt x="2041398" y="0"/>
                  </a:lnTo>
                  <a:lnTo>
                    <a:pt x="2086201" y="4021"/>
                  </a:lnTo>
                  <a:lnTo>
                    <a:pt x="2128364" y="15616"/>
                  </a:lnTo>
                  <a:lnTo>
                    <a:pt x="2167184" y="34078"/>
                  </a:lnTo>
                  <a:lnTo>
                    <a:pt x="2201959" y="58702"/>
                  </a:lnTo>
                  <a:lnTo>
                    <a:pt x="2231986" y="88782"/>
                  </a:lnTo>
                  <a:lnTo>
                    <a:pt x="2256564" y="123613"/>
                  </a:lnTo>
                  <a:lnTo>
                    <a:pt x="2274989" y="162489"/>
                  </a:lnTo>
                  <a:lnTo>
                    <a:pt x="2286559" y="204705"/>
                  </a:lnTo>
                  <a:lnTo>
                    <a:pt x="2290571" y="249555"/>
                  </a:lnTo>
                  <a:lnTo>
                    <a:pt x="2286559" y="294404"/>
                  </a:lnTo>
                  <a:lnTo>
                    <a:pt x="2274989" y="336620"/>
                  </a:lnTo>
                  <a:lnTo>
                    <a:pt x="2256564" y="375496"/>
                  </a:lnTo>
                  <a:lnTo>
                    <a:pt x="2231986" y="410327"/>
                  </a:lnTo>
                  <a:lnTo>
                    <a:pt x="2201959" y="440407"/>
                  </a:lnTo>
                  <a:lnTo>
                    <a:pt x="2167184" y="465031"/>
                  </a:lnTo>
                  <a:lnTo>
                    <a:pt x="2128364" y="483493"/>
                  </a:lnTo>
                  <a:lnTo>
                    <a:pt x="2086201" y="495088"/>
                  </a:lnTo>
                  <a:lnTo>
                    <a:pt x="2041398" y="499109"/>
                  </a:lnTo>
                  <a:lnTo>
                    <a:pt x="1996594" y="495088"/>
                  </a:lnTo>
                  <a:lnTo>
                    <a:pt x="1954431" y="483493"/>
                  </a:lnTo>
                  <a:lnTo>
                    <a:pt x="1915611" y="465031"/>
                  </a:lnTo>
                  <a:lnTo>
                    <a:pt x="1880836" y="440407"/>
                  </a:lnTo>
                  <a:lnTo>
                    <a:pt x="1850809" y="410327"/>
                  </a:lnTo>
                  <a:lnTo>
                    <a:pt x="1826231" y="375496"/>
                  </a:lnTo>
                  <a:lnTo>
                    <a:pt x="1807806" y="336620"/>
                  </a:lnTo>
                  <a:lnTo>
                    <a:pt x="1796236" y="294404"/>
                  </a:lnTo>
                  <a:lnTo>
                    <a:pt x="1792224" y="249555"/>
                  </a:lnTo>
                  <a:close/>
                </a:path>
                <a:path w="4979034" h="2701290">
                  <a:moveTo>
                    <a:pt x="1395221" y="249174"/>
                  </a:moveTo>
                  <a:lnTo>
                    <a:pt x="1792351" y="249174"/>
                  </a:lnTo>
                </a:path>
                <a:path w="4979034" h="2701290">
                  <a:moveTo>
                    <a:pt x="2688336" y="249555"/>
                  </a:moveTo>
                  <a:lnTo>
                    <a:pt x="2692348" y="204705"/>
                  </a:lnTo>
                  <a:lnTo>
                    <a:pt x="2703918" y="162489"/>
                  </a:lnTo>
                  <a:lnTo>
                    <a:pt x="2722343" y="123613"/>
                  </a:lnTo>
                  <a:lnTo>
                    <a:pt x="2746921" y="88782"/>
                  </a:lnTo>
                  <a:lnTo>
                    <a:pt x="2776948" y="58702"/>
                  </a:lnTo>
                  <a:lnTo>
                    <a:pt x="2811723" y="34078"/>
                  </a:lnTo>
                  <a:lnTo>
                    <a:pt x="2850543" y="15616"/>
                  </a:lnTo>
                  <a:lnTo>
                    <a:pt x="2892706" y="4021"/>
                  </a:lnTo>
                  <a:lnTo>
                    <a:pt x="2937509" y="0"/>
                  </a:lnTo>
                  <a:lnTo>
                    <a:pt x="2982313" y="4021"/>
                  </a:lnTo>
                  <a:lnTo>
                    <a:pt x="3024476" y="15616"/>
                  </a:lnTo>
                  <a:lnTo>
                    <a:pt x="3063296" y="34078"/>
                  </a:lnTo>
                  <a:lnTo>
                    <a:pt x="3098071" y="58702"/>
                  </a:lnTo>
                  <a:lnTo>
                    <a:pt x="3128098" y="88782"/>
                  </a:lnTo>
                  <a:lnTo>
                    <a:pt x="3152676" y="123613"/>
                  </a:lnTo>
                  <a:lnTo>
                    <a:pt x="3171101" y="162489"/>
                  </a:lnTo>
                  <a:lnTo>
                    <a:pt x="3182671" y="204705"/>
                  </a:lnTo>
                  <a:lnTo>
                    <a:pt x="3186683" y="249555"/>
                  </a:lnTo>
                  <a:lnTo>
                    <a:pt x="3182671" y="294404"/>
                  </a:lnTo>
                  <a:lnTo>
                    <a:pt x="3171101" y="336620"/>
                  </a:lnTo>
                  <a:lnTo>
                    <a:pt x="3152676" y="375496"/>
                  </a:lnTo>
                  <a:lnTo>
                    <a:pt x="3128098" y="410327"/>
                  </a:lnTo>
                  <a:lnTo>
                    <a:pt x="3098071" y="440407"/>
                  </a:lnTo>
                  <a:lnTo>
                    <a:pt x="3063296" y="465031"/>
                  </a:lnTo>
                  <a:lnTo>
                    <a:pt x="3024476" y="483493"/>
                  </a:lnTo>
                  <a:lnTo>
                    <a:pt x="2982313" y="495088"/>
                  </a:lnTo>
                  <a:lnTo>
                    <a:pt x="2937509" y="499109"/>
                  </a:lnTo>
                  <a:lnTo>
                    <a:pt x="2892706" y="495088"/>
                  </a:lnTo>
                  <a:lnTo>
                    <a:pt x="2850543" y="483493"/>
                  </a:lnTo>
                  <a:lnTo>
                    <a:pt x="2811723" y="465031"/>
                  </a:lnTo>
                  <a:lnTo>
                    <a:pt x="2776948" y="440407"/>
                  </a:lnTo>
                  <a:lnTo>
                    <a:pt x="2746921" y="410327"/>
                  </a:lnTo>
                  <a:lnTo>
                    <a:pt x="2722343" y="375496"/>
                  </a:lnTo>
                  <a:lnTo>
                    <a:pt x="2703918" y="336620"/>
                  </a:lnTo>
                  <a:lnTo>
                    <a:pt x="2692348" y="294404"/>
                  </a:lnTo>
                  <a:lnTo>
                    <a:pt x="2688336" y="249555"/>
                  </a:lnTo>
                  <a:close/>
                </a:path>
                <a:path w="4979034" h="2701290">
                  <a:moveTo>
                    <a:pt x="2290571" y="249174"/>
                  </a:moveTo>
                  <a:lnTo>
                    <a:pt x="2687701" y="249174"/>
                  </a:lnTo>
                </a:path>
                <a:path w="4979034" h="2701290">
                  <a:moveTo>
                    <a:pt x="3583685" y="249555"/>
                  </a:moveTo>
                  <a:lnTo>
                    <a:pt x="3587707" y="204705"/>
                  </a:lnTo>
                  <a:lnTo>
                    <a:pt x="3599302" y="162489"/>
                  </a:lnTo>
                  <a:lnTo>
                    <a:pt x="3617764" y="123613"/>
                  </a:lnTo>
                  <a:lnTo>
                    <a:pt x="3642388" y="88782"/>
                  </a:lnTo>
                  <a:lnTo>
                    <a:pt x="3672468" y="58702"/>
                  </a:lnTo>
                  <a:lnTo>
                    <a:pt x="3707299" y="34078"/>
                  </a:lnTo>
                  <a:lnTo>
                    <a:pt x="3746175" y="15616"/>
                  </a:lnTo>
                  <a:lnTo>
                    <a:pt x="3788391" y="4021"/>
                  </a:lnTo>
                  <a:lnTo>
                    <a:pt x="3833240" y="0"/>
                  </a:lnTo>
                  <a:lnTo>
                    <a:pt x="3878090" y="4021"/>
                  </a:lnTo>
                  <a:lnTo>
                    <a:pt x="3920306" y="15616"/>
                  </a:lnTo>
                  <a:lnTo>
                    <a:pt x="3959182" y="34078"/>
                  </a:lnTo>
                  <a:lnTo>
                    <a:pt x="3994013" y="58702"/>
                  </a:lnTo>
                  <a:lnTo>
                    <a:pt x="4024093" y="88782"/>
                  </a:lnTo>
                  <a:lnTo>
                    <a:pt x="4048717" y="123613"/>
                  </a:lnTo>
                  <a:lnTo>
                    <a:pt x="4067179" y="162489"/>
                  </a:lnTo>
                  <a:lnTo>
                    <a:pt x="4078774" y="204705"/>
                  </a:lnTo>
                  <a:lnTo>
                    <a:pt x="4082796" y="249555"/>
                  </a:lnTo>
                  <a:lnTo>
                    <a:pt x="4078774" y="294404"/>
                  </a:lnTo>
                  <a:lnTo>
                    <a:pt x="4067179" y="336620"/>
                  </a:lnTo>
                  <a:lnTo>
                    <a:pt x="4048717" y="375496"/>
                  </a:lnTo>
                  <a:lnTo>
                    <a:pt x="4024093" y="410327"/>
                  </a:lnTo>
                  <a:lnTo>
                    <a:pt x="3994013" y="440407"/>
                  </a:lnTo>
                  <a:lnTo>
                    <a:pt x="3959182" y="465031"/>
                  </a:lnTo>
                  <a:lnTo>
                    <a:pt x="3920306" y="483493"/>
                  </a:lnTo>
                  <a:lnTo>
                    <a:pt x="3878090" y="495088"/>
                  </a:lnTo>
                  <a:lnTo>
                    <a:pt x="3833240" y="499109"/>
                  </a:lnTo>
                  <a:lnTo>
                    <a:pt x="3788391" y="495088"/>
                  </a:lnTo>
                  <a:lnTo>
                    <a:pt x="3746175" y="483493"/>
                  </a:lnTo>
                  <a:lnTo>
                    <a:pt x="3707299" y="465031"/>
                  </a:lnTo>
                  <a:lnTo>
                    <a:pt x="3672468" y="440407"/>
                  </a:lnTo>
                  <a:lnTo>
                    <a:pt x="3642388" y="410327"/>
                  </a:lnTo>
                  <a:lnTo>
                    <a:pt x="3617764" y="375496"/>
                  </a:lnTo>
                  <a:lnTo>
                    <a:pt x="3599302" y="336620"/>
                  </a:lnTo>
                  <a:lnTo>
                    <a:pt x="3587707" y="294404"/>
                  </a:lnTo>
                  <a:lnTo>
                    <a:pt x="3583685" y="249555"/>
                  </a:lnTo>
                  <a:close/>
                </a:path>
                <a:path w="4979034" h="2701290">
                  <a:moveTo>
                    <a:pt x="3186683" y="249174"/>
                  </a:moveTo>
                  <a:lnTo>
                    <a:pt x="3583812" y="249174"/>
                  </a:lnTo>
                </a:path>
                <a:path w="4979034" h="2701290">
                  <a:moveTo>
                    <a:pt x="4479798" y="249555"/>
                  </a:moveTo>
                  <a:lnTo>
                    <a:pt x="4483819" y="204705"/>
                  </a:lnTo>
                  <a:lnTo>
                    <a:pt x="4495414" y="162489"/>
                  </a:lnTo>
                  <a:lnTo>
                    <a:pt x="4513876" y="123613"/>
                  </a:lnTo>
                  <a:lnTo>
                    <a:pt x="4538500" y="88782"/>
                  </a:lnTo>
                  <a:lnTo>
                    <a:pt x="4568580" y="58702"/>
                  </a:lnTo>
                  <a:lnTo>
                    <a:pt x="4603411" y="34078"/>
                  </a:lnTo>
                  <a:lnTo>
                    <a:pt x="4642287" y="15616"/>
                  </a:lnTo>
                  <a:lnTo>
                    <a:pt x="4684503" y="4021"/>
                  </a:lnTo>
                  <a:lnTo>
                    <a:pt x="4729353" y="0"/>
                  </a:lnTo>
                  <a:lnTo>
                    <a:pt x="4774202" y="4021"/>
                  </a:lnTo>
                  <a:lnTo>
                    <a:pt x="4816418" y="15616"/>
                  </a:lnTo>
                  <a:lnTo>
                    <a:pt x="4855294" y="34078"/>
                  </a:lnTo>
                  <a:lnTo>
                    <a:pt x="4890125" y="58702"/>
                  </a:lnTo>
                  <a:lnTo>
                    <a:pt x="4920205" y="88782"/>
                  </a:lnTo>
                  <a:lnTo>
                    <a:pt x="4944829" y="123613"/>
                  </a:lnTo>
                  <a:lnTo>
                    <a:pt x="4963291" y="162489"/>
                  </a:lnTo>
                  <a:lnTo>
                    <a:pt x="4974886" y="204705"/>
                  </a:lnTo>
                  <a:lnTo>
                    <a:pt x="4978908" y="249555"/>
                  </a:lnTo>
                  <a:lnTo>
                    <a:pt x="4974886" y="294404"/>
                  </a:lnTo>
                  <a:lnTo>
                    <a:pt x="4963291" y="336620"/>
                  </a:lnTo>
                  <a:lnTo>
                    <a:pt x="4944829" y="375496"/>
                  </a:lnTo>
                  <a:lnTo>
                    <a:pt x="4920205" y="410327"/>
                  </a:lnTo>
                  <a:lnTo>
                    <a:pt x="4890125" y="440407"/>
                  </a:lnTo>
                  <a:lnTo>
                    <a:pt x="4855294" y="465031"/>
                  </a:lnTo>
                  <a:lnTo>
                    <a:pt x="4816418" y="483493"/>
                  </a:lnTo>
                  <a:lnTo>
                    <a:pt x="4774202" y="495088"/>
                  </a:lnTo>
                  <a:lnTo>
                    <a:pt x="4729353" y="499109"/>
                  </a:lnTo>
                  <a:lnTo>
                    <a:pt x="4684503" y="495088"/>
                  </a:lnTo>
                  <a:lnTo>
                    <a:pt x="4642287" y="483493"/>
                  </a:lnTo>
                  <a:lnTo>
                    <a:pt x="4603411" y="465031"/>
                  </a:lnTo>
                  <a:lnTo>
                    <a:pt x="4568580" y="440407"/>
                  </a:lnTo>
                  <a:lnTo>
                    <a:pt x="4538500" y="410327"/>
                  </a:lnTo>
                  <a:lnTo>
                    <a:pt x="4513876" y="375496"/>
                  </a:lnTo>
                  <a:lnTo>
                    <a:pt x="4495414" y="336620"/>
                  </a:lnTo>
                  <a:lnTo>
                    <a:pt x="4483819" y="294404"/>
                  </a:lnTo>
                  <a:lnTo>
                    <a:pt x="4479798" y="249555"/>
                  </a:lnTo>
                  <a:close/>
                </a:path>
                <a:path w="4979034" h="2701290">
                  <a:moveTo>
                    <a:pt x="4082796" y="249174"/>
                  </a:moveTo>
                  <a:lnTo>
                    <a:pt x="4479925" y="249174"/>
                  </a:lnTo>
                </a:path>
                <a:path w="4979034" h="2701290">
                  <a:moveTo>
                    <a:pt x="896112" y="983741"/>
                  </a:moveTo>
                  <a:lnTo>
                    <a:pt x="900133" y="938938"/>
                  </a:lnTo>
                  <a:lnTo>
                    <a:pt x="911728" y="896775"/>
                  </a:lnTo>
                  <a:lnTo>
                    <a:pt x="930190" y="857955"/>
                  </a:lnTo>
                  <a:lnTo>
                    <a:pt x="954814" y="823180"/>
                  </a:lnTo>
                  <a:lnTo>
                    <a:pt x="984894" y="793153"/>
                  </a:lnTo>
                  <a:lnTo>
                    <a:pt x="1019725" y="768575"/>
                  </a:lnTo>
                  <a:lnTo>
                    <a:pt x="1058601" y="750150"/>
                  </a:lnTo>
                  <a:lnTo>
                    <a:pt x="1100817" y="738580"/>
                  </a:lnTo>
                  <a:lnTo>
                    <a:pt x="1145666" y="734568"/>
                  </a:lnTo>
                  <a:lnTo>
                    <a:pt x="1190516" y="738580"/>
                  </a:lnTo>
                  <a:lnTo>
                    <a:pt x="1232732" y="750150"/>
                  </a:lnTo>
                  <a:lnTo>
                    <a:pt x="1271608" y="768575"/>
                  </a:lnTo>
                  <a:lnTo>
                    <a:pt x="1306439" y="793153"/>
                  </a:lnTo>
                  <a:lnTo>
                    <a:pt x="1336519" y="823180"/>
                  </a:lnTo>
                  <a:lnTo>
                    <a:pt x="1361143" y="857955"/>
                  </a:lnTo>
                  <a:lnTo>
                    <a:pt x="1379605" y="896775"/>
                  </a:lnTo>
                  <a:lnTo>
                    <a:pt x="1391200" y="938938"/>
                  </a:lnTo>
                  <a:lnTo>
                    <a:pt x="1395221" y="983741"/>
                  </a:lnTo>
                  <a:lnTo>
                    <a:pt x="1391200" y="1028545"/>
                  </a:lnTo>
                  <a:lnTo>
                    <a:pt x="1379605" y="1070708"/>
                  </a:lnTo>
                  <a:lnTo>
                    <a:pt x="1361143" y="1109528"/>
                  </a:lnTo>
                  <a:lnTo>
                    <a:pt x="1336519" y="1144303"/>
                  </a:lnTo>
                  <a:lnTo>
                    <a:pt x="1306439" y="1174330"/>
                  </a:lnTo>
                  <a:lnTo>
                    <a:pt x="1271608" y="1198908"/>
                  </a:lnTo>
                  <a:lnTo>
                    <a:pt x="1232732" y="1217333"/>
                  </a:lnTo>
                  <a:lnTo>
                    <a:pt x="1190516" y="1228903"/>
                  </a:lnTo>
                  <a:lnTo>
                    <a:pt x="1145666" y="1232916"/>
                  </a:lnTo>
                  <a:lnTo>
                    <a:pt x="1100817" y="1228903"/>
                  </a:lnTo>
                  <a:lnTo>
                    <a:pt x="1058601" y="1217333"/>
                  </a:lnTo>
                  <a:lnTo>
                    <a:pt x="1019725" y="1198908"/>
                  </a:lnTo>
                  <a:lnTo>
                    <a:pt x="984894" y="1174330"/>
                  </a:lnTo>
                  <a:lnTo>
                    <a:pt x="954814" y="1144303"/>
                  </a:lnTo>
                  <a:lnTo>
                    <a:pt x="930190" y="1109528"/>
                  </a:lnTo>
                  <a:lnTo>
                    <a:pt x="911728" y="1070708"/>
                  </a:lnTo>
                  <a:lnTo>
                    <a:pt x="900133" y="1028545"/>
                  </a:lnTo>
                  <a:lnTo>
                    <a:pt x="896112" y="983741"/>
                  </a:lnTo>
                  <a:close/>
                </a:path>
                <a:path w="4979034" h="2701290">
                  <a:moveTo>
                    <a:pt x="1145286" y="499109"/>
                  </a:moveTo>
                  <a:lnTo>
                    <a:pt x="1145286" y="734694"/>
                  </a:lnTo>
                </a:path>
                <a:path w="4979034" h="2701290">
                  <a:moveTo>
                    <a:pt x="1792224" y="983741"/>
                  </a:moveTo>
                  <a:lnTo>
                    <a:pt x="1796236" y="938938"/>
                  </a:lnTo>
                  <a:lnTo>
                    <a:pt x="1807806" y="896775"/>
                  </a:lnTo>
                  <a:lnTo>
                    <a:pt x="1826231" y="857955"/>
                  </a:lnTo>
                  <a:lnTo>
                    <a:pt x="1850809" y="823180"/>
                  </a:lnTo>
                  <a:lnTo>
                    <a:pt x="1880836" y="793153"/>
                  </a:lnTo>
                  <a:lnTo>
                    <a:pt x="1915611" y="768575"/>
                  </a:lnTo>
                  <a:lnTo>
                    <a:pt x="1954431" y="750150"/>
                  </a:lnTo>
                  <a:lnTo>
                    <a:pt x="1996594" y="738580"/>
                  </a:lnTo>
                  <a:lnTo>
                    <a:pt x="2041398" y="734568"/>
                  </a:lnTo>
                  <a:lnTo>
                    <a:pt x="2086201" y="738580"/>
                  </a:lnTo>
                  <a:lnTo>
                    <a:pt x="2128364" y="750150"/>
                  </a:lnTo>
                  <a:lnTo>
                    <a:pt x="2167184" y="768575"/>
                  </a:lnTo>
                  <a:lnTo>
                    <a:pt x="2201959" y="793153"/>
                  </a:lnTo>
                  <a:lnTo>
                    <a:pt x="2231986" y="823180"/>
                  </a:lnTo>
                  <a:lnTo>
                    <a:pt x="2256564" y="857955"/>
                  </a:lnTo>
                  <a:lnTo>
                    <a:pt x="2274989" y="896775"/>
                  </a:lnTo>
                  <a:lnTo>
                    <a:pt x="2286559" y="938938"/>
                  </a:lnTo>
                  <a:lnTo>
                    <a:pt x="2290571" y="983741"/>
                  </a:lnTo>
                  <a:lnTo>
                    <a:pt x="2286559" y="1028545"/>
                  </a:lnTo>
                  <a:lnTo>
                    <a:pt x="2274989" y="1070708"/>
                  </a:lnTo>
                  <a:lnTo>
                    <a:pt x="2256564" y="1109528"/>
                  </a:lnTo>
                  <a:lnTo>
                    <a:pt x="2231986" y="1144303"/>
                  </a:lnTo>
                  <a:lnTo>
                    <a:pt x="2201959" y="1174330"/>
                  </a:lnTo>
                  <a:lnTo>
                    <a:pt x="2167184" y="1198908"/>
                  </a:lnTo>
                  <a:lnTo>
                    <a:pt x="2128364" y="1217333"/>
                  </a:lnTo>
                  <a:lnTo>
                    <a:pt x="2086201" y="1228903"/>
                  </a:lnTo>
                  <a:lnTo>
                    <a:pt x="2041398" y="1232916"/>
                  </a:lnTo>
                  <a:lnTo>
                    <a:pt x="1996594" y="1228903"/>
                  </a:lnTo>
                  <a:lnTo>
                    <a:pt x="1954431" y="1217333"/>
                  </a:lnTo>
                  <a:lnTo>
                    <a:pt x="1915611" y="1198908"/>
                  </a:lnTo>
                  <a:lnTo>
                    <a:pt x="1880836" y="1174330"/>
                  </a:lnTo>
                  <a:lnTo>
                    <a:pt x="1850809" y="1144303"/>
                  </a:lnTo>
                  <a:lnTo>
                    <a:pt x="1826231" y="1109528"/>
                  </a:lnTo>
                  <a:lnTo>
                    <a:pt x="1807806" y="1070708"/>
                  </a:lnTo>
                  <a:lnTo>
                    <a:pt x="1796236" y="1028545"/>
                  </a:lnTo>
                  <a:lnTo>
                    <a:pt x="1792224" y="983741"/>
                  </a:lnTo>
                  <a:close/>
                </a:path>
                <a:path w="4979034" h="2701290">
                  <a:moveTo>
                    <a:pt x="2041398" y="478536"/>
                  </a:moveTo>
                  <a:lnTo>
                    <a:pt x="2041398" y="734568"/>
                  </a:lnTo>
                </a:path>
                <a:path w="4979034" h="2701290">
                  <a:moveTo>
                    <a:pt x="2688336" y="983741"/>
                  </a:moveTo>
                  <a:lnTo>
                    <a:pt x="2692348" y="938938"/>
                  </a:lnTo>
                  <a:lnTo>
                    <a:pt x="2703918" y="896775"/>
                  </a:lnTo>
                  <a:lnTo>
                    <a:pt x="2722343" y="857955"/>
                  </a:lnTo>
                  <a:lnTo>
                    <a:pt x="2746921" y="823180"/>
                  </a:lnTo>
                  <a:lnTo>
                    <a:pt x="2776948" y="793153"/>
                  </a:lnTo>
                  <a:lnTo>
                    <a:pt x="2811723" y="768575"/>
                  </a:lnTo>
                  <a:lnTo>
                    <a:pt x="2850543" y="750150"/>
                  </a:lnTo>
                  <a:lnTo>
                    <a:pt x="2892706" y="738580"/>
                  </a:lnTo>
                  <a:lnTo>
                    <a:pt x="2937509" y="734568"/>
                  </a:lnTo>
                  <a:lnTo>
                    <a:pt x="2982313" y="738580"/>
                  </a:lnTo>
                  <a:lnTo>
                    <a:pt x="3024476" y="750150"/>
                  </a:lnTo>
                  <a:lnTo>
                    <a:pt x="3063296" y="768575"/>
                  </a:lnTo>
                  <a:lnTo>
                    <a:pt x="3098071" y="793153"/>
                  </a:lnTo>
                  <a:lnTo>
                    <a:pt x="3128098" y="823180"/>
                  </a:lnTo>
                  <a:lnTo>
                    <a:pt x="3152676" y="857955"/>
                  </a:lnTo>
                  <a:lnTo>
                    <a:pt x="3171101" y="896775"/>
                  </a:lnTo>
                  <a:lnTo>
                    <a:pt x="3182671" y="938938"/>
                  </a:lnTo>
                  <a:lnTo>
                    <a:pt x="3186683" y="983741"/>
                  </a:lnTo>
                  <a:lnTo>
                    <a:pt x="3182671" y="1028545"/>
                  </a:lnTo>
                  <a:lnTo>
                    <a:pt x="3171101" y="1070708"/>
                  </a:lnTo>
                  <a:lnTo>
                    <a:pt x="3152676" y="1109528"/>
                  </a:lnTo>
                  <a:lnTo>
                    <a:pt x="3128098" y="1144303"/>
                  </a:lnTo>
                  <a:lnTo>
                    <a:pt x="3098071" y="1174330"/>
                  </a:lnTo>
                  <a:lnTo>
                    <a:pt x="3063296" y="1198908"/>
                  </a:lnTo>
                  <a:lnTo>
                    <a:pt x="3024476" y="1217333"/>
                  </a:lnTo>
                  <a:lnTo>
                    <a:pt x="2982313" y="1228903"/>
                  </a:lnTo>
                  <a:lnTo>
                    <a:pt x="2937509" y="1232916"/>
                  </a:lnTo>
                  <a:lnTo>
                    <a:pt x="2892706" y="1228903"/>
                  </a:lnTo>
                  <a:lnTo>
                    <a:pt x="2850543" y="1217333"/>
                  </a:lnTo>
                  <a:lnTo>
                    <a:pt x="2811723" y="1198908"/>
                  </a:lnTo>
                  <a:lnTo>
                    <a:pt x="2776948" y="1174330"/>
                  </a:lnTo>
                  <a:lnTo>
                    <a:pt x="2746921" y="1144303"/>
                  </a:lnTo>
                  <a:lnTo>
                    <a:pt x="2722343" y="1109528"/>
                  </a:lnTo>
                  <a:lnTo>
                    <a:pt x="2703918" y="1070708"/>
                  </a:lnTo>
                  <a:lnTo>
                    <a:pt x="2692348" y="1028545"/>
                  </a:lnTo>
                  <a:lnTo>
                    <a:pt x="2688336" y="983741"/>
                  </a:lnTo>
                  <a:close/>
                </a:path>
                <a:path w="4979034" h="2701290">
                  <a:moveTo>
                    <a:pt x="2937509" y="478536"/>
                  </a:moveTo>
                  <a:lnTo>
                    <a:pt x="2937509" y="734568"/>
                  </a:lnTo>
                </a:path>
                <a:path w="4979034" h="2701290">
                  <a:moveTo>
                    <a:pt x="3583685" y="983741"/>
                  </a:moveTo>
                  <a:lnTo>
                    <a:pt x="3587707" y="938938"/>
                  </a:lnTo>
                  <a:lnTo>
                    <a:pt x="3599302" y="896775"/>
                  </a:lnTo>
                  <a:lnTo>
                    <a:pt x="3617764" y="857955"/>
                  </a:lnTo>
                  <a:lnTo>
                    <a:pt x="3642388" y="823180"/>
                  </a:lnTo>
                  <a:lnTo>
                    <a:pt x="3672468" y="793153"/>
                  </a:lnTo>
                  <a:lnTo>
                    <a:pt x="3707299" y="768575"/>
                  </a:lnTo>
                  <a:lnTo>
                    <a:pt x="3746175" y="750150"/>
                  </a:lnTo>
                  <a:lnTo>
                    <a:pt x="3788391" y="738580"/>
                  </a:lnTo>
                  <a:lnTo>
                    <a:pt x="3833240" y="734568"/>
                  </a:lnTo>
                  <a:lnTo>
                    <a:pt x="3878090" y="738580"/>
                  </a:lnTo>
                  <a:lnTo>
                    <a:pt x="3920306" y="750150"/>
                  </a:lnTo>
                  <a:lnTo>
                    <a:pt x="3959182" y="768575"/>
                  </a:lnTo>
                  <a:lnTo>
                    <a:pt x="3994013" y="793153"/>
                  </a:lnTo>
                  <a:lnTo>
                    <a:pt x="4024093" y="823180"/>
                  </a:lnTo>
                  <a:lnTo>
                    <a:pt x="4048717" y="857955"/>
                  </a:lnTo>
                  <a:lnTo>
                    <a:pt x="4067179" y="896775"/>
                  </a:lnTo>
                  <a:lnTo>
                    <a:pt x="4078774" y="938938"/>
                  </a:lnTo>
                  <a:lnTo>
                    <a:pt x="4082796" y="983741"/>
                  </a:lnTo>
                  <a:lnTo>
                    <a:pt x="4078774" y="1028545"/>
                  </a:lnTo>
                  <a:lnTo>
                    <a:pt x="4067179" y="1070708"/>
                  </a:lnTo>
                  <a:lnTo>
                    <a:pt x="4048717" y="1109528"/>
                  </a:lnTo>
                  <a:lnTo>
                    <a:pt x="4024093" y="1144303"/>
                  </a:lnTo>
                  <a:lnTo>
                    <a:pt x="3994013" y="1174330"/>
                  </a:lnTo>
                  <a:lnTo>
                    <a:pt x="3959182" y="1198908"/>
                  </a:lnTo>
                  <a:lnTo>
                    <a:pt x="3920306" y="1217333"/>
                  </a:lnTo>
                  <a:lnTo>
                    <a:pt x="3878090" y="1228903"/>
                  </a:lnTo>
                  <a:lnTo>
                    <a:pt x="3833240" y="1232916"/>
                  </a:lnTo>
                  <a:lnTo>
                    <a:pt x="3788391" y="1228903"/>
                  </a:lnTo>
                  <a:lnTo>
                    <a:pt x="3746175" y="1217333"/>
                  </a:lnTo>
                  <a:lnTo>
                    <a:pt x="3707299" y="1198908"/>
                  </a:lnTo>
                  <a:lnTo>
                    <a:pt x="3672468" y="1174330"/>
                  </a:lnTo>
                  <a:lnTo>
                    <a:pt x="3642388" y="1144303"/>
                  </a:lnTo>
                  <a:lnTo>
                    <a:pt x="3617764" y="1109528"/>
                  </a:lnTo>
                  <a:lnTo>
                    <a:pt x="3599302" y="1070708"/>
                  </a:lnTo>
                  <a:lnTo>
                    <a:pt x="3587707" y="1028545"/>
                  </a:lnTo>
                  <a:lnTo>
                    <a:pt x="3583685" y="983741"/>
                  </a:lnTo>
                  <a:close/>
                </a:path>
                <a:path w="4979034" h="2701290">
                  <a:moveTo>
                    <a:pt x="3833622" y="478536"/>
                  </a:moveTo>
                  <a:lnTo>
                    <a:pt x="3833622" y="734568"/>
                  </a:lnTo>
                </a:path>
                <a:path w="4979034" h="2701290">
                  <a:moveTo>
                    <a:pt x="4479798" y="983741"/>
                  </a:moveTo>
                  <a:lnTo>
                    <a:pt x="4483819" y="938938"/>
                  </a:lnTo>
                  <a:lnTo>
                    <a:pt x="4495414" y="896775"/>
                  </a:lnTo>
                  <a:lnTo>
                    <a:pt x="4513876" y="857955"/>
                  </a:lnTo>
                  <a:lnTo>
                    <a:pt x="4538500" y="823180"/>
                  </a:lnTo>
                  <a:lnTo>
                    <a:pt x="4568580" y="793153"/>
                  </a:lnTo>
                  <a:lnTo>
                    <a:pt x="4603411" y="768575"/>
                  </a:lnTo>
                  <a:lnTo>
                    <a:pt x="4642287" y="750150"/>
                  </a:lnTo>
                  <a:lnTo>
                    <a:pt x="4684503" y="738580"/>
                  </a:lnTo>
                  <a:lnTo>
                    <a:pt x="4729353" y="734568"/>
                  </a:lnTo>
                  <a:lnTo>
                    <a:pt x="4774202" y="738580"/>
                  </a:lnTo>
                  <a:lnTo>
                    <a:pt x="4816418" y="750150"/>
                  </a:lnTo>
                  <a:lnTo>
                    <a:pt x="4855294" y="768575"/>
                  </a:lnTo>
                  <a:lnTo>
                    <a:pt x="4890125" y="793153"/>
                  </a:lnTo>
                  <a:lnTo>
                    <a:pt x="4920205" y="823180"/>
                  </a:lnTo>
                  <a:lnTo>
                    <a:pt x="4944829" y="857955"/>
                  </a:lnTo>
                  <a:lnTo>
                    <a:pt x="4963291" y="896775"/>
                  </a:lnTo>
                  <a:lnTo>
                    <a:pt x="4974886" y="938938"/>
                  </a:lnTo>
                  <a:lnTo>
                    <a:pt x="4978908" y="983741"/>
                  </a:lnTo>
                  <a:lnTo>
                    <a:pt x="4974886" y="1028545"/>
                  </a:lnTo>
                  <a:lnTo>
                    <a:pt x="4963291" y="1070708"/>
                  </a:lnTo>
                  <a:lnTo>
                    <a:pt x="4944829" y="1109528"/>
                  </a:lnTo>
                  <a:lnTo>
                    <a:pt x="4920205" y="1144303"/>
                  </a:lnTo>
                  <a:lnTo>
                    <a:pt x="4890125" y="1174330"/>
                  </a:lnTo>
                  <a:lnTo>
                    <a:pt x="4855294" y="1198908"/>
                  </a:lnTo>
                  <a:lnTo>
                    <a:pt x="4816418" y="1217333"/>
                  </a:lnTo>
                  <a:lnTo>
                    <a:pt x="4774202" y="1228903"/>
                  </a:lnTo>
                  <a:lnTo>
                    <a:pt x="4729353" y="1232916"/>
                  </a:lnTo>
                  <a:lnTo>
                    <a:pt x="4684503" y="1228903"/>
                  </a:lnTo>
                  <a:lnTo>
                    <a:pt x="4642287" y="1217333"/>
                  </a:lnTo>
                  <a:lnTo>
                    <a:pt x="4603411" y="1198908"/>
                  </a:lnTo>
                  <a:lnTo>
                    <a:pt x="4568580" y="1174330"/>
                  </a:lnTo>
                  <a:lnTo>
                    <a:pt x="4538500" y="1144303"/>
                  </a:lnTo>
                  <a:lnTo>
                    <a:pt x="4513876" y="1109528"/>
                  </a:lnTo>
                  <a:lnTo>
                    <a:pt x="4495414" y="1070708"/>
                  </a:lnTo>
                  <a:lnTo>
                    <a:pt x="4483819" y="1028545"/>
                  </a:lnTo>
                  <a:lnTo>
                    <a:pt x="4479798" y="983741"/>
                  </a:lnTo>
                  <a:close/>
                </a:path>
                <a:path w="4979034" h="2701290">
                  <a:moveTo>
                    <a:pt x="4728972" y="499109"/>
                  </a:moveTo>
                  <a:lnTo>
                    <a:pt x="4728972" y="734694"/>
                  </a:lnTo>
                </a:path>
                <a:path w="4979034" h="2701290">
                  <a:moveTo>
                    <a:pt x="499109" y="983741"/>
                  </a:moveTo>
                  <a:lnTo>
                    <a:pt x="896238" y="983741"/>
                  </a:lnTo>
                </a:path>
                <a:path w="4979034" h="2701290">
                  <a:moveTo>
                    <a:pt x="1395221" y="983741"/>
                  </a:moveTo>
                  <a:lnTo>
                    <a:pt x="1792351" y="983741"/>
                  </a:lnTo>
                </a:path>
                <a:path w="4979034" h="2701290">
                  <a:moveTo>
                    <a:pt x="2290571" y="982980"/>
                  </a:moveTo>
                  <a:lnTo>
                    <a:pt x="2687701" y="982980"/>
                  </a:lnTo>
                </a:path>
                <a:path w="4979034" h="2701290">
                  <a:moveTo>
                    <a:pt x="3186683" y="982218"/>
                  </a:moveTo>
                  <a:lnTo>
                    <a:pt x="3583812" y="982218"/>
                  </a:lnTo>
                </a:path>
                <a:path w="4979034" h="2701290">
                  <a:moveTo>
                    <a:pt x="4082796" y="982218"/>
                  </a:moveTo>
                  <a:lnTo>
                    <a:pt x="4479925" y="983361"/>
                  </a:lnTo>
                </a:path>
                <a:path w="4979034" h="2701290">
                  <a:moveTo>
                    <a:pt x="896112" y="1716786"/>
                  </a:moveTo>
                  <a:lnTo>
                    <a:pt x="900133" y="1671996"/>
                  </a:lnTo>
                  <a:lnTo>
                    <a:pt x="911728" y="1629840"/>
                  </a:lnTo>
                  <a:lnTo>
                    <a:pt x="930190" y="1591022"/>
                  </a:lnTo>
                  <a:lnTo>
                    <a:pt x="954814" y="1556245"/>
                  </a:lnTo>
                  <a:lnTo>
                    <a:pt x="984894" y="1526213"/>
                  </a:lnTo>
                  <a:lnTo>
                    <a:pt x="1019725" y="1501631"/>
                  </a:lnTo>
                  <a:lnTo>
                    <a:pt x="1058601" y="1483200"/>
                  </a:lnTo>
                  <a:lnTo>
                    <a:pt x="1100817" y="1471626"/>
                  </a:lnTo>
                  <a:lnTo>
                    <a:pt x="1145666" y="1467611"/>
                  </a:lnTo>
                  <a:lnTo>
                    <a:pt x="1190516" y="1471626"/>
                  </a:lnTo>
                  <a:lnTo>
                    <a:pt x="1232732" y="1483200"/>
                  </a:lnTo>
                  <a:lnTo>
                    <a:pt x="1271608" y="1501631"/>
                  </a:lnTo>
                  <a:lnTo>
                    <a:pt x="1306439" y="1526213"/>
                  </a:lnTo>
                  <a:lnTo>
                    <a:pt x="1336519" y="1556245"/>
                  </a:lnTo>
                  <a:lnTo>
                    <a:pt x="1361143" y="1591022"/>
                  </a:lnTo>
                  <a:lnTo>
                    <a:pt x="1379605" y="1629840"/>
                  </a:lnTo>
                  <a:lnTo>
                    <a:pt x="1391200" y="1671996"/>
                  </a:lnTo>
                  <a:lnTo>
                    <a:pt x="1395221" y="1716786"/>
                  </a:lnTo>
                  <a:lnTo>
                    <a:pt x="1391200" y="1761575"/>
                  </a:lnTo>
                  <a:lnTo>
                    <a:pt x="1379605" y="1803731"/>
                  </a:lnTo>
                  <a:lnTo>
                    <a:pt x="1361143" y="1842549"/>
                  </a:lnTo>
                  <a:lnTo>
                    <a:pt x="1336519" y="1877326"/>
                  </a:lnTo>
                  <a:lnTo>
                    <a:pt x="1306439" y="1907358"/>
                  </a:lnTo>
                  <a:lnTo>
                    <a:pt x="1271608" y="1931940"/>
                  </a:lnTo>
                  <a:lnTo>
                    <a:pt x="1232732" y="1950371"/>
                  </a:lnTo>
                  <a:lnTo>
                    <a:pt x="1190516" y="1961945"/>
                  </a:lnTo>
                  <a:lnTo>
                    <a:pt x="1145666" y="1965960"/>
                  </a:lnTo>
                  <a:lnTo>
                    <a:pt x="1100817" y="1961945"/>
                  </a:lnTo>
                  <a:lnTo>
                    <a:pt x="1058601" y="1950371"/>
                  </a:lnTo>
                  <a:lnTo>
                    <a:pt x="1019725" y="1931940"/>
                  </a:lnTo>
                  <a:lnTo>
                    <a:pt x="984894" y="1907358"/>
                  </a:lnTo>
                  <a:lnTo>
                    <a:pt x="954814" y="1877326"/>
                  </a:lnTo>
                  <a:lnTo>
                    <a:pt x="930190" y="1842549"/>
                  </a:lnTo>
                  <a:lnTo>
                    <a:pt x="911728" y="1803731"/>
                  </a:lnTo>
                  <a:lnTo>
                    <a:pt x="900133" y="1761575"/>
                  </a:lnTo>
                  <a:lnTo>
                    <a:pt x="896112" y="1716786"/>
                  </a:lnTo>
                  <a:close/>
                </a:path>
                <a:path w="4979034" h="2701290">
                  <a:moveTo>
                    <a:pt x="1145286" y="1232154"/>
                  </a:moveTo>
                  <a:lnTo>
                    <a:pt x="1145286" y="146773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1542288" y="0"/>
                  </a:moveTo>
                  <a:lnTo>
                    <a:pt x="1542288" y="256032"/>
                  </a:lnTo>
                </a:path>
                <a:path w="4479925" h="1493520">
                  <a:moveTo>
                    <a:pt x="2189226" y="505206"/>
                  </a:moveTo>
                  <a:lnTo>
                    <a:pt x="2193238" y="460416"/>
                  </a:lnTo>
                  <a:lnTo>
                    <a:pt x="2204808" y="418260"/>
                  </a:lnTo>
                  <a:lnTo>
                    <a:pt x="2223233" y="379442"/>
                  </a:lnTo>
                  <a:lnTo>
                    <a:pt x="2247811" y="344665"/>
                  </a:lnTo>
                  <a:lnTo>
                    <a:pt x="2277838" y="314633"/>
                  </a:lnTo>
                  <a:lnTo>
                    <a:pt x="2312613" y="290051"/>
                  </a:lnTo>
                  <a:lnTo>
                    <a:pt x="2351433" y="271620"/>
                  </a:lnTo>
                  <a:lnTo>
                    <a:pt x="2393596" y="260046"/>
                  </a:lnTo>
                  <a:lnTo>
                    <a:pt x="2438400" y="256032"/>
                  </a:lnTo>
                  <a:lnTo>
                    <a:pt x="2483203" y="260046"/>
                  </a:lnTo>
                  <a:lnTo>
                    <a:pt x="2525366" y="271620"/>
                  </a:lnTo>
                  <a:lnTo>
                    <a:pt x="2564186" y="290051"/>
                  </a:lnTo>
                  <a:lnTo>
                    <a:pt x="2598961" y="314633"/>
                  </a:lnTo>
                  <a:lnTo>
                    <a:pt x="2628988" y="344665"/>
                  </a:lnTo>
                  <a:lnTo>
                    <a:pt x="2653566" y="379442"/>
                  </a:lnTo>
                  <a:lnTo>
                    <a:pt x="2671991" y="418260"/>
                  </a:lnTo>
                  <a:lnTo>
                    <a:pt x="2683561" y="460416"/>
                  </a:lnTo>
                  <a:lnTo>
                    <a:pt x="2687574" y="505206"/>
                  </a:lnTo>
                  <a:lnTo>
                    <a:pt x="2683561" y="549995"/>
                  </a:lnTo>
                  <a:lnTo>
                    <a:pt x="2671991" y="592151"/>
                  </a:lnTo>
                  <a:lnTo>
                    <a:pt x="2653566" y="630969"/>
                  </a:lnTo>
                  <a:lnTo>
                    <a:pt x="2628988" y="665746"/>
                  </a:lnTo>
                  <a:lnTo>
                    <a:pt x="2598961" y="695778"/>
                  </a:lnTo>
                  <a:lnTo>
                    <a:pt x="2564186" y="720360"/>
                  </a:lnTo>
                  <a:lnTo>
                    <a:pt x="2525366" y="738791"/>
                  </a:lnTo>
                  <a:lnTo>
                    <a:pt x="2483203" y="750365"/>
                  </a:lnTo>
                  <a:lnTo>
                    <a:pt x="2438400" y="754380"/>
                  </a:lnTo>
                  <a:lnTo>
                    <a:pt x="2393596" y="750365"/>
                  </a:lnTo>
                  <a:lnTo>
                    <a:pt x="2351433" y="738791"/>
                  </a:lnTo>
                  <a:lnTo>
                    <a:pt x="2312613" y="720360"/>
                  </a:lnTo>
                  <a:lnTo>
                    <a:pt x="2277838" y="695778"/>
                  </a:lnTo>
                  <a:lnTo>
                    <a:pt x="2247811" y="665746"/>
                  </a:lnTo>
                  <a:lnTo>
                    <a:pt x="2223233" y="630969"/>
                  </a:lnTo>
                  <a:lnTo>
                    <a:pt x="2204808" y="592151"/>
                  </a:lnTo>
                  <a:lnTo>
                    <a:pt x="2193238" y="549995"/>
                  </a:lnTo>
                  <a:lnTo>
                    <a:pt x="2189226" y="505206"/>
                  </a:lnTo>
                  <a:close/>
                </a:path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  <a:path w="4479925" h="1493520">
                  <a:moveTo>
                    <a:pt x="1293114" y="1243965"/>
                  </a:moveTo>
                  <a:lnTo>
                    <a:pt x="1297126" y="1199108"/>
                  </a:lnTo>
                  <a:lnTo>
                    <a:pt x="1308696" y="1156889"/>
                  </a:lnTo>
                  <a:lnTo>
                    <a:pt x="1327121" y="1118012"/>
                  </a:lnTo>
                  <a:lnTo>
                    <a:pt x="1351699" y="1083181"/>
                  </a:lnTo>
                  <a:lnTo>
                    <a:pt x="1381726" y="1053103"/>
                  </a:lnTo>
                  <a:lnTo>
                    <a:pt x="1416501" y="1028482"/>
                  </a:lnTo>
                  <a:lnTo>
                    <a:pt x="1455321" y="1010023"/>
                  </a:lnTo>
                  <a:lnTo>
                    <a:pt x="1497484" y="998430"/>
                  </a:lnTo>
                  <a:lnTo>
                    <a:pt x="1542288" y="994410"/>
                  </a:lnTo>
                  <a:lnTo>
                    <a:pt x="1587091" y="998430"/>
                  </a:lnTo>
                  <a:lnTo>
                    <a:pt x="1629254" y="1010023"/>
                  </a:lnTo>
                  <a:lnTo>
                    <a:pt x="1668074" y="1028482"/>
                  </a:lnTo>
                  <a:lnTo>
                    <a:pt x="1702849" y="1053103"/>
                  </a:lnTo>
                  <a:lnTo>
                    <a:pt x="1732876" y="1083181"/>
                  </a:lnTo>
                  <a:lnTo>
                    <a:pt x="1757454" y="1118012"/>
                  </a:lnTo>
                  <a:lnTo>
                    <a:pt x="1775879" y="1156889"/>
                  </a:lnTo>
                  <a:lnTo>
                    <a:pt x="1787449" y="1199108"/>
                  </a:lnTo>
                  <a:lnTo>
                    <a:pt x="1791462" y="1243965"/>
                  </a:lnTo>
                  <a:lnTo>
                    <a:pt x="1787449" y="1288821"/>
                  </a:lnTo>
                  <a:lnTo>
                    <a:pt x="1775879" y="1331040"/>
                  </a:lnTo>
                  <a:lnTo>
                    <a:pt x="1757454" y="1369917"/>
                  </a:lnTo>
                  <a:lnTo>
                    <a:pt x="1732876" y="1404748"/>
                  </a:lnTo>
                  <a:lnTo>
                    <a:pt x="1702849" y="1434826"/>
                  </a:lnTo>
                  <a:lnTo>
                    <a:pt x="1668074" y="1459447"/>
                  </a:lnTo>
                  <a:lnTo>
                    <a:pt x="1629254" y="1477906"/>
                  </a:lnTo>
                  <a:lnTo>
                    <a:pt x="1587091" y="1489499"/>
                  </a:lnTo>
                  <a:lnTo>
                    <a:pt x="1542288" y="1493520"/>
                  </a:lnTo>
                  <a:lnTo>
                    <a:pt x="1497484" y="1489499"/>
                  </a:lnTo>
                  <a:lnTo>
                    <a:pt x="1455321" y="1477906"/>
                  </a:lnTo>
                  <a:lnTo>
                    <a:pt x="1416501" y="1459447"/>
                  </a:lnTo>
                  <a:lnTo>
                    <a:pt x="1381726" y="1434826"/>
                  </a:lnTo>
                  <a:lnTo>
                    <a:pt x="1351699" y="1404748"/>
                  </a:lnTo>
                  <a:lnTo>
                    <a:pt x="1327121" y="1369917"/>
                  </a:lnTo>
                  <a:lnTo>
                    <a:pt x="1308696" y="1331040"/>
                  </a:lnTo>
                  <a:lnTo>
                    <a:pt x="1297126" y="1288821"/>
                  </a:lnTo>
                  <a:lnTo>
                    <a:pt x="1293114" y="1243965"/>
                  </a:lnTo>
                  <a:close/>
                </a:path>
                <a:path w="4479925" h="1493520">
                  <a:moveTo>
                    <a:pt x="1542288" y="738378"/>
                  </a:moveTo>
                  <a:lnTo>
                    <a:pt x="1542288" y="994473"/>
                  </a:lnTo>
                </a:path>
                <a:path w="4479925" h="1493520">
                  <a:moveTo>
                    <a:pt x="2189226" y="1243965"/>
                  </a:moveTo>
                  <a:lnTo>
                    <a:pt x="2193238" y="1199108"/>
                  </a:lnTo>
                  <a:lnTo>
                    <a:pt x="2204808" y="1156889"/>
                  </a:lnTo>
                  <a:lnTo>
                    <a:pt x="2223233" y="1118012"/>
                  </a:lnTo>
                  <a:lnTo>
                    <a:pt x="2247811" y="1083181"/>
                  </a:lnTo>
                  <a:lnTo>
                    <a:pt x="2277838" y="1053103"/>
                  </a:lnTo>
                  <a:lnTo>
                    <a:pt x="2312613" y="1028482"/>
                  </a:lnTo>
                  <a:lnTo>
                    <a:pt x="2351433" y="1010023"/>
                  </a:lnTo>
                  <a:lnTo>
                    <a:pt x="2393596" y="998430"/>
                  </a:lnTo>
                  <a:lnTo>
                    <a:pt x="2438400" y="994410"/>
                  </a:lnTo>
                  <a:lnTo>
                    <a:pt x="2483203" y="998430"/>
                  </a:lnTo>
                  <a:lnTo>
                    <a:pt x="2525366" y="1010023"/>
                  </a:lnTo>
                  <a:lnTo>
                    <a:pt x="2564186" y="1028482"/>
                  </a:lnTo>
                  <a:lnTo>
                    <a:pt x="2598961" y="1053103"/>
                  </a:lnTo>
                  <a:lnTo>
                    <a:pt x="2628988" y="1083181"/>
                  </a:lnTo>
                  <a:lnTo>
                    <a:pt x="2653566" y="1118012"/>
                  </a:lnTo>
                  <a:lnTo>
                    <a:pt x="2671991" y="1156889"/>
                  </a:lnTo>
                  <a:lnTo>
                    <a:pt x="2683561" y="1199108"/>
                  </a:lnTo>
                  <a:lnTo>
                    <a:pt x="2687574" y="1243965"/>
                  </a:lnTo>
                  <a:lnTo>
                    <a:pt x="2683561" y="1288821"/>
                  </a:lnTo>
                  <a:lnTo>
                    <a:pt x="2671991" y="1331040"/>
                  </a:lnTo>
                  <a:lnTo>
                    <a:pt x="2653566" y="1369917"/>
                  </a:lnTo>
                  <a:lnTo>
                    <a:pt x="2628988" y="1404748"/>
                  </a:lnTo>
                  <a:lnTo>
                    <a:pt x="2598961" y="1434826"/>
                  </a:lnTo>
                  <a:lnTo>
                    <a:pt x="2564186" y="1459447"/>
                  </a:lnTo>
                  <a:lnTo>
                    <a:pt x="2525366" y="1477906"/>
                  </a:lnTo>
                  <a:lnTo>
                    <a:pt x="2483203" y="1489499"/>
                  </a:lnTo>
                  <a:lnTo>
                    <a:pt x="2438400" y="1493520"/>
                  </a:lnTo>
                  <a:lnTo>
                    <a:pt x="2393596" y="1489499"/>
                  </a:lnTo>
                  <a:lnTo>
                    <a:pt x="2351433" y="1477906"/>
                  </a:lnTo>
                  <a:lnTo>
                    <a:pt x="2312613" y="1459447"/>
                  </a:lnTo>
                  <a:lnTo>
                    <a:pt x="2277838" y="1434826"/>
                  </a:lnTo>
                  <a:lnTo>
                    <a:pt x="2247811" y="1404748"/>
                  </a:lnTo>
                  <a:lnTo>
                    <a:pt x="2223233" y="1369917"/>
                  </a:lnTo>
                  <a:lnTo>
                    <a:pt x="2204808" y="1331040"/>
                  </a:lnTo>
                  <a:lnTo>
                    <a:pt x="2193238" y="1288821"/>
                  </a:lnTo>
                  <a:lnTo>
                    <a:pt x="2189226" y="1243965"/>
                  </a:lnTo>
                  <a:close/>
                </a:path>
                <a:path w="4479925" h="1493520">
                  <a:moveTo>
                    <a:pt x="2438400" y="738378"/>
                  </a:moveTo>
                  <a:lnTo>
                    <a:pt x="2438400" y="994473"/>
                  </a:lnTo>
                </a:path>
                <a:path w="4479925" h="1493520">
                  <a:moveTo>
                    <a:pt x="3084576" y="1243965"/>
                  </a:moveTo>
                  <a:lnTo>
                    <a:pt x="3088597" y="1199108"/>
                  </a:lnTo>
                  <a:lnTo>
                    <a:pt x="3100192" y="1156889"/>
                  </a:lnTo>
                  <a:lnTo>
                    <a:pt x="3118654" y="1118012"/>
                  </a:lnTo>
                  <a:lnTo>
                    <a:pt x="3143278" y="1083181"/>
                  </a:lnTo>
                  <a:lnTo>
                    <a:pt x="3173358" y="1053103"/>
                  </a:lnTo>
                  <a:lnTo>
                    <a:pt x="3208189" y="1028482"/>
                  </a:lnTo>
                  <a:lnTo>
                    <a:pt x="3247065" y="1010023"/>
                  </a:lnTo>
                  <a:lnTo>
                    <a:pt x="3289281" y="998430"/>
                  </a:lnTo>
                  <a:lnTo>
                    <a:pt x="3334130" y="994410"/>
                  </a:lnTo>
                  <a:lnTo>
                    <a:pt x="3378980" y="998430"/>
                  </a:lnTo>
                  <a:lnTo>
                    <a:pt x="3421196" y="1010023"/>
                  </a:lnTo>
                  <a:lnTo>
                    <a:pt x="3460072" y="1028482"/>
                  </a:lnTo>
                  <a:lnTo>
                    <a:pt x="3494903" y="1053103"/>
                  </a:lnTo>
                  <a:lnTo>
                    <a:pt x="3524983" y="1083181"/>
                  </a:lnTo>
                  <a:lnTo>
                    <a:pt x="3549607" y="1118012"/>
                  </a:lnTo>
                  <a:lnTo>
                    <a:pt x="3568069" y="1156889"/>
                  </a:lnTo>
                  <a:lnTo>
                    <a:pt x="3579664" y="1199108"/>
                  </a:lnTo>
                  <a:lnTo>
                    <a:pt x="3583686" y="1243965"/>
                  </a:lnTo>
                  <a:lnTo>
                    <a:pt x="3579664" y="1288821"/>
                  </a:lnTo>
                  <a:lnTo>
                    <a:pt x="3568069" y="1331040"/>
                  </a:lnTo>
                  <a:lnTo>
                    <a:pt x="3549607" y="1369917"/>
                  </a:lnTo>
                  <a:lnTo>
                    <a:pt x="3524983" y="1404748"/>
                  </a:lnTo>
                  <a:lnTo>
                    <a:pt x="3494903" y="1434826"/>
                  </a:lnTo>
                  <a:lnTo>
                    <a:pt x="3460072" y="1459447"/>
                  </a:lnTo>
                  <a:lnTo>
                    <a:pt x="3421196" y="1477906"/>
                  </a:lnTo>
                  <a:lnTo>
                    <a:pt x="3378980" y="1489499"/>
                  </a:lnTo>
                  <a:lnTo>
                    <a:pt x="3334130" y="1493520"/>
                  </a:lnTo>
                  <a:lnTo>
                    <a:pt x="3289281" y="1489499"/>
                  </a:lnTo>
                  <a:lnTo>
                    <a:pt x="3247065" y="1477906"/>
                  </a:lnTo>
                  <a:lnTo>
                    <a:pt x="3208189" y="1459447"/>
                  </a:lnTo>
                  <a:lnTo>
                    <a:pt x="3173358" y="1434826"/>
                  </a:lnTo>
                  <a:lnTo>
                    <a:pt x="3143278" y="1404748"/>
                  </a:lnTo>
                  <a:lnTo>
                    <a:pt x="3118654" y="1369917"/>
                  </a:lnTo>
                  <a:lnTo>
                    <a:pt x="3100192" y="1331040"/>
                  </a:lnTo>
                  <a:lnTo>
                    <a:pt x="3088597" y="1288821"/>
                  </a:lnTo>
                  <a:lnTo>
                    <a:pt x="3084576" y="1243965"/>
                  </a:lnTo>
                  <a:close/>
                </a:path>
                <a:path w="4479925" h="1493520">
                  <a:moveTo>
                    <a:pt x="3334512" y="738378"/>
                  </a:moveTo>
                  <a:lnTo>
                    <a:pt x="3334512" y="994473"/>
                  </a:lnTo>
                </a:path>
                <a:path w="4479925" h="1493520">
                  <a:moveTo>
                    <a:pt x="3980688" y="1243965"/>
                  </a:moveTo>
                  <a:lnTo>
                    <a:pt x="3984709" y="1199108"/>
                  </a:lnTo>
                  <a:lnTo>
                    <a:pt x="3996304" y="1156889"/>
                  </a:lnTo>
                  <a:lnTo>
                    <a:pt x="4014766" y="1118012"/>
                  </a:lnTo>
                  <a:lnTo>
                    <a:pt x="4039390" y="1083181"/>
                  </a:lnTo>
                  <a:lnTo>
                    <a:pt x="4069470" y="1053103"/>
                  </a:lnTo>
                  <a:lnTo>
                    <a:pt x="4104301" y="1028482"/>
                  </a:lnTo>
                  <a:lnTo>
                    <a:pt x="4143177" y="1010023"/>
                  </a:lnTo>
                  <a:lnTo>
                    <a:pt x="4185393" y="998430"/>
                  </a:lnTo>
                  <a:lnTo>
                    <a:pt x="4230243" y="994410"/>
                  </a:lnTo>
                  <a:lnTo>
                    <a:pt x="4275092" y="998430"/>
                  </a:lnTo>
                  <a:lnTo>
                    <a:pt x="4317308" y="1010023"/>
                  </a:lnTo>
                  <a:lnTo>
                    <a:pt x="4356184" y="1028482"/>
                  </a:lnTo>
                  <a:lnTo>
                    <a:pt x="4391015" y="1053103"/>
                  </a:lnTo>
                  <a:lnTo>
                    <a:pt x="4421095" y="1083181"/>
                  </a:lnTo>
                  <a:lnTo>
                    <a:pt x="4445719" y="1118012"/>
                  </a:lnTo>
                  <a:lnTo>
                    <a:pt x="4464181" y="1156889"/>
                  </a:lnTo>
                  <a:lnTo>
                    <a:pt x="4475776" y="1199108"/>
                  </a:lnTo>
                  <a:lnTo>
                    <a:pt x="4479798" y="1243965"/>
                  </a:lnTo>
                  <a:lnTo>
                    <a:pt x="4475776" y="1288821"/>
                  </a:lnTo>
                  <a:lnTo>
                    <a:pt x="4464181" y="1331040"/>
                  </a:lnTo>
                  <a:lnTo>
                    <a:pt x="4445719" y="1369917"/>
                  </a:lnTo>
                  <a:lnTo>
                    <a:pt x="4421095" y="1404748"/>
                  </a:lnTo>
                  <a:lnTo>
                    <a:pt x="4391015" y="1434826"/>
                  </a:lnTo>
                  <a:lnTo>
                    <a:pt x="4356184" y="1459447"/>
                  </a:lnTo>
                  <a:lnTo>
                    <a:pt x="4317308" y="1477906"/>
                  </a:lnTo>
                  <a:lnTo>
                    <a:pt x="4275092" y="1489499"/>
                  </a:lnTo>
                  <a:lnTo>
                    <a:pt x="4230243" y="1493520"/>
                  </a:lnTo>
                  <a:lnTo>
                    <a:pt x="4185393" y="1489499"/>
                  </a:lnTo>
                  <a:lnTo>
                    <a:pt x="4143177" y="1477906"/>
                  </a:lnTo>
                  <a:lnTo>
                    <a:pt x="4104301" y="1459447"/>
                  </a:lnTo>
                  <a:lnTo>
                    <a:pt x="4069470" y="1434826"/>
                  </a:lnTo>
                  <a:lnTo>
                    <a:pt x="4039390" y="1404748"/>
                  </a:lnTo>
                  <a:lnTo>
                    <a:pt x="4014766" y="1369917"/>
                  </a:lnTo>
                  <a:lnTo>
                    <a:pt x="3996304" y="1331040"/>
                  </a:lnTo>
                  <a:lnTo>
                    <a:pt x="3984709" y="1288821"/>
                  </a:lnTo>
                  <a:lnTo>
                    <a:pt x="3980688" y="1243965"/>
                  </a:lnTo>
                  <a:close/>
                </a:path>
                <a:path w="4479925" h="1493520">
                  <a:moveTo>
                    <a:pt x="4229862" y="758952"/>
                  </a:moveTo>
                  <a:lnTo>
                    <a:pt x="4229862" y="994473"/>
                  </a:lnTo>
                </a:path>
                <a:path w="4479925" h="1493520">
                  <a:moveTo>
                    <a:pt x="0" y="1244346"/>
                  </a:moveTo>
                  <a:lnTo>
                    <a:pt x="397129" y="1244346"/>
                  </a:lnTo>
                </a:path>
                <a:path w="4479925" h="1493520">
                  <a:moveTo>
                    <a:pt x="896112" y="1244346"/>
                  </a:moveTo>
                  <a:lnTo>
                    <a:pt x="1293241" y="1244346"/>
                  </a:lnTo>
                </a:path>
                <a:path w="4479925" h="1493520">
                  <a:moveTo>
                    <a:pt x="1791462" y="1243584"/>
                  </a:moveTo>
                  <a:lnTo>
                    <a:pt x="2188591" y="1243584"/>
                  </a:lnTo>
                </a:path>
                <a:path w="4479925" h="1493520">
                  <a:moveTo>
                    <a:pt x="2687574" y="1242822"/>
                  </a:moveTo>
                  <a:lnTo>
                    <a:pt x="3084703" y="1242822"/>
                  </a:lnTo>
                </a:path>
                <a:path w="4479925" h="1493520">
                  <a:moveTo>
                    <a:pt x="3583686" y="1242822"/>
                  </a:moveTo>
                  <a:lnTo>
                    <a:pt x="3980815" y="124397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97424" y="5369813"/>
              <a:ext cx="729615" cy="601980"/>
            </a:xfrm>
            <a:custGeom>
              <a:avLst/>
              <a:gdLst/>
              <a:ahLst/>
              <a:cxnLst/>
              <a:rect l="l" t="t" r="r" b="b"/>
              <a:pathLst>
                <a:path w="729614" h="601979">
                  <a:moveTo>
                    <a:pt x="0" y="601980"/>
                  </a:moveTo>
                  <a:lnTo>
                    <a:pt x="729234" y="601980"/>
                  </a:lnTo>
                  <a:lnTo>
                    <a:pt x="729234" y="0"/>
                  </a:lnTo>
                  <a:lnTo>
                    <a:pt x="0" y="0"/>
                  </a:lnTo>
                  <a:lnTo>
                    <a:pt x="0" y="60198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6928827C-72D2-1D4C-8FB5-D4231F9188A3}"/>
              </a:ext>
            </a:extLst>
          </p:cNvPr>
          <p:cNvSpPr txBox="1"/>
          <p:nvPr/>
        </p:nvSpPr>
        <p:spPr>
          <a:xfrm>
            <a:off x="851281" y="1303590"/>
            <a:ext cx="65087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核心思想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处理某顶点时，一次性发现其所有相邻顶点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F0AC7FAC-5FC0-5443-9E75-1CE0145BDA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0211" y="287427"/>
            <a:ext cx="702001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算法思想：广度优先搜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索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1281" y="1329253"/>
            <a:ext cx="65087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核心思想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处理某顶点时，一次性发现其所有相邻顶点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40211" y="287427"/>
            <a:ext cx="702001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算法思想：广度优先搜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索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87496" y="4021835"/>
            <a:ext cx="5017135" cy="2743200"/>
            <a:chOff x="3587496" y="4021835"/>
            <a:chExt cx="5017135" cy="2743200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4979035" cy="2701290"/>
            </a:xfrm>
            <a:custGeom>
              <a:avLst/>
              <a:gdLst/>
              <a:ahLst/>
              <a:cxnLst/>
              <a:rect l="l" t="t" r="r" b="b"/>
              <a:pathLst>
                <a:path w="4979034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4979034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4979034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4979034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4979034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4979034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4979034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4979034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4979034" h="2701290">
                  <a:moveTo>
                    <a:pt x="499109" y="249174"/>
                  </a:moveTo>
                  <a:lnTo>
                    <a:pt x="896238" y="249174"/>
                  </a:lnTo>
                </a:path>
                <a:path w="4979034" h="2701290">
                  <a:moveTo>
                    <a:pt x="1792224" y="249555"/>
                  </a:moveTo>
                  <a:lnTo>
                    <a:pt x="1796236" y="204705"/>
                  </a:lnTo>
                  <a:lnTo>
                    <a:pt x="1807806" y="162489"/>
                  </a:lnTo>
                  <a:lnTo>
                    <a:pt x="1826231" y="123613"/>
                  </a:lnTo>
                  <a:lnTo>
                    <a:pt x="1850809" y="88782"/>
                  </a:lnTo>
                  <a:lnTo>
                    <a:pt x="1880836" y="58702"/>
                  </a:lnTo>
                  <a:lnTo>
                    <a:pt x="1915611" y="34078"/>
                  </a:lnTo>
                  <a:lnTo>
                    <a:pt x="1954431" y="15616"/>
                  </a:lnTo>
                  <a:lnTo>
                    <a:pt x="1996594" y="4021"/>
                  </a:lnTo>
                  <a:lnTo>
                    <a:pt x="2041398" y="0"/>
                  </a:lnTo>
                  <a:lnTo>
                    <a:pt x="2086201" y="4021"/>
                  </a:lnTo>
                  <a:lnTo>
                    <a:pt x="2128364" y="15616"/>
                  </a:lnTo>
                  <a:lnTo>
                    <a:pt x="2167184" y="34078"/>
                  </a:lnTo>
                  <a:lnTo>
                    <a:pt x="2201959" y="58702"/>
                  </a:lnTo>
                  <a:lnTo>
                    <a:pt x="2231986" y="88782"/>
                  </a:lnTo>
                  <a:lnTo>
                    <a:pt x="2256564" y="123613"/>
                  </a:lnTo>
                  <a:lnTo>
                    <a:pt x="2274989" y="162489"/>
                  </a:lnTo>
                  <a:lnTo>
                    <a:pt x="2286559" y="204705"/>
                  </a:lnTo>
                  <a:lnTo>
                    <a:pt x="2290571" y="249555"/>
                  </a:lnTo>
                  <a:lnTo>
                    <a:pt x="2286559" y="294404"/>
                  </a:lnTo>
                  <a:lnTo>
                    <a:pt x="2274989" y="336620"/>
                  </a:lnTo>
                  <a:lnTo>
                    <a:pt x="2256564" y="375496"/>
                  </a:lnTo>
                  <a:lnTo>
                    <a:pt x="2231986" y="410327"/>
                  </a:lnTo>
                  <a:lnTo>
                    <a:pt x="2201959" y="440407"/>
                  </a:lnTo>
                  <a:lnTo>
                    <a:pt x="2167184" y="465031"/>
                  </a:lnTo>
                  <a:lnTo>
                    <a:pt x="2128364" y="483493"/>
                  </a:lnTo>
                  <a:lnTo>
                    <a:pt x="2086201" y="495088"/>
                  </a:lnTo>
                  <a:lnTo>
                    <a:pt x="2041398" y="499109"/>
                  </a:lnTo>
                  <a:lnTo>
                    <a:pt x="1996594" y="495088"/>
                  </a:lnTo>
                  <a:lnTo>
                    <a:pt x="1954431" y="483493"/>
                  </a:lnTo>
                  <a:lnTo>
                    <a:pt x="1915611" y="465031"/>
                  </a:lnTo>
                  <a:lnTo>
                    <a:pt x="1880836" y="440407"/>
                  </a:lnTo>
                  <a:lnTo>
                    <a:pt x="1850809" y="410327"/>
                  </a:lnTo>
                  <a:lnTo>
                    <a:pt x="1826231" y="375496"/>
                  </a:lnTo>
                  <a:lnTo>
                    <a:pt x="1807806" y="336620"/>
                  </a:lnTo>
                  <a:lnTo>
                    <a:pt x="1796236" y="294404"/>
                  </a:lnTo>
                  <a:lnTo>
                    <a:pt x="1792224" y="249555"/>
                  </a:lnTo>
                  <a:close/>
                </a:path>
                <a:path w="4979034" h="2701290">
                  <a:moveTo>
                    <a:pt x="1395221" y="249174"/>
                  </a:moveTo>
                  <a:lnTo>
                    <a:pt x="1792351" y="249174"/>
                  </a:lnTo>
                </a:path>
                <a:path w="4979034" h="2701290">
                  <a:moveTo>
                    <a:pt x="2688336" y="249555"/>
                  </a:moveTo>
                  <a:lnTo>
                    <a:pt x="2692348" y="204705"/>
                  </a:lnTo>
                  <a:lnTo>
                    <a:pt x="2703918" y="162489"/>
                  </a:lnTo>
                  <a:lnTo>
                    <a:pt x="2722343" y="123613"/>
                  </a:lnTo>
                  <a:lnTo>
                    <a:pt x="2746921" y="88782"/>
                  </a:lnTo>
                  <a:lnTo>
                    <a:pt x="2776948" y="58702"/>
                  </a:lnTo>
                  <a:lnTo>
                    <a:pt x="2811723" y="34078"/>
                  </a:lnTo>
                  <a:lnTo>
                    <a:pt x="2850543" y="15616"/>
                  </a:lnTo>
                  <a:lnTo>
                    <a:pt x="2892706" y="4021"/>
                  </a:lnTo>
                  <a:lnTo>
                    <a:pt x="2937509" y="0"/>
                  </a:lnTo>
                  <a:lnTo>
                    <a:pt x="2982313" y="4021"/>
                  </a:lnTo>
                  <a:lnTo>
                    <a:pt x="3024476" y="15616"/>
                  </a:lnTo>
                  <a:lnTo>
                    <a:pt x="3063296" y="34078"/>
                  </a:lnTo>
                  <a:lnTo>
                    <a:pt x="3098071" y="58702"/>
                  </a:lnTo>
                  <a:lnTo>
                    <a:pt x="3128098" y="88782"/>
                  </a:lnTo>
                  <a:lnTo>
                    <a:pt x="3152676" y="123613"/>
                  </a:lnTo>
                  <a:lnTo>
                    <a:pt x="3171101" y="162489"/>
                  </a:lnTo>
                  <a:lnTo>
                    <a:pt x="3182671" y="204705"/>
                  </a:lnTo>
                  <a:lnTo>
                    <a:pt x="3186683" y="249555"/>
                  </a:lnTo>
                  <a:lnTo>
                    <a:pt x="3182671" y="294404"/>
                  </a:lnTo>
                  <a:lnTo>
                    <a:pt x="3171101" y="336620"/>
                  </a:lnTo>
                  <a:lnTo>
                    <a:pt x="3152676" y="375496"/>
                  </a:lnTo>
                  <a:lnTo>
                    <a:pt x="3128098" y="410327"/>
                  </a:lnTo>
                  <a:lnTo>
                    <a:pt x="3098071" y="440407"/>
                  </a:lnTo>
                  <a:lnTo>
                    <a:pt x="3063296" y="465031"/>
                  </a:lnTo>
                  <a:lnTo>
                    <a:pt x="3024476" y="483493"/>
                  </a:lnTo>
                  <a:lnTo>
                    <a:pt x="2982313" y="495088"/>
                  </a:lnTo>
                  <a:lnTo>
                    <a:pt x="2937509" y="499109"/>
                  </a:lnTo>
                  <a:lnTo>
                    <a:pt x="2892706" y="495088"/>
                  </a:lnTo>
                  <a:lnTo>
                    <a:pt x="2850543" y="483493"/>
                  </a:lnTo>
                  <a:lnTo>
                    <a:pt x="2811723" y="465031"/>
                  </a:lnTo>
                  <a:lnTo>
                    <a:pt x="2776948" y="440407"/>
                  </a:lnTo>
                  <a:lnTo>
                    <a:pt x="2746921" y="410327"/>
                  </a:lnTo>
                  <a:lnTo>
                    <a:pt x="2722343" y="375496"/>
                  </a:lnTo>
                  <a:lnTo>
                    <a:pt x="2703918" y="336620"/>
                  </a:lnTo>
                  <a:lnTo>
                    <a:pt x="2692348" y="294404"/>
                  </a:lnTo>
                  <a:lnTo>
                    <a:pt x="2688336" y="249555"/>
                  </a:lnTo>
                  <a:close/>
                </a:path>
                <a:path w="4979034" h="2701290">
                  <a:moveTo>
                    <a:pt x="2290571" y="249174"/>
                  </a:moveTo>
                  <a:lnTo>
                    <a:pt x="2687701" y="249174"/>
                  </a:lnTo>
                </a:path>
                <a:path w="4979034" h="2701290">
                  <a:moveTo>
                    <a:pt x="3583685" y="249555"/>
                  </a:moveTo>
                  <a:lnTo>
                    <a:pt x="3587707" y="204705"/>
                  </a:lnTo>
                  <a:lnTo>
                    <a:pt x="3599302" y="162489"/>
                  </a:lnTo>
                  <a:lnTo>
                    <a:pt x="3617764" y="123613"/>
                  </a:lnTo>
                  <a:lnTo>
                    <a:pt x="3642388" y="88782"/>
                  </a:lnTo>
                  <a:lnTo>
                    <a:pt x="3672468" y="58702"/>
                  </a:lnTo>
                  <a:lnTo>
                    <a:pt x="3707299" y="34078"/>
                  </a:lnTo>
                  <a:lnTo>
                    <a:pt x="3746175" y="15616"/>
                  </a:lnTo>
                  <a:lnTo>
                    <a:pt x="3788391" y="4021"/>
                  </a:lnTo>
                  <a:lnTo>
                    <a:pt x="3833240" y="0"/>
                  </a:lnTo>
                  <a:lnTo>
                    <a:pt x="3878090" y="4021"/>
                  </a:lnTo>
                  <a:lnTo>
                    <a:pt x="3920306" y="15616"/>
                  </a:lnTo>
                  <a:lnTo>
                    <a:pt x="3959182" y="34078"/>
                  </a:lnTo>
                  <a:lnTo>
                    <a:pt x="3994013" y="58702"/>
                  </a:lnTo>
                  <a:lnTo>
                    <a:pt x="4024093" y="88782"/>
                  </a:lnTo>
                  <a:lnTo>
                    <a:pt x="4048717" y="123613"/>
                  </a:lnTo>
                  <a:lnTo>
                    <a:pt x="4067179" y="162489"/>
                  </a:lnTo>
                  <a:lnTo>
                    <a:pt x="4078774" y="204705"/>
                  </a:lnTo>
                  <a:lnTo>
                    <a:pt x="4082796" y="249555"/>
                  </a:lnTo>
                  <a:lnTo>
                    <a:pt x="4078774" y="294404"/>
                  </a:lnTo>
                  <a:lnTo>
                    <a:pt x="4067179" y="336620"/>
                  </a:lnTo>
                  <a:lnTo>
                    <a:pt x="4048717" y="375496"/>
                  </a:lnTo>
                  <a:lnTo>
                    <a:pt x="4024093" y="410327"/>
                  </a:lnTo>
                  <a:lnTo>
                    <a:pt x="3994013" y="440407"/>
                  </a:lnTo>
                  <a:lnTo>
                    <a:pt x="3959182" y="465031"/>
                  </a:lnTo>
                  <a:lnTo>
                    <a:pt x="3920306" y="483493"/>
                  </a:lnTo>
                  <a:lnTo>
                    <a:pt x="3878090" y="495088"/>
                  </a:lnTo>
                  <a:lnTo>
                    <a:pt x="3833240" y="499109"/>
                  </a:lnTo>
                  <a:lnTo>
                    <a:pt x="3788391" y="495088"/>
                  </a:lnTo>
                  <a:lnTo>
                    <a:pt x="3746175" y="483493"/>
                  </a:lnTo>
                  <a:lnTo>
                    <a:pt x="3707299" y="465031"/>
                  </a:lnTo>
                  <a:lnTo>
                    <a:pt x="3672468" y="440407"/>
                  </a:lnTo>
                  <a:lnTo>
                    <a:pt x="3642388" y="410327"/>
                  </a:lnTo>
                  <a:lnTo>
                    <a:pt x="3617764" y="375496"/>
                  </a:lnTo>
                  <a:lnTo>
                    <a:pt x="3599302" y="336620"/>
                  </a:lnTo>
                  <a:lnTo>
                    <a:pt x="3587707" y="294404"/>
                  </a:lnTo>
                  <a:lnTo>
                    <a:pt x="3583685" y="249555"/>
                  </a:lnTo>
                  <a:close/>
                </a:path>
                <a:path w="4979034" h="2701290">
                  <a:moveTo>
                    <a:pt x="3186683" y="249174"/>
                  </a:moveTo>
                  <a:lnTo>
                    <a:pt x="3583812" y="249174"/>
                  </a:lnTo>
                </a:path>
                <a:path w="4979034" h="2701290">
                  <a:moveTo>
                    <a:pt x="4479798" y="249555"/>
                  </a:moveTo>
                  <a:lnTo>
                    <a:pt x="4483819" y="204705"/>
                  </a:lnTo>
                  <a:lnTo>
                    <a:pt x="4495414" y="162489"/>
                  </a:lnTo>
                  <a:lnTo>
                    <a:pt x="4513876" y="123613"/>
                  </a:lnTo>
                  <a:lnTo>
                    <a:pt x="4538500" y="88782"/>
                  </a:lnTo>
                  <a:lnTo>
                    <a:pt x="4568580" y="58702"/>
                  </a:lnTo>
                  <a:lnTo>
                    <a:pt x="4603411" y="34078"/>
                  </a:lnTo>
                  <a:lnTo>
                    <a:pt x="4642287" y="15616"/>
                  </a:lnTo>
                  <a:lnTo>
                    <a:pt x="4684503" y="4021"/>
                  </a:lnTo>
                  <a:lnTo>
                    <a:pt x="4729353" y="0"/>
                  </a:lnTo>
                  <a:lnTo>
                    <a:pt x="4774202" y="4021"/>
                  </a:lnTo>
                  <a:lnTo>
                    <a:pt x="4816418" y="15616"/>
                  </a:lnTo>
                  <a:lnTo>
                    <a:pt x="4855294" y="34078"/>
                  </a:lnTo>
                  <a:lnTo>
                    <a:pt x="4890125" y="58702"/>
                  </a:lnTo>
                  <a:lnTo>
                    <a:pt x="4920205" y="88782"/>
                  </a:lnTo>
                  <a:lnTo>
                    <a:pt x="4944829" y="123613"/>
                  </a:lnTo>
                  <a:lnTo>
                    <a:pt x="4963291" y="162489"/>
                  </a:lnTo>
                  <a:lnTo>
                    <a:pt x="4974886" y="204705"/>
                  </a:lnTo>
                  <a:lnTo>
                    <a:pt x="4978908" y="249555"/>
                  </a:lnTo>
                  <a:lnTo>
                    <a:pt x="4974886" y="294404"/>
                  </a:lnTo>
                  <a:lnTo>
                    <a:pt x="4963291" y="336620"/>
                  </a:lnTo>
                  <a:lnTo>
                    <a:pt x="4944829" y="375496"/>
                  </a:lnTo>
                  <a:lnTo>
                    <a:pt x="4920205" y="410327"/>
                  </a:lnTo>
                  <a:lnTo>
                    <a:pt x="4890125" y="440407"/>
                  </a:lnTo>
                  <a:lnTo>
                    <a:pt x="4855294" y="465031"/>
                  </a:lnTo>
                  <a:lnTo>
                    <a:pt x="4816418" y="483493"/>
                  </a:lnTo>
                  <a:lnTo>
                    <a:pt x="4774202" y="495088"/>
                  </a:lnTo>
                  <a:lnTo>
                    <a:pt x="4729353" y="499109"/>
                  </a:lnTo>
                  <a:lnTo>
                    <a:pt x="4684503" y="495088"/>
                  </a:lnTo>
                  <a:lnTo>
                    <a:pt x="4642287" y="483493"/>
                  </a:lnTo>
                  <a:lnTo>
                    <a:pt x="4603411" y="465031"/>
                  </a:lnTo>
                  <a:lnTo>
                    <a:pt x="4568580" y="440407"/>
                  </a:lnTo>
                  <a:lnTo>
                    <a:pt x="4538500" y="410327"/>
                  </a:lnTo>
                  <a:lnTo>
                    <a:pt x="4513876" y="375496"/>
                  </a:lnTo>
                  <a:lnTo>
                    <a:pt x="4495414" y="336620"/>
                  </a:lnTo>
                  <a:lnTo>
                    <a:pt x="4483819" y="294404"/>
                  </a:lnTo>
                  <a:lnTo>
                    <a:pt x="4479798" y="249555"/>
                  </a:lnTo>
                  <a:close/>
                </a:path>
                <a:path w="4979034" h="2701290">
                  <a:moveTo>
                    <a:pt x="4082796" y="249174"/>
                  </a:moveTo>
                  <a:lnTo>
                    <a:pt x="4479925" y="249174"/>
                  </a:lnTo>
                </a:path>
                <a:path w="4979034" h="2701290">
                  <a:moveTo>
                    <a:pt x="896112" y="983741"/>
                  </a:moveTo>
                  <a:lnTo>
                    <a:pt x="900133" y="938938"/>
                  </a:lnTo>
                  <a:lnTo>
                    <a:pt x="911728" y="896775"/>
                  </a:lnTo>
                  <a:lnTo>
                    <a:pt x="930190" y="857955"/>
                  </a:lnTo>
                  <a:lnTo>
                    <a:pt x="954814" y="823180"/>
                  </a:lnTo>
                  <a:lnTo>
                    <a:pt x="984894" y="793153"/>
                  </a:lnTo>
                  <a:lnTo>
                    <a:pt x="1019725" y="768575"/>
                  </a:lnTo>
                  <a:lnTo>
                    <a:pt x="1058601" y="750150"/>
                  </a:lnTo>
                  <a:lnTo>
                    <a:pt x="1100817" y="738580"/>
                  </a:lnTo>
                  <a:lnTo>
                    <a:pt x="1145666" y="734568"/>
                  </a:lnTo>
                  <a:lnTo>
                    <a:pt x="1190516" y="738580"/>
                  </a:lnTo>
                  <a:lnTo>
                    <a:pt x="1232732" y="750150"/>
                  </a:lnTo>
                  <a:lnTo>
                    <a:pt x="1271608" y="768575"/>
                  </a:lnTo>
                  <a:lnTo>
                    <a:pt x="1306439" y="793153"/>
                  </a:lnTo>
                  <a:lnTo>
                    <a:pt x="1336519" y="823180"/>
                  </a:lnTo>
                  <a:lnTo>
                    <a:pt x="1361143" y="857955"/>
                  </a:lnTo>
                  <a:lnTo>
                    <a:pt x="1379605" y="896775"/>
                  </a:lnTo>
                  <a:lnTo>
                    <a:pt x="1391200" y="938938"/>
                  </a:lnTo>
                  <a:lnTo>
                    <a:pt x="1395221" y="983741"/>
                  </a:lnTo>
                  <a:lnTo>
                    <a:pt x="1391200" y="1028545"/>
                  </a:lnTo>
                  <a:lnTo>
                    <a:pt x="1379605" y="1070708"/>
                  </a:lnTo>
                  <a:lnTo>
                    <a:pt x="1361143" y="1109528"/>
                  </a:lnTo>
                  <a:lnTo>
                    <a:pt x="1336519" y="1144303"/>
                  </a:lnTo>
                  <a:lnTo>
                    <a:pt x="1306439" y="1174330"/>
                  </a:lnTo>
                  <a:lnTo>
                    <a:pt x="1271608" y="1198908"/>
                  </a:lnTo>
                  <a:lnTo>
                    <a:pt x="1232732" y="1217333"/>
                  </a:lnTo>
                  <a:lnTo>
                    <a:pt x="1190516" y="1228903"/>
                  </a:lnTo>
                  <a:lnTo>
                    <a:pt x="1145666" y="1232916"/>
                  </a:lnTo>
                  <a:lnTo>
                    <a:pt x="1100817" y="1228903"/>
                  </a:lnTo>
                  <a:lnTo>
                    <a:pt x="1058601" y="1217333"/>
                  </a:lnTo>
                  <a:lnTo>
                    <a:pt x="1019725" y="1198908"/>
                  </a:lnTo>
                  <a:lnTo>
                    <a:pt x="984894" y="1174330"/>
                  </a:lnTo>
                  <a:lnTo>
                    <a:pt x="954814" y="1144303"/>
                  </a:lnTo>
                  <a:lnTo>
                    <a:pt x="930190" y="1109528"/>
                  </a:lnTo>
                  <a:lnTo>
                    <a:pt x="911728" y="1070708"/>
                  </a:lnTo>
                  <a:lnTo>
                    <a:pt x="900133" y="1028545"/>
                  </a:lnTo>
                  <a:lnTo>
                    <a:pt x="896112" y="983741"/>
                  </a:lnTo>
                  <a:close/>
                </a:path>
                <a:path w="4979034" h="2701290">
                  <a:moveTo>
                    <a:pt x="1145286" y="499109"/>
                  </a:moveTo>
                  <a:lnTo>
                    <a:pt x="1145286" y="7346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1542288" y="0"/>
                  </a:moveTo>
                  <a:lnTo>
                    <a:pt x="1542288" y="256031"/>
                  </a:lnTo>
                </a:path>
                <a:path w="4479925" h="754379">
                  <a:moveTo>
                    <a:pt x="2189226" y="505205"/>
                  </a:moveTo>
                  <a:lnTo>
                    <a:pt x="2193238" y="460402"/>
                  </a:lnTo>
                  <a:lnTo>
                    <a:pt x="2204808" y="418239"/>
                  </a:lnTo>
                  <a:lnTo>
                    <a:pt x="2223233" y="379419"/>
                  </a:lnTo>
                  <a:lnTo>
                    <a:pt x="2247811" y="344644"/>
                  </a:lnTo>
                  <a:lnTo>
                    <a:pt x="2277838" y="314617"/>
                  </a:lnTo>
                  <a:lnTo>
                    <a:pt x="2312613" y="290039"/>
                  </a:lnTo>
                  <a:lnTo>
                    <a:pt x="2351433" y="271614"/>
                  </a:lnTo>
                  <a:lnTo>
                    <a:pt x="2393596" y="260044"/>
                  </a:lnTo>
                  <a:lnTo>
                    <a:pt x="2438400" y="256031"/>
                  </a:lnTo>
                  <a:lnTo>
                    <a:pt x="2483203" y="260044"/>
                  </a:lnTo>
                  <a:lnTo>
                    <a:pt x="2525366" y="271614"/>
                  </a:lnTo>
                  <a:lnTo>
                    <a:pt x="2564186" y="290039"/>
                  </a:lnTo>
                  <a:lnTo>
                    <a:pt x="2598961" y="314617"/>
                  </a:lnTo>
                  <a:lnTo>
                    <a:pt x="2628988" y="344644"/>
                  </a:lnTo>
                  <a:lnTo>
                    <a:pt x="2653566" y="379419"/>
                  </a:lnTo>
                  <a:lnTo>
                    <a:pt x="2671991" y="418239"/>
                  </a:lnTo>
                  <a:lnTo>
                    <a:pt x="2683561" y="460402"/>
                  </a:lnTo>
                  <a:lnTo>
                    <a:pt x="2687574" y="505205"/>
                  </a:lnTo>
                  <a:lnTo>
                    <a:pt x="2683561" y="550009"/>
                  </a:lnTo>
                  <a:lnTo>
                    <a:pt x="2671991" y="592172"/>
                  </a:lnTo>
                  <a:lnTo>
                    <a:pt x="2653566" y="630992"/>
                  </a:lnTo>
                  <a:lnTo>
                    <a:pt x="2628988" y="665767"/>
                  </a:lnTo>
                  <a:lnTo>
                    <a:pt x="2598961" y="695794"/>
                  </a:lnTo>
                  <a:lnTo>
                    <a:pt x="2564186" y="720372"/>
                  </a:lnTo>
                  <a:lnTo>
                    <a:pt x="2525366" y="738797"/>
                  </a:lnTo>
                  <a:lnTo>
                    <a:pt x="2483203" y="750367"/>
                  </a:lnTo>
                  <a:lnTo>
                    <a:pt x="2438400" y="754379"/>
                  </a:lnTo>
                  <a:lnTo>
                    <a:pt x="2393596" y="750367"/>
                  </a:lnTo>
                  <a:lnTo>
                    <a:pt x="2351433" y="738797"/>
                  </a:lnTo>
                  <a:lnTo>
                    <a:pt x="2312613" y="720372"/>
                  </a:lnTo>
                  <a:lnTo>
                    <a:pt x="2277838" y="695794"/>
                  </a:lnTo>
                  <a:lnTo>
                    <a:pt x="2247811" y="665767"/>
                  </a:lnTo>
                  <a:lnTo>
                    <a:pt x="2223233" y="630992"/>
                  </a:lnTo>
                  <a:lnTo>
                    <a:pt x="2204808" y="592172"/>
                  </a:lnTo>
                  <a:lnTo>
                    <a:pt x="2193238" y="550009"/>
                  </a:lnTo>
                  <a:lnTo>
                    <a:pt x="2189226" y="505205"/>
                  </a:lnTo>
                  <a:close/>
                </a:path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14266" y="4603241"/>
              <a:ext cx="2512695" cy="2077720"/>
            </a:xfrm>
            <a:custGeom>
              <a:avLst/>
              <a:gdLst/>
              <a:ahLst/>
              <a:cxnLst/>
              <a:rect l="l" t="t" r="r" b="b"/>
              <a:pathLst>
                <a:path w="2512695" h="2077720">
                  <a:moveTo>
                    <a:pt x="1782318" y="1383791"/>
                  </a:moveTo>
                  <a:lnTo>
                    <a:pt x="2512314" y="1383791"/>
                  </a:lnTo>
                  <a:lnTo>
                    <a:pt x="2512314" y="781811"/>
                  </a:lnTo>
                  <a:lnTo>
                    <a:pt x="1782318" y="781811"/>
                  </a:lnTo>
                  <a:lnTo>
                    <a:pt x="1782318" y="1383791"/>
                  </a:lnTo>
                  <a:close/>
                </a:path>
                <a:path w="2512695" h="2077720">
                  <a:moveTo>
                    <a:pt x="864108" y="2077211"/>
                  </a:moveTo>
                  <a:lnTo>
                    <a:pt x="1594104" y="2077211"/>
                  </a:lnTo>
                  <a:lnTo>
                    <a:pt x="1594104" y="1474469"/>
                  </a:lnTo>
                  <a:lnTo>
                    <a:pt x="864108" y="1474469"/>
                  </a:lnTo>
                  <a:lnTo>
                    <a:pt x="864108" y="2077211"/>
                  </a:lnTo>
                  <a:close/>
                </a:path>
                <a:path w="2512695" h="2077720">
                  <a:moveTo>
                    <a:pt x="0" y="1374647"/>
                  </a:moveTo>
                  <a:lnTo>
                    <a:pt x="729996" y="1374647"/>
                  </a:lnTo>
                  <a:lnTo>
                    <a:pt x="729996" y="772667"/>
                  </a:lnTo>
                  <a:lnTo>
                    <a:pt x="0" y="772667"/>
                  </a:lnTo>
                  <a:lnTo>
                    <a:pt x="0" y="1374647"/>
                  </a:lnTo>
                  <a:close/>
                </a:path>
                <a:path w="2512695" h="2077720">
                  <a:moveTo>
                    <a:pt x="883158" y="601979"/>
                  </a:moveTo>
                  <a:lnTo>
                    <a:pt x="1612392" y="601979"/>
                  </a:lnTo>
                  <a:lnTo>
                    <a:pt x="1612392" y="0"/>
                  </a:lnTo>
                  <a:lnTo>
                    <a:pt x="883158" y="0"/>
                  </a:lnTo>
                  <a:lnTo>
                    <a:pt x="883158" y="601979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75093" y="2734579"/>
            <a:ext cx="9718724" cy="589264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235"/>
              </a:spcBef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扩散中多处同时进行，一次只能处理单个顶点怎么办</a:t>
            </a:r>
            <a:r>
              <a:rPr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？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536" y="1094558"/>
            <a:ext cx="5289550" cy="18046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5" dirty="0" err="1">
                <a:latin typeface="PMingLiU"/>
                <a:cs typeface="PMingLiU"/>
              </a:rPr>
              <a:t>队列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先来先服务：队尾加入，队首离开</a:t>
            </a:r>
            <a:endParaRPr sz="2400" dirty="0">
              <a:latin typeface="PMingLiU"/>
              <a:cs typeface="PMingLiU"/>
            </a:endParaRPr>
          </a:p>
          <a:p>
            <a:pPr marL="705485">
              <a:lnSpc>
                <a:spcPct val="100000"/>
              </a:lnSpc>
              <a:spcBef>
                <a:spcPts val="595"/>
              </a:spcBef>
              <a:tabLst>
                <a:tab pos="1000125" algn="l"/>
              </a:tabLst>
            </a:pPr>
            <a:r>
              <a:rPr sz="1550" spc="305" dirty="0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 dirty="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 spc="-5" dirty="0" err="1">
                <a:latin typeface="PMingLiU"/>
                <a:cs typeface="PMingLiU"/>
              </a:rPr>
              <a:t>加入队列</a:t>
            </a:r>
            <a:r>
              <a:rPr sz="2200" spc="-5" dirty="0">
                <a:latin typeface="PMingLiU"/>
                <a:cs typeface="PMingLiU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𝑸.</a:t>
            </a:r>
            <a:r>
              <a:rPr sz="2200" spc="-105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𝑬𝒏𝒒𝒖𝒆𝒖𝒆()</a:t>
            </a:r>
            <a:endParaRPr sz="2200" dirty="0">
              <a:latin typeface="Cambria Math"/>
              <a:cs typeface="Cambria Math"/>
            </a:endParaRPr>
          </a:p>
          <a:p>
            <a:pPr marL="705485">
              <a:lnSpc>
                <a:spcPct val="100000"/>
              </a:lnSpc>
              <a:spcBef>
                <a:spcPts val="530"/>
              </a:spcBef>
              <a:tabLst>
                <a:tab pos="1000125" algn="l"/>
              </a:tabLst>
            </a:pPr>
            <a:r>
              <a:rPr sz="1550" spc="305" dirty="0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 dirty="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 spc="-5" dirty="0" err="1">
                <a:latin typeface="PMingLiU"/>
                <a:cs typeface="PMingLiU"/>
              </a:rPr>
              <a:t>离开队列</a:t>
            </a:r>
            <a:r>
              <a:rPr sz="2200" spc="-5" dirty="0">
                <a:latin typeface="PMingLiU"/>
                <a:cs typeface="PMingLiU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𝑸.</a:t>
            </a:r>
            <a:r>
              <a:rPr sz="2200" spc="-105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𝑫𝒆𝒒𝒖𝒆𝒖𝒆()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7706" y="248949"/>
            <a:ext cx="451432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算法思想：队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列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11172" y="3204352"/>
            <a:ext cx="1432557" cy="17728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5470361" y="3291604"/>
            <a:ext cx="583336" cy="15959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6236170" y="3291604"/>
            <a:ext cx="583336" cy="15959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/>
          <a:stretch>
            <a:fillRect/>
          </a:stretch>
        </p:blipFill>
        <p:spPr>
          <a:xfrm>
            <a:off x="7001981" y="3291604"/>
            <a:ext cx="583336" cy="15959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/>
          <a:stretch>
            <a:fillRect/>
          </a:stretch>
        </p:blipFill>
        <p:spPr>
          <a:xfrm>
            <a:off x="7767790" y="3291604"/>
            <a:ext cx="583336" cy="15959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/>
          <a:stretch>
            <a:fillRect/>
          </a:stretch>
        </p:blipFill>
        <p:spPr>
          <a:xfrm>
            <a:off x="8533600" y="3291604"/>
            <a:ext cx="583336" cy="159595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/>
          <a:stretch>
            <a:fillRect/>
          </a:stretch>
        </p:blipFill>
        <p:spPr>
          <a:xfrm>
            <a:off x="9299410" y="3291604"/>
            <a:ext cx="583336" cy="15959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27976" y="5100320"/>
            <a:ext cx="9982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PMingLiU"/>
                <a:cs typeface="PMingLiU"/>
              </a:rPr>
              <a:t>队列</a:t>
            </a:r>
            <a:r>
              <a:rPr sz="2800" spc="-50">
                <a:latin typeface="Cambria Math"/>
                <a:cs typeface="Cambria Math"/>
              </a:rPr>
              <a:t>𝑸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15" y="1217812"/>
            <a:ext cx="10166985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核心思想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处理某顶点时，一次性发现其所有相邻顶点，</a:t>
            </a:r>
            <a:r>
              <a:rPr sz="2400" spc="-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未处理顶点加入等待队列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1658" y="287427"/>
            <a:ext cx="623989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/>
              <a:t>算法思想：广度优先搜</a:t>
            </a:r>
            <a:r>
              <a:rPr sz="4000" spc="-50" dirty="0" err="1"/>
              <a:t>索</a:t>
            </a:r>
            <a:endParaRPr sz="4000" spc="-50" dirty="0"/>
          </a:p>
        </p:txBody>
      </p:sp>
      <p:grpSp>
        <p:nvGrpSpPr>
          <p:cNvPr id="4" name="object 4"/>
          <p:cNvGrpSpPr/>
          <p:nvPr/>
        </p:nvGrpSpPr>
        <p:grpSpPr>
          <a:xfrm>
            <a:off x="3587496" y="4021835"/>
            <a:ext cx="5017135" cy="2743200"/>
            <a:chOff x="3587496" y="4021835"/>
            <a:chExt cx="5017135" cy="2743200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4979035" cy="2701290"/>
            </a:xfrm>
            <a:custGeom>
              <a:avLst/>
              <a:gdLst/>
              <a:ahLst/>
              <a:cxnLst/>
              <a:rect l="l" t="t" r="r" b="b"/>
              <a:pathLst>
                <a:path w="4979034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4979034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4979034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4979034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4979034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4979034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4979034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4979034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4979034" h="2701290">
                  <a:moveTo>
                    <a:pt x="499109" y="249174"/>
                  </a:moveTo>
                  <a:lnTo>
                    <a:pt x="896238" y="249174"/>
                  </a:lnTo>
                </a:path>
                <a:path w="4979034" h="2701290">
                  <a:moveTo>
                    <a:pt x="1792224" y="249555"/>
                  </a:moveTo>
                  <a:lnTo>
                    <a:pt x="1796236" y="204705"/>
                  </a:lnTo>
                  <a:lnTo>
                    <a:pt x="1807806" y="162489"/>
                  </a:lnTo>
                  <a:lnTo>
                    <a:pt x="1826231" y="123613"/>
                  </a:lnTo>
                  <a:lnTo>
                    <a:pt x="1850809" y="88782"/>
                  </a:lnTo>
                  <a:lnTo>
                    <a:pt x="1880836" y="58702"/>
                  </a:lnTo>
                  <a:lnTo>
                    <a:pt x="1915611" y="34078"/>
                  </a:lnTo>
                  <a:lnTo>
                    <a:pt x="1954431" y="15616"/>
                  </a:lnTo>
                  <a:lnTo>
                    <a:pt x="1996594" y="4021"/>
                  </a:lnTo>
                  <a:lnTo>
                    <a:pt x="2041398" y="0"/>
                  </a:lnTo>
                  <a:lnTo>
                    <a:pt x="2086201" y="4021"/>
                  </a:lnTo>
                  <a:lnTo>
                    <a:pt x="2128364" y="15616"/>
                  </a:lnTo>
                  <a:lnTo>
                    <a:pt x="2167184" y="34078"/>
                  </a:lnTo>
                  <a:lnTo>
                    <a:pt x="2201959" y="58702"/>
                  </a:lnTo>
                  <a:lnTo>
                    <a:pt x="2231986" y="88782"/>
                  </a:lnTo>
                  <a:lnTo>
                    <a:pt x="2256564" y="123613"/>
                  </a:lnTo>
                  <a:lnTo>
                    <a:pt x="2274989" y="162489"/>
                  </a:lnTo>
                  <a:lnTo>
                    <a:pt x="2286559" y="204705"/>
                  </a:lnTo>
                  <a:lnTo>
                    <a:pt x="2290571" y="249555"/>
                  </a:lnTo>
                  <a:lnTo>
                    <a:pt x="2286559" y="294404"/>
                  </a:lnTo>
                  <a:lnTo>
                    <a:pt x="2274989" y="336620"/>
                  </a:lnTo>
                  <a:lnTo>
                    <a:pt x="2256564" y="375496"/>
                  </a:lnTo>
                  <a:lnTo>
                    <a:pt x="2231986" y="410327"/>
                  </a:lnTo>
                  <a:lnTo>
                    <a:pt x="2201959" y="440407"/>
                  </a:lnTo>
                  <a:lnTo>
                    <a:pt x="2167184" y="465031"/>
                  </a:lnTo>
                  <a:lnTo>
                    <a:pt x="2128364" y="483493"/>
                  </a:lnTo>
                  <a:lnTo>
                    <a:pt x="2086201" y="495088"/>
                  </a:lnTo>
                  <a:lnTo>
                    <a:pt x="2041398" y="499109"/>
                  </a:lnTo>
                  <a:lnTo>
                    <a:pt x="1996594" y="495088"/>
                  </a:lnTo>
                  <a:lnTo>
                    <a:pt x="1954431" y="483493"/>
                  </a:lnTo>
                  <a:lnTo>
                    <a:pt x="1915611" y="465031"/>
                  </a:lnTo>
                  <a:lnTo>
                    <a:pt x="1880836" y="440407"/>
                  </a:lnTo>
                  <a:lnTo>
                    <a:pt x="1850809" y="410327"/>
                  </a:lnTo>
                  <a:lnTo>
                    <a:pt x="1826231" y="375496"/>
                  </a:lnTo>
                  <a:lnTo>
                    <a:pt x="1807806" y="336620"/>
                  </a:lnTo>
                  <a:lnTo>
                    <a:pt x="1796236" y="294404"/>
                  </a:lnTo>
                  <a:lnTo>
                    <a:pt x="1792224" y="249555"/>
                  </a:lnTo>
                  <a:close/>
                </a:path>
                <a:path w="4979034" h="2701290">
                  <a:moveTo>
                    <a:pt x="1395221" y="249174"/>
                  </a:moveTo>
                  <a:lnTo>
                    <a:pt x="1792351" y="249174"/>
                  </a:lnTo>
                </a:path>
                <a:path w="4979034" h="2701290">
                  <a:moveTo>
                    <a:pt x="2688336" y="249555"/>
                  </a:moveTo>
                  <a:lnTo>
                    <a:pt x="2692348" y="204705"/>
                  </a:lnTo>
                  <a:lnTo>
                    <a:pt x="2703918" y="162489"/>
                  </a:lnTo>
                  <a:lnTo>
                    <a:pt x="2722343" y="123613"/>
                  </a:lnTo>
                  <a:lnTo>
                    <a:pt x="2746921" y="88782"/>
                  </a:lnTo>
                  <a:lnTo>
                    <a:pt x="2776948" y="58702"/>
                  </a:lnTo>
                  <a:lnTo>
                    <a:pt x="2811723" y="34078"/>
                  </a:lnTo>
                  <a:lnTo>
                    <a:pt x="2850543" y="15616"/>
                  </a:lnTo>
                  <a:lnTo>
                    <a:pt x="2892706" y="4021"/>
                  </a:lnTo>
                  <a:lnTo>
                    <a:pt x="2937509" y="0"/>
                  </a:lnTo>
                  <a:lnTo>
                    <a:pt x="2982313" y="4021"/>
                  </a:lnTo>
                  <a:lnTo>
                    <a:pt x="3024476" y="15616"/>
                  </a:lnTo>
                  <a:lnTo>
                    <a:pt x="3063296" y="34078"/>
                  </a:lnTo>
                  <a:lnTo>
                    <a:pt x="3098071" y="58702"/>
                  </a:lnTo>
                  <a:lnTo>
                    <a:pt x="3128098" y="88782"/>
                  </a:lnTo>
                  <a:lnTo>
                    <a:pt x="3152676" y="123613"/>
                  </a:lnTo>
                  <a:lnTo>
                    <a:pt x="3171101" y="162489"/>
                  </a:lnTo>
                  <a:lnTo>
                    <a:pt x="3182671" y="204705"/>
                  </a:lnTo>
                  <a:lnTo>
                    <a:pt x="3186683" y="249555"/>
                  </a:lnTo>
                  <a:lnTo>
                    <a:pt x="3182671" y="294404"/>
                  </a:lnTo>
                  <a:lnTo>
                    <a:pt x="3171101" y="336620"/>
                  </a:lnTo>
                  <a:lnTo>
                    <a:pt x="3152676" y="375496"/>
                  </a:lnTo>
                  <a:lnTo>
                    <a:pt x="3128098" y="410327"/>
                  </a:lnTo>
                  <a:lnTo>
                    <a:pt x="3098071" y="440407"/>
                  </a:lnTo>
                  <a:lnTo>
                    <a:pt x="3063296" y="465031"/>
                  </a:lnTo>
                  <a:lnTo>
                    <a:pt x="3024476" y="483493"/>
                  </a:lnTo>
                  <a:lnTo>
                    <a:pt x="2982313" y="495088"/>
                  </a:lnTo>
                  <a:lnTo>
                    <a:pt x="2937509" y="499109"/>
                  </a:lnTo>
                  <a:lnTo>
                    <a:pt x="2892706" y="495088"/>
                  </a:lnTo>
                  <a:lnTo>
                    <a:pt x="2850543" y="483493"/>
                  </a:lnTo>
                  <a:lnTo>
                    <a:pt x="2811723" y="465031"/>
                  </a:lnTo>
                  <a:lnTo>
                    <a:pt x="2776948" y="440407"/>
                  </a:lnTo>
                  <a:lnTo>
                    <a:pt x="2746921" y="410327"/>
                  </a:lnTo>
                  <a:lnTo>
                    <a:pt x="2722343" y="375496"/>
                  </a:lnTo>
                  <a:lnTo>
                    <a:pt x="2703918" y="336620"/>
                  </a:lnTo>
                  <a:lnTo>
                    <a:pt x="2692348" y="294404"/>
                  </a:lnTo>
                  <a:lnTo>
                    <a:pt x="2688336" y="249555"/>
                  </a:lnTo>
                  <a:close/>
                </a:path>
                <a:path w="4979034" h="2701290">
                  <a:moveTo>
                    <a:pt x="2290571" y="249174"/>
                  </a:moveTo>
                  <a:lnTo>
                    <a:pt x="2687701" y="249174"/>
                  </a:lnTo>
                </a:path>
                <a:path w="4979034" h="2701290">
                  <a:moveTo>
                    <a:pt x="3583685" y="249555"/>
                  </a:moveTo>
                  <a:lnTo>
                    <a:pt x="3587707" y="204705"/>
                  </a:lnTo>
                  <a:lnTo>
                    <a:pt x="3599302" y="162489"/>
                  </a:lnTo>
                  <a:lnTo>
                    <a:pt x="3617764" y="123613"/>
                  </a:lnTo>
                  <a:lnTo>
                    <a:pt x="3642388" y="88782"/>
                  </a:lnTo>
                  <a:lnTo>
                    <a:pt x="3672468" y="58702"/>
                  </a:lnTo>
                  <a:lnTo>
                    <a:pt x="3707299" y="34078"/>
                  </a:lnTo>
                  <a:lnTo>
                    <a:pt x="3746175" y="15616"/>
                  </a:lnTo>
                  <a:lnTo>
                    <a:pt x="3788391" y="4021"/>
                  </a:lnTo>
                  <a:lnTo>
                    <a:pt x="3833240" y="0"/>
                  </a:lnTo>
                  <a:lnTo>
                    <a:pt x="3878090" y="4021"/>
                  </a:lnTo>
                  <a:lnTo>
                    <a:pt x="3920306" y="15616"/>
                  </a:lnTo>
                  <a:lnTo>
                    <a:pt x="3959182" y="34078"/>
                  </a:lnTo>
                  <a:lnTo>
                    <a:pt x="3994013" y="58702"/>
                  </a:lnTo>
                  <a:lnTo>
                    <a:pt x="4024093" y="88782"/>
                  </a:lnTo>
                  <a:lnTo>
                    <a:pt x="4048717" y="123613"/>
                  </a:lnTo>
                  <a:lnTo>
                    <a:pt x="4067179" y="162489"/>
                  </a:lnTo>
                  <a:lnTo>
                    <a:pt x="4078774" y="204705"/>
                  </a:lnTo>
                  <a:lnTo>
                    <a:pt x="4082796" y="249555"/>
                  </a:lnTo>
                  <a:lnTo>
                    <a:pt x="4078774" y="294404"/>
                  </a:lnTo>
                  <a:lnTo>
                    <a:pt x="4067179" y="336620"/>
                  </a:lnTo>
                  <a:lnTo>
                    <a:pt x="4048717" y="375496"/>
                  </a:lnTo>
                  <a:lnTo>
                    <a:pt x="4024093" y="410327"/>
                  </a:lnTo>
                  <a:lnTo>
                    <a:pt x="3994013" y="440407"/>
                  </a:lnTo>
                  <a:lnTo>
                    <a:pt x="3959182" y="465031"/>
                  </a:lnTo>
                  <a:lnTo>
                    <a:pt x="3920306" y="483493"/>
                  </a:lnTo>
                  <a:lnTo>
                    <a:pt x="3878090" y="495088"/>
                  </a:lnTo>
                  <a:lnTo>
                    <a:pt x="3833240" y="499109"/>
                  </a:lnTo>
                  <a:lnTo>
                    <a:pt x="3788391" y="495088"/>
                  </a:lnTo>
                  <a:lnTo>
                    <a:pt x="3746175" y="483493"/>
                  </a:lnTo>
                  <a:lnTo>
                    <a:pt x="3707299" y="465031"/>
                  </a:lnTo>
                  <a:lnTo>
                    <a:pt x="3672468" y="440407"/>
                  </a:lnTo>
                  <a:lnTo>
                    <a:pt x="3642388" y="410327"/>
                  </a:lnTo>
                  <a:lnTo>
                    <a:pt x="3617764" y="375496"/>
                  </a:lnTo>
                  <a:lnTo>
                    <a:pt x="3599302" y="336620"/>
                  </a:lnTo>
                  <a:lnTo>
                    <a:pt x="3587707" y="294404"/>
                  </a:lnTo>
                  <a:lnTo>
                    <a:pt x="3583685" y="249555"/>
                  </a:lnTo>
                  <a:close/>
                </a:path>
                <a:path w="4979034" h="2701290">
                  <a:moveTo>
                    <a:pt x="3186683" y="249174"/>
                  </a:moveTo>
                  <a:lnTo>
                    <a:pt x="3583812" y="249174"/>
                  </a:lnTo>
                </a:path>
                <a:path w="4979034" h="2701290">
                  <a:moveTo>
                    <a:pt x="4479798" y="249555"/>
                  </a:moveTo>
                  <a:lnTo>
                    <a:pt x="4483819" y="204705"/>
                  </a:lnTo>
                  <a:lnTo>
                    <a:pt x="4495414" y="162489"/>
                  </a:lnTo>
                  <a:lnTo>
                    <a:pt x="4513876" y="123613"/>
                  </a:lnTo>
                  <a:lnTo>
                    <a:pt x="4538500" y="88782"/>
                  </a:lnTo>
                  <a:lnTo>
                    <a:pt x="4568580" y="58702"/>
                  </a:lnTo>
                  <a:lnTo>
                    <a:pt x="4603411" y="34078"/>
                  </a:lnTo>
                  <a:lnTo>
                    <a:pt x="4642287" y="15616"/>
                  </a:lnTo>
                  <a:lnTo>
                    <a:pt x="4684503" y="4021"/>
                  </a:lnTo>
                  <a:lnTo>
                    <a:pt x="4729353" y="0"/>
                  </a:lnTo>
                  <a:lnTo>
                    <a:pt x="4774202" y="4021"/>
                  </a:lnTo>
                  <a:lnTo>
                    <a:pt x="4816418" y="15616"/>
                  </a:lnTo>
                  <a:lnTo>
                    <a:pt x="4855294" y="34078"/>
                  </a:lnTo>
                  <a:lnTo>
                    <a:pt x="4890125" y="58702"/>
                  </a:lnTo>
                  <a:lnTo>
                    <a:pt x="4920205" y="88782"/>
                  </a:lnTo>
                  <a:lnTo>
                    <a:pt x="4944829" y="123613"/>
                  </a:lnTo>
                  <a:lnTo>
                    <a:pt x="4963291" y="162489"/>
                  </a:lnTo>
                  <a:lnTo>
                    <a:pt x="4974886" y="204705"/>
                  </a:lnTo>
                  <a:lnTo>
                    <a:pt x="4978908" y="249555"/>
                  </a:lnTo>
                  <a:lnTo>
                    <a:pt x="4974886" y="294404"/>
                  </a:lnTo>
                  <a:lnTo>
                    <a:pt x="4963291" y="336620"/>
                  </a:lnTo>
                  <a:lnTo>
                    <a:pt x="4944829" y="375496"/>
                  </a:lnTo>
                  <a:lnTo>
                    <a:pt x="4920205" y="410327"/>
                  </a:lnTo>
                  <a:lnTo>
                    <a:pt x="4890125" y="440407"/>
                  </a:lnTo>
                  <a:lnTo>
                    <a:pt x="4855294" y="465031"/>
                  </a:lnTo>
                  <a:lnTo>
                    <a:pt x="4816418" y="483493"/>
                  </a:lnTo>
                  <a:lnTo>
                    <a:pt x="4774202" y="495088"/>
                  </a:lnTo>
                  <a:lnTo>
                    <a:pt x="4729353" y="499109"/>
                  </a:lnTo>
                  <a:lnTo>
                    <a:pt x="4684503" y="495088"/>
                  </a:lnTo>
                  <a:lnTo>
                    <a:pt x="4642287" y="483493"/>
                  </a:lnTo>
                  <a:lnTo>
                    <a:pt x="4603411" y="465031"/>
                  </a:lnTo>
                  <a:lnTo>
                    <a:pt x="4568580" y="440407"/>
                  </a:lnTo>
                  <a:lnTo>
                    <a:pt x="4538500" y="410327"/>
                  </a:lnTo>
                  <a:lnTo>
                    <a:pt x="4513876" y="375496"/>
                  </a:lnTo>
                  <a:lnTo>
                    <a:pt x="4495414" y="336620"/>
                  </a:lnTo>
                  <a:lnTo>
                    <a:pt x="4483819" y="294404"/>
                  </a:lnTo>
                  <a:lnTo>
                    <a:pt x="4479798" y="249555"/>
                  </a:lnTo>
                  <a:close/>
                </a:path>
                <a:path w="4979034" h="2701290">
                  <a:moveTo>
                    <a:pt x="4082796" y="249174"/>
                  </a:moveTo>
                  <a:lnTo>
                    <a:pt x="4479925" y="249174"/>
                  </a:lnTo>
                </a:path>
                <a:path w="4979034" h="2701290">
                  <a:moveTo>
                    <a:pt x="896112" y="983741"/>
                  </a:moveTo>
                  <a:lnTo>
                    <a:pt x="900133" y="938938"/>
                  </a:lnTo>
                  <a:lnTo>
                    <a:pt x="911728" y="896775"/>
                  </a:lnTo>
                  <a:lnTo>
                    <a:pt x="930190" y="857955"/>
                  </a:lnTo>
                  <a:lnTo>
                    <a:pt x="954814" y="823180"/>
                  </a:lnTo>
                  <a:lnTo>
                    <a:pt x="984894" y="793153"/>
                  </a:lnTo>
                  <a:lnTo>
                    <a:pt x="1019725" y="768575"/>
                  </a:lnTo>
                  <a:lnTo>
                    <a:pt x="1058601" y="750150"/>
                  </a:lnTo>
                  <a:lnTo>
                    <a:pt x="1100817" y="738580"/>
                  </a:lnTo>
                  <a:lnTo>
                    <a:pt x="1145666" y="734568"/>
                  </a:lnTo>
                  <a:lnTo>
                    <a:pt x="1190516" y="738580"/>
                  </a:lnTo>
                  <a:lnTo>
                    <a:pt x="1232732" y="750150"/>
                  </a:lnTo>
                  <a:lnTo>
                    <a:pt x="1271608" y="768575"/>
                  </a:lnTo>
                  <a:lnTo>
                    <a:pt x="1306439" y="793153"/>
                  </a:lnTo>
                  <a:lnTo>
                    <a:pt x="1336519" y="823180"/>
                  </a:lnTo>
                  <a:lnTo>
                    <a:pt x="1361143" y="857955"/>
                  </a:lnTo>
                  <a:lnTo>
                    <a:pt x="1379605" y="896775"/>
                  </a:lnTo>
                  <a:lnTo>
                    <a:pt x="1391200" y="938938"/>
                  </a:lnTo>
                  <a:lnTo>
                    <a:pt x="1395221" y="983741"/>
                  </a:lnTo>
                  <a:lnTo>
                    <a:pt x="1391200" y="1028545"/>
                  </a:lnTo>
                  <a:lnTo>
                    <a:pt x="1379605" y="1070708"/>
                  </a:lnTo>
                  <a:lnTo>
                    <a:pt x="1361143" y="1109528"/>
                  </a:lnTo>
                  <a:lnTo>
                    <a:pt x="1336519" y="1144303"/>
                  </a:lnTo>
                  <a:lnTo>
                    <a:pt x="1306439" y="1174330"/>
                  </a:lnTo>
                  <a:lnTo>
                    <a:pt x="1271608" y="1198908"/>
                  </a:lnTo>
                  <a:lnTo>
                    <a:pt x="1232732" y="1217333"/>
                  </a:lnTo>
                  <a:lnTo>
                    <a:pt x="1190516" y="1228903"/>
                  </a:lnTo>
                  <a:lnTo>
                    <a:pt x="1145666" y="1232916"/>
                  </a:lnTo>
                  <a:lnTo>
                    <a:pt x="1100817" y="1228903"/>
                  </a:lnTo>
                  <a:lnTo>
                    <a:pt x="1058601" y="1217333"/>
                  </a:lnTo>
                  <a:lnTo>
                    <a:pt x="1019725" y="1198908"/>
                  </a:lnTo>
                  <a:lnTo>
                    <a:pt x="984894" y="1174330"/>
                  </a:lnTo>
                  <a:lnTo>
                    <a:pt x="954814" y="1144303"/>
                  </a:lnTo>
                  <a:lnTo>
                    <a:pt x="930190" y="1109528"/>
                  </a:lnTo>
                  <a:lnTo>
                    <a:pt x="911728" y="1070708"/>
                  </a:lnTo>
                  <a:lnTo>
                    <a:pt x="900133" y="1028545"/>
                  </a:lnTo>
                  <a:lnTo>
                    <a:pt x="896112" y="983741"/>
                  </a:lnTo>
                  <a:close/>
                </a:path>
                <a:path w="4979034" h="2701290">
                  <a:moveTo>
                    <a:pt x="1145286" y="499109"/>
                  </a:moveTo>
                  <a:lnTo>
                    <a:pt x="1145286" y="7346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1542288" y="0"/>
                  </a:moveTo>
                  <a:lnTo>
                    <a:pt x="1542288" y="256031"/>
                  </a:lnTo>
                </a:path>
                <a:path w="4479925" h="754379">
                  <a:moveTo>
                    <a:pt x="2189226" y="505205"/>
                  </a:moveTo>
                  <a:lnTo>
                    <a:pt x="2193238" y="460402"/>
                  </a:lnTo>
                  <a:lnTo>
                    <a:pt x="2204808" y="418239"/>
                  </a:lnTo>
                  <a:lnTo>
                    <a:pt x="2223233" y="379419"/>
                  </a:lnTo>
                  <a:lnTo>
                    <a:pt x="2247811" y="344644"/>
                  </a:lnTo>
                  <a:lnTo>
                    <a:pt x="2277838" y="314617"/>
                  </a:lnTo>
                  <a:lnTo>
                    <a:pt x="2312613" y="290039"/>
                  </a:lnTo>
                  <a:lnTo>
                    <a:pt x="2351433" y="271614"/>
                  </a:lnTo>
                  <a:lnTo>
                    <a:pt x="2393596" y="260044"/>
                  </a:lnTo>
                  <a:lnTo>
                    <a:pt x="2438400" y="256031"/>
                  </a:lnTo>
                  <a:lnTo>
                    <a:pt x="2483203" y="260044"/>
                  </a:lnTo>
                  <a:lnTo>
                    <a:pt x="2525366" y="271614"/>
                  </a:lnTo>
                  <a:lnTo>
                    <a:pt x="2564186" y="290039"/>
                  </a:lnTo>
                  <a:lnTo>
                    <a:pt x="2598961" y="314617"/>
                  </a:lnTo>
                  <a:lnTo>
                    <a:pt x="2628988" y="344644"/>
                  </a:lnTo>
                  <a:lnTo>
                    <a:pt x="2653566" y="379419"/>
                  </a:lnTo>
                  <a:lnTo>
                    <a:pt x="2671991" y="418239"/>
                  </a:lnTo>
                  <a:lnTo>
                    <a:pt x="2683561" y="460402"/>
                  </a:lnTo>
                  <a:lnTo>
                    <a:pt x="2687574" y="505205"/>
                  </a:lnTo>
                  <a:lnTo>
                    <a:pt x="2683561" y="550009"/>
                  </a:lnTo>
                  <a:lnTo>
                    <a:pt x="2671991" y="592172"/>
                  </a:lnTo>
                  <a:lnTo>
                    <a:pt x="2653566" y="630992"/>
                  </a:lnTo>
                  <a:lnTo>
                    <a:pt x="2628988" y="665767"/>
                  </a:lnTo>
                  <a:lnTo>
                    <a:pt x="2598961" y="695794"/>
                  </a:lnTo>
                  <a:lnTo>
                    <a:pt x="2564186" y="720372"/>
                  </a:lnTo>
                  <a:lnTo>
                    <a:pt x="2525366" y="738797"/>
                  </a:lnTo>
                  <a:lnTo>
                    <a:pt x="2483203" y="750367"/>
                  </a:lnTo>
                  <a:lnTo>
                    <a:pt x="2438400" y="754379"/>
                  </a:lnTo>
                  <a:lnTo>
                    <a:pt x="2393596" y="750367"/>
                  </a:lnTo>
                  <a:lnTo>
                    <a:pt x="2351433" y="738797"/>
                  </a:lnTo>
                  <a:lnTo>
                    <a:pt x="2312613" y="720372"/>
                  </a:lnTo>
                  <a:lnTo>
                    <a:pt x="2277838" y="695794"/>
                  </a:lnTo>
                  <a:lnTo>
                    <a:pt x="2247811" y="665767"/>
                  </a:lnTo>
                  <a:lnTo>
                    <a:pt x="2223233" y="630992"/>
                  </a:lnTo>
                  <a:lnTo>
                    <a:pt x="2204808" y="592172"/>
                  </a:lnTo>
                  <a:lnTo>
                    <a:pt x="2193238" y="550009"/>
                  </a:lnTo>
                  <a:lnTo>
                    <a:pt x="2189226" y="505205"/>
                  </a:lnTo>
                  <a:close/>
                </a:path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14266" y="4603241"/>
              <a:ext cx="2512695" cy="2077720"/>
            </a:xfrm>
            <a:custGeom>
              <a:avLst/>
              <a:gdLst/>
              <a:ahLst/>
              <a:cxnLst/>
              <a:rect l="l" t="t" r="r" b="b"/>
              <a:pathLst>
                <a:path w="2512695" h="2077720">
                  <a:moveTo>
                    <a:pt x="1782318" y="1383791"/>
                  </a:moveTo>
                  <a:lnTo>
                    <a:pt x="2512314" y="1383791"/>
                  </a:lnTo>
                  <a:lnTo>
                    <a:pt x="2512314" y="781811"/>
                  </a:lnTo>
                  <a:lnTo>
                    <a:pt x="1782318" y="781811"/>
                  </a:lnTo>
                  <a:lnTo>
                    <a:pt x="1782318" y="1383791"/>
                  </a:lnTo>
                  <a:close/>
                </a:path>
                <a:path w="2512695" h="2077720">
                  <a:moveTo>
                    <a:pt x="864108" y="2077211"/>
                  </a:moveTo>
                  <a:lnTo>
                    <a:pt x="1594104" y="2077211"/>
                  </a:lnTo>
                  <a:lnTo>
                    <a:pt x="1594104" y="1474469"/>
                  </a:lnTo>
                  <a:lnTo>
                    <a:pt x="864108" y="1474469"/>
                  </a:lnTo>
                  <a:lnTo>
                    <a:pt x="864108" y="2077211"/>
                  </a:lnTo>
                  <a:close/>
                </a:path>
                <a:path w="2512695" h="2077720">
                  <a:moveTo>
                    <a:pt x="0" y="1374647"/>
                  </a:moveTo>
                  <a:lnTo>
                    <a:pt x="729996" y="1374647"/>
                  </a:lnTo>
                  <a:lnTo>
                    <a:pt x="729996" y="772667"/>
                  </a:lnTo>
                  <a:lnTo>
                    <a:pt x="0" y="772667"/>
                  </a:lnTo>
                  <a:lnTo>
                    <a:pt x="0" y="1374647"/>
                  </a:lnTo>
                  <a:close/>
                </a:path>
                <a:path w="2512695" h="2077720">
                  <a:moveTo>
                    <a:pt x="883158" y="601979"/>
                  </a:moveTo>
                  <a:lnTo>
                    <a:pt x="1612392" y="601979"/>
                  </a:lnTo>
                  <a:lnTo>
                    <a:pt x="1612392" y="0"/>
                  </a:lnTo>
                  <a:lnTo>
                    <a:pt x="883158" y="0"/>
                  </a:lnTo>
                  <a:lnTo>
                    <a:pt x="883158" y="601979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6352" y="1136617"/>
            <a:ext cx="3329304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𝒄𝒐𝒍𝒐𝒓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表示顶点状态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6460" y="206153"/>
            <a:ext cx="709126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算法思想：广度优先搜</a:t>
            </a:r>
            <a:r>
              <a:rPr spc="-50" dirty="0" err="1"/>
              <a:t>索</a:t>
            </a:r>
            <a:endParaRPr spc="-50" dirty="0"/>
          </a:p>
        </p:txBody>
      </p:sp>
      <p:grpSp>
        <p:nvGrpSpPr>
          <p:cNvPr id="4" name="object 4"/>
          <p:cNvGrpSpPr/>
          <p:nvPr/>
        </p:nvGrpSpPr>
        <p:grpSpPr>
          <a:xfrm>
            <a:off x="3587496" y="3889247"/>
            <a:ext cx="5017135" cy="2875915"/>
            <a:chOff x="3587496" y="3889247"/>
            <a:chExt cx="5017135" cy="2875915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1395730" cy="2701290"/>
            </a:xfrm>
            <a:custGeom>
              <a:avLst/>
              <a:gdLst/>
              <a:ahLst/>
              <a:cxnLst/>
              <a:rect l="l" t="t" r="r" b="b"/>
              <a:pathLst>
                <a:path w="1395729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1395729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1395729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1395729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1395729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1395729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1395729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1395729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1395729" h="2701290">
                  <a:moveTo>
                    <a:pt x="499109" y="249174"/>
                  </a:moveTo>
                  <a:lnTo>
                    <a:pt x="896238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404088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1"/>
                  </a:lnTo>
                  <a:lnTo>
                    <a:pt x="162207" y="15616"/>
                  </a:lnTo>
                  <a:lnTo>
                    <a:pt x="123387" y="34078"/>
                  </a:lnTo>
                  <a:lnTo>
                    <a:pt x="88612" y="58702"/>
                  </a:lnTo>
                  <a:lnTo>
                    <a:pt x="58585" y="88782"/>
                  </a:lnTo>
                  <a:lnTo>
                    <a:pt x="34007" y="123613"/>
                  </a:lnTo>
                  <a:lnTo>
                    <a:pt x="15582" y="162489"/>
                  </a:lnTo>
                  <a:lnTo>
                    <a:pt x="4012" y="204705"/>
                  </a:lnTo>
                  <a:lnTo>
                    <a:pt x="0" y="249555"/>
                  </a:lnTo>
                  <a:lnTo>
                    <a:pt x="4012" y="294404"/>
                  </a:lnTo>
                  <a:lnTo>
                    <a:pt x="15582" y="336620"/>
                  </a:lnTo>
                  <a:lnTo>
                    <a:pt x="34007" y="375496"/>
                  </a:lnTo>
                  <a:lnTo>
                    <a:pt x="58585" y="410327"/>
                  </a:lnTo>
                  <a:lnTo>
                    <a:pt x="88612" y="440407"/>
                  </a:lnTo>
                  <a:lnTo>
                    <a:pt x="123387" y="465031"/>
                  </a:lnTo>
                  <a:lnTo>
                    <a:pt x="162207" y="483493"/>
                  </a:lnTo>
                  <a:lnTo>
                    <a:pt x="204370" y="495088"/>
                  </a:lnTo>
                  <a:lnTo>
                    <a:pt x="249174" y="499109"/>
                  </a:lnTo>
                  <a:lnTo>
                    <a:pt x="293977" y="495088"/>
                  </a:lnTo>
                  <a:lnTo>
                    <a:pt x="336140" y="483493"/>
                  </a:lnTo>
                  <a:lnTo>
                    <a:pt x="374960" y="465031"/>
                  </a:lnTo>
                  <a:lnTo>
                    <a:pt x="409735" y="440407"/>
                  </a:lnTo>
                  <a:lnTo>
                    <a:pt x="439762" y="410327"/>
                  </a:lnTo>
                  <a:lnTo>
                    <a:pt x="464340" y="375496"/>
                  </a:lnTo>
                  <a:lnTo>
                    <a:pt x="482765" y="336620"/>
                  </a:lnTo>
                  <a:lnTo>
                    <a:pt x="494335" y="294404"/>
                  </a:lnTo>
                  <a:lnTo>
                    <a:pt x="498347" y="249555"/>
                  </a:lnTo>
                  <a:lnTo>
                    <a:pt x="494335" y="204705"/>
                  </a:lnTo>
                  <a:lnTo>
                    <a:pt x="482765" y="162489"/>
                  </a:lnTo>
                  <a:lnTo>
                    <a:pt x="464340" y="123613"/>
                  </a:lnTo>
                  <a:lnTo>
                    <a:pt x="439762" y="88782"/>
                  </a:lnTo>
                  <a:lnTo>
                    <a:pt x="409735" y="58702"/>
                  </a:lnTo>
                  <a:lnTo>
                    <a:pt x="374960" y="34078"/>
                  </a:lnTo>
                  <a:lnTo>
                    <a:pt x="336140" y="15616"/>
                  </a:lnTo>
                  <a:lnTo>
                    <a:pt x="293977" y="4021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01768" y="4040885"/>
              <a:ext cx="3583940" cy="499109"/>
            </a:xfrm>
            <a:custGeom>
              <a:avLst/>
              <a:gdLst/>
              <a:ahLst/>
              <a:cxnLst/>
              <a:rect l="l" t="t" r="r" b="b"/>
              <a:pathLst>
                <a:path w="3583940" h="499109">
                  <a:moveTo>
                    <a:pt x="0" y="249174"/>
                  </a:moveTo>
                  <a:lnTo>
                    <a:pt x="397129" y="249174"/>
                  </a:lnTo>
                </a:path>
                <a:path w="3583940" h="499109">
                  <a:moveTo>
                    <a:pt x="1293114" y="249555"/>
                  </a:moveTo>
                  <a:lnTo>
                    <a:pt x="1297126" y="204705"/>
                  </a:lnTo>
                  <a:lnTo>
                    <a:pt x="1308696" y="162489"/>
                  </a:lnTo>
                  <a:lnTo>
                    <a:pt x="1327121" y="123613"/>
                  </a:lnTo>
                  <a:lnTo>
                    <a:pt x="1351699" y="88782"/>
                  </a:lnTo>
                  <a:lnTo>
                    <a:pt x="1381726" y="58702"/>
                  </a:lnTo>
                  <a:lnTo>
                    <a:pt x="1416501" y="34078"/>
                  </a:lnTo>
                  <a:lnTo>
                    <a:pt x="1455321" y="15616"/>
                  </a:lnTo>
                  <a:lnTo>
                    <a:pt x="1497484" y="4021"/>
                  </a:lnTo>
                  <a:lnTo>
                    <a:pt x="1542288" y="0"/>
                  </a:lnTo>
                  <a:lnTo>
                    <a:pt x="1587091" y="4021"/>
                  </a:lnTo>
                  <a:lnTo>
                    <a:pt x="1629254" y="15616"/>
                  </a:lnTo>
                  <a:lnTo>
                    <a:pt x="1668074" y="34078"/>
                  </a:lnTo>
                  <a:lnTo>
                    <a:pt x="1702849" y="58702"/>
                  </a:lnTo>
                  <a:lnTo>
                    <a:pt x="1732876" y="88782"/>
                  </a:lnTo>
                  <a:lnTo>
                    <a:pt x="1757454" y="123613"/>
                  </a:lnTo>
                  <a:lnTo>
                    <a:pt x="1775879" y="162489"/>
                  </a:lnTo>
                  <a:lnTo>
                    <a:pt x="1787449" y="204705"/>
                  </a:lnTo>
                  <a:lnTo>
                    <a:pt x="1791462" y="249555"/>
                  </a:lnTo>
                  <a:lnTo>
                    <a:pt x="1787449" y="294404"/>
                  </a:lnTo>
                  <a:lnTo>
                    <a:pt x="1775879" y="336620"/>
                  </a:lnTo>
                  <a:lnTo>
                    <a:pt x="1757454" y="375496"/>
                  </a:lnTo>
                  <a:lnTo>
                    <a:pt x="1732876" y="410327"/>
                  </a:lnTo>
                  <a:lnTo>
                    <a:pt x="1702849" y="440407"/>
                  </a:lnTo>
                  <a:lnTo>
                    <a:pt x="1668074" y="465031"/>
                  </a:lnTo>
                  <a:lnTo>
                    <a:pt x="1629254" y="483493"/>
                  </a:lnTo>
                  <a:lnTo>
                    <a:pt x="1587091" y="495088"/>
                  </a:lnTo>
                  <a:lnTo>
                    <a:pt x="1542288" y="499109"/>
                  </a:lnTo>
                  <a:lnTo>
                    <a:pt x="1497484" y="495088"/>
                  </a:lnTo>
                  <a:lnTo>
                    <a:pt x="1455321" y="483493"/>
                  </a:lnTo>
                  <a:lnTo>
                    <a:pt x="1416501" y="465031"/>
                  </a:lnTo>
                  <a:lnTo>
                    <a:pt x="1381726" y="440407"/>
                  </a:lnTo>
                  <a:lnTo>
                    <a:pt x="1351699" y="410327"/>
                  </a:lnTo>
                  <a:lnTo>
                    <a:pt x="1327121" y="375496"/>
                  </a:lnTo>
                  <a:lnTo>
                    <a:pt x="1308696" y="336620"/>
                  </a:lnTo>
                  <a:lnTo>
                    <a:pt x="1297126" y="294404"/>
                  </a:lnTo>
                  <a:lnTo>
                    <a:pt x="1293114" y="249555"/>
                  </a:lnTo>
                  <a:close/>
                </a:path>
                <a:path w="3583940" h="499109">
                  <a:moveTo>
                    <a:pt x="895350" y="249174"/>
                  </a:moveTo>
                  <a:lnTo>
                    <a:pt x="1292479" y="249174"/>
                  </a:lnTo>
                </a:path>
                <a:path w="3583940" h="499109">
                  <a:moveTo>
                    <a:pt x="2188464" y="249555"/>
                  </a:moveTo>
                  <a:lnTo>
                    <a:pt x="2192485" y="204705"/>
                  </a:lnTo>
                  <a:lnTo>
                    <a:pt x="2204080" y="162489"/>
                  </a:lnTo>
                  <a:lnTo>
                    <a:pt x="2222542" y="123613"/>
                  </a:lnTo>
                  <a:lnTo>
                    <a:pt x="2247166" y="88782"/>
                  </a:lnTo>
                  <a:lnTo>
                    <a:pt x="2277246" y="58702"/>
                  </a:lnTo>
                  <a:lnTo>
                    <a:pt x="2312077" y="34078"/>
                  </a:lnTo>
                  <a:lnTo>
                    <a:pt x="2350953" y="15616"/>
                  </a:lnTo>
                  <a:lnTo>
                    <a:pt x="2393169" y="4021"/>
                  </a:lnTo>
                  <a:lnTo>
                    <a:pt x="2438018" y="0"/>
                  </a:lnTo>
                  <a:lnTo>
                    <a:pt x="2482868" y="4021"/>
                  </a:lnTo>
                  <a:lnTo>
                    <a:pt x="2525084" y="15616"/>
                  </a:lnTo>
                  <a:lnTo>
                    <a:pt x="2563960" y="34078"/>
                  </a:lnTo>
                  <a:lnTo>
                    <a:pt x="2598791" y="58702"/>
                  </a:lnTo>
                  <a:lnTo>
                    <a:pt x="2628871" y="88782"/>
                  </a:lnTo>
                  <a:lnTo>
                    <a:pt x="2653495" y="123613"/>
                  </a:lnTo>
                  <a:lnTo>
                    <a:pt x="2671957" y="162489"/>
                  </a:lnTo>
                  <a:lnTo>
                    <a:pt x="2683552" y="204705"/>
                  </a:lnTo>
                  <a:lnTo>
                    <a:pt x="2687574" y="249555"/>
                  </a:lnTo>
                  <a:lnTo>
                    <a:pt x="2683552" y="294404"/>
                  </a:lnTo>
                  <a:lnTo>
                    <a:pt x="2671957" y="336620"/>
                  </a:lnTo>
                  <a:lnTo>
                    <a:pt x="2653495" y="375496"/>
                  </a:lnTo>
                  <a:lnTo>
                    <a:pt x="2628871" y="410327"/>
                  </a:lnTo>
                  <a:lnTo>
                    <a:pt x="2598791" y="440407"/>
                  </a:lnTo>
                  <a:lnTo>
                    <a:pt x="2563960" y="465031"/>
                  </a:lnTo>
                  <a:lnTo>
                    <a:pt x="2525084" y="483493"/>
                  </a:lnTo>
                  <a:lnTo>
                    <a:pt x="2482868" y="495088"/>
                  </a:lnTo>
                  <a:lnTo>
                    <a:pt x="2438018" y="499109"/>
                  </a:lnTo>
                  <a:lnTo>
                    <a:pt x="2393169" y="495088"/>
                  </a:lnTo>
                  <a:lnTo>
                    <a:pt x="2350953" y="483493"/>
                  </a:lnTo>
                  <a:lnTo>
                    <a:pt x="2312077" y="465031"/>
                  </a:lnTo>
                  <a:lnTo>
                    <a:pt x="2277246" y="440407"/>
                  </a:lnTo>
                  <a:lnTo>
                    <a:pt x="2247166" y="410327"/>
                  </a:lnTo>
                  <a:lnTo>
                    <a:pt x="2222542" y="375496"/>
                  </a:lnTo>
                  <a:lnTo>
                    <a:pt x="2204080" y="336620"/>
                  </a:lnTo>
                  <a:lnTo>
                    <a:pt x="2192485" y="294404"/>
                  </a:lnTo>
                  <a:lnTo>
                    <a:pt x="2188464" y="249555"/>
                  </a:lnTo>
                  <a:close/>
                </a:path>
                <a:path w="3583940" h="499109">
                  <a:moveTo>
                    <a:pt x="1791462" y="249174"/>
                  </a:moveTo>
                  <a:lnTo>
                    <a:pt x="2188591" y="249174"/>
                  </a:lnTo>
                </a:path>
                <a:path w="3583940" h="499109">
                  <a:moveTo>
                    <a:pt x="3084576" y="249555"/>
                  </a:moveTo>
                  <a:lnTo>
                    <a:pt x="3088597" y="204705"/>
                  </a:lnTo>
                  <a:lnTo>
                    <a:pt x="3100192" y="162489"/>
                  </a:lnTo>
                  <a:lnTo>
                    <a:pt x="3118654" y="123613"/>
                  </a:lnTo>
                  <a:lnTo>
                    <a:pt x="3143278" y="88782"/>
                  </a:lnTo>
                  <a:lnTo>
                    <a:pt x="3173358" y="58702"/>
                  </a:lnTo>
                  <a:lnTo>
                    <a:pt x="3208189" y="34078"/>
                  </a:lnTo>
                  <a:lnTo>
                    <a:pt x="3247065" y="15616"/>
                  </a:lnTo>
                  <a:lnTo>
                    <a:pt x="3289281" y="4021"/>
                  </a:lnTo>
                  <a:lnTo>
                    <a:pt x="3334131" y="0"/>
                  </a:lnTo>
                  <a:lnTo>
                    <a:pt x="3378980" y="4021"/>
                  </a:lnTo>
                  <a:lnTo>
                    <a:pt x="3421196" y="15616"/>
                  </a:lnTo>
                  <a:lnTo>
                    <a:pt x="3460072" y="34078"/>
                  </a:lnTo>
                  <a:lnTo>
                    <a:pt x="3494903" y="58702"/>
                  </a:lnTo>
                  <a:lnTo>
                    <a:pt x="3524983" y="88782"/>
                  </a:lnTo>
                  <a:lnTo>
                    <a:pt x="3549607" y="123613"/>
                  </a:lnTo>
                  <a:lnTo>
                    <a:pt x="3568069" y="162489"/>
                  </a:lnTo>
                  <a:lnTo>
                    <a:pt x="3579664" y="204705"/>
                  </a:lnTo>
                  <a:lnTo>
                    <a:pt x="3583686" y="249555"/>
                  </a:lnTo>
                  <a:lnTo>
                    <a:pt x="3579664" y="294404"/>
                  </a:lnTo>
                  <a:lnTo>
                    <a:pt x="3568069" y="336620"/>
                  </a:lnTo>
                  <a:lnTo>
                    <a:pt x="3549607" y="375496"/>
                  </a:lnTo>
                  <a:lnTo>
                    <a:pt x="3524983" y="410327"/>
                  </a:lnTo>
                  <a:lnTo>
                    <a:pt x="3494903" y="440407"/>
                  </a:lnTo>
                  <a:lnTo>
                    <a:pt x="3460072" y="465031"/>
                  </a:lnTo>
                  <a:lnTo>
                    <a:pt x="3421196" y="483493"/>
                  </a:lnTo>
                  <a:lnTo>
                    <a:pt x="3378980" y="495088"/>
                  </a:lnTo>
                  <a:lnTo>
                    <a:pt x="3334131" y="499109"/>
                  </a:lnTo>
                  <a:lnTo>
                    <a:pt x="3289281" y="495088"/>
                  </a:lnTo>
                  <a:lnTo>
                    <a:pt x="3247065" y="483493"/>
                  </a:lnTo>
                  <a:lnTo>
                    <a:pt x="3208189" y="465031"/>
                  </a:lnTo>
                  <a:lnTo>
                    <a:pt x="3173358" y="440407"/>
                  </a:lnTo>
                  <a:lnTo>
                    <a:pt x="3143278" y="410327"/>
                  </a:lnTo>
                  <a:lnTo>
                    <a:pt x="3118654" y="375496"/>
                  </a:lnTo>
                  <a:lnTo>
                    <a:pt x="3100192" y="336620"/>
                  </a:lnTo>
                  <a:lnTo>
                    <a:pt x="3088597" y="294404"/>
                  </a:lnTo>
                  <a:lnTo>
                    <a:pt x="3084576" y="249555"/>
                  </a:lnTo>
                  <a:close/>
                </a:path>
                <a:path w="3583940" h="499109">
                  <a:moveTo>
                    <a:pt x="2687574" y="249174"/>
                  </a:moveTo>
                  <a:lnTo>
                    <a:pt x="3084703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2658" y="4775453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2"/>
                  </a:lnTo>
                  <a:lnTo>
                    <a:pt x="162489" y="15582"/>
                  </a:lnTo>
                  <a:lnTo>
                    <a:pt x="123613" y="34007"/>
                  </a:lnTo>
                  <a:lnTo>
                    <a:pt x="88782" y="58585"/>
                  </a:lnTo>
                  <a:lnTo>
                    <a:pt x="58702" y="88612"/>
                  </a:lnTo>
                  <a:lnTo>
                    <a:pt x="34078" y="123387"/>
                  </a:lnTo>
                  <a:lnTo>
                    <a:pt x="15616" y="162207"/>
                  </a:lnTo>
                  <a:lnTo>
                    <a:pt x="4021" y="204370"/>
                  </a:lnTo>
                  <a:lnTo>
                    <a:pt x="0" y="249174"/>
                  </a:lnTo>
                  <a:lnTo>
                    <a:pt x="4021" y="293977"/>
                  </a:lnTo>
                  <a:lnTo>
                    <a:pt x="15616" y="336140"/>
                  </a:lnTo>
                  <a:lnTo>
                    <a:pt x="34078" y="374960"/>
                  </a:lnTo>
                  <a:lnTo>
                    <a:pt x="58702" y="409735"/>
                  </a:lnTo>
                  <a:lnTo>
                    <a:pt x="88782" y="439762"/>
                  </a:lnTo>
                  <a:lnTo>
                    <a:pt x="123613" y="464340"/>
                  </a:lnTo>
                  <a:lnTo>
                    <a:pt x="162489" y="482765"/>
                  </a:lnTo>
                  <a:lnTo>
                    <a:pt x="204705" y="494335"/>
                  </a:lnTo>
                  <a:lnTo>
                    <a:pt x="249554" y="498348"/>
                  </a:lnTo>
                  <a:lnTo>
                    <a:pt x="294404" y="494335"/>
                  </a:lnTo>
                  <a:lnTo>
                    <a:pt x="336620" y="482765"/>
                  </a:lnTo>
                  <a:lnTo>
                    <a:pt x="375496" y="464340"/>
                  </a:lnTo>
                  <a:lnTo>
                    <a:pt x="410327" y="439762"/>
                  </a:lnTo>
                  <a:lnTo>
                    <a:pt x="440407" y="409735"/>
                  </a:lnTo>
                  <a:lnTo>
                    <a:pt x="465031" y="374960"/>
                  </a:lnTo>
                  <a:lnTo>
                    <a:pt x="483493" y="336140"/>
                  </a:lnTo>
                  <a:lnTo>
                    <a:pt x="495088" y="293977"/>
                  </a:lnTo>
                  <a:lnTo>
                    <a:pt x="499109" y="249174"/>
                  </a:lnTo>
                  <a:lnTo>
                    <a:pt x="495088" y="204370"/>
                  </a:lnTo>
                  <a:lnTo>
                    <a:pt x="483493" y="162207"/>
                  </a:lnTo>
                  <a:lnTo>
                    <a:pt x="465031" y="123387"/>
                  </a:lnTo>
                  <a:lnTo>
                    <a:pt x="440407" y="88612"/>
                  </a:lnTo>
                  <a:lnTo>
                    <a:pt x="410327" y="58585"/>
                  </a:lnTo>
                  <a:lnTo>
                    <a:pt x="375496" y="34007"/>
                  </a:lnTo>
                  <a:lnTo>
                    <a:pt x="336620" y="15582"/>
                  </a:lnTo>
                  <a:lnTo>
                    <a:pt x="294404" y="4012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4751832" y="4539995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8770" y="4519421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5"/>
                  </a:moveTo>
                  <a:lnTo>
                    <a:pt x="4012" y="460402"/>
                  </a:lnTo>
                  <a:lnTo>
                    <a:pt x="15582" y="418239"/>
                  </a:lnTo>
                  <a:lnTo>
                    <a:pt x="34007" y="379419"/>
                  </a:lnTo>
                  <a:lnTo>
                    <a:pt x="58585" y="344644"/>
                  </a:lnTo>
                  <a:lnTo>
                    <a:pt x="88612" y="314617"/>
                  </a:lnTo>
                  <a:lnTo>
                    <a:pt x="123387" y="290039"/>
                  </a:lnTo>
                  <a:lnTo>
                    <a:pt x="162207" y="271614"/>
                  </a:lnTo>
                  <a:lnTo>
                    <a:pt x="204370" y="260044"/>
                  </a:lnTo>
                  <a:lnTo>
                    <a:pt x="249174" y="256031"/>
                  </a:lnTo>
                  <a:lnTo>
                    <a:pt x="293977" y="260044"/>
                  </a:lnTo>
                  <a:lnTo>
                    <a:pt x="336140" y="271614"/>
                  </a:lnTo>
                  <a:lnTo>
                    <a:pt x="374960" y="290039"/>
                  </a:lnTo>
                  <a:lnTo>
                    <a:pt x="409735" y="314617"/>
                  </a:lnTo>
                  <a:lnTo>
                    <a:pt x="439762" y="344644"/>
                  </a:lnTo>
                  <a:lnTo>
                    <a:pt x="464340" y="379419"/>
                  </a:lnTo>
                  <a:lnTo>
                    <a:pt x="482765" y="418239"/>
                  </a:lnTo>
                  <a:lnTo>
                    <a:pt x="494335" y="460402"/>
                  </a:lnTo>
                  <a:lnTo>
                    <a:pt x="498347" y="505205"/>
                  </a:lnTo>
                  <a:lnTo>
                    <a:pt x="494335" y="550009"/>
                  </a:lnTo>
                  <a:lnTo>
                    <a:pt x="482765" y="592172"/>
                  </a:lnTo>
                  <a:lnTo>
                    <a:pt x="464340" y="630992"/>
                  </a:lnTo>
                  <a:lnTo>
                    <a:pt x="439762" y="665767"/>
                  </a:lnTo>
                  <a:lnTo>
                    <a:pt x="409735" y="695794"/>
                  </a:lnTo>
                  <a:lnTo>
                    <a:pt x="374960" y="720372"/>
                  </a:lnTo>
                  <a:lnTo>
                    <a:pt x="336140" y="738797"/>
                  </a:lnTo>
                  <a:lnTo>
                    <a:pt x="293977" y="750367"/>
                  </a:lnTo>
                  <a:lnTo>
                    <a:pt x="249174" y="754379"/>
                  </a:lnTo>
                  <a:lnTo>
                    <a:pt x="204370" y="750367"/>
                  </a:lnTo>
                  <a:lnTo>
                    <a:pt x="162207" y="738797"/>
                  </a:lnTo>
                  <a:lnTo>
                    <a:pt x="123387" y="720372"/>
                  </a:lnTo>
                  <a:lnTo>
                    <a:pt x="88612" y="695794"/>
                  </a:lnTo>
                  <a:lnTo>
                    <a:pt x="58585" y="665767"/>
                  </a:lnTo>
                  <a:lnTo>
                    <a:pt x="34007" y="630992"/>
                  </a:lnTo>
                  <a:lnTo>
                    <a:pt x="15582" y="592172"/>
                  </a:lnTo>
                  <a:lnTo>
                    <a:pt x="4012" y="550009"/>
                  </a:lnTo>
                  <a:lnTo>
                    <a:pt x="0" y="505205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882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3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423154" y="3889247"/>
              <a:ext cx="547877" cy="5814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95800" y="4588763"/>
              <a:ext cx="548639" cy="5814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5164" y="4594859"/>
              <a:ext cx="548639" cy="5814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704" y="1112995"/>
            <a:ext cx="7052309" cy="14097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𝒄𝒐𝒍𝒐𝒓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表示顶点状态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>
              <a:lnSpc>
                <a:spcPct val="100000"/>
              </a:lnSpc>
              <a:spcBef>
                <a:spcPts val="550"/>
              </a:spcBef>
              <a:tabLst>
                <a:tab pos="1000125" algn="l"/>
              </a:tabLst>
            </a:pPr>
            <a:r>
              <a:rPr sz="1550" spc="-50" dirty="0">
                <a:solidFill>
                  <a:srgbClr val="EB91D7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o</a:t>
            </a:r>
            <a:r>
              <a:rPr sz="1550" dirty="0">
                <a:solidFill>
                  <a:srgbClr val="EB91D7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	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𝑾𝒉𝒊𝒕𝒆</a:t>
            </a:r>
            <a:r>
              <a:rPr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白色顶点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尚未被发现，发现后直接入队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87496" y="3889247"/>
            <a:ext cx="7395209" cy="2875915"/>
            <a:chOff x="3587496" y="3889247"/>
            <a:chExt cx="7395209" cy="2875915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1395730" cy="2701290"/>
            </a:xfrm>
            <a:custGeom>
              <a:avLst/>
              <a:gdLst/>
              <a:ahLst/>
              <a:cxnLst/>
              <a:rect l="l" t="t" r="r" b="b"/>
              <a:pathLst>
                <a:path w="1395729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1395729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1395729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1395729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1395729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1395729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1395729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1395729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1395729" h="2701290">
                  <a:moveTo>
                    <a:pt x="499109" y="249174"/>
                  </a:moveTo>
                  <a:lnTo>
                    <a:pt x="896238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404088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1"/>
                  </a:lnTo>
                  <a:lnTo>
                    <a:pt x="162207" y="15616"/>
                  </a:lnTo>
                  <a:lnTo>
                    <a:pt x="123387" y="34078"/>
                  </a:lnTo>
                  <a:lnTo>
                    <a:pt x="88612" y="58702"/>
                  </a:lnTo>
                  <a:lnTo>
                    <a:pt x="58585" y="88782"/>
                  </a:lnTo>
                  <a:lnTo>
                    <a:pt x="34007" y="123613"/>
                  </a:lnTo>
                  <a:lnTo>
                    <a:pt x="15582" y="162489"/>
                  </a:lnTo>
                  <a:lnTo>
                    <a:pt x="4012" y="204705"/>
                  </a:lnTo>
                  <a:lnTo>
                    <a:pt x="0" y="249555"/>
                  </a:lnTo>
                  <a:lnTo>
                    <a:pt x="4012" y="294404"/>
                  </a:lnTo>
                  <a:lnTo>
                    <a:pt x="15582" y="336620"/>
                  </a:lnTo>
                  <a:lnTo>
                    <a:pt x="34007" y="375496"/>
                  </a:lnTo>
                  <a:lnTo>
                    <a:pt x="58585" y="410327"/>
                  </a:lnTo>
                  <a:lnTo>
                    <a:pt x="88612" y="440407"/>
                  </a:lnTo>
                  <a:lnTo>
                    <a:pt x="123387" y="465031"/>
                  </a:lnTo>
                  <a:lnTo>
                    <a:pt x="162207" y="483493"/>
                  </a:lnTo>
                  <a:lnTo>
                    <a:pt x="204370" y="495088"/>
                  </a:lnTo>
                  <a:lnTo>
                    <a:pt x="249174" y="499109"/>
                  </a:lnTo>
                  <a:lnTo>
                    <a:pt x="293977" y="495088"/>
                  </a:lnTo>
                  <a:lnTo>
                    <a:pt x="336140" y="483493"/>
                  </a:lnTo>
                  <a:lnTo>
                    <a:pt x="374960" y="465031"/>
                  </a:lnTo>
                  <a:lnTo>
                    <a:pt x="409735" y="440407"/>
                  </a:lnTo>
                  <a:lnTo>
                    <a:pt x="439762" y="410327"/>
                  </a:lnTo>
                  <a:lnTo>
                    <a:pt x="464340" y="375496"/>
                  </a:lnTo>
                  <a:lnTo>
                    <a:pt x="482765" y="336620"/>
                  </a:lnTo>
                  <a:lnTo>
                    <a:pt x="494335" y="294404"/>
                  </a:lnTo>
                  <a:lnTo>
                    <a:pt x="498347" y="249555"/>
                  </a:lnTo>
                  <a:lnTo>
                    <a:pt x="494335" y="204705"/>
                  </a:lnTo>
                  <a:lnTo>
                    <a:pt x="482765" y="162489"/>
                  </a:lnTo>
                  <a:lnTo>
                    <a:pt x="464340" y="123613"/>
                  </a:lnTo>
                  <a:lnTo>
                    <a:pt x="439762" y="88782"/>
                  </a:lnTo>
                  <a:lnTo>
                    <a:pt x="409735" y="58702"/>
                  </a:lnTo>
                  <a:lnTo>
                    <a:pt x="374960" y="34078"/>
                  </a:lnTo>
                  <a:lnTo>
                    <a:pt x="336140" y="15616"/>
                  </a:lnTo>
                  <a:lnTo>
                    <a:pt x="293977" y="4021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01768" y="4040885"/>
              <a:ext cx="3583940" cy="499109"/>
            </a:xfrm>
            <a:custGeom>
              <a:avLst/>
              <a:gdLst/>
              <a:ahLst/>
              <a:cxnLst/>
              <a:rect l="l" t="t" r="r" b="b"/>
              <a:pathLst>
                <a:path w="3583940" h="499109">
                  <a:moveTo>
                    <a:pt x="0" y="249174"/>
                  </a:moveTo>
                  <a:lnTo>
                    <a:pt x="397129" y="249174"/>
                  </a:lnTo>
                </a:path>
                <a:path w="3583940" h="499109">
                  <a:moveTo>
                    <a:pt x="1293114" y="249555"/>
                  </a:moveTo>
                  <a:lnTo>
                    <a:pt x="1297126" y="204705"/>
                  </a:lnTo>
                  <a:lnTo>
                    <a:pt x="1308696" y="162489"/>
                  </a:lnTo>
                  <a:lnTo>
                    <a:pt x="1327121" y="123613"/>
                  </a:lnTo>
                  <a:lnTo>
                    <a:pt x="1351699" y="88782"/>
                  </a:lnTo>
                  <a:lnTo>
                    <a:pt x="1381726" y="58702"/>
                  </a:lnTo>
                  <a:lnTo>
                    <a:pt x="1416501" y="34078"/>
                  </a:lnTo>
                  <a:lnTo>
                    <a:pt x="1455321" y="15616"/>
                  </a:lnTo>
                  <a:lnTo>
                    <a:pt x="1497484" y="4021"/>
                  </a:lnTo>
                  <a:lnTo>
                    <a:pt x="1542288" y="0"/>
                  </a:lnTo>
                  <a:lnTo>
                    <a:pt x="1587091" y="4021"/>
                  </a:lnTo>
                  <a:lnTo>
                    <a:pt x="1629254" y="15616"/>
                  </a:lnTo>
                  <a:lnTo>
                    <a:pt x="1668074" y="34078"/>
                  </a:lnTo>
                  <a:lnTo>
                    <a:pt x="1702849" y="58702"/>
                  </a:lnTo>
                  <a:lnTo>
                    <a:pt x="1732876" y="88782"/>
                  </a:lnTo>
                  <a:lnTo>
                    <a:pt x="1757454" y="123613"/>
                  </a:lnTo>
                  <a:lnTo>
                    <a:pt x="1775879" y="162489"/>
                  </a:lnTo>
                  <a:lnTo>
                    <a:pt x="1787449" y="204705"/>
                  </a:lnTo>
                  <a:lnTo>
                    <a:pt x="1791462" y="249555"/>
                  </a:lnTo>
                  <a:lnTo>
                    <a:pt x="1787449" y="294404"/>
                  </a:lnTo>
                  <a:lnTo>
                    <a:pt x="1775879" y="336620"/>
                  </a:lnTo>
                  <a:lnTo>
                    <a:pt x="1757454" y="375496"/>
                  </a:lnTo>
                  <a:lnTo>
                    <a:pt x="1732876" y="410327"/>
                  </a:lnTo>
                  <a:lnTo>
                    <a:pt x="1702849" y="440407"/>
                  </a:lnTo>
                  <a:lnTo>
                    <a:pt x="1668074" y="465031"/>
                  </a:lnTo>
                  <a:lnTo>
                    <a:pt x="1629254" y="483493"/>
                  </a:lnTo>
                  <a:lnTo>
                    <a:pt x="1587091" y="495088"/>
                  </a:lnTo>
                  <a:lnTo>
                    <a:pt x="1542288" y="499109"/>
                  </a:lnTo>
                  <a:lnTo>
                    <a:pt x="1497484" y="495088"/>
                  </a:lnTo>
                  <a:lnTo>
                    <a:pt x="1455321" y="483493"/>
                  </a:lnTo>
                  <a:lnTo>
                    <a:pt x="1416501" y="465031"/>
                  </a:lnTo>
                  <a:lnTo>
                    <a:pt x="1381726" y="440407"/>
                  </a:lnTo>
                  <a:lnTo>
                    <a:pt x="1351699" y="410327"/>
                  </a:lnTo>
                  <a:lnTo>
                    <a:pt x="1327121" y="375496"/>
                  </a:lnTo>
                  <a:lnTo>
                    <a:pt x="1308696" y="336620"/>
                  </a:lnTo>
                  <a:lnTo>
                    <a:pt x="1297126" y="294404"/>
                  </a:lnTo>
                  <a:lnTo>
                    <a:pt x="1293114" y="249555"/>
                  </a:lnTo>
                  <a:close/>
                </a:path>
                <a:path w="3583940" h="499109">
                  <a:moveTo>
                    <a:pt x="895350" y="249174"/>
                  </a:moveTo>
                  <a:lnTo>
                    <a:pt x="1292479" y="249174"/>
                  </a:lnTo>
                </a:path>
                <a:path w="3583940" h="499109">
                  <a:moveTo>
                    <a:pt x="2188464" y="249555"/>
                  </a:moveTo>
                  <a:lnTo>
                    <a:pt x="2192485" y="204705"/>
                  </a:lnTo>
                  <a:lnTo>
                    <a:pt x="2204080" y="162489"/>
                  </a:lnTo>
                  <a:lnTo>
                    <a:pt x="2222542" y="123613"/>
                  </a:lnTo>
                  <a:lnTo>
                    <a:pt x="2247166" y="88782"/>
                  </a:lnTo>
                  <a:lnTo>
                    <a:pt x="2277246" y="58702"/>
                  </a:lnTo>
                  <a:lnTo>
                    <a:pt x="2312077" y="34078"/>
                  </a:lnTo>
                  <a:lnTo>
                    <a:pt x="2350953" y="15616"/>
                  </a:lnTo>
                  <a:lnTo>
                    <a:pt x="2393169" y="4021"/>
                  </a:lnTo>
                  <a:lnTo>
                    <a:pt x="2438018" y="0"/>
                  </a:lnTo>
                  <a:lnTo>
                    <a:pt x="2482868" y="4021"/>
                  </a:lnTo>
                  <a:lnTo>
                    <a:pt x="2525084" y="15616"/>
                  </a:lnTo>
                  <a:lnTo>
                    <a:pt x="2563960" y="34078"/>
                  </a:lnTo>
                  <a:lnTo>
                    <a:pt x="2598791" y="58702"/>
                  </a:lnTo>
                  <a:lnTo>
                    <a:pt x="2628871" y="88782"/>
                  </a:lnTo>
                  <a:lnTo>
                    <a:pt x="2653495" y="123613"/>
                  </a:lnTo>
                  <a:lnTo>
                    <a:pt x="2671957" y="162489"/>
                  </a:lnTo>
                  <a:lnTo>
                    <a:pt x="2683552" y="204705"/>
                  </a:lnTo>
                  <a:lnTo>
                    <a:pt x="2687574" y="249555"/>
                  </a:lnTo>
                  <a:lnTo>
                    <a:pt x="2683552" y="294404"/>
                  </a:lnTo>
                  <a:lnTo>
                    <a:pt x="2671957" y="336620"/>
                  </a:lnTo>
                  <a:lnTo>
                    <a:pt x="2653495" y="375496"/>
                  </a:lnTo>
                  <a:lnTo>
                    <a:pt x="2628871" y="410327"/>
                  </a:lnTo>
                  <a:lnTo>
                    <a:pt x="2598791" y="440407"/>
                  </a:lnTo>
                  <a:lnTo>
                    <a:pt x="2563960" y="465031"/>
                  </a:lnTo>
                  <a:lnTo>
                    <a:pt x="2525084" y="483493"/>
                  </a:lnTo>
                  <a:lnTo>
                    <a:pt x="2482868" y="495088"/>
                  </a:lnTo>
                  <a:lnTo>
                    <a:pt x="2438018" y="499109"/>
                  </a:lnTo>
                  <a:lnTo>
                    <a:pt x="2393169" y="495088"/>
                  </a:lnTo>
                  <a:lnTo>
                    <a:pt x="2350953" y="483493"/>
                  </a:lnTo>
                  <a:lnTo>
                    <a:pt x="2312077" y="465031"/>
                  </a:lnTo>
                  <a:lnTo>
                    <a:pt x="2277246" y="440407"/>
                  </a:lnTo>
                  <a:lnTo>
                    <a:pt x="2247166" y="410327"/>
                  </a:lnTo>
                  <a:lnTo>
                    <a:pt x="2222542" y="375496"/>
                  </a:lnTo>
                  <a:lnTo>
                    <a:pt x="2204080" y="336620"/>
                  </a:lnTo>
                  <a:lnTo>
                    <a:pt x="2192485" y="294404"/>
                  </a:lnTo>
                  <a:lnTo>
                    <a:pt x="2188464" y="249555"/>
                  </a:lnTo>
                  <a:close/>
                </a:path>
                <a:path w="3583940" h="499109">
                  <a:moveTo>
                    <a:pt x="1791462" y="249174"/>
                  </a:moveTo>
                  <a:lnTo>
                    <a:pt x="2188591" y="249174"/>
                  </a:lnTo>
                </a:path>
                <a:path w="3583940" h="499109">
                  <a:moveTo>
                    <a:pt x="3084576" y="249555"/>
                  </a:moveTo>
                  <a:lnTo>
                    <a:pt x="3088597" y="204705"/>
                  </a:lnTo>
                  <a:lnTo>
                    <a:pt x="3100192" y="162489"/>
                  </a:lnTo>
                  <a:lnTo>
                    <a:pt x="3118654" y="123613"/>
                  </a:lnTo>
                  <a:lnTo>
                    <a:pt x="3143278" y="88782"/>
                  </a:lnTo>
                  <a:lnTo>
                    <a:pt x="3173358" y="58702"/>
                  </a:lnTo>
                  <a:lnTo>
                    <a:pt x="3208189" y="34078"/>
                  </a:lnTo>
                  <a:lnTo>
                    <a:pt x="3247065" y="15616"/>
                  </a:lnTo>
                  <a:lnTo>
                    <a:pt x="3289281" y="4021"/>
                  </a:lnTo>
                  <a:lnTo>
                    <a:pt x="3334131" y="0"/>
                  </a:lnTo>
                  <a:lnTo>
                    <a:pt x="3378980" y="4021"/>
                  </a:lnTo>
                  <a:lnTo>
                    <a:pt x="3421196" y="15616"/>
                  </a:lnTo>
                  <a:lnTo>
                    <a:pt x="3460072" y="34078"/>
                  </a:lnTo>
                  <a:lnTo>
                    <a:pt x="3494903" y="58702"/>
                  </a:lnTo>
                  <a:lnTo>
                    <a:pt x="3524983" y="88782"/>
                  </a:lnTo>
                  <a:lnTo>
                    <a:pt x="3549607" y="123613"/>
                  </a:lnTo>
                  <a:lnTo>
                    <a:pt x="3568069" y="162489"/>
                  </a:lnTo>
                  <a:lnTo>
                    <a:pt x="3579664" y="204705"/>
                  </a:lnTo>
                  <a:lnTo>
                    <a:pt x="3583686" y="249555"/>
                  </a:lnTo>
                  <a:lnTo>
                    <a:pt x="3579664" y="294404"/>
                  </a:lnTo>
                  <a:lnTo>
                    <a:pt x="3568069" y="336620"/>
                  </a:lnTo>
                  <a:lnTo>
                    <a:pt x="3549607" y="375496"/>
                  </a:lnTo>
                  <a:lnTo>
                    <a:pt x="3524983" y="410327"/>
                  </a:lnTo>
                  <a:lnTo>
                    <a:pt x="3494903" y="440407"/>
                  </a:lnTo>
                  <a:lnTo>
                    <a:pt x="3460072" y="465031"/>
                  </a:lnTo>
                  <a:lnTo>
                    <a:pt x="3421196" y="483493"/>
                  </a:lnTo>
                  <a:lnTo>
                    <a:pt x="3378980" y="495088"/>
                  </a:lnTo>
                  <a:lnTo>
                    <a:pt x="3334131" y="499109"/>
                  </a:lnTo>
                  <a:lnTo>
                    <a:pt x="3289281" y="495088"/>
                  </a:lnTo>
                  <a:lnTo>
                    <a:pt x="3247065" y="483493"/>
                  </a:lnTo>
                  <a:lnTo>
                    <a:pt x="3208189" y="465031"/>
                  </a:lnTo>
                  <a:lnTo>
                    <a:pt x="3173358" y="440407"/>
                  </a:lnTo>
                  <a:lnTo>
                    <a:pt x="3143278" y="410327"/>
                  </a:lnTo>
                  <a:lnTo>
                    <a:pt x="3118654" y="375496"/>
                  </a:lnTo>
                  <a:lnTo>
                    <a:pt x="3100192" y="336620"/>
                  </a:lnTo>
                  <a:lnTo>
                    <a:pt x="3088597" y="294404"/>
                  </a:lnTo>
                  <a:lnTo>
                    <a:pt x="3084576" y="249555"/>
                  </a:lnTo>
                  <a:close/>
                </a:path>
                <a:path w="3583940" h="499109">
                  <a:moveTo>
                    <a:pt x="2687574" y="249174"/>
                  </a:moveTo>
                  <a:lnTo>
                    <a:pt x="3084703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2658" y="4775453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2"/>
                  </a:lnTo>
                  <a:lnTo>
                    <a:pt x="162489" y="15582"/>
                  </a:lnTo>
                  <a:lnTo>
                    <a:pt x="123613" y="34007"/>
                  </a:lnTo>
                  <a:lnTo>
                    <a:pt x="88782" y="58585"/>
                  </a:lnTo>
                  <a:lnTo>
                    <a:pt x="58702" y="88612"/>
                  </a:lnTo>
                  <a:lnTo>
                    <a:pt x="34078" y="123387"/>
                  </a:lnTo>
                  <a:lnTo>
                    <a:pt x="15616" y="162207"/>
                  </a:lnTo>
                  <a:lnTo>
                    <a:pt x="4021" y="204370"/>
                  </a:lnTo>
                  <a:lnTo>
                    <a:pt x="0" y="249174"/>
                  </a:lnTo>
                  <a:lnTo>
                    <a:pt x="4021" y="293977"/>
                  </a:lnTo>
                  <a:lnTo>
                    <a:pt x="15616" y="336140"/>
                  </a:lnTo>
                  <a:lnTo>
                    <a:pt x="34078" y="374960"/>
                  </a:lnTo>
                  <a:lnTo>
                    <a:pt x="58702" y="409735"/>
                  </a:lnTo>
                  <a:lnTo>
                    <a:pt x="88782" y="439762"/>
                  </a:lnTo>
                  <a:lnTo>
                    <a:pt x="123613" y="464340"/>
                  </a:lnTo>
                  <a:lnTo>
                    <a:pt x="162489" y="482765"/>
                  </a:lnTo>
                  <a:lnTo>
                    <a:pt x="204705" y="494335"/>
                  </a:lnTo>
                  <a:lnTo>
                    <a:pt x="249554" y="498348"/>
                  </a:lnTo>
                  <a:lnTo>
                    <a:pt x="294404" y="494335"/>
                  </a:lnTo>
                  <a:lnTo>
                    <a:pt x="336620" y="482765"/>
                  </a:lnTo>
                  <a:lnTo>
                    <a:pt x="375496" y="464340"/>
                  </a:lnTo>
                  <a:lnTo>
                    <a:pt x="410327" y="439762"/>
                  </a:lnTo>
                  <a:lnTo>
                    <a:pt x="440407" y="409735"/>
                  </a:lnTo>
                  <a:lnTo>
                    <a:pt x="465031" y="374960"/>
                  </a:lnTo>
                  <a:lnTo>
                    <a:pt x="483493" y="336140"/>
                  </a:lnTo>
                  <a:lnTo>
                    <a:pt x="495088" y="293977"/>
                  </a:lnTo>
                  <a:lnTo>
                    <a:pt x="499109" y="249174"/>
                  </a:lnTo>
                  <a:lnTo>
                    <a:pt x="495088" y="204370"/>
                  </a:lnTo>
                  <a:lnTo>
                    <a:pt x="483493" y="162207"/>
                  </a:lnTo>
                  <a:lnTo>
                    <a:pt x="465031" y="123387"/>
                  </a:lnTo>
                  <a:lnTo>
                    <a:pt x="440407" y="88612"/>
                  </a:lnTo>
                  <a:lnTo>
                    <a:pt x="410327" y="58585"/>
                  </a:lnTo>
                  <a:lnTo>
                    <a:pt x="375496" y="34007"/>
                  </a:lnTo>
                  <a:lnTo>
                    <a:pt x="336620" y="15582"/>
                  </a:lnTo>
                  <a:lnTo>
                    <a:pt x="294404" y="4012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4751832" y="4539995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8770" y="4519421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5"/>
                  </a:moveTo>
                  <a:lnTo>
                    <a:pt x="4012" y="460402"/>
                  </a:lnTo>
                  <a:lnTo>
                    <a:pt x="15582" y="418239"/>
                  </a:lnTo>
                  <a:lnTo>
                    <a:pt x="34007" y="379419"/>
                  </a:lnTo>
                  <a:lnTo>
                    <a:pt x="58585" y="344644"/>
                  </a:lnTo>
                  <a:lnTo>
                    <a:pt x="88612" y="314617"/>
                  </a:lnTo>
                  <a:lnTo>
                    <a:pt x="123387" y="290039"/>
                  </a:lnTo>
                  <a:lnTo>
                    <a:pt x="162207" y="271614"/>
                  </a:lnTo>
                  <a:lnTo>
                    <a:pt x="204370" y="260044"/>
                  </a:lnTo>
                  <a:lnTo>
                    <a:pt x="249174" y="256031"/>
                  </a:lnTo>
                  <a:lnTo>
                    <a:pt x="293977" y="260044"/>
                  </a:lnTo>
                  <a:lnTo>
                    <a:pt x="336140" y="271614"/>
                  </a:lnTo>
                  <a:lnTo>
                    <a:pt x="374960" y="290039"/>
                  </a:lnTo>
                  <a:lnTo>
                    <a:pt x="409735" y="314617"/>
                  </a:lnTo>
                  <a:lnTo>
                    <a:pt x="439762" y="344644"/>
                  </a:lnTo>
                  <a:lnTo>
                    <a:pt x="464340" y="379419"/>
                  </a:lnTo>
                  <a:lnTo>
                    <a:pt x="482765" y="418239"/>
                  </a:lnTo>
                  <a:lnTo>
                    <a:pt x="494335" y="460402"/>
                  </a:lnTo>
                  <a:lnTo>
                    <a:pt x="498347" y="505205"/>
                  </a:lnTo>
                  <a:lnTo>
                    <a:pt x="494335" y="550009"/>
                  </a:lnTo>
                  <a:lnTo>
                    <a:pt x="482765" y="592172"/>
                  </a:lnTo>
                  <a:lnTo>
                    <a:pt x="464340" y="630992"/>
                  </a:lnTo>
                  <a:lnTo>
                    <a:pt x="439762" y="665767"/>
                  </a:lnTo>
                  <a:lnTo>
                    <a:pt x="409735" y="695794"/>
                  </a:lnTo>
                  <a:lnTo>
                    <a:pt x="374960" y="720372"/>
                  </a:lnTo>
                  <a:lnTo>
                    <a:pt x="336140" y="738797"/>
                  </a:lnTo>
                  <a:lnTo>
                    <a:pt x="293977" y="750367"/>
                  </a:lnTo>
                  <a:lnTo>
                    <a:pt x="249174" y="754379"/>
                  </a:lnTo>
                  <a:lnTo>
                    <a:pt x="204370" y="750367"/>
                  </a:lnTo>
                  <a:lnTo>
                    <a:pt x="162207" y="738797"/>
                  </a:lnTo>
                  <a:lnTo>
                    <a:pt x="123387" y="720372"/>
                  </a:lnTo>
                  <a:lnTo>
                    <a:pt x="88612" y="695794"/>
                  </a:lnTo>
                  <a:lnTo>
                    <a:pt x="58585" y="665767"/>
                  </a:lnTo>
                  <a:lnTo>
                    <a:pt x="34007" y="630992"/>
                  </a:lnTo>
                  <a:lnTo>
                    <a:pt x="15582" y="592172"/>
                  </a:lnTo>
                  <a:lnTo>
                    <a:pt x="4012" y="550009"/>
                  </a:lnTo>
                  <a:lnTo>
                    <a:pt x="0" y="505205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882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3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423154" y="3889247"/>
              <a:ext cx="547877" cy="5814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95800" y="4588763"/>
              <a:ext cx="548639" cy="5814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5164" y="4594859"/>
              <a:ext cx="548639" cy="5814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583930" y="4700777"/>
              <a:ext cx="2399030" cy="1072515"/>
            </a:xfrm>
            <a:custGeom>
              <a:avLst/>
              <a:gdLst/>
              <a:ahLst/>
              <a:cxnLst/>
              <a:rect l="l" t="t" r="r" b="b"/>
              <a:pathLst>
                <a:path w="2399029" h="1072514">
                  <a:moveTo>
                    <a:pt x="2398776" y="0"/>
                  </a:moveTo>
                  <a:lnTo>
                    <a:pt x="1524" y="0"/>
                  </a:lnTo>
                  <a:lnTo>
                    <a:pt x="1524" y="679704"/>
                  </a:lnTo>
                  <a:lnTo>
                    <a:pt x="401066" y="679704"/>
                  </a:lnTo>
                  <a:lnTo>
                    <a:pt x="0" y="1071905"/>
                  </a:lnTo>
                  <a:lnTo>
                    <a:pt x="1000378" y="679704"/>
                  </a:lnTo>
                  <a:lnTo>
                    <a:pt x="2398776" y="679704"/>
                  </a:lnTo>
                  <a:lnTo>
                    <a:pt x="2398776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060180" y="4770120"/>
            <a:ext cx="1449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尚未发现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116318" y="3847337"/>
            <a:ext cx="1469390" cy="3005455"/>
          </a:xfrm>
          <a:custGeom>
            <a:avLst/>
            <a:gdLst/>
            <a:ahLst/>
            <a:cxnLst/>
            <a:rect l="l" t="t" r="r" b="b"/>
            <a:pathLst>
              <a:path w="1469390" h="3005454">
                <a:moveTo>
                  <a:pt x="0" y="3005327"/>
                </a:moveTo>
                <a:lnTo>
                  <a:pt x="1469135" y="3005327"/>
                </a:lnTo>
                <a:lnTo>
                  <a:pt x="1469135" y="0"/>
                </a:lnTo>
                <a:lnTo>
                  <a:pt x="0" y="0"/>
                </a:lnTo>
                <a:lnTo>
                  <a:pt x="0" y="3005327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">
            <a:extLst>
              <a:ext uri="{FF2B5EF4-FFF2-40B4-BE49-F238E27FC236}">
                <a16:creationId xmlns:a16="http://schemas.microsoft.com/office/drawing/2014/main" id="{6157C0E8-044D-4446-B332-EA6DB089B4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6460" y="206153"/>
            <a:ext cx="709126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算法思想：广度优先搜</a:t>
            </a:r>
            <a:r>
              <a:rPr spc="-50" dirty="0" err="1"/>
              <a:t>索</a:t>
            </a:r>
            <a:endParaRPr spc="-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256" y="1031493"/>
            <a:ext cx="7052309" cy="18116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𝒄𝒐𝒍𝒐𝒓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表示顶点状态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𝑾𝒉𝒊𝒕𝒆</a:t>
            </a:r>
            <a:r>
              <a:rPr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白色顶点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尚未被发现，发现后直接入队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25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𝑩𝒍𝒂𝒄𝒌</a:t>
            </a:r>
            <a:r>
              <a:rPr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黑色顶点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已被处理，无需再次入队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87496" y="3889247"/>
            <a:ext cx="7395209" cy="2875915"/>
            <a:chOff x="3587496" y="3889247"/>
            <a:chExt cx="7395209" cy="2875915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1395730" cy="2701290"/>
            </a:xfrm>
            <a:custGeom>
              <a:avLst/>
              <a:gdLst/>
              <a:ahLst/>
              <a:cxnLst/>
              <a:rect l="l" t="t" r="r" b="b"/>
              <a:pathLst>
                <a:path w="1395729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1395729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1395729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1395729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1395729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1395729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1395729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1395729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1395729" h="2701290">
                  <a:moveTo>
                    <a:pt x="499109" y="249174"/>
                  </a:moveTo>
                  <a:lnTo>
                    <a:pt x="896238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404088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1"/>
                  </a:lnTo>
                  <a:lnTo>
                    <a:pt x="162207" y="15616"/>
                  </a:lnTo>
                  <a:lnTo>
                    <a:pt x="123387" y="34078"/>
                  </a:lnTo>
                  <a:lnTo>
                    <a:pt x="88612" y="58702"/>
                  </a:lnTo>
                  <a:lnTo>
                    <a:pt x="58585" y="88782"/>
                  </a:lnTo>
                  <a:lnTo>
                    <a:pt x="34007" y="123613"/>
                  </a:lnTo>
                  <a:lnTo>
                    <a:pt x="15582" y="162489"/>
                  </a:lnTo>
                  <a:lnTo>
                    <a:pt x="4012" y="204705"/>
                  </a:lnTo>
                  <a:lnTo>
                    <a:pt x="0" y="249555"/>
                  </a:lnTo>
                  <a:lnTo>
                    <a:pt x="4012" y="294404"/>
                  </a:lnTo>
                  <a:lnTo>
                    <a:pt x="15582" y="336620"/>
                  </a:lnTo>
                  <a:lnTo>
                    <a:pt x="34007" y="375496"/>
                  </a:lnTo>
                  <a:lnTo>
                    <a:pt x="58585" y="410327"/>
                  </a:lnTo>
                  <a:lnTo>
                    <a:pt x="88612" y="440407"/>
                  </a:lnTo>
                  <a:lnTo>
                    <a:pt x="123387" y="465031"/>
                  </a:lnTo>
                  <a:lnTo>
                    <a:pt x="162207" y="483493"/>
                  </a:lnTo>
                  <a:lnTo>
                    <a:pt x="204370" y="495088"/>
                  </a:lnTo>
                  <a:lnTo>
                    <a:pt x="249174" y="499109"/>
                  </a:lnTo>
                  <a:lnTo>
                    <a:pt x="293977" y="495088"/>
                  </a:lnTo>
                  <a:lnTo>
                    <a:pt x="336140" y="483493"/>
                  </a:lnTo>
                  <a:lnTo>
                    <a:pt x="374960" y="465031"/>
                  </a:lnTo>
                  <a:lnTo>
                    <a:pt x="409735" y="440407"/>
                  </a:lnTo>
                  <a:lnTo>
                    <a:pt x="439762" y="410327"/>
                  </a:lnTo>
                  <a:lnTo>
                    <a:pt x="464340" y="375496"/>
                  </a:lnTo>
                  <a:lnTo>
                    <a:pt x="482765" y="336620"/>
                  </a:lnTo>
                  <a:lnTo>
                    <a:pt x="494335" y="294404"/>
                  </a:lnTo>
                  <a:lnTo>
                    <a:pt x="498347" y="249555"/>
                  </a:lnTo>
                  <a:lnTo>
                    <a:pt x="494335" y="204705"/>
                  </a:lnTo>
                  <a:lnTo>
                    <a:pt x="482765" y="162489"/>
                  </a:lnTo>
                  <a:lnTo>
                    <a:pt x="464340" y="123613"/>
                  </a:lnTo>
                  <a:lnTo>
                    <a:pt x="439762" y="88782"/>
                  </a:lnTo>
                  <a:lnTo>
                    <a:pt x="409735" y="58702"/>
                  </a:lnTo>
                  <a:lnTo>
                    <a:pt x="374960" y="34078"/>
                  </a:lnTo>
                  <a:lnTo>
                    <a:pt x="336140" y="15616"/>
                  </a:lnTo>
                  <a:lnTo>
                    <a:pt x="293977" y="4021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01768" y="4040885"/>
              <a:ext cx="3583940" cy="499109"/>
            </a:xfrm>
            <a:custGeom>
              <a:avLst/>
              <a:gdLst/>
              <a:ahLst/>
              <a:cxnLst/>
              <a:rect l="l" t="t" r="r" b="b"/>
              <a:pathLst>
                <a:path w="3583940" h="499109">
                  <a:moveTo>
                    <a:pt x="0" y="249174"/>
                  </a:moveTo>
                  <a:lnTo>
                    <a:pt x="397129" y="249174"/>
                  </a:lnTo>
                </a:path>
                <a:path w="3583940" h="499109">
                  <a:moveTo>
                    <a:pt x="1293114" y="249555"/>
                  </a:moveTo>
                  <a:lnTo>
                    <a:pt x="1297126" y="204705"/>
                  </a:lnTo>
                  <a:lnTo>
                    <a:pt x="1308696" y="162489"/>
                  </a:lnTo>
                  <a:lnTo>
                    <a:pt x="1327121" y="123613"/>
                  </a:lnTo>
                  <a:lnTo>
                    <a:pt x="1351699" y="88782"/>
                  </a:lnTo>
                  <a:lnTo>
                    <a:pt x="1381726" y="58702"/>
                  </a:lnTo>
                  <a:lnTo>
                    <a:pt x="1416501" y="34078"/>
                  </a:lnTo>
                  <a:lnTo>
                    <a:pt x="1455321" y="15616"/>
                  </a:lnTo>
                  <a:lnTo>
                    <a:pt x="1497484" y="4021"/>
                  </a:lnTo>
                  <a:lnTo>
                    <a:pt x="1542288" y="0"/>
                  </a:lnTo>
                  <a:lnTo>
                    <a:pt x="1587091" y="4021"/>
                  </a:lnTo>
                  <a:lnTo>
                    <a:pt x="1629254" y="15616"/>
                  </a:lnTo>
                  <a:lnTo>
                    <a:pt x="1668074" y="34078"/>
                  </a:lnTo>
                  <a:lnTo>
                    <a:pt x="1702849" y="58702"/>
                  </a:lnTo>
                  <a:lnTo>
                    <a:pt x="1732876" y="88782"/>
                  </a:lnTo>
                  <a:lnTo>
                    <a:pt x="1757454" y="123613"/>
                  </a:lnTo>
                  <a:lnTo>
                    <a:pt x="1775879" y="162489"/>
                  </a:lnTo>
                  <a:lnTo>
                    <a:pt x="1787449" y="204705"/>
                  </a:lnTo>
                  <a:lnTo>
                    <a:pt x="1791462" y="249555"/>
                  </a:lnTo>
                  <a:lnTo>
                    <a:pt x="1787449" y="294404"/>
                  </a:lnTo>
                  <a:lnTo>
                    <a:pt x="1775879" y="336620"/>
                  </a:lnTo>
                  <a:lnTo>
                    <a:pt x="1757454" y="375496"/>
                  </a:lnTo>
                  <a:lnTo>
                    <a:pt x="1732876" y="410327"/>
                  </a:lnTo>
                  <a:lnTo>
                    <a:pt x="1702849" y="440407"/>
                  </a:lnTo>
                  <a:lnTo>
                    <a:pt x="1668074" y="465031"/>
                  </a:lnTo>
                  <a:lnTo>
                    <a:pt x="1629254" y="483493"/>
                  </a:lnTo>
                  <a:lnTo>
                    <a:pt x="1587091" y="495088"/>
                  </a:lnTo>
                  <a:lnTo>
                    <a:pt x="1542288" y="499109"/>
                  </a:lnTo>
                  <a:lnTo>
                    <a:pt x="1497484" y="495088"/>
                  </a:lnTo>
                  <a:lnTo>
                    <a:pt x="1455321" y="483493"/>
                  </a:lnTo>
                  <a:lnTo>
                    <a:pt x="1416501" y="465031"/>
                  </a:lnTo>
                  <a:lnTo>
                    <a:pt x="1381726" y="440407"/>
                  </a:lnTo>
                  <a:lnTo>
                    <a:pt x="1351699" y="410327"/>
                  </a:lnTo>
                  <a:lnTo>
                    <a:pt x="1327121" y="375496"/>
                  </a:lnTo>
                  <a:lnTo>
                    <a:pt x="1308696" y="336620"/>
                  </a:lnTo>
                  <a:lnTo>
                    <a:pt x="1297126" y="294404"/>
                  </a:lnTo>
                  <a:lnTo>
                    <a:pt x="1293114" y="249555"/>
                  </a:lnTo>
                  <a:close/>
                </a:path>
                <a:path w="3583940" h="499109">
                  <a:moveTo>
                    <a:pt x="895350" y="249174"/>
                  </a:moveTo>
                  <a:lnTo>
                    <a:pt x="1292479" y="249174"/>
                  </a:lnTo>
                </a:path>
                <a:path w="3583940" h="499109">
                  <a:moveTo>
                    <a:pt x="2188464" y="249555"/>
                  </a:moveTo>
                  <a:lnTo>
                    <a:pt x="2192485" y="204705"/>
                  </a:lnTo>
                  <a:lnTo>
                    <a:pt x="2204080" y="162489"/>
                  </a:lnTo>
                  <a:lnTo>
                    <a:pt x="2222542" y="123613"/>
                  </a:lnTo>
                  <a:lnTo>
                    <a:pt x="2247166" y="88782"/>
                  </a:lnTo>
                  <a:lnTo>
                    <a:pt x="2277246" y="58702"/>
                  </a:lnTo>
                  <a:lnTo>
                    <a:pt x="2312077" y="34078"/>
                  </a:lnTo>
                  <a:lnTo>
                    <a:pt x="2350953" y="15616"/>
                  </a:lnTo>
                  <a:lnTo>
                    <a:pt x="2393169" y="4021"/>
                  </a:lnTo>
                  <a:lnTo>
                    <a:pt x="2438018" y="0"/>
                  </a:lnTo>
                  <a:lnTo>
                    <a:pt x="2482868" y="4021"/>
                  </a:lnTo>
                  <a:lnTo>
                    <a:pt x="2525084" y="15616"/>
                  </a:lnTo>
                  <a:lnTo>
                    <a:pt x="2563960" y="34078"/>
                  </a:lnTo>
                  <a:lnTo>
                    <a:pt x="2598791" y="58702"/>
                  </a:lnTo>
                  <a:lnTo>
                    <a:pt x="2628871" y="88782"/>
                  </a:lnTo>
                  <a:lnTo>
                    <a:pt x="2653495" y="123613"/>
                  </a:lnTo>
                  <a:lnTo>
                    <a:pt x="2671957" y="162489"/>
                  </a:lnTo>
                  <a:lnTo>
                    <a:pt x="2683552" y="204705"/>
                  </a:lnTo>
                  <a:lnTo>
                    <a:pt x="2687574" y="249555"/>
                  </a:lnTo>
                  <a:lnTo>
                    <a:pt x="2683552" y="294404"/>
                  </a:lnTo>
                  <a:lnTo>
                    <a:pt x="2671957" y="336620"/>
                  </a:lnTo>
                  <a:lnTo>
                    <a:pt x="2653495" y="375496"/>
                  </a:lnTo>
                  <a:lnTo>
                    <a:pt x="2628871" y="410327"/>
                  </a:lnTo>
                  <a:lnTo>
                    <a:pt x="2598791" y="440407"/>
                  </a:lnTo>
                  <a:lnTo>
                    <a:pt x="2563960" y="465031"/>
                  </a:lnTo>
                  <a:lnTo>
                    <a:pt x="2525084" y="483493"/>
                  </a:lnTo>
                  <a:lnTo>
                    <a:pt x="2482868" y="495088"/>
                  </a:lnTo>
                  <a:lnTo>
                    <a:pt x="2438018" y="499109"/>
                  </a:lnTo>
                  <a:lnTo>
                    <a:pt x="2393169" y="495088"/>
                  </a:lnTo>
                  <a:lnTo>
                    <a:pt x="2350953" y="483493"/>
                  </a:lnTo>
                  <a:lnTo>
                    <a:pt x="2312077" y="465031"/>
                  </a:lnTo>
                  <a:lnTo>
                    <a:pt x="2277246" y="440407"/>
                  </a:lnTo>
                  <a:lnTo>
                    <a:pt x="2247166" y="410327"/>
                  </a:lnTo>
                  <a:lnTo>
                    <a:pt x="2222542" y="375496"/>
                  </a:lnTo>
                  <a:lnTo>
                    <a:pt x="2204080" y="336620"/>
                  </a:lnTo>
                  <a:lnTo>
                    <a:pt x="2192485" y="294404"/>
                  </a:lnTo>
                  <a:lnTo>
                    <a:pt x="2188464" y="249555"/>
                  </a:lnTo>
                  <a:close/>
                </a:path>
                <a:path w="3583940" h="499109">
                  <a:moveTo>
                    <a:pt x="1791462" y="249174"/>
                  </a:moveTo>
                  <a:lnTo>
                    <a:pt x="2188591" y="249174"/>
                  </a:lnTo>
                </a:path>
                <a:path w="3583940" h="499109">
                  <a:moveTo>
                    <a:pt x="3084576" y="249555"/>
                  </a:moveTo>
                  <a:lnTo>
                    <a:pt x="3088597" y="204705"/>
                  </a:lnTo>
                  <a:lnTo>
                    <a:pt x="3100192" y="162489"/>
                  </a:lnTo>
                  <a:lnTo>
                    <a:pt x="3118654" y="123613"/>
                  </a:lnTo>
                  <a:lnTo>
                    <a:pt x="3143278" y="88782"/>
                  </a:lnTo>
                  <a:lnTo>
                    <a:pt x="3173358" y="58702"/>
                  </a:lnTo>
                  <a:lnTo>
                    <a:pt x="3208189" y="34078"/>
                  </a:lnTo>
                  <a:lnTo>
                    <a:pt x="3247065" y="15616"/>
                  </a:lnTo>
                  <a:lnTo>
                    <a:pt x="3289281" y="4021"/>
                  </a:lnTo>
                  <a:lnTo>
                    <a:pt x="3334131" y="0"/>
                  </a:lnTo>
                  <a:lnTo>
                    <a:pt x="3378980" y="4021"/>
                  </a:lnTo>
                  <a:lnTo>
                    <a:pt x="3421196" y="15616"/>
                  </a:lnTo>
                  <a:lnTo>
                    <a:pt x="3460072" y="34078"/>
                  </a:lnTo>
                  <a:lnTo>
                    <a:pt x="3494903" y="58702"/>
                  </a:lnTo>
                  <a:lnTo>
                    <a:pt x="3524983" y="88782"/>
                  </a:lnTo>
                  <a:lnTo>
                    <a:pt x="3549607" y="123613"/>
                  </a:lnTo>
                  <a:lnTo>
                    <a:pt x="3568069" y="162489"/>
                  </a:lnTo>
                  <a:lnTo>
                    <a:pt x="3579664" y="204705"/>
                  </a:lnTo>
                  <a:lnTo>
                    <a:pt x="3583686" y="249555"/>
                  </a:lnTo>
                  <a:lnTo>
                    <a:pt x="3579664" y="294404"/>
                  </a:lnTo>
                  <a:lnTo>
                    <a:pt x="3568069" y="336620"/>
                  </a:lnTo>
                  <a:lnTo>
                    <a:pt x="3549607" y="375496"/>
                  </a:lnTo>
                  <a:lnTo>
                    <a:pt x="3524983" y="410327"/>
                  </a:lnTo>
                  <a:lnTo>
                    <a:pt x="3494903" y="440407"/>
                  </a:lnTo>
                  <a:lnTo>
                    <a:pt x="3460072" y="465031"/>
                  </a:lnTo>
                  <a:lnTo>
                    <a:pt x="3421196" y="483493"/>
                  </a:lnTo>
                  <a:lnTo>
                    <a:pt x="3378980" y="495088"/>
                  </a:lnTo>
                  <a:lnTo>
                    <a:pt x="3334131" y="499109"/>
                  </a:lnTo>
                  <a:lnTo>
                    <a:pt x="3289281" y="495088"/>
                  </a:lnTo>
                  <a:lnTo>
                    <a:pt x="3247065" y="483493"/>
                  </a:lnTo>
                  <a:lnTo>
                    <a:pt x="3208189" y="465031"/>
                  </a:lnTo>
                  <a:lnTo>
                    <a:pt x="3173358" y="440407"/>
                  </a:lnTo>
                  <a:lnTo>
                    <a:pt x="3143278" y="410327"/>
                  </a:lnTo>
                  <a:lnTo>
                    <a:pt x="3118654" y="375496"/>
                  </a:lnTo>
                  <a:lnTo>
                    <a:pt x="3100192" y="336620"/>
                  </a:lnTo>
                  <a:lnTo>
                    <a:pt x="3088597" y="294404"/>
                  </a:lnTo>
                  <a:lnTo>
                    <a:pt x="3084576" y="249555"/>
                  </a:lnTo>
                  <a:close/>
                </a:path>
                <a:path w="3583940" h="499109">
                  <a:moveTo>
                    <a:pt x="2687574" y="249174"/>
                  </a:moveTo>
                  <a:lnTo>
                    <a:pt x="3084703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2658" y="4775453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2"/>
                  </a:lnTo>
                  <a:lnTo>
                    <a:pt x="162489" y="15582"/>
                  </a:lnTo>
                  <a:lnTo>
                    <a:pt x="123613" y="34007"/>
                  </a:lnTo>
                  <a:lnTo>
                    <a:pt x="88782" y="58585"/>
                  </a:lnTo>
                  <a:lnTo>
                    <a:pt x="58702" y="88612"/>
                  </a:lnTo>
                  <a:lnTo>
                    <a:pt x="34078" y="123387"/>
                  </a:lnTo>
                  <a:lnTo>
                    <a:pt x="15616" y="162207"/>
                  </a:lnTo>
                  <a:lnTo>
                    <a:pt x="4021" y="204370"/>
                  </a:lnTo>
                  <a:lnTo>
                    <a:pt x="0" y="249174"/>
                  </a:lnTo>
                  <a:lnTo>
                    <a:pt x="4021" y="293977"/>
                  </a:lnTo>
                  <a:lnTo>
                    <a:pt x="15616" y="336140"/>
                  </a:lnTo>
                  <a:lnTo>
                    <a:pt x="34078" y="374960"/>
                  </a:lnTo>
                  <a:lnTo>
                    <a:pt x="58702" y="409735"/>
                  </a:lnTo>
                  <a:lnTo>
                    <a:pt x="88782" y="439762"/>
                  </a:lnTo>
                  <a:lnTo>
                    <a:pt x="123613" y="464340"/>
                  </a:lnTo>
                  <a:lnTo>
                    <a:pt x="162489" y="482765"/>
                  </a:lnTo>
                  <a:lnTo>
                    <a:pt x="204705" y="494335"/>
                  </a:lnTo>
                  <a:lnTo>
                    <a:pt x="249554" y="498348"/>
                  </a:lnTo>
                  <a:lnTo>
                    <a:pt x="294404" y="494335"/>
                  </a:lnTo>
                  <a:lnTo>
                    <a:pt x="336620" y="482765"/>
                  </a:lnTo>
                  <a:lnTo>
                    <a:pt x="375496" y="464340"/>
                  </a:lnTo>
                  <a:lnTo>
                    <a:pt x="410327" y="439762"/>
                  </a:lnTo>
                  <a:lnTo>
                    <a:pt x="440407" y="409735"/>
                  </a:lnTo>
                  <a:lnTo>
                    <a:pt x="465031" y="374960"/>
                  </a:lnTo>
                  <a:lnTo>
                    <a:pt x="483493" y="336140"/>
                  </a:lnTo>
                  <a:lnTo>
                    <a:pt x="495088" y="293977"/>
                  </a:lnTo>
                  <a:lnTo>
                    <a:pt x="499109" y="249174"/>
                  </a:lnTo>
                  <a:lnTo>
                    <a:pt x="495088" y="204370"/>
                  </a:lnTo>
                  <a:lnTo>
                    <a:pt x="483493" y="162207"/>
                  </a:lnTo>
                  <a:lnTo>
                    <a:pt x="465031" y="123387"/>
                  </a:lnTo>
                  <a:lnTo>
                    <a:pt x="440407" y="88612"/>
                  </a:lnTo>
                  <a:lnTo>
                    <a:pt x="410327" y="58585"/>
                  </a:lnTo>
                  <a:lnTo>
                    <a:pt x="375496" y="34007"/>
                  </a:lnTo>
                  <a:lnTo>
                    <a:pt x="336620" y="15582"/>
                  </a:lnTo>
                  <a:lnTo>
                    <a:pt x="294404" y="4012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4751832" y="4539995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8770" y="4519421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5"/>
                  </a:moveTo>
                  <a:lnTo>
                    <a:pt x="4012" y="460402"/>
                  </a:lnTo>
                  <a:lnTo>
                    <a:pt x="15582" y="418239"/>
                  </a:lnTo>
                  <a:lnTo>
                    <a:pt x="34007" y="379419"/>
                  </a:lnTo>
                  <a:lnTo>
                    <a:pt x="58585" y="344644"/>
                  </a:lnTo>
                  <a:lnTo>
                    <a:pt x="88612" y="314617"/>
                  </a:lnTo>
                  <a:lnTo>
                    <a:pt x="123387" y="290039"/>
                  </a:lnTo>
                  <a:lnTo>
                    <a:pt x="162207" y="271614"/>
                  </a:lnTo>
                  <a:lnTo>
                    <a:pt x="204370" y="260044"/>
                  </a:lnTo>
                  <a:lnTo>
                    <a:pt x="249174" y="256031"/>
                  </a:lnTo>
                  <a:lnTo>
                    <a:pt x="293977" y="260044"/>
                  </a:lnTo>
                  <a:lnTo>
                    <a:pt x="336140" y="271614"/>
                  </a:lnTo>
                  <a:lnTo>
                    <a:pt x="374960" y="290039"/>
                  </a:lnTo>
                  <a:lnTo>
                    <a:pt x="409735" y="314617"/>
                  </a:lnTo>
                  <a:lnTo>
                    <a:pt x="439762" y="344644"/>
                  </a:lnTo>
                  <a:lnTo>
                    <a:pt x="464340" y="379419"/>
                  </a:lnTo>
                  <a:lnTo>
                    <a:pt x="482765" y="418239"/>
                  </a:lnTo>
                  <a:lnTo>
                    <a:pt x="494335" y="460402"/>
                  </a:lnTo>
                  <a:lnTo>
                    <a:pt x="498347" y="505205"/>
                  </a:lnTo>
                  <a:lnTo>
                    <a:pt x="494335" y="550009"/>
                  </a:lnTo>
                  <a:lnTo>
                    <a:pt x="482765" y="592172"/>
                  </a:lnTo>
                  <a:lnTo>
                    <a:pt x="464340" y="630992"/>
                  </a:lnTo>
                  <a:lnTo>
                    <a:pt x="439762" y="665767"/>
                  </a:lnTo>
                  <a:lnTo>
                    <a:pt x="409735" y="695794"/>
                  </a:lnTo>
                  <a:lnTo>
                    <a:pt x="374960" y="720372"/>
                  </a:lnTo>
                  <a:lnTo>
                    <a:pt x="336140" y="738797"/>
                  </a:lnTo>
                  <a:lnTo>
                    <a:pt x="293977" y="750367"/>
                  </a:lnTo>
                  <a:lnTo>
                    <a:pt x="249174" y="754379"/>
                  </a:lnTo>
                  <a:lnTo>
                    <a:pt x="204370" y="750367"/>
                  </a:lnTo>
                  <a:lnTo>
                    <a:pt x="162207" y="738797"/>
                  </a:lnTo>
                  <a:lnTo>
                    <a:pt x="123387" y="720372"/>
                  </a:lnTo>
                  <a:lnTo>
                    <a:pt x="88612" y="695794"/>
                  </a:lnTo>
                  <a:lnTo>
                    <a:pt x="58585" y="665767"/>
                  </a:lnTo>
                  <a:lnTo>
                    <a:pt x="34007" y="630992"/>
                  </a:lnTo>
                  <a:lnTo>
                    <a:pt x="15582" y="592172"/>
                  </a:lnTo>
                  <a:lnTo>
                    <a:pt x="4012" y="550009"/>
                  </a:lnTo>
                  <a:lnTo>
                    <a:pt x="0" y="505205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882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3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423154" y="3889247"/>
              <a:ext cx="547877" cy="5814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95800" y="4588763"/>
              <a:ext cx="548639" cy="5814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5164" y="4594859"/>
              <a:ext cx="548639" cy="5814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583930" y="4700777"/>
              <a:ext cx="2399030" cy="1072515"/>
            </a:xfrm>
            <a:custGeom>
              <a:avLst/>
              <a:gdLst/>
              <a:ahLst/>
              <a:cxnLst/>
              <a:rect l="l" t="t" r="r" b="b"/>
              <a:pathLst>
                <a:path w="2399029" h="1072514">
                  <a:moveTo>
                    <a:pt x="2398776" y="0"/>
                  </a:moveTo>
                  <a:lnTo>
                    <a:pt x="1524" y="0"/>
                  </a:lnTo>
                  <a:lnTo>
                    <a:pt x="1524" y="679704"/>
                  </a:lnTo>
                  <a:lnTo>
                    <a:pt x="401066" y="679704"/>
                  </a:lnTo>
                  <a:lnTo>
                    <a:pt x="0" y="1071905"/>
                  </a:lnTo>
                  <a:lnTo>
                    <a:pt x="1000378" y="679704"/>
                  </a:lnTo>
                  <a:lnTo>
                    <a:pt x="2398776" y="679704"/>
                  </a:lnTo>
                  <a:lnTo>
                    <a:pt x="2398776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42738" y="4579619"/>
              <a:ext cx="1004569" cy="1520190"/>
            </a:xfrm>
            <a:custGeom>
              <a:avLst/>
              <a:gdLst/>
              <a:ahLst/>
              <a:cxnLst/>
              <a:rect l="l" t="t" r="r" b="b"/>
              <a:pathLst>
                <a:path w="1004569" h="1520189">
                  <a:moveTo>
                    <a:pt x="0" y="1520189"/>
                  </a:moveTo>
                  <a:lnTo>
                    <a:pt x="1004315" y="1520189"/>
                  </a:lnTo>
                  <a:lnTo>
                    <a:pt x="1004315" y="0"/>
                  </a:lnTo>
                  <a:lnTo>
                    <a:pt x="0" y="0"/>
                  </a:lnTo>
                  <a:lnTo>
                    <a:pt x="0" y="152018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28538" y="3900677"/>
              <a:ext cx="2399030" cy="1071245"/>
            </a:xfrm>
            <a:custGeom>
              <a:avLst/>
              <a:gdLst/>
              <a:ahLst/>
              <a:cxnLst/>
              <a:rect l="l" t="t" r="r" b="b"/>
              <a:pathLst>
                <a:path w="2399029" h="1071245">
                  <a:moveTo>
                    <a:pt x="2398776" y="0"/>
                  </a:moveTo>
                  <a:lnTo>
                    <a:pt x="1524" y="0"/>
                  </a:lnTo>
                  <a:lnTo>
                    <a:pt x="1524" y="678942"/>
                  </a:lnTo>
                  <a:lnTo>
                    <a:pt x="401065" y="678942"/>
                  </a:lnTo>
                  <a:lnTo>
                    <a:pt x="0" y="1070737"/>
                  </a:lnTo>
                  <a:lnTo>
                    <a:pt x="1000379" y="678942"/>
                  </a:lnTo>
                  <a:lnTo>
                    <a:pt x="2398776" y="678942"/>
                  </a:lnTo>
                  <a:lnTo>
                    <a:pt x="2398776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948934" y="3969511"/>
            <a:ext cx="456057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无需再次处理</a:t>
            </a:r>
            <a:endParaRPr sz="2800">
              <a:latin typeface="PMingLiU"/>
              <a:cs typeface="PMingLiU"/>
            </a:endParaRPr>
          </a:p>
          <a:p>
            <a:pPr marR="5080" algn="r">
              <a:lnSpc>
                <a:spcPct val="100000"/>
              </a:lnSpc>
              <a:spcBef>
                <a:spcPts val="2945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尚未发现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6" name="object 3">
            <a:extLst>
              <a:ext uri="{FF2B5EF4-FFF2-40B4-BE49-F238E27FC236}">
                <a16:creationId xmlns:a16="http://schemas.microsoft.com/office/drawing/2014/main" id="{D3CE9246-05E3-4349-A334-F46C5C53D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6460" y="206153"/>
            <a:ext cx="709126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算法思想：广度优先搜</a:t>
            </a:r>
            <a:r>
              <a:rPr spc="-50" dirty="0" err="1"/>
              <a:t>索</a:t>
            </a:r>
            <a:endParaRPr spc="-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236" y="1102804"/>
            <a:ext cx="7052309" cy="221424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𝒄𝒐𝒍𝒐𝒓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表示顶点状态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𝑾𝒉𝒊𝒕𝒆</a:t>
            </a:r>
            <a:r>
              <a:rPr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白色顶点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尚未被发现，发现后直接入队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25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𝑩𝒍𝒂𝒄𝒌</a:t>
            </a:r>
            <a:r>
              <a:rPr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黑色顶点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已被处理，无需再次入队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3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𝑮𝒓𝒂𝒚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灰色顶点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已加入队列，无需再次入队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87496" y="3889247"/>
            <a:ext cx="5017135" cy="2875915"/>
            <a:chOff x="3587496" y="3889247"/>
            <a:chExt cx="5017135" cy="2875915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1395730" cy="2701290"/>
            </a:xfrm>
            <a:custGeom>
              <a:avLst/>
              <a:gdLst/>
              <a:ahLst/>
              <a:cxnLst/>
              <a:rect l="l" t="t" r="r" b="b"/>
              <a:pathLst>
                <a:path w="1395729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1395729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1395729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1395729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1395729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1395729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1395729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1395729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1395729" h="2701290">
                  <a:moveTo>
                    <a:pt x="499109" y="249174"/>
                  </a:moveTo>
                  <a:lnTo>
                    <a:pt x="896238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404088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1"/>
                  </a:lnTo>
                  <a:lnTo>
                    <a:pt x="162207" y="15616"/>
                  </a:lnTo>
                  <a:lnTo>
                    <a:pt x="123387" y="34078"/>
                  </a:lnTo>
                  <a:lnTo>
                    <a:pt x="88612" y="58702"/>
                  </a:lnTo>
                  <a:lnTo>
                    <a:pt x="58585" y="88782"/>
                  </a:lnTo>
                  <a:lnTo>
                    <a:pt x="34007" y="123613"/>
                  </a:lnTo>
                  <a:lnTo>
                    <a:pt x="15582" y="162489"/>
                  </a:lnTo>
                  <a:lnTo>
                    <a:pt x="4012" y="204705"/>
                  </a:lnTo>
                  <a:lnTo>
                    <a:pt x="0" y="249555"/>
                  </a:lnTo>
                  <a:lnTo>
                    <a:pt x="4012" y="294404"/>
                  </a:lnTo>
                  <a:lnTo>
                    <a:pt x="15582" y="336620"/>
                  </a:lnTo>
                  <a:lnTo>
                    <a:pt x="34007" y="375496"/>
                  </a:lnTo>
                  <a:lnTo>
                    <a:pt x="58585" y="410327"/>
                  </a:lnTo>
                  <a:lnTo>
                    <a:pt x="88612" y="440407"/>
                  </a:lnTo>
                  <a:lnTo>
                    <a:pt x="123387" y="465031"/>
                  </a:lnTo>
                  <a:lnTo>
                    <a:pt x="162207" y="483493"/>
                  </a:lnTo>
                  <a:lnTo>
                    <a:pt x="204370" y="495088"/>
                  </a:lnTo>
                  <a:lnTo>
                    <a:pt x="249174" y="499109"/>
                  </a:lnTo>
                  <a:lnTo>
                    <a:pt x="293977" y="495088"/>
                  </a:lnTo>
                  <a:lnTo>
                    <a:pt x="336140" y="483493"/>
                  </a:lnTo>
                  <a:lnTo>
                    <a:pt x="374960" y="465031"/>
                  </a:lnTo>
                  <a:lnTo>
                    <a:pt x="409735" y="440407"/>
                  </a:lnTo>
                  <a:lnTo>
                    <a:pt x="439762" y="410327"/>
                  </a:lnTo>
                  <a:lnTo>
                    <a:pt x="464340" y="375496"/>
                  </a:lnTo>
                  <a:lnTo>
                    <a:pt x="482765" y="336620"/>
                  </a:lnTo>
                  <a:lnTo>
                    <a:pt x="494335" y="294404"/>
                  </a:lnTo>
                  <a:lnTo>
                    <a:pt x="498347" y="249555"/>
                  </a:lnTo>
                  <a:lnTo>
                    <a:pt x="494335" y="204705"/>
                  </a:lnTo>
                  <a:lnTo>
                    <a:pt x="482765" y="162489"/>
                  </a:lnTo>
                  <a:lnTo>
                    <a:pt x="464340" y="123613"/>
                  </a:lnTo>
                  <a:lnTo>
                    <a:pt x="439762" y="88782"/>
                  </a:lnTo>
                  <a:lnTo>
                    <a:pt x="409735" y="58702"/>
                  </a:lnTo>
                  <a:lnTo>
                    <a:pt x="374960" y="34078"/>
                  </a:lnTo>
                  <a:lnTo>
                    <a:pt x="336140" y="15616"/>
                  </a:lnTo>
                  <a:lnTo>
                    <a:pt x="293977" y="4021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01768" y="4040885"/>
              <a:ext cx="3583940" cy="499109"/>
            </a:xfrm>
            <a:custGeom>
              <a:avLst/>
              <a:gdLst/>
              <a:ahLst/>
              <a:cxnLst/>
              <a:rect l="l" t="t" r="r" b="b"/>
              <a:pathLst>
                <a:path w="3583940" h="499109">
                  <a:moveTo>
                    <a:pt x="0" y="249174"/>
                  </a:moveTo>
                  <a:lnTo>
                    <a:pt x="397129" y="249174"/>
                  </a:lnTo>
                </a:path>
                <a:path w="3583940" h="499109">
                  <a:moveTo>
                    <a:pt x="1293114" y="249555"/>
                  </a:moveTo>
                  <a:lnTo>
                    <a:pt x="1297126" y="204705"/>
                  </a:lnTo>
                  <a:lnTo>
                    <a:pt x="1308696" y="162489"/>
                  </a:lnTo>
                  <a:lnTo>
                    <a:pt x="1327121" y="123613"/>
                  </a:lnTo>
                  <a:lnTo>
                    <a:pt x="1351699" y="88782"/>
                  </a:lnTo>
                  <a:lnTo>
                    <a:pt x="1381726" y="58702"/>
                  </a:lnTo>
                  <a:lnTo>
                    <a:pt x="1416501" y="34078"/>
                  </a:lnTo>
                  <a:lnTo>
                    <a:pt x="1455321" y="15616"/>
                  </a:lnTo>
                  <a:lnTo>
                    <a:pt x="1497484" y="4021"/>
                  </a:lnTo>
                  <a:lnTo>
                    <a:pt x="1542288" y="0"/>
                  </a:lnTo>
                  <a:lnTo>
                    <a:pt x="1587091" y="4021"/>
                  </a:lnTo>
                  <a:lnTo>
                    <a:pt x="1629254" y="15616"/>
                  </a:lnTo>
                  <a:lnTo>
                    <a:pt x="1668074" y="34078"/>
                  </a:lnTo>
                  <a:lnTo>
                    <a:pt x="1702849" y="58702"/>
                  </a:lnTo>
                  <a:lnTo>
                    <a:pt x="1732876" y="88782"/>
                  </a:lnTo>
                  <a:lnTo>
                    <a:pt x="1757454" y="123613"/>
                  </a:lnTo>
                  <a:lnTo>
                    <a:pt x="1775879" y="162489"/>
                  </a:lnTo>
                  <a:lnTo>
                    <a:pt x="1787449" y="204705"/>
                  </a:lnTo>
                  <a:lnTo>
                    <a:pt x="1791462" y="249555"/>
                  </a:lnTo>
                  <a:lnTo>
                    <a:pt x="1787449" y="294404"/>
                  </a:lnTo>
                  <a:lnTo>
                    <a:pt x="1775879" y="336620"/>
                  </a:lnTo>
                  <a:lnTo>
                    <a:pt x="1757454" y="375496"/>
                  </a:lnTo>
                  <a:lnTo>
                    <a:pt x="1732876" y="410327"/>
                  </a:lnTo>
                  <a:lnTo>
                    <a:pt x="1702849" y="440407"/>
                  </a:lnTo>
                  <a:lnTo>
                    <a:pt x="1668074" y="465031"/>
                  </a:lnTo>
                  <a:lnTo>
                    <a:pt x="1629254" y="483493"/>
                  </a:lnTo>
                  <a:lnTo>
                    <a:pt x="1587091" y="495088"/>
                  </a:lnTo>
                  <a:lnTo>
                    <a:pt x="1542288" y="499109"/>
                  </a:lnTo>
                  <a:lnTo>
                    <a:pt x="1497484" y="495088"/>
                  </a:lnTo>
                  <a:lnTo>
                    <a:pt x="1455321" y="483493"/>
                  </a:lnTo>
                  <a:lnTo>
                    <a:pt x="1416501" y="465031"/>
                  </a:lnTo>
                  <a:lnTo>
                    <a:pt x="1381726" y="440407"/>
                  </a:lnTo>
                  <a:lnTo>
                    <a:pt x="1351699" y="410327"/>
                  </a:lnTo>
                  <a:lnTo>
                    <a:pt x="1327121" y="375496"/>
                  </a:lnTo>
                  <a:lnTo>
                    <a:pt x="1308696" y="336620"/>
                  </a:lnTo>
                  <a:lnTo>
                    <a:pt x="1297126" y="294404"/>
                  </a:lnTo>
                  <a:lnTo>
                    <a:pt x="1293114" y="249555"/>
                  </a:lnTo>
                  <a:close/>
                </a:path>
                <a:path w="3583940" h="499109">
                  <a:moveTo>
                    <a:pt x="895350" y="249174"/>
                  </a:moveTo>
                  <a:lnTo>
                    <a:pt x="1292479" y="249174"/>
                  </a:lnTo>
                </a:path>
                <a:path w="3583940" h="499109">
                  <a:moveTo>
                    <a:pt x="2188464" y="249555"/>
                  </a:moveTo>
                  <a:lnTo>
                    <a:pt x="2192485" y="204705"/>
                  </a:lnTo>
                  <a:lnTo>
                    <a:pt x="2204080" y="162489"/>
                  </a:lnTo>
                  <a:lnTo>
                    <a:pt x="2222542" y="123613"/>
                  </a:lnTo>
                  <a:lnTo>
                    <a:pt x="2247166" y="88782"/>
                  </a:lnTo>
                  <a:lnTo>
                    <a:pt x="2277246" y="58702"/>
                  </a:lnTo>
                  <a:lnTo>
                    <a:pt x="2312077" y="34078"/>
                  </a:lnTo>
                  <a:lnTo>
                    <a:pt x="2350953" y="15616"/>
                  </a:lnTo>
                  <a:lnTo>
                    <a:pt x="2393169" y="4021"/>
                  </a:lnTo>
                  <a:lnTo>
                    <a:pt x="2438018" y="0"/>
                  </a:lnTo>
                  <a:lnTo>
                    <a:pt x="2482868" y="4021"/>
                  </a:lnTo>
                  <a:lnTo>
                    <a:pt x="2525084" y="15616"/>
                  </a:lnTo>
                  <a:lnTo>
                    <a:pt x="2563960" y="34078"/>
                  </a:lnTo>
                  <a:lnTo>
                    <a:pt x="2598791" y="58702"/>
                  </a:lnTo>
                  <a:lnTo>
                    <a:pt x="2628871" y="88782"/>
                  </a:lnTo>
                  <a:lnTo>
                    <a:pt x="2653495" y="123613"/>
                  </a:lnTo>
                  <a:lnTo>
                    <a:pt x="2671957" y="162489"/>
                  </a:lnTo>
                  <a:lnTo>
                    <a:pt x="2683552" y="204705"/>
                  </a:lnTo>
                  <a:lnTo>
                    <a:pt x="2687574" y="249555"/>
                  </a:lnTo>
                  <a:lnTo>
                    <a:pt x="2683552" y="294404"/>
                  </a:lnTo>
                  <a:lnTo>
                    <a:pt x="2671957" y="336620"/>
                  </a:lnTo>
                  <a:lnTo>
                    <a:pt x="2653495" y="375496"/>
                  </a:lnTo>
                  <a:lnTo>
                    <a:pt x="2628871" y="410327"/>
                  </a:lnTo>
                  <a:lnTo>
                    <a:pt x="2598791" y="440407"/>
                  </a:lnTo>
                  <a:lnTo>
                    <a:pt x="2563960" y="465031"/>
                  </a:lnTo>
                  <a:lnTo>
                    <a:pt x="2525084" y="483493"/>
                  </a:lnTo>
                  <a:lnTo>
                    <a:pt x="2482868" y="495088"/>
                  </a:lnTo>
                  <a:lnTo>
                    <a:pt x="2438018" y="499109"/>
                  </a:lnTo>
                  <a:lnTo>
                    <a:pt x="2393169" y="495088"/>
                  </a:lnTo>
                  <a:lnTo>
                    <a:pt x="2350953" y="483493"/>
                  </a:lnTo>
                  <a:lnTo>
                    <a:pt x="2312077" y="465031"/>
                  </a:lnTo>
                  <a:lnTo>
                    <a:pt x="2277246" y="440407"/>
                  </a:lnTo>
                  <a:lnTo>
                    <a:pt x="2247166" y="410327"/>
                  </a:lnTo>
                  <a:lnTo>
                    <a:pt x="2222542" y="375496"/>
                  </a:lnTo>
                  <a:lnTo>
                    <a:pt x="2204080" y="336620"/>
                  </a:lnTo>
                  <a:lnTo>
                    <a:pt x="2192485" y="294404"/>
                  </a:lnTo>
                  <a:lnTo>
                    <a:pt x="2188464" y="249555"/>
                  </a:lnTo>
                  <a:close/>
                </a:path>
                <a:path w="3583940" h="499109">
                  <a:moveTo>
                    <a:pt x="1791462" y="249174"/>
                  </a:moveTo>
                  <a:lnTo>
                    <a:pt x="2188591" y="249174"/>
                  </a:lnTo>
                </a:path>
                <a:path w="3583940" h="499109">
                  <a:moveTo>
                    <a:pt x="3084576" y="249555"/>
                  </a:moveTo>
                  <a:lnTo>
                    <a:pt x="3088597" y="204705"/>
                  </a:lnTo>
                  <a:lnTo>
                    <a:pt x="3100192" y="162489"/>
                  </a:lnTo>
                  <a:lnTo>
                    <a:pt x="3118654" y="123613"/>
                  </a:lnTo>
                  <a:lnTo>
                    <a:pt x="3143278" y="88782"/>
                  </a:lnTo>
                  <a:lnTo>
                    <a:pt x="3173358" y="58702"/>
                  </a:lnTo>
                  <a:lnTo>
                    <a:pt x="3208189" y="34078"/>
                  </a:lnTo>
                  <a:lnTo>
                    <a:pt x="3247065" y="15616"/>
                  </a:lnTo>
                  <a:lnTo>
                    <a:pt x="3289281" y="4021"/>
                  </a:lnTo>
                  <a:lnTo>
                    <a:pt x="3334131" y="0"/>
                  </a:lnTo>
                  <a:lnTo>
                    <a:pt x="3378980" y="4021"/>
                  </a:lnTo>
                  <a:lnTo>
                    <a:pt x="3421196" y="15616"/>
                  </a:lnTo>
                  <a:lnTo>
                    <a:pt x="3460072" y="34078"/>
                  </a:lnTo>
                  <a:lnTo>
                    <a:pt x="3494903" y="58702"/>
                  </a:lnTo>
                  <a:lnTo>
                    <a:pt x="3524983" y="88782"/>
                  </a:lnTo>
                  <a:lnTo>
                    <a:pt x="3549607" y="123613"/>
                  </a:lnTo>
                  <a:lnTo>
                    <a:pt x="3568069" y="162489"/>
                  </a:lnTo>
                  <a:lnTo>
                    <a:pt x="3579664" y="204705"/>
                  </a:lnTo>
                  <a:lnTo>
                    <a:pt x="3583686" y="249555"/>
                  </a:lnTo>
                  <a:lnTo>
                    <a:pt x="3579664" y="294404"/>
                  </a:lnTo>
                  <a:lnTo>
                    <a:pt x="3568069" y="336620"/>
                  </a:lnTo>
                  <a:lnTo>
                    <a:pt x="3549607" y="375496"/>
                  </a:lnTo>
                  <a:lnTo>
                    <a:pt x="3524983" y="410327"/>
                  </a:lnTo>
                  <a:lnTo>
                    <a:pt x="3494903" y="440407"/>
                  </a:lnTo>
                  <a:lnTo>
                    <a:pt x="3460072" y="465031"/>
                  </a:lnTo>
                  <a:lnTo>
                    <a:pt x="3421196" y="483493"/>
                  </a:lnTo>
                  <a:lnTo>
                    <a:pt x="3378980" y="495088"/>
                  </a:lnTo>
                  <a:lnTo>
                    <a:pt x="3334131" y="499109"/>
                  </a:lnTo>
                  <a:lnTo>
                    <a:pt x="3289281" y="495088"/>
                  </a:lnTo>
                  <a:lnTo>
                    <a:pt x="3247065" y="483493"/>
                  </a:lnTo>
                  <a:lnTo>
                    <a:pt x="3208189" y="465031"/>
                  </a:lnTo>
                  <a:lnTo>
                    <a:pt x="3173358" y="440407"/>
                  </a:lnTo>
                  <a:lnTo>
                    <a:pt x="3143278" y="410327"/>
                  </a:lnTo>
                  <a:lnTo>
                    <a:pt x="3118654" y="375496"/>
                  </a:lnTo>
                  <a:lnTo>
                    <a:pt x="3100192" y="336620"/>
                  </a:lnTo>
                  <a:lnTo>
                    <a:pt x="3088597" y="294404"/>
                  </a:lnTo>
                  <a:lnTo>
                    <a:pt x="3084576" y="249555"/>
                  </a:lnTo>
                  <a:close/>
                </a:path>
                <a:path w="3583940" h="499109">
                  <a:moveTo>
                    <a:pt x="2687574" y="249174"/>
                  </a:moveTo>
                  <a:lnTo>
                    <a:pt x="3084703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2658" y="4775453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2"/>
                  </a:lnTo>
                  <a:lnTo>
                    <a:pt x="162489" y="15582"/>
                  </a:lnTo>
                  <a:lnTo>
                    <a:pt x="123613" y="34007"/>
                  </a:lnTo>
                  <a:lnTo>
                    <a:pt x="88782" y="58585"/>
                  </a:lnTo>
                  <a:lnTo>
                    <a:pt x="58702" y="88612"/>
                  </a:lnTo>
                  <a:lnTo>
                    <a:pt x="34078" y="123387"/>
                  </a:lnTo>
                  <a:lnTo>
                    <a:pt x="15616" y="162207"/>
                  </a:lnTo>
                  <a:lnTo>
                    <a:pt x="4021" y="204370"/>
                  </a:lnTo>
                  <a:lnTo>
                    <a:pt x="0" y="249174"/>
                  </a:lnTo>
                  <a:lnTo>
                    <a:pt x="4021" y="293977"/>
                  </a:lnTo>
                  <a:lnTo>
                    <a:pt x="15616" y="336140"/>
                  </a:lnTo>
                  <a:lnTo>
                    <a:pt x="34078" y="374960"/>
                  </a:lnTo>
                  <a:lnTo>
                    <a:pt x="58702" y="409735"/>
                  </a:lnTo>
                  <a:lnTo>
                    <a:pt x="88782" y="439762"/>
                  </a:lnTo>
                  <a:lnTo>
                    <a:pt x="123613" y="464340"/>
                  </a:lnTo>
                  <a:lnTo>
                    <a:pt x="162489" y="482765"/>
                  </a:lnTo>
                  <a:lnTo>
                    <a:pt x="204705" y="494335"/>
                  </a:lnTo>
                  <a:lnTo>
                    <a:pt x="249554" y="498348"/>
                  </a:lnTo>
                  <a:lnTo>
                    <a:pt x="294404" y="494335"/>
                  </a:lnTo>
                  <a:lnTo>
                    <a:pt x="336620" y="482765"/>
                  </a:lnTo>
                  <a:lnTo>
                    <a:pt x="375496" y="464340"/>
                  </a:lnTo>
                  <a:lnTo>
                    <a:pt x="410327" y="439762"/>
                  </a:lnTo>
                  <a:lnTo>
                    <a:pt x="440407" y="409735"/>
                  </a:lnTo>
                  <a:lnTo>
                    <a:pt x="465031" y="374960"/>
                  </a:lnTo>
                  <a:lnTo>
                    <a:pt x="483493" y="336140"/>
                  </a:lnTo>
                  <a:lnTo>
                    <a:pt x="495088" y="293977"/>
                  </a:lnTo>
                  <a:lnTo>
                    <a:pt x="499109" y="249174"/>
                  </a:lnTo>
                  <a:lnTo>
                    <a:pt x="495088" y="204370"/>
                  </a:lnTo>
                  <a:lnTo>
                    <a:pt x="483493" y="162207"/>
                  </a:lnTo>
                  <a:lnTo>
                    <a:pt x="465031" y="123387"/>
                  </a:lnTo>
                  <a:lnTo>
                    <a:pt x="440407" y="88612"/>
                  </a:lnTo>
                  <a:lnTo>
                    <a:pt x="410327" y="58585"/>
                  </a:lnTo>
                  <a:lnTo>
                    <a:pt x="375496" y="34007"/>
                  </a:lnTo>
                  <a:lnTo>
                    <a:pt x="336620" y="15582"/>
                  </a:lnTo>
                  <a:lnTo>
                    <a:pt x="294404" y="4012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4751832" y="4539995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8770" y="4519421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5"/>
                  </a:moveTo>
                  <a:lnTo>
                    <a:pt x="4012" y="460402"/>
                  </a:lnTo>
                  <a:lnTo>
                    <a:pt x="15582" y="418239"/>
                  </a:lnTo>
                  <a:lnTo>
                    <a:pt x="34007" y="379419"/>
                  </a:lnTo>
                  <a:lnTo>
                    <a:pt x="58585" y="344644"/>
                  </a:lnTo>
                  <a:lnTo>
                    <a:pt x="88612" y="314617"/>
                  </a:lnTo>
                  <a:lnTo>
                    <a:pt x="123387" y="290039"/>
                  </a:lnTo>
                  <a:lnTo>
                    <a:pt x="162207" y="271614"/>
                  </a:lnTo>
                  <a:lnTo>
                    <a:pt x="204370" y="260044"/>
                  </a:lnTo>
                  <a:lnTo>
                    <a:pt x="249174" y="256031"/>
                  </a:lnTo>
                  <a:lnTo>
                    <a:pt x="293977" y="260044"/>
                  </a:lnTo>
                  <a:lnTo>
                    <a:pt x="336140" y="271614"/>
                  </a:lnTo>
                  <a:lnTo>
                    <a:pt x="374960" y="290039"/>
                  </a:lnTo>
                  <a:lnTo>
                    <a:pt x="409735" y="314617"/>
                  </a:lnTo>
                  <a:lnTo>
                    <a:pt x="439762" y="344644"/>
                  </a:lnTo>
                  <a:lnTo>
                    <a:pt x="464340" y="379419"/>
                  </a:lnTo>
                  <a:lnTo>
                    <a:pt x="482765" y="418239"/>
                  </a:lnTo>
                  <a:lnTo>
                    <a:pt x="494335" y="460402"/>
                  </a:lnTo>
                  <a:lnTo>
                    <a:pt x="498347" y="505205"/>
                  </a:lnTo>
                  <a:lnTo>
                    <a:pt x="494335" y="550009"/>
                  </a:lnTo>
                  <a:lnTo>
                    <a:pt x="482765" y="592172"/>
                  </a:lnTo>
                  <a:lnTo>
                    <a:pt x="464340" y="630992"/>
                  </a:lnTo>
                  <a:lnTo>
                    <a:pt x="439762" y="665767"/>
                  </a:lnTo>
                  <a:lnTo>
                    <a:pt x="409735" y="695794"/>
                  </a:lnTo>
                  <a:lnTo>
                    <a:pt x="374960" y="720372"/>
                  </a:lnTo>
                  <a:lnTo>
                    <a:pt x="336140" y="738797"/>
                  </a:lnTo>
                  <a:lnTo>
                    <a:pt x="293977" y="750367"/>
                  </a:lnTo>
                  <a:lnTo>
                    <a:pt x="249174" y="754379"/>
                  </a:lnTo>
                  <a:lnTo>
                    <a:pt x="204370" y="750367"/>
                  </a:lnTo>
                  <a:lnTo>
                    <a:pt x="162207" y="738797"/>
                  </a:lnTo>
                  <a:lnTo>
                    <a:pt x="123387" y="720372"/>
                  </a:lnTo>
                  <a:lnTo>
                    <a:pt x="88612" y="695794"/>
                  </a:lnTo>
                  <a:lnTo>
                    <a:pt x="58585" y="665767"/>
                  </a:lnTo>
                  <a:lnTo>
                    <a:pt x="34007" y="630992"/>
                  </a:lnTo>
                  <a:lnTo>
                    <a:pt x="15582" y="592172"/>
                  </a:lnTo>
                  <a:lnTo>
                    <a:pt x="4012" y="550009"/>
                  </a:lnTo>
                  <a:lnTo>
                    <a:pt x="0" y="505205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882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3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423154" y="3889247"/>
              <a:ext cx="547877" cy="5814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95800" y="4588763"/>
              <a:ext cx="548639" cy="5814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5164" y="4594859"/>
              <a:ext cx="548639" cy="5814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28538" y="3900677"/>
              <a:ext cx="2399030" cy="1071245"/>
            </a:xfrm>
            <a:custGeom>
              <a:avLst/>
              <a:gdLst/>
              <a:ahLst/>
              <a:cxnLst/>
              <a:rect l="l" t="t" r="r" b="b"/>
              <a:pathLst>
                <a:path w="2399029" h="1071245">
                  <a:moveTo>
                    <a:pt x="2398776" y="0"/>
                  </a:moveTo>
                  <a:lnTo>
                    <a:pt x="1524" y="0"/>
                  </a:lnTo>
                  <a:lnTo>
                    <a:pt x="1524" y="678942"/>
                  </a:lnTo>
                  <a:lnTo>
                    <a:pt x="401065" y="678942"/>
                  </a:lnTo>
                  <a:lnTo>
                    <a:pt x="0" y="1070737"/>
                  </a:lnTo>
                  <a:lnTo>
                    <a:pt x="1000379" y="678942"/>
                  </a:lnTo>
                  <a:lnTo>
                    <a:pt x="2398776" y="678942"/>
                  </a:lnTo>
                  <a:lnTo>
                    <a:pt x="2398776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948934" y="3969511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无需再次处理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583930" y="4700778"/>
            <a:ext cx="2399030" cy="1072515"/>
          </a:xfrm>
          <a:custGeom>
            <a:avLst/>
            <a:gdLst/>
            <a:ahLst/>
            <a:cxnLst/>
            <a:rect l="l" t="t" r="r" b="b"/>
            <a:pathLst>
              <a:path w="2399029" h="1072514">
                <a:moveTo>
                  <a:pt x="2398776" y="0"/>
                </a:moveTo>
                <a:lnTo>
                  <a:pt x="1524" y="0"/>
                </a:lnTo>
                <a:lnTo>
                  <a:pt x="1524" y="679704"/>
                </a:lnTo>
                <a:lnTo>
                  <a:pt x="401066" y="679704"/>
                </a:lnTo>
                <a:lnTo>
                  <a:pt x="0" y="1071905"/>
                </a:lnTo>
                <a:lnTo>
                  <a:pt x="1000378" y="679704"/>
                </a:lnTo>
                <a:lnTo>
                  <a:pt x="2398776" y="679704"/>
                </a:lnTo>
                <a:lnTo>
                  <a:pt x="239877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060180" y="4770120"/>
            <a:ext cx="1449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尚未发现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77745" y="4307585"/>
            <a:ext cx="3524250" cy="1811655"/>
            <a:chOff x="1777745" y="4307585"/>
            <a:chExt cx="3524250" cy="1811655"/>
          </a:xfrm>
        </p:grpSpPr>
        <p:sp>
          <p:nvSpPr>
            <p:cNvPr id="35" name="object 35"/>
            <p:cNvSpPr/>
            <p:nvPr/>
          </p:nvSpPr>
          <p:spPr>
            <a:xfrm>
              <a:off x="4279391" y="4579619"/>
              <a:ext cx="1003935" cy="1520190"/>
            </a:xfrm>
            <a:custGeom>
              <a:avLst/>
              <a:gdLst/>
              <a:ahLst/>
              <a:cxnLst/>
              <a:rect l="l" t="t" r="r" b="b"/>
              <a:pathLst>
                <a:path w="1003935" h="1520189">
                  <a:moveTo>
                    <a:pt x="0" y="1520189"/>
                  </a:moveTo>
                  <a:lnTo>
                    <a:pt x="1003553" y="1520189"/>
                  </a:lnTo>
                  <a:lnTo>
                    <a:pt x="1003553" y="0"/>
                  </a:lnTo>
                  <a:lnTo>
                    <a:pt x="0" y="0"/>
                  </a:lnTo>
                  <a:lnTo>
                    <a:pt x="0" y="152018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77745" y="4307585"/>
              <a:ext cx="2683510" cy="1398905"/>
            </a:xfrm>
            <a:custGeom>
              <a:avLst/>
              <a:gdLst/>
              <a:ahLst/>
              <a:cxnLst/>
              <a:rect l="l" t="t" r="r" b="b"/>
              <a:pathLst>
                <a:path w="2683510" h="1398904">
                  <a:moveTo>
                    <a:pt x="2397252" y="0"/>
                  </a:moveTo>
                  <a:lnTo>
                    <a:pt x="0" y="0"/>
                  </a:lnTo>
                  <a:lnTo>
                    <a:pt x="0" y="679703"/>
                  </a:lnTo>
                  <a:lnTo>
                    <a:pt x="1398397" y="679703"/>
                  </a:lnTo>
                  <a:lnTo>
                    <a:pt x="2683383" y="1398663"/>
                  </a:lnTo>
                  <a:lnTo>
                    <a:pt x="1997709" y="679703"/>
                  </a:lnTo>
                  <a:lnTo>
                    <a:pt x="2397252" y="679703"/>
                  </a:lnTo>
                  <a:lnTo>
                    <a:pt x="2397252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251964" y="4376928"/>
            <a:ext cx="1449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等待处理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79817EE3-4929-FF4D-916F-F6051A156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6460" y="206153"/>
            <a:ext cx="709126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算法思想：广度优先搜</a:t>
            </a:r>
            <a:r>
              <a:rPr spc="-50" dirty="0" err="1"/>
              <a:t>索</a:t>
            </a:r>
            <a:endParaRPr spc="-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256" y="1011046"/>
            <a:ext cx="7052309" cy="26504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辅助数组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Cambria Math"/>
                <a:cs typeface="Cambria Math"/>
              </a:rPr>
              <a:t>𝒄𝒐𝒍𝒐𝒓</a:t>
            </a:r>
            <a:r>
              <a:rPr sz="2400" spc="-10" dirty="0" err="1">
                <a:latin typeface="PMingLiU"/>
                <a:cs typeface="PMingLiU"/>
              </a:rPr>
              <a:t>表示顶点状态</a:t>
            </a:r>
            <a:endParaRPr sz="2400" dirty="0">
              <a:latin typeface="PMingLiU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Cambria Math"/>
                <a:cs typeface="Cambria Math"/>
              </a:rPr>
              <a:t>𝑾𝒉𝒊𝒕𝒆</a:t>
            </a:r>
            <a:r>
              <a:rPr sz="2200" spc="-5" dirty="0">
                <a:latin typeface="PMingLiU"/>
                <a:cs typeface="PMingLiU"/>
              </a:rPr>
              <a:t>：</a:t>
            </a:r>
            <a:r>
              <a:rPr sz="2200" spc="-5" dirty="0" err="1">
                <a:latin typeface="PMingLiU"/>
                <a:cs typeface="PMingLiU"/>
              </a:rPr>
              <a:t>白色顶点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10" dirty="0" err="1">
                <a:latin typeface="PMingLiU"/>
                <a:cs typeface="PMingLiU"/>
              </a:rPr>
              <a:t>尚未被发现，发现后直接入队</a:t>
            </a:r>
            <a:endParaRPr sz="2200" dirty="0">
              <a:latin typeface="PMingLiU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25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Cambria Math"/>
                <a:cs typeface="Cambria Math"/>
              </a:rPr>
              <a:t>𝑩𝒍𝒂𝒄𝒌</a:t>
            </a:r>
            <a:r>
              <a:rPr sz="2200" spc="-5" dirty="0">
                <a:latin typeface="PMingLiU"/>
                <a:cs typeface="PMingLiU"/>
              </a:rPr>
              <a:t>：</a:t>
            </a:r>
            <a:r>
              <a:rPr sz="2200" spc="-5" dirty="0" err="1">
                <a:latin typeface="PMingLiU"/>
                <a:cs typeface="PMingLiU"/>
              </a:rPr>
              <a:t>黑色顶点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10" dirty="0" err="1">
                <a:latin typeface="PMingLiU"/>
                <a:cs typeface="PMingLiU"/>
              </a:rPr>
              <a:t>已被处理，无需再次入队</a:t>
            </a:r>
            <a:endParaRPr sz="2200" dirty="0">
              <a:latin typeface="PMingLiU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3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Cambria Math"/>
                <a:cs typeface="Cambria Math"/>
              </a:rPr>
              <a:t>𝑮𝒓𝒂𝒚</a:t>
            </a:r>
            <a:r>
              <a:rPr sz="2200" spc="-10" dirty="0">
                <a:latin typeface="PMingLiU"/>
                <a:cs typeface="PMingLiU"/>
              </a:rPr>
              <a:t>：</a:t>
            </a:r>
            <a:r>
              <a:rPr sz="2200" spc="-10" dirty="0" err="1">
                <a:latin typeface="PMingLiU"/>
                <a:cs typeface="PMingLiU"/>
              </a:rPr>
              <a:t>灰色顶点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20" dirty="0" err="1">
                <a:latin typeface="PMingLiU"/>
                <a:cs typeface="PMingLiU"/>
              </a:rPr>
              <a:t>已加入队列，无需再次入队</a:t>
            </a:r>
            <a:endParaRPr sz="22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5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Cambria Math"/>
                <a:cs typeface="Cambria Math"/>
              </a:rPr>
              <a:t>𝒑𝒓𝒆𝒅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PMingLiU"/>
                <a:cs typeface="PMingLiU"/>
              </a:rPr>
              <a:t>顶点</a:t>
            </a:r>
            <a:r>
              <a:rPr sz="2400" spc="-10" dirty="0">
                <a:latin typeface="Cambria Math"/>
                <a:cs typeface="Cambria Math"/>
              </a:rPr>
              <a:t>𝒖</a:t>
            </a:r>
            <a:r>
              <a:rPr sz="2400" dirty="0" err="1">
                <a:latin typeface="PMingLiU"/>
                <a:cs typeface="PMingLiU"/>
              </a:rPr>
              <a:t>由</a:t>
            </a:r>
            <a:r>
              <a:rPr sz="2400" spc="-10" dirty="0">
                <a:latin typeface="Cambria Math"/>
                <a:cs typeface="Cambria Math"/>
              </a:rPr>
              <a:t>𝒑𝒓𝒆𝒅[𝒖]</a:t>
            </a:r>
            <a:r>
              <a:rPr sz="2400" spc="-25" dirty="0" err="1">
                <a:latin typeface="PMingLiU"/>
                <a:cs typeface="PMingLiU"/>
              </a:rPr>
              <a:t>发现</a:t>
            </a:r>
            <a:endParaRPr sz="24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87496" y="3889247"/>
            <a:ext cx="5017135" cy="2875915"/>
            <a:chOff x="3587496" y="3889247"/>
            <a:chExt cx="5017135" cy="2875915"/>
          </a:xfrm>
        </p:grpSpPr>
        <p:sp>
          <p:nvSpPr>
            <p:cNvPr id="5" name="object 5"/>
            <p:cNvSpPr/>
            <p:nvPr/>
          </p:nvSpPr>
          <p:spPr>
            <a:xfrm>
              <a:off x="3606546" y="4040885"/>
              <a:ext cx="1395730" cy="2701290"/>
            </a:xfrm>
            <a:custGeom>
              <a:avLst/>
              <a:gdLst/>
              <a:ahLst/>
              <a:cxnLst/>
              <a:rect l="l" t="t" r="r" b="b"/>
              <a:pathLst>
                <a:path w="1395729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1395729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1395729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1395729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1395729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1395729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1395729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1395729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1395729" h="2701290">
                  <a:moveTo>
                    <a:pt x="499109" y="249174"/>
                  </a:moveTo>
                  <a:lnTo>
                    <a:pt x="896238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8770" y="404088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1"/>
                  </a:lnTo>
                  <a:lnTo>
                    <a:pt x="162207" y="15616"/>
                  </a:lnTo>
                  <a:lnTo>
                    <a:pt x="123387" y="34078"/>
                  </a:lnTo>
                  <a:lnTo>
                    <a:pt x="88612" y="58702"/>
                  </a:lnTo>
                  <a:lnTo>
                    <a:pt x="58585" y="88782"/>
                  </a:lnTo>
                  <a:lnTo>
                    <a:pt x="34007" y="123613"/>
                  </a:lnTo>
                  <a:lnTo>
                    <a:pt x="15582" y="162489"/>
                  </a:lnTo>
                  <a:lnTo>
                    <a:pt x="4012" y="204705"/>
                  </a:lnTo>
                  <a:lnTo>
                    <a:pt x="0" y="249555"/>
                  </a:lnTo>
                  <a:lnTo>
                    <a:pt x="4012" y="294404"/>
                  </a:lnTo>
                  <a:lnTo>
                    <a:pt x="15582" y="336620"/>
                  </a:lnTo>
                  <a:lnTo>
                    <a:pt x="34007" y="375496"/>
                  </a:lnTo>
                  <a:lnTo>
                    <a:pt x="58585" y="410327"/>
                  </a:lnTo>
                  <a:lnTo>
                    <a:pt x="88612" y="440407"/>
                  </a:lnTo>
                  <a:lnTo>
                    <a:pt x="123387" y="465031"/>
                  </a:lnTo>
                  <a:lnTo>
                    <a:pt x="162207" y="483493"/>
                  </a:lnTo>
                  <a:lnTo>
                    <a:pt x="204370" y="495088"/>
                  </a:lnTo>
                  <a:lnTo>
                    <a:pt x="249174" y="499109"/>
                  </a:lnTo>
                  <a:lnTo>
                    <a:pt x="293977" y="495088"/>
                  </a:lnTo>
                  <a:lnTo>
                    <a:pt x="336140" y="483493"/>
                  </a:lnTo>
                  <a:lnTo>
                    <a:pt x="374960" y="465031"/>
                  </a:lnTo>
                  <a:lnTo>
                    <a:pt x="409735" y="440407"/>
                  </a:lnTo>
                  <a:lnTo>
                    <a:pt x="439762" y="410327"/>
                  </a:lnTo>
                  <a:lnTo>
                    <a:pt x="464340" y="375496"/>
                  </a:lnTo>
                  <a:lnTo>
                    <a:pt x="482765" y="336620"/>
                  </a:lnTo>
                  <a:lnTo>
                    <a:pt x="494335" y="294404"/>
                  </a:lnTo>
                  <a:lnTo>
                    <a:pt x="498347" y="249555"/>
                  </a:lnTo>
                  <a:lnTo>
                    <a:pt x="494335" y="204705"/>
                  </a:lnTo>
                  <a:lnTo>
                    <a:pt x="482765" y="162489"/>
                  </a:lnTo>
                  <a:lnTo>
                    <a:pt x="464340" y="123613"/>
                  </a:lnTo>
                  <a:lnTo>
                    <a:pt x="439762" y="88782"/>
                  </a:lnTo>
                  <a:lnTo>
                    <a:pt x="409735" y="58702"/>
                  </a:lnTo>
                  <a:lnTo>
                    <a:pt x="374960" y="34078"/>
                  </a:lnTo>
                  <a:lnTo>
                    <a:pt x="336140" y="15616"/>
                  </a:lnTo>
                  <a:lnTo>
                    <a:pt x="293977" y="4021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01768" y="4040885"/>
              <a:ext cx="3583940" cy="499109"/>
            </a:xfrm>
            <a:custGeom>
              <a:avLst/>
              <a:gdLst/>
              <a:ahLst/>
              <a:cxnLst/>
              <a:rect l="l" t="t" r="r" b="b"/>
              <a:pathLst>
                <a:path w="3583940" h="499109">
                  <a:moveTo>
                    <a:pt x="0" y="249174"/>
                  </a:moveTo>
                  <a:lnTo>
                    <a:pt x="397129" y="249174"/>
                  </a:lnTo>
                </a:path>
                <a:path w="3583940" h="499109">
                  <a:moveTo>
                    <a:pt x="1293114" y="249555"/>
                  </a:moveTo>
                  <a:lnTo>
                    <a:pt x="1297126" y="204705"/>
                  </a:lnTo>
                  <a:lnTo>
                    <a:pt x="1308696" y="162489"/>
                  </a:lnTo>
                  <a:lnTo>
                    <a:pt x="1327121" y="123613"/>
                  </a:lnTo>
                  <a:lnTo>
                    <a:pt x="1351699" y="88782"/>
                  </a:lnTo>
                  <a:lnTo>
                    <a:pt x="1381726" y="58702"/>
                  </a:lnTo>
                  <a:lnTo>
                    <a:pt x="1416501" y="34078"/>
                  </a:lnTo>
                  <a:lnTo>
                    <a:pt x="1455321" y="15616"/>
                  </a:lnTo>
                  <a:lnTo>
                    <a:pt x="1497484" y="4021"/>
                  </a:lnTo>
                  <a:lnTo>
                    <a:pt x="1542288" y="0"/>
                  </a:lnTo>
                  <a:lnTo>
                    <a:pt x="1587091" y="4021"/>
                  </a:lnTo>
                  <a:lnTo>
                    <a:pt x="1629254" y="15616"/>
                  </a:lnTo>
                  <a:lnTo>
                    <a:pt x="1668074" y="34078"/>
                  </a:lnTo>
                  <a:lnTo>
                    <a:pt x="1702849" y="58702"/>
                  </a:lnTo>
                  <a:lnTo>
                    <a:pt x="1732876" y="88782"/>
                  </a:lnTo>
                  <a:lnTo>
                    <a:pt x="1757454" y="123613"/>
                  </a:lnTo>
                  <a:lnTo>
                    <a:pt x="1775879" y="162489"/>
                  </a:lnTo>
                  <a:lnTo>
                    <a:pt x="1787449" y="204705"/>
                  </a:lnTo>
                  <a:lnTo>
                    <a:pt x="1791462" y="249555"/>
                  </a:lnTo>
                  <a:lnTo>
                    <a:pt x="1787449" y="294404"/>
                  </a:lnTo>
                  <a:lnTo>
                    <a:pt x="1775879" y="336620"/>
                  </a:lnTo>
                  <a:lnTo>
                    <a:pt x="1757454" y="375496"/>
                  </a:lnTo>
                  <a:lnTo>
                    <a:pt x="1732876" y="410327"/>
                  </a:lnTo>
                  <a:lnTo>
                    <a:pt x="1702849" y="440407"/>
                  </a:lnTo>
                  <a:lnTo>
                    <a:pt x="1668074" y="465031"/>
                  </a:lnTo>
                  <a:lnTo>
                    <a:pt x="1629254" y="483493"/>
                  </a:lnTo>
                  <a:lnTo>
                    <a:pt x="1587091" y="495088"/>
                  </a:lnTo>
                  <a:lnTo>
                    <a:pt x="1542288" y="499109"/>
                  </a:lnTo>
                  <a:lnTo>
                    <a:pt x="1497484" y="495088"/>
                  </a:lnTo>
                  <a:lnTo>
                    <a:pt x="1455321" y="483493"/>
                  </a:lnTo>
                  <a:lnTo>
                    <a:pt x="1416501" y="465031"/>
                  </a:lnTo>
                  <a:lnTo>
                    <a:pt x="1381726" y="440407"/>
                  </a:lnTo>
                  <a:lnTo>
                    <a:pt x="1351699" y="410327"/>
                  </a:lnTo>
                  <a:lnTo>
                    <a:pt x="1327121" y="375496"/>
                  </a:lnTo>
                  <a:lnTo>
                    <a:pt x="1308696" y="336620"/>
                  </a:lnTo>
                  <a:lnTo>
                    <a:pt x="1297126" y="294404"/>
                  </a:lnTo>
                  <a:lnTo>
                    <a:pt x="1293114" y="249555"/>
                  </a:lnTo>
                  <a:close/>
                </a:path>
                <a:path w="3583940" h="499109">
                  <a:moveTo>
                    <a:pt x="895350" y="249174"/>
                  </a:moveTo>
                  <a:lnTo>
                    <a:pt x="1292479" y="249174"/>
                  </a:lnTo>
                </a:path>
                <a:path w="3583940" h="499109">
                  <a:moveTo>
                    <a:pt x="2188464" y="249555"/>
                  </a:moveTo>
                  <a:lnTo>
                    <a:pt x="2192485" y="204705"/>
                  </a:lnTo>
                  <a:lnTo>
                    <a:pt x="2204080" y="162489"/>
                  </a:lnTo>
                  <a:lnTo>
                    <a:pt x="2222542" y="123613"/>
                  </a:lnTo>
                  <a:lnTo>
                    <a:pt x="2247166" y="88782"/>
                  </a:lnTo>
                  <a:lnTo>
                    <a:pt x="2277246" y="58702"/>
                  </a:lnTo>
                  <a:lnTo>
                    <a:pt x="2312077" y="34078"/>
                  </a:lnTo>
                  <a:lnTo>
                    <a:pt x="2350953" y="15616"/>
                  </a:lnTo>
                  <a:lnTo>
                    <a:pt x="2393169" y="4021"/>
                  </a:lnTo>
                  <a:lnTo>
                    <a:pt x="2438018" y="0"/>
                  </a:lnTo>
                  <a:lnTo>
                    <a:pt x="2482868" y="4021"/>
                  </a:lnTo>
                  <a:lnTo>
                    <a:pt x="2525084" y="15616"/>
                  </a:lnTo>
                  <a:lnTo>
                    <a:pt x="2563960" y="34078"/>
                  </a:lnTo>
                  <a:lnTo>
                    <a:pt x="2598791" y="58702"/>
                  </a:lnTo>
                  <a:lnTo>
                    <a:pt x="2628871" y="88782"/>
                  </a:lnTo>
                  <a:lnTo>
                    <a:pt x="2653495" y="123613"/>
                  </a:lnTo>
                  <a:lnTo>
                    <a:pt x="2671957" y="162489"/>
                  </a:lnTo>
                  <a:lnTo>
                    <a:pt x="2683552" y="204705"/>
                  </a:lnTo>
                  <a:lnTo>
                    <a:pt x="2687574" y="249555"/>
                  </a:lnTo>
                  <a:lnTo>
                    <a:pt x="2683552" y="294404"/>
                  </a:lnTo>
                  <a:lnTo>
                    <a:pt x="2671957" y="336620"/>
                  </a:lnTo>
                  <a:lnTo>
                    <a:pt x="2653495" y="375496"/>
                  </a:lnTo>
                  <a:lnTo>
                    <a:pt x="2628871" y="410327"/>
                  </a:lnTo>
                  <a:lnTo>
                    <a:pt x="2598791" y="440407"/>
                  </a:lnTo>
                  <a:lnTo>
                    <a:pt x="2563960" y="465031"/>
                  </a:lnTo>
                  <a:lnTo>
                    <a:pt x="2525084" y="483493"/>
                  </a:lnTo>
                  <a:lnTo>
                    <a:pt x="2482868" y="495088"/>
                  </a:lnTo>
                  <a:lnTo>
                    <a:pt x="2438018" y="499109"/>
                  </a:lnTo>
                  <a:lnTo>
                    <a:pt x="2393169" y="495088"/>
                  </a:lnTo>
                  <a:lnTo>
                    <a:pt x="2350953" y="483493"/>
                  </a:lnTo>
                  <a:lnTo>
                    <a:pt x="2312077" y="465031"/>
                  </a:lnTo>
                  <a:lnTo>
                    <a:pt x="2277246" y="440407"/>
                  </a:lnTo>
                  <a:lnTo>
                    <a:pt x="2247166" y="410327"/>
                  </a:lnTo>
                  <a:lnTo>
                    <a:pt x="2222542" y="375496"/>
                  </a:lnTo>
                  <a:lnTo>
                    <a:pt x="2204080" y="336620"/>
                  </a:lnTo>
                  <a:lnTo>
                    <a:pt x="2192485" y="294404"/>
                  </a:lnTo>
                  <a:lnTo>
                    <a:pt x="2188464" y="249555"/>
                  </a:lnTo>
                  <a:close/>
                </a:path>
                <a:path w="3583940" h="499109">
                  <a:moveTo>
                    <a:pt x="1791462" y="249174"/>
                  </a:moveTo>
                  <a:lnTo>
                    <a:pt x="2188591" y="249174"/>
                  </a:lnTo>
                </a:path>
                <a:path w="3583940" h="499109">
                  <a:moveTo>
                    <a:pt x="3084576" y="249555"/>
                  </a:moveTo>
                  <a:lnTo>
                    <a:pt x="3088597" y="204705"/>
                  </a:lnTo>
                  <a:lnTo>
                    <a:pt x="3100192" y="162489"/>
                  </a:lnTo>
                  <a:lnTo>
                    <a:pt x="3118654" y="123613"/>
                  </a:lnTo>
                  <a:lnTo>
                    <a:pt x="3143278" y="88782"/>
                  </a:lnTo>
                  <a:lnTo>
                    <a:pt x="3173358" y="58702"/>
                  </a:lnTo>
                  <a:lnTo>
                    <a:pt x="3208189" y="34078"/>
                  </a:lnTo>
                  <a:lnTo>
                    <a:pt x="3247065" y="15616"/>
                  </a:lnTo>
                  <a:lnTo>
                    <a:pt x="3289281" y="4021"/>
                  </a:lnTo>
                  <a:lnTo>
                    <a:pt x="3334131" y="0"/>
                  </a:lnTo>
                  <a:lnTo>
                    <a:pt x="3378980" y="4021"/>
                  </a:lnTo>
                  <a:lnTo>
                    <a:pt x="3421196" y="15616"/>
                  </a:lnTo>
                  <a:lnTo>
                    <a:pt x="3460072" y="34078"/>
                  </a:lnTo>
                  <a:lnTo>
                    <a:pt x="3494903" y="58702"/>
                  </a:lnTo>
                  <a:lnTo>
                    <a:pt x="3524983" y="88782"/>
                  </a:lnTo>
                  <a:lnTo>
                    <a:pt x="3549607" y="123613"/>
                  </a:lnTo>
                  <a:lnTo>
                    <a:pt x="3568069" y="162489"/>
                  </a:lnTo>
                  <a:lnTo>
                    <a:pt x="3579664" y="204705"/>
                  </a:lnTo>
                  <a:lnTo>
                    <a:pt x="3583686" y="249555"/>
                  </a:lnTo>
                  <a:lnTo>
                    <a:pt x="3579664" y="294404"/>
                  </a:lnTo>
                  <a:lnTo>
                    <a:pt x="3568069" y="336620"/>
                  </a:lnTo>
                  <a:lnTo>
                    <a:pt x="3549607" y="375496"/>
                  </a:lnTo>
                  <a:lnTo>
                    <a:pt x="3524983" y="410327"/>
                  </a:lnTo>
                  <a:lnTo>
                    <a:pt x="3494903" y="440407"/>
                  </a:lnTo>
                  <a:lnTo>
                    <a:pt x="3460072" y="465031"/>
                  </a:lnTo>
                  <a:lnTo>
                    <a:pt x="3421196" y="483493"/>
                  </a:lnTo>
                  <a:lnTo>
                    <a:pt x="3378980" y="495088"/>
                  </a:lnTo>
                  <a:lnTo>
                    <a:pt x="3334131" y="499109"/>
                  </a:lnTo>
                  <a:lnTo>
                    <a:pt x="3289281" y="495088"/>
                  </a:lnTo>
                  <a:lnTo>
                    <a:pt x="3247065" y="483493"/>
                  </a:lnTo>
                  <a:lnTo>
                    <a:pt x="3208189" y="465031"/>
                  </a:lnTo>
                  <a:lnTo>
                    <a:pt x="3173358" y="440407"/>
                  </a:lnTo>
                  <a:lnTo>
                    <a:pt x="3143278" y="410327"/>
                  </a:lnTo>
                  <a:lnTo>
                    <a:pt x="3118654" y="375496"/>
                  </a:lnTo>
                  <a:lnTo>
                    <a:pt x="3100192" y="336620"/>
                  </a:lnTo>
                  <a:lnTo>
                    <a:pt x="3088597" y="294404"/>
                  </a:lnTo>
                  <a:lnTo>
                    <a:pt x="3084576" y="249555"/>
                  </a:lnTo>
                  <a:close/>
                </a:path>
                <a:path w="3583940" h="499109">
                  <a:moveTo>
                    <a:pt x="2687574" y="249174"/>
                  </a:moveTo>
                  <a:lnTo>
                    <a:pt x="3084703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2658" y="4775453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2"/>
                  </a:lnTo>
                  <a:lnTo>
                    <a:pt x="162489" y="15582"/>
                  </a:lnTo>
                  <a:lnTo>
                    <a:pt x="123613" y="34007"/>
                  </a:lnTo>
                  <a:lnTo>
                    <a:pt x="88782" y="58585"/>
                  </a:lnTo>
                  <a:lnTo>
                    <a:pt x="58702" y="88612"/>
                  </a:lnTo>
                  <a:lnTo>
                    <a:pt x="34078" y="123387"/>
                  </a:lnTo>
                  <a:lnTo>
                    <a:pt x="15616" y="162207"/>
                  </a:lnTo>
                  <a:lnTo>
                    <a:pt x="4021" y="204370"/>
                  </a:lnTo>
                  <a:lnTo>
                    <a:pt x="0" y="249174"/>
                  </a:lnTo>
                  <a:lnTo>
                    <a:pt x="4021" y="293977"/>
                  </a:lnTo>
                  <a:lnTo>
                    <a:pt x="15616" y="336140"/>
                  </a:lnTo>
                  <a:lnTo>
                    <a:pt x="34078" y="374960"/>
                  </a:lnTo>
                  <a:lnTo>
                    <a:pt x="58702" y="409735"/>
                  </a:lnTo>
                  <a:lnTo>
                    <a:pt x="88782" y="439762"/>
                  </a:lnTo>
                  <a:lnTo>
                    <a:pt x="123613" y="464340"/>
                  </a:lnTo>
                  <a:lnTo>
                    <a:pt x="162489" y="482765"/>
                  </a:lnTo>
                  <a:lnTo>
                    <a:pt x="204705" y="494335"/>
                  </a:lnTo>
                  <a:lnTo>
                    <a:pt x="249554" y="498348"/>
                  </a:lnTo>
                  <a:lnTo>
                    <a:pt x="294404" y="494335"/>
                  </a:lnTo>
                  <a:lnTo>
                    <a:pt x="336620" y="482765"/>
                  </a:lnTo>
                  <a:lnTo>
                    <a:pt x="375496" y="464340"/>
                  </a:lnTo>
                  <a:lnTo>
                    <a:pt x="410327" y="439762"/>
                  </a:lnTo>
                  <a:lnTo>
                    <a:pt x="440407" y="409735"/>
                  </a:lnTo>
                  <a:lnTo>
                    <a:pt x="465031" y="374960"/>
                  </a:lnTo>
                  <a:lnTo>
                    <a:pt x="483493" y="336140"/>
                  </a:lnTo>
                  <a:lnTo>
                    <a:pt x="495088" y="293977"/>
                  </a:lnTo>
                  <a:lnTo>
                    <a:pt x="499109" y="249174"/>
                  </a:lnTo>
                  <a:lnTo>
                    <a:pt x="495088" y="204370"/>
                  </a:lnTo>
                  <a:lnTo>
                    <a:pt x="483493" y="162207"/>
                  </a:lnTo>
                  <a:lnTo>
                    <a:pt x="465031" y="123387"/>
                  </a:lnTo>
                  <a:lnTo>
                    <a:pt x="440407" y="88612"/>
                  </a:lnTo>
                  <a:lnTo>
                    <a:pt x="410327" y="58585"/>
                  </a:lnTo>
                  <a:lnTo>
                    <a:pt x="375496" y="34007"/>
                  </a:lnTo>
                  <a:lnTo>
                    <a:pt x="336620" y="15582"/>
                  </a:lnTo>
                  <a:lnTo>
                    <a:pt x="294404" y="4012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4751832" y="4539995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8770" y="4519421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5"/>
                  </a:moveTo>
                  <a:lnTo>
                    <a:pt x="4012" y="460402"/>
                  </a:lnTo>
                  <a:lnTo>
                    <a:pt x="15582" y="418239"/>
                  </a:lnTo>
                  <a:lnTo>
                    <a:pt x="34007" y="379419"/>
                  </a:lnTo>
                  <a:lnTo>
                    <a:pt x="58585" y="344644"/>
                  </a:lnTo>
                  <a:lnTo>
                    <a:pt x="88612" y="314617"/>
                  </a:lnTo>
                  <a:lnTo>
                    <a:pt x="123387" y="290039"/>
                  </a:lnTo>
                  <a:lnTo>
                    <a:pt x="162207" y="271614"/>
                  </a:lnTo>
                  <a:lnTo>
                    <a:pt x="204370" y="260044"/>
                  </a:lnTo>
                  <a:lnTo>
                    <a:pt x="249174" y="256031"/>
                  </a:lnTo>
                  <a:lnTo>
                    <a:pt x="293977" y="260044"/>
                  </a:lnTo>
                  <a:lnTo>
                    <a:pt x="336140" y="271614"/>
                  </a:lnTo>
                  <a:lnTo>
                    <a:pt x="374960" y="290039"/>
                  </a:lnTo>
                  <a:lnTo>
                    <a:pt x="409735" y="314617"/>
                  </a:lnTo>
                  <a:lnTo>
                    <a:pt x="439762" y="344644"/>
                  </a:lnTo>
                  <a:lnTo>
                    <a:pt x="464340" y="379419"/>
                  </a:lnTo>
                  <a:lnTo>
                    <a:pt x="482765" y="418239"/>
                  </a:lnTo>
                  <a:lnTo>
                    <a:pt x="494335" y="460402"/>
                  </a:lnTo>
                  <a:lnTo>
                    <a:pt x="498347" y="505205"/>
                  </a:lnTo>
                  <a:lnTo>
                    <a:pt x="494335" y="550009"/>
                  </a:lnTo>
                  <a:lnTo>
                    <a:pt x="482765" y="592172"/>
                  </a:lnTo>
                  <a:lnTo>
                    <a:pt x="464340" y="630992"/>
                  </a:lnTo>
                  <a:lnTo>
                    <a:pt x="439762" y="665767"/>
                  </a:lnTo>
                  <a:lnTo>
                    <a:pt x="409735" y="695794"/>
                  </a:lnTo>
                  <a:lnTo>
                    <a:pt x="374960" y="720372"/>
                  </a:lnTo>
                  <a:lnTo>
                    <a:pt x="336140" y="738797"/>
                  </a:lnTo>
                  <a:lnTo>
                    <a:pt x="293977" y="750367"/>
                  </a:lnTo>
                  <a:lnTo>
                    <a:pt x="249174" y="754379"/>
                  </a:lnTo>
                  <a:lnTo>
                    <a:pt x="204370" y="750367"/>
                  </a:lnTo>
                  <a:lnTo>
                    <a:pt x="162207" y="738797"/>
                  </a:lnTo>
                  <a:lnTo>
                    <a:pt x="123387" y="720372"/>
                  </a:lnTo>
                  <a:lnTo>
                    <a:pt x="88612" y="695794"/>
                  </a:lnTo>
                  <a:lnTo>
                    <a:pt x="58585" y="665767"/>
                  </a:lnTo>
                  <a:lnTo>
                    <a:pt x="34007" y="630992"/>
                  </a:lnTo>
                  <a:lnTo>
                    <a:pt x="15582" y="592172"/>
                  </a:lnTo>
                  <a:lnTo>
                    <a:pt x="4012" y="550009"/>
                  </a:lnTo>
                  <a:lnTo>
                    <a:pt x="0" y="505205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882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3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423154" y="3889247"/>
              <a:ext cx="547877" cy="5814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95800" y="4588763"/>
              <a:ext cx="548639" cy="5814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5164" y="4594859"/>
              <a:ext cx="548639" cy="5814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932426" y="4396739"/>
              <a:ext cx="1523365" cy="2006600"/>
            </a:xfrm>
            <a:custGeom>
              <a:avLst/>
              <a:gdLst/>
              <a:ahLst/>
              <a:cxnLst/>
              <a:rect l="l" t="t" r="r" b="b"/>
              <a:pathLst>
                <a:path w="1523364" h="2006600">
                  <a:moveTo>
                    <a:pt x="515493" y="500761"/>
                  </a:moveTo>
                  <a:lnTo>
                    <a:pt x="85725" y="500761"/>
                  </a:lnTo>
                  <a:lnTo>
                    <a:pt x="85725" y="472186"/>
                  </a:lnTo>
                  <a:lnTo>
                    <a:pt x="0" y="515112"/>
                  </a:lnTo>
                  <a:lnTo>
                    <a:pt x="85725" y="557911"/>
                  </a:lnTo>
                  <a:lnTo>
                    <a:pt x="85725" y="529336"/>
                  </a:lnTo>
                  <a:lnTo>
                    <a:pt x="515493" y="529336"/>
                  </a:lnTo>
                  <a:lnTo>
                    <a:pt x="515493" y="500761"/>
                  </a:lnTo>
                  <a:close/>
                </a:path>
                <a:path w="1523364" h="2006600">
                  <a:moveTo>
                    <a:pt x="528447" y="1194244"/>
                  </a:moveTo>
                  <a:lnTo>
                    <a:pt x="98679" y="1194244"/>
                  </a:lnTo>
                  <a:lnTo>
                    <a:pt x="98679" y="1165606"/>
                  </a:lnTo>
                  <a:lnTo>
                    <a:pt x="12954" y="1208532"/>
                  </a:lnTo>
                  <a:lnTo>
                    <a:pt x="98679" y="1251394"/>
                  </a:lnTo>
                  <a:lnTo>
                    <a:pt x="98679" y="1222819"/>
                  </a:lnTo>
                  <a:lnTo>
                    <a:pt x="528447" y="1222819"/>
                  </a:lnTo>
                  <a:lnTo>
                    <a:pt x="528447" y="1194244"/>
                  </a:lnTo>
                  <a:close/>
                </a:path>
                <a:path w="1523364" h="2006600">
                  <a:moveTo>
                    <a:pt x="1019175" y="1921611"/>
                  </a:moveTo>
                  <a:lnTo>
                    <a:pt x="990498" y="1921052"/>
                  </a:lnTo>
                  <a:lnTo>
                    <a:pt x="998093" y="1532661"/>
                  </a:lnTo>
                  <a:lnTo>
                    <a:pt x="969518" y="1532102"/>
                  </a:lnTo>
                  <a:lnTo>
                    <a:pt x="961923" y="1920494"/>
                  </a:lnTo>
                  <a:lnTo>
                    <a:pt x="933450" y="1919935"/>
                  </a:lnTo>
                  <a:lnTo>
                    <a:pt x="974598" y="2006485"/>
                  </a:lnTo>
                  <a:lnTo>
                    <a:pt x="1011961" y="1935340"/>
                  </a:lnTo>
                  <a:lnTo>
                    <a:pt x="1019175" y="1921611"/>
                  </a:lnTo>
                  <a:close/>
                </a:path>
                <a:path w="1523364" h="2006600">
                  <a:moveTo>
                    <a:pt x="1028319" y="84836"/>
                  </a:moveTo>
                  <a:lnTo>
                    <a:pt x="1021105" y="71120"/>
                  </a:lnTo>
                  <a:lnTo>
                    <a:pt x="983742" y="0"/>
                  </a:lnTo>
                  <a:lnTo>
                    <a:pt x="942594" y="86487"/>
                  </a:lnTo>
                  <a:lnTo>
                    <a:pt x="971054" y="85940"/>
                  </a:lnTo>
                  <a:lnTo>
                    <a:pt x="978662" y="474345"/>
                  </a:lnTo>
                  <a:lnTo>
                    <a:pt x="1007237" y="473837"/>
                  </a:lnTo>
                  <a:lnTo>
                    <a:pt x="999629" y="85394"/>
                  </a:lnTo>
                  <a:lnTo>
                    <a:pt x="1028319" y="84836"/>
                  </a:lnTo>
                  <a:close/>
                </a:path>
                <a:path w="1523364" h="2006600">
                  <a:moveTo>
                    <a:pt x="1042035" y="770636"/>
                  </a:moveTo>
                  <a:lnTo>
                    <a:pt x="1034821" y="756920"/>
                  </a:lnTo>
                  <a:lnTo>
                    <a:pt x="997458" y="685800"/>
                  </a:lnTo>
                  <a:lnTo>
                    <a:pt x="956310" y="772287"/>
                  </a:lnTo>
                  <a:lnTo>
                    <a:pt x="984770" y="771740"/>
                  </a:lnTo>
                  <a:lnTo>
                    <a:pt x="992378" y="1160145"/>
                  </a:lnTo>
                  <a:lnTo>
                    <a:pt x="1020953" y="1159637"/>
                  </a:lnTo>
                  <a:lnTo>
                    <a:pt x="1013345" y="771194"/>
                  </a:lnTo>
                  <a:lnTo>
                    <a:pt x="1042035" y="770636"/>
                  </a:lnTo>
                  <a:close/>
                </a:path>
                <a:path w="1523364" h="2006600">
                  <a:moveTo>
                    <a:pt x="1499235" y="1208532"/>
                  </a:moveTo>
                  <a:lnTo>
                    <a:pt x="1470698" y="1194244"/>
                  </a:lnTo>
                  <a:lnTo>
                    <a:pt x="1413510" y="1165606"/>
                  </a:lnTo>
                  <a:lnTo>
                    <a:pt x="1413510" y="1194244"/>
                  </a:lnTo>
                  <a:lnTo>
                    <a:pt x="983742" y="1194244"/>
                  </a:lnTo>
                  <a:lnTo>
                    <a:pt x="983742" y="1222819"/>
                  </a:lnTo>
                  <a:lnTo>
                    <a:pt x="1413510" y="1222819"/>
                  </a:lnTo>
                  <a:lnTo>
                    <a:pt x="1413510" y="1251394"/>
                  </a:lnTo>
                  <a:lnTo>
                    <a:pt x="1470660" y="1222819"/>
                  </a:lnTo>
                  <a:lnTo>
                    <a:pt x="1499235" y="1208532"/>
                  </a:lnTo>
                  <a:close/>
                </a:path>
                <a:path w="1523364" h="2006600">
                  <a:moveTo>
                    <a:pt x="1522857" y="502920"/>
                  </a:moveTo>
                  <a:lnTo>
                    <a:pt x="1494193" y="488569"/>
                  </a:lnTo>
                  <a:lnTo>
                    <a:pt x="1437132" y="459994"/>
                  </a:lnTo>
                  <a:lnTo>
                    <a:pt x="1437132" y="488581"/>
                  </a:lnTo>
                  <a:lnTo>
                    <a:pt x="1007364" y="488696"/>
                  </a:lnTo>
                  <a:lnTo>
                    <a:pt x="1007364" y="517271"/>
                  </a:lnTo>
                  <a:lnTo>
                    <a:pt x="1437132" y="517156"/>
                  </a:lnTo>
                  <a:lnTo>
                    <a:pt x="1437132" y="545719"/>
                  </a:lnTo>
                  <a:lnTo>
                    <a:pt x="1522857" y="5029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">
            <a:extLst>
              <a:ext uri="{FF2B5EF4-FFF2-40B4-BE49-F238E27FC236}">
                <a16:creationId xmlns:a16="http://schemas.microsoft.com/office/drawing/2014/main" id="{28289D60-86A4-574F-9B1F-636BBB59F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6460" y="206153"/>
            <a:ext cx="709126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算法思想：广度优先搜</a:t>
            </a:r>
            <a:r>
              <a:rPr spc="-50" dirty="0" err="1"/>
              <a:t>索</a:t>
            </a:r>
            <a:endParaRPr spc="-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587496" y="3889247"/>
            <a:ext cx="5017135" cy="2875915"/>
            <a:chOff x="3587496" y="3889247"/>
            <a:chExt cx="5017135" cy="2875915"/>
          </a:xfrm>
        </p:grpSpPr>
        <p:sp>
          <p:nvSpPr>
            <p:cNvPr id="4" name="object 4"/>
            <p:cNvSpPr/>
            <p:nvPr/>
          </p:nvSpPr>
          <p:spPr>
            <a:xfrm>
              <a:off x="3606546" y="4040885"/>
              <a:ext cx="1395730" cy="2701290"/>
            </a:xfrm>
            <a:custGeom>
              <a:avLst/>
              <a:gdLst/>
              <a:ahLst/>
              <a:cxnLst/>
              <a:rect l="l" t="t" r="r" b="b"/>
              <a:pathLst>
                <a:path w="1395729" h="2701290">
                  <a:moveTo>
                    <a:pt x="0" y="249555"/>
                  </a:moveTo>
                  <a:lnTo>
                    <a:pt x="4021" y="204705"/>
                  </a:lnTo>
                  <a:lnTo>
                    <a:pt x="15616" y="162489"/>
                  </a:lnTo>
                  <a:lnTo>
                    <a:pt x="34078" y="123613"/>
                  </a:lnTo>
                  <a:lnTo>
                    <a:pt x="58702" y="88782"/>
                  </a:lnTo>
                  <a:lnTo>
                    <a:pt x="88782" y="58702"/>
                  </a:lnTo>
                  <a:lnTo>
                    <a:pt x="123613" y="34078"/>
                  </a:lnTo>
                  <a:lnTo>
                    <a:pt x="162489" y="15616"/>
                  </a:lnTo>
                  <a:lnTo>
                    <a:pt x="204705" y="4021"/>
                  </a:lnTo>
                  <a:lnTo>
                    <a:pt x="249554" y="0"/>
                  </a:lnTo>
                  <a:lnTo>
                    <a:pt x="294404" y="4021"/>
                  </a:lnTo>
                  <a:lnTo>
                    <a:pt x="336620" y="15616"/>
                  </a:lnTo>
                  <a:lnTo>
                    <a:pt x="375496" y="34078"/>
                  </a:lnTo>
                  <a:lnTo>
                    <a:pt x="410327" y="58702"/>
                  </a:lnTo>
                  <a:lnTo>
                    <a:pt x="440407" y="88782"/>
                  </a:lnTo>
                  <a:lnTo>
                    <a:pt x="465031" y="123613"/>
                  </a:lnTo>
                  <a:lnTo>
                    <a:pt x="483493" y="162489"/>
                  </a:lnTo>
                  <a:lnTo>
                    <a:pt x="495088" y="204705"/>
                  </a:lnTo>
                  <a:lnTo>
                    <a:pt x="499109" y="249555"/>
                  </a:lnTo>
                  <a:lnTo>
                    <a:pt x="495088" y="294404"/>
                  </a:lnTo>
                  <a:lnTo>
                    <a:pt x="483493" y="336620"/>
                  </a:lnTo>
                  <a:lnTo>
                    <a:pt x="465031" y="375496"/>
                  </a:lnTo>
                  <a:lnTo>
                    <a:pt x="440407" y="410327"/>
                  </a:lnTo>
                  <a:lnTo>
                    <a:pt x="410327" y="440407"/>
                  </a:lnTo>
                  <a:lnTo>
                    <a:pt x="375496" y="465031"/>
                  </a:lnTo>
                  <a:lnTo>
                    <a:pt x="336620" y="483493"/>
                  </a:lnTo>
                  <a:lnTo>
                    <a:pt x="294404" y="495088"/>
                  </a:lnTo>
                  <a:lnTo>
                    <a:pt x="249554" y="499109"/>
                  </a:lnTo>
                  <a:lnTo>
                    <a:pt x="204705" y="495088"/>
                  </a:lnTo>
                  <a:lnTo>
                    <a:pt x="162489" y="483493"/>
                  </a:lnTo>
                  <a:lnTo>
                    <a:pt x="123613" y="465031"/>
                  </a:lnTo>
                  <a:lnTo>
                    <a:pt x="88782" y="440407"/>
                  </a:lnTo>
                  <a:lnTo>
                    <a:pt x="58702" y="410327"/>
                  </a:lnTo>
                  <a:lnTo>
                    <a:pt x="34078" y="375496"/>
                  </a:lnTo>
                  <a:lnTo>
                    <a:pt x="15616" y="336620"/>
                  </a:lnTo>
                  <a:lnTo>
                    <a:pt x="4021" y="294404"/>
                  </a:lnTo>
                  <a:lnTo>
                    <a:pt x="0" y="249555"/>
                  </a:lnTo>
                  <a:close/>
                </a:path>
                <a:path w="1395729" h="2701290">
                  <a:moveTo>
                    <a:pt x="0" y="983741"/>
                  </a:moveTo>
                  <a:lnTo>
                    <a:pt x="4021" y="938938"/>
                  </a:lnTo>
                  <a:lnTo>
                    <a:pt x="15616" y="896775"/>
                  </a:lnTo>
                  <a:lnTo>
                    <a:pt x="34078" y="857955"/>
                  </a:lnTo>
                  <a:lnTo>
                    <a:pt x="58702" y="823180"/>
                  </a:lnTo>
                  <a:lnTo>
                    <a:pt x="88782" y="793153"/>
                  </a:lnTo>
                  <a:lnTo>
                    <a:pt x="123613" y="768575"/>
                  </a:lnTo>
                  <a:lnTo>
                    <a:pt x="162489" y="750150"/>
                  </a:lnTo>
                  <a:lnTo>
                    <a:pt x="204705" y="738580"/>
                  </a:lnTo>
                  <a:lnTo>
                    <a:pt x="249554" y="734568"/>
                  </a:lnTo>
                  <a:lnTo>
                    <a:pt x="294404" y="738580"/>
                  </a:lnTo>
                  <a:lnTo>
                    <a:pt x="336620" y="750150"/>
                  </a:lnTo>
                  <a:lnTo>
                    <a:pt x="375496" y="768575"/>
                  </a:lnTo>
                  <a:lnTo>
                    <a:pt x="410327" y="793153"/>
                  </a:lnTo>
                  <a:lnTo>
                    <a:pt x="440407" y="823180"/>
                  </a:lnTo>
                  <a:lnTo>
                    <a:pt x="465031" y="857955"/>
                  </a:lnTo>
                  <a:lnTo>
                    <a:pt x="483493" y="896775"/>
                  </a:lnTo>
                  <a:lnTo>
                    <a:pt x="495088" y="938938"/>
                  </a:lnTo>
                  <a:lnTo>
                    <a:pt x="499109" y="983741"/>
                  </a:lnTo>
                  <a:lnTo>
                    <a:pt x="495088" y="1028545"/>
                  </a:lnTo>
                  <a:lnTo>
                    <a:pt x="483493" y="1070708"/>
                  </a:lnTo>
                  <a:lnTo>
                    <a:pt x="465031" y="1109528"/>
                  </a:lnTo>
                  <a:lnTo>
                    <a:pt x="440407" y="1144303"/>
                  </a:lnTo>
                  <a:lnTo>
                    <a:pt x="410327" y="1174330"/>
                  </a:lnTo>
                  <a:lnTo>
                    <a:pt x="375496" y="1198908"/>
                  </a:lnTo>
                  <a:lnTo>
                    <a:pt x="336620" y="1217333"/>
                  </a:lnTo>
                  <a:lnTo>
                    <a:pt x="294404" y="1228903"/>
                  </a:lnTo>
                  <a:lnTo>
                    <a:pt x="249554" y="1232916"/>
                  </a:lnTo>
                  <a:lnTo>
                    <a:pt x="204705" y="1228903"/>
                  </a:lnTo>
                  <a:lnTo>
                    <a:pt x="162489" y="1217333"/>
                  </a:lnTo>
                  <a:lnTo>
                    <a:pt x="123613" y="1198908"/>
                  </a:lnTo>
                  <a:lnTo>
                    <a:pt x="88782" y="1174330"/>
                  </a:lnTo>
                  <a:lnTo>
                    <a:pt x="58702" y="1144303"/>
                  </a:lnTo>
                  <a:lnTo>
                    <a:pt x="34078" y="1109528"/>
                  </a:lnTo>
                  <a:lnTo>
                    <a:pt x="15616" y="1070708"/>
                  </a:lnTo>
                  <a:lnTo>
                    <a:pt x="4021" y="1028545"/>
                  </a:lnTo>
                  <a:lnTo>
                    <a:pt x="0" y="983741"/>
                  </a:lnTo>
                  <a:close/>
                </a:path>
                <a:path w="1395729" h="2701290">
                  <a:moveTo>
                    <a:pt x="249936" y="499109"/>
                  </a:moveTo>
                  <a:lnTo>
                    <a:pt x="249936" y="734694"/>
                  </a:lnTo>
                </a:path>
                <a:path w="1395729" h="2701290">
                  <a:moveTo>
                    <a:pt x="0" y="1717928"/>
                  </a:moveTo>
                  <a:lnTo>
                    <a:pt x="4021" y="1673072"/>
                  </a:lnTo>
                  <a:lnTo>
                    <a:pt x="15616" y="1630853"/>
                  </a:lnTo>
                  <a:lnTo>
                    <a:pt x="34078" y="1591976"/>
                  </a:lnTo>
                  <a:lnTo>
                    <a:pt x="58702" y="1557145"/>
                  </a:lnTo>
                  <a:lnTo>
                    <a:pt x="88782" y="1527067"/>
                  </a:lnTo>
                  <a:lnTo>
                    <a:pt x="123613" y="1502446"/>
                  </a:lnTo>
                  <a:lnTo>
                    <a:pt x="162489" y="1483987"/>
                  </a:lnTo>
                  <a:lnTo>
                    <a:pt x="204705" y="1472394"/>
                  </a:lnTo>
                  <a:lnTo>
                    <a:pt x="249554" y="1468373"/>
                  </a:lnTo>
                  <a:lnTo>
                    <a:pt x="294404" y="1472394"/>
                  </a:lnTo>
                  <a:lnTo>
                    <a:pt x="336620" y="1483987"/>
                  </a:lnTo>
                  <a:lnTo>
                    <a:pt x="375496" y="1502446"/>
                  </a:lnTo>
                  <a:lnTo>
                    <a:pt x="410327" y="1527067"/>
                  </a:lnTo>
                  <a:lnTo>
                    <a:pt x="440407" y="1557145"/>
                  </a:lnTo>
                  <a:lnTo>
                    <a:pt x="465031" y="1591976"/>
                  </a:lnTo>
                  <a:lnTo>
                    <a:pt x="483493" y="1630853"/>
                  </a:lnTo>
                  <a:lnTo>
                    <a:pt x="495088" y="1673072"/>
                  </a:lnTo>
                  <a:lnTo>
                    <a:pt x="499109" y="1717928"/>
                  </a:lnTo>
                  <a:lnTo>
                    <a:pt x="495088" y="1762785"/>
                  </a:lnTo>
                  <a:lnTo>
                    <a:pt x="483493" y="1805004"/>
                  </a:lnTo>
                  <a:lnTo>
                    <a:pt x="465031" y="1843881"/>
                  </a:lnTo>
                  <a:lnTo>
                    <a:pt x="440407" y="1878712"/>
                  </a:lnTo>
                  <a:lnTo>
                    <a:pt x="410327" y="1908790"/>
                  </a:lnTo>
                  <a:lnTo>
                    <a:pt x="375496" y="1933411"/>
                  </a:lnTo>
                  <a:lnTo>
                    <a:pt x="336620" y="1951870"/>
                  </a:lnTo>
                  <a:lnTo>
                    <a:pt x="294404" y="1963463"/>
                  </a:lnTo>
                  <a:lnTo>
                    <a:pt x="249554" y="1967483"/>
                  </a:lnTo>
                  <a:lnTo>
                    <a:pt x="204705" y="1963463"/>
                  </a:lnTo>
                  <a:lnTo>
                    <a:pt x="162489" y="1951870"/>
                  </a:lnTo>
                  <a:lnTo>
                    <a:pt x="123613" y="1933411"/>
                  </a:lnTo>
                  <a:lnTo>
                    <a:pt x="88782" y="1908790"/>
                  </a:lnTo>
                  <a:lnTo>
                    <a:pt x="58702" y="1878712"/>
                  </a:lnTo>
                  <a:lnTo>
                    <a:pt x="34078" y="1843881"/>
                  </a:lnTo>
                  <a:lnTo>
                    <a:pt x="15616" y="1805004"/>
                  </a:lnTo>
                  <a:lnTo>
                    <a:pt x="4021" y="1762785"/>
                  </a:lnTo>
                  <a:lnTo>
                    <a:pt x="0" y="1717928"/>
                  </a:lnTo>
                  <a:close/>
                </a:path>
                <a:path w="1395729" h="2701290">
                  <a:moveTo>
                    <a:pt x="249936" y="1232916"/>
                  </a:moveTo>
                  <a:lnTo>
                    <a:pt x="249936" y="1468501"/>
                  </a:lnTo>
                </a:path>
                <a:path w="1395729" h="2701290">
                  <a:moveTo>
                    <a:pt x="0" y="2452116"/>
                  </a:moveTo>
                  <a:lnTo>
                    <a:pt x="4021" y="2407326"/>
                  </a:lnTo>
                  <a:lnTo>
                    <a:pt x="15616" y="2365170"/>
                  </a:lnTo>
                  <a:lnTo>
                    <a:pt x="34078" y="2326352"/>
                  </a:lnTo>
                  <a:lnTo>
                    <a:pt x="58702" y="2291575"/>
                  </a:lnTo>
                  <a:lnTo>
                    <a:pt x="88782" y="2261543"/>
                  </a:lnTo>
                  <a:lnTo>
                    <a:pt x="123613" y="2236961"/>
                  </a:lnTo>
                  <a:lnTo>
                    <a:pt x="162489" y="2218530"/>
                  </a:lnTo>
                  <a:lnTo>
                    <a:pt x="204705" y="2206956"/>
                  </a:lnTo>
                  <a:lnTo>
                    <a:pt x="249554" y="2202941"/>
                  </a:lnTo>
                  <a:lnTo>
                    <a:pt x="294404" y="2206956"/>
                  </a:lnTo>
                  <a:lnTo>
                    <a:pt x="336620" y="2218530"/>
                  </a:lnTo>
                  <a:lnTo>
                    <a:pt x="375496" y="2236961"/>
                  </a:lnTo>
                  <a:lnTo>
                    <a:pt x="410327" y="2261543"/>
                  </a:lnTo>
                  <a:lnTo>
                    <a:pt x="440407" y="2291575"/>
                  </a:lnTo>
                  <a:lnTo>
                    <a:pt x="465031" y="2326352"/>
                  </a:lnTo>
                  <a:lnTo>
                    <a:pt x="483493" y="2365170"/>
                  </a:lnTo>
                  <a:lnTo>
                    <a:pt x="495088" y="2407326"/>
                  </a:lnTo>
                  <a:lnTo>
                    <a:pt x="499109" y="2452116"/>
                  </a:lnTo>
                  <a:lnTo>
                    <a:pt x="495088" y="2496905"/>
                  </a:lnTo>
                  <a:lnTo>
                    <a:pt x="483493" y="2539061"/>
                  </a:lnTo>
                  <a:lnTo>
                    <a:pt x="465031" y="2577879"/>
                  </a:lnTo>
                  <a:lnTo>
                    <a:pt x="440407" y="2612656"/>
                  </a:lnTo>
                  <a:lnTo>
                    <a:pt x="410327" y="2642688"/>
                  </a:lnTo>
                  <a:lnTo>
                    <a:pt x="375496" y="2667270"/>
                  </a:lnTo>
                  <a:lnTo>
                    <a:pt x="336620" y="2685701"/>
                  </a:lnTo>
                  <a:lnTo>
                    <a:pt x="294404" y="2697275"/>
                  </a:lnTo>
                  <a:lnTo>
                    <a:pt x="249554" y="2701290"/>
                  </a:lnTo>
                  <a:lnTo>
                    <a:pt x="204705" y="2697275"/>
                  </a:lnTo>
                  <a:lnTo>
                    <a:pt x="162489" y="2685701"/>
                  </a:lnTo>
                  <a:lnTo>
                    <a:pt x="123613" y="2667270"/>
                  </a:lnTo>
                  <a:lnTo>
                    <a:pt x="88782" y="2642688"/>
                  </a:lnTo>
                  <a:lnTo>
                    <a:pt x="58702" y="2612656"/>
                  </a:lnTo>
                  <a:lnTo>
                    <a:pt x="34078" y="2577879"/>
                  </a:lnTo>
                  <a:lnTo>
                    <a:pt x="15616" y="2539061"/>
                  </a:lnTo>
                  <a:lnTo>
                    <a:pt x="4021" y="2496905"/>
                  </a:lnTo>
                  <a:lnTo>
                    <a:pt x="0" y="2452116"/>
                  </a:lnTo>
                  <a:close/>
                </a:path>
                <a:path w="1395729" h="2701290">
                  <a:moveTo>
                    <a:pt x="249936" y="1967483"/>
                  </a:moveTo>
                  <a:lnTo>
                    <a:pt x="249936" y="2203005"/>
                  </a:lnTo>
                </a:path>
                <a:path w="1395729" h="2701290">
                  <a:moveTo>
                    <a:pt x="896112" y="249555"/>
                  </a:moveTo>
                  <a:lnTo>
                    <a:pt x="900133" y="204705"/>
                  </a:lnTo>
                  <a:lnTo>
                    <a:pt x="911728" y="162489"/>
                  </a:lnTo>
                  <a:lnTo>
                    <a:pt x="930190" y="123613"/>
                  </a:lnTo>
                  <a:lnTo>
                    <a:pt x="954814" y="88782"/>
                  </a:lnTo>
                  <a:lnTo>
                    <a:pt x="984894" y="58702"/>
                  </a:lnTo>
                  <a:lnTo>
                    <a:pt x="1019725" y="34078"/>
                  </a:lnTo>
                  <a:lnTo>
                    <a:pt x="1058601" y="15616"/>
                  </a:lnTo>
                  <a:lnTo>
                    <a:pt x="1100817" y="4021"/>
                  </a:lnTo>
                  <a:lnTo>
                    <a:pt x="1145666" y="0"/>
                  </a:lnTo>
                  <a:lnTo>
                    <a:pt x="1190516" y="4021"/>
                  </a:lnTo>
                  <a:lnTo>
                    <a:pt x="1232732" y="15616"/>
                  </a:lnTo>
                  <a:lnTo>
                    <a:pt x="1271608" y="34078"/>
                  </a:lnTo>
                  <a:lnTo>
                    <a:pt x="1306439" y="58702"/>
                  </a:lnTo>
                  <a:lnTo>
                    <a:pt x="1336519" y="88782"/>
                  </a:lnTo>
                  <a:lnTo>
                    <a:pt x="1361143" y="123613"/>
                  </a:lnTo>
                  <a:lnTo>
                    <a:pt x="1379605" y="162489"/>
                  </a:lnTo>
                  <a:lnTo>
                    <a:pt x="1391200" y="204705"/>
                  </a:lnTo>
                  <a:lnTo>
                    <a:pt x="1395221" y="249555"/>
                  </a:lnTo>
                  <a:lnTo>
                    <a:pt x="1391200" y="294404"/>
                  </a:lnTo>
                  <a:lnTo>
                    <a:pt x="1379605" y="336620"/>
                  </a:lnTo>
                  <a:lnTo>
                    <a:pt x="1361143" y="375496"/>
                  </a:lnTo>
                  <a:lnTo>
                    <a:pt x="1336519" y="410327"/>
                  </a:lnTo>
                  <a:lnTo>
                    <a:pt x="1306439" y="440407"/>
                  </a:lnTo>
                  <a:lnTo>
                    <a:pt x="1271608" y="465031"/>
                  </a:lnTo>
                  <a:lnTo>
                    <a:pt x="1232732" y="483493"/>
                  </a:lnTo>
                  <a:lnTo>
                    <a:pt x="1190516" y="495088"/>
                  </a:lnTo>
                  <a:lnTo>
                    <a:pt x="1145666" y="499109"/>
                  </a:lnTo>
                  <a:lnTo>
                    <a:pt x="1100817" y="495088"/>
                  </a:lnTo>
                  <a:lnTo>
                    <a:pt x="1058601" y="483493"/>
                  </a:lnTo>
                  <a:lnTo>
                    <a:pt x="1019725" y="465031"/>
                  </a:lnTo>
                  <a:lnTo>
                    <a:pt x="984894" y="440407"/>
                  </a:lnTo>
                  <a:lnTo>
                    <a:pt x="954814" y="410327"/>
                  </a:lnTo>
                  <a:lnTo>
                    <a:pt x="930190" y="375496"/>
                  </a:lnTo>
                  <a:lnTo>
                    <a:pt x="911728" y="336620"/>
                  </a:lnTo>
                  <a:lnTo>
                    <a:pt x="900133" y="294404"/>
                  </a:lnTo>
                  <a:lnTo>
                    <a:pt x="896112" y="249555"/>
                  </a:lnTo>
                  <a:close/>
                </a:path>
                <a:path w="1395729" h="2701290">
                  <a:moveTo>
                    <a:pt x="499109" y="249174"/>
                  </a:moveTo>
                  <a:lnTo>
                    <a:pt x="896238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98770" y="404088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1"/>
                  </a:lnTo>
                  <a:lnTo>
                    <a:pt x="162207" y="15616"/>
                  </a:lnTo>
                  <a:lnTo>
                    <a:pt x="123387" y="34078"/>
                  </a:lnTo>
                  <a:lnTo>
                    <a:pt x="88612" y="58702"/>
                  </a:lnTo>
                  <a:lnTo>
                    <a:pt x="58585" y="88782"/>
                  </a:lnTo>
                  <a:lnTo>
                    <a:pt x="34007" y="123613"/>
                  </a:lnTo>
                  <a:lnTo>
                    <a:pt x="15582" y="162489"/>
                  </a:lnTo>
                  <a:lnTo>
                    <a:pt x="4012" y="204705"/>
                  </a:lnTo>
                  <a:lnTo>
                    <a:pt x="0" y="249555"/>
                  </a:lnTo>
                  <a:lnTo>
                    <a:pt x="4012" y="294404"/>
                  </a:lnTo>
                  <a:lnTo>
                    <a:pt x="15582" y="336620"/>
                  </a:lnTo>
                  <a:lnTo>
                    <a:pt x="34007" y="375496"/>
                  </a:lnTo>
                  <a:lnTo>
                    <a:pt x="58585" y="410327"/>
                  </a:lnTo>
                  <a:lnTo>
                    <a:pt x="88612" y="440407"/>
                  </a:lnTo>
                  <a:lnTo>
                    <a:pt x="123387" y="465031"/>
                  </a:lnTo>
                  <a:lnTo>
                    <a:pt x="162207" y="483493"/>
                  </a:lnTo>
                  <a:lnTo>
                    <a:pt x="204370" y="495088"/>
                  </a:lnTo>
                  <a:lnTo>
                    <a:pt x="249174" y="499109"/>
                  </a:lnTo>
                  <a:lnTo>
                    <a:pt x="293977" y="495088"/>
                  </a:lnTo>
                  <a:lnTo>
                    <a:pt x="336140" y="483493"/>
                  </a:lnTo>
                  <a:lnTo>
                    <a:pt x="374960" y="465031"/>
                  </a:lnTo>
                  <a:lnTo>
                    <a:pt x="409735" y="440407"/>
                  </a:lnTo>
                  <a:lnTo>
                    <a:pt x="439762" y="410327"/>
                  </a:lnTo>
                  <a:lnTo>
                    <a:pt x="464340" y="375496"/>
                  </a:lnTo>
                  <a:lnTo>
                    <a:pt x="482765" y="336620"/>
                  </a:lnTo>
                  <a:lnTo>
                    <a:pt x="494335" y="294404"/>
                  </a:lnTo>
                  <a:lnTo>
                    <a:pt x="498347" y="249555"/>
                  </a:lnTo>
                  <a:lnTo>
                    <a:pt x="494335" y="204705"/>
                  </a:lnTo>
                  <a:lnTo>
                    <a:pt x="482765" y="162489"/>
                  </a:lnTo>
                  <a:lnTo>
                    <a:pt x="464340" y="123613"/>
                  </a:lnTo>
                  <a:lnTo>
                    <a:pt x="439762" y="88782"/>
                  </a:lnTo>
                  <a:lnTo>
                    <a:pt x="409735" y="58702"/>
                  </a:lnTo>
                  <a:lnTo>
                    <a:pt x="374960" y="34078"/>
                  </a:lnTo>
                  <a:lnTo>
                    <a:pt x="336140" y="15616"/>
                  </a:lnTo>
                  <a:lnTo>
                    <a:pt x="293977" y="4021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1768" y="4040885"/>
              <a:ext cx="3583940" cy="499109"/>
            </a:xfrm>
            <a:custGeom>
              <a:avLst/>
              <a:gdLst/>
              <a:ahLst/>
              <a:cxnLst/>
              <a:rect l="l" t="t" r="r" b="b"/>
              <a:pathLst>
                <a:path w="3583940" h="499109">
                  <a:moveTo>
                    <a:pt x="0" y="249174"/>
                  </a:moveTo>
                  <a:lnTo>
                    <a:pt x="397129" y="249174"/>
                  </a:lnTo>
                </a:path>
                <a:path w="3583940" h="499109">
                  <a:moveTo>
                    <a:pt x="1293114" y="249555"/>
                  </a:moveTo>
                  <a:lnTo>
                    <a:pt x="1297126" y="204705"/>
                  </a:lnTo>
                  <a:lnTo>
                    <a:pt x="1308696" y="162489"/>
                  </a:lnTo>
                  <a:lnTo>
                    <a:pt x="1327121" y="123613"/>
                  </a:lnTo>
                  <a:lnTo>
                    <a:pt x="1351699" y="88782"/>
                  </a:lnTo>
                  <a:lnTo>
                    <a:pt x="1381726" y="58702"/>
                  </a:lnTo>
                  <a:lnTo>
                    <a:pt x="1416501" y="34078"/>
                  </a:lnTo>
                  <a:lnTo>
                    <a:pt x="1455321" y="15616"/>
                  </a:lnTo>
                  <a:lnTo>
                    <a:pt x="1497484" y="4021"/>
                  </a:lnTo>
                  <a:lnTo>
                    <a:pt x="1542288" y="0"/>
                  </a:lnTo>
                  <a:lnTo>
                    <a:pt x="1587091" y="4021"/>
                  </a:lnTo>
                  <a:lnTo>
                    <a:pt x="1629254" y="15616"/>
                  </a:lnTo>
                  <a:lnTo>
                    <a:pt x="1668074" y="34078"/>
                  </a:lnTo>
                  <a:lnTo>
                    <a:pt x="1702849" y="58702"/>
                  </a:lnTo>
                  <a:lnTo>
                    <a:pt x="1732876" y="88782"/>
                  </a:lnTo>
                  <a:lnTo>
                    <a:pt x="1757454" y="123613"/>
                  </a:lnTo>
                  <a:lnTo>
                    <a:pt x="1775879" y="162489"/>
                  </a:lnTo>
                  <a:lnTo>
                    <a:pt x="1787449" y="204705"/>
                  </a:lnTo>
                  <a:lnTo>
                    <a:pt x="1791462" y="249555"/>
                  </a:lnTo>
                  <a:lnTo>
                    <a:pt x="1787449" y="294404"/>
                  </a:lnTo>
                  <a:lnTo>
                    <a:pt x="1775879" y="336620"/>
                  </a:lnTo>
                  <a:lnTo>
                    <a:pt x="1757454" y="375496"/>
                  </a:lnTo>
                  <a:lnTo>
                    <a:pt x="1732876" y="410327"/>
                  </a:lnTo>
                  <a:lnTo>
                    <a:pt x="1702849" y="440407"/>
                  </a:lnTo>
                  <a:lnTo>
                    <a:pt x="1668074" y="465031"/>
                  </a:lnTo>
                  <a:lnTo>
                    <a:pt x="1629254" y="483493"/>
                  </a:lnTo>
                  <a:lnTo>
                    <a:pt x="1587091" y="495088"/>
                  </a:lnTo>
                  <a:lnTo>
                    <a:pt x="1542288" y="499109"/>
                  </a:lnTo>
                  <a:lnTo>
                    <a:pt x="1497484" y="495088"/>
                  </a:lnTo>
                  <a:lnTo>
                    <a:pt x="1455321" y="483493"/>
                  </a:lnTo>
                  <a:lnTo>
                    <a:pt x="1416501" y="465031"/>
                  </a:lnTo>
                  <a:lnTo>
                    <a:pt x="1381726" y="440407"/>
                  </a:lnTo>
                  <a:lnTo>
                    <a:pt x="1351699" y="410327"/>
                  </a:lnTo>
                  <a:lnTo>
                    <a:pt x="1327121" y="375496"/>
                  </a:lnTo>
                  <a:lnTo>
                    <a:pt x="1308696" y="336620"/>
                  </a:lnTo>
                  <a:lnTo>
                    <a:pt x="1297126" y="294404"/>
                  </a:lnTo>
                  <a:lnTo>
                    <a:pt x="1293114" y="249555"/>
                  </a:lnTo>
                  <a:close/>
                </a:path>
                <a:path w="3583940" h="499109">
                  <a:moveTo>
                    <a:pt x="895350" y="249174"/>
                  </a:moveTo>
                  <a:lnTo>
                    <a:pt x="1292479" y="249174"/>
                  </a:lnTo>
                </a:path>
                <a:path w="3583940" h="499109">
                  <a:moveTo>
                    <a:pt x="2188464" y="249555"/>
                  </a:moveTo>
                  <a:lnTo>
                    <a:pt x="2192485" y="204705"/>
                  </a:lnTo>
                  <a:lnTo>
                    <a:pt x="2204080" y="162489"/>
                  </a:lnTo>
                  <a:lnTo>
                    <a:pt x="2222542" y="123613"/>
                  </a:lnTo>
                  <a:lnTo>
                    <a:pt x="2247166" y="88782"/>
                  </a:lnTo>
                  <a:lnTo>
                    <a:pt x="2277246" y="58702"/>
                  </a:lnTo>
                  <a:lnTo>
                    <a:pt x="2312077" y="34078"/>
                  </a:lnTo>
                  <a:lnTo>
                    <a:pt x="2350953" y="15616"/>
                  </a:lnTo>
                  <a:lnTo>
                    <a:pt x="2393169" y="4021"/>
                  </a:lnTo>
                  <a:lnTo>
                    <a:pt x="2438018" y="0"/>
                  </a:lnTo>
                  <a:lnTo>
                    <a:pt x="2482868" y="4021"/>
                  </a:lnTo>
                  <a:lnTo>
                    <a:pt x="2525084" y="15616"/>
                  </a:lnTo>
                  <a:lnTo>
                    <a:pt x="2563960" y="34078"/>
                  </a:lnTo>
                  <a:lnTo>
                    <a:pt x="2598791" y="58702"/>
                  </a:lnTo>
                  <a:lnTo>
                    <a:pt x="2628871" y="88782"/>
                  </a:lnTo>
                  <a:lnTo>
                    <a:pt x="2653495" y="123613"/>
                  </a:lnTo>
                  <a:lnTo>
                    <a:pt x="2671957" y="162489"/>
                  </a:lnTo>
                  <a:lnTo>
                    <a:pt x="2683552" y="204705"/>
                  </a:lnTo>
                  <a:lnTo>
                    <a:pt x="2687574" y="249555"/>
                  </a:lnTo>
                  <a:lnTo>
                    <a:pt x="2683552" y="294404"/>
                  </a:lnTo>
                  <a:lnTo>
                    <a:pt x="2671957" y="336620"/>
                  </a:lnTo>
                  <a:lnTo>
                    <a:pt x="2653495" y="375496"/>
                  </a:lnTo>
                  <a:lnTo>
                    <a:pt x="2628871" y="410327"/>
                  </a:lnTo>
                  <a:lnTo>
                    <a:pt x="2598791" y="440407"/>
                  </a:lnTo>
                  <a:lnTo>
                    <a:pt x="2563960" y="465031"/>
                  </a:lnTo>
                  <a:lnTo>
                    <a:pt x="2525084" y="483493"/>
                  </a:lnTo>
                  <a:lnTo>
                    <a:pt x="2482868" y="495088"/>
                  </a:lnTo>
                  <a:lnTo>
                    <a:pt x="2438018" y="499109"/>
                  </a:lnTo>
                  <a:lnTo>
                    <a:pt x="2393169" y="495088"/>
                  </a:lnTo>
                  <a:lnTo>
                    <a:pt x="2350953" y="483493"/>
                  </a:lnTo>
                  <a:lnTo>
                    <a:pt x="2312077" y="465031"/>
                  </a:lnTo>
                  <a:lnTo>
                    <a:pt x="2277246" y="440407"/>
                  </a:lnTo>
                  <a:lnTo>
                    <a:pt x="2247166" y="410327"/>
                  </a:lnTo>
                  <a:lnTo>
                    <a:pt x="2222542" y="375496"/>
                  </a:lnTo>
                  <a:lnTo>
                    <a:pt x="2204080" y="336620"/>
                  </a:lnTo>
                  <a:lnTo>
                    <a:pt x="2192485" y="294404"/>
                  </a:lnTo>
                  <a:lnTo>
                    <a:pt x="2188464" y="249555"/>
                  </a:lnTo>
                  <a:close/>
                </a:path>
                <a:path w="3583940" h="499109">
                  <a:moveTo>
                    <a:pt x="1791462" y="249174"/>
                  </a:moveTo>
                  <a:lnTo>
                    <a:pt x="2188591" y="249174"/>
                  </a:lnTo>
                </a:path>
                <a:path w="3583940" h="499109">
                  <a:moveTo>
                    <a:pt x="3084576" y="249555"/>
                  </a:moveTo>
                  <a:lnTo>
                    <a:pt x="3088597" y="204705"/>
                  </a:lnTo>
                  <a:lnTo>
                    <a:pt x="3100192" y="162489"/>
                  </a:lnTo>
                  <a:lnTo>
                    <a:pt x="3118654" y="123613"/>
                  </a:lnTo>
                  <a:lnTo>
                    <a:pt x="3143278" y="88782"/>
                  </a:lnTo>
                  <a:lnTo>
                    <a:pt x="3173358" y="58702"/>
                  </a:lnTo>
                  <a:lnTo>
                    <a:pt x="3208189" y="34078"/>
                  </a:lnTo>
                  <a:lnTo>
                    <a:pt x="3247065" y="15616"/>
                  </a:lnTo>
                  <a:lnTo>
                    <a:pt x="3289281" y="4021"/>
                  </a:lnTo>
                  <a:lnTo>
                    <a:pt x="3334131" y="0"/>
                  </a:lnTo>
                  <a:lnTo>
                    <a:pt x="3378980" y="4021"/>
                  </a:lnTo>
                  <a:lnTo>
                    <a:pt x="3421196" y="15616"/>
                  </a:lnTo>
                  <a:lnTo>
                    <a:pt x="3460072" y="34078"/>
                  </a:lnTo>
                  <a:lnTo>
                    <a:pt x="3494903" y="58702"/>
                  </a:lnTo>
                  <a:lnTo>
                    <a:pt x="3524983" y="88782"/>
                  </a:lnTo>
                  <a:lnTo>
                    <a:pt x="3549607" y="123613"/>
                  </a:lnTo>
                  <a:lnTo>
                    <a:pt x="3568069" y="162489"/>
                  </a:lnTo>
                  <a:lnTo>
                    <a:pt x="3579664" y="204705"/>
                  </a:lnTo>
                  <a:lnTo>
                    <a:pt x="3583686" y="249555"/>
                  </a:lnTo>
                  <a:lnTo>
                    <a:pt x="3579664" y="294404"/>
                  </a:lnTo>
                  <a:lnTo>
                    <a:pt x="3568069" y="336620"/>
                  </a:lnTo>
                  <a:lnTo>
                    <a:pt x="3549607" y="375496"/>
                  </a:lnTo>
                  <a:lnTo>
                    <a:pt x="3524983" y="410327"/>
                  </a:lnTo>
                  <a:lnTo>
                    <a:pt x="3494903" y="440407"/>
                  </a:lnTo>
                  <a:lnTo>
                    <a:pt x="3460072" y="465031"/>
                  </a:lnTo>
                  <a:lnTo>
                    <a:pt x="3421196" y="483493"/>
                  </a:lnTo>
                  <a:lnTo>
                    <a:pt x="3378980" y="495088"/>
                  </a:lnTo>
                  <a:lnTo>
                    <a:pt x="3334131" y="499109"/>
                  </a:lnTo>
                  <a:lnTo>
                    <a:pt x="3289281" y="495088"/>
                  </a:lnTo>
                  <a:lnTo>
                    <a:pt x="3247065" y="483493"/>
                  </a:lnTo>
                  <a:lnTo>
                    <a:pt x="3208189" y="465031"/>
                  </a:lnTo>
                  <a:lnTo>
                    <a:pt x="3173358" y="440407"/>
                  </a:lnTo>
                  <a:lnTo>
                    <a:pt x="3143278" y="410327"/>
                  </a:lnTo>
                  <a:lnTo>
                    <a:pt x="3118654" y="375496"/>
                  </a:lnTo>
                  <a:lnTo>
                    <a:pt x="3100192" y="336620"/>
                  </a:lnTo>
                  <a:lnTo>
                    <a:pt x="3088597" y="294404"/>
                  </a:lnTo>
                  <a:lnTo>
                    <a:pt x="3084576" y="249555"/>
                  </a:lnTo>
                  <a:close/>
                </a:path>
                <a:path w="3583940" h="499109">
                  <a:moveTo>
                    <a:pt x="2687574" y="249174"/>
                  </a:moveTo>
                  <a:lnTo>
                    <a:pt x="3084703" y="2491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02658" y="4775453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2"/>
                  </a:lnTo>
                  <a:lnTo>
                    <a:pt x="162489" y="15582"/>
                  </a:lnTo>
                  <a:lnTo>
                    <a:pt x="123613" y="34007"/>
                  </a:lnTo>
                  <a:lnTo>
                    <a:pt x="88782" y="58585"/>
                  </a:lnTo>
                  <a:lnTo>
                    <a:pt x="58702" y="88612"/>
                  </a:lnTo>
                  <a:lnTo>
                    <a:pt x="34078" y="123387"/>
                  </a:lnTo>
                  <a:lnTo>
                    <a:pt x="15616" y="162207"/>
                  </a:lnTo>
                  <a:lnTo>
                    <a:pt x="4021" y="204370"/>
                  </a:lnTo>
                  <a:lnTo>
                    <a:pt x="0" y="249174"/>
                  </a:lnTo>
                  <a:lnTo>
                    <a:pt x="4021" y="293977"/>
                  </a:lnTo>
                  <a:lnTo>
                    <a:pt x="15616" y="336140"/>
                  </a:lnTo>
                  <a:lnTo>
                    <a:pt x="34078" y="374960"/>
                  </a:lnTo>
                  <a:lnTo>
                    <a:pt x="58702" y="409735"/>
                  </a:lnTo>
                  <a:lnTo>
                    <a:pt x="88782" y="439762"/>
                  </a:lnTo>
                  <a:lnTo>
                    <a:pt x="123613" y="464340"/>
                  </a:lnTo>
                  <a:lnTo>
                    <a:pt x="162489" y="482765"/>
                  </a:lnTo>
                  <a:lnTo>
                    <a:pt x="204705" y="494335"/>
                  </a:lnTo>
                  <a:lnTo>
                    <a:pt x="249554" y="498348"/>
                  </a:lnTo>
                  <a:lnTo>
                    <a:pt x="294404" y="494335"/>
                  </a:lnTo>
                  <a:lnTo>
                    <a:pt x="336620" y="482765"/>
                  </a:lnTo>
                  <a:lnTo>
                    <a:pt x="375496" y="464340"/>
                  </a:lnTo>
                  <a:lnTo>
                    <a:pt x="410327" y="439762"/>
                  </a:lnTo>
                  <a:lnTo>
                    <a:pt x="440407" y="409735"/>
                  </a:lnTo>
                  <a:lnTo>
                    <a:pt x="465031" y="374960"/>
                  </a:lnTo>
                  <a:lnTo>
                    <a:pt x="483493" y="336140"/>
                  </a:lnTo>
                  <a:lnTo>
                    <a:pt x="495088" y="293977"/>
                  </a:lnTo>
                  <a:lnTo>
                    <a:pt x="499109" y="249174"/>
                  </a:lnTo>
                  <a:lnTo>
                    <a:pt x="495088" y="204370"/>
                  </a:lnTo>
                  <a:lnTo>
                    <a:pt x="483493" y="162207"/>
                  </a:lnTo>
                  <a:lnTo>
                    <a:pt x="465031" y="123387"/>
                  </a:lnTo>
                  <a:lnTo>
                    <a:pt x="440407" y="88612"/>
                  </a:lnTo>
                  <a:lnTo>
                    <a:pt x="410327" y="58585"/>
                  </a:lnTo>
                  <a:lnTo>
                    <a:pt x="375496" y="34007"/>
                  </a:lnTo>
                  <a:lnTo>
                    <a:pt x="336620" y="15582"/>
                  </a:lnTo>
                  <a:lnTo>
                    <a:pt x="294404" y="4012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 flipH="1">
              <a:off x="4751832" y="4539995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8770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4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8770" y="4519421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5"/>
                  </a:moveTo>
                  <a:lnTo>
                    <a:pt x="4012" y="460402"/>
                  </a:lnTo>
                  <a:lnTo>
                    <a:pt x="15582" y="418239"/>
                  </a:lnTo>
                  <a:lnTo>
                    <a:pt x="34007" y="379419"/>
                  </a:lnTo>
                  <a:lnTo>
                    <a:pt x="58585" y="344644"/>
                  </a:lnTo>
                  <a:lnTo>
                    <a:pt x="88612" y="314617"/>
                  </a:lnTo>
                  <a:lnTo>
                    <a:pt x="123387" y="290039"/>
                  </a:lnTo>
                  <a:lnTo>
                    <a:pt x="162207" y="271614"/>
                  </a:lnTo>
                  <a:lnTo>
                    <a:pt x="204370" y="260044"/>
                  </a:lnTo>
                  <a:lnTo>
                    <a:pt x="249174" y="256031"/>
                  </a:lnTo>
                  <a:lnTo>
                    <a:pt x="293977" y="260044"/>
                  </a:lnTo>
                  <a:lnTo>
                    <a:pt x="336140" y="271614"/>
                  </a:lnTo>
                  <a:lnTo>
                    <a:pt x="374960" y="290039"/>
                  </a:lnTo>
                  <a:lnTo>
                    <a:pt x="409735" y="314617"/>
                  </a:lnTo>
                  <a:lnTo>
                    <a:pt x="439762" y="344644"/>
                  </a:lnTo>
                  <a:lnTo>
                    <a:pt x="464340" y="379419"/>
                  </a:lnTo>
                  <a:lnTo>
                    <a:pt x="482765" y="418239"/>
                  </a:lnTo>
                  <a:lnTo>
                    <a:pt x="494335" y="460402"/>
                  </a:lnTo>
                  <a:lnTo>
                    <a:pt x="498347" y="505205"/>
                  </a:lnTo>
                  <a:lnTo>
                    <a:pt x="494335" y="550009"/>
                  </a:lnTo>
                  <a:lnTo>
                    <a:pt x="482765" y="592172"/>
                  </a:lnTo>
                  <a:lnTo>
                    <a:pt x="464340" y="630992"/>
                  </a:lnTo>
                  <a:lnTo>
                    <a:pt x="439762" y="665767"/>
                  </a:lnTo>
                  <a:lnTo>
                    <a:pt x="409735" y="695794"/>
                  </a:lnTo>
                  <a:lnTo>
                    <a:pt x="374960" y="720372"/>
                  </a:lnTo>
                  <a:lnTo>
                    <a:pt x="336140" y="738797"/>
                  </a:lnTo>
                  <a:lnTo>
                    <a:pt x="293977" y="750367"/>
                  </a:lnTo>
                  <a:lnTo>
                    <a:pt x="249174" y="754379"/>
                  </a:lnTo>
                  <a:lnTo>
                    <a:pt x="204370" y="750367"/>
                  </a:lnTo>
                  <a:lnTo>
                    <a:pt x="162207" y="738797"/>
                  </a:lnTo>
                  <a:lnTo>
                    <a:pt x="123387" y="720372"/>
                  </a:lnTo>
                  <a:lnTo>
                    <a:pt x="88612" y="695794"/>
                  </a:lnTo>
                  <a:lnTo>
                    <a:pt x="58585" y="665767"/>
                  </a:lnTo>
                  <a:lnTo>
                    <a:pt x="34007" y="630992"/>
                  </a:lnTo>
                  <a:lnTo>
                    <a:pt x="15582" y="592172"/>
                  </a:lnTo>
                  <a:lnTo>
                    <a:pt x="4012" y="550009"/>
                  </a:lnTo>
                  <a:lnTo>
                    <a:pt x="0" y="505205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94882" y="4775453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2"/>
                  </a:lnTo>
                  <a:lnTo>
                    <a:pt x="162207" y="15582"/>
                  </a:lnTo>
                  <a:lnTo>
                    <a:pt x="123387" y="34007"/>
                  </a:lnTo>
                  <a:lnTo>
                    <a:pt x="88612" y="58585"/>
                  </a:lnTo>
                  <a:lnTo>
                    <a:pt x="58585" y="88612"/>
                  </a:lnTo>
                  <a:lnTo>
                    <a:pt x="34007" y="123387"/>
                  </a:lnTo>
                  <a:lnTo>
                    <a:pt x="15582" y="162207"/>
                  </a:lnTo>
                  <a:lnTo>
                    <a:pt x="4012" y="204370"/>
                  </a:lnTo>
                  <a:lnTo>
                    <a:pt x="0" y="249174"/>
                  </a:lnTo>
                  <a:lnTo>
                    <a:pt x="4012" y="293977"/>
                  </a:lnTo>
                  <a:lnTo>
                    <a:pt x="15582" y="336140"/>
                  </a:lnTo>
                  <a:lnTo>
                    <a:pt x="34007" y="374960"/>
                  </a:lnTo>
                  <a:lnTo>
                    <a:pt x="58585" y="409735"/>
                  </a:lnTo>
                  <a:lnTo>
                    <a:pt x="88612" y="439762"/>
                  </a:lnTo>
                  <a:lnTo>
                    <a:pt x="123387" y="464340"/>
                  </a:lnTo>
                  <a:lnTo>
                    <a:pt x="162207" y="482765"/>
                  </a:lnTo>
                  <a:lnTo>
                    <a:pt x="204370" y="494335"/>
                  </a:lnTo>
                  <a:lnTo>
                    <a:pt x="249173" y="498348"/>
                  </a:lnTo>
                  <a:lnTo>
                    <a:pt x="293977" y="494335"/>
                  </a:lnTo>
                  <a:lnTo>
                    <a:pt x="336140" y="482765"/>
                  </a:lnTo>
                  <a:lnTo>
                    <a:pt x="374960" y="464340"/>
                  </a:lnTo>
                  <a:lnTo>
                    <a:pt x="409735" y="439762"/>
                  </a:lnTo>
                  <a:lnTo>
                    <a:pt x="439762" y="409735"/>
                  </a:lnTo>
                  <a:lnTo>
                    <a:pt x="464340" y="374960"/>
                  </a:lnTo>
                  <a:lnTo>
                    <a:pt x="482765" y="336140"/>
                  </a:lnTo>
                  <a:lnTo>
                    <a:pt x="494335" y="293977"/>
                  </a:lnTo>
                  <a:lnTo>
                    <a:pt x="498347" y="249174"/>
                  </a:lnTo>
                  <a:lnTo>
                    <a:pt x="494335" y="204370"/>
                  </a:lnTo>
                  <a:lnTo>
                    <a:pt x="482765" y="162207"/>
                  </a:lnTo>
                  <a:lnTo>
                    <a:pt x="464340" y="123387"/>
                  </a:lnTo>
                  <a:lnTo>
                    <a:pt x="439762" y="88612"/>
                  </a:lnTo>
                  <a:lnTo>
                    <a:pt x="409735" y="58585"/>
                  </a:lnTo>
                  <a:lnTo>
                    <a:pt x="374960" y="34007"/>
                  </a:lnTo>
                  <a:lnTo>
                    <a:pt x="336140" y="15582"/>
                  </a:lnTo>
                  <a:lnTo>
                    <a:pt x="293977" y="4012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05656" y="4519421"/>
              <a:ext cx="4479925" cy="754380"/>
            </a:xfrm>
            <a:custGeom>
              <a:avLst/>
              <a:gdLst/>
              <a:ahLst/>
              <a:cxnLst/>
              <a:rect l="l" t="t" r="r" b="b"/>
              <a:pathLst>
                <a:path w="4479925" h="754379">
                  <a:moveTo>
                    <a:pt x="2438400" y="0"/>
                  </a:moveTo>
                  <a:lnTo>
                    <a:pt x="2438400" y="256031"/>
                  </a:lnTo>
                </a:path>
                <a:path w="4479925" h="754379">
                  <a:moveTo>
                    <a:pt x="3084576" y="505205"/>
                  </a:moveTo>
                  <a:lnTo>
                    <a:pt x="3088597" y="460402"/>
                  </a:lnTo>
                  <a:lnTo>
                    <a:pt x="3100192" y="418239"/>
                  </a:lnTo>
                  <a:lnTo>
                    <a:pt x="3118654" y="379419"/>
                  </a:lnTo>
                  <a:lnTo>
                    <a:pt x="3143278" y="344644"/>
                  </a:lnTo>
                  <a:lnTo>
                    <a:pt x="3173358" y="314617"/>
                  </a:lnTo>
                  <a:lnTo>
                    <a:pt x="3208189" y="290039"/>
                  </a:lnTo>
                  <a:lnTo>
                    <a:pt x="3247065" y="271614"/>
                  </a:lnTo>
                  <a:lnTo>
                    <a:pt x="3289281" y="260044"/>
                  </a:lnTo>
                  <a:lnTo>
                    <a:pt x="3334130" y="256031"/>
                  </a:lnTo>
                  <a:lnTo>
                    <a:pt x="3378980" y="260044"/>
                  </a:lnTo>
                  <a:lnTo>
                    <a:pt x="3421196" y="271614"/>
                  </a:lnTo>
                  <a:lnTo>
                    <a:pt x="3460072" y="290039"/>
                  </a:lnTo>
                  <a:lnTo>
                    <a:pt x="3494903" y="314617"/>
                  </a:lnTo>
                  <a:lnTo>
                    <a:pt x="3524983" y="344644"/>
                  </a:lnTo>
                  <a:lnTo>
                    <a:pt x="3549607" y="379419"/>
                  </a:lnTo>
                  <a:lnTo>
                    <a:pt x="3568069" y="418239"/>
                  </a:lnTo>
                  <a:lnTo>
                    <a:pt x="3579664" y="460402"/>
                  </a:lnTo>
                  <a:lnTo>
                    <a:pt x="3583686" y="505205"/>
                  </a:lnTo>
                  <a:lnTo>
                    <a:pt x="3579664" y="550009"/>
                  </a:lnTo>
                  <a:lnTo>
                    <a:pt x="3568069" y="592172"/>
                  </a:lnTo>
                  <a:lnTo>
                    <a:pt x="3549607" y="630992"/>
                  </a:lnTo>
                  <a:lnTo>
                    <a:pt x="3524983" y="665767"/>
                  </a:lnTo>
                  <a:lnTo>
                    <a:pt x="3494903" y="695794"/>
                  </a:lnTo>
                  <a:lnTo>
                    <a:pt x="3460072" y="720372"/>
                  </a:lnTo>
                  <a:lnTo>
                    <a:pt x="3421196" y="738797"/>
                  </a:lnTo>
                  <a:lnTo>
                    <a:pt x="3378980" y="750367"/>
                  </a:lnTo>
                  <a:lnTo>
                    <a:pt x="3334130" y="754379"/>
                  </a:lnTo>
                  <a:lnTo>
                    <a:pt x="3289281" y="750367"/>
                  </a:lnTo>
                  <a:lnTo>
                    <a:pt x="3247065" y="738797"/>
                  </a:lnTo>
                  <a:lnTo>
                    <a:pt x="3208189" y="720372"/>
                  </a:lnTo>
                  <a:lnTo>
                    <a:pt x="3173358" y="695794"/>
                  </a:lnTo>
                  <a:lnTo>
                    <a:pt x="3143278" y="665767"/>
                  </a:lnTo>
                  <a:lnTo>
                    <a:pt x="3118654" y="630992"/>
                  </a:lnTo>
                  <a:lnTo>
                    <a:pt x="3100192" y="592172"/>
                  </a:lnTo>
                  <a:lnTo>
                    <a:pt x="3088597" y="550009"/>
                  </a:lnTo>
                  <a:lnTo>
                    <a:pt x="3084576" y="505205"/>
                  </a:lnTo>
                  <a:close/>
                </a:path>
                <a:path w="4479925" h="754379">
                  <a:moveTo>
                    <a:pt x="3334512" y="0"/>
                  </a:moveTo>
                  <a:lnTo>
                    <a:pt x="3334512" y="256031"/>
                  </a:lnTo>
                </a:path>
                <a:path w="4479925" h="754379">
                  <a:moveTo>
                    <a:pt x="3980688" y="505205"/>
                  </a:moveTo>
                  <a:lnTo>
                    <a:pt x="3984709" y="460402"/>
                  </a:lnTo>
                  <a:lnTo>
                    <a:pt x="3996304" y="418239"/>
                  </a:lnTo>
                  <a:lnTo>
                    <a:pt x="4014766" y="379419"/>
                  </a:lnTo>
                  <a:lnTo>
                    <a:pt x="4039390" y="344644"/>
                  </a:lnTo>
                  <a:lnTo>
                    <a:pt x="4069470" y="314617"/>
                  </a:lnTo>
                  <a:lnTo>
                    <a:pt x="4104301" y="290039"/>
                  </a:lnTo>
                  <a:lnTo>
                    <a:pt x="4143177" y="271614"/>
                  </a:lnTo>
                  <a:lnTo>
                    <a:pt x="4185393" y="260044"/>
                  </a:lnTo>
                  <a:lnTo>
                    <a:pt x="4230243" y="256031"/>
                  </a:lnTo>
                  <a:lnTo>
                    <a:pt x="4275092" y="260044"/>
                  </a:lnTo>
                  <a:lnTo>
                    <a:pt x="4317308" y="271614"/>
                  </a:lnTo>
                  <a:lnTo>
                    <a:pt x="4356184" y="290039"/>
                  </a:lnTo>
                  <a:lnTo>
                    <a:pt x="4391015" y="314617"/>
                  </a:lnTo>
                  <a:lnTo>
                    <a:pt x="4421095" y="344644"/>
                  </a:lnTo>
                  <a:lnTo>
                    <a:pt x="4445719" y="379419"/>
                  </a:lnTo>
                  <a:lnTo>
                    <a:pt x="4464181" y="418239"/>
                  </a:lnTo>
                  <a:lnTo>
                    <a:pt x="4475776" y="460402"/>
                  </a:lnTo>
                  <a:lnTo>
                    <a:pt x="4479798" y="505205"/>
                  </a:lnTo>
                  <a:lnTo>
                    <a:pt x="4475776" y="550009"/>
                  </a:lnTo>
                  <a:lnTo>
                    <a:pt x="4464181" y="592172"/>
                  </a:lnTo>
                  <a:lnTo>
                    <a:pt x="4445719" y="630992"/>
                  </a:lnTo>
                  <a:lnTo>
                    <a:pt x="4421095" y="665767"/>
                  </a:lnTo>
                  <a:lnTo>
                    <a:pt x="4391015" y="695794"/>
                  </a:lnTo>
                  <a:lnTo>
                    <a:pt x="4356184" y="720372"/>
                  </a:lnTo>
                  <a:lnTo>
                    <a:pt x="4317308" y="738797"/>
                  </a:lnTo>
                  <a:lnTo>
                    <a:pt x="4275092" y="750367"/>
                  </a:lnTo>
                  <a:lnTo>
                    <a:pt x="4230243" y="754379"/>
                  </a:lnTo>
                  <a:lnTo>
                    <a:pt x="4185393" y="750367"/>
                  </a:lnTo>
                  <a:lnTo>
                    <a:pt x="4143177" y="738797"/>
                  </a:lnTo>
                  <a:lnTo>
                    <a:pt x="4104301" y="720372"/>
                  </a:lnTo>
                  <a:lnTo>
                    <a:pt x="4069470" y="695794"/>
                  </a:lnTo>
                  <a:lnTo>
                    <a:pt x="4039390" y="665767"/>
                  </a:lnTo>
                  <a:lnTo>
                    <a:pt x="4014766" y="630992"/>
                  </a:lnTo>
                  <a:lnTo>
                    <a:pt x="3996304" y="592172"/>
                  </a:lnTo>
                  <a:lnTo>
                    <a:pt x="3984709" y="550009"/>
                  </a:lnTo>
                  <a:lnTo>
                    <a:pt x="3980688" y="505205"/>
                  </a:lnTo>
                  <a:close/>
                </a:path>
                <a:path w="4479925" h="754379">
                  <a:moveTo>
                    <a:pt x="4229862" y="20573"/>
                  </a:moveTo>
                  <a:lnTo>
                    <a:pt x="4229862" y="256158"/>
                  </a:lnTo>
                </a:path>
                <a:path w="4479925" h="754379">
                  <a:moveTo>
                    <a:pt x="0" y="505205"/>
                  </a:moveTo>
                  <a:lnTo>
                    <a:pt x="397129" y="505205"/>
                  </a:lnTo>
                </a:path>
                <a:path w="4479925" h="754379">
                  <a:moveTo>
                    <a:pt x="896112" y="505205"/>
                  </a:moveTo>
                  <a:lnTo>
                    <a:pt x="1293241" y="505205"/>
                  </a:lnTo>
                </a:path>
                <a:path w="4479925" h="754379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754379">
                  <a:moveTo>
                    <a:pt x="2687574" y="503681"/>
                  </a:moveTo>
                  <a:lnTo>
                    <a:pt x="3084703" y="503681"/>
                  </a:lnTo>
                </a:path>
                <a:path w="4479925" h="754379">
                  <a:moveTo>
                    <a:pt x="3583686" y="503681"/>
                  </a:moveTo>
                  <a:lnTo>
                    <a:pt x="3980815" y="50482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02658" y="5508497"/>
              <a:ext cx="499109" cy="498475"/>
            </a:xfrm>
            <a:custGeom>
              <a:avLst/>
              <a:gdLst/>
              <a:ahLst/>
              <a:cxnLst/>
              <a:rect l="l" t="t" r="r" b="b"/>
              <a:pathLst>
                <a:path w="499109" h="498475">
                  <a:moveTo>
                    <a:pt x="249554" y="0"/>
                  </a:moveTo>
                  <a:lnTo>
                    <a:pt x="204705" y="4014"/>
                  </a:lnTo>
                  <a:lnTo>
                    <a:pt x="162489" y="15588"/>
                  </a:lnTo>
                  <a:lnTo>
                    <a:pt x="123613" y="34019"/>
                  </a:lnTo>
                  <a:lnTo>
                    <a:pt x="88782" y="58601"/>
                  </a:lnTo>
                  <a:lnTo>
                    <a:pt x="58702" y="88633"/>
                  </a:lnTo>
                  <a:lnTo>
                    <a:pt x="34078" y="123410"/>
                  </a:lnTo>
                  <a:lnTo>
                    <a:pt x="15616" y="162228"/>
                  </a:lnTo>
                  <a:lnTo>
                    <a:pt x="4021" y="204384"/>
                  </a:lnTo>
                  <a:lnTo>
                    <a:pt x="0" y="249173"/>
                  </a:lnTo>
                  <a:lnTo>
                    <a:pt x="4021" y="293963"/>
                  </a:lnTo>
                  <a:lnTo>
                    <a:pt x="15616" y="336119"/>
                  </a:lnTo>
                  <a:lnTo>
                    <a:pt x="34078" y="374937"/>
                  </a:lnTo>
                  <a:lnTo>
                    <a:pt x="58702" y="409714"/>
                  </a:lnTo>
                  <a:lnTo>
                    <a:pt x="88782" y="439746"/>
                  </a:lnTo>
                  <a:lnTo>
                    <a:pt x="123613" y="464328"/>
                  </a:lnTo>
                  <a:lnTo>
                    <a:pt x="162489" y="482759"/>
                  </a:lnTo>
                  <a:lnTo>
                    <a:pt x="204705" y="494333"/>
                  </a:lnTo>
                  <a:lnTo>
                    <a:pt x="249554" y="498347"/>
                  </a:lnTo>
                  <a:lnTo>
                    <a:pt x="294404" y="494333"/>
                  </a:lnTo>
                  <a:lnTo>
                    <a:pt x="336620" y="482759"/>
                  </a:lnTo>
                  <a:lnTo>
                    <a:pt x="375496" y="464328"/>
                  </a:lnTo>
                  <a:lnTo>
                    <a:pt x="410327" y="439746"/>
                  </a:lnTo>
                  <a:lnTo>
                    <a:pt x="440407" y="409714"/>
                  </a:lnTo>
                  <a:lnTo>
                    <a:pt x="465031" y="374937"/>
                  </a:lnTo>
                  <a:lnTo>
                    <a:pt x="483493" y="336119"/>
                  </a:lnTo>
                  <a:lnTo>
                    <a:pt x="495088" y="293963"/>
                  </a:lnTo>
                  <a:lnTo>
                    <a:pt x="499109" y="249173"/>
                  </a:lnTo>
                  <a:lnTo>
                    <a:pt x="495088" y="204384"/>
                  </a:lnTo>
                  <a:lnTo>
                    <a:pt x="483493" y="162228"/>
                  </a:lnTo>
                  <a:lnTo>
                    <a:pt x="465031" y="123410"/>
                  </a:lnTo>
                  <a:lnTo>
                    <a:pt x="440407" y="88633"/>
                  </a:lnTo>
                  <a:lnTo>
                    <a:pt x="410327" y="58601"/>
                  </a:lnTo>
                  <a:lnTo>
                    <a:pt x="375496" y="34019"/>
                  </a:lnTo>
                  <a:lnTo>
                    <a:pt x="336620" y="15588"/>
                  </a:lnTo>
                  <a:lnTo>
                    <a:pt x="294404" y="4014"/>
                  </a:lnTo>
                  <a:lnTo>
                    <a:pt x="24955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 flipH="1">
              <a:off x="4751832" y="5273039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h="235585">
                  <a:moveTo>
                    <a:pt x="0" y="0"/>
                  </a:moveTo>
                  <a:lnTo>
                    <a:pt x="0" y="23558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98770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4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4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8770" y="5252465"/>
              <a:ext cx="498475" cy="754380"/>
            </a:xfrm>
            <a:custGeom>
              <a:avLst/>
              <a:gdLst/>
              <a:ahLst/>
              <a:cxnLst/>
              <a:rect l="l" t="t" r="r" b="b"/>
              <a:pathLst>
                <a:path w="498475" h="754379">
                  <a:moveTo>
                    <a:pt x="0" y="505206"/>
                  </a:moveTo>
                  <a:lnTo>
                    <a:pt x="4012" y="460416"/>
                  </a:lnTo>
                  <a:lnTo>
                    <a:pt x="15582" y="418260"/>
                  </a:lnTo>
                  <a:lnTo>
                    <a:pt x="34007" y="379442"/>
                  </a:lnTo>
                  <a:lnTo>
                    <a:pt x="58585" y="344665"/>
                  </a:lnTo>
                  <a:lnTo>
                    <a:pt x="88612" y="314633"/>
                  </a:lnTo>
                  <a:lnTo>
                    <a:pt x="123387" y="290051"/>
                  </a:lnTo>
                  <a:lnTo>
                    <a:pt x="162207" y="271620"/>
                  </a:lnTo>
                  <a:lnTo>
                    <a:pt x="204370" y="260046"/>
                  </a:lnTo>
                  <a:lnTo>
                    <a:pt x="249174" y="256032"/>
                  </a:lnTo>
                  <a:lnTo>
                    <a:pt x="293977" y="260046"/>
                  </a:lnTo>
                  <a:lnTo>
                    <a:pt x="336140" y="271620"/>
                  </a:lnTo>
                  <a:lnTo>
                    <a:pt x="374960" y="290051"/>
                  </a:lnTo>
                  <a:lnTo>
                    <a:pt x="409735" y="314633"/>
                  </a:lnTo>
                  <a:lnTo>
                    <a:pt x="439762" y="344665"/>
                  </a:lnTo>
                  <a:lnTo>
                    <a:pt x="464340" y="379442"/>
                  </a:lnTo>
                  <a:lnTo>
                    <a:pt x="482765" y="418260"/>
                  </a:lnTo>
                  <a:lnTo>
                    <a:pt x="494335" y="460416"/>
                  </a:lnTo>
                  <a:lnTo>
                    <a:pt x="498347" y="505206"/>
                  </a:lnTo>
                  <a:lnTo>
                    <a:pt x="494335" y="549995"/>
                  </a:lnTo>
                  <a:lnTo>
                    <a:pt x="482765" y="592151"/>
                  </a:lnTo>
                  <a:lnTo>
                    <a:pt x="464340" y="630969"/>
                  </a:lnTo>
                  <a:lnTo>
                    <a:pt x="439762" y="665746"/>
                  </a:lnTo>
                  <a:lnTo>
                    <a:pt x="409735" y="695778"/>
                  </a:lnTo>
                  <a:lnTo>
                    <a:pt x="374960" y="720360"/>
                  </a:lnTo>
                  <a:lnTo>
                    <a:pt x="336140" y="738791"/>
                  </a:lnTo>
                  <a:lnTo>
                    <a:pt x="293977" y="750365"/>
                  </a:lnTo>
                  <a:lnTo>
                    <a:pt x="249174" y="754380"/>
                  </a:lnTo>
                  <a:lnTo>
                    <a:pt x="204370" y="750365"/>
                  </a:lnTo>
                  <a:lnTo>
                    <a:pt x="162207" y="738791"/>
                  </a:lnTo>
                  <a:lnTo>
                    <a:pt x="123387" y="720360"/>
                  </a:lnTo>
                  <a:lnTo>
                    <a:pt x="88612" y="695778"/>
                  </a:lnTo>
                  <a:lnTo>
                    <a:pt x="58585" y="665746"/>
                  </a:lnTo>
                  <a:lnTo>
                    <a:pt x="34007" y="630969"/>
                  </a:lnTo>
                  <a:lnTo>
                    <a:pt x="15582" y="592151"/>
                  </a:lnTo>
                  <a:lnTo>
                    <a:pt x="4012" y="549995"/>
                  </a:lnTo>
                  <a:lnTo>
                    <a:pt x="0" y="505206"/>
                  </a:lnTo>
                  <a:close/>
                </a:path>
                <a:path w="498475" h="754379">
                  <a:moveTo>
                    <a:pt x="249174" y="0"/>
                  </a:moveTo>
                  <a:lnTo>
                    <a:pt x="249174" y="2560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94882" y="5508497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249173" y="0"/>
                  </a:moveTo>
                  <a:lnTo>
                    <a:pt x="204370" y="4014"/>
                  </a:lnTo>
                  <a:lnTo>
                    <a:pt x="162207" y="15588"/>
                  </a:lnTo>
                  <a:lnTo>
                    <a:pt x="123387" y="34019"/>
                  </a:lnTo>
                  <a:lnTo>
                    <a:pt x="88612" y="58601"/>
                  </a:lnTo>
                  <a:lnTo>
                    <a:pt x="58585" y="88633"/>
                  </a:lnTo>
                  <a:lnTo>
                    <a:pt x="34007" y="123410"/>
                  </a:lnTo>
                  <a:lnTo>
                    <a:pt x="15582" y="162228"/>
                  </a:lnTo>
                  <a:lnTo>
                    <a:pt x="4012" y="204384"/>
                  </a:lnTo>
                  <a:lnTo>
                    <a:pt x="0" y="249173"/>
                  </a:lnTo>
                  <a:lnTo>
                    <a:pt x="4012" y="293963"/>
                  </a:lnTo>
                  <a:lnTo>
                    <a:pt x="15582" y="336119"/>
                  </a:lnTo>
                  <a:lnTo>
                    <a:pt x="34007" y="374937"/>
                  </a:lnTo>
                  <a:lnTo>
                    <a:pt x="58585" y="409714"/>
                  </a:lnTo>
                  <a:lnTo>
                    <a:pt x="88612" y="439746"/>
                  </a:lnTo>
                  <a:lnTo>
                    <a:pt x="123387" y="464328"/>
                  </a:lnTo>
                  <a:lnTo>
                    <a:pt x="162207" y="482759"/>
                  </a:lnTo>
                  <a:lnTo>
                    <a:pt x="204370" y="494333"/>
                  </a:lnTo>
                  <a:lnTo>
                    <a:pt x="249173" y="498347"/>
                  </a:lnTo>
                  <a:lnTo>
                    <a:pt x="293977" y="494333"/>
                  </a:lnTo>
                  <a:lnTo>
                    <a:pt x="336140" y="482759"/>
                  </a:lnTo>
                  <a:lnTo>
                    <a:pt x="374960" y="464328"/>
                  </a:lnTo>
                  <a:lnTo>
                    <a:pt x="409735" y="439746"/>
                  </a:lnTo>
                  <a:lnTo>
                    <a:pt x="439762" y="409714"/>
                  </a:lnTo>
                  <a:lnTo>
                    <a:pt x="464340" y="374937"/>
                  </a:lnTo>
                  <a:lnTo>
                    <a:pt x="482765" y="336119"/>
                  </a:lnTo>
                  <a:lnTo>
                    <a:pt x="494335" y="293963"/>
                  </a:lnTo>
                  <a:lnTo>
                    <a:pt x="498347" y="249173"/>
                  </a:lnTo>
                  <a:lnTo>
                    <a:pt x="494335" y="204384"/>
                  </a:lnTo>
                  <a:lnTo>
                    <a:pt x="482765" y="162228"/>
                  </a:lnTo>
                  <a:lnTo>
                    <a:pt x="464340" y="123410"/>
                  </a:lnTo>
                  <a:lnTo>
                    <a:pt x="439762" y="88633"/>
                  </a:lnTo>
                  <a:lnTo>
                    <a:pt x="409735" y="58601"/>
                  </a:lnTo>
                  <a:lnTo>
                    <a:pt x="374960" y="34019"/>
                  </a:lnTo>
                  <a:lnTo>
                    <a:pt x="336140" y="15588"/>
                  </a:lnTo>
                  <a:lnTo>
                    <a:pt x="293977" y="4014"/>
                  </a:lnTo>
                  <a:lnTo>
                    <a:pt x="24917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05656" y="5252465"/>
              <a:ext cx="4479925" cy="1493520"/>
            </a:xfrm>
            <a:custGeom>
              <a:avLst/>
              <a:gdLst/>
              <a:ahLst/>
              <a:cxnLst/>
              <a:rect l="l" t="t" r="r" b="b"/>
              <a:pathLst>
                <a:path w="4479925" h="1493520">
                  <a:moveTo>
                    <a:pt x="2438400" y="0"/>
                  </a:moveTo>
                  <a:lnTo>
                    <a:pt x="2438400" y="256032"/>
                  </a:lnTo>
                </a:path>
                <a:path w="4479925" h="1493520">
                  <a:moveTo>
                    <a:pt x="3084576" y="505206"/>
                  </a:moveTo>
                  <a:lnTo>
                    <a:pt x="3088597" y="460416"/>
                  </a:lnTo>
                  <a:lnTo>
                    <a:pt x="3100192" y="418260"/>
                  </a:lnTo>
                  <a:lnTo>
                    <a:pt x="3118654" y="379442"/>
                  </a:lnTo>
                  <a:lnTo>
                    <a:pt x="3143278" y="344665"/>
                  </a:lnTo>
                  <a:lnTo>
                    <a:pt x="3173358" y="314633"/>
                  </a:lnTo>
                  <a:lnTo>
                    <a:pt x="3208189" y="290051"/>
                  </a:lnTo>
                  <a:lnTo>
                    <a:pt x="3247065" y="271620"/>
                  </a:lnTo>
                  <a:lnTo>
                    <a:pt x="3289281" y="260046"/>
                  </a:lnTo>
                  <a:lnTo>
                    <a:pt x="3334130" y="256032"/>
                  </a:lnTo>
                  <a:lnTo>
                    <a:pt x="3378980" y="260046"/>
                  </a:lnTo>
                  <a:lnTo>
                    <a:pt x="3421196" y="271620"/>
                  </a:lnTo>
                  <a:lnTo>
                    <a:pt x="3460072" y="290051"/>
                  </a:lnTo>
                  <a:lnTo>
                    <a:pt x="3494903" y="314633"/>
                  </a:lnTo>
                  <a:lnTo>
                    <a:pt x="3524983" y="344665"/>
                  </a:lnTo>
                  <a:lnTo>
                    <a:pt x="3549607" y="379442"/>
                  </a:lnTo>
                  <a:lnTo>
                    <a:pt x="3568069" y="418260"/>
                  </a:lnTo>
                  <a:lnTo>
                    <a:pt x="3579664" y="460416"/>
                  </a:lnTo>
                  <a:lnTo>
                    <a:pt x="3583686" y="505206"/>
                  </a:lnTo>
                  <a:lnTo>
                    <a:pt x="3579664" y="549995"/>
                  </a:lnTo>
                  <a:lnTo>
                    <a:pt x="3568069" y="592151"/>
                  </a:lnTo>
                  <a:lnTo>
                    <a:pt x="3549607" y="630969"/>
                  </a:lnTo>
                  <a:lnTo>
                    <a:pt x="3524983" y="665746"/>
                  </a:lnTo>
                  <a:lnTo>
                    <a:pt x="3494903" y="695778"/>
                  </a:lnTo>
                  <a:lnTo>
                    <a:pt x="3460072" y="720360"/>
                  </a:lnTo>
                  <a:lnTo>
                    <a:pt x="3421196" y="738791"/>
                  </a:lnTo>
                  <a:lnTo>
                    <a:pt x="3378980" y="750365"/>
                  </a:lnTo>
                  <a:lnTo>
                    <a:pt x="3334130" y="754380"/>
                  </a:lnTo>
                  <a:lnTo>
                    <a:pt x="3289281" y="750365"/>
                  </a:lnTo>
                  <a:lnTo>
                    <a:pt x="3247065" y="738791"/>
                  </a:lnTo>
                  <a:lnTo>
                    <a:pt x="3208189" y="720360"/>
                  </a:lnTo>
                  <a:lnTo>
                    <a:pt x="3173358" y="695778"/>
                  </a:lnTo>
                  <a:lnTo>
                    <a:pt x="3143278" y="665746"/>
                  </a:lnTo>
                  <a:lnTo>
                    <a:pt x="3118654" y="630969"/>
                  </a:lnTo>
                  <a:lnTo>
                    <a:pt x="3100192" y="592151"/>
                  </a:lnTo>
                  <a:lnTo>
                    <a:pt x="3088597" y="549995"/>
                  </a:lnTo>
                  <a:lnTo>
                    <a:pt x="3084576" y="505206"/>
                  </a:lnTo>
                  <a:close/>
                </a:path>
                <a:path w="4479925" h="1493520">
                  <a:moveTo>
                    <a:pt x="3334512" y="0"/>
                  </a:moveTo>
                  <a:lnTo>
                    <a:pt x="3334512" y="256032"/>
                  </a:lnTo>
                </a:path>
                <a:path w="4479925" h="1493520">
                  <a:moveTo>
                    <a:pt x="3980688" y="505206"/>
                  </a:moveTo>
                  <a:lnTo>
                    <a:pt x="3984709" y="460416"/>
                  </a:lnTo>
                  <a:lnTo>
                    <a:pt x="3996304" y="418260"/>
                  </a:lnTo>
                  <a:lnTo>
                    <a:pt x="4014766" y="379442"/>
                  </a:lnTo>
                  <a:lnTo>
                    <a:pt x="4039390" y="344665"/>
                  </a:lnTo>
                  <a:lnTo>
                    <a:pt x="4069470" y="314633"/>
                  </a:lnTo>
                  <a:lnTo>
                    <a:pt x="4104301" y="290051"/>
                  </a:lnTo>
                  <a:lnTo>
                    <a:pt x="4143177" y="271620"/>
                  </a:lnTo>
                  <a:lnTo>
                    <a:pt x="4185393" y="260046"/>
                  </a:lnTo>
                  <a:lnTo>
                    <a:pt x="4230243" y="256032"/>
                  </a:lnTo>
                  <a:lnTo>
                    <a:pt x="4275092" y="260046"/>
                  </a:lnTo>
                  <a:lnTo>
                    <a:pt x="4317308" y="271620"/>
                  </a:lnTo>
                  <a:lnTo>
                    <a:pt x="4356184" y="290051"/>
                  </a:lnTo>
                  <a:lnTo>
                    <a:pt x="4391015" y="314633"/>
                  </a:lnTo>
                  <a:lnTo>
                    <a:pt x="4421095" y="344665"/>
                  </a:lnTo>
                  <a:lnTo>
                    <a:pt x="4445719" y="379442"/>
                  </a:lnTo>
                  <a:lnTo>
                    <a:pt x="4464181" y="418260"/>
                  </a:lnTo>
                  <a:lnTo>
                    <a:pt x="4475776" y="460416"/>
                  </a:lnTo>
                  <a:lnTo>
                    <a:pt x="4479798" y="505206"/>
                  </a:lnTo>
                  <a:lnTo>
                    <a:pt x="4475776" y="549995"/>
                  </a:lnTo>
                  <a:lnTo>
                    <a:pt x="4464181" y="592151"/>
                  </a:lnTo>
                  <a:lnTo>
                    <a:pt x="4445719" y="630969"/>
                  </a:lnTo>
                  <a:lnTo>
                    <a:pt x="4421095" y="665746"/>
                  </a:lnTo>
                  <a:lnTo>
                    <a:pt x="4391015" y="695778"/>
                  </a:lnTo>
                  <a:lnTo>
                    <a:pt x="4356184" y="720360"/>
                  </a:lnTo>
                  <a:lnTo>
                    <a:pt x="4317308" y="738791"/>
                  </a:lnTo>
                  <a:lnTo>
                    <a:pt x="4275092" y="750365"/>
                  </a:lnTo>
                  <a:lnTo>
                    <a:pt x="4230243" y="754380"/>
                  </a:lnTo>
                  <a:lnTo>
                    <a:pt x="4185393" y="750365"/>
                  </a:lnTo>
                  <a:lnTo>
                    <a:pt x="4143177" y="738791"/>
                  </a:lnTo>
                  <a:lnTo>
                    <a:pt x="4104301" y="720360"/>
                  </a:lnTo>
                  <a:lnTo>
                    <a:pt x="4069470" y="695778"/>
                  </a:lnTo>
                  <a:lnTo>
                    <a:pt x="4039390" y="665746"/>
                  </a:lnTo>
                  <a:lnTo>
                    <a:pt x="4014766" y="630969"/>
                  </a:lnTo>
                  <a:lnTo>
                    <a:pt x="3996304" y="592151"/>
                  </a:lnTo>
                  <a:lnTo>
                    <a:pt x="3984709" y="549995"/>
                  </a:lnTo>
                  <a:lnTo>
                    <a:pt x="3980688" y="505206"/>
                  </a:lnTo>
                  <a:close/>
                </a:path>
                <a:path w="4479925" h="1493520">
                  <a:moveTo>
                    <a:pt x="4229862" y="20574"/>
                  </a:moveTo>
                  <a:lnTo>
                    <a:pt x="4229862" y="256159"/>
                  </a:lnTo>
                </a:path>
                <a:path w="4479925" h="1493520">
                  <a:moveTo>
                    <a:pt x="0" y="505206"/>
                  </a:moveTo>
                  <a:lnTo>
                    <a:pt x="397129" y="505206"/>
                  </a:lnTo>
                </a:path>
                <a:path w="4479925" h="1493520">
                  <a:moveTo>
                    <a:pt x="896112" y="505206"/>
                  </a:moveTo>
                  <a:lnTo>
                    <a:pt x="1293241" y="505206"/>
                  </a:lnTo>
                </a:path>
                <a:path w="4479925" h="1493520">
                  <a:moveTo>
                    <a:pt x="1791462" y="504444"/>
                  </a:moveTo>
                  <a:lnTo>
                    <a:pt x="2188591" y="504444"/>
                  </a:lnTo>
                </a:path>
                <a:path w="4479925" h="1493520">
                  <a:moveTo>
                    <a:pt x="2687574" y="504444"/>
                  </a:moveTo>
                  <a:lnTo>
                    <a:pt x="3084703" y="504444"/>
                  </a:lnTo>
                </a:path>
                <a:path w="4479925" h="1493520">
                  <a:moveTo>
                    <a:pt x="3583686" y="504444"/>
                  </a:moveTo>
                  <a:lnTo>
                    <a:pt x="3980815" y="505599"/>
                  </a:lnTo>
                </a:path>
                <a:path w="4479925" h="1493520">
                  <a:moveTo>
                    <a:pt x="397002" y="1243965"/>
                  </a:moveTo>
                  <a:lnTo>
                    <a:pt x="401023" y="1199108"/>
                  </a:lnTo>
                  <a:lnTo>
                    <a:pt x="412618" y="1156889"/>
                  </a:lnTo>
                  <a:lnTo>
                    <a:pt x="431080" y="1118012"/>
                  </a:lnTo>
                  <a:lnTo>
                    <a:pt x="455704" y="1083181"/>
                  </a:lnTo>
                  <a:lnTo>
                    <a:pt x="485784" y="1053103"/>
                  </a:lnTo>
                  <a:lnTo>
                    <a:pt x="520615" y="1028482"/>
                  </a:lnTo>
                  <a:lnTo>
                    <a:pt x="559491" y="1010023"/>
                  </a:lnTo>
                  <a:lnTo>
                    <a:pt x="601707" y="998430"/>
                  </a:lnTo>
                  <a:lnTo>
                    <a:pt x="646557" y="994410"/>
                  </a:lnTo>
                  <a:lnTo>
                    <a:pt x="691406" y="998430"/>
                  </a:lnTo>
                  <a:lnTo>
                    <a:pt x="733622" y="1010023"/>
                  </a:lnTo>
                  <a:lnTo>
                    <a:pt x="772498" y="1028482"/>
                  </a:lnTo>
                  <a:lnTo>
                    <a:pt x="807329" y="1053103"/>
                  </a:lnTo>
                  <a:lnTo>
                    <a:pt x="837409" y="1083181"/>
                  </a:lnTo>
                  <a:lnTo>
                    <a:pt x="862033" y="1118012"/>
                  </a:lnTo>
                  <a:lnTo>
                    <a:pt x="880495" y="1156889"/>
                  </a:lnTo>
                  <a:lnTo>
                    <a:pt x="892090" y="1199108"/>
                  </a:lnTo>
                  <a:lnTo>
                    <a:pt x="896112" y="1243965"/>
                  </a:lnTo>
                  <a:lnTo>
                    <a:pt x="892090" y="1288821"/>
                  </a:lnTo>
                  <a:lnTo>
                    <a:pt x="880495" y="1331040"/>
                  </a:lnTo>
                  <a:lnTo>
                    <a:pt x="862033" y="1369917"/>
                  </a:lnTo>
                  <a:lnTo>
                    <a:pt x="837409" y="1404748"/>
                  </a:lnTo>
                  <a:lnTo>
                    <a:pt x="807329" y="1434826"/>
                  </a:lnTo>
                  <a:lnTo>
                    <a:pt x="772498" y="1459447"/>
                  </a:lnTo>
                  <a:lnTo>
                    <a:pt x="733622" y="1477906"/>
                  </a:lnTo>
                  <a:lnTo>
                    <a:pt x="691406" y="1489499"/>
                  </a:lnTo>
                  <a:lnTo>
                    <a:pt x="646557" y="1493520"/>
                  </a:lnTo>
                  <a:lnTo>
                    <a:pt x="601707" y="1489499"/>
                  </a:lnTo>
                  <a:lnTo>
                    <a:pt x="559491" y="1477906"/>
                  </a:lnTo>
                  <a:lnTo>
                    <a:pt x="520615" y="1459447"/>
                  </a:lnTo>
                  <a:lnTo>
                    <a:pt x="485784" y="1434826"/>
                  </a:lnTo>
                  <a:lnTo>
                    <a:pt x="455704" y="1404748"/>
                  </a:lnTo>
                  <a:lnTo>
                    <a:pt x="431080" y="1369917"/>
                  </a:lnTo>
                  <a:lnTo>
                    <a:pt x="412618" y="1331040"/>
                  </a:lnTo>
                  <a:lnTo>
                    <a:pt x="401023" y="1288821"/>
                  </a:lnTo>
                  <a:lnTo>
                    <a:pt x="397002" y="1243965"/>
                  </a:lnTo>
                  <a:close/>
                </a:path>
                <a:path w="4479925" h="1493520">
                  <a:moveTo>
                    <a:pt x="646176" y="758952"/>
                  </a:moveTo>
                  <a:lnTo>
                    <a:pt x="646176" y="99447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98770" y="6246875"/>
              <a:ext cx="498475" cy="499109"/>
            </a:xfrm>
            <a:custGeom>
              <a:avLst/>
              <a:gdLst/>
              <a:ahLst/>
              <a:cxnLst/>
              <a:rect l="l" t="t" r="r" b="b"/>
              <a:pathLst>
                <a:path w="498475" h="499109">
                  <a:moveTo>
                    <a:pt x="249174" y="0"/>
                  </a:moveTo>
                  <a:lnTo>
                    <a:pt x="204370" y="4020"/>
                  </a:lnTo>
                  <a:lnTo>
                    <a:pt x="162207" y="15613"/>
                  </a:lnTo>
                  <a:lnTo>
                    <a:pt x="123387" y="34072"/>
                  </a:lnTo>
                  <a:lnTo>
                    <a:pt x="88612" y="58693"/>
                  </a:lnTo>
                  <a:lnTo>
                    <a:pt x="58585" y="88771"/>
                  </a:lnTo>
                  <a:lnTo>
                    <a:pt x="34007" y="123602"/>
                  </a:lnTo>
                  <a:lnTo>
                    <a:pt x="15582" y="162479"/>
                  </a:lnTo>
                  <a:lnTo>
                    <a:pt x="4012" y="204698"/>
                  </a:lnTo>
                  <a:lnTo>
                    <a:pt x="0" y="249555"/>
                  </a:lnTo>
                  <a:lnTo>
                    <a:pt x="4012" y="294411"/>
                  </a:lnTo>
                  <a:lnTo>
                    <a:pt x="15582" y="336630"/>
                  </a:lnTo>
                  <a:lnTo>
                    <a:pt x="34007" y="375507"/>
                  </a:lnTo>
                  <a:lnTo>
                    <a:pt x="58585" y="410338"/>
                  </a:lnTo>
                  <a:lnTo>
                    <a:pt x="88612" y="440416"/>
                  </a:lnTo>
                  <a:lnTo>
                    <a:pt x="123387" y="465037"/>
                  </a:lnTo>
                  <a:lnTo>
                    <a:pt x="162207" y="483496"/>
                  </a:lnTo>
                  <a:lnTo>
                    <a:pt x="204370" y="495089"/>
                  </a:lnTo>
                  <a:lnTo>
                    <a:pt x="249174" y="499110"/>
                  </a:lnTo>
                  <a:lnTo>
                    <a:pt x="293977" y="495089"/>
                  </a:lnTo>
                  <a:lnTo>
                    <a:pt x="336140" y="483496"/>
                  </a:lnTo>
                  <a:lnTo>
                    <a:pt x="374960" y="465037"/>
                  </a:lnTo>
                  <a:lnTo>
                    <a:pt x="409735" y="440416"/>
                  </a:lnTo>
                  <a:lnTo>
                    <a:pt x="439762" y="410338"/>
                  </a:lnTo>
                  <a:lnTo>
                    <a:pt x="464340" y="375507"/>
                  </a:lnTo>
                  <a:lnTo>
                    <a:pt x="482765" y="336630"/>
                  </a:lnTo>
                  <a:lnTo>
                    <a:pt x="494335" y="294411"/>
                  </a:lnTo>
                  <a:lnTo>
                    <a:pt x="498347" y="249555"/>
                  </a:lnTo>
                  <a:lnTo>
                    <a:pt x="494335" y="204698"/>
                  </a:lnTo>
                  <a:lnTo>
                    <a:pt x="482765" y="162479"/>
                  </a:lnTo>
                  <a:lnTo>
                    <a:pt x="464340" y="123602"/>
                  </a:lnTo>
                  <a:lnTo>
                    <a:pt x="439762" y="88771"/>
                  </a:lnTo>
                  <a:lnTo>
                    <a:pt x="409735" y="58693"/>
                  </a:lnTo>
                  <a:lnTo>
                    <a:pt x="374960" y="34072"/>
                  </a:lnTo>
                  <a:lnTo>
                    <a:pt x="336140" y="15613"/>
                  </a:lnTo>
                  <a:lnTo>
                    <a:pt x="293977" y="4020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05656" y="5990843"/>
              <a:ext cx="4479925" cy="755650"/>
            </a:xfrm>
            <a:custGeom>
              <a:avLst/>
              <a:gdLst/>
              <a:ahLst/>
              <a:cxnLst/>
              <a:rect l="l" t="t" r="r" b="b"/>
              <a:pathLst>
                <a:path w="4479925" h="755650">
                  <a:moveTo>
                    <a:pt x="1542288" y="0"/>
                  </a:moveTo>
                  <a:lnTo>
                    <a:pt x="1542288" y="256095"/>
                  </a:lnTo>
                </a:path>
                <a:path w="4479925" h="755650">
                  <a:moveTo>
                    <a:pt x="2189226" y="505586"/>
                  </a:moveTo>
                  <a:lnTo>
                    <a:pt x="2193238" y="460730"/>
                  </a:lnTo>
                  <a:lnTo>
                    <a:pt x="2204808" y="418511"/>
                  </a:lnTo>
                  <a:lnTo>
                    <a:pt x="2223233" y="379634"/>
                  </a:lnTo>
                  <a:lnTo>
                    <a:pt x="2247811" y="344803"/>
                  </a:lnTo>
                  <a:lnTo>
                    <a:pt x="2277838" y="314725"/>
                  </a:lnTo>
                  <a:lnTo>
                    <a:pt x="2312613" y="290104"/>
                  </a:lnTo>
                  <a:lnTo>
                    <a:pt x="2351433" y="271645"/>
                  </a:lnTo>
                  <a:lnTo>
                    <a:pt x="2393596" y="260052"/>
                  </a:lnTo>
                  <a:lnTo>
                    <a:pt x="2438400" y="256031"/>
                  </a:lnTo>
                  <a:lnTo>
                    <a:pt x="2483203" y="260052"/>
                  </a:lnTo>
                  <a:lnTo>
                    <a:pt x="2525366" y="271645"/>
                  </a:lnTo>
                  <a:lnTo>
                    <a:pt x="2564186" y="290104"/>
                  </a:lnTo>
                  <a:lnTo>
                    <a:pt x="2598961" y="314725"/>
                  </a:lnTo>
                  <a:lnTo>
                    <a:pt x="2628988" y="344803"/>
                  </a:lnTo>
                  <a:lnTo>
                    <a:pt x="2653566" y="379634"/>
                  </a:lnTo>
                  <a:lnTo>
                    <a:pt x="2671991" y="418511"/>
                  </a:lnTo>
                  <a:lnTo>
                    <a:pt x="2683561" y="460730"/>
                  </a:lnTo>
                  <a:lnTo>
                    <a:pt x="2687574" y="505586"/>
                  </a:lnTo>
                  <a:lnTo>
                    <a:pt x="2683561" y="550443"/>
                  </a:lnTo>
                  <a:lnTo>
                    <a:pt x="2671991" y="592662"/>
                  </a:lnTo>
                  <a:lnTo>
                    <a:pt x="2653566" y="631539"/>
                  </a:lnTo>
                  <a:lnTo>
                    <a:pt x="2628988" y="666370"/>
                  </a:lnTo>
                  <a:lnTo>
                    <a:pt x="2598961" y="696448"/>
                  </a:lnTo>
                  <a:lnTo>
                    <a:pt x="2564186" y="721069"/>
                  </a:lnTo>
                  <a:lnTo>
                    <a:pt x="2525366" y="739528"/>
                  </a:lnTo>
                  <a:lnTo>
                    <a:pt x="2483203" y="751121"/>
                  </a:lnTo>
                  <a:lnTo>
                    <a:pt x="2438400" y="755141"/>
                  </a:lnTo>
                  <a:lnTo>
                    <a:pt x="2393596" y="751121"/>
                  </a:lnTo>
                  <a:lnTo>
                    <a:pt x="2351433" y="739528"/>
                  </a:lnTo>
                  <a:lnTo>
                    <a:pt x="2312613" y="721069"/>
                  </a:lnTo>
                  <a:lnTo>
                    <a:pt x="2277838" y="696448"/>
                  </a:lnTo>
                  <a:lnTo>
                    <a:pt x="2247811" y="666370"/>
                  </a:lnTo>
                  <a:lnTo>
                    <a:pt x="2223233" y="631539"/>
                  </a:lnTo>
                  <a:lnTo>
                    <a:pt x="2204808" y="592662"/>
                  </a:lnTo>
                  <a:lnTo>
                    <a:pt x="2193238" y="550443"/>
                  </a:lnTo>
                  <a:lnTo>
                    <a:pt x="2189226" y="505586"/>
                  </a:lnTo>
                  <a:close/>
                </a:path>
                <a:path w="4479925" h="755650">
                  <a:moveTo>
                    <a:pt x="2438400" y="0"/>
                  </a:moveTo>
                  <a:lnTo>
                    <a:pt x="2438400" y="256095"/>
                  </a:lnTo>
                </a:path>
                <a:path w="4479925" h="755650">
                  <a:moveTo>
                    <a:pt x="3084576" y="505586"/>
                  </a:moveTo>
                  <a:lnTo>
                    <a:pt x="3088597" y="460730"/>
                  </a:lnTo>
                  <a:lnTo>
                    <a:pt x="3100192" y="418511"/>
                  </a:lnTo>
                  <a:lnTo>
                    <a:pt x="3118654" y="379634"/>
                  </a:lnTo>
                  <a:lnTo>
                    <a:pt x="3143278" y="344803"/>
                  </a:lnTo>
                  <a:lnTo>
                    <a:pt x="3173358" y="314725"/>
                  </a:lnTo>
                  <a:lnTo>
                    <a:pt x="3208189" y="290104"/>
                  </a:lnTo>
                  <a:lnTo>
                    <a:pt x="3247065" y="271645"/>
                  </a:lnTo>
                  <a:lnTo>
                    <a:pt x="3289281" y="260052"/>
                  </a:lnTo>
                  <a:lnTo>
                    <a:pt x="3334130" y="256031"/>
                  </a:lnTo>
                  <a:lnTo>
                    <a:pt x="3378980" y="260052"/>
                  </a:lnTo>
                  <a:lnTo>
                    <a:pt x="3421196" y="271645"/>
                  </a:lnTo>
                  <a:lnTo>
                    <a:pt x="3460072" y="290104"/>
                  </a:lnTo>
                  <a:lnTo>
                    <a:pt x="3494903" y="314725"/>
                  </a:lnTo>
                  <a:lnTo>
                    <a:pt x="3524983" y="344803"/>
                  </a:lnTo>
                  <a:lnTo>
                    <a:pt x="3549607" y="379634"/>
                  </a:lnTo>
                  <a:lnTo>
                    <a:pt x="3568069" y="418511"/>
                  </a:lnTo>
                  <a:lnTo>
                    <a:pt x="3579664" y="460730"/>
                  </a:lnTo>
                  <a:lnTo>
                    <a:pt x="3583686" y="505586"/>
                  </a:lnTo>
                  <a:lnTo>
                    <a:pt x="3579664" y="550443"/>
                  </a:lnTo>
                  <a:lnTo>
                    <a:pt x="3568069" y="592662"/>
                  </a:lnTo>
                  <a:lnTo>
                    <a:pt x="3549607" y="631539"/>
                  </a:lnTo>
                  <a:lnTo>
                    <a:pt x="3524983" y="666370"/>
                  </a:lnTo>
                  <a:lnTo>
                    <a:pt x="3494903" y="696448"/>
                  </a:lnTo>
                  <a:lnTo>
                    <a:pt x="3460072" y="721069"/>
                  </a:lnTo>
                  <a:lnTo>
                    <a:pt x="3421196" y="739528"/>
                  </a:lnTo>
                  <a:lnTo>
                    <a:pt x="3378980" y="751121"/>
                  </a:lnTo>
                  <a:lnTo>
                    <a:pt x="3334130" y="755141"/>
                  </a:lnTo>
                  <a:lnTo>
                    <a:pt x="3289281" y="751121"/>
                  </a:lnTo>
                  <a:lnTo>
                    <a:pt x="3247065" y="739528"/>
                  </a:lnTo>
                  <a:lnTo>
                    <a:pt x="3208189" y="721069"/>
                  </a:lnTo>
                  <a:lnTo>
                    <a:pt x="3173358" y="696448"/>
                  </a:lnTo>
                  <a:lnTo>
                    <a:pt x="3143278" y="666370"/>
                  </a:lnTo>
                  <a:lnTo>
                    <a:pt x="3118654" y="631539"/>
                  </a:lnTo>
                  <a:lnTo>
                    <a:pt x="3100192" y="592662"/>
                  </a:lnTo>
                  <a:lnTo>
                    <a:pt x="3088597" y="550443"/>
                  </a:lnTo>
                  <a:lnTo>
                    <a:pt x="3084576" y="505586"/>
                  </a:lnTo>
                  <a:close/>
                </a:path>
                <a:path w="4479925" h="755650">
                  <a:moveTo>
                    <a:pt x="3334512" y="0"/>
                  </a:moveTo>
                  <a:lnTo>
                    <a:pt x="3334512" y="256095"/>
                  </a:lnTo>
                </a:path>
                <a:path w="4479925" h="755650">
                  <a:moveTo>
                    <a:pt x="3980688" y="505586"/>
                  </a:moveTo>
                  <a:lnTo>
                    <a:pt x="3984709" y="460730"/>
                  </a:lnTo>
                  <a:lnTo>
                    <a:pt x="3996304" y="418511"/>
                  </a:lnTo>
                  <a:lnTo>
                    <a:pt x="4014766" y="379634"/>
                  </a:lnTo>
                  <a:lnTo>
                    <a:pt x="4039390" y="344803"/>
                  </a:lnTo>
                  <a:lnTo>
                    <a:pt x="4069470" y="314725"/>
                  </a:lnTo>
                  <a:lnTo>
                    <a:pt x="4104301" y="290104"/>
                  </a:lnTo>
                  <a:lnTo>
                    <a:pt x="4143177" y="271645"/>
                  </a:lnTo>
                  <a:lnTo>
                    <a:pt x="4185393" y="260052"/>
                  </a:lnTo>
                  <a:lnTo>
                    <a:pt x="4230243" y="256031"/>
                  </a:lnTo>
                  <a:lnTo>
                    <a:pt x="4275092" y="260052"/>
                  </a:lnTo>
                  <a:lnTo>
                    <a:pt x="4317308" y="271645"/>
                  </a:lnTo>
                  <a:lnTo>
                    <a:pt x="4356184" y="290104"/>
                  </a:lnTo>
                  <a:lnTo>
                    <a:pt x="4391015" y="314725"/>
                  </a:lnTo>
                  <a:lnTo>
                    <a:pt x="4421095" y="344803"/>
                  </a:lnTo>
                  <a:lnTo>
                    <a:pt x="4445719" y="379634"/>
                  </a:lnTo>
                  <a:lnTo>
                    <a:pt x="4464181" y="418511"/>
                  </a:lnTo>
                  <a:lnTo>
                    <a:pt x="4475776" y="460730"/>
                  </a:lnTo>
                  <a:lnTo>
                    <a:pt x="4479798" y="505586"/>
                  </a:lnTo>
                  <a:lnTo>
                    <a:pt x="4475776" y="550443"/>
                  </a:lnTo>
                  <a:lnTo>
                    <a:pt x="4464181" y="592662"/>
                  </a:lnTo>
                  <a:lnTo>
                    <a:pt x="4445719" y="631539"/>
                  </a:lnTo>
                  <a:lnTo>
                    <a:pt x="4421095" y="666370"/>
                  </a:lnTo>
                  <a:lnTo>
                    <a:pt x="4391015" y="696448"/>
                  </a:lnTo>
                  <a:lnTo>
                    <a:pt x="4356184" y="721069"/>
                  </a:lnTo>
                  <a:lnTo>
                    <a:pt x="4317308" y="739528"/>
                  </a:lnTo>
                  <a:lnTo>
                    <a:pt x="4275092" y="751121"/>
                  </a:lnTo>
                  <a:lnTo>
                    <a:pt x="4230243" y="755141"/>
                  </a:lnTo>
                  <a:lnTo>
                    <a:pt x="4185393" y="751121"/>
                  </a:lnTo>
                  <a:lnTo>
                    <a:pt x="4143177" y="739528"/>
                  </a:lnTo>
                  <a:lnTo>
                    <a:pt x="4104301" y="721069"/>
                  </a:lnTo>
                  <a:lnTo>
                    <a:pt x="4069470" y="696448"/>
                  </a:lnTo>
                  <a:lnTo>
                    <a:pt x="4039390" y="666370"/>
                  </a:lnTo>
                  <a:lnTo>
                    <a:pt x="4014766" y="631539"/>
                  </a:lnTo>
                  <a:lnTo>
                    <a:pt x="3996304" y="592662"/>
                  </a:lnTo>
                  <a:lnTo>
                    <a:pt x="3984709" y="550443"/>
                  </a:lnTo>
                  <a:lnTo>
                    <a:pt x="3980688" y="505586"/>
                  </a:lnTo>
                  <a:close/>
                </a:path>
                <a:path w="4479925" h="755650">
                  <a:moveTo>
                    <a:pt x="4229862" y="20573"/>
                  </a:moveTo>
                  <a:lnTo>
                    <a:pt x="4229862" y="256095"/>
                  </a:lnTo>
                </a:path>
                <a:path w="4479925" h="755650">
                  <a:moveTo>
                    <a:pt x="0" y="505967"/>
                  </a:moveTo>
                  <a:lnTo>
                    <a:pt x="397129" y="505967"/>
                  </a:lnTo>
                </a:path>
                <a:path w="4479925" h="755650">
                  <a:moveTo>
                    <a:pt x="896112" y="505967"/>
                  </a:moveTo>
                  <a:lnTo>
                    <a:pt x="1293241" y="505967"/>
                  </a:lnTo>
                </a:path>
                <a:path w="4479925" h="755650">
                  <a:moveTo>
                    <a:pt x="1791462" y="505205"/>
                  </a:moveTo>
                  <a:lnTo>
                    <a:pt x="2188591" y="505205"/>
                  </a:lnTo>
                </a:path>
                <a:path w="4479925" h="755650">
                  <a:moveTo>
                    <a:pt x="2687574" y="504443"/>
                  </a:moveTo>
                  <a:lnTo>
                    <a:pt x="3084703" y="504443"/>
                  </a:lnTo>
                </a:path>
                <a:path w="4479925" h="755650">
                  <a:moveTo>
                    <a:pt x="3583686" y="504443"/>
                  </a:moveTo>
                  <a:lnTo>
                    <a:pt x="3980815" y="5055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85816" y="5350001"/>
              <a:ext cx="548639" cy="5814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51604" y="5353049"/>
              <a:ext cx="547877" cy="5814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64480" y="6061709"/>
              <a:ext cx="548639" cy="5814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9736" y="5360669"/>
              <a:ext cx="548639" cy="58216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373624" y="4579619"/>
              <a:ext cx="548639" cy="5821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423154" y="3889247"/>
              <a:ext cx="547877" cy="58140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495800" y="4588763"/>
              <a:ext cx="548639" cy="5814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65164" y="4594859"/>
              <a:ext cx="548639" cy="58140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52474" y="853440"/>
            <a:ext cx="7052309" cy="368807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𝒄𝒐𝒍𝒐𝒓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表示顶点状态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𝑾𝒉𝒊𝒕𝒆</a:t>
            </a:r>
            <a:r>
              <a:rPr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白色顶点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尚未被发现，发现后直接入队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25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𝑩𝒍𝒂𝒄𝒌</a:t>
            </a:r>
            <a:r>
              <a:rPr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黑色顶点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已被处理，无需再次入队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3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𝑮𝒓𝒂𝒚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灰色顶点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2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已加入队列，无需再次入队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5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𝒑𝒓𝒆𝒅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顶点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由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𝒑𝒓𝒆𝒅[𝒖]</a:t>
            </a:r>
            <a:r>
              <a:rPr sz="24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发现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𝒅𝒊𝒔𝒕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顶点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距离源点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𝒔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的距离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R="1988185" algn="r">
              <a:lnSpc>
                <a:spcPct val="100000"/>
              </a:lnSpc>
              <a:spcBef>
                <a:spcPts val="1830"/>
              </a:spcBef>
            </a:pP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2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19088" y="467690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FFC000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51247" y="467690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FFC000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64885" y="467690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FFC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19088" y="54114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FFC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51247" y="54114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FFC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64885" y="54114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FFC0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58790" y="61452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FFC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278629" y="5721299"/>
            <a:ext cx="1256030" cy="822960"/>
          </a:xfrm>
          <a:custGeom>
            <a:avLst/>
            <a:gdLst/>
            <a:ahLst/>
            <a:cxnLst/>
            <a:rect l="l" t="t" r="r" b="b"/>
            <a:pathLst>
              <a:path w="1256029" h="822959">
                <a:moveTo>
                  <a:pt x="1126236" y="0"/>
                </a:moveTo>
                <a:lnTo>
                  <a:pt x="732536" y="324408"/>
                </a:lnTo>
                <a:lnTo>
                  <a:pt x="0" y="324408"/>
                </a:lnTo>
                <a:lnTo>
                  <a:pt x="0" y="822756"/>
                </a:lnTo>
                <a:lnTo>
                  <a:pt x="1255776" y="822756"/>
                </a:lnTo>
                <a:lnTo>
                  <a:pt x="1255776" y="324408"/>
                </a:lnTo>
                <a:lnTo>
                  <a:pt x="1046480" y="324408"/>
                </a:lnTo>
                <a:lnTo>
                  <a:pt x="112623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448809" y="6031484"/>
            <a:ext cx="9163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spc="-50">
                <a:solidFill>
                  <a:srgbClr val="FFFFFF"/>
                </a:solidFill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3">
            <a:extLst>
              <a:ext uri="{FF2B5EF4-FFF2-40B4-BE49-F238E27FC236}">
                <a16:creationId xmlns:a16="http://schemas.microsoft.com/office/drawing/2014/main" id="{10E33BA6-C725-7847-A77F-AA6B058A4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6460" y="206153"/>
            <a:ext cx="709126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/>
              <a:t>算法思想：广度优先搜</a:t>
            </a:r>
            <a:r>
              <a:rPr spc="-50" dirty="0" err="1"/>
              <a:t>索</a:t>
            </a:r>
            <a:endParaRPr spc="-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sp>
        <p:nvSpPr>
          <p:cNvPr id="3" name="object 3"/>
          <p:cNvSpPr/>
          <p:nvPr/>
        </p:nvSpPr>
        <p:spPr>
          <a:xfrm>
            <a:off x="3092195" y="3995928"/>
            <a:ext cx="6283960" cy="2535555"/>
          </a:xfrm>
          <a:custGeom>
            <a:avLst/>
            <a:gdLst/>
            <a:ahLst/>
            <a:cxnLst/>
            <a:rect l="l" t="t" r="r" b="b"/>
            <a:pathLst>
              <a:path w="6283959" h="2535554">
                <a:moveTo>
                  <a:pt x="0" y="423291"/>
                </a:moveTo>
                <a:lnTo>
                  <a:pt x="2847" y="373920"/>
                </a:lnTo>
                <a:lnTo>
                  <a:pt x="11177" y="326224"/>
                </a:lnTo>
                <a:lnTo>
                  <a:pt x="24674" y="280520"/>
                </a:lnTo>
                <a:lnTo>
                  <a:pt x="43018" y="237125"/>
                </a:lnTo>
                <a:lnTo>
                  <a:pt x="65893" y="196356"/>
                </a:lnTo>
                <a:lnTo>
                  <a:pt x="92982" y="158531"/>
                </a:lnTo>
                <a:lnTo>
                  <a:pt x="123967" y="123967"/>
                </a:lnTo>
                <a:lnTo>
                  <a:pt x="158531" y="92982"/>
                </a:lnTo>
                <a:lnTo>
                  <a:pt x="196356" y="65893"/>
                </a:lnTo>
                <a:lnTo>
                  <a:pt x="237125" y="43018"/>
                </a:lnTo>
                <a:lnTo>
                  <a:pt x="280520" y="24674"/>
                </a:lnTo>
                <a:lnTo>
                  <a:pt x="326224" y="11177"/>
                </a:lnTo>
                <a:lnTo>
                  <a:pt x="373920" y="2847"/>
                </a:lnTo>
                <a:lnTo>
                  <a:pt x="423291" y="0"/>
                </a:lnTo>
                <a:lnTo>
                  <a:pt x="472661" y="2847"/>
                </a:lnTo>
                <a:lnTo>
                  <a:pt x="520357" y="11177"/>
                </a:lnTo>
                <a:lnTo>
                  <a:pt x="566061" y="24674"/>
                </a:lnTo>
                <a:lnTo>
                  <a:pt x="609456" y="43018"/>
                </a:lnTo>
                <a:lnTo>
                  <a:pt x="650225" y="65893"/>
                </a:lnTo>
                <a:lnTo>
                  <a:pt x="688050" y="92982"/>
                </a:lnTo>
                <a:lnTo>
                  <a:pt x="722614" y="123967"/>
                </a:lnTo>
                <a:lnTo>
                  <a:pt x="753599" y="158531"/>
                </a:lnTo>
                <a:lnTo>
                  <a:pt x="780688" y="196356"/>
                </a:lnTo>
                <a:lnTo>
                  <a:pt x="803563" y="237125"/>
                </a:lnTo>
                <a:lnTo>
                  <a:pt x="821907" y="280520"/>
                </a:lnTo>
                <a:lnTo>
                  <a:pt x="835404" y="326224"/>
                </a:lnTo>
                <a:lnTo>
                  <a:pt x="843734" y="373920"/>
                </a:lnTo>
                <a:lnTo>
                  <a:pt x="846582" y="423291"/>
                </a:lnTo>
                <a:lnTo>
                  <a:pt x="843734" y="472661"/>
                </a:lnTo>
                <a:lnTo>
                  <a:pt x="835404" y="520357"/>
                </a:lnTo>
                <a:lnTo>
                  <a:pt x="821907" y="566061"/>
                </a:lnTo>
                <a:lnTo>
                  <a:pt x="803563" y="609456"/>
                </a:lnTo>
                <a:lnTo>
                  <a:pt x="780688" y="650225"/>
                </a:lnTo>
                <a:lnTo>
                  <a:pt x="753599" y="688050"/>
                </a:lnTo>
                <a:lnTo>
                  <a:pt x="722614" y="722614"/>
                </a:lnTo>
                <a:lnTo>
                  <a:pt x="688050" y="753599"/>
                </a:lnTo>
                <a:lnTo>
                  <a:pt x="650225" y="780688"/>
                </a:lnTo>
                <a:lnTo>
                  <a:pt x="609456" y="803563"/>
                </a:lnTo>
                <a:lnTo>
                  <a:pt x="566061" y="821907"/>
                </a:lnTo>
                <a:lnTo>
                  <a:pt x="520357" y="835404"/>
                </a:lnTo>
                <a:lnTo>
                  <a:pt x="472661" y="843734"/>
                </a:lnTo>
                <a:lnTo>
                  <a:pt x="423291" y="846582"/>
                </a:lnTo>
                <a:lnTo>
                  <a:pt x="373920" y="843734"/>
                </a:lnTo>
                <a:lnTo>
                  <a:pt x="326224" y="835404"/>
                </a:lnTo>
                <a:lnTo>
                  <a:pt x="280520" y="821907"/>
                </a:lnTo>
                <a:lnTo>
                  <a:pt x="237125" y="803563"/>
                </a:lnTo>
                <a:lnTo>
                  <a:pt x="196356" y="780688"/>
                </a:lnTo>
                <a:lnTo>
                  <a:pt x="158531" y="753599"/>
                </a:lnTo>
                <a:lnTo>
                  <a:pt x="123967" y="722614"/>
                </a:lnTo>
                <a:lnTo>
                  <a:pt x="92982" y="688050"/>
                </a:lnTo>
                <a:lnTo>
                  <a:pt x="65893" y="650225"/>
                </a:lnTo>
                <a:lnTo>
                  <a:pt x="43018" y="609456"/>
                </a:lnTo>
                <a:lnTo>
                  <a:pt x="24674" y="566061"/>
                </a:lnTo>
                <a:lnTo>
                  <a:pt x="11177" y="520357"/>
                </a:lnTo>
                <a:lnTo>
                  <a:pt x="2847" y="472661"/>
                </a:lnTo>
                <a:lnTo>
                  <a:pt x="0" y="423291"/>
                </a:lnTo>
                <a:close/>
              </a:path>
              <a:path w="6283959" h="2535554">
                <a:moveTo>
                  <a:pt x="0" y="2111883"/>
                </a:moveTo>
                <a:lnTo>
                  <a:pt x="2847" y="2062517"/>
                </a:lnTo>
                <a:lnTo>
                  <a:pt x="11177" y="2014824"/>
                </a:lnTo>
                <a:lnTo>
                  <a:pt x="24674" y="1969122"/>
                </a:lnTo>
                <a:lnTo>
                  <a:pt x="43018" y="1925728"/>
                </a:lnTo>
                <a:lnTo>
                  <a:pt x="65893" y="1884959"/>
                </a:lnTo>
                <a:lnTo>
                  <a:pt x="92982" y="1847134"/>
                </a:lnTo>
                <a:lnTo>
                  <a:pt x="123967" y="1812569"/>
                </a:lnTo>
                <a:lnTo>
                  <a:pt x="158531" y="1781582"/>
                </a:lnTo>
                <a:lnTo>
                  <a:pt x="196356" y="1754492"/>
                </a:lnTo>
                <a:lnTo>
                  <a:pt x="237125" y="1731615"/>
                </a:lnTo>
                <a:lnTo>
                  <a:pt x="280520" y="1713268"/>
                </a:lnTo>
                <a:lnTo>
                  <a:pt x="326224" y="1699771"/>
                </a:lnTo>
                <a:lnTo>
                  <a:pt x="373920" y="1691439"/>
                </a:lnTo>
                <a:lnTo>
                  <a:pt x="423291" y="1688592"/>
                </a:lnTo>
                <a:lnTo>
                  <a:pt x="472661" y="1691439"/>
                </a:lnTo>
                <a:lnTo>
                  <a:pt x="520357" y="1699771"/>
                </a:lnTo>
                <a:lnTo>
                  <a:pt x="566061" y="1713268"/>
                </a:lnTo>
                <a:lnTo>
                  <a:pt x="609456" y="1731615"/>
                </a:lnTo>
                <a:lnTo>
                  <a:pt x="650225" y="1754492"/>
                </a:lnTo>
                <a:lnTo>
                  <a:pt x="688050" y="1781582"/>
                </a:lnTo>
                <a:lnTo>
                  <a:pt x="722614" y="1812569"/>
                </a:lnTo>
                <a:lnTo>
                  <a:pt x="753599" y="1847134"/>
                </a:lnTo>
                <a:lnTo>
                  <a:pt x="780688" y="1884959"/>
                </a:lnTo>
                <a:lnTo>
                  <a:pt x="803563" y="1925728"/>
                </a:lnTo>
                <a:lnTo>
                  <a:pt x="821907" y="1969122"/>
                </a:lnTo>
                <a:lnTo>
                  <a:pt x="835404" y="2014824"/>
                </a:lnTo>
                <a:lnTo>
                  <a:pt x="843734" y="2062517"/>
                </a:lnTo>
                <a:lnTo>
                  <a:pt x="846582" y="2111883"/>
                </a:lnTo>
                <a:lnTo>
                  <a:pt x="843734" y="2161248"/>
                </a:lnTo>
                <a:lnTo>
                  <a:pt x="835404" y="2208941"/>
                </a:lnTo>
                <a:lnTo>
                  <a:pt x="821907" y="2254643"/>
                </a:lnTo>
                <a:lnTo>
                  <a:pt x="803563" y="2298037"/>
                </a:lnTo>
                <a:lnTo>
                  <a:pt x="780688" y="2338806"/>
                </a:lnTo>
                <a:lnTo>
                  <a:pt x="753599" y="2376631"/>
                </a:lnTo>
                <a:lnTo>
                  <a:pt x="722614" y="2411196"/>
                </a:lnTo>
                <a:lnTo>
                  <a:pt x="688050" y="2442183"/>
                </a:lnTo>
                <a:lnTo>
                  <a:pt x="650225" y="2469273"/>
                </a:lnTo>
                <a:lnTo>
                  <a:pt x="609456" y="2492150"/>
                </a:lnTo>
                <a:lnTo>
                  <a:pt x="566061" y="2510497"/>
                </a:lnTo>
                <a:lnTo>
                  <a:pt x="520357" y="2523994"/>
                </a:lnTo>
                <a:lnTo>
                  <a:pt x="472661" y="2532326"/>
                </a:lnTo>
                <a:lnTo>
                  <a:pt x="423291" y="2535174"/>
                </a:lnTo>
                <a:lnTo>
                  <a:pt x="373920" y="2532326"/>
                </a:lnTo>
                <a:lnTo>
                  <a:pt x="326224" y="2523994"/>
                </a:lnTo>
                <a:lnTo>
                  <a:pt x="280520" y="2510497"/>
                </a:lnTo>
                <a:lnTo>
                  <a:pt x="237125" y="2492150"/>
                </a:lnTo>
                <a:lnTo>
                  <a:pt x="196356" y="2469273"/>
                </a:lnTo>
                <a:lnTo>
                  <a:pt x="158531" y="2442183"/>
                </a:lnTo>
                <a:lnTo>
                  <a:pt x="123967" y="2411196"/>
                </a:lnTo>
                <a:lnTo>
                  <a:pt x="92982" y="2376631"/>
                </a:lnTo>
                <a:lnTo>
                  <a:pt x="65893" y="2338806"/>
                </a:lnTo>
                <a:lnTo>
                  <a:pt x="43018" y="2298037"/>
                </a:lnTo>
                <a:lnTo>
                  <a:pt x="24674" y="2254643"/>
                </a:lnTo>
                <a:lnTo>
                  <a:pt x="11177" y="2208941"/>
                </a:lnTo>
                <a:lnTo>
                  <a:pt x="2847" y="2161248"/>
                </a:lnTo>
                <a:lnTo>
                  <a:pt x="0" y="2111883"/>
                </a:lnTo>
                <a:close/>
              </a:path>
              <a:path w="6283959" h="2535554">
                <a:moveTo>
                  <a:pt x="422909" y="846582"/>
                </a:moveTo>
                <a:lnTo>
                  <a:pt x="422909" y="1688376"/>
                </a:lnTo>
              </a:path>
              <a:path w="6283959" h="2535554">
                <a:moveTo>
                  <a:pt x="1812036" y="423291"/>
                </a:moveTo>
                <a:lnTo>
                  <a:pt x="1814883" y="373920"/>
                </a:lnTo>
                <a:lnTo>
                  <a:pt x="1823213" y="326224"/>
                </a:lnTo>
                <a:lnTo>
                  <a:pt x="1836710" y="280520"/>
                </a:lnTo>
                <a:lnTo>
                  <a:pt x="1855054" y="237125"/>
                </a:lnTo>
                <a:lnTo>
                  <a:pt x="1877929" y="196356"/>
                </a:lnTo>
                <a:lnTo>
                  <a:pt x="1905018" y="158531"/>
                </a:lnTo>
                <a:lnTo>
                  <a:pt x="1936003" y="123967"/>
                </a:lnTo>
                <a:lnTo>
                  <a:pt x="1970567" y="92982"/>
                </a:lnTo>
                <a:lnTo>
                  <a:pt x="2008392" y="65893"/>
                </a:lnTo>
                <a:lnTo>
                  <a:pt x="2049161" y="43018"/>
                </a:lnTo>
                <a:lnTo>
                  <a:pt x="2092556" y="24674"/>
                </a:lnTo>
                <a:lnTo>
                  <a:pt x="2138260" y="11177"/>
                </a:lnTo>
                <a:lnTo>
                  <a:pt x="2185956" y="2847"/>
                </a:lnTo>
                <a:lnTo>
                  <a:pt x="2235327" y="0"/>
                </a:lnTo>
                <a:lnTo>
                  <a:pt x="2284697" y="2847"/>
                </a:lnTo>
                <a:lnTo>
                  <a:pt x="2332393" y="11177"/>
                </a:lnTo>
                <a:lnTo>
                  <a:pt x="2378097" y="24674"/>
                </a:lnTo>
                <a:lnTo>
                  <a:pt x="2421492" y="43018"/>
                </a:lnTo>
                <a:lnTo>
                  <a:pt x="2462261" y="65893"/>
                </a:lnTo>
                <a:lnTo>
                  <a:pt x="2500086" y="92982"/>
                </a:lnTo>
                <a:lnTo>
                  <a:pt x="2534650" y="123967"/>
                </a:lnTo>
                <a:lnTo>
                  <a:pt x="2565635" y="158531"/>
                </a:lnTo>
                <a:lnTo>
                  <a:pt x="2592724" y="196356"/>
                </a:lnTo>
                <a:lnTo>
                  <a:pt x="2615599" y="237125"/>
                </a:lnTo>
                <a:lnTo>
                  <a:pt x="2633943" y="280520"/>
                </a:lnTo>
                <a:lnTo>
                  <a:pt x="2647440" y="326224"/>
                </a:lnTo>
                <a:lnTo>
                  <a:pt x="2655770" y="373920"/>
                </a:lnTo>
                <a:lnTo>
                  <a:pt x="2658618" y="423291"/>
                </a:lnTo>
                <a:lnTo>
                  <a:pt x="2655770" y="472661"/>
                </a:lnTo>
                <a:lnTo>
                  <a:pt x="2647440" y="520357"/>
                </a:lnTo>
                <a:lnTo>
                  <a:pt x="2633943" y="566061"/>
                </a:lnTo>
                <a:lnTo>
                  <a:pt x="2615599" y="609456"/>
                </a:lnTo>
                <a:lnTo>
                  <a:pt x="2592724" y="650225"/>
                </a:lnTo>
                <a:lnTo>
                  <a:pt x="2565635" y="688050"/>
                </a:lnTo>
                <a:lnTo>
                  <a:pt x="2534650" y="722614"/>
                </a:lnTo>
                <a:lnTo>
                  <a:pt x="2500086" y="753599"/>
                </a:lnTo>
                <a:lnTo>
                  <a:pt x="2462261" y="780688"/>
                </a:lnTo>
                <a:lnTo>
                  <a:pt x="2421492" y="803563"/>
                </a:lnTo>
                <a:lnTo>
                  <a:pt x="2378097" y="821907"/>
                </a:lnTo>
                <a:lnTo>
                  <a:pt x="2332393" y="835404"/>
                </a:lnTo>
                <a:lnTo>
                  <a:pt x="2284697" y="843734"/>
                </a:lnTo>
                <a:lnTo>
                  <a:pt x="2235327" y="846582"/>
                </a:lnTo>
                <a:lnTo>
                  <a:pt x="2185956" y="843734"/>
                </a:lnTo>
                <a:lnTo>
                  <a:pt x="2138260" y="835404"/>
                </a:lnTo>
                <a:lnTo>
                  <a:pt x="2092556" y="821907"/>
                </a:lnTo>
                <a:lnTo>
                  <a:pt x="2049161" y="803563"/>
                </a:lnTo>
                <a:lnTo>
                  <a:pt x="2008392" y="780688"/>
                </a:lnTo>
                <a:lnTo>
                  <a:pt x="1970567" y="753599"/>
                </a:lnTo>
                <a:lnTo>
                  <a:pt x="1936003" y="722614"/>
                </a:lnTo>
                <a:lnTo>
                  <a:pt x="1905018" y="688050"/>
                </a:lnTo>
                <a:lnTo>
                  <a:pt x="1877929" y="650225"/>
                </a:lnTo>
                <a:lnTo>
                  <a:pt x="1855054" y="609456"/>
                </a:lnTo>
                <a:lnTo>
                  <a:pt x="1836710" y="566061"/>
                </a:lnTo>
                <a:lnTo>
                  <a:pt x="1823213" y="520357"/>
                </a:lnTo>
                <a:lnTo>
                  <a:pt x="1814883" y="472661"/>
                </a:lnTo>
                <a:lnTo>
                  <a:pt x="1812036" y="423291"/>
                </a:lnTo>
                <a:close/>
              </a:path>
              <a:path w="6283959" h="2535554">
                <a:moveTo>
                  <a:pt x="846582" y="470916"/>
                </a:moveTo>
                <a:lnTo>
                  <a:pt x="1812417" y="470916"/>
                </a:lnTo>
              </a:path>
              <a:path w="6283959" h="2535554">
                <a:moveTo>
                  <a:pt x="1812036" y="2111883"/>
                </a:moveTo>
                <a:lnTo>
                  <a:pt x="1814883" y="2062517"/>
                </a:lnTo>
                <a:lnTo>
                  <a:pt x="1823213" y="2014824"/>
                </a:lnTo>
                <a:lnTo>
                  <a:pt x="1836710" y="1969122"/>
                </a:lnTo>
                <a:lnTo>
                  <a:pt x="1855054" y="1925728"/>
                </a:lnTo>
                <a:lnTo>
                  <a:pt x="1877929" y="1884959"/>
                </a:lnTo>
                <a:lnTo>
                  <a:pt x="1905018" y="1847134"/>
                </a:lnTo>
                <a:lnTo>
                  <a:pt x="1936003" y="1812569"/>
                </a:lnTo>
                <a:lnTo>
                  <a:pt x="1970567" y="1781582"/>
                </a:lnTo>
                <a:lnTo>
                  <a:pt x="2008392" y="1754492"/>
                </a:lnTo>
                <a:lnTo>
                  <a:pt x="2049161" y="1731615"/>
                </a:lnTo>
                <a:lnTo>
                  <a:pt x="2092556" y="1713268"/>
                </a:lnTo>
                <a:lnTo>
                  <a:pt x="2138260" y="1699771"/>
                </a:lnTo>
                <a:lnTo>
                  <a:pt x="2185956" y="1691439"/>
                </a:lnTo>
                <a:lnTo>
                  <a:pt x="2235327" y="1688592"/>
                </a:lnTo>
                <a:lnTo>
                  <a:pt x="2284697" y="1691439"/>
                </a:lnTo>
                <a:lnTo>
                  <a:pt x="2332393" y="1699771"/>
                </a:lnTo>
                <a:lnTo>
                  <a:pt x="2378097" y="1713268"/>
                </a:lnTo>
                <a:lnTo>
                  <a:pt x="2421492" y="1731615"/>
                </a:lnTo>
                <a:lnTo>
                  <a:pt x="2462261" y="1754492"/>
                </a:lnTo>
                <a:lnTo>
                  <a:pt x="2500086" y="1781582"/>
                </a:lnTo>
                <a:lnTo>
                  <a:pt x="2534650" y="1812569"/>
                </a:lnTo>
                <a:lnTo>
                  <a:pt x="2565635" y="1847134"/>
                </a:lnTo>
                <a:lnTo>
                  <a:pt x="2592724" y="1884959"/>
                </a:lnTo>
                <a:lnTo>
                  <a:pt x="2615599" y="1925728"/>
                </a:lnTo>
                <a:lnTo>
                  <a:pt x="2633943" y="1969122"/>
                </a:lnTo>
                <a:lnTo>
                  <a:pt x="2647440" y="2014824"/>
                </a:lnTo>
                <a:lnTo>
                  <a:pt x="2655770" y="2062517"/>
                </a:lnTo>
                <a:lnTo>
                  <a:pt x="2658618" y="2111883"/>
                </a:lnTo>
                <a:lnTo>
                  <a:pt x="2655770" y="2161248"/>
                </a:lnTo>
                <a:lnTo>
                  <a:pt x="2647440" y="2208941"/>
                </a:lnTo>
                <a:lnTo>
                  <a:pt x="2633943" y="2254643"/>
                </a:lnTo>
                <a:lnTo>
                  <a:pt x="2615599" y="2298037"/>
                </a:lnTo>
                <a:lnTo>
                  <a:pt x="2592724" y="2338806"/>
                </a:lnTo>
                <a:lnTo>
                  <a:pt x="2565635" y="2376631"/>
                </a:lnTo>
                <a:lnTo>
                  <a:pt x="2534650" y="2411196"/>
                </a:lnTo>
                <a:lnTo>
                  <a:pt x="2500086" y="2442183"/>
                </a:lnTo>
                <a:lnTo>
                  <a:pt x="2462261" y="2469273"/>
                </a:lnTo>
                <a:lnTo>
                  <a:pt x="2421492" y="2492150"/>
                </a:lnTo>
                <a:lnTo>
                  <a:pt x="2378097" y="2510497"/>
                </a:lnTo>
                <a:lnTo>
                  <a:pt x="2332393" y="2523994"/>
                </a:lnTo>
                <a:lnTo>
                  <a:pt x="2284697" y="2532326"/>
                </a:lnTo>
                <a:lnTo>
                  <a:pt x="2235327" y="2535174"/>
                </a:lnTo>
                <a:lnTo>
                  <a:pt x="2185956" y="2532326"/>
                </a:lnTo>
                <a:lnTo>
                  <a:pt x="2138260" y="2523994"/>
                </a:lnTo>
                <a:lnTo>
                  <a:pt x="2092556" y="2510497"/>
                </a:lnTo>
                <a:lnTo>
                  <a:pt x="2049161" y="2492150"/>
                </a:lnTo>
                <a:lnTo>
                  <a:pt x="2008392" y="2469273"/>
                </a:lnTo>
                <a:lnTo>
                  <a:pt x="1970567" y="2442183"/>
                </a:lnTo>
                <a:lnTo>
                  <a:pt x="1936003" y="2411196"/>
                </a:lnTo>
                <a:lnTo>
                  <a:pt x="1905018" y="2376631"/>
                </a:lnTo>
                <a:lnTo>
                  <a:pt x="1877929" y="2338806"/>
                </a:lnTo>
                <a:lnTo>
                  <a:pt x="1855054" y="2298037"/>
                </a:lnTo>
                <a:lnTo>
                  <a:pt x="1836710" y="2254643"/>
                </a:lnTo>
                <a:lnTo>
                  <a:pt x="1823213" y="2208941"/>
                </a:lnTo>
                <a:lnTo>
                  <a:pt x="1814883" y="2161248"/>
                </a:lnTo>
                <a:lnTo>
                  <a:pt x="1812036" y="2111883"/>
                </a:lnTo>
                <a:close/>
              </a:path>
              <a:path w="6283959" h="2535554">
                <a:moveTo>
                  <a:pt x="2235708" y="1688376"/>
                </a:moveTo>
                <a:lnTo>
                  <a:pt x="2235708" y="846582"/>
                </a:lnTo>
              </a:path>
              <a:path w="6283959" h="2535554">
                <a:moveTo>
                  <a:pt x="3624833" y="423291"/>
                </a:moveTo>
                <a:lnTo>
                  <a:pt x="3627681" y="373920"/>
                </a:lnTo>
                <a:lnTo>
                  <a:pt x="3636011" y="326224"/>
                </a:lnTo>
                <a:lnTo>
                  <a:pt x="3649508" y="280520"/>
                </a:lnTo>
                <a:lnTo>
                  <a:pt x="3667852" y="237125"/>
                </a:lnTo>
                <a:lnTo>
                  <a:pt x="3690727" y="196356"/>
                </a:lnTo>
                <a:lnTo>
                  <a:pt x="3717816" y="158531"/>
                </a:lnTo>
                <a:lnTo>
                  <a:pt x="3748801" y="123967"/>
                </a:lnTo>
                <a:lnTo>
                  <a:pt x="3783365" y="92982"/>
                </a:lnTo>
                <a:lnTo>
                  <a:pt x="3821190" y="65893"/>
                </a:lnTo>
                <a:lnTo>
                  <a:pt x="3861959" y="43018"/>
                </a:lnTo>
                <a:lnTo>
                  <a:pt x="3905354" y="24674"/>
                </a:lnTo>
                <a:lnTo>
                  <a:pt x="3951058" y="11177"/>
                </a:lnTo>
                <a:lnTo>
                  <a:pt x="3998754" y="2847"/>
                </a:lnTo>
                <a:lnTo>
                  <a:pt x="4048125" y="0"/>
                </a:lnTo>
                <a:lnTo>
                  <a:pt x="4097495" y="2847"/>
                </a:lnTo>
                <a:lnTo>
                  <a:pt x="4145191" y="11177"/>
                </a:lnTo>
                <a:lnTo>
                  <a:pt x="4190895" y="24674"/>
                </a:lnTo>
                <a:lnTo>
                  <a:pt x="4234290" y="43018"/>
                </a:lnTo>
                <a:lnTo>
                  <a:pt x="4275059" y="65893"/>
                </a:lnTo>
                <a:lnTo>
                  <a:pt x="4312884" y="92982"/>
                </a:lnTo>
                <a:lnTo>
                  <a:pt x="4347448" y="123967"/>
                </a:lnTo>
                <a:lnTo>
                  <a:pt x="4378433" y="158531"/>
                </a:lnTo>
                <a:lnTo>
                  <a:pt x="4405522" y="196356"/>
                </a:lnTo>
                <a:lnTo>
                  <a:pt x="4428397" y="237125"/>
                </a:lnTo>
                <a:lnTo>
                  <a:pt x="4446741" y="280520"/>
                </a:lnTo>
                <a:lnTo>
                  <a:pt x="4460238" y="326224"/>
                </a:lnTo>
                <a:lnTo>
                  <a:pt x="4468568" y="373920"/>
                </a:lnTo>
                <a:lnTo>
                  <a:pt x="4471415" y="423291"/>
                </a:lnTo>
                <a:lnTo>
                  <a:pt x="4468568" y="472661"/>
                </a:lnTo>
                <a:lnTo>
                  <a:pt x="4460238" y="520357"/>
                </a:lnTo>
                <a:lnTo>
                  <a:pt x="4446741" y="566061"/>
                </a:lnTo>
                <a:lnTo>
                  <a:pt x="4428397" y="609456"/>
                </a:lnTo>
                <a:lnTo>
                  <a:pt x="4405522" y="650225"/>
                </a:lnTo>
                <a:lnTo>
                  <a:pt x="4378433" y="688050"/>
                </a:lnTo>
                <a:lnTo>
                  <a:pt x="4347448" y="722614"/>
                </a:lnTo>
                <a:lnTo>
                  <a:pt x="4312884" y="753599"/>
                </a:lnTo>
                <a:lnTo>
                  <a:pt x="4275059" y="780688"/>
                </a:lnTo>
                <a:lnTo>
                  <a:pt x="4234290" y="803563"/>
                </a:lnTo>
                <a:lnTo>
                  <a:pt x="4190895" y="821907"/>
                </a:lnTo>
                <a:lnTo>
                  <a:pt x="4145191" y="835404"/>
                </a:lnTo>
                <a:lnTo>
                  <a:pt x="4097495" y="843734"/>
                </a:lnTo>
                <a:lnTo>
                  <a:pt x="4048125" y="846582"/>
                </a:lnTo>
                <a:lnTo>
                  <a:pt x="3998754" y="843734"/>
                </a:lnTo>
                <a:lnTo>
                  <a:pt x="3951058" y="835404"/>
                </a:lnTo>
                <a:lnTo>
                  <a:pt x="3905354" y="821907"/>
                </a:lnTo>
                <a:lnTo>
                  <a:pt x="3861959" y="803563"/>
                </a:lnTo>
                <a:lnTo>
                  <a:pt x="3821190" y="780688"/>
                </a:lnTo>
                <a:lnTo>
                  <a:pt x="3783365" y="753599"/>
                </a:lnTo>
                <a:lnTo>
                  <a:pt x="3748801" y="722614"/>
                </a:lnTo>
                <a:lnTo>
                  <a:pt x="3717816" y="688050"/>
                </a:lnTo>
                <a:lnTo>
                  <a:pt x="3690727" y="650225"/>
                </a:lnTo>
                <a:lnTo>
                  <a:pt x="3667852" y="609456"/>
                </a:lnTo>
                <a:lnTo>
                  <a:pt x="3649508" y="566061"/>
                </a:lnTo>
                <a:lnTo>
                  <a:pt x="3636011" y="520357"/>
                </a:lnTo>
                <a:lnTo>
                  <a:pt x="3627681" y="472661"/>
                </a:lnTo>
                <a:lnTo>
                  <a:pt x="3624833" y="423291"/>
                </a:lnTo>
                <a:close/>
              </a:path>
              <a:path w="6283959" h="2535554">
                <a:moveTo>
                  <a:pt x="3624833" y="2111883"/>
                </a:moveTo>
                <a:lnTo>
                  <a:pt x="3627681" y="2062517"/>
                </a:lnTo>
                <a:lnTo>
                  <a:pt x="3636011" y="2014824"/>
                </a:lnTo>
                <a:lnTo>
                  <a:pt x="3649508" y="1969122"/>
                </a:lnTo>
                <a:lnTo>
                  <a:pt x="3667852" y="1925728"/>
                </a:lnTo>
                <a:lnTo>
                  <a:pt x="3690727" y="1884959"/>
                </a:lnTo>
                <a:lnTo>
                  <a:pt x="3717816" y="1847134"/>
                </a:lnTo>
                <a:lnTo>
                  <a:pt x="3748801" y="1812569"/>
                </a:lnTo>
                <a:lnTo>
                  <a:pt x="3783365" y="1781582"/>
                </a:lnTo>
                <a:lnTo>
                  <a:pt x="3821190" y="1754492"/>
                </a:lnTo>
                <a:lnTo>
                  <a:pt x="3861959" y="1731615"/>
                </a:lnTo>
                <a:lnTo>
                  <a:pt x="3905354" y="1713268"/>
                </a:lnTo>
                <a:lnTo>
                  <a:pt x="3951058" y="1699771"/>
                </a:lnTo>
                <a:lnTo>
                  <a:pt x="3998754" y="1691439"/>
                </a:lnTo>
                <a:lnTo>
                  <a:pt x="4048125" y="1688592"/>
                </a:lnTo>
                <a:lnTo>
                  <a:pt x="4097495" y="1691439"/>
                </a:lnTo>
                <a:lnTo>
                  <a:pt x="4145191" y="1699771"/>
                </a:lnTo>
                <a:lnTo>
                  <a:pt x="4190895" y="1713268"/>
                </a:lnTo>
                <a:lnTo>
                  <a:pt x="4234290" y="1731615"/>
                </a:lnTo>
                <a:lnTo>
                  <a:pt x="4275059" y="1754492"/>
                </a:lnTo>
                <a:lnTo>
                  <a:pt x="4312884" y="1781582"/>
                </a:lnTo>
                <a:lnTo>
                  <a:pt x="4347448" y="1812569"/>
                </a:lnTo>
                <a:lnTo>
                  <a:pt x="4378433" y="1847134"/>
                </a:lnTo>
                <a:lnTo>
                  <a:pt x="4405522" y="1884959"/>
                </a:lnTo>
                <a:lnTo>
                  <a:pt x="4428397" y="1925728"/>
                </a:lnTo>
                <a:lnTo>
                  <a:pt x="4446741" y="1969122"/>
                </a:lnTo>
                <a:lnTo>
                  <a:pt x="4460238" y="2014824"/>
                </a:lnTo>
                <a:lnTo>
                  <a:pt x="4468568" y="2062517"/>
                </a:lnTo>
                <a:lnTo>
                  <a:pt x="4471415" y="2111883"/>
                </a:lnTo>
                <a:lnTo>
                  <a:pt x="4468568" y="2161248"/>
                </a:lnTo>
                <a:lnTo>
                  <a:pt x="4460238" y="2208941"/>
                </a:lnTo>
                <a:lnTo>
                  <a:pt x="4446741" y="2254643"/>
                </a:lnTo>
                <a:lnTo>
                  <a:pt x="4428397" y="2298037"/>
                </a:lnTo>
                <a:lnTo>
                  <a:pt x="4405522" y="2338806"/>
                </a:lnTo>
                <a:lnTo>
                  <a:pt x="4378433" y="2376631"/>
                </a:lnTo>
                <a:lnTo>
                  <a:pt x="4347448" y="2411196"/>
                </a:lnTo>
                <a:lnTo>
                  <a:pt x="4312884" y="2442183"/>
                </a:lnTo>
                <a:lnTo>
                  <a:pt x="4275059" y="2469273"/>
                </a:lnTo>
                <a:lnTo>
                  <a:pt x="4234290" y="2492150"/>
                </a:lnTo>
                <a:lnTo>
                  <a:pt x="4190895" y="2510497"/>
                </a:lnTo>
                <a:lnTo>
                  <a:pt x="4145191" y="2523994"/>
                </a:lnTo>
                <a:lnTo>
                  <a:pt x="4097495" y="2532326"/>
                </a:lnTo>
                <a:lnTo>
                  <a:pt x="4048125" y="2535174"/>
                </a:lnTo>
                <a:lnTo>
                  <a:pt x="3998754" y="2532326"/>
                </a:lnTo>
                <a:lnTo>
                  <a:pt x="3951058" y="2523994"/>
                </a:lnTo>
                <a:lnTo>
                  <a:pt x="3905354" y="2510497"/>
                </a:lnTo>
                <a:lnTo>
                  <a:pt x="3861959" y="2492150"/>
                </a:lnTo>
                <a:lnTo>
                  <a:pt x="3821190" y="2469273"/>
                </a:lnTo>
                <a:lnTo>
                  <a:pt x="3783365" y="2442183"/>
                </a:lnTo>
                <a:lnTo>
                  <a:pt x="3748801" y="2411196"/>
                </a:lnTo>
                <a:lnTo>
                  <a:pt x="3717816" y="2376631"/>
                </a:lnTo>
                <a:lnTo>
                  <a:pt x="3690727" y="2338806"/>
                </a:lnTo>
                <a:lnTo>
                  <a:pt x="3667852" y="2298037"/>
                </a:lnTo>
                <a:lnTo>
                  <a:pt x="3649508" y="2254643"/>
                </a:lnTo>
                <a:lnTo>
                  <a:pt x="3636011" y="2208941"/>
                </a:lnTo>
                <a:lnTo>
                  <a:pt x="3627681" y="2161248"/>
                </a:lnTo>
                <a:lnTo>
                  <a:pt x="3624833" y="2111883"/>
                </a:lnTo>
                <a:close/>
              </a:path>
              <a:path w="6283959" h="2535554">
                <a:moveTo>
                  <a:pt x="2535174" y="1812886"/>
                </a:moveTo>
                <a:lnTo>
                  <a:pt x="3749039" y="723138"/>
                </a:lnTo>
              </a:path>
              <a:path w="6283959" h="2535554">
                <a:moveTo>
                  <a:pt x="2658618" y="2112264"/>
                </a:moveTo>
                <a:lnTo>
                  <a:pt x="3624453" y="2112264"/>
                </a:lnTo>
              </a:path>
              <a:path w="6283959" h="2535554">
                <a:moveTo>
                  <a:pt x="5436870" y="423291"/>
                </a:moveTo>
                <a:lnTo>
                  <a:pt x="5439717" y="373920"/>
                </a:lnTo>
                <a:lnTo>
                  <a:pt x="5448047" y="326224"/>
                </a:lnTo>
                <a:lnTo>
                  <a:pt x="5461544" y="280520"/>
                </a:lnTo>
                <a:lnTo>
                  <a:pt x="5479888" y="237125"/>
                </a:lnTo>
                <a:lnTo>
                  <a:pt x="5502763" y="196356"/>
                </a:lnTo>
                <a:lnTo>
                  <a:pt x="5529852" y="158531"/>
                </a:lnTo>
                <a:lnTo>
                  <a:pt x="5560837" y="123967"/>
                </a:lnTo>
                <a:lnTo>
                  <a:pt x="5595401" y="92982"/>
                </a:lnTo>
                <a:lnTo>
                  <a:pt x="5633226" y="65893"/>
                </a:lnTo>
                <a:lnTo>
                  <a:pt x="5673995" y="43018"/>
                </a:lnTo>
                <a:lnTo>
                  <a:pt x="5717390" y="24674"/>
                </a:lnTo>
                <a:lnTo>
                  <a:pt x="5763094" y="11177"/>
                </a:lnTo>
                <a:lnTo>
                  <a:pt x="5810790" y="2847"/>
                </a:lnTo>
                <a:lnTo>
                  <a:pt x="5860160" y="0"/>
                </a:lnTo>
                <a:lnTo>
                  <a:pt x="5909531" y="2847"/>
                </a:lnTo>
                <a:lnTo>
                  <a:pt x="5957227" y="11177"/>
                </a:lnTo>
                <a:lnTo>
                  <a:pt x="6002931" y="24674"/>
                </a:lnTo>
                <a:lnTo>
                  <a:pt x="6046326" y="43018"/>
                </a:lnTo>
                <a:lnTo>
                  <a:pt x="6087095" y="65893"/>
                </a:lnTo>
                <a:lnTo>
                  <a:pt x="6124920" y="92982"/>
                </a:lnTo>
                <a:lnTo>
                  <a:pt x="6159484" y="123967"/>
                </a:lnTo>
                <a:lnTo>
                  <a:pt x="6190469" y="158531"/>
                </a:lnTo>
                <a:lnTo>
                  <a:pt x="6217558" y="196356"/>
                </a:lnTo>
                <a:lnTo>
                  <a:pt x="6240433" y="237125"/>
                </a:lnTo>
                <a:lnTo>
                  <a:pt x="6258777" y="280520"/>
                </a:lnTo>
                <a:lnTo>
                  <a:pt x="6272274" y="326224"/>
                </a:lnTo>
                <a:lnTo>
                  <a:pt x="6280604" y="373920"/>
                </a:lnTo>
                <a:lnTo>
                  <a:pt x="6283452" y="423291"/>
                </a:lnTo>
                <a:lnTo>
                  <a:pt x="6280604" y="472661"/>
                </a:lnTo>
                <a:lnTo>
                  <a:pt x="6272274" y="520357"/>
                </a:lnTo>
                <a:lnTo>
                  <a:pt x="6258777" y="566061"/>
                </a:lnTo>
                <a:lnTo>
                  <a:pt x="6240433" y="609456"/>
                </a:lnTo>
                <a:lnTo>
                  <a:pt x="6217558" y="650225"/>
                </a:lnTo>
                <a:lnTo>
                  <a:pt x="6190469" y="688050"/>
                </a:lnTo>
                <a:lnTo>
                  <a:pt x="6159484" y="722614"/>
                </a:lnTo>
                <a:lnTo>
                  <a:pt x="6124920" y="753599"/>
                </a:lnTo>
                <a:lnTo>
                  <a:pt x="6087095" y="780688"/>
                </a:lnTo>
                <a:lnTo>
                  <a:pt x="6046326" y="803563"/>
                </a:lnTo>
                <a:lnTo>
                  <a:pt x="6002931" y="821907"/>
                </a:lnTo>
                <a:lnTo>
                  <a:pt x="5957227" y="835404"/>
                </a:lnTo>
                <a:lnTo>
                  <a:pt x="5909531" y="843734"/>
                </a:lnTo>
                <a:lnTo>
                  <a:pt x="5860160" y="846582"/>
                </a:lnTo>
                <a:lnTo>
                  <a:pt x="5810790" y="843734"/>
                </a:lnTo>
                <a:lnTo>
                  <a:pt x="5763094" y="835404"/>
                </a:lnTo>
                <a:lnTo>
                  <a:pt x="5717390" y="821907"/>
                </a:lnTo>
                <a:lnTo>
                  <a:pt x="5673995" y="803563"/>
                </a:lnTo>
                <a:lnTo>
                  <a:pt x="5633226" y="780688"/>
                </a:lnTo>
                <a:lnTo>
                  <a:pt x="5595401" y="753599"/>
                </a:lnTo>
                <a:lnTo>
                  <a:pt x="5560837" y="722614"/>
                </a:lnTo>
                <a:lnTo>
                  <a:pt x="5529852" y="688050"/>
                </a:lnTo>
                <a:lnTo>
                  <a:pt x="5502763" y="650225"/>
                </a:lnTo>
                <a:lnTo>
                  <a:pt x="5479888" y="609456"/>
                </a:lnTo>
                <a:lnTo>
                  <a:pt x="5461544" y="566061"/>
                </a:lnTo>
                <a:lnTo>
                  <a:pt x="5448047" y="520357"/>
                </a:lnTo>
                <a:lnTo>
                  <a:pt x="5439717" y="472661"/>
                </a:lnTo>
                <a:lnTo>
                  <a:pt x="5436870" y="423291"/>
                </a:lnTo>
                <a:close/>
              </a:path>
              <a:path w="6283959" h="2535554">
                <a:moveTo>
                  <a:pt x="5437251" y="470916"/>
                </a:moveTo>
                <a:lnTo>
                  <a:pt x="4471415" y="470916"/>
                </a:lnTo>
              </a:path>
              <a:path w="6283959" h="2535554">
                <a:moveTo>
                  <a:pt x="5436870" y="2111883"/>
                </a:moveTo>
                <a:lnTo>
                  <a:pt x="5439717" y="2062517"/>
                </a:lnTo>
                <a:lnTo>
                  <a:pt x="5448047" y="2014824"/>
                </a:lnTo>
                <a:lnTo>
                  <a:pt x="5461544" y="1969122"/>
                </a:lnTo>
                <a:lnTo>
                  <a:pt x="5479888" y="1925728"/>
                </a:lnTo>
                <a:lnTo>
                  <a:pt x="5502763" y="1884959"/>
                </a:lnTo>
                <a:lnTo>
                  <a:pt x="5529852" y="1847134"/>
                </a:lnTo>
                <a:lnTo>
                  <a:pt x="5560837" y="1812569"/>
                </a:lnTo>
                <a:lnTo>
                  <a:pt x="5595401" y="1781582"/>
                </a:lnTo>
                <a:lnTo>
                  <a:pt x="5633226" y="1754492"/>
                </a:lnTo>
                <a:lnTo>
                  <a:pt x="5673995" y="1731615"/>
                </a:lnTo>
                <a:lnTo>
                  <a:pt x="5717390" y="1713268"/>
                </a:lnTo>
                <a:lnTo>
                  <a:pt x="5763094" y="1699771"/>
                </a:lnTo>
                <a:lnTo>
                  <a:pt x="5810790" y="1691439"/>
                </a:lnTo>
                <a:lnTo>
                  <a:pt x="5860160" y="1688592"/>
                </a:lnTo>
                <a:lnTo>
                  <a:pt x="5909531" y="1691439"/>
                </a:lnTo>
                <a:lnTo>
                  <a:pt x="5957227" y="1699771"/>
                </a:lnTo>
                <a:lnTo>
                  <a:pt x="6002931" y="1713268"/>
                </a:lnTo>
                <a:lnTo>
                  <a:pt x="6046326" y="1731615"/>
                </a:lnTo>
                <a:lnTo>
                  <a:pt x="6087095" y="1754492"/>
                </a:lnTo>
                <a:lnTo>
                  <a:pt x="6124920" y="1781582"/>
                </a:lnTo>
                <a:lnTo>
                  <a:pt x="6159484" y="1812569"/>
                </a:lnTo>
                <a:lnTo>
                  <a:pt x="6190469" y="1847134"/>
                </a:lnTo>
                <a:lnTo>
                  <a:pt x="6217558" y="1884959"/>
                </a:lnTo>
                <a:lnTo>
                  <a:pt x="6240433" y="1925728"/>
                </a:lnTo>
                <a:lnTo>
                  <a:pt x="6258777" y="1969122"/>
                </a:lnTo>
                <a:lnTo>
                  <a:pt x="6272274" y="2014824"/>
                </a:lnTo>
                <a:lnTo>
                  <a:pt x="6280604" y="2062517"/>
                </a:lnTo>
                <a:lnTo>
                  <a:pt x="6283452" y="2111883"/>
                </a:lnTo>
                <a:lnTo>
                  <a:pt x="6280604" y="2161248"/>
                </a:lnTo>
                <a:lnTo>
                  <a:pt x="6272274" y="2208941"/>
                </a:lnTo>
                <a:lnTo>
                  <a:pt x="6258777" y="2254643"/>
                </a:lnTo>
                <a:lnTo>
                  <a:pt x="6240433" y="2298037"/>
                </a:lnTo>
                <a:lnTo>
                  <a:pt x="6217558" y="2338806"/>
                </a:lnTo>
                <a:lnTo>
                  <a:pt x="6190469" y="2376631"/>
                </a:lnTo>
                <a:lnTo>
                  <a:pt x="6159484" y="2411196"/>
                </a:lnTo>
                <a:lnTo>
                  <a:pt x="6124920" y="2442183"/>
                </a:lnTo>
                <a:lnTo>
                  <a:pt x="6087095" y="2469273"/>
                </a:lnTo>
                <a:lnTo>
                  <a:pt x="6046326" y="2492150"/>
                </a:lnTo>
                <a:lnTo>
                  <a:pt x="6002931" y="2510497"/>
                </a:lnTo>
                <a:lnTo>
                  <a:pt x="5957227" y="2523994"/>
                </a:lnTo>
                <a:lnTo>
                  <a:pt x="5909531" y="2532326"/>
                </a:lnTo>
                <a:lnTo>
                  <a:pt x="5860160" y="2535174"/>
                </a:lnTo>
                <a:lnTo>
                  <a:pt x="5810790" y="2532326"/>
                </a:lnTo>
                <a:lnTo>
                  <a:pt x="5763094" y="2523994"/>
                </a:lnTo>
                <a:lnTo>
                  <a:pt x="5717390" y="2510497"/>
                </a:lnTo>
                <a:lnTo>
                  <a:pt x="5673995" y="2492150"/>
                </a:lnTo>
                <a:lnTo>
                  <a:pt x="5633226" y="2469273"/>
                </a:lnTo>
                <a:lnTo>
                  <a:pt x="5595401" y="2442183"/>
                </a:lnTo>
                <a:lnTo>
                  <a:pt x="5560837" y="2411196"/>
                </a:lnTo>
                <a:lnTo>
                  <a:pt x="5529852" y="2376631"/>
                </a:lnTo>
                <a:lnTo>
                  <a:pt x="5502763" y="2338806"/>
                </a:lnTo>
                <a:lnTo>
                  <a:pt x="5479888" y="2298037"/>
                </a:lnTo>
                <a:lnTo>
                  <a:pt x="5461544" y="2254643"/>
                </a:lnTo>
                <a:lnTo>
                  <a:pt x="5448047" y="2208941"/>
                </a:lnTo>
                <a:lnTo>
                  <a:pt x="5439717" y="2161248"/>
                </a:lnTo>
                <a:lnTo>
                  <a:pt x="5436870" y="2111883"/>
                </a:lnTo>
                <a:close/>
              </a:path>
              <a:path w="6283959" h="2535554">
                <a:moveTo>
                  <a:pt x="5561076" y="723138"/>
                </a:moveTo>
                <a:lnTo>
                  <a:pt x="4347209" y="1812886"/>
                </a:lnTo>
              </a:path>
              <a:path w="6283959" h="2535554">
                <a:moveTo>
                  <a:pt x="5860542" y="1688376"/>
                </a:moveTo>
                <a:lnTo>
                  <a:pt x="5860542" y="846582"/>
                </a:lnTo>
              </a:path>
              <a:path w="6283959" h="2535554">
                <a:moveTo>
                  <a:pt x="4471415" y="2112264"/>
                </a:moveTo>
                <a:lnTo>
                  <a:pt x="5437251" y="2112264"/>
                </a:lnTo>
              </a:path>
              <a:path w="6283959" h="2535554">
                <a:moveTo>
                  <a:pt x="4047744" y="1688376"/>
                </a:moveTo>
                <a:lnTo>
                  <a:pt x="4047744" y="846582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63058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50514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63058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596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0514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469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9425" y="2891535"/>
            <a:ext cx="1784350" cy="739140"/>
            <a:chOff x="479425" y="2891535"/>
            <a:chExt cx="1784350" cy="739140"/>
          </a:xfrm>
        </p:grpSpPr>
        <p:sp>
          <p:nvSpPr>
            <p:cNvPr id="13" name="object 13"/>
            <p:cNvSpPr/>
            <p:nvPr/>
          </p:nvSpPr>
          <p:spPr>
            <a:xfrm>
              <a:off x="485775" y="2897936"/>
              <a:ext cx="1771650" cy="713740"/>
            </a:xfrm>
            <a:custGeom>
              <a:avLst/>
              <a:gdLst/>
              <a:ahLst/>
              <a:cxnLst/>
              <a:rect l="l" t="t" r="r" b="b"/>
              <a:pathLst>
                <a:path w="1771650" h="713739">
                  <a:moveTo>
                    <a:pt x="1771650" y="0"/>
                  </a:moveTo>
                  <a:lnTo>
                    <a:pt x="0" y="0"/>
                  </a:lnTo>
                  <a:lnTo>
                    <a:pt x="0" y="713689"/>
                  </a:lnTo>
                  <a:lnTo>
                    <a:pt x="1771650" y="713689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5775" y="2891535"/>
              <a:ext cx="1771650" cy="739140"/>
            </a:xfrm>
            <a:custGeom>
              <a:avLst/>
              <a:gdLst/>
              <a:ahLst/>
              <a:cxnLst/>
              <a:rect l="l" t="t" r="r" b="b"/>
              <a:pathLst>
                <a:path w="1771650" h="739139">
                  <a:moveTo>
                    <a:pt x="0" y="0"/>
                  </a:moveTo>
                  <a:lnTo>
                    <a:pt x="0" y="739139"/>
                  </a:lnTo>
                </a:path>
                <a:path w="1771650" h="739139">
                  <a:moveTo>
                    <a:pt x="1771650" y="0"/>
                  </a:moveTo>
                  <a:lnTo>
                    <a:pt x="1771650" y="7391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9425" y="2891535"/>
              <a:ext cx="1784350" cy="12700"/>
            </a:xfrm>
            <a:custGeom>
              <a:avLst/>
              <a:gdLst/>
              <a:ahLst/>
              <a:cxnLst/>
              <a:rect l="l" t="t" r="r" b="b"/>
              <a:pathLst>
                <a:path w="1784350" h="12700">
                  <a:moveTo>
                    <a:pt x="0" y="12700"/>
                  </a:moveTo>
                  <a:lnTo>
                    <a:pt x="1784350" y="12700"/>
                  </a:lnTo>
                  <a:lnTo>
                    <a:pt x="178435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9425" y="3611625"/>
              <a:ext cx="1784350" cy="0"/>
            </a:xfrm>
            <a:custGeom>
              <a:avLst/>
              <a:gdLst/>
              <a:ahLst/>
              <a:cxnLst/>
              <a:rect l="l" t="t" r="r" b="b"/>
              <a:pathLst>
                <a:path w="1784350">
                  <a:moveTo>
                    <a:pt x="0" y="0"/>
                  </a:moveTo>
                  <a:lnTo>
                    <a:pt x="178435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2125" y="3021329"/>
            <a:ext cx="1758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00"/>
              </a:spcBef>
            </a:pPr>
            <a:r>
              <a:rPr sz="24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待处理队列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3294888" y="2932176"/>
            <a:ext cx="2167890" cy="1163320"/>
          </a:xfrm>
          <a:custGeom>
            <a:avLst/>
            <a:gdLst/>
            <a:ahLst/>
            <a:cxnLst/>
            <a:rect l="l" t="t" r="r" b="b"/>
            <a:pathLst>
              <a:path w="2167890" h="1163320">
                <a:moveTo>
                  <a:pt x="2167890" y="0"/>
                </a:moveTo>
                <a:lnTo>
                  <a:pt x="0" y="0"/>
                </a:lnTo>
                <a:lnTo>
                  <a:pt x="0" y="679704"/>
                </a:lnTo>
                <a:lnTo>
                  <a:pt x="1264539" y="679704"/>
                </a:lnTo>
                <a:lnTo>
                  <a:pt x="1767332" y="1163066"/>
                </a:lnTo>
                <a:lnTo>
                  <a:pt x="1806575" y="679704"/>
                </a:lnTo>
                <a:lnTo>
                  <a:pt x="2167890" y="679704"/>
                </a:lnTo>
                <a:lnTo>
                  <a:pt x="2167890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54805" y="3001263"/>
            <a:ext cx="1449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 dirty="0" err="1">
                <a:solidFill>
                  <a:srgbClr val="FFFFFF"/>
                </a:solidFill>
                <a:latin typeface="PMingLiU"/>
                <a:cs typeface="PMingLiU"/>
              </a:rPr>
              <a:t>搜索源点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21" name="object 2">
            <a:extLst>
              <a:ext uri="{FF2B5EF4-FFF2-40B4-BE49-F238E27FC236}">
                <a16:creationId xmlns:a16="http://schemas.microsoft.com/office/drawing/2014/main" id="{B43A2FC7-F5AE-9247-A963-B04A19F588DA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73145" y="3554729"/>
            <a:ext cx="6322060" cy="2995930"/>
            <a:chOff x="3073145" y="3554729"/>
            <a:chExt cx="6322060" cy="2995930"/>
          </a:xfrm>
        </p:grpSpPr>
        <p:sp>
          <p:nvSpPr>
            <p:cNvPr id="3" name="object 3"/>
            <p:cNvSpPr/>
            <p:nvPr/>
          </p:nvSpPr>
          <p:spPr>
            <a:xfrm>
              <a:off x="4702301" y="3573779"/>
              <a:ext cx="1343660" cy="1295400"/>
            </a:xfrm>
            <a:custGeom>
              <a:avLst/>
              <a:gdLst/>
              <a:ahLst/>
              <a:cxnLst/>
              <a:rect l="l" t="t" r="r" b="b"/>
              <a:pathLst>
                <a:path w="1343660" h="12954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1127506" y="0"/>
                  </a:lnTo>
                  <a:lnTo>
                    <a:pt x="1177014" y="5701"/>
                  </a:lnTo>
                  <a:lnTo>
                    <a:pt x="1222459" y="21941"/>
                  </a:lnTo>
                  <a:lnTo>
                    <a:pt x="1262546" y="47426"/>
                  </a:lnTo>
                  <a:lnTo>
                    <a:pt x="1295979" y="80859"/>
                  </a:lnTo>
                  <a:lnTo>
                    <a:pt x="1321464" y="120946"/>
                  </a:lnTo>
                  <a:lnTo>
                    <a:pt x="1337704" y="166391"/>
                  </a:lnTo>
                  <a:lnTo>
                    <a:pt x="1343406" y="215900"/>
                  </a:lnTo>
                  <a:lnTo>
                    <a:pt x="1343406" y="1079500"/>
                  </a:lnTo>
                  <a:lnTo>
                    <a:pt x="1337704" y="1129008"/>
                  </a:lnTo>
                  <a:lnTo>
                    <a:pt x="1321464" y="1174453"/>
                  </a:lnTo>
                  <a:lnTo>
                    <a:pt x="1295979" y="1214540"/>
                  </a:lnTo>
                  <a:lnTo>
                    <a:pt x="1262546" y="1247973"/>
                  </a:lnTo>
                  <a:lnTo>
                    <a:pt x="1222459" y="1273458"/>
                  </a:lnTo>
                  <a:lnTo>
                    <a:pt x="1177014" y="1289698"/>
                  </a:lnTo>
                  <a:lnTo>
                    <a:pt x="1127506" y="1295400"/>
                  </a:lnTo>
                  <a:lnTo>
                    <a:pt x="215900" y="1295400"/>
                  </a:lnTo>
                  <a:lnTo>
                    <a:pt x="166391" y="1289698"/>
                  </a:lnTo>
                  <a:lnTo>
                    <a:pt x="120946" y="1273458"/>
                  </a:lnTo>
                  <a:lnTo>
                    <a:pt x="80859" y="1247973"/>
                  </a:lnTo>
                  <a:lnTo>
                    <a:pt x="47426" y="1214540"/>
                  </a:lnTo>
                  <a:lnTo>
                    <a:pt x="21941" y="1174453"/>
                  </a:lnTo>
                  <a:lnTo>
                    <a:pt x="5701" y="1129008"/>
                  </a:lnTo>
                  <a:lnTo>
                    <a:pt x="0" y="1079500"/>
                  </a:lnTo>
                  <a:lnTo>
                    <a:pt x="0" y="215900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92195" y="3995927"/>
              <a:ext cx="6283960" cy="2535555"/>
            </a:xfrm>
            <a:custGeom>
              <a:avLst/>
              <a:gdLst/>
              <a:ahLst/>
              <a:cxnLst/>
              <a:rect l="l" t="t" r="r" b="b"/>
              <a:pathLst>
                <a:path w="6283959" h="2535554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2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  <a:path w="6283959" h="2535554">
                  <a:moveTo>
                    <a:pt x="0" y="2111883"/>
                  </a:moveTo>
                  <a:lnTo>
                    <a:pt x="2847" y="2062517"/>
                  </a:lnTo>
                  <a:lnTo>
                    <a:pt x="11177" y="2014824"/>
                  </a:lnTo>
                  <a:lnTo>
                    <a:pt x="24674" y="1969122"/>
                  </a:lnTo>
                  <a:lnTo>
                    <a:pt x="43018" y="1925728"/>
                  </a:lnTo>
                  <a:lnTo>
                    <a:pt x="65893" y="1884959"/>
                  </a:lnTo>
                  <a:lnTo>
                    <a:pt x="92982" y="1847134"/>
                  </a:lnTo>
                  <a:lnTo>
                    <a:pt x="123967" y="1812569"/>
                  </a:lnTo>
                  <a:lnTo>
                    <a:pt x="158531" y="1781582"/>
                  </a:lnTo>
                  <a:lnTo>
                    <a:pt x="196356" y="1754492"/>
                  </a:lnTo>
                  <a:lnTo>
                    <a:pt x="237125" y="1731615"/>
                  </a:lnTo>
                  <a:lnTo>
                    <a:pt x="280520" y="1713268"/>
                  </a:lnTo>
                  <a:lnTo>
                    <a:pt x="326224" y="1699771"/>
                  </a:lnTo>
                  <a:lnTo>
                    <a:pt x="373920" y="1691439"/>
                  </a:lnTo>
                  <a:lnTo>
                    <a:pt x="423291" y="1688592"/>
                  </a:lnTo>
                  <a:lnTo>
                    <a:pt x="472661" y="1691439"/>
                  </a:lnTo>
                  <a:lnTo>
                    <a:pt x="520357" y="1699771"/>
                  </a:lnTo>
                  <a:lnTo>
                    <a:pt x="566061" y="1713268"/>
                  </a:lnTo>
                  <a:lnTo>
                    <a:pt x="609456" y="1731615"/>
                  </a:lnTo>
                  <a:lnTo>
                    <a:pt x="650225" y="1754492"/>
                  </a:lnTo>
                  <a:lnTo>
                    <a:pt x="688050" y="1781582"/>
                  </a:lnTo>
                  <a:lnTo>
                    <a:pt x="722614" y="1812569"/>
                  </a:lnTo>
                  <a:lnTo>
                    <a:pt x="753599" y="1847134"/>
                  </a:lnTo>
                  <a:lnTo>
                    <a:pt x="780688" y="1884959"/>
                  </a:lnTo>
                  <a:lnTo>
                    <a:pt x="803563" y="1925728"/>
                  </a:lnTo>
                  <a:lnTo>
                    <a:pt x="821907" y="1969122"/>
                  </a:lnTo>
                  <a:lnTo>
                    <a:pt x="835404" y="2014824"/>
                  </a:lnTo>
                  <a:lnTo>
                    <a:pt x="843734" y="2062517"/>
                  </a:lnTo>
                  <a:lnTo>
                    <a:pt x="846582" y="2111883"/>
                  </a:lnTo>
                  <a:lnTo>
                    <a:pt x="843734" y="2161248"/>
                  </a:lnTo>
                  <a:lnTo>
                    <a:pt x="835404" y="2208941"/>
                  </a:lnTo>
                  <a:lnTo>
                    <a:pt x="821907" y="2254643"/>
                  </a:lnTo>
                  <a:lnTo>
                    <a:pt x="803563" y="2298037"/>
                  </a:lnTo>
                  <a:lnTo>
                    <a:pt x="780688" y="2338806"/>
                  </a:lnTo>
                  <a:lnTo>
                    <a:pt x="753599" y="2376631"/>
                  </a:lnTo>
                  <a:lnTo>
                    <a:pt x="722614" y="2411196"/>
                  </a:lnTo>
                  <a:lnTo>
                    <a:pt x="688050" y="2442183"/>
                  </a:lnTo>
                  <a:lnTo>
                    <a:pt x="650225" y="2469273"/>
                  </a:lnTo>
                  <a:lnTo>
                    <a:pt x="609456" y="2492150"/>
                  </a:lnTo>
                  <a:lnTo>
                    <a:pt x="566061" y="2510497"/>
                  </a:lnTo>
                  <a:lnTo>
                    <a:pt x="520357" y="2523994"/>
                  </a:lnTo>
                  <a:lnTo>
                    <a:pt x="472661" y="2532326"/>
                  </a:lnTo>
                  <a:lnTo>
                    <a:pt x="423291" y="2535174"/>
                  </a:lnTo>
                  <a:lnTo>
                    <a:pt x="373920" y="2532326"/>
                  </a:lnTo>
                  <a:lnTo>
                    <a:pt x="326224" y="2523994"/>
                  </a:lnTo>
                  <a:lnTo>
                    <a:pt x="280520" y="2510497"/>
                  </a:lnTo>
                  <a:lnTo>
                    <a:pt x="237125" y="2492150"/>
                  </a:lnTo>
                  <a:lnTo>
                    <a:pt x="196356" y="2469273"/>
                  </a:lnTo>
                  <a:lnTo>
                    <a:pt x="158531" y="2442183"/>
                  </a:lnTo>
                  <a:lnTo>
                    <a:pt x="123967" y="2411196"/>
                  </a:lnTo>
                  <a:lnTo>
                    <a:pt x="92982" y="2376631"/>
                  </a:lnTo>
                  <a:lnTo>
                    <a:pt x="65893" y="2338806"/>
                  </a:lnTo>
                  <a:lnTo>
                    <a:pt x="43018" y="2298037"/>
                  </a:lnTo>
                  <a:lnTo>
                    <a:pt x="24674" y="2254643"/>
                  </a:lnTo>
                  <a:lnTo>
                    <a:pt x="11177" y="2208941"/>
                  </a:lnTo>
                  <a:lnTo>
                    <a:pt x="2847" y="2161248"/>
                  </a:lnTo>
                  <a:lnTo>
                    <a:pt x="0" y="2111883"/>
                  </a:lnTo>
                  <a:close/>
                </a:path>
                <a:path w="6283959" h="2535554">
                  <a:moveTo>
                    <a:pt x="422909" y="846582"/>
                  </a:moveTo>
                  <a:lnTo>
                    <a:pt x="422909" y="1688376"/>
                  </a:lnTo>
                </a:path>
                <a:path w="6283959" h="2535554">
                  <a:moveTo>
                    <a:pt x="846582" y="470916"/>
                  </a:moveTo>
                  <a:lnTo>
                    <a:pt x="1812417" y="470916"/>
                  </a:lnTo>
                </a:path>
                <a:path w="6283959" h="2535554">
                  <a:moveTo>
                    <a:pt x="1812036" y="2111883"/>
                  </a:moveTo>
                  <a:lnTo>
                    <a:pt x="1814883" y="2062517"/>
                  </a:lnTo>
                  <a:lnTo>
                    <a:pt x="1823213" y="2014824"/>
                  </a:lnTo>
                  <a:lnTo>
                    <a:pt x="1836710" y="1969122"/>
                  </a:lnTo>
                  <a:lnTo>
                    <a:pt x="1855054" y="1925728"/>
                  </a:lnTo>
                  <a:lnTo>
                    <a:pt x="1877929" y="1884959"/>
                  </a:lnTo>
                  <a:lnTo>
                    <a:pt x="1905018" y="1847134"/>
                  </a:lnTo>
                  <a:lnTo>
                    <a:pt x="1936003" y="1812569"/>
                  </a:lnTo>
                  <a:lnTo>
                    <a:pt x="1970567" y="1781582"/>
                  </a:lnTo>
                  <a:lnTo>
                    <a:pt x="2008392" y="1754492"/>
                  </a:lnTo>
                  <a:lnTo>
                    <a:pt x="2049161" y="1731615"/>
                  </a:lnTo>
                  <a:lnTo>
                    <a:pt x="2092556" y="1713268"/>
                  </a:lnTo>
                  <a:lnTo>
                    <a:pt x="2138260" y="1699771"/>
                  </a:lnTo>
                  <a:lnTo>
                    <a:pt x="2185956" y="1691439"/>
                  </a:lnTo>
                  <a:lnTo>
                    <a:pt x="2235327" y="1688592"/>
                  </a:lnTo>
                  <a:lnTo>
                    <a:pt x="2284697" y="1691439"/>
                  </a:lnTo>
                  <a:lnTo>
                    <a:pt x="2332393" y="1699771"/>
                  </a:lnTo>
                  <a:lnTo>
                    <a:pt x="2378097" y="1713268"/>
                  </a:lnTo>
                  <a:lnTo>
                    <a:pt x="2421492" y="1731615"/>
                  </a:lnTo>
                  <a:lnTo>
                    <a:pt x="2462261" y="1754492"/>
                  </a:lnTo>
                  <a:lnTo>
                    <a:pt x="2500086" y="1781582"/>
                  </a:lnTo>
                  <a:lnTo>
                    <a:pt x="2534650" y="1812569"/>
                  </a:lnTo>
                  <a:lnTo>
                    <a:pt x="2565635" y="1847134"/>
                  </a:lnTo>
                  <a:lnTo>
                    <a:pt x="2592724" y="1884959"/>
                  </a:lnTo>
                  <a:lnTo>
                    <a:pt x="2615599" y="1925728"/>
                  </a:lnTo>
                  <a:lnTo>
                    <a:pt x="2633943" y="1969122"/>
                  </a:lnTo>
                  <a:lnTo>
                    <a:pt x="2647440" y="2014824"/>
                  </a:lnTo>
                  <a:lnTo>
                    <a:pt x="2655770" y="2062517"/>
                  </a:lnTo>
                  <a:lnTo>
                    <a:pt x="2658618" y="2111883"/>
                  </a:lnTo>
                  <a:lnTo>
                    <a:pt x="2655770" y="2161248"/>
                  </a:lnTo>
                  <a:lnTo>
                    <a:pt x="2647440" y="2208941"/>
                  </a:lnTo>
                  <a:lnTo>
                    <a:pt x="2633943" y="2254643"/>
                  </a:lnTo>
                  <a:lnTo>
                    <a:pt x="2615599" y="2298037"/>
                  </a:lnTo>
                  <a:lnTo>
                    <a:pt x="2592724" y="2338806"/>
                  </a:lnTo>
                  <a:lnTo>
                    <a:pt x="2565635" y="2376631"/>
                  </a:lnTo>
                  <a:lnTo>
                    <a:pt x="2534650" y="2411196"/>
                  </a:lnTo>
                  <a:lnTo>
                    <a:pt x="2500086" y="2442183"/>
                  </a:lnTo>
                  <a:lnTo>
                    <a:pt x="2462261" y="2469273"/>
                  </a:lnTo>
                  <a:lnTo>
                    <a:pt x="2421492" y="2492150"/>
                  </a:lnTo>
                  <a:lnTo>
                    <a:pt x="2378097" y="2510497"/>
                  </a:lnTo>
                  <a:lnTo>
                    <a:pt x="2332393" y="2523994"/>
                  </a:lnTo>
                  <a:lnTo>
                    <a:pt x="2284697" y="2532326"/>
                  </a:lnTo>
                  <a:lnTo>
                    <a:pt x="2235327" y="2535174"/>
                  </a:lnTo>
                  <a:lnTo>
                    <a:pt x="2185956" y="2532326"/>
                  </a:lnTo>
                  <a:lnTo>
                    <a:pt x="2138260" y="2523994"/>
                  </a:lnTo>
                  <a:lnTo>
                    <a:pt x="2092556" y="2510497"/>
                  </a:lnTo>
                  <a:lnTo>
                    <a:pt x="2049161" y="2492150"/>
                  </a:lnTo>
                  <a:lnTo>
                    <a:pt x="2008392" y="2469273"/>
                  </a:lnTo>
                  <a:lnTo>
                    <a:pt x="1970567" y="2442183"/>
                  </a:lnTo>
                  <a:lnTo>
                    <a:pt x="1936003" y="2411196"/>
                  </a:lnTo>
                  <a:lnTo>
                    <a:pt x="1905018" y="2376631"/>
                  </a:lnTo>
                  <a:lnTo>
                    <a:pt x="1877929" y="2338806"/>
                  </a:lnTo>
                  <a:lnTo>
                    <a:pt x="1855054" y="2298037"/>
                  </a:lnTo>
                  <a:lnTo>
                    <a:pt x="1836710" y="2254643"/>
                  </a:lnTo>
                  <a:lnTo>
                    <a:pt x="1823213" y="2208941"/>
                  </a:lnTo>
                  <a:lnTo>
                    <a:pt x="1814883" y="2161248"/>
                  </a:lnTo>
                  <a:lnTo>
                    <a:pt x="1812036" y="2111883"/>
                  </a:lnTo>
                  <a:close/>
                </a:path>
                <a:path w="6283959" h="2535554">
                  <a:moveTo>
                    <a:pt x="2235708" y="1688376"/>
                  </a:moveTo>
                  <a:lnTo>
                    <a:pt x="2235708" y="846582"/>
                  </a:lnTo>
                </a:path>
                <a:path w="6283959" h="2535554">
                  <a:moveTo>
                    <a:pt x="3624833" y="423291"/>
                  </a:moveTo>
                  <a:lnTo>
                    <a:pt x="3627681" y="373920"/>
                  </a:lnTo>
                  <a:lnTo>
                    <a:pt x="3636011" y="326224"/>
                  </a:lnTo>
                  <a:lnTo>
                    <a:pt x="3649508" y="280520"/>
                  </a:lnTo>
                  <a:lnTo>
                    <a:pt x="3667852" y="237125"/>
                  </a:lnTo>
                  <a:lnTo>
                    <a:pt x="3690727" y="196356"/>
                  </a:lnTo>
                  <a:lnTo>
                    <a:pt x="3717816" y="158531"/>
                  </a:lnTo>
                  <a:lnTo>
                    <a:pt x="3748801" y="123967"/>
                  </a:lnTo>
                  <a:lnTo>
                    <a:pt x="3783365" y="92982"/>
                  </a:lnTo>
                  <a:lnTo>
                    <a:pt x="3821190" y="65893"/>
                  </a:lnTo>
                  <a:lnTo>
                    <a:pt x="3861959" y="43018"/>
                  </a:lnTo>
                  <a:lnTo>
                    <a:pt x="3905354" y="24674"/>
                  </a:lnTo>
                  <a:lnTo>
                    <a:pt x="3951058" y="11177"/>
                  </a:lnTo>
                  <a:lnTo>
                    <a:pt x="3998754" y="2847"/>
                  </a:lnTo>
                  <a:lnTo>
                    <a:pt x="4048125" y="0"/>
                  </a:lnTo>
                  <a:lnTo>
                    <a:pt x="4097495" y="2847"/>
                  </a:lnTo>
                  <a:lnTo>
                    <a:pt x="4145191" y="11177"/>
                  </a:lnTo>
                  <a:lnTo>
                    <a:pt x="4190895" y="24674"/>
                  </a:lnTo>
                  <a:lnTo>
                    <a:pt x="4234290" y="43018"/>
                  </a:lnTo>
                  <a:lnTo>
                    <a:pt x="4275059" y="65893"/>
                  </a:lnTo>
                  <a:lnTo>
                    <a:pt x="4312884" y="92982"/>
                  </a:lnTo>
                  <a:lnTo>
                    <a:pt x="4347448" y="123967"/>
                  </a:lnTo>
                  <a:lnTo>
                    <a:pt x="4378433" y="158531"/>
                  </a:lnTo>
                  <a:lnTo>
                    <a:pt x="4405522" y="196356"/>
                  </a:lnTo>
                  <a:lnTo>
                    <a:pt x="4428397" y="237125"/>
                  </a:lnTo>
                  <a:lnTo>
                    <a:pt x="4446741" y="280520"/>
                  </a:lnTo>
                  <a:lnTo>
                    <a:pt x="4460238" y="326224"/>
                  </a:lnTo>
                  <a:lnTo>
                    <a:pt x="4468568" y="373920"/>
                  </a:lnTo>
                  <a:lnTo>
                    <a:pt x="4471415" y="423291"/>
                  </a:lnTo>
                  <a:lnTo>
                    <a:pt x="4468568" y="472661"/>
                  </a:lnTo>
                  <a:lnTo>
                    <a:pt x="4460238" y="520357"/>
                  </a:lnTo>
                  <a:lnTo>
                    <a:pt x="4446741" y="566061"/>
                  </a:lnTo>
                  <a:lnTo>
                    <a:pt x="4428397" y="609456"/>
                  </a:lnTo>
                  <a:lnTo>
                    <a:pt x="4405522" y="650225"/>
                  </a:lnTo>
                  <a:lnTo>
                    <a:pt x="4378433" y="688050"/>
                  </a:lnTo>
                  <a:lnTo>
                    <a:pt x="4347448" y="722614"/>
                  </a:lnTo>
                  <a:lnTo>
                    <a:pt x="4312884" y="753599"/>
                  </a:lnTo>
                  <a:lnTo>
                    <a:pt x="4275059" y="780688"/>
                  </a:lnTo>
                  <a:lnTo>
                    <a:pt x="4234290" y="803563"/>
                  </a:lnTo>
                  <a:lnTo>
                    <a:pt x="4190895" y="821907"/>
                  </a:lnTo>
                  <a:lnTo>
                    <a:pt x="4145191" y="835404"/>
                  </a:lnTo>
                  <a:lnTo>
                    <a:pt x="4097495" y="843734"/>
                  </a:lnTo>
                  <a:lnTo>
                    <a:pt x="4048125" y="846582"/>
                  </a:lnTo>
                  <a:lnTo>
                    <a:pt x="3998754" y="843734"/>
                  </a:lnTo>
                  <a:lnTo>
                    <a:pt x="3951058" y="835404"/>
                  </a:lnTo>
                  <a:lnTo>
                    <a:pt x="3905354" y="821907"/>
                  </a:lnTo>
                  <a:lnTo>
                    <a:pt x="3861959" y="803563"/>
                  </a:lnTo>
                  <a:lnTo>
                    <a:pt x="3821190" y="780688"/>
                  </a:lnTo>
                  <a:lnTo>
                    <a:pt x="3783365" y="753599"/>
                  </a:lnTo>
                  <a:lnTo>
                    <a:pt x="3748801" y="722614"/>
                  </a:lnTo>
                  <a:lnTo>
                    <a:pt x="3717816" y="688050"/>
                  </a:lnTo>
                  <a:lnTo>
                    <a:pt x="3690727" y="650225"/>
                  </a:lnTo>
                  <a:lnTo>
                    <a:pt x="3667852" y="609456"/>
                  </a:lnTo>
                  <a:lnTo>
                    <a:pt x="3649508" y="566061"/>
                  </a:lnTo>
                  <a:lnTo>
                    <a:pt x="3636011" y="520357"/>
                  </a:lnTo>
                  <a:lnTo>
                    <a:pt x="3627681" y="472661"/>
                  </a:lnTo>
                  <a:lnTo>
                    <a:pt x="3624833" y="423291"/>
                  </a:lnTo>
                  <a:close/>
                </a:path>
                <a:path w="6283959" h="2535554">
                  <a:moveTo>
                    <a:pt x="3624833" y="2111883"/>
                  </a:moveTo>
                  <a:lnTo>
                    <a:pt x="3627681" y="2062517"/>
                  </a:lnTo>
                  <a:lnTo>
                    <a:pt x="3636011" y="2014824"/>
                  </a:lnTo>
                  <a:lnTo>
                    <a:pt x="3649508" y="1969122"/>
                  </a:lnTo>
                  <a:lnTo>
                    <a:pt x="3667852" y="1925728"/>
                  </a:lnTo>
                  <a:lnTo>
                    <a:pt x="3690727" y="1884959"/>
                  </a:lnTo>
                  <a:lnTo>
                    <a:pt x="3717816" y="1847134"/>
                  </a:lnTo>
                  <a:lnTo>
                    <a:pt x="3748801" y="1812569"/>
                  </a:lnTo>
                  <a:lnTo>
                    <a:pt x="3783365" y="1781582"/>
                  </a:lnTo>
                  <a:lnTo>
                    <a:pt x="3821190" y="1754492"/>
                  </a:lnTo>
                  <a:lnTo>
                    <a:pt x="3861959" y="1731615"/>
                  </a:lnTo>
                  <a:lnTo>
                    <a:pt x="3905354" y="1713268"/>
                  </a:lnTo>
                  <a:lnTo>
                    <a:pt x="3951058" y="1699771"/>
                  </a:lnTo>
                  <a:lnTo>
                    <a:pt x="3998754" y="1691439"/>
                  </a:lnTo>
                  <a:lnTo>
                    <a:pt x="4048125" y="1688592"/>
                  </a:lnTo>
                  <a:lnTo>
                    <a:pt x="4097495" y="1691439"/>
                  </a:lnTo>
                  <a:lnTo>
                    <a:pt x="4145191" y="1699771"/>
                  </a:lnTo>
                  <a:lnTo>
                    <a:pt x="4190895" y="1713268"/>
                  </a:lnTo>
                  <a:lnTo>
                    <a:pt x="4234290" y="1731615"/>
                  </a:lnTo>
                  <a:lnTo>
                    <a:pt x="4275059" y="1754492"/>
                  </a:lnTo>
                  <a:lnTo>
                    <a:pt x="4312884" y="1781582"/>
                  </a:lnTo>
                  <a:lnTo>
                    <a:pt x="4347448" y="1812569"/>
                  </a:lnTo>
                  <a:lnTo>
                    <a:pt x="4378433" y="1847134"/>
                  </a:lnTo>
                  <a:lnTo>
                    <a:pt x="4405522" y="1884959"/>
                  </a:lnTo>
                  <a:lnTo>
                    <a:pt x="4428397" y="1925728"/>
                  </a:lnTo>
                  <a:lnTo>
                    <a:pt x="4446741" y="1969122"/>
                  </a:lnTo>
                  <a:lnTo>
                    <a:pt x="4460238" y="2014824"/>
                  </a:lnTo>
                  <a:lnTo>
                    <a:pt x="4468568" y="2062517"/>
                  </a:lnTo>
                  <a:lnTo>
                    <a:pt x="4471415" y="2111883"/>
                  </a:lnTo>
                  <a:lnTo>
                    <a:pt x="4468568" y="2161248"/>
                  </a:lnTo>
                  <a:lnTo>
                    <a:pt x="4460238" y="2208941"/>
                  </a:lnTo>
                  <a:lnTo>
                    <a:pt x="4446741" y="2254643"/>
                  </a:lnTo>
                  <a:lnTo>
                    <a:pt x="4428397" y="2298037"/>
                  </a:lnTo>
                  <a:lnTo>
                    <a:pt x="4405522" y="2338806"/>
                  </a:lnTo>
                  <a:lnTo>
                    <a:pt x="4378433" y="2376631"/>
                  </a:lnTo>
                  <a:lnTo>
                    <a:pt x="4347448" y="2411196"/>
                  </a:lnTo>
                  <a:lnTo>
                    <a:pt x="4312884" y="2442183"/>
                  </a:lnTo>
                  <a:lnTo>
                    <a:pt x="4275059" y="2469273"/>
                  </a:lnTo>
                  <a:lnTo>
                    <a:pt x="4234290" y="2492150"/>
                  </a:lnTo>
                  <a:lnTo>
                    <a:pt x="4190895" y="2510497"/>
                  </a:lnTo>
                  <a:lnTo>
                    <a:pt x="4145191" y="2523994"/>
                  </a:lnTo>
                  <a:lnTo>
                    <a:pt x="4097495" y="2532326"/>
                  </a:lnTo>
                  <a:lnTo>
                    <a:pt x="4048125" y="2535174"/>
                  </a:lnTo>
                  <a:lnTo>
                    <a:pt x="3998754" y="2532326"/>
                  </a:lnTo>
                  <a:lnTo>
                    <a:pt x="3951058" y="2523994"/>
                  </a:lnTo>
                  <a:lnTo>
                    <a:pt x="3905354" y="2510497"/>
                  </a:lnTo>
                  <a:lnTo>
                    <a:pt x="3861959" y="2492150"/>
                  </a:lnTo>
                  <a:lnTo>
                    <a:pt x="3821190" y="2469273"/>
                  </a:lnTo>
                  <a:lnTo>
                    <a:pt x="3783365" y="2442183"/>
                  </a:lnTo>
                  <a:lnTo>
                    <a:pt x="3748801" y="2411196"/>
                  </a:lnTo>
                  <a:lnTo>
                    <a:pt x="3717816" y="2376631"/>
                  </a:lnTo>
                  <a:lnTo>
                    <a:pt x="3690727" y="2338806"/>
                  </a:lnTo>
                  <a:lnTo>
                    <a:pt x="3667852" y="2298037"/>
                  </a:lnTo>
                  <a:lnTo>
                    <a:pt x="3649508" y="2254643"/>
                  </a:lnTo>
                  <a:lnTo>
                    <a:pt x="3636011" y="2208941"/>
                  </a:lnTo>
                  <a:lnTo>
                    <a:pt x="3627681" y="2161248"/>
                  </a:lnTo>
                  <a:lnTo>
                    <a:pt x="3624833" y="2111883"/>
                  </a:lnTo>
                  <a:close/>
                </a:path>
                <a:path w="6283959" h="2535554">
                  <a:moveTo>
                    <a:pt x="2535174" y="1812886"/>
                  </a:moveTo>
                  <a:lnTo>
                    <a:pt x="3749039" y="723138"/>
                  </a:lnTo>
                </a:path>
                <a:path w="6283959" h="2535554">
                  <a:moveTo>
                    <a:pt x="2658618" y="2112264"/>
                  </a:moveTo>
                  <a:lnTo>
                    <a:pt x="3624453" y="2112264"/>
                  </a:lnTo>
                </a:path>
                <a:path w="6283959" h="2535554">
                  <a:moveTo>
                    <a:pt x="5436870" y="423291"/>
                  </a:moveTo>
                  <a:lnTo>
                    <a:pt x="5439717" y="373920"/>
                  </a:lnTo>
                  <a:lnTo>
                    <a:pt x="5448047" y="326224"/>
                  </a:lnTo>
                  <a:lnTo>
                    <a:pt x="5461544" y="280520"/>
                  </a:lnTo>
                  <a:lnTo>
                    <a:pt x="5479888" y="237125"/>
                  </a:lnTo>
                  <a:lnTo>
                    <a:pt x="5502763" y="196356"/>
                  </a:lnTo>
                  <a:lnTo>
                    <a:pt x="5529852" y="158531"/>
                  </a:lnTo>
                  <a:lnTo>
                    <a:pt x="5560837" y="123967"/>
                  </a:lnTo>
                  <a:lnTo>
                    <a:pt x="5595401" y="92982"/>
                  </a:lnTo>
                  <a:lnTo>
                    <a:pt x="5633226" y="65893"/>
                  </a:lnTo>
                  <a:lnTo>
                    <a:pt x="5673995" y="43018"/>
                  </a:lnTo>
                  <a:lnTo>
                    <a:pt x="5717390" y="24674"/>
                  </a:lnTo>
                  <a:lnTo>
                    <a:pt x="5763094" y="11177"/>
                  </a:lnTo>
                  <a:lnTo>
                    <a:pt x="5810790" y="2847"/>
                  </a:lnTo>
                  <a:lnTo>
                    <a:pt x="5860160" y="0"/>
                  </a:lnTo>
                  <a:lnTo>
                    <a:pt x="5909531" y="2847"/>
                  </a:lnTo>
                  <a:lnTo>
                    <a:pt x="5957227" y="11177"/>
                  </a:lnTo>
                  <a:lnTo>
                    <a:pt x="6002931" y="24674"/>
                  </a:lnTo>
                  <a:lnTo>
                    <a:pt x="6046326" y="43018"/>
                  </a:lnTo>
                  <a:lnTo>
                    <a:pt x="6087095" y="65893"/>
                  </a:lnTo>
                  <a:lnTo>
                    <a:pt x="6124920" y="92982"/>
                  </a:lnTo>
                  <a:lnTo>
                    <a:pt x="6159484" y="123967"/>
                  </a:lnTo>
                  <a:lnTo>
                    <a:pt x="6190469" y="158531"/>
                  </a:lnTo>
                  <a:lnTo>
                    <a:pt x="6217558" y="196356"/>
                  </a:lnTo>
                  <a:lnTo>
                    <a:pt x="6240433" y="237125"/>
                  </a:lnTo>
                  <a:lnTo>
                    <a:pt x="6258777" y="280520"/>
                  </a:lnTo>
                  <a:lnTo>
                    <a:pt x="6272274" y="326224"/>
                  </a:lnTo>
                  <a:lnTo>
                    <a:pt x="6280604" y="373920"/>
                  </a:lnTo>
                  <a:lnTo>
                    <a:pt x="6283452" y="423291"/>
                  </a:lnTo>
                  <a:lnTo>
                    <a:pt x="6280604" y="472661"/>
                  </a:lnTo>
                  <a:lnTo>
                    <a:pt x="6272274" y="520357"/>
                  </a:lnTo>
                  <a:lnTo>
                    <a:pt x="6258777" y="566061"/>
                  </a:lnTo>
                  <a:lnTo>
                    <a:pt x="6240433" y="609456"/>
                  </a:lnTo>
                  <a:lnTo>
                    <a:pt x="6217558" y="650225"/>
                  </a:lnTo>
                  <a:lnTo>
                    <a:pt x="6190469" y="688050"/>
                  </a:lnTo>
                  <a:lnTo>
                    <a:pt x="6159484" y="722614"/>
                  </a:lnTo>
                  <a:lnTo>
                    <a:pt x="6124920" y="753599"/>
                  </a:lnTo>
                  <a:lnTo>
                    <a:pt x="6087095" y="780688"/>
                  </a:lnTo>
                  <a:lnTo>
                    <a:pt x="6046326" y="803563"/>
                  </a:lnTo>
                  <a:lnTo>
                    <a:pt x="6002931" y="821907"/>
                  </a:lnTo>
                  <a:lnTo>
                    <a:pt x="5957227" y="835404"/>
                  </a:lnTo>
                  <a:lnTo>
                    <a:pt x="5909531" y="843734"/>
                  </a:lnTo>
                  <a:lnTo>
                    <a:pt x="5860160" y="846582"/>
                  </a:lnTo>
                  <a:lnTo>
                    <a:pt x="5810790" y="843734"/>
                  </a:lnTo>
                  <a:lnTo>
                    <a:pt x="5763094" y="835404"/>
                  </a:lnTo>
                  <a:lnTo>
                    <a:pt x="5717390" y="821907"/>
                  </a:lnTo>
                  <a:lnTo>
                    <a:pt x="5673995" y="803563"/>
                  </a:lnTo>
                  <a:lnTo>
                    <a:pt x="5633226" y="780688"/>
                  </a:lnTo>
                  <a:lnTo>
                    <a:pt x="5595401" y="753599"/>
                  </a:lnTo>
                  <a:lnTo>
                    <a:pt x="5560837" y="722614"/>
                  </a:lnTo>
                  <a:lnTo>
                    <a:pt x="5529852" y="688050"/>
                  </a:lnTo>
                  <a:lnTo>
                    <a:pt x="5502763" y="650225"/>
                  </a:lnTo>
                  <a:lnTo>
                    <a:pt x="5479888" y="609456"/>
                  </a:lnTo>
                  <a:lnTo>
                    <a:pt x="5461544" y="566061"/>
                  </a:lnTo>
                  <a:lnTo>
                    <a:pt x="5448047" y="520357"/>
                  </a:lnTo>
                  <a:lnTo>
                    <a:pt x="5439717" y="472661"/>
                  </a:lnTo>
                  <a:lnTo>
                    <a:pt x="5436870" y="423291"/>
                  </a:lnTo>
                  <a:close/>
                </a:path>
                <a:path w="6283959" h="2535554">
                  <a:moveTo>
                    <a:pt x="5437251" y="470916"/>
                  </a:moveTo>
                  <a:lnTo>
                    <a:pt x="4471415" y="470916"/>
                  </a:lnTo>
                </a:path>
                <a:path w="6283959" h="2535554">
                  <a:moveTo>
                    <a:pt x="5436870" y="2111883"/>
                  </a:moveTo>
                  <a:lnTo>
                    <a:pt x="5439717" y="2062517"/>
                  </a:lnTo>
                  <a:lnTo>
                    <a:pt x="5448047" y="2014824"/>
                  </a:lnTo>
                  <a:lnTo>
                    <a:pt x="5461544" y="1969122"/>
                  </a:lnTo>
                  <a:lnTo>
                    <a:pt x="5479888" y="1925728"/>
                  </a:lnTo>
                  <a:lnTo>
                    <a:pt x="5502763" y="1884959"/>
                  </a:lnTo>
                  <a:lnTo>
                    <a:pt x="5529852" y="1847134"/>
                  </a:lnTo>
                  <a:lnTo>
                    <a:pt x="5560837" y="1812569"/>
                  </a:lnTo>
                  <a:lnTo>
                    <a:pt x="5595401" y="1781582"/>
                  </a:lnTo>
                  <a:lnTo>
                    <a:pt x="5633226" y="1754492"/>
                  </a:lnTo>
                  <a:lnTo>
                    <a:pt x="5673995" y="1731615"/>
                  </a:lnTo>
                  <a:lnTo>
                    <a:pt x="5717390" y="1713268"/>
                  </a:lnTo>
                  <a:lnTo>
                    <a:pt x="5763094" y="1699771"/>
                  </a:lnTo>
                  <a:lnTo>
                    <a:pt x="5810790" y="1691439"/>
                  </a:lnTo>
                  <a:lnTo>
                    <a:pt x="5860160" y="1688592"/>
                  </a:lnTo>
                  <a:lnTo>
                    <a:pt x="5909531" y="1691439"/>
                  </a:lnTo>
                  <a:lnTo>
                    <a:pt x="5957227" y="1699771"/>
                  </a:lnTo>
                  <a:lnTo>
                    <a:pt x="6002931" y="1713268"/>
                  </a:lnTo>
                  <a:lnTo>
                    <a:pt x="6046326" y="1731615"/>
                  </a:lnTo>
                  <a:lnTo>
                    <a:pt x="6087095" y="1754492"/>
                  </a:lnTo>
                  <a:lnTo>
                    <a:pt x="6124920" y="1781582"/>
                  </a:lnTo>
                  <a:lnTo>
                    <a:pt x="6159484" y="1812569"/>
                  </a:lnTo>
                  <a:lnTo>
                    <a:pt x="6190469" y="1847134"/>
                  </a:lnTo>
                  <a:lnTo>
                    <a:pt x="6217558" y="1884959"/>
                  </a:lnTo>
                  <a:lnTo>
                    <a:pt x="6240433" y="1925728"/>
                  </a:lnTo>
                  <a:lnTo>
                    <a:pt x="6258777" y="1969122"/>
                  </a:lnTo>
                  <a:lnTo>
                    <a:pt x="6272274" y="2014824"/>
                  </a:lnTo>
                  <a:lnTo>
                    <a:pt x="6280604" y="2062517"/>
                  </a:lnTo>
                  <a:lnTo>
                    <a:pt x="6283452" y="2111883"/>
                  </a:lnTo>
                  <a:lnTo>
                    <a:pt x="6280604" y="2161248"/>
                  </a:lnTo>
                  <a:lnTo>
                    <a:pt x="6272274" y="2208941"/>
                  </a:lnTo>
                  <a:lnTo>
                    <a:pt x="6258777" y="2254643"/>
                  </a:lnTo>
                  <a:lnTo>
                    <a:pt x="6240433" y="2298037"/>
                  </a:lnTo>
                  <a:lnTo>
                    <a:pt x="6217558" y="2338806"/>
                  </a:lnTo>
                  <a:lnTo>
                    <a:pt x="6190469" y="2376631"/>
                  </a:lnTo>
                  <a:lnTo>
                    <a:pt x="6159484" y="2411196"/>
                  </a:lnTo>
                  <a:lnTo>
                    <a:pt x="6124920" y="2442183"/>
                  </a:lnTo>
                  <a:lnTo>
                    <a:pt x="6087095" y="2469273"/>
                  </a:lnTo>
                  <a:lnTo>
                    <a:pt x="6046326" y="2492150"/>
                  </a:lnTo>
                  <a:lnTo>
                    <a:pt x="6002931" y="2510497"/>
                  </a:lnTo>
                  <a:lnTo>
                    <a:pt x="5957227" y="2523994"/>
                  </a:lnTo>
                  <a:lnTo>
                    <a:pt x="5909531" y="2532326"/>
                  </a:lnTo>
                  <a:lnTo>
                    <a:pt x="5860160" y="2535174"/>
                  </a:lnTo>
                  <a:lnTo>
                    <a:pt x="5810790" y="2532326"/>
                  </a:lnTo>
                  <a:lnTo>
                    <a:pt x="5763094" y="2523994"/>
                  </a:lnTo>
                  <a:lnTo>
                    <a:pt x="5717390" y="2510497"/>
                  </a:lnTo>
                  <a:lnTo>
                    <a:pt x="5673995" y="2492150"/>
                  </a:lnTo>
                  <a:lnTo>
                    <a:pt x="5633226" y="2469273"/>
                  </a:lnTo>
                  <a:lnTo>
                    <a:pt x="5595401" y="2442183"/>
                  </a:lnTo>
                  <a:lnTo>
                    <a:pt x="5560837" y="2411196"/>
                  </a:lnTo>
                  <a:lnTo>
                    <a:pt x="5529852" y="2376631"/>
                  </a:lnTo>
                  <a:lnTo>
                    <a:pt x="5502763" y="2338806"/>
                  </a:lnTo>
                  <a:lnTo>
                    <a:pt x="5479888" y="2298037"/>
                  </a:lnTo>
                  <a:lnTo>
                    <a:pt x="5461544" y="2254643"/>
                  </a:lnTo>
                  <a:lnTo>
                    <a:pt x="5448047" y="2208941"/>
                  </a:lnTo>
                  <a:lnTo>
                    <a:pt x="5439717" y="2161248"/>
                  </a:lnTo>
                  <a:lnTo>
                    <a:pt x="5436870" y="2111883"/>
                  </a:lnTo>
                  <a:close/>
                </a:path>
                <a:path w="6283959" h="2535554">
                  <a:moveTo>
                    <a:pt x="5561076" y="723138"/>
                  </a:moveTo>
                  <a:lnTo>
                    <a:pt x="4347209" y="1812886"/>
                  </a:lnTo>
                </a:path>
                <a:path w="6283959" h="2535554">
                  <a:moveTo>
                    <a:pt x="5860542" y="1688376"/>
                  </a:moveTo>
                  <a:lnTo>
                    <a:pt x="5860542" y="846582"/>
                  </a:lnTo>
                </a:path>
                <a:path w="6283959" h="2535554">
                  <a:moveTo>
                    <a:pt x="4471415" y="2112264"/>
                  </a:moveTo>
                  <a:lnTo>
                    <a:pt x="5437251" y="2112264"/>
                  </a:lnTo>
                </a:path>
                <a:path w="6283959" h="2535554">
                  <a:moveTo>
                    <a:pt x="4047744" y="1688376"/>
                  </a:moveTo>
                  <a:lnTo>
                    <a:pt x="4047744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929954"/>
              </p:ext>
            </p:extLst>
          </p:nvPr>
        </p:nvGraphicFramePr>
        <p:xfrm>
          <a:off x="479425" y="2878835"/>
          <a:ext cx="2595880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350514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63058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596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0514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469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04232" y="3995928"/>
            <a:ext cx="847090" cy="847090"/>
          </a:xfrm>
          <a:custGeom>
            <a:avLst/>
            <a:gdLst/>
            <a:ahLst/>
            <a:cxnLst/>
            <a:rect l="l" t="t" r="r" b="b"/>
            <a:pathLst>
              <a:path w="847089" h="847089">
                <a:moveTo>
                  <a:pt x="423290" y="0"/>
                </a:moveTo>
                <a:lnTo>
                  <a:pt x="373920" y="2847"/>
                </a:lnTo>
                <a:lnTo>
                  <a:pt x="326224" y="11177"/>
                </a:lnTo>
                <a:lnTo>
                  <a:pt x="280520" y="24674"/>
                </a:lnTo>
                <a:lnTo>
                  <a:pt x="237125" y="43018"/>
                </a:lnTo>
                <a:lnTo>
                  <a:pt x="196356" y="65893"/>
                </a:lnTo>
                <a:lnTo>
                  <a:pt x="158531" y="92982"/>
                </a:lnTo>
                <a:lnTo>
                  <a:pt x="123967" y="123967"/>
                </a:lnTo>
                <a:lnTo>
                  <a:pt x="92982" y="158531"/>
                </a:lnTo>
                <a:lnTo>
                  <a:pt x="65893" y="196356"/>
                </a:lnTo>
                <a:lnTo>
                  <a:pt x="43018" y="237125"/>
                </a:lnTo>
                <a:lnTo>
                  <a:pt x="24674" y="280520"/>
                </a:lnTo>
                <a:lnTo>
                  <a:pt x="11177" y="326224"/>
                </a:lnTo>
                <a:lnTo>
                  <a:pt x="2847" y="373920"/>
                </a:lnTo>
                <a:lnTo>
                  <a:pt x="0" y="423291"/>
                </a:lnTo>
                <a:lnTo>
                  <a:pt x="2847" y="472661"/>
                </a:lnTo>
                <a:lnTo>
                  <a:pt x="11177" y="520357"/>
                </a:lnTo>
                <a:lnTo>
                  <a:pt x="24674" y="566061"/>
                </a:lnTo>
                <a:lnTo>
                  <a:pt x="43018" y="609456"/>
                </a:lnTo>
                <a:lnTo>
                  <a:pt x="65893" y="650225"/>
                </a:lnTo>
                <a:lnTo>
                  <a:pt x="92982" y="688050"/>
                </a:lnTo>
                <a:lnTo>
                  <a:pt x="123967" y="722614"/>
                </a:lnTo>
                <a:lnTo>
                  <a:pt x="158531" y="753599"/>
                </a:lnTo>
                <a:lnTo>
                  <a:pt x="196356" y="780688"/>
                </a:lnTo>
                <a:lnTo>
                  <a:pt x="237125" y="803563"/>
                </a:lnTo>
                <a:lnTo>
                  <a:pt x="280520" y="821907"/>
                </a:lnTo>
                <a:lnTo>
                  <a:pt x="326224" y="835404"/>
                </a:lnTo>
                <a:lnTo>
                  <a:pt x="373920" y="843734"/>
                </a:lnTo>
                <a:lnTo>
                  <a:pt x="423290" y="846582"/>
                </a:lnTo>
                <a:lnTo>
                  <a:pt x="472661" y="843734"/>
                </a:lnTo>
                <a:lnTo>
                  <a:pt x="520357" y="835404"/>
                </a:lnTo>
                <a:lnTo>
                  <a:pt x="566061" y="821907"/>
                </a:lnTo>
                <a:lnTo>
                  <a:pt x="609456" y="803563"/>
                </a:lnTo>
                <a:lnTo>
                  <a:pt x="650225" y="780688"/>
                </a:lnTo>
                <a:lnTo>
                  <a:pt x="688050" y="753599"/>
                </a:lnTo>
                <a:lnTo>
                  <a:pt x="722614" y="722614"/>
                </a:lnTo>
                <a:lnTo>
                  <a:pt x="753599" y="688050"/>
                </a:lnTo>
                <a:lnTo>
                  <a:pt x="780688" y="650225"/>
                </a:lnTo>
                <a:lnTo>
                  <a:pt x="803563" y="609456"/>
                </a:lnTo>
                <a:lnTo>
                  <a:pt x="821907" y="566061"/>
                </a:lnTo>
                <a:lnTo>
                  <a:pt x="835404" y="520357"/>
                </a:lnTo>
                <a:lnTo>
                  <a:pt x="843734" y="472661"/>
                </a:lnTo>
                <a:lnTo>
                  <a:pt x="846581" y="423291"/>
                </a:lnTo>
                <a:lnTo>
                  <a:pt x="843734" y="373920"/>
                </a:lnTo>
                <a:lnTo>
                  <a:pt x="835404" y="326224"/>
                </a:lnTo>
                <a:lnTo>
                  <a:pt x="821907" y="280520"/>
                </a:lnTo>
                <a:lnTo>
                  <a:pt x="803563" y="237125"/>
                </a:lnTo>
                <a:lnTo>
                  <a:pt x="780688" y="196356"/>
                </a:lnTo>
                <a:lnTo>
                  <a:pt x="753599" y="158531"/>
                </a:lnTo>
                <a:lnTo>
                  <a:pt x="722614" y="123967"/>
                </a:lnTo>
                <a:lnTo>
                  <a:pt x="688050" y="92982"/>
                </a:lnTo>
                <a:lnTo>
                  <a:pt x="650225" y="65893"/>
                </a:lnTo>
                <a:lnTo>
                  <a:pt x="609456" y="43018"/>
                </a:lnTo>
                <a:lnTo>
                  <a:pt x="566061" y="24674"/>
                </a:lnTo>
                <a:lnTo>
                  <a:pt x="520357" y="11177"/>
                </a:lnTo>
                <a:lnTo>
                  <a:pt x="472661" y="2847"/>
                </a:lnTo>
                <a:lnTo>
                  <a:pt x="42329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AE82C338-27E9-2D42-BA13-7AEACC0C0BDD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2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  <a:path w="847089" h="2535554">
                  <a:moveTo>
                    <a:pt x="0" y="2111883"/>
                  </a:moveTo>
                  <a:lnTo>
                    <a:pt x="2847" y="2062517"/>
                  </a:lnTo>
                  <a:lnTo>
                    <a:pt x="11177" y="2014824"/>
                  </a:lnTo>
                  <a:lnTo>
                    <a:pt x="24674" y="1969122"/>
                  </a:lnTo>
                  <a:lnTo>
                    <a:pt x="43018" y="1925728"/>
                  </a:lnTo>
                  <a:lnTo>
                    <a:pt x="65893" y="1884959"/>
                  </a:lnTo>
                  <a:lnTo>
                    <a:pt x="92982" y="1847134"/>
                  </a:lnTo>
                  <a:lnTo>
                    <a:pt x="123967" y="1812569"/>
                  </a:lnTo>
                  <a:lnTo>
                    <a:pt x="158531" y="1781582"/>
                  </a:lnTo>
                  <a:lnTo>
                    <a:pt x="196356" y="1754492"/>
                  </a:lnTo>
                  <a:lnTo>
                    <a:pt x="237125" y="1731615"/>
                  </a:lnTo>
                  <a:lnTo>
                    <a:pt x="280520" y="1713268"/>
                  </a:lnTo>
                  <a:lnTo>
                    <a:pt x="326224" y="1699771"/>
                  </a:lnTo>
                  <a:lnTo>
                    <a:pt x="373920" y="1691439"/>
                  </a:lnTo>
                  <a:lnTo>
                    <a:pt x="423291" y="1688592"/>
                  </a:lnTo>
                  <a:lnTo>
                    <a:pt x="472661" y="1691439"/>
                  </a:lnTo>
                  <a:lnTo>
                    <a:pt x="520357" y="1699771"/>
                  </a:lnTo>
                  <a:lnTo>
                    <a:pt x="566061" y="1713268"/>
                  </a:lnTo>
                  <a:lnTo>
                    <a:pt x="609456" y="1731615"/>
                  </a:lnTo>
                  <a:lnTo>
                    <a:pt x="650225" y="1754492"/>
                  </a:lnTo>
                  <a:lnTo>
                    <a:pt x="688050" y="1781582"/>
                  </a:lnTo>
                  <a:lnTo>
                    <a:pt x="722614" y="1812569"/>
                  </a:lnTo>
                  <a:lnTo>
                    <a:pt x="753599" y="1847134"/>
                  </a:lnTo>
                  <a:lnTo>
                    <a:pt x="780688" y="1884959"/>
                  </a:lnTo>
                  <a:lnTo>
                    <a:pt x="803563" y="1925728"/>
                  </a:lnTo>
                  <a:lnTo>
                    <a:pt x="821907" y="1969122"/>
                  </a:lnTo>
                  <a:lnTo>
                    <a:pt x="835404" y="2014824"/>
                  </a:lnTo>
                  <a:lnTo>
                    <a:pt x="843734" y="2062517"/>
                  </a:lnTo>
                  <a:lnTo>
                    <a:pt x="846582" y="2111883"/>
                  </a:lnTo>
                  <a:lnTo>
                    <a:pt x="843734" y="2161248"/>
                  </a:lnTo>
                  <a:lnTo>
                    <a:pt x="835404" y="2208941"/>
                  </a:lnTo>
                  <a:lnTo>
                    <a:pt x="821907" y="2254643"/>
                  </a:lnTo>
                  <a:lnTo>
                    <a:pt x="803563" y="2298037"/>
                  </a:lnTo>
                  <a:lnTo>
                    <a:pt x="780688" y="2338806"/>
                  </a:lnTo>
                  <a:lnTo>
                    <a:pt x="753599" y="2376631"/>
                  </a:lnTo>
                  <a:lnTo>
                    <a:pt x="722614" y="2411196"/>
                  </a:lnTo>
                  <a:lnTo>
                    <a:pt x="688050" y="2442183"/>
                  </a:lnTo>
                  <a:lnTo>
                    <a:pt x="650225" y="2469273"/>
                  </a:lnTo>
                  <a:lnTo>
                    <a:pt x="609456" y="2492150"/>
                  </a:lnTo>
                  <a:lnTo>
                    <a:pt x="566061" y="2510497"/>
                  </a:lnTo>
                  <a:lnTo>
                    <a:pt x="520357" y="2523994"/>
                  </a:lnTo>
                  <a:lnTo>
                    <a:pt x="472661" y="2532326"/>
                  </a:lnTo>
                  <a:lnTo>
                    <a:pt x="423291" y="2535174"/>
                  </a:lnTo>
                  <a:lnTo>
                    <a:pt x="373920" y="2532326"/>
                  </a:lnTo>
                  <a:lnTo>
                    <a:pt x="326224" y="2523994"/>
                  </a:lnTo>
                  <a:lnTo>
                    <a:pt x="280520" y="2510497"/>
                  </a:lnTo>
                  <a:lnTo>
                    <a:pt x="237125" y="2492150"/>
                  </a:lnTo>
                  <a:lnTo>
                    <a:pt x="196356" y="2469273"/>
                  </a:lnTo>
                  <a:lnTo>
                    <a:pt x="158531" y="2442183"/>
                  </a:lnTo>
                  <a:lnTo>
                    <a:pt x="123967" y="2411196"/>
                  </a:lnTo>
                  <a:lnTo>
                    <a:pt x="92982" y="2376631"/>
                  </a:lnTo>
                  <a:lnTo>
                    <a:pt x="65893" y="2338806"/>
                  </a:lnTo>
                  <a:lnTo>
                    <a:pt x="43018" y="2298037"/>
                  </a:lnTo>
                  <a:lnTo>
                    <a:pt x="24674" y="2254643"/>
                  </a:lnTo>
                  <a:lnTo>
                    <a:pt x="11177" y="2208941"/>
                  </a:lnTo>
                  <a:lnTo>
                    <a:pt x="2847" y="2161248"/>
                  </a:lnTo>
                  <a:lnTo>
                    <a:pt x="0" y="2111883"/>
                  </a:lnTo>
                  <a:close/>
                </a:path>
                <a:path w="847089" h="2535554">
                  <a:moveTo>
                    <a:pt x="422909" y="846582"/>
                  </a:moveTo>
                  <a:lnTo>
                    <a:pt x="422909" y="16883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38777" y="3995928"/>
              <a:ext cx="5436870" cy="2535555"/>
            </a:xfrm>
            <a:custGeom>
              <a:avLst/>
              <a:gdLst/>
              <a:ahLst/>
              <a:cxnLst/>
              <a:rect l="l" t="t" r="r" b="b"/>
              <a:pathLst>
                <a:path w="5436870" h="2535554">
                  <a:moveTo>
                    <a:pt x="0" y="470916"/>
                  </a:moveTo>
                  <a:lnTo>
                    <a:pt x="965835" y="470916"/>
                  </a:lnTo>
                </a:path>
                <a:path w="5436870" h="2535554">
                  <a:moveTo>
                    <a:pt x="965454" y="2111883"/>
                  </a:moveTo>
                  <a:lnTo>
                    <a:pt x="968301" y="2062517"/>
                  </a:lnTo>
                  <a:lnTo>
                    <a:pt x="976631" y="2014824"/>
                  </a:lnTo>
                  <a:lnTo>
                    <a:pt x="990128" y="1969122"/>
                  </a:lnTo>
                  <a:lnTo>
                    <a:pt x="1008472" y="1925728"/>
                  </a:lnTo>
                  <a:lnTo>
                    <a:pt x="1031347" y="1884959"/>
                  </a:lnTo>
                  <a:lnTo>
                    <a:pt x="1058436" y="1847134"/>
                  </a:lnTo>
                  <a:lnTo>
                    <a:pt x="1089421" y="1812569"/>
                  </a:lnTo>
                  <a:lnTo>
                    <a:pt x="1123985" y="1781582"/>
                  </a:lnTo>
                  <a:lnTo>
                    <a:pt x="1161810" y="1754492"/>
                  </a:lnTo>
                  <a:lnTo>
                    <a:pt x="1202579" y="1731615"/>
                  </a:lnTo>
                  <a:lnTo>
                    <a:pt x="1245974" y="1713268"/>
                  </a:lnTo>
                  <a:lnTo>
                    <a:pt x="1291678" y="1699771"/>
                  </a:lnTo>
                  <a:lnTo>
                    <a:pt x="1339374" y="1691439"/>
                  </a:lnTo>
                  <a:lnTo>
                    <a:pt x="1388745" y="1688592"/>
                  </a:lnTo>
                  <a:lnTo>
                    <a:pt x="1438115" y="1691439"/>
                  </a:lnTo>
                  <a:lnTo>
                    <a:pt x="1485811" y="1699771"/>
                  </a:lnTo>
                  <a:lnTo>
                    <a:pt x="1531515" y="1713268"/>
                  </a:lnTo>
                  <a:lnTo>
                    <a:pt x="1574910" y="1731615"/>
                  </a:lnTo>
                  <a:lnTo>
                    <a:pt x="1615679" y="1754492"/>
                  </a:lnTo>
                  <a:lnTo>
                    <a:pt x="1653504" y="1781582"/>
                  </a:lnTo>
                  <a:lnTo>
                    <a:pt x="1688068" y="1812569"/>
                  </a:lnTo>
                  <a:lnTo>
                    <a:pt x="1719053" y="1847134"/>
                  </a:lnTo>
                  <a:lnTo>
                    <a:pt x="1746142" y="1884959"/>
                  </a:lnTo>
                  <a:lnTo>
                    <a:pt x="1769017" y="1925728"/>
                  </a:lnTo>
                  <a:lnTo>
                    <a:pt x="1787361" y="1969122"/>
                  </a:lnTo>
                  <a:lnTo>
                    <a:pt x="1800858" y="2014824"/>
                  </a:lnTo>
                  <a:lnTo>
                    <a:pt x="1809188" y="2062517"/>
                  </a:lnTo>
                  <a:lnTo>
                    <a:pt x="1812036" y="2111883"/>
                  </a:lnTo>
                  <a:lnTo>
                    <a:pt x="1809188" y="2161248"/>
                  </a:lnTo>
                  <a:lnTo>
                    <a:pt x="1800858" y="2208941"/>
                  </a:lnTo>
                  <a:lnTo>
                    <a:pt x="1787361" y="2254643"/>
                  </a:lnTo>
                  <a:lnTo>
                    <a:pt x="1769017" y="2298037"/>
                  </a:lnTo>
                  <a:lnTo>
                    <a:pt x="1746142" y="2338806"/>
                  </a:lnTo>
                  <a:lnTo>
                    <a:pt x="1719053" y="2376631"/>
                  </a:lnTo>
                  <a:lnTo>
                    <a:pt x="1688068" y="2411196"/>
                  </a:lnTo>
                  <a:lnTo>
                    <a:pt x="1653504" y="2442183"/>
                  </a:lnTo>
                  <a:lnTo>
                    <a:pt x="1615679" y="2469273"/>
                  </a:lnTo>
                  <a:lnTo>
                    <a:pt x="1574910" y="2492150"/>
                  </a:lnTo>
                  <a:lnTo>
                    <a:pt x="1531515" y="2510497"/>
                  </a:lnTo>
                  <a:lnTo>
                    <a:pt x="1485811" y="2523994"/>
                  </a:lnTo>
                  <a:lnTo>
                    <a:pt x="1438115" y="2532326"/>
                  </a:lnTo>
                  <a:lnTo>
                    <a:pt x="1388745" y="2535174"/>
                  </a:lnTo>
                  <a:lnTo>
                    <a:pt x="1339374" y="2532326"/>
                  </a:lnTo>
                  <a:lnTo>
                    <a:pt x="1291678" y="2523994"/>
                  </a:lnTo>
                  <a:lnTo>
                    <a:pt x="1245974" y="2510497"/>
                  </a:lnTo>
                  <a:lnTo>
                    <a:pt x="1202579" y="2492150"/>
                  </a:lnTo>
                  <a:lnTo>
                    <a:pt x="1161810" y="2469273"/>
                  </a:lnTo>
                  <a:lnTo>
                    <a:pt x="1123985" y="2442183"/>
                  </a:lnTo>
                  <a:lnTo>
                    <a:pt x="1089421" y="2411196"/>
                  </a:lnTo>
                  <a:lnTo>
                    <a:pt x="1058436" y="2376631"/>
                  </a:lnTo>
                  <a:lnTo>
                    <a:pt x="1031347" y="2338806"/>
                  </a:lnTo>
                  <a:lnTo>
                    <a:pt x="1008472" y="2298037"/>
                  </a:lnTo>
                  <a:lnTo>
                    <a:pt x="990128" y="2254643"/>
                  </a:lnTo>
                  <a:lnTo>
                    <a:pt x="976631" y="2208941"/>
                  </a:lnTo>
                  <a:lnTo>
                    <a:pt x="968301" y="2161248"/>
                  </a:lnTo>
                  <a:lnTo>
                    <a:pt x="965454" y="2111883"/>
                  </a:lnTo>
                  <a:close/>
                </a:path>
                <a:path w="5436870" h="2535554">
                  <a:moveTo>
                    <a:pt x="1389126" y="1688376"/>
                  </a:moveTo>
                  <a:lnTo>
                    <a:pt x="1389126" y="846582"/>
                  </a:lnTo>
                </a:path>
                <a:path w="5436870" h="2535554">
                  <a:moveTo>
                    <a:pt x="2778252" y="423291"/>
                  </a:moveTo>
                  <a:lnTo>
                    <a:pt x="2781099" y="373920"/>
                  </a:lnTo>
                  <a:lnTo>
                    <a:pt x="2789429" y="326224"/>
                  </a:lnTo>
                  <a:lnTo>
                    <a:pt x="2802926" y="280520"/>
                  </a:lnTo>
                  <a:lnTo>
                    <a:pt x="2821270" y="237125"/>
                  </a:lnTo>
                  <a:lnTo>
                    <a:pt x="2844145" y="196356"/>
                  </a:lnTo>
                  <a:lnTo>
                    <a:pt x="2871234" y="158531"/>
                  </a:lnTo>
                  <a:lnTo>
                    <a:pt x="2902219" y="123967"/>
                  </a:lnTo>
                  <a:lnTo>
                    <a:pt x="2936783" y="92982"/>
                  </a:lnTo>
                  <a:lnTo>
                    <a:pt x="2974608" y="65893"/>
                  </a:lnTo>
                  <a:lnTo>
                    <a:pt x="3015377" y="43018"/>
                  </a:lnTo>
                  <a:lnTo>
                    <a:pt x="3058772" y="24674"/>
                  </a:lnTo>
                  <a:lnTo>
                    <a:pt x="3104476" y="11177"/>
                  </a:lnTo>
                  <a:lnTo>
                    <a:pt x="3152172" y="2847"/>
                  </a:lnTo>
                  <a:lnTo>
                    <a:pt x="3201543" y="0"/>
                  </a:lnTo>
                  <a:lnTo>
                    <a:pt x="3250913" y="2847"/>
                  </a:lnTo>
                  <a:lnTo>
                    <a:pt x="3298609" y="11177"/>
                  </a:lnTo>
                  <a:lnTo>
                    <a:pt x="3344313" y="24674"/>
                  </a:lnTo>
                  <a:lnTo>
                    <a:pt x="3387708" y="43018"/>
                  </a:lnTo>
                  <a:lnTo>
                    <a:pt x="3428477" y="65893"/>
                  </a:lnTo>
                  <a:lnTo>
                    <a:pt x="3466302" y="92982"/>
                  </a:lnTo>
                  <a:lnTo>
                    <a:pt x="3500866" y="123967"/>
                  </a:lnTo>
                  <a:lnTo>
                    <a:pt x="3531851" y="158531"/>
                  </a:lnTo>
                  <a:lnTo>
                    <a:pt x="3558940" y="196356"/>
                  </a:lnTo>
                  <a:lnTo>
                    <a:pt x="3581815" y="237125"/>
                  </a:lnTo>
                  <a:lnTo>
                    <a:pt x="3600159" y="280520"/>
                  </a:lnTo>
                  <a:lnTo>
                    <a:pt x="3613656" y="326224"/>
                  </a:lnTo>
                  <a:lnTo>
                    <a:pt x="3621986" y="373920"/>
                  </a:lnTo>
                  <a:lnTo>
                    <a:pt x="3624833" y="423291"/>
                  </a:lnTo>
                  <a:lnTo>
                    <a:pt x="3621986" y="472661"/>
                  </a:lnTo>
                  <a:lnTo>
                    <a:pt x="3613656" y="520357"/>
                  </a:lnTo>
                  <a:lnTo>
                    <a:pt x="3600159" y="566061"/>
                  </a:lnTo>
                  <a:lnTo>
                    <a:pt x="3581815" y="609456"/>
                  </a:lnTo>
                  <a:lnTo>
                    <a:pt x="3558940" y="650225"/>
                  </a:lnTo>
                  <a:lnTo>
                    <a:pt x="3531851" y="688050"/>
                  </a:lnTo>
                  <a:lnTo>
                    <a:pt x="3500866" y="722614"/>
                  </a:lnTo>
                  <a:lnTo>
                    <a:pt x="3466302" y="753599"/>
                  </a:lnTo>
                  <a:lnTo>
                    <a:pt x="3428477" y="780688"/>
                  </a:lnTo>
                  <a:lnTo>
                    <a:pt x="3387708" y="803563"/>
                  </a:lnTo>
                  <a:lnTo>
                    <a:pt x="3344313" y="821907"/>
                  </a:lnTo>
                  <a:lnTo>
                    <a:pt x="3298609" y="835404"/>
                  </a:lnTo>
                  <a:lnTo>
                    <a:pt x="3250913" y="843734"/>
                  </a:lnTo>
                  <a:lnTo>
                    <a:pt x="3201543" y="846582"/>
                  </a:lnTo>
                  <a:lnTo>
                    <a:pt x="3152172" y="843734"/>
                  </a:lnTo>
                  <a:lnTo>
                    <a:pt x="3104476" y="835404"/>
                  </a:lnTo>
                  <a:lnTo>
                    <a:pt x="3058772" y="821907"/>
                  </a:lnTo>
                  <a:lnTo>
                    <a:pt x="3015377" y="803563"/>
                  </a:lnTo>
                  <a:lnTo>
                    <a:pt x="2974608" y="780688"/>
                  </a:lnTo>
                  <a:lnTo>
                    <a:pt x="2936783" y="753599"/>
                  </a:lnTo>
                  <a:lnTo>
                    <a:pt x="2902219" y="722614"/>
                  </a:lnTo>
                  <a:lnTo>
                    <a:pt x="2871234" y="688050"/>
                  </a:lnTo>
                  <a:lnTo>
                    <a:pt x="2844145" y="650225"/>
                  </a:lnTo>
                  <a:lnTo>
                    <a:pt x="2821270" y="609456"/>
                  </a:lnTo>
                  <a:lnTo>
                    <a:pt x="2802926" y="566061"/>
                  </a:lnTo>
                  <a:lnTo>
                    <a:pt x="2789429" y="520357"/>
                  </a:lnTo>
                  <a:lnTo>
                    <a:pt x="2781099" y="472661"/>
                  </a:lnTo>
                  <a:lnTo>
                    <a:pt x="2778252" y="423291"/>
                  </a:lnTo>
                  <a:close/>
                </a:path>
                <a:path w="5436870" h="2535554">
                  <a:moveTo>
                    <a:pt x="2778252" y="2111883"/>
                  </a:moveTo>
                  <a:lnTo>
                    <a:pt x="2781099" y="2062517"/>
                  </a:lnTo>
                  <a:lnTo>
                    <a:pt x="2789429" y="2014824"/>
                  </a:lnTo>
                  <a:lnTo>
                    <a:pt x="2802926" y="1969122"/>
                  </a:lnTo>
                  <a:lnTo>
                    <a:pt x="2821270" y="1925728"/>
                  </a:lnTo>
                  <a:lnTo>
                    <a:pt x="2844145" y="1884959"/>
                  </a:lnTo>
                  <a:lnTo>
                    <a:pt x="2871234" y="1847134"/>
                  </a:lnTo>
                  <a:lnTo>
                    <a:pt x="2902219" y="1812569"/>
                  </a:lnTo>
                  <a:lnTo>
                    <a:pt x="2936783" y="1781582"/>
                  </a:lnTo>
                  <a:lnTo>
                    <a:pt x="2974608" y="1754492"/>
                  </a:lnTo>
                  <a:lnTo>
                    <a:pt x="3015377" y="1731615"/>
                  </a:lnTo>
                  <a:lnTo>
                    <a:pt x="3058772" y="1713268"/>
                  </a:lnTo>
                  <a:lnTo>
                    <a:pt x="3104476" y="1699771"/>
                  </a:lnTo>
                  <a:lnTo>
                    <a:pt x="3152172" y="1691439"/>
                  </a:lnTo>
                  <a:lnTo>
                    <a:pt x="3201543" y="1688592"/>
                  </a:lnTo>
                  <a:lnTo>
                    <a:pt x="3250913" y="1691439"/>
                  </a:lnTo>
                  <a:lnTo>
                    <a:pt x="3298609" y="1699771"/>
                  </a:lnTo>
                  <a:lnTo>
                    <a:pt x="3344313" y="1713268"/>
                  </a:lnTo>
                  <a:lnTo>
                    <a:pt x="3387708" y="1731615"/>
                  </a:lnTo>
                  <a:lnTo>
                    <a:pt x="3428477" y="1754492"/>
                  </a:lnTo>
                  <a:lnTo>
                    <a:pt x="3466302" y="1781582"/>
                  </a:lnTo>
                  <a:lnTo>
                    <a:pt x="3500866" y="1812569"/>
                  </a:lnTo>
                  <a:lnTo>
                    <a:pt x="3531851" y="1847134"/>
                  </a:lnTo>
                  <a:lnTo>
                    <a:pt x="3558940" y="1884959"/>
                  </a:lnTo>
                  <a:lnTo>
                    <a:pt x="3581815" y="1925728"/>
                  </a:lnTo>
                  <a:lnTo>
                    <a:pt x="3600159" y="1969122"/>
                  </a:lnTo>
                  <a:lnTo>
                    <a:pt x="3613656" y="2014824"/>
                  </a:lnTo>
                  <a:lnTo>
                    <a:pt x="3621986" y="2062517"/>
                  </a:lnTo>
                  <a:lnTo>
                    <a:pt x="3624833" y="2111883"/>
                  </a:lnTo>
                  <a:lnTo>
                    <a:pt x="3621986" y="2161248"/>
                  </a:lnTo>
                  <a:lnTo>
                    <a:pt x="3613656" y="2208941"/>
                  </a:lnTo>
                  <a:lnTo>
                    <a:pt x="3600159" y="2254643"/>
                  </a:lnTo>
                  <a:lnTo>
                    <a:pt x="3581815" y="2298037"/>
                  </a:lnTo>
                  <a:lnTo>
                    <a:pt x="3558940" y="2338806"/>
                  </a:lnTo>
                  <a:lnTo>
                    <a:pt x="3531851" y="2376631"/>
                  </a:lnTo>
                  <a:lnTo>
                    <a:pt x="3500866" y="2411196"/>
                  </a:lnTo>
                  <a:lnTo>
                    <a:pt x="3466302" y="2442183"/>
                  </a:lnTo>
                  <a:lnTo>
                    <a:pt x="3428477" y="2469273"/>
                  </a:lnTo>
                  <a:lnTo>
                    <a:pt x="3387708" y="2492150"/>
                  </a:lnTo>
                  <a:lnTo>
                    <a:pt x="3344313" y="2510497"/>
                  </a:lnTo>
                  <a:lnTo>
                    <a:pt x="3298609" y="2523994"/>
                  </a:lnTo>
                  <a:lnTo>
                    <a:pt x="3250913" y="2532326"/>
                  </a:lnTo>
                  <a:lnTo>
                    <a:pt x="3201543" y="2535174"/>
                  </a:lnTo>
                  <a:lnTo>
                    <a:pt x="3152172" y="2532326"/>
                  </a:lnTo>
                  <a:lnTo>
                    <a:pt x="3104476" y="2523994"/>
                  </a:lnTo>
                  <a:lnTo>
                    <a:pt x="3058772" y="2510497"/>
                  </a:lnTo>
                  <a:lnTo>
                    <a:pt x="3015377" y="2492150"/>
                  </a:lnTo>
                  <a:lnTo>
                    <a:pt x="2974608" y="2469273"/>
                  </a:lnTo>
                  <a:lnTo>
                    <a:pt x="2936783" y="2442183"/>
                  </a:lnTo>
                  <a:lnTo>
                    <a:pt x="2902219" y="2411196"/>
                  </a:lnTo>
                  <a:lnTo>
                    <a:pt x="2871234" y="2376631"/>
                  </a:lnTo>
                  <a:lnTo>
                    <a:pt x="2844145" y="2338806"/>
                  </a:lnTo>
                  <a:lnTo>
                    <a:pt x="2821270" y="2298037"/>
                  </a:lnTo>
                  <a:lnTo>
                    <a:pt x="2802926" y="2254643"/>
                  </a:lnTo>
                  <a:lnTo>
                    <a:pt x="2789429" y="2208941"/>
                  </a:lnTo>
                  <a:lnTo>
                    <a:pt x="2781099" y="2161248"/>
                  </a:lnTo>
                  <a:lnTo>
                    <a:pt x="2778252" y="2111883"/>
                  </a:lnTo>
                  <a:close/>
                </a:path>
                <a:path w="5436870" h="2535554">
                  <a:moveTo>
                    <a:pt x="1688592" y="1812886"/>
                  </a:moveTo>
                  <a:lnTo>
                    <a:pt x="2902457" y="723138"/>
                  </a:lnTo>
                </a:path>
                <a:path w="5436870" h="2535554">
                  <a:moveTo>
                    <a:pt x="1812036" y="2112264"/>
                  </a:moveTo>
                  <a:lnTo>
                    <a:pt x="2777871" y="2112264"/>
                  </a:lnTo>
                </a:path>
                <a:path w="5436870" h="2535554">
                  <a:moveTo>
                    <a:pt x="4590288" y="423291"/>
                  </a:moveTo>
                  <a:lnTo>
                    <a:pt x="4593135" y="373920"/>
                  </a:lnTo>
                  <a:lnTo>
                    <a:pt x="4601465" y="326224"/>
                  </a:lnTo>
                  <a:lnTo>
                    <a:pt x="4614962" y="280520"/>
                  </a:lnTo>
                  <a:lnTo>
                    <a:pt x="4633306" y="237125"/>
                  </a:lnTo>
                  <a:lnTo>
                    <a:pt x="4656181" y="196356"/>
                  </a:lnTo>
                  <a:lnTo>
                    <a:pt x="4683270" y="158531"/>
                  </a:lnTo>
                  <a:lnTo>
                    <a:pt x="4714255" y="123967"/>
                  </a:lnTo>
                  <a:lnTo>
                    <a:pt x="4748819" y="92982"/>
                  </a:lnTo>
                  <a:lnTo>
                    <a:pt x="4786644" y="65893"/>
                  </a:lnTo>
                  <a:lnTo>
                    <a:pt x="4827413" y="43018"/>
                  </a:lnTo>
                  <a:lnTo>
                    <a:pt x="4870808" y="24674"/>
                  </a:lnTo>
                  <a:lnTo>
                    <a:pt x="4916512" y="11177"/>
                  </a:lnTo>
                  <a:lnTo>
                    <a:pt x="4964208" y="2847"/>
                  </a:lnTo>
                  <a:lnTo>
                    <a:pt x="5013579" y="0"/>
                  </a:lnTo>
                  <a:lnTo>
                    <a:pt x="5062949" y="2847"/>
                  </a:lnTo>
                  <a:lnTo>
                    <a:pt x="5110645" y="11177"/>
                  </a:lnTo>
                  <a:lnTo>
                    <a:pt x="5156349" y="24674"/>
                  </a:lnTo>
                  <a:lnTo>
                    <a:pt x="5199744" y="43018"/>
                  </a:lnTo>
                  <a:lnTo>
                    <a:pt x="5240513" y="65893"/>
                  </a:lnTo>
                  <a:lnTo>
                    <a:pt x="5278338" y="92982"/>
                  </a:lnTo>
                  <a:lnTo>
                    <a:pt x="5312902" y="123967"/>
                  </a:lnTo>
                  <a:lnTo>
                    <a:pt x="5343887" y="158531"/>
                  </a:lnTo>
                  <a:lnTo>
                    <a:pt x="5370976" y="196356"/>
                  </a:lnTo>
                  <a:lnTo>
                    <a:pt x="5393851" y="237125"/>
                  </a:lnTo>
                  <a:lnTo>
                    <a:pt x="5412195" y="280520"/>
                  </a:lnTo>
                  <a:lnTo>
                    <a:pt x="5425692" y="326224"/>
                  </a:lnTo>
                  <a:lnTo>
                    <a:pt x="5434022" y="373920"/>
                  </a:lnTo>
                  <a:lnTo>
                    <a:pt x="5436870" y="423291"/>
                  </a:lnTo>
                  <a:lnTo>
                    <a:pt x="5434022" y="472661"/>
                  </a:lnTo>
                  <a:lnTo>
                    <a:pt x="5425692" y="520357"/>
                  </a:lnTo>
                  <a:lnTo>
                    <a:pt x="5412195" y="566061"/>
                  </a:lnTo>
                  <a:lnTo>
                    <a:pt x="5393851" y="609456"/>
                  </a:lnTo>
                  <a:lnTo>
                    <a:pt x="5370976" y="650225"/>
                  </a:lnTo>
                  <a:lnTo>
                    <a:pt x="5343887" y="688050"/>
                  </a:lnTo>
                  <a:lnTo>
                    <a:pt x="5312902" y="722614"/>
                  </a:lnTo>
                  <a:lnTo>
                    <a:pt x="5278338" y="753599"/>
                  </a:lnTo>
                  <a:lnTo>
                    <a:pt x="5240513" y="780688"/>
                  </a:lnTo>
                  <a:lnTo>
                    <a:pt x="5199744" y="803563"/>
                  </a:lnTo>
                  <a:lnTo>
                    <a:pt x="5156349" y="821907"/>
                  </a:lnTo>
                  <a:lnTo>
                    <a:pt x="5110645" y="835404"/>
                  </a:lnTo>
                  <a:lnTo>
                    <a:pt x="5062949" y="843734"/>
                  </a:lnTo>
                  <a:lnTo>
                    <a:pt x="5013579" y="846582"/>
                  </a:lnTo>
                  <a:lnTo>
                    <a:pt x="4964208" y="843734"/>
                  </a:lnTo>
                  <a:lnTo>
                    <a:pt x="4916512" y="835404"/>
                  </a:lnTo>
                  <a:lnTo>
                    <a:pt x="4870808" y="821907"/>
                  </a:lnTo>
                  <a:lnTo>
                    <a:pt x="4827413" y="803563"/>
                  </a:lnTo>
                  <a:lnTo>
                    <a:pt x="4786644" y="780688"/>
                  </a:lnTo>
                  <a:lnTo>
                    <a:pt x="4748819" y="753599"/>
                  </a:lnTo>
                  <a:lnTo>
                    <a:pt x="4714255" y="722614"/>
                  </a:lnTo>
                  <a:lnTo>
                    <a:pt x="4683270" y="688050"/>
                  </a:lnTo>
                  <a:lnTo>
                    <a:pt x="4656181" y="650225"/>
                  </a:lnTo>
                  <a:lnTo>
                    <a:pt x="4633306" y="609456"/>
                  </a:lnTo>
                  <a:lnTo>
                    <a:pt x="4614962" y="566061"/>
                  </a:lnTo>
                  <a:lnTo>
                    <a:pt x="4601465" y="520357"/>
                  </a:lnTo>
                  <a:lnTo>
                    <a:pt x="4593135" y="472661"/>
                  </a:lnTo>
                  <a:lnTo>
                    <a:pt x="4590288" y="423291"/>
                  </a:lnTo>
                  <a:close/>
                </a:path>
                <a:path w="5436870" h="2535554">
                  <a:moveTo>
                    <a:pt x="4590669" y="470916"/>
                  </a:moveTo>
                  <a:lnTo>
                    <a:pt x="3624833" y="470916"/>
                  </a:lnTo>
                </a:path>
                <a:path w="5436870" h="2535554">
                  <a:moveTo>
                    <a:pt x="4590288" y="2111883"/>
                  </a:moveTo>
                  <a:lnTo>
                    <a:pt x="4593135" y="2062517"/>
                  </a:lnTo>
                  <a:lnTo>
                    <a:pt x="4601465" y="2014824"/>
                  </a:lnTo>
                  <a:lnTo>
                    <a:pt x="4614962" y="1969122"/>
                  </a:lnTo>
                  <a:lnTo>
                    <a:pt x="4633306" y="1925728"/>
                  </a:lnTo>
                  <a:lnTo>
                    <a:pt x="4656181" y="1884959"/>
                  </a:lnTo>
                  <a:lnTo>
                    <a:pt x="4683270" y="1847134"/>
                  </a:lnTo>
                  <a:lnTo>
                    <a:pt x="4714255" y="1812569"/>
                  </a:lnTo>
                  <a:lnTo>
                    <a:pt x="4748819" y="1781582"/>
                  </a:lnTo>
                  <a:lnTo>
                    <a:pt x="4786644" y="1754492"/>
                  </a:lnTo>
                  <a:lnTo>
                    <a:pt x="4827413" y="1731615"/>
                  </a:lnTo>
                  <a:lnTo>
                    <a:pt x="4870808" y="1713268"/>
                  </a:lnTo>
                  <a:lnTo>
                    <a:pt x="4916512" y="1699771"/>
                  </a:lnTo>
                  <a:lnTo>
                    <a:pt x="4964208" y="1691439"/>
                  </a:lnTo>
                  <a:lnTo>
                    <a:pt x="5013579" y="1688592"/>
                  </a:lnTo>
                  <a:lnTo>
                    <a:pt x="5062949" y="1691439"/>
                  </a:lnTo>
                  <a:lnTo>
                    <a:pt x="5110645" y="1699771"/>
                  </a:lnTo>
                  <a:lnTo>
                    <a:pt x="5156349" y="1713268"/>
                  </a:lnTo>
                  <a:lnTo>
                    <a:pt x="5199744" y="1731615"/>
                  </a:lnTo>
                  <a:lnTo>
                    <a:pt x="5240513" y="1754492"/>
                  </a:lnTo>
                  <a:lnTo>
                    <a:pt x="5278338" y="1781582"/>
                  </a:lnTo>
                  <a:lnTo>
                    <a:pt x="5312902" y="1812569"/>
                  </a:lnTo>
                  <a:lnTo>
                    <a:pt x="5343887" y="1847134"/>
                  </a:lnTo>
                  <a:lnTo>
                    <a:pt x="5370976" y="1884959"/>
                  </a:lnTo>
                  <a:lnTo>
                    <a:pt x="5393851" y="1925728"/>
                  </a:lnTo>
                  <a:lnTo>
                    <a:pt x="5412195" y="1969122"/>
                  </a:lnTo>
                  <a:lnTo>
                    <a:pt x="5425692" y="2014824"/>
                  </a:lnTo>
                  <a:lnTo>
                    <a:pt x="5434022" y="2062517"/>
                  </a:lnTo>
                  <a:lnTo>
                    <a:pt x="5436870" y="2111883"/>
                  </a:lnTo>
                  <a:lnTo>
                    <a:pt x="5434022" y="2161248"/>
                  </a:lnTo>
                  <a:lnTo>
                    <a:pt x="5425692" y="2208941"/>
                  </a:lnTo>
                  <a:lnTo>
                    <a:pt x="5412195" y="2254643"/>
                  </a:lnTo>
                  <a:lnTo>
                    <a:pt x="5393851" y="2298037"/>
                  </a:lnTo>
                  <a:lnTo>
                    <a:pt x="5370976" y="2338806"/>
                  </a:lnTo>
                  <a:lnTo>
                    <a:pt x="5343887" y="2376631"/>
                  </a:lnTo>
                  <a:lnTo>
                    <a:pt x="5312902" y="2411196"/>
                  </a:lnTo>
                  <a:lnTo>
                    <a:pt x="5278338" y="2442183"/>
                  </a:lnTo>
                  <a:lnTo>
                    <a:pt x="5240513" y="2469273"/>
                  </a:lnTo>
                  <a:lnTo>
                    <a:pt x="5199744" y="2492150"/>
                  </a:lnTo>
                  <a:lnTo>
                    <a:pt x="5156349" y="2510497"/>
                  </a:lnTo>
                  <a:lnTo>
                    <a:pt x="5110645" y="2523994"/>
                  </a:lnTo>
                  <a:lnTo>
                    <a:pt x="5062949" y="2532326"/>
                  </a:lnTo>
                  <a:lnTo>
                    <a:pt x="5013579" y="2535174"/>
                  </a:lnTo>
                  <a:lnTo>
                    <a:pt x="4964208" y="2532326"/>
                  </a:lnTo>
                  <a:lnTo>
                    <a:pt x="4916512" y="2523994"/>
                  </a:lnTo>
                  <a:lnTo>
                    <a:pt x="4870808" y="2510497"/>
                  </a:lnTo>
                  <a:lnTo>
                    <a:pt x="4827413" y="2492150"/>
                  </a:lnTo>
                  <a:lnTo>
                    <a:pt x="4786644" y="2469273"/>
                  </a:lnTo>
                  <a:lnTo>
                    <a:pt x="4748819" y="2442183"/>
                  </a:lnTo>
                  <a:lnTo>
                    <a:pt x="4714255" y="2411196"/>
                  </a:lnTo>
                  <a:lnTo>
                    <a:pt x="4683270" y="2376631"/>
                  </a:lnTo>
                  <a:lnTo>
                    <a:pt x="4656181" y="2338806"/>
                  </a:lnTo>
                  <a:lnTo>
                    <a:pt x="4633306" y="2298037"/>
                  </a:lnTo>
                  <a:lnTo>
                    <a:pt x="4614962" y="2254643"/>
                  </a:lnTo>
                  <a:lnTo>
                    <a:pt x="4601465" y="2208941"/>
                  </a:lnTo>
                  <a:lnTo>
                    <a:pt x="4593135" y="2161248"/>
                  </a:lnTo>
                  <a:lnTo>
                    <a:pt x="4590288" y="2111883"/>
                  </a:lnTo>
                  <a:close/>
                </a:path>
                <a:path w="5436870" h="2535554">
                  <a:moveTo>
                    <a:pt x="4714494" y="723138"/>
                  </a:moveTo>
                  <a:lnTo>
                    <a:pt x="3500628" y="1812886"/>
                  </a:lnTo>
                </a:path>
                <a:path w="5436870" h="2535554">
                  <a:moveTo>
                    <a:pt x="5013960" y="1688376"/>
                  </a:moveTo>
                  <a:lnTo>
                    <a:pt x="5013960" y="846582"/>
                  </a:lnTo>
                </a:path>
                <a:path w="5436870" h="2535554">
                  <a:moveTo>
                    <a:pt x="3624833" y="2112264"/>
                  </a:moveTo>
                  <a:lnTo>
                    <a:pt x="4590669" y="2112264"/>
                  </a:lnTo>
                </a:path>
                <a:path w="5436870" h="2535554">
                  <a:moveTo>
                    <a:pt x="3201162" y="1688376"/>
                  </a:moveTo>
                  <a:lnTo>
                    <a:pt x="3201162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194587"/>
              </p:ext>
            </p:extLst>
          </p:nvPr>
        </p:nvGraphicFramePr>
        <p:xfrm>
          <a:off x="479425" y="2878835"/>
          <a:ext cx="2595880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0514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63058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596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14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469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42260" y="3606546"/>
            <a:ext cx="3191510" cy="3270885"/>
            <a:chOff x="2842260" y="3606546"/>
            <a:chExt cx="3191510" cy="3270885"/>
          </a:xfrm>
        </p:grpSpPr>
        <p:sp>
          <p:nvSpPr>
            <p:cNvPr id="19" name="object 19"/>
            <p:cNvSpPr/>
            <p:nvPr/>
          </p:nvSpPr>
          <p:spPr>
            <a:xfrm>
              <a:off x="2861310" y="3625596"/>
              <a:ext cx="1343660" cy="1294765"/>
            </a:xfrm>
            <a:custGeom>
              <a:avLst/>
              <a:gdLst/>
              <a:ahLst/>
              <a:cxnLst/>
              <a:rect l="l" t="t" r="r" b="b"/>
              <a:pathLst>
                <a:path w="1343660" h="1294764">
                  <a:moveTo>
                    <a:pt x="0" y="215772"/>
                  </a:moveTo>
                  <a:lnTo>
                    <a:pt x="5700" y="166311"/>
                  </a:lnTo>
                  <a:lnTo>
                    <a:pt x="21938" y="120899"/>
                  </a:lnTo>
                  <a:lnTo>
                    <a:pt x="47416" y="80835"/>
                  </a:lnTo>
                  <a:lnTo>
                    <a:pt x="80835" y="47416"/>
                  </a:lnTo>
                  <a:lnTo>
                    <a:pt x="120899" y="21938"/>
                  </a:lnTo>
                  <a:lnTo>
                    <a:pt x="166311" y="5700"/>
                  </a:lnTo>
                  <a:lnTo>
                    <a:pt x="215772" y="0"/>
                  </a:lnTo>
                  <a:lnTo>
                    <a:pt x="1127632" y="0"/>
                  </a:lnTo>
                  <a:lnTo>
                    <a:pt x="1177094" y="5700"/>
                  </a:lnTo>
                  <a:lnTo>
                    <a:pt x="1222506" y="21938"/>
                  </a:lnTo>
                  <a:lnTo>
                    <a:pt x="1262570" y="47416"/>
                  </a:lnTo>
                  <a:lnTo>
                    <a:pt x="1295989" y="80835"/>
                  </a:lnTo>
                  <a:lnTo>
                    <a:pt x="1321467" y="120899"/>
                  </a:lnTo>
                  <a:lnTo>
                    <a:pt x="1337705" y="166311"/>
                  </a:lnTo>
                  <a:lnTo>
                    <a:pt x="1343405" y="215772"/>
                  </a:lnTo>
                  <a:lnTo>
                    <a:pt x="1343405" y="1078864"/>
                  </a:lnTo>
                  <a:lnTo>
                    <a:pt x="1337705" y="1128326"/>
                  </a:lnTo>
                  <a:lnTo>
                    <a:pt x="1321467" y="1173738"/>
                  </a:lnTo>
                  <a:lnTo>
                    <a:pt x="1295989" y="1213802"/>
                  </a:lnTo>
                  <a:lnTo>
                    <a:pt x="1262570" y="1247221"/>
                  </a:lnTo>
                  <a:lnTo>
                    <a:pt x="1222506" y="1272699"/>
                  </a:lnTo>
                  <a:lnTo>
                    <a:pt x="1177094" y="1288937"/>
                  </a:lnTo>
                  <a:lnTo>
                    <a:pt x="1127632" y="1294637"/>
                  </a:lnTo>
                  <a:lnTo>
                    <a:pt x="215772" y="1294637"/>
                  </a:lnTo>
                  <a:lnTo>
                    <a:pt x="166311" y="1288937"/>
                  </a:lnTo>
                  <a:lnTo>
                    <a:pt x="120899" y="1272699"/>
                  </a:lnTo>
                  <a:lnTo>
                    <a:pt x="80835" y="1247221"/>
                  </a:lnTo>
                  <a:lnTo>
                    <a:pt x="47416" y="1213802"/>
                  </a:lnTo>
                  <a:lnTo>
                    <a:pt x="21938" y="1173738"/>
                  </a:lnTo>
                  <a:lnTo>
                    <a:pt x="5700" y="1128326"/>
                  </a:lnTo>
                  <a:lnTo>
                    <a:pt x="0" y="1078864"/>
                  </a:lnTo>
                  <a:lnTo>
                    <a:pt x="0" y="21577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71822" y="5603748"/>
              <a:ext cx="1343025" cy="1254760"/>
            </a:xfrm>
            <a:custGeom>
              <a:avLst/>
              <a:gdLst/>
              <a:ahLst/>
              <a:cxnLst/>
              <a:rect l="l" t="t" r="r" b="b"/>
              <a:pathLst>
                <a:path w="1343025" h="1254759">
                  <a:moveTo>
                    <a:pt x="0" y="209041"/>
                  </a:moveTo>
                  <a:lnTo>
                    <a:pt x="5521" y="161113"/>
                  </a:lnTo>
                  <a:lnTo>
                    <a:pt x="21248" y="117113"/>
                  </a:lnTo>
                  <a:lnTo>
                    <a:pt x="45926" y="78300"/>
                  </a:lnTo>
                  <a:lnTo>
                    <a:pt x="78300" y="45926"/>
                  </a:lnTo>
                  <a:lnTo>
                    <a:pt x="117113" y="21248"/>
                  </a:lnTo>
                  <a:lnTo>
                    <a:pt x="161113" y="5521"/>
                  </a:lnTo>
                  <a:lnTo>
                    <a:pt x="209041" y="0"/>
                  </a:lnTo>
                  <a:lnTo>
                    <a:pt x="1133602" y="0"/>
                  </a:lnTo>
                  <a:lnTo>
                    <a:pt x="1181530" y="5521"/>
                  </a:lnTo>
                  <a:lnTo>
                    <a:pt x="1225530" y="21248"/>
                  </a:lnTo>
                  <a:lnTo>
                    <a:pt x="1264343" y="45926"/>
                  </a:lnTo>
                  <a:lnTo>
                    <a:pt x="1296717" y="78300"/>
                  </a:lnTo>
                  <a:lnTo>
                    <a:pt x="1321395" y="117113"/>
                  </a:lnTo>
                  <a:lnTo>
                    <a:pt x="1337122" y="161113"/>
                  </a:lnTo>
                  <a:lnTo>
                    <a:pt x="1342643" y="209041"/>
                  </a:lnTo>
                  <a:lnTo>
                    <a:pt x="1342643" y="1045209"/>
                  </a:lnTo>
                  <a:lnTo>
                    <a:pt x="1337122" y="1093140"/>
                  </a:lnTo>
                  <a:lnTo>
                    <a:pt x="1321395" y="1137140"/>
                  </a:lnTo>
                  <a:lnTo>
                    <a:pt x="1296717" y="1175953"/>
                  </a:lnTo>
                  <a:lnTo>
                    <a:pt x="1264343" y="1208326"/>
                  </a:lnTo>
                  <a:lnTo>
                    <a:pt x="1225530" y="1233003"/>
                  </a:lnTo>
                  <a:lnTo>
                    <a:pt x="1181530" y="1248730"/>
                  </a:lnTo>
                  <a:lnTo>
                    <a:pt x="1133602" y="1254251"/>
                  </a:lnTo>
                  <a:lnTo>
                    <a:pt x="209041" y="1254251"/>
                  </a:lnTo>
                  <a:lnTo>
                    <a:pt x="161113" y="1248730"/>
                  </a:lnTo>
                  <a:lnTo>
                    <a:pt x="117113" y="1233003"/>
                  </a:lnTo>
                  <a:lnTo>
                    <a:pt x="78300" y="1208326"/>
                  </a:lnTo>
                  <a:lnTo>
                    <a:pt x="45926" y="1175953"/>
                  </a:lnTo>
                  <a:lnTo>
                    <a:pt x="21248" y="1137140"/>
                  </a:lnTo>
                  <a:lnTo>
                    <a:pt x="5521" y="1093140"/>
                  </a:lnTo>
                  <a:lnTo>
                    <a:pt x="0" y="1045209"/>
                  </a:lnTo>
                  <a:lnTo>
                    <a:pt x="0" y="2090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">
            <a:extLst>
              <a:ext uri="{FF2B5EF4-FFF2-40B4-BE49-F238E27FC236}">
                <a16:creationId xmlns:a16="http://schemas.microsoft.com/office/drawing/2014/main" id="{A3331D39-DA69-C545-B139-59BD44EBDD26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4842510"/>
              <a:ext cx="847090" cy="1689100"/>
            </a:xfrm>
            <a:custGeom>
              <a:avLst/>
              <a:gdLst/>
              <a:ahLst/>
              <a:cxnLst/>
              <a:rect l="l" t="t" r="r" b="b"/>
              <a:pathLst>
                <a:path w="847089" h="1689100">
                  <a:moveTo>
                    <a:pt x="0" y="1265301"/>
                  </a:moveTo>
                  <a:lnTo>
                    <a:pt x="2847" y="1215935"/>
                  </a:lnTo>
                  <a:lnTo>
                    <a:pt x="11177" y="1168242"/>
                  </a:lnTo>
                  <a:lnTo>
                    <a:pt x="24674" y="1122540"/>
                  </a:lnTo>
                  <a:lnTo>
                    <a:pt x="43018" y="1079146"/>
                  </a:lnTo>
                  <a:lnTo>
                    <a:pt x="65893" y="1038377"/>
                  </a:lnTo>
                  <a:lnTo>
                    <a:pt x="92982" y="1000552"/>
                  </a:lnTo>
                  <a:lnTo>
                    <a:pt x="123967" y="965987"/>
                  </a:lnTo>
                  <a:lnTo>
                    <a:pt x="158531" y="935000"/>
                  </a:lnTo>
                  <a:lnTo>
                    <a:pt x="196356" y="907910"/>
                  </a:lnTo>
                  <a:lnTo>
                    <a:pt x="237125" y="885033"/>
                  </a:lnTo>
                  <a:lnTo>
                    <a:pt x="280520" y="866686"/>
                  </a:lnTo>
                  <a:lnTo>
                    <a:pt x="326224" y="853189"/>
                  </a:lnTo>
                  <a:lnTo>
                    <a:pt x="373920" y="844857"/>
                  </a:lnTo>
                  <a:lnTo>
                    <a:pt x="423291" y="842009"/>
                  </a:lnTo>
                  <a:lnTo>
                    <a:pt x="472661" y="844857"/>
                  </a:lnTo>
                  <a:lnTo>
                    <a:pt x="520357" y="853189"/>
                  </a:lnTo>
                  <a:lnTo>
                    <a:pt x="566061" y="866686"/>
                  </a:lnTo>
                  <a:lnTo>
                    <a:pt x="609456" y="885033"/>
                  </a:lnTo>
                  <a:lnTo>
                    <a:pt x="650225" y="907910"/>
                  </a:lnTo>
                  <a:lnTo>
                    <a:pt x="688050" y="935000"/>
                  </a:lnTo>
                  <a:lnTo>
                    <a:pt x="722614" y="965987"/>
                  </a:lnTo>
                  <a:lnTo>
                    <a:pt x="753599" y="1000552"/>
                  </a:lnTo>
                  <a:lnTo>
                    <a:pt x="780688" y="1038377"/>
                  </a:lnTo>
                  <a:lnTo>
                    <a:pt x="803563" y="1079146"/>
                  </a:lnTo>
                  <a:lnTo>
                    <a:pt x="821907" y="1122540"/>
                  </a:lnTo>
                  <a:lnTo>
                    <a:pt x="835404" y="1168242"/>
                  </a:lnTo>
                  <a:lnTo>
                    <a:pt x="843734" y="1215935"/>
                  </a:lnTo>
                  <a:lnTo>
                    <a:pt x="846582" y="1265301"/>
                  </a:lnTo>
                  <a:lnTo>
                    <a:pt x="843734" y="1314666"/>
                  </a:lnTo>
                  <a:lnTo>
                    <a:pt x="835404" y="1362359"/>
                  </a:lnTo>
                  <a:lnTo>
                    <a:pt x="821907" y="1408061"/>
                  </a:lnTo>
                  <a:lnTo>
                    <a:pt x="803563" y="1451455"/>
                  </a:lnTo>
                  <a:lnTo>
                    <a:pt x="780688" y="1492224"/>
                  </a:lnTo>
                  <a:lnTo>
                    <a:pt x="753599" y="1530049"/>
                  </a:lnTo>
                  <a:lnTo>
                    <a:pt x="722614" y="1564614"/>
                  </a:lnTo>
                  <a:lnTo>
                    <a:pt x="688050" y="1595601"/>
                  </a:lnTo>
                  <a:lnTo>
                    <a:pt x="650225" y="1622691"/>
                  </a:lnTo>
                  <a:lnTo>
                    <a:pt x="609456" y="1645568"/>
                  </a:lnTo>
                  <a:lnTo>
                    <a:pt x="566061" y="1663915"/>
                  </a:lnTo>
                  <a:lnTo>
                    <a:pt x="520357" y="1677412"/>
                  </a:lnTo>
                  <a:lnTo>
                    <a:pt x="472661" y="1685744"/>
                  </a:lnTo>
                  <a:lnTo>
                    <a:pt x="423291" y="1688591"/>
                  </a:lnTo>
                  <a:lnTo>
                    <a:pt x="373920" y="1685744"/>
                  </a:lnTo>
                  <a:lnTo>
                    <a:pt x="326224" y="1677412"/>
                  </a:lnTo>
                  <a:lnTo>
                    <a:pt x="280520" y="1663915"/>
                  </a:lnTo>
                  <a:lnTo>
                    <a:pt x="237125" y="1645568"/>
                  </a:lnTo>
                  <a:lnTo>
                    <a:pt x="196356" y="1622691"/>
                  </a:lnTo>
                  <a:lnTo>
                    <a:pt x="158531" y="1595601"/>
                  </a:lnTo>
                  <a:lnTo>
                    <a:pt x="123967" y="1564614"/>
                  </a:lnTo>
                  <a:lnTo>
                    <a:pt x="92982" y="1530049"/>
                  </a:lnTo>
                  <a:lnTo>
                    <a:pt x="65893" y="1492224"/>
                  </a:lnTo>
                  <a:lnTo>
                    <a:pt x="43018" y="1451455"/>
                  </a:lnTo>
                  <a:lnTo>
                    <a:pt x="24674" y="1408061"/>
                  </a:lnTo>
                  <a:lnTo>
                    <a:pt x="11177" y="1362359"/>
                  </a:lnTo>
                  <a:lnTo>
                    <a:pt x="2847" y="1314666"/>
                  </a:lnTo>
                  <a:lnTo>
                    <a:pt x="0" y="1265301"/>
                  </a:lnTo>
                  <a:close/>
                </a:path>
                <a:path w="847089" h="1689100">
                  <a:moveTo>
                    <a:pt x="422909" y="0"/>
                  </a:moveTo>
                  <a:lnTo>
                    <a:pt x="422909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0514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469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948958"/>
              </p:ext>
            </p:extLst>
          </p:nvPr>
        </p:nvGraphicFramePr>
        <p:xfrm>
          <a:off x="479425" y="2878835"/>
          <a:ext cx="4230370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">
            <a:extLst>
              <a:ext uri="{FF2B5EF4-FFF2-40B4-BE49-F238E27FC236}">
                <a16:creationId xmlns:a16="http://schemas.microsoft.com/office/drawing/2014/main" id="{B6A7EE3A-6467-5047-977C-4B7C2387964E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4842510"/>
              <a:ext cx="847090" cy="1689100"/>
            </a:xfrm>
            <a:custGeom>
              <a:avLst/>
              <a:gdLst/>
              <a:ahLst/>
              <a:cxnLst/>
              <a:rect l="l" t="t" r="r" b="b"/>
              <a:pathLst>
                <a:path w="847089" h="1689100">
                  <a:moveTo>
                    <a:pt x="0" y="1265301"/>
                  </a:moveTo>
                  <a:lnTo>
                    <a:pt x="2847" y="1215935"/>
                  </a:lnTo>
                  <a:lnTo>
                    <a:pt x="11177" y="1168242"/>
                  </a:lnTo>
                  <a:lnTo>
                    <a:pt x="24674" y="1122540"/>
                  </a:lnTo>
                  <a:lnTo>
                    <a:pt x="43018" y="1079146"/>
                  </a:lnTo>
                  <a:lnTo>
                    <a:pt x="65893" y="1038377"/>
                  </a:lnTo>
                  <a:lnTo>
                    <a:pt x="92982" y="1000552"/>
                  </a:lnTo>
                  <a:lnTo>
                    <a:pt x="123967" y="965987"/>
                  </a:lnTo>
                  <a:lnTo>
                    <a:pt x="158531" y="935000"/>
                  </a:lnTo>
                  <a:lnTo>
                    <a:pt x="196356" y="907910"/>
                  </a:lnTo>
                  <a:lnTo>
                    <a:pt x="237125" y="885033"/>
                  </a:lnTo>
                  <a:lnTo>
                    <a:pt x="280520" y="866686"/>
                  </a:lnTo>
                  <a:lnTo>
                    <a:pt x="326224" y="853189"/>
                  </a:lnTo>
                  <a:lnTo>
                    <a:pt x="373920" y="844857"/>
                  </a:lnTo>
                  <a:lnTo>
                    <a:pt x="423291" y="842009"/>
                  </a:lnTo>
                  <a:lnTo>
                    <a:pt x="472661" y="844857"/>
                  </a:lnTo>
                  <a:lnTo>
                    <a:pt x="520357" y="853189"/>
                  </a:lnTo>
                  <a:lnTo>
                    <a:pt x="566061" y="866686"/>
                  </a:lnTo>
                  <a:lnTo>
                    <a:pt x="609456" y="885033"/>
                  </a:lnTo>
                  <a:lnTo>
                    <a:pt x="650225" y="907910"/>
                  </a:lnTo>
                  <a:lnTo>
                    <a:pt x="688050" y="935000"/>
                  </a:lnTo>
                  <a:lnTo>
                    <a:pt x="722614" y="965987"/>
                  </a:lnTo>
                  <a:lnTo>
                    <a:pt x="753599" y="1000552"/>
                  </a:lnTo>
                  <a:lnTo>
                    <a:pt x="780688" y="1038377"/>
                  </a:lnTo>
                  <a:lnTo>
                    <a:pt x="803563" y="1079146"/>
                  </a:lnTo>
                  <a:lnTo>
                    <a:pt x="821907" y="1122540"/>
                  </a:lnTo>
                  <a:lnTo>
                    <a:pt x="835404" y="1168242"/>
                  </a:lnTo>
                  <a:lnTo>
                    <a:pt x="843734" y="1215935"/>
                  </a:lnTo>
                  <a:lnTo>
                    <a:pt x="846582" y="1265301"/>
                  </a:lnTo>
                  <a:lnTo>
                    <a:pt x="843734" y="1314666"/>
                  </a:lnTo>
                  <a:lnTo>
                    <a:pt x="835404" y="1362359"/>
                  </a:lnTo>
                  <a:lnTo>
                    <a:pt x="821907" y="1408061"/>
                  </a:lnTo>
                  <a:lnTo>
                    <a:pt x="803563" y="1451455"/>
                  </a:lnTo>
                  <a:lnTo>
                    <a:pt x="780688" y="1492224"/>
                  </a:lnTo>
                  <a:lnTo>
                    <a:pt x="753599" y="1530049"/>
                  </a:lnTo>
                  <a:lnTo>
                    <a:pt x="722614" y="1564614"/>
                  </a:lnTo>
                  <a:lnTo>
                    <a:pt x="688050" y="1595601"/>
                  </a:lnTo>
                  <a:lnTo>
                    <a:pt x="650225" y="1622691"/>
                  </a:lnTo>
                  <a:lnTo>
                    <a:pt x="609456" y="1645568"/>
                  </a:lnTo>
                  <a:lnTo>
                    <a:pt x="566061" y="1663915"/>
                  </a:lnTo>
                  <a:lnTo>
                    <a:pt x="520357" y="1677412"/>
                  </a:lnTo>
                  <a:lnTo>
                    <a:pt x="472661" y="1685744"/>
                  </a:lnTo>
                  <a:lnTo>
                    <a:pt x="423291" y="1688591"/>
                  </a:lnTo>
                  <a:lnTo>
                    <a:pt x="373920" y="1685744"/>
                  </a:lnTo>
                  <a:lnTo>
                    <a:pt x="326224" y="1677412"/>
                  </a:lnTo>
                  <a:lnTo>
                    <a:pt x="280520" y="1663915"/>
                  </a:lnTo>
                  <a:lnTo>
                    <a:pt x="237125" y="1645568"/>
                  </a:lnTo>
                  <a:lnTo>
                    <a:pt x="196356" y="1622691"/>
                  </a:lnTo>
                  <a:lnTo>
                    <a:pt x="158531" y="1595601"/>
                  </a:lnTo>
                  <a:lnTo>
                    <a:pt x="123967" y="1564614"/>
                  </a:lnTo>
                  <a:lnTo>
                    <a:pt x="92982" y="1530049"/>
                  </a:lnTo>
                  <a:lnTo>
                    <a:pt x="65893" y="1492224"/>
                  </a:lnTo>
                  <a:lnTo>
                    <a:pt x="43018" y="1451455"/>
                  </a:lnTo>
                  <a:lnTo>
                    <a:pt x="24674" y="1408061"/>
                  </a:lnTo>
                  <a:lnTo>
                    <a:pt x="11177" y="1362359"/>
                  </a:lnTo>
                  <a:lnTo>
                    <a:pt x="2847" y="1314666"/>
                  </a:lnTo>
                  <a:lnTo>
                    <a:pt x="0" y="1265301"/>
                  </a:lnTo>
                  <a:close/>
                </a:path>
                <a:path w="847089" h="1689100">
                  <a:moveTo>
                    <a:pt x="422909" y="0"/>
                  </a:moveTo>
                  <a:lnTo>
                    <a:pt x="422909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0514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469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60909"/>
              </p:ext>
            </p:extLst>
          </p:nvPr>
        </p:nvGraphicFramePr>
        <p:xfrm>
          <a:off x="479425" y="2878835"/>
          <a:ext cx="4230370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">
            <a:extLst>
              <a:ext uri="{FF2B5EF4-FFF2-40B4-BE49-F238E27FC236}">
                <a16:creationId xmlns:a16="http://schemas.microsoft.com/office/drawing/2014/main" id="{71E4E1EC-0A79-5B49-B686-AD70D082C5D0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4842510"/>
              <a:ext cx="847090" cy="1689100"/>
            </a:xfrm>
            <a:custGeom>
              <a:avLst/>
              <a:gdLst/>
              <a:ahLst/>
              <a:cxnLst/>
              <a:rect l="l" t="t" r="r" b="b"/>
              <a:pathLst>
                <a:path w="847089" h="1689100">
                  <a:moveTo>
                    <a:pt x="0" y="1265301"/>
                  </a:moveTo>
                  <a:lnTo>
                    <a:pt x="2847" y="1215935"/>
                  </a:lnTo>
                  <a:lnTo>
                    <a:pt x="11177" y="1168242"/>
                  </a:lnTo>
                  <a:lnTo>
                    <a:pt x="24674" y="1122540"/>
                  </a:lnTo>
                  <a:lnTo>
                    <a:pt x="43018" y="1079146"/>
                  </a:lnTo>
                  <a:lnTo>
                    <a:pt x="65893" y="1038377"/>
                  </a:lnTo>
                  <a:lnTo>
                    <a:pt x="92982" y="1000552"/>
                  </a:lnTo>
                  <a:lnTo>
                    <a:pt x="123967" y="965987"/>
                  </a:lnTo>
                  <a:lnTo>
                    <a:pt x="158531" y="935000"/>
                  </a:lnTo>
                  <a:lnTo>
                    <a:pt x="196356" y="907910"/>
                  </a:lnTo>
                  <a:lnTo>
                    <a:pt x="237125" y="885033"/>
                  </a:lnTo>
                  <a:lnTo>
                    <a:pt x="280520" y="866686"/>
                  </a:lnTo>
                  <a:lnTo>
                    <a:pt x="326224" y="853189"/>
                  </a:lnTo>
                  <a:lnTo>
                    <a:pt x="373920" y="844857"/>
                  </a:lnTo>
                  <a:lnTo>
                    <a:pt x="423291" y="842009"/>
                  </a:lnTo>
                  <a:lnTo>
                    <a:pt x="472661" y="844857"/>
                  </a:lnTo>
                  <a:lnTo>
                    <a:pt x="520357" y="853189"/>
                  </a:lnTo>
                  <a:lnTo>
                    <a:pt x="566061" y="866686"/>
                  </a:lnTo>
                  <a:lnTo>
                    <a:pt x="609456" y="885033"/>
                  </a:lnTo>
                  <a:lnTo>
                    <a:pt x="650225" y="907910"/>
                  </a:lnTo>
                  <a:lnTo>
                    <a:pt x="688050" y="935000"/>
                  </a:lnTo>
                  <a:lnTo>
                    <a:pt x="722614" y="965987"/>
                  </a:lnTo>
                  <a:lnTo>
                    <a:pt x="753599" y="1000552"/>
                  </a:lnTo>
                  <a:lnTo>
                    <a:pt x="780688" y="1038377"/>
                  </a:lnTo>
                  <a:lnTo>
                    <a:pt x="803563" y="1079146"/>
                  </a:lnTo>
                  <a:lnTo>
                    <a:pt x="821907" y="1122540"/>
                  </a:lnTo>
                  <a:lnTo>
                    <a:pt x="835404" y="1168242"/>
                  </a:lnTo>
                  <a:lnTo>
                    <a:pt x="843734" y="1215935"/>
                  </a:lnTo>
                  <a:lnTo>
                    <a:pt x="846582" y="1265301"/>
                  </a:lnTo>
                  <a:lnTo>
                    <a:pt x="843734" y="1314666"/>
                  </a:lnTo>
                  <a:lnTo>
                    <a:pt x="835404" y="1362359"/>
                  </a:lnTo>
                  <a:lnTo>
                    <a:pt x="821907" y="1408061"/>
                  </a:lnTo>
                  <a:lnTo>
                    <a:pt x="803563" y="1451455"/>
                  </a:lnTo>
                  <a:lnTo>
                    <a:pt x="780688" y="1492224"/>
                  </a:lnTo>
                  <a:lnTo>
                    <a:pt x="753599" y="1530049"/>
                  </a:lnTo>
                  <a:lnTo>
                    <a:pt x="722614" y="1564614"/>
                  </a:lnTo>
                  <a:lnTo>
                    <a:pt x="688050" y="1595601"/>
                  </a:lnTo>
                  <a:lnTo>
                    <a:pt x="650225" y="1622691"/>
                  </a:lnTo>
                  <a:lnTo>
                    <a:pt x="609456" y="1645568"/>
                  </a:lnTo>
                  <a:lnTo>
                    <a:pt x="566061" y="1663915"/>
                  </a:lnTo>
                  <a:lnTo>
                    <a:pt x="520357" y="1677412"/>
                  </a:lnTo>
                  <a:lnTo>
                    <a:pt x="472661" y="1685744"/>
                  </a:lnTo>
                  <a:lnTo>
                    <a:pt x="423291" y="1688591"/>
                  </a:lnTo>
                  <a:lnTo>
                    <a:pt x="373920" y="1685744"/>
                  </a:lnTo>
                  <a:lnTo>
                    <a:pt x="326224" y="1677412"/>
                  </a:lnTo>
                  <a:lnTo>
                    <a:pt x="280520" y="1663915"/>
                  </a:lnTo>
                  <a:lnTo>
                    <a:pt x="237125" y="1645568"/>
                  </a:lnTo>
                  <a:lnTo>
                    <a:pt x="196356" y="1622691"/>
                  </a:lnTo>
                  <a:lnTo>
                    <a:pt x="158531" y="1595601"/>
                  </a:lnTo>
                  <a:lnTo>
                    <a:pt x="123967" y="1564614"/>
                  </a:lnTo>
                  <a:lnTo>
                    <a:pt x="92982" y="1530049"/>
                  </a:lnTo>
                  <a:lnTo>
                    <a:pt x="65893" y="1492224"/>
                  </a:lnTo>
                  <a:lnTo>
                    <a:pt x="43018" y="1451455"/>
                  </a:lnTo>
                  <a:lnTo>
                    <a:pt x="24674" y="1408061"/>
                  </a:lnTo>
                  <a:lnTo>
                    <a:pt x="11177" y="1362359"/>
                  </a:lnTo>
                  <a:lnTo>
                    <a:pt x="2847" y="1314666"/>
                  </a:lnTo>
                  <a:lnTo>
                    <a:pt x="0" y="1265301"/>
                  </a:lnTo>
                  <a:close/>
                </a:path>
                <a:path w="847089" h="1689100">
                  <a:moveTo>
                    <a:pt x="422909" y="0"/>
                  </a:moveTo>
                  <a:lnTo>
                    <a:pt x="422909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0514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469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982067"/>
              </p:ext>
            </p:extLst>
          </p:nvPr>
        </p:nvGraphicFramePr>
        <p:xfrm>
          <a:off x="479425" y="2878835"/>
          <a:ext cx="4230370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2892551" y="3573779"/>
            <a:ext cx="1343660" cy="1295400"/>
          </a:xfrm>
          <a:custGeom>
            <a:avLst/>
            <a:gdLst/>
            <a:ahLst/>
            <a:cxnLst/>
            <a:rect l="l" t="t" r="r" b="b"/>
            <a:pathLst>
              <a:path w="1343660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1127506" y="0"/>
                </a:lnTo>
                <a:lnTo>
                  <a:pt x="1177014" y="5701"/>
                </a:lnTo>
                <a:lnTo>
                  <a:pt x="1222459" y="21941"/>
                </a:lnTo>
                <a:lnTo>
                  <a:pt x="1262546" y="47426"/>
                </a:lnTo>
                <a:lnTo>
                  <a:pt x="1295979" y="80859"/>
                </a:lnTo>
                <a:lnTo>
                  <a:pt x="1321464" y="120946"/>
                </a:lnTo>
                <a:lnTo>
                  <a:pt x="1337704" y="166391"/>
                </a:lnTo>
                <a:lnTo>
                  <a:pt x="1343406" y="215900"/>
                </a:lnTo>
                <a:lnTo>
                  <a:pt x="1343406" y="1079500"/>
                </a:lnTo>
                <a:lnTo>
                  <a:pt x="1337704" y="1129008"/>
                </a:lnTo>
                <a:lnTo>
                  <a:pt x="1321464" y="1174453"/>
                </a:lnTo>
                <a:lnTo>
                  <a:pt x="1295979" y="1214540"/>
                </a:lnTo>
                <a:lnTo>
                  <a:pt x="1262546" y="1247973"/>
                </a:lnTo>
                <a:lnTo>
                  <a:pt x="1222459" y="1273458"/>
                </a:lnTo>
                <a:lnTo>
                  <a:pt x="1177014" y="1289698"/>
                </a:lnTo>
                <a:lnTo>
                  <a:pt x="1127506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8"/>
                </a:lnTo>
                <a:lnTo>
                  <a:pt x="80859" y="1247973"/>
                </a:lnTo>
                <a:lnTo>
                  <a:pt x="47426" y="1214540"/>
                </a:lnTo>
                <a:lnTo>
                  <a:pt x="21941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DCD85BCB-637D-974C-9CDC-6A292167E6EE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4842510"/>
              <a:ext cx="847090" cy="1689100"/>
            </a:xfrm>
            <a:custGeom>
              <a:avLst/>
              <a:gdLst/>
              <a:ahLst/>
              <a:cxnLst/>
              <a:rect l="l" t="t" r="r" b="b"/>
              <a:pathLst>
                <a:path w="847089" h="1689100">
                  <a:moveTo>
                    <a:pt x="0" y="1265301"/>
                  </a:moveTo>
                  <a:lnTo>
                    <a:pt x="2847" y="1215935"/>
                  </a:lnTo>
                  <a:lnTo>
                    <a:pt x="11177" y="1168242"/>
                  </a:lnTo>
                  <a:lnTo>
                    <a:pt x="24674" y="1122540"/>
                  </a:lnTo>
                  <a:lnTo>
                    <a:pt x="43018" y="1079146"/>
                  </a:lnTo>
                  <a:lnTo>
                    <a:pt x="65893" y="1038377"/>
                  </a:lnTo>
                  <a:lnTo>
                    <a:pt x="92982" y="1000552"/>
                  </a:lnTo>
                  <a:lnTo>
                    <a:pt x="123967" y="965987"/>
                  </a:lnTo>
                  <a:lnTo>
                    <a:pt x="158531" y="935000"/>
                  </a:lnTo>
                  <a:lnTo>
                    <a:pt x="196356" y="907910"/>
                  </a:lnTo>
                  <a:lnTo>
                    <a:pt x="237125" y="885033"/>
                  </a:lnTo>
                  <a:lnTo>
                    <a:pt x="280520" y="866686"/>
                  </a:lnTo>
                  <a:lnTo>
                    <a:pt x="326224" y="853189"/>
                  </a:lnTo>
                  <a:lnTo>
                    <a:pt x="373920" y="844857"/>
                  </a:lnTo>
                  <a:lnTo>
                    <a:pt x="423291" y="842009"/>
                  </a:lnTo>
                  <a:lnTo>
                    <a:pt x="472661" y="844857"/>
                  </a:lnTo>
                  <a:lnTo>
                    <a:pt x="520357" y="853189"/>
                  </a:lnTo>
                  <a:lnTo>
                    <a:pt x="566061" y="866686"/>
                  </a:lnTo>
                  <a:lnTo>
                    <a:pt x="609456" y="885033"/>
                  </a:lnTo>
                  <a:lnTo>
                    <a:pt x="650225" y="907910"/>
                  </a:lnTo>
                  <a:lnTo>
                    <a:pt x="688050" y="935000"/>
                  </a:lnTo>
                  <a:lnTo>
                    <a:pt x="722614" y="965987"/>
                  </a:lnTo>
                  <a:lnTo>
                    <a:pt x="753599" y="1000552"/>
                  </a:lnTo>
                  <a:lnTo>
                    <a:pt x="780688" y="1038377"/>
                  </a:lnTo>
                  <a:lnTo>
                    <a:pt x="803563" y="1079146"/>
                  </a:lnTo>
                  <a:lnTo>
                    <a:pt x="821907" y="1122540"/>
                  </a:lnTo>
                  <a:lnTo>
                    <a:pt x="835404" y="1168242"/>
                  </a:lnTo>
                  <a:lnTo>
                    <a:pt x="843734" y="1215935"/>
                  </a:lnTo>
                  <a:lnTo>
                    <a:pt x="846582" y="1265301"/>
                  </a:lnTo>
                  <a:lnTo>
                    <a:pt x="843734" y="1314666"/>
                  </a:lnTo>
                  <a:lnTo>
                    <a:pt x="835404" y="1362359"/>
                  </a:lnTo>
                  <a:lnTo>
                    <a:pt x="821907" y="1408061"/>
                  </a:lnTo>
                  <a:lnTo>
                    <a:pt x="803563" y="1451455"/>
                  </a:lnTo>
                  <a:lnTo>
                    <a:pt x="780688" y="1492224"/>
                  </a:lnTo>
                  <a:lnTo>
                    <a:pt x="753599" y="1530049"/>
                  </a:lnTo>
                  <a:lnTo>
                    <a:pt x="722614" y="1564614"/>
                  </a:lnTo>
                  <a:lnTo>
                    <a:pt x="688050" y="1595601"/>
                  </a:lnTo>
                  <a:lnTo>
                    <a:pt x="650225" y="1622691"/>
                  </a:lnTo>
                  <a:lnTo>
                    <a:pt x="609456" y="1645568"/>
                  </a:lnTo>
                  <a:lnTo>
                    <a:pt x="566061" y="1663915"/>
                  </a:lnTo>
                  <a:lnTo>
                    <a:pt x="520357" y="1677412"/>
                  </a:lnTo>
                  <a:lnTo>
                    <a:pt x="472661" y="1685744"/>
                  </a:lnTo>
                  <a:lnTo>
                    <a:pt x="423291" y="1688591"/>
                  </a:lnTo>
                  <a:lnTo>
                    <a:pt x="373920" y="1685744"/>
                  </a:lnTo>
                  <a:lnTo>
                    <a:pt x="326224" y="1677412"/>
                  </a:lnTo>
                  <a:lnTo>
                    <a:pt x="280520" y="1663915"/>
                  </a:lnTo>
                  <a:lnTo>
                    <a:pt x="237125" y="1645568"/>
                  </a:lnTo>
                  <a:lnTo>
                    <a:pt x="196356" y="1622691"/>
                  </a:lnTo>
                  <a:lnTo>
                    <a:pt x="158531" y="1595601"/>
                  </a:lnTo>
                  <a:lnTo>
                    <a:pt x="123967" y="1564614"/>
                  </a:lnTo>
                  <a:lnTo>
                    <a:pt x="92982" y="1530049"/>
                  </a:lnTo>
                  <a:lnTo>
                    <a:pt x="65893" y="1492224"/>
                  </a:lnTo>
                  <a:lnTo>
                    <a:pt x="43018" y="1451455"/>
                  </a:lnTo>
                  <a:lnTo>
                    <a:pt x="24674" y="1408061"/>
                  </a:lnTo>
                  <a:lnTo>
                    <a:pt x="11177" y="1362359"/>
                  </a:lnTo>
                  <a:lnTo>
                    <a:pt x="2847" y="1314666"/>
                  </a:lnTo>
                  <a:lnTo>
                    <a:pt x="0" y="1265301"/>
                  </a:lnTo>
                  <a:close/>
                </a:path>
                <a:path w="847089" h="1689100">
                  <a:moveTo>
                    <a:pt x="422909" y="0"/>
                  </a:moveTo>
                  <a:lnTo>
                    <a:pt x="422909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0514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469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210235"/>
              </p:ext>
            </p:extLst>
          </p:nvPr>
        </p:nvGraphicFramePr>
        <p:xfrm>
          <a:off x="479425" y="2878835"/>
          <a:ext cx="4230370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2878835" y="5564885"/>
            <a:ext cx="1343660" cy="1296035"/>
          </a:xfrm>
          <a:custGeom>
            <a:avLst/>
            <a:gdLst/>
            <a:ahLst/>
            <a:cxnLst/>
            <a:rect l="l" t="t" r="r" b="b"/>
            <a:pathLst>
              <a:path w="1343660" h="1296034">
                <a:moveTo>
                  <a:pt x="0" y="215912"/>
                </a:moveTo>
                <a:lnTo>
                  <a:pt x="5701" y="166403"/>
                </a:lnTo>
                <a:lnTo>
                  <a:pt x="21941" y="120956"/>
                </a:lnTo>
                <a:lnTo>
                  <a:pt x="47426" y="80867"/>
                </a:lnTo>
                <a:lnTo>
                  <a:pt x="80859" y="47431"/>
                </a:lnTo>
                <a:lnTo>
                  <a:pt x="120946" y="21944"/>
                </a:lnTo>
                <a:lnTo>
                  <a:pt x="166391" y="5702"/>
                </a:lnTo>
                <a:lnTo>
                  <a:pt x="215900" y="0"/>
                </a:lnTo>
                <a:lnTo>
                  <a:pt x="1127505" y="0"/>
                </a:lnTo>
                <a:lnTo>
                  <a:pt x="1177014" y="5702"/>
                </a:lnTo>
                <a:lnTo>
                  <a:pt x="1222459" y="21944"/>
                </a:lnTo>
                <a:lnTo>
                  <a:pt x="1262546" y="47431"/>
                </a:lnTo>
                <a:lnTo>
                  <a:pt x="1295979" y="80867"/>
                </a:lnTo>
                <a:lnTo>
                  <a:pt x="1321464" y="120956"/>
                </a:lnTo>
                <a:lnTo>
                  <a:pt x="1337704" y="166403"/>
                </a:lnTo>
                <a:lnTo>
                  <a:pt x="1343405" y="215912"/>
                </a:lnTo>
                <a:lnTo>
                  <a:pt x="1343405" y="1079512"/>
                </a:lnTo>
                <a:lnTo>
                  <a:pt x="1337704" y="1129020"/>
                </a:lnTo>
                <a:lnTo>
                  <a:pt x="1321464" y="1174466"/>
                </a:lnTo>
                <a:lnTo>
                  <a:pt x="1295979" y="1214556"/>
                </a:lnTo>
                <a:lnTo>
                  <a:pt x="1262546" y="1247993"/>
                </a:lnTo>
                <a:lnTo>
                  <a:pt x="1222459" y="1273480"/>
                </a:lnTo>
                <a:lnTo>
                  <a:pt x="1177014" y="1289723"/>
                </a:lnTo>
                <a:lnTo>
                  <a:pt x="1127505" y="1295426"/>
                </a:lnTo>
                <a:lnTo>
                  <a:pt x="215900" y="1295426"/>
                </a:lnTo>
                <a:lnTo>
                  <a:pt x="166391" y="1289723"/>
                </a:lnTo>
                <a:lnTo>
                  <a:pt x="120946" y="1273480"/>
                </a:lnTo>
                <a:lnTo>
                  <a:pt x="80859" y="1247993"/>
                </a:lnTo>
                <a:lnTo>
                  <a:pt x="47426" y="1214556"/>
                </a:lnTo>
                <a:lnTo>
                  <a:pt x="21941" y="1174466"/>
                </a:lnTo>
                <a:lnTo>
                  <a:pt x="5701" y="1129020"/>
                </a:lnTo>
                <a:lnTo>
                  <a:pt x="0" y="1079512"/>
                </a:lnTo>
                <a:lnTo>
                  <a:pt x="0" y="215912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0C11BC17-67DE-C345-97E2-B2C408B5A8D4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89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022089"/>
              </p:ext>
            </p:extLst>
          </p:nvPr>
        </p:nvGraphicFramePr>
        <p:xfrm>
          <a:off x="479425" y="2878835"/>
          <a:ext cx="5052059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">
            <a:extLst>
              <a:ext uri="{FF2B5EF4-FFF2-40B4-BE49-F238E27FC236}">
                <a16:creationId xmlns:a16="http://schemas.microsoft.com/office/drawing/2014/main" id="{FC8CD9A1-EF90-2D45-BE60-E394131092AF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772119"/>
              </p:ext>
            </p:extLst>
          </p:nvPr>
        </p:nvGraphicFramePr>
        <p:xfrm>
          <a:off x="479425" y="2878835"/>
          <a:ext cx="5052059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">
            <a:extLst>
              <a:ext uri="{FF2B5EF4-FFF2-40B4-BE49-F238E27FC236}">
                <a16:creationId xmlns:a16="http://schemas.microsoft.com/office/drawing/2014/main" id="{1AFF0ACD-E8A4-6046-B0AA-EB066C98DD7A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98676"/>
              </p:ext>
            </p:extLst>
          </p:nvPr>
        </p:nvGraphicFramePr>
        <p:xfrm>
          <a:off x="479425" y="2878835"/>
          <a:ext cx="5052059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718303" y="5565647"/>
            <a:ext cx="1343025" cy="1294765"/>
          </a:xfrm>
          <a:custGeom>
            <a:avLst/>
            <a:gdLst/>
            <a:ahLst/>
            <a:cxnLst/>
            <a:rect l="l" t="t" r="r" b="b"/>
            <a:pathLst>
              <a:path w="1343025" h="1294765">
                <a:moveTo>
                  <a:pt x="0" y="215785"/>
                </a:moveTo>
                <a:lnTo>
                  <a:pt x="5700" y="166307"/>
                </a:lnTo>
                <a:lnTo>
                  <a:pt x="21938" y="120887"/>
                </a:lnTo>
                <a:lnTo>
                  <a:pt x="47416" y="80822"/>
                </a:lnTo>
                <a:lnTo>
                  <a:pt x="80835" y="47405"/>
                </a:lnTo>
                <a:lnTo>
                  <a:pt x="120899" y="21932"/>
                </a:lnTo>
                <a:lnTo>
                  <a:pt x="166311" y="5698"/>
                </a:lnTo>
                <a:lnTo>
                  <a:pt x="215773" y="0"/>
                </a:lnTo>
                <a:lnTo>
                  <a:pt x="1126871" y="0"/>
                </a:lnTo>
                <a:lnTo>
                  <a:pt x="1176332" y="5698"/>
                </a:lnTo>
                <a:lnTo>
                  <a:pt x="1221744" y="21932"/>
                </a:lnTo>
                <a:lnTo>
                  <a:pt x="1261808" y="47405"/>
                </a:lnTo>
                <a:lnTo>
                  <a:pt x="1295227" y="80822"/>
                </a:lnTo>
                <a:lnTo>
                  <a:pt x="1320705" y="120887"/>
                </a:lnTo>
                <a:lnTo>
                  <a:pt x="1336943" y="166307"/>
                </a:lnTo>
                <a:lnTo>
                  <a:pt x="1342644" y="215785"/>
                </a:lnTo>
                <a:lnTo>
                  <a:pt x="1342644" y="1078903"/>
                </a:lnTo>
                <a:lnTo>
                  <a:pt x="1336943" y="1128381"/>
                </a:lnTo>
                <a:lnTo>
                  <a:pt x="1320705" y="1173801"/>
                </a:lnTo>
                <a:lnTo>
                  <a:pt x="1295227" y="1213868"/>
                </a:lnTo>
                <a:lnTo>
                  <a:pt x="1261808" y="1247285"/>
                </a:lnTo>
                <a:lnTo>
                  <a:pt x="1221744" y="1272758"/>
                </a:lnTo>
                <a:lnTo>
                  <a:pt x="1176332" y="1288992"/>
                </a:lnTo>
                <a:lnTo>
                  <a:pt x="1126871" y="1294691"/>
                </a:lnTo>
                <a:lnTo>
                  <a:pt x="215773" y="1294691"/>
                </a:lnTo>
                <a:lnTo>
                  <a:pt x="166311" y="1288992"/>
                </a:lnTo>
                <a:lnTo>
                  <a:pt x="120899" y="1272758"/>
                </a:lnTo>
                <a:lnTo>
                  <a:pt x="80835" y="1247285"/>
                </a:lnTo>
                <a:lnTo>
                  <a:pt x="47416" y="1213868"/>
                </a:lnTo>
                <a:lnTo>
                  <a:pt x="21938" y="1173801"/>
                </a:lnTo>
                <a:lnTo>
                  <a:pt x="5700" y="1128381"/>
                </a:lnTo>
                <a:lnTo>
                  <a:pt x="0" y="1078903"/>
                </a:lnTo>
                <a:lnTo>
                  <a:pt x="0" y="215785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25D509C6-D215-194D-8DDE-F4D035734FB3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27369" y="3995928"/>
              <a:ext cx="3748404" cy="2535555"/>
            </a:xfrm>
            <a:custGeom>
              <a:avLst/>
              <a:gdLst/>
              <a:ahLst/>
              <a:cxnLst/>
              <a:rect l="l" t="t" r="r" b="b"/>
              <a:pathLst>
                <a:path w="3748404" h="2535554">
                  <a:moveTo>
                    <a:pt x="1089659" y="423291"/>
                  </a:moveTo>
                  <a:lnTo>
                    <a:pt x="1092507" y="373920"/>
                  </a:lnTo>
                  <a:lnTo>
                    <a:pt x="1100837" y="326224"/>
                  </a:lnTo>
                  <a:lnTo>
                    <a:pt x="1114334" y="280520"/>
                  </a:lnTo>
                  <a:lnTo>
                    <a:pt x="1132678" y="237125"/>
                  </a:lnTo>
                  <a:lnTo>
                    <a:pt x="1155553" y="196356"/>
                  </a:lnTo>
                  <a:lnTo>
                    <a:pt x="1182642" y="158531"/>
                  </a:lnTo>
                  <a:lnTo>
                    <a:pt x="1213627" y="123967"/>
                  </a:lnTo>
                  <a:lnTo>
                    <a:pt x="1248191" y="92982"/>
                  </a:lnTo>
                  <a:lnTo>
                    <a:pt x="1286016" y="65893"/>
                  </a:lnTo>
                  <a:lnTo>
                    <a:pt x="1326785" y="43018"/>
                  </a:lnTo>
                  <a:lnTo>
                    <a:pt x="1370180" y="24674"/>
                  </a:lnTo>
                  <a:lnTo>
                    <a:pt x="1415884" y="11177"/>
                  </a:lnTo>
                  <a:lnTo>
                    <a:pt x="1463580" y="2847"/>
                  </a:lnTo>
                  <a:lnTo>
                    <a:pt x="1512951" y="0"/>
                  </a:lnTo>
                  <a:lnTo>
                    <a:pt x="1562321" y="2847"/>
                  </a:lnTo>
                  <a:lnTo>
                    <a:pt x="1610017" y="11177"/>
                  </a:lnTo>
                  <a:lnTo>
                    <a:pt x="1655721" y="24674"/>
                  </a:lnTo>
                  <a:lnTo>
                    <a:pt x="1699116" y="43018"/>
                  </a:lnTo>
                  <a:lnTo>
                    <a:pt x="1739885" y="65893"/>
                  </a:lnTo>
                  <a:lnTo>
                    <a:pt x="1777710" y="92982"/>
                  </a:lnTo>
                  <a:lnTo>
                    <a:pt x="1812274" y="123967"/>
                  </a:lnTo>
                  <a:lnTo>
                    <a:pt x="1843259" y="158531"/>
                  </a:lnTo>
                  <a:lnTo>
                    <a:pt x="1870348" y="196356"/>
                  </a:lnTo>
                  <a:lnTo>
                    <a:pt x="1893223" y="237125"/>
                  </a:lnTo>
                  <a:lnTo>
                    <a:pt x="1911567" y="280520"/>
                  </a:lnTo>
                  <a:lnTo>
                    <a:pt x="1925064" y="326224"/>
                  </a:lnTo>
                  <a:lnTo>
                    <a:pt x="1933394" y="373920"/>
                  </a:lnTo>
                  <a:lnTo>
                    <a:pt x="1936241" y="423291"/>
                  </a:lnTo>
                  <a:lnTo>
                    <a:pt x="1933394" y="472661"/>
                  </a:lnTo>
                  <a:lnTo>
                    <a:pt x="1925064" y="520357"/>
                  </a:lnTo>
                  <a:lnTo>
                    <a:pt x="1911567" y="566061"/>
                  </a:lnTo>
                  <a:lnTo>
                    <a:pt x="1893223" y="609456"/>
                  </a:lnTo>
                  <a:lnTo>
                    <a:pt x="1870348" y="650225"/>
                  </a:lnTo>
                  <a:lnTo>
                    <a:pt x="1843259" y="688050"/>
                  </a:lnTo>
                  <a:lnTo>
                    <a:pt x="1812274" y="722614"/>
                  </a:lnTo>
                  <a:lnTo>
                    <a:pt x="1777710" y="753599"/>
                  </a:lnTo>
                  <a:lnTo>
                    <a:pt x="1739885" y="780688"/>
                  </a:lnTo>
                  <a:lnTo>
                    <a:pt x="1699116" y="803563"/>
                  </a:lnTo>
                  <a:lnTo>
                    <a:pt x="1655721" y="821907"/>
                  </a:lnTo>
                  <a:lnTo>
                    <a:pt x="1610017" y="835404"/>
                  </a:lnTo>
                  <a:lnTo>
                    <a:pt x="1562321" y="843734"/>
                  </a:lnTo>
                  <a:lnTo>
                    <a:pt x="1512951" y="846582"/>
                  </a:lnTo>
                  <a:lnTo>
                    <a:pt x="1463580" y="843734"/>
                  </a:lnTo>
                  <a:lnTo>
                    <a:pt x="1415884" y="835404"/>
                  </a:lnTo>
                  <a:lnTo>
                    <a:pt x="1370180" y="821907"/>
                  </a:lnTo>
                  <a:lnTo>
                    <a:pt x="1326785" y="803563"/>
                  </a:lnTo>
                  <a:lnTo>
                    <a:pt x="1286016" y="780688"/>
                  </a:lnTo>
                  <a:lnTo>
                    <a:pt x="1248191" y="753599"/>
                  </a:lnTo>
                  <a:lnTo>
                    <a:pt x="1213627" y="722614"/>
                  </a:lnTo>
                  <a:lnTo>
                    <a:pt x="1182642" y="688050"/>
                  </a:lnTo>
                  <a:lnTo>
                    <a:pt x="1155553" y="650225"/>
                  </a:lnTo>
                  <a:lnTo>
                    <a:pt x="1132678" y="609456"/>
                  </a:lnTo>
                  <a:lnTo>
                    <a:pt x="1114334" y="566061"/>
                  </a:lnTo>
                  <a:lnTo>
                    <a:pt x="1100837" y="520357"/>
                  </a:lnTo>
                  <a:lnTo>
                    <a:pt x="1092507" y="472661"/>
                  </a:lnTo>
                  <a:lnTo>
                    <a:pt x="1089659" y="423291"/>
                  </a:lnTo>
                  <a:close/>
                </a:path>
                <a:path w="3748404" h="2535554">
                  <a:moveTo>
                    <a:pt x="1089659" y="2111883"/>
                  </a:moveTo>
                  <a:lnTo>
                    <a:pt x="1092507" y="2062517"/>
                  </a:lnTo>
                  <a:lnTo>
                    <a:pt x="1100837" y="2014824"/>
                  </a:lnTo>
                  <a:lnTo>
                    <a:pt x="1114334" y="1969122"/>
                  </a:lnTo>
                  <a:lnTo>
                    <a:pt x="1132678" y="1925728"/>
                  </a:lnTo>
                  <a:lnTo>
                    <a:pt x="1155553" y="1884959"/>
                  </a:lnTo>
                  <a:lnTo>
                    <a:pt x="1182642" y="1847134"/>
                  </a:lnTo>
                  <a:lnTo>
                    <a:pt x="1213627" y="1812569"/>
                  </a:lnTo>
                  <a:lnTo>
                    <a:pt x="1248191" y="1781582"/>
                  </a:lnTo>
                  <a:lnTo>
                    <a:pt x="1286016" y="1754492"/>
                  </a:lnTo>
                  <a:lnTo>
                    <a:pt x="1326785" y="1731615"/>
                  </a:lnTo>
                  <a:lnTo>
                    <a:pt x="1370180" y="1713268"/>
                  </a:lnTo>
                  <a:lnTo>
                    <a:pt x="1415884" y="1699771"/>
                  </a:lnTo>
                  <a:lnTo>
                    <a:pt x="1463580" y="1691439"/>
                  </a:lnTo>
                  <a:lnTo>
                    <a:pt x="1512951" y="1688592"/>
                  </a:lnTo>
                  <a:lnTo>
                    <a:pt x="1562321" y="1691439"/>
                  </a:lnTo>
                  <a:lnTo>
                    <a:pt x="1610017" y="1699771"/>
                  </a:lnTo>
                  <a:lnTo>
                    <a:pt x="1655721" y="1713268"/>
                  </a:lnTo>
                  <a:lnTo>
                    <a:pt x="1699116" y="1731615"/>
                  </a:lnTo>
                  <a:lnTo>
                    <a:pt x="1739885" y="1754492"/>
                  </a:lnTo>
                  <a:lnTo>
                    <a:pt x="1777710" y="1781582"/>
                  </a:lnTo>
                  <a:lnTo>
                    <a:pt x="1812274" y="1812569"/>
                  </a:lnTo>
                  <a:lnTo>
                    <a:pt x="1843259" y="1847134"/>
                  </a:lnTo>
                  <a:lnTo>
                    <a:pt x="1870348" y="1884959"/>
                  </a:lnTo>
                  <a:lnTo>
                    <a:pt x="1893223" y="1925728"/>
                  </a:lnTo>
                  <a:lnTo>
                    <a:pt x="1911567" y="1969122"/>
                  </a:lnTo>
                  <a:lnTo>
                    <a:pt x="1925064" y="2014824"/>
                  </a:lnTo>
                  <a:lnTo>
                    <a:pt x="1933394" y="2062517"/>
                  </a:lnTo>
                  <a:lnTo>
                    <a:pt x="1936241" y="2111883"/>
                  </a:lnTo>
                  <a:lnTo>
                    <a:pt x="1933394" y="2161248"/>
                  </a:lnTo>
                  <a:lnTo>
                    <a:pt x="1925064" y="2208941"/>
                  </a:lnTo>
                  <a:lnTo>
                    <a:pt x="1911567" y="2254643"/>
                  </a:lnTo>
                  <a:lnTo>
                    <a:pt x="1893223" y="2298037"/>
                  </a:lnTo>
                  <a:lnTo>
                    <a:pt x="1870348" y="2338806"/>
                  </a:lnTo>
                  <a:lnTo>
                    <a:pt x="1843259" y="2376631"/>
                  </a:lnTo>
                  <a:lnTo>
                    <a:pt x="1812274" y="2411196"/>
                  </a:lnTo>
                  <a:lnTo>
                    <a:pt x="1777710" y="2442183"/>
                  </a:lnTo>
                  <a:lnTo>
                    <a:pt x="1739885" y="2469273"/>
                  </a:lnTo>
                  <a:lnTo>
                    <a:pt x="1699116" y="2492150"/>
                  </a:lnTo>
                  <a:lnTo>
                    <a:pt x="1655721" y="2510497"/>
                  </a:lnTo>
                  <a:lnTo>
                    <a:pt x="1610017" y="2523994"/>
                  </a:lnTo>
                  <a:lnTo>
                    <a:pt x="1562321" y="2532326"/>
                  </a:lnTo>
                  <a:lnTo>
                    <a:pt x="1512951" y="2535174"/>
                  </a:lnTo>
                  <a:lnTo>
                    <a:pt x="1463580" y="2532326"/>
                  </a:lnTo>
                  <a:lnTo>
                    <a:pt x="1415884" y="2523994"/>
                  </a:lnTo>
                  <a:lnTo>
                    <a:pt x="1370180" y="2510497"/>
                  </a:lnTo>
                  <a:lnTo>
                    <a:pt x="1326785" y="2492150"/>
                  </a:lnTo>
                  <a:lnTo>
                    <a:pt x="1286016" y="2469273"/>
                  </a:lnTo>
                  <a:lnTo>
                    <a:pt x="1248191" y="2442183"/>
                  </a:lnTo>
                  <a:lnTo>
                    <a:pt x="1213627" y="2411196"/>
                  </a:lnTo>
                  <a:lnTo>
                    <a:pt x="1182642" y="2376631"/>
                  </a:lnTo>
                  <a:lnTo>
                    <a:pt x="1155553" y="2338806"/>
                  </a:lnTo>
                  <a:lnTo>
                    <a:pt x="1132678" y="2298037"/>
                  </a:lnTo>
                  <a:lnTo>
                    <a:pt x="1114334" y="2254643"/>
                  </a:lnTo>
                  <a:lnTo>
                    <a:pt x="1100837" y="2208941"/>
                  </a:lnTo>
                  <a:lnTo>
                    <a:pt x="1092507" y="2161248"/>
                  </a:lnTo>
                  <a:lnTo>
                    <a:pt x="1089659" y="2111883"/>
                  </a:lnTo>
                  <a:close/>
                </a:path>
                <a:path w="3748404" h="2535554">
                  <a:moveTo>
                    <a:pt x="0" y="1812886"/>
                  </a:moveTo>
                  <a:lnTo>
                    <a:pt x="1213865" y="723138"/>
                  </a:lnTo>
                </a:path>
                <a:path w="3748404" h="2535554">
                  <a:moveTo>
                    <a:pt x="123443" y="2112264"/>
                  </a:moveTo>
                  <a:lnTo>
                    <a:pt x="1089278" y="2112264"/>
                  </a:lnTo>
                </a:path>
                <a:path w="3748404" h="2535554">
                  <a:moveTo>
                    <a:pt x="2901696" y="423291"/>
                  </a:moveTo>
                  <a:lnTo>
                    <a:pt x="2904543" y="373920"/>
                  </a:lnTo>
                  <a:lnTo>
                    <a:pt x="2912873" y="326224"/>
                  </a:lnTo>
                  <a:lnTo>
                    <a:pt x="2926370" y="280520"/>
                  </a:lnTo>
                  <a:lnTo>
                    <a:pt x="2944714" y="237125"/>
                  </a:lnTo>
                  <a:lnTo>
                    <a:pt x="2967589" y="196356"/>
                  </a:lnTo>
                  <a:lnTo>
                    <a:pt x="2994678" y="158531"/>
                  </a:lnTo>
                  <a:lnTo>
                    <a:pt x="3025663" y="123967"/>
                  </a:lnTo>
                  <a:lnTo>
                    <a:pt x="3060227" y="92982"/>
                  </a:lnTo>
                  <a:lnTo>
                    <a:pt x="3098052" y="65893"/>
                  </a:lnTo>
                  <a:lnTo>
                    <a:pt x="3138821" y="43018"/>
                  </a:lnTo>
                  <a:lnTo>
                    <a:pt x="3182216" y="24674"/>
                  </a:lnTo>
                  <a:lnTo>
                    <a:pt x="3227920" y="11177"/>
                  </a:lnTo>
                  <a:lnTo>
                    <a:pt x="3275616" y="2847"/>
                  </a:lnTo>
                  <a:lnTo>
                    <a:pt x="3324986" y="0"/>
                  </a:lnTo>
                  <a:lnTo>
                    <a:pt x="3374357" y="2847"/>
                  </a:lnTo>
                  <a:lnTo>
                    <a:pt x="3422053" y="11177"/>
                  </a:lnTo>
                  <a:lnTo>
                    <a:pt x="3467757" y="24674"/>
                  </a:lnTo>
                  <a:lnTo>
                    <a:pt x="3511152" y="43018"/>
                  </a:lnTo>
                  <a:lnTo>
                    <a:pt x="3551921" y="65893"/>
                  </a:lnTo>
                  <a:lnTo>
                    <a:pt x="3589746" y="92982"/>
                  </a:lnTo>
                  <a:lnTo>
                    <a:pt x="3624310" y="123967"/>
                  </a:lnTo>
                  <a:lnTo>
                    <a:pt x="3655295" y="158531"/>
                  </a:lnTo>
                  <a:lnTo>
                    <a:pt x="3682384" y="196356"/>
                  </a:lnTo>
                  <a:lnTo>
                    <a:pt x="3705259" y="237125"/>
                  </a:lnTo>
                  <a:lnTo>
                    <a:pt x="3723603" y="280520"/>
                  </a:lnTo>
                  <a:lnTo>
                    <a:pt x="3737100" y="326224"/>
                  </a:lnTo>
                  <a:lnTo>
                    <a:pt x="3745430" y="373920"/>
                  </a:lnTo>
                  <a:lnTo>
                    <a:pt x="3748278" y="423291"/>
                  </a:lnTo>
                  <a:lnTo>
                    <a:pt x="3745430" y="472661"/>
                  </a:lnTo>
                  <a:lnTo>
                    <a:pt x="3737100" y="520357"/>
                  </a:lnTo>
                  <a:lnTo>
                    <a:pt x="3723603" y="566061"/>
                  </a:lnTo>
                  <a:lnTo>
                    <a:pt x="3705259" y="609456"/>
                  </a:lnTo>
                  <a:lnTo>
                    <a:pt x="3682384" y="650225"/>
                  </a:lnTo>
                  <a:lnTo>
                    <a:pt x="3655295" y="688050"/>
                  </a:lnTo>
                  <a:lnTo>
                    <a:pt x="3624310" y="722614"/>
                  </a:lnTo>
                  <a:lnTo>
                    <a:pt x="3589746" y="753599"/>
                  </a:lnTo>
                  <a:lnTo>
                    <a:pt x="3551921" y="780688"/>
                  </a:lnTo>
                  <a:lnTo>
                    <a:pt x="3511152" y="803563"/>
                  </a:lnTo>
                  <a:lnTo>
                    <a:pt x="3467757" y="821907"/>
                  </a:lnTo>
                  <a:lnTo>
                    <a:pt x="3422053" y="835404"/>
                  </a:lnTo>
                  <a:lnTo>
                    <a:pt x="3374357" y="843734"/>
                  </a:lnTo>
                  <a:lnTo>
                    <a:pt x="3324986" y="846582"/>
                  </a:lnTo>
                  <a:lnTo>
                    <a:pt x="3275616" y="843734"/>
                  </a:lnTo>
                  <a:lnTo>
                    <a:pt x="3227920" y="835404"/>
                  </a:lnTo>
                  <a:lnTo>
                    <a:pt x="3182216" y="821907"/>
                  </a:lnTo>
                  <a:lnTo>
                    <a:pt x="3138821" y="803563"/>
                  </a:lnTo>
                  <a:lnTo>
                    <a:pt x="3098052" y="780688"/>
                  </a:lnTo>
                  <a:lnTo>
                    <a:pt x="3060227" y="753599"/>
                  </a:lnTo>
                  <a:lnTo>
                    <a:pt x="3025663" y="722614"/>
                  </a:lnTo>
                  <a:lnTo>
                    <a:pt x="2994678" y="688050"/>
                  </a:lnTo>
                  <a:lnTo>
                    <a:pt x="2967589" y="650225"/>
                  </a:lnTo>
                  <a:lnTo>
                    <a:pt x="2944714" y="609456"/>
                  </a:lnTo>
                  <a:lnTo>
                    <a:pt x="2926370" y="566061"/>
                  </a:lnTo>
                  <a:lnTo>
                    <a:pt x="2912873" y="520357"/>
                  </a:lnTo>
                  <a:lnTo>
                    <a:pt x="2904543" y="472661"/>
                  </a:lnTo>
                  <a:lnTo>
                    <a:pt x="2901696" y="423291"/>
                  </a:lnTo>
                  <a:close/>
                </a:path>
                <a:path w="3748404" h="2535554">
                  <a:moveTo>
                    <a:pt x="2902077" y="470916"/>
                  </a:moveTo>
                  <a:lnTo>
                    <a:pt x="1936241" y="470916"/>
                  </a:lnTo>
                </a:path>
                <a:path w="3748404" h="2535554">
                  <a:moveTo>
                    <a:pt x="2901696" y="2111883"/>
                  </a:moveTo>
                  <a:lnTo>
                    <a:pt x="2904543" y="2062517"/>
                  </a:lnTo>
                  <a:lnTo>
                    <a:pt x="2912873" y="2014824"/>
                  </a:lnTo>
                  <a:lnTo>
                    <a:pt x="2926370" y="1969122"/>
                  </a:lnTo>
                  <a:lnTo>
                    <a:pt x="2944714" y="1925728"/>
                  </a:lnTo>
                  <a:lnTo>
                    <a:pt x="2967589" y="1884959"/>
                  </a:lnTo>
                  <a:lnTo>
                    <a:pt x="2994678" y="1847134"/>
                  </a:lnTo>
                  <a:lnTo>
                    <a:pt x="3025663" y="1812569"/>
                  </a:lnTo>
                  <a:lnTo>
                    <a:pt x="3060227" y="1781582"/>
                  </a:lnTo>
                  <a:lnTo>
                    <a:pt x="3098052" y="1754492"/>
                  </a:lnTo>
                  <a:lnTo>
                    <a:pt x="3138821" y="1731615"/>
                  </a:lnTo>
                  <a:lnTo>
                    <a:pt x="3182216" y="1713268"/>
                  </a:lnTo>
                  <a:lnTo>
                    <a:pt x="3227920" y="1699771"/>
                  </a:lnTo>
                  <a:lnTo>
                    <a:pt x="3275616" y="1691439"/>
                  </a:lnTo>
                  <a:lnTo>
                    <a:pt x="3324986" y="1688592"/>
                  </a:lnTo>
                  <a:lnTo>
                    <a:pt x="3374357" y="1691439"/>
                  </a:lnTo>
                  <a:lnTo>
                    <a:pt x="3422053" y="1699771"/>
                  </a:lnTo>
                  <a:lnTo>
                    <a:pt x="3467757" y="1713268"/>
                  </a:lnTo>
                  <a:lnTo>
                    <a:pt x="3511152" y="1731615"/>
                  </a:lnTo>
                  <a:lnTo>
                    <a:pt x="3551921" y="1754492"/>
                  </a:lnTo>
                  <a:lnTo>
                    <a:pt x="3589746" y="1781582"/>
                  </a:lnTo>
                  <a:lnTo>
                    <a:pt x="3624310" y="1812569"/>
                  </a:lnTo>
                  <a:lnTo>
                    <a:pt x="3655295" y="1847134"/>
                  </a:lnTo>
                  <a:lnTo>
                    <a:pt x="3682384" y="1884959"/>
                  </a:lnTo>
                  <a:lnTo>
                    <a:pt x="3705259" y="1925728"/>
                  </a:lnTo>
                  <a:lnTo>
                    <a:pt x="3723603" y="1969122"/>
                  </a:lnTo>
                  <a:lnTo>
                    <a:pt x="3737100" y="2014824"/>
                  </a:lnTo>
                  <a:lnTo>
                    <a:pt x="3745430" y="2062517"/>
                  </a:lnTo>
                  <a:lnTo>
                    <a:pt x="3748278" y="2111883"/>
                  </a:lnTo>
                  <a:lnTo>
                    <a:pt x="3745430" y="2161248"/>
                  </a:lnTo>
                  <a:lnTo>
                    <a:pt x="3737100" y="2208941"/>
                  </a:lnTo>
                  <a:lnTo>
                    <a:pt x="3723603" y="2254643"/>
                  </a:lnTo>
                  <a:lnTo>
                    <a:pt x="3705259" y="2298037"/>
                  </a:lnTo>
                  <a:lnTo>
                    <a:pt x="3682384" y="2338806"/>
                  </a:lnTo>
                  <a:lnTo>
                    <a:pt x="3655295" y="2376631"/>
                  </a:lnTo>
                  <a:lnTo>
                    <a:pt x="3624310" y="2411196"/>
                  </a:lnTo>
                  <a:lnTo>
                    <a:pt x="3589746" y="2442183"/>
                  </a:lnTo>
                  <a:lnTo>
                    <a:pt x="3551921" y="2469273"/>
                  </a:lnTo>
                  <a:lnTo>
                    <a:pt x="3511152" y="2492150"/>
                  </a:lnTo>
                  <a:lnTo>
                    <a:pt x="3467757" y="2510497"/>
                  </a:lnTo>
                  <a:lnTo>
                    <a:pt x="3422053" y="2523994"/>
                  </a:lnTo>
                  <a:lnTo>
                    <a:pt x="3374357" y="2532326"/>
                  </a:lnTo>
                  <a:lnTo>
                    <a:pt x="3324986" y="2535174"/>
                  </a:lnTo>
                  <a:lnTo>
                    <a:pt x="3275616" y="2532326"/>
                  </a:lnTo>
                  <a:lnTo>
                    <a:pt x="3227920" y="2523994"/>
                  </a:lnTo>
                  <a:lnTo>
                    <a:pt x="3182216" y="2510497"/>
                  </a:lnTo>
                  <a:lnTo>
                    <a:pt x="3138821" y="2492150"/>
                  </a:lnTo>
                  <a:lnTo>
                    <a:pt x="3098052" y="2469273"/>
                  </a:lnTo>
                  <a:lnTo>
                    <a:pt x="3060227" y="2442183"/>
                  </a:lnTo>
                  <a:lnTo>
                    <a:pt x="3025663" y="2411196"/>
                  </a:lnTo>
                  <a:lnTo>
                    <a:pt x="2994678" y="2376631"/>
                  </a:lnTo>
                  <a:lnTo>
                    <a:pt x="2967589" y="2338806"/>
                  </a:lnTo>
                  <a:lnTo>
                    <a:pt x="2944714" y="2298037"/>
                  </a:lnTo>
                  <a:lnTo>
                    <a:pt x="2926370" y="2254643"/>
                  </a:lnTo>
                  <a:lnTo>
                    <a:pt x="2912873" y="2208941"/>
                  </a:lnTo>
                  <a:lnTo>
                    <a:pt x="2904543" y="2161248"/>
                  </a:lnTo>
                  <a:lnTo>
                    <a:pt x="2901696" y="2111883"/>
                  </a:lnTo>
                  <a:close/>
                </a:path>
                <a:path w="3748404" h="2535554">
                  <a:moveTo>
                    <a:pt x="3025902" y="723138"/>
                  </a:moveTo>
                  <a:lnTo>
                    <a:pt x="1812035" y="1812886"/>
                  </a:lnTo>
                </a:path>
                <a:path w="3748404" h="2535554">
                  <a:moveTo>
                    <a:pt x="3325368" y="1688376"/>
                  </a:moveTo>
                  <a:lnTo>
                    <a:pt x="3325368" y="846582"/>
                  </a:lnTo>
                </a:path>
                <a:path w="3748404" h="2535554">
                  <a:moveTo>
                    <a:pt x="1936241" y="2112264"/>
                  </a:moveTo>
                  <a:lnTo>
                    <a:pt x="2902077" y="2112264"/>
                  </a:lnTo>
                </a:path>
                <a:path w="3748404" h="2535554">
                  <a:moveTo>
                    <a:pt x="1512570" y="1688376"/>
                  </a:moveTo>
                  <a:lnTo>
                    <a:pt x="151257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5602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75602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723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57984"/>
              </p:ext>
            </p:extLst>
          </p:nvPr>
        </p:nvGraphicFramePr>
        <p:xfrm>
          <a:off x="479425" y="2878835"/>
          <a:ext cx="5052059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6515100" y="3598926"/>
            <a:ext cx="1343025" cy="3238500"/>
          </a:xfrm>
          <a:custGeom>
            <a:avLst/>
            <a:gdLst/>
            <a:ahLst/>
            <a:cxnLst/>
            <a:rect l="l" t="t" r="r" b="b"/>
            <a:pathLst>
              <a:path w="1343025" h="3238500">
                <a:moveTo>
                  <a:pt x="0" y="215773"/>
                </a:moveTo>
                <a:lnTo>
                  <a:pt x="5700" y="166311"/>
                </a:lnTo>
                <a:lnTo>
                  <a:pt x="21938" y="120899"/>
                </a:lnTo>
                <a:lnTo>
                  <a:pt x="47416" y="80835"/>
                </a:lnTo>
                <a:lnTo>
                  <a:pt x="80835" y="47416"/>
                </a:lnTo>
                <a:lnTo>
                  <a:pt x="120899" y="21938"/>
                </a:lnTo>
                <a:lnTo>
                  <a:pt x="166311" y="5700"/>
                </a:lnTo>
                <a:lnTo>
                  <a:pt x="215773" y="0"/>
                </a:lnTo>
                <a:lnTo>
                  <a:pt x="1126871" y="0"/>
                </a:lnTo>
                <a:lnTo>
                  <a:pt x="1176332" y="5700"/>
                </a:lnTo>
                <a:lnTo>
                  <a:pt x="1221744" y="21938"/>
                </a:lnTo>
                <a:lnTo>
                  <a:pt x="1261808" y="47416"/>
                </a:lnTo>
                <a:lnTo>
                  <a:pt x="1295227" y="80835"/>
                </a:lnTo>
                <a:lnTo>
                  <a:pt x="1320705" y="120899"/>
                </a:lnTo>
                <a:lnTo>
                  <a:pt x="1336943" y="166311"/>
                </a:lnTo>
                <a:lnTo>
                  <a:pt x="1342644" y="215773"/>
                </a:lnTo>
                <a:lnTo>
                  <a:pt x="1342644" y="1078865"/>
                </a:lnTo>
                <a:lnTo>
                  <a:pt x="1336943" y="1128366"/>
                </a:lnTo>
                <a:lnTo>
                  <a:pt x="1320705" y="1173793"/>
                </a:lnTo>
                <a:lnTo>
                  <a:pt x="1295227" y="1213855"/>
                </a:lnTo>
                <a:lnTo>
                  <a:pt x="1261808" y="1247261"/>
                </a:lnTo>
                <a:lnTo>
                  <a:pt x="1221744" y="1272721"/>
                </a:lnTo>
                <a:lnTo>
                  <a:pt x="1176332" y="1288943"/>
                </a:lnTo>
                <a:lnTo>
                  <a:pt x="1126871" y="1294638"/>
                </a:lnTo>
                <a:lnTo>
                  <a:pt x="215773" y="1294638"/>
                </a:lnTo>
                <a:lnTo>
                  <a:pt x="166311" y="1288943"/>
                </a:lnTo>
                <a:lnTo>
                  <a:pt x="120899" y="1272721"/>
                </a:lnTo>
                <a:lnTo>
                  <a:pt x="80835" y="1247261"/>
                </a:lnTo>
                <a:lnTo>
                  <a:pt x="47416" y="1213855"/>
                </a:lnTo>
                <a:lnTo>
                  <a:pt x="21938" y="1173793"/>
                </a:lnTo>
                <a:lnTo>
                  <a:pt x="5700" y="1128366"/>
                </a:lnTo>
                <a:lnTo>
                  <a:pt x="0" y="1078865"/>
                </a:lnTo>
                <a:lnTo>
                  <a:pt x="0" y="215773"/>
                </a:lnTo>
                <a:close/>
              </a:path>
              <a:path w="1343025" h="3238500">
                <a:moveTo>
                  <a:pt x="0" y="2159000"/>
                </a:moveTo>
                <a:lnTo>
                  <a:pt x="5701" y="2109495"/>
                </a:lnTo>
                <a:lnTo>
                  <a:pt x="21941" y="2064051"/>
                </a:lnTo>
                <a:lnTo>
                  <a:pt x="47426" y="2023964"/>
                </a:lnTo>
                <a:lnTo>
                  <a:pt x="80859" y="1990530"/>
                </a:lnTo>
                <a:lnTo>
                  <a:pt x="120946" y="1965043"/>
                </a:lnTo>
                <a:lnTo>
                  <a:pt x="166391" y="1948801"/>
                </a:lnTo>
                <a:lnTo>
                  <a:pt x="215900" y="1943100"/>
                </a:lnTo>
                <a:lnTo>
                  <a:pt x="1126744" y="1943100"/>
                </a:lnTo>
                <a:lnTo>
                  <a:pt x="1176252" y="1948801"/>
                </a:lnTo>
                <a:lnTo>
                  <a:pt x="1221697" y="1965043"/>
                </a:lnTo>
                <a:lnTo>
                  <a:pt x="1261784" y="1990530"/>
                </a:lnTo>
                <a:lnTo>
                  <a:pt x="1295217" y="2023964"/>
                </a:lnTo>
                <a:lnTo>
                  <a:pt x="1320702" y="2064051"/>
                </a:lnTo>
                <a:lnTo>
                  <a:pt x="1336942" y="2109495"/>
                </a:lnTo>
                <a:lnTo>
                  <a:pt x="1342644" y="2159000"/>
                </a:lnTo>
                <a:lnTo>
                  <a:pt x="1342644" y="3022600"/>
                </a:lnTo>
                <a:lnTo>
                  <a:pt x="1336942" y="3072103"/>
                </a:lnTo>
                <a:lnTo>
                  <a:pt x="1320702" y="3117546"/>
                </a:lnTo>
                <a:lnTo>
                  <a:pt x="1295217" y="3157633"/>
                </a:lnTo>
                <a:lnTo>
                  <a:pt x="1261784" y="3191067"/>
                </a:lnTo>
                <a:lnTo>
                  <a:pt x="1221697" y="3216554"/>
                </a:lnTo>
                <a:lnTo>
                  <a:pt x="1176252" y="3232796"/>
                </a:lnTo>
                <a:lnTo>
                  <a:pt x="1126744" y="3238498"/>
                </a:lnTo>
                <a:lnTo>
                  <a:pt x="215900" y="3238498"/>
                </a:lnTo>
                <a:lnTo>
                  <a:pt x="166391" y="3232796"/>
                </a:lnTo>
                <a:lnTo>
                  <a:pt x="120946" y="3216554"/>
                </a:lnTo>
                <a:lnTo>
                  <a:pt x="80859" y="3191067"/>
                </a:lnTo>
                <a:lnTo>
                  <a:pt x="47426" y="3157633"/>
                </a:lnTo>
                <a:lnTo>
                  <a:pt x="21941" y="3117546"/>
                </a:lnTo>
                <a:lnTo>
                  <a:pt x="5701" y="3072103"/>
                </a:lnTo>
                <a:lnTo>
                  <a:pt x="0" y="3022600"/>
                </a:lnTo>
                <a:lnTo>
                  <a:pt x="0" y="215900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6F657D42-1A00-8042-ADDE-4744F301A2FF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7030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9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9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7369" y="4719066"/>
              <a:ext cx="1214120" cy="1389380"/>
            </a:xfrm>
            <a:custGeom>
              <a:avLst/>
              <a:gdLst/>
              <a:ahLst/>
              <a:cxnLst/>
              <a:rect l="l" t="t" r="r" b="b"/>
              <a:pathLst>
                <a:path w="1214120" h="1389379">
                  <a:moveTo>
                    <a:pt x="0" y="1089748"/>
                  </a:moveTo>
                  <a:lnTo>
                    <a:pt x="1213865" y="0"/>
                  </a:lnTo>
                </a:path>
                <a:path w="1214120" h="1389379">
                  <a:moveTo>
                    <a:pt x="123443" y="1389125"/>
                  </a:moveTo>
                  <a:lnTo>
                    <a:pt x="1089278" y="138912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39939" y="3995928"/>
              <a:ext cx="2235835" cy="2535555"/>
            </a:xfrm>
            <a:custGeom>
              <a:avLst/>
              <a:gdLst/>
              <a:ahLst/>
              <a:cxnLst/>
              <a:rect l="l" t="t" r="r" b="b"/>
              <a:pathLst>
                <a:path w="2235834" h="2535554">
                  <a:moveTo>
                    <a:pt x="1389126" y="423291"/>
                  </a:moveTo>
                  <a:lnTo>
                    <a:pt x="1391973" y="373920"/>
                  </a:lnTo>
                  <a:lnTo>
                    <a:pt x="1400303" y="326224"/>
                  </a:lnTo>
                  <a:lnTo>
                    <a:pt x="1413800" y="280520"/>
                  </a:lnTo>
                  <a:lnTo>
                    <a:pt x="1432144" y="237125"/>
                  </a:lnTo>
                  <a:lnTo>
                    <a:pt x="1455019" y="196356"/>
                  </a:lnTo>
                  <a:lnTo>
                    <a:pt x="1482108" y="158531"/>
                  </a:lnTo>
                  <a:lnTo>
                    <a:pt x="1513093" y="123967"/>
                  </a:lnTo>
                  <a:lnTo>
                    <a:pt x="1547657" y="92982"/>
                  </a:lnTo>
                  <a:lnTo>
                    <a:pt x="1585482" y="65893"/>
                  </a:lnTo>
                  <a:lnTo>
                    <a:pt x="1626251" y="43018"/>
                  </a:lnTo>
                  <a:lnTo>
                    <a:pt x="1669646" y="24674"/>
                  </a:lnTo>
                  <a:lnTo>
                    <a:pt x="1715350" y="11177"/>
                  </a:lnTo>
                  <a:lnTo>
                    <a:pt x="1763046" y="2847"/>
                  </a:lnTo>
                  <a:lnTo>
                    <a:pt x="1812416" y="0"/>
                  </a:lnTo>
                  <a:lnTo>
                    <a:pt x="1861787" y="2847"/>
                  </a:lnTo>
                  <a:lnTo>
                    <a:pt x="1909483" y="11177"/>
                  </a:lnTo>
                  <a:lnTo>
                    <a:pt x="1955187" y="24674"/>
                  </a:lnTo>
                  <a:lnTo>
                    <a:pt x="1998582" y="43018"/>
                  </a:lnTo>
                  <a:lnTo>
                    <a:pt x="2039351" y="65893"/>
                  </a:lnTo>
                  <a:lnTo>
                    <a:pt x="2077176" y="92982"/>
                  </a:lnTo>
                  <a:lnTo>
                    <a:pt x="2111740" y="123967"/>
                  </a:lnTo>
                  <a:lnTo>
                    <a:pt x="2142725" y="158531"/>
                  </a:lnTo>
                  <a:lnTo>
                    <a:pt x="2169814" y="196356"/>
                  </a:lnTo>
                  <a:lnTo>
                    <a:pt x="2192689" y="237125"/>
                  </a:lnTo>
                  <a:lnTo>
                    <a:pt x="2211033" y="280520"/>
                  </a:lnTo>
                  <a:lnTo>
                    <a:pt x="2224530" y="326224"/>
                  </a:lnTo>
                  <a:lnTo>
                    <a:pt x="2232860" y="373920"/>
                  </a:lnTo>
                  <a:lnTo>
                    <a:pt x="2235707" y="423291"/>
                  </a:lnTo>
                  <a:lnTo>
                    <a:pt x="2232860" y="472661"/>
                  </a:lnTo>
                  <a:lnTo>
                    <a:pt x="2224530" y="520357"/>
                  </a:lnTo>
                  <a:lnTo>
                    <a:pt x="2211033" y="566061"/>
                  </a:lnTo>
                  <a:lnTo>
                    <a:pt x="2192689" y="609456"/>
                  </a:lnTo>
                  <a:lnTo>
                    <a:pt x="2169814" y="650225"/>
                  </a:lnTo>
                  <a:lnTo>
                    <a:pt x="2142725" y="688050"/>
                  </a:lnTo>
                  <a:lnTo>
                    <a:pt x="2111740" y="722614"/>
                  </a:lnTo>
                  <a:lnTo>
                    <a:pt x="2077176" y="753599"/>
                  </a:lnTo>
                  <a:lnTo>
                    <a:pt x="2039351" y="780688"/>
                  </a:lnTo>
                  <a:lnTo>
                    <a:pt x="1998582" y="803563"/>
                  </a:lnTo>
                  <a:lnTo>
                    <a:pt x="1955187" y="821907"/>
                  </a:lnTo>
                  <a:lnTo>
                    <a:pt x="1909483" y="835404"/>
                  </a:lnTo>
                  <a:lnTo>
                    <a:pt x="1861787" y="843734"/>
                  </a:lnTo>
                  <a:lnTo>
                    <a:pt x="1812416" y="846582"/>
                  </a:lnTo>
                  <a:lnTo>
                    <a:pt x="1763046" y="843734"/>
                  </a:lnTo>
                  <a:lnTo>
                    <a:pt x="1715350" y="835404"/>
                  </a:lnTo>
                  <a:lnTo>
                    <a:pt x="1669646" y="821907"/>
                  </a:lnTo>
                  <a:lnTo>
                    <a:pt x="1626251" y="803563"/>
                  </a:lnTo>
                  <a:lnTo>
                    <a:pt x="1585482" y="780688"/>
                  </a:lnTo>
                  <a:lnTo>
                    <a:pt x="1547657" y="753599"/>
                  </a:lnTo>
                  <a:lnTo>
                    <a:pt x="1513093" y="722614"/>
                  </a:lnTo>
                  <a:lnTo>
                    <a:pt x="1482108" y="688050"/>
                  </a:lnTo>
                  <a:lnTo>
                    <a:pt x="1455019" y="650225"/>
                  </a:lnTo>
                  <a:lnTo>
                    <a:pt x="1432144" y="609456"/>
                  </a:lnTo>
                  <a:lnTo>
                    <a:pt x="1413800" y="566061"/>
                  </a:lnTo>
                  <a:lnTo>
                    <a:pt x="1400303" y="520357"/>
                  </a:lnTo>
                  <a:lnTo>
                    <a:pt x="1391973" y="472661"/>
                  </a:lnTo>
                  <a:lnTo>
                    <a:pt x="1389126" y="423291"/>
                  </a:lnTo>
                  <a:close/>
                </a:path>
                <a:path w="2235834" h="2535554">
                  <a:moveTo>
                    <a:pt x="1389506" y="470916"/>
                  </a:moveTo>
                  <a:lnTo>
                    <a:pt x="423671" y="470916"/>
                  </a:lnTo>
                </a:path>
                <a:path w="2235834" h="2535554">
                  <a:moveTo>
                    <a:pt x="1389126" y="2111883"/>
                  </a:moveTo>
                  <a:lnTo>
                    <a:pt x="1391973" y="2062517"/>
                  </a:lnTo>
                  <a:lnTo>
                    <a:pt x="1400303" y="2014824"/>
                  </a:lnTo>
                  <a:lnTo>
                    <a:pt x="1413800" y="1969122"/>
                  </a:lnTo>
                  <a:lnTo>
                    <a:pt x="1432144" y="1925728"/>
                  </a:lnTo>
                  <a:lnTo>
                    <a:pt x="1455019" y="1884959"/>
                  </a:lnTo>
                  <a:lnTo>
                    <a:pt x="1482108" y="1847134"/>
                  </a:lnTo>
                  <a:lnTo>
                    <a:pt x="1513093" y="1812569"/>
                  </a:lnTo>
                  <a:lnTo>
                    <a:pt x="1547657" y="1781582"/>
                  </a:lnTo>
                  <a:lnTo>
                    <a:pt x="1585482" y="1754492"/>
                  </a:lnTo>
                  <a:lnTo>
                    <a:pt x="1626251" y="1731615"/>
                  </a:lnTo>
                  <a:lnTo>
                    <a:pt x="1669646" y="1713268"/>
                  </a:lnTo>
                  <a:lnTo>
                    <a:pt x="1715350" y="1699771"/>
                  </a:lnTo>
                  <a:lnTo>
                    <a:pt x="1763046" y="1691439"/>
                  </a:lnTo>
                  <a:lnTo>
                    <a:pt x="1812416" y="1688592"/>
                  </a:lnTo>
                  <a:lnTo>
                    <a:pt x="1861787" y="1691439"/>
                  </a:lnTo>
                  <a:lnTo>
                    <a:pt x="1909483" y="1699771"/>
                  </a:lnTo>
                  <a:lnTo>
                    <a:pt x="1955187" y="1713268"/>
                  </a:lnTo>
                  <a:lnTo>
                    <a:pt x="1998582" y="1731615"/>
                  </a:lnTo>
                  <a:lnTo>
                    <a:pt x="2039351" y="1754492"/>
                  </a:lnTo>
                  <a:lnTo>
                    <a:pt x="2077176" y="1781582"/>
                  </a:lnTo>
                  <a:lnTo>
                    <a:pt x="2111740" y="1812569"/>
                  </a:lnTo>
                  <a:lnTo>
                    <a:pt x="2142725" y="1847134"/>
                  </a:lnTo>
                  <a:lnTo>
                    <a:pt x="2169814" y="1884959"/>
                  </a:lnTo>
                  <a:lnTo>
                    <a:pt x="2192689" y="1925728"/>
                  </a:lnTo>
                  <a:lnTo>
                    <a:pt x="2211033" y="1969122"/>
                  </a:lnTo>
                  <a:lnTo>
                    <a:pt x="2224530" y="2014824"/>
                  </a:lnTo>
                  <a:lnTo>
                    <a:pt x="2232860" y="2062517"/>
                  </a:lnTo>
                  <a:lnTo>
                    <a:pt x="2235707" y="2111883"/>
                  </a:lnTo>
                  <a:lnTo>
                    <a:pt x="2232860" y="2161248"/>
                  </a:lnTo>
                  <a:lnTo>
                    <a:pt x="2224530" y="2208941"/>
                  </a:lnTo>
                  <a:lnTo>
                    <a:pt x="2211033" y="2254643"/>
                  </a:lnTo>
                  <a:lnTo>
                    <a:pt x="2192689" y="2298037"/>
                  </a:lnTo>
                  <a:lnTo>
                    <a:pt x="2169814" y="2338806"/>
                  </a:lnTo>
                  <a:lnTo>
                    <a:pt x="2142725" y="2376631"/>
                  </a:lnTo>
                  <a:lnTo>
                    <a:pt x="2111740" y="2411196"/>
                  </a:lnTo>
                  <a:lnTo>
                    <a:pt x="2077176" y="2442183"/>
                  </a:lnTo>
                  <a:lnTo>
                    <a:pt x="2039351" y="2469273"/>
                  </a:lnTo>
                  <a:lnTo>
                    <a:pt x="1998582" y="2492150"/>
                  </a:lnTo>
                  <a:lnTo>
                    <a:pt x="1955187" y="2510497"/>
                  </a:lnTo>
                  <a:lnTo>
                    <a:pt x="1909483" y="2523994"/>
                  </a:lnTo>
                  <a:lnTo>
                    <a:pt x="1861787" y="2532326"/>
                  </a:lnTo>
                  <a:lnTo>
                    <a:pt x="1812416" y="2535174"/>
                  </a:lnTo>
                  <a:lnTo>
                    <a:pt x="1763046" y="2532326"/>
                  </a:lnTo>
                  <a:lnTo>
                    <a:pt x="1715350" y="2523994"/>
                  </a:lnTo>
                  <a:lnTo>
                    <a:pt x="1669646" y="2510497"/>
                  </a:lnTo>
                  <a:lnTo>
                    <a:pt x="1626251" y="2492150"/>
                  </a:lnTo>
                  <a:lnTo>
                    <a:pt x="1585482" y="2469273"/>
                  </a:lnTo>
                  <a:lnTo>
                    <a:pt x="1547657" y="2442183"/>
                  </a:lnTo>
                  <a:lnTo>
                    <a:pt x="1513093" y="2411196"/>
                  </a:lnTo>
                  <a:lnTo>
                    <a:pt x="1482108" y="2376631"/>
                  </a:lnTo>
                  <a:lnTo>
                    <a:pt x="1455019" y="2338806"/>
                  </a:lnTo>
                  <a:lnTo>
                    <a:pt x="1432144" y="2298037"/>
                  </a:lnTo>
                  <a:lnTo>
                    <a:pt x="1413800" y="2254643"/>
                  </a:lnTo>
                  <a:lnTo>
                    <a:pt x="1400303" y="2208941"/>
                  </a:lnTo>
                  <a:lnTo>
                    <a:pt x="1391973" y="2161248"/>
                  </a:lnTo>
                  <a:lnTo>
                    <a:pt x="1389126" y="2111883"/>
                  </a:lnTo>
                  <a:close/>
                </a:path>
                <a:path w="2235834" h="2535554">
                  <a:moveTo>
                    <a:pt x="1513331" y="723138"/>
                  </a:moveTo>
                  <a:lnTo>
                    <a:pt x="299465" y="1812886"/>
                  </a:lnTo>
                </a:path>
                <a:path w="2235834" h="2535554">
                  <a:moveTo>
                    <a:pt x="1812798" y="1688376"/>
                  </a:moveTo>
                  <a:lnTo>
                    <a:pt x="1812798" y="846582"/>
                  </a:lnTo>
                </a:path>
                <a:path w="2235834" h="2535554">
                  <a:moveTo>
                    <a:pt x="423671" y="2112264"/>
                  </a:moveTo>
                  <a:lnTo>
                    <a:pt x="1389506" y="2112264"/>
                  </a:lnTo>
                </a:path>
                <a:path w="2235834" h="2535554">
                  <a:moveTo>
                    <a:pt x="0" y="1688376"/>
                  </a:moveTo>
                  <a:lnTo>
                    <a:pt x="0" y="8465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24045"/>
              </p:ext>
            </p:extLst>
          </p:nvPr>
        </p:nvGraphicFramePr>
        <p:xfrm>
          <a:off x="479425" y="2878835"/>
          <a:ext cx="6675753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">
            <a:extLst>
              <a:ext uri="{FF2B5EF4-FFF2-40B4-BE49-F238E27FC236}">
                <a16:creationId xmlns:a16="http://schemas.microsoft.com/office/drawing/2014/main" id="{661C1EA2-AE55-214A-A58B-71164202E4F8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2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89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63611" y="3995928"/>
              <a:ext cx="1812289" cy="847090"/>
            </a:xfrm>
            <a:custGeom>
              <a:avLst/>
              <a:gdLst/>
              <a:ahLst/>
              <a:cxnLst/>
              <a:rect l="l" t="t" r="r" b="b"/>
              <a:pathLst>
                <a:path w="1812289" h="847089">
                  <a:moveTo>
                    <a:pt x="965454" y="423291"/>
                  </a:moveTo>
                  <a:lnTo>
                    <a:pt x="968301" y="373920"/>
                  </a:lnTo>
                  <a:lnTo>
                    <a:pt x="976631" y="326224"/>
                  </a:lnTo>
                  <a:lnTo>
                    <a:pt x="990128" y="280520"/>
                  </a:lnTo>
                  <a:lnTo>
                    <a:pt x="1008472" y="237125"/>
                  </a:lnTo>
                  <a:lnTo>
                    <a:pt x="1031347" y="196356"/>
                  </a:lnTo>
                  <a:lnTo>
                    <a:pt x="1058436" y="158531"/>
                  </a:lnTo>
                  <a:lnTo>
                    <a:pt x="1089421" y="123967"/>
                  </a:lnTo>
                  <a:lnTo>
                    <a:pt x="1123985" y="92982"/>
                  </a:lnTo>
                  <a:lnTo>
                    <a:pt x="1161810" y="65893"/>
                  </a:lnTo>
                  <a:lnTo>
                    <a:pt x="1202579" y="43018"/>
                  </a:lnTo>
                  <a:lnTo>
                    <a:pt x="1245974" y="24674"/>
                  </a:lnTo>
                  <a:lnTo>
                    <a:pt x="1291678" y="11177"/>
                  </a:lnTo>
                  <a:lnTo>
                    <a:pt x="1339374" y="2847"/>
                  </a:lnTo>
                  <a:lnTo>
                    <a:pt x="1388745" y="0"/>
                  </a:lnTo>
                  <a:lnTo>
                    <a:pt x="1438115" y="2847"/>
                  </a:lnTo>
                  <a:lnTo>
                    <a:pt x="1485811" y="11177"/>
                  </a:lnTo>
                  <a:lnTo>
                    <a:pt x="1531515" y="24674"/>
                  </a:lnTo>
                  <a:lnTo>
                    <a:pt x="1574910" y="43018"/>
                  </a:lnTo>
                  <a:lnTo>
                    <a:pt x="1615679" y="65893"/>
                  </a:lnTo>
                  <a:lnTo>
                    <a:pt x="1653504" y="92982"/>
                  </a:lnTo>
                  <a:lnTo>
                    <a:pt x="1688068" y="123967"/>
                  </a:lnTo>
                  <a:lnTo>
                    <a:pt x="1719053" y="158531"/>
                  </a:lnTo>
                  <a:lnTo>
                    <a:pt x="1746142" y="196356"/>
                  </a:lnTo>
                  <a:lnTo>
                    <a:pt x="1769017" y="237125"/>
                  </a:lnTo>
                  <a:lnTo>
                    <a:pt x="1787361" y="280520"/>
                  </a:lnTo>
                  <a:lnTo>
                    <a:pt x="1800858" y="326224"/>
                  </a:lnTo>
                  <a:lnTo>
                    <a:pt x="1809188" y="373920"/>
                  </a:lnTo>
                  <a:lnTo>
                    <a:pt x="1812036" y="423291"/>
                  </a:lnTo>
                  <a:lnTo>
                    <a:pt x="1809188" y="472661"/>
                  </a:lnTo>
                  <a:lnTo>
                    <a:pt x="1800858" y="520357"/>
                  </a:lnTo>
                  <a:lnTo>
                    <a:pt x="1787361" y="566061"/>
                  </a:lnTo>
                  <a:lnTo>
                    <a:pt x="1769017" y="609456"/>
                  </a:lnTo>
                  <a:lnTo>
                    <a:pt x="1746142" y="650225"/>
                  </a:lnTo>
                  <a:lnTo>
                    <a:pt x="1719053" y="688050"/>
                  </a:lnTo>
                  <a:lnTo>
                    <a:pt x="1688068" y="722614"/>
                  </a:lnTo>
                  <a:lnTo>
                    <a:pt x="1653504" y="753599"/>
                  </a:lnTo>
                  <a:lnTo>
                    <a:pt x="1615679" y="780688"/>
                  </a:lnTo>
                  <a:lnTo>
                    <a:pt x="1574910" y="803563"/>
                  </a:lnTo>
                  <a:lnTo>
                    <a:pt x="1531515" y="821907"/>
                  </a:lnTo>
                  <a:lnTo>
                    <a:pt x="1485811" y="835404"/>
                  </a:lnTo>
                  <a:lnTo>
                    <a:pt x="1438115" y="843734"/>
                  </a:lnTo>
                  <a:lnTo>
                    <a:pt x="1388745" y="846582"/>
                  </a:lnTo>
                  <a:lnTo>
                    <a:pt x="1339374" y="843734"/>
                  </a:lnTo>
                  <a:lnTo>
                    <a:pt x="1291678" y="835404"/>
                  </a:lnTo>
                  <a:lnTo>
                    <a:pt x="1245974" y="821907"/>
                  </a:lnTo>
                  <a:lnTo>
                    <a:pt x="1202579" y="803563"/>
                  </a:lnTo>
                  <a:lnTo>
                    <a:pt x="1161810" y="780688"/>
                  </a:lnTo>
                  <a:lnTo>
                    <a:pt x="1123985" y="753599"/>
                  </a:lnTo>
                  <a:lnTo>
                    <a:pt x="1089421" y="722614"/>
                  </a:lnTo>
                  <a:lnTo>
                    <a:pt x="1058436" y="688050"/>
                  </a:lnTo>
                  <a:lnTo>
                    <a:pt x="1031347" y="650225"/>
                  </a:lnTo>
                  <a:lnTo>
                    <a:pt x="1008472" y="609456"/>
                  </a:lnTo>
                  <a:lnTo>
                    <a:pt x="990128" y="566061"/>
                  </a:lnTo>
                  <a:lnTo>
                    <a:pt x="976631" y="520357"/>
                  </a:lnTo>
                  <a:lnTo>
                    <a:pt x="968301" y="472661"/>
                  </a:lnTo>
                  <a:lnTo>
                    <a:pt x="965454" y="423291"/>
                  </a:lnTo>
                  <a:close/>
                </a:path>
                <a:path w="1812289" h="847089">
                  <a:moveTo>
                    <a:pt x="965835" y="470916"/>
                  </a:moveTo>
                  <a:lnTo>
                    <a:pt x="0" y="47091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633221"/>
              </p:ext>
            </p:extLst>
          </p:nvPr>
        </p:nvGraphicFramePr>
        <p:xfrm>
          <a:off x="479425" y="2878835"/>
          <a:ext cx="6675753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515105" y="4466844"/>
            <a:ext cx="3326129" cy="1641475"/>
          </a:xfrm>
          <a:custGeom>
            <a:avLst/>
            <a:gdLst/>
            <a:ahLst/>
            <a:cxnLst/>
            <a:rect l="l" t="t" r="r" b="b"/>
            <a:pathLst>
              <a:path w="3326129" h="1641475">
                <a:moveTo>
                  <a:pt x="0" y="375665"/>
                </a:moveTo>
                <a:lnTo>
                  <a:pt x="0" y="1217460"/>
                </a:lnTo>
              </a:path>
              <a:path w="3326129" h="1641475">
                <a:moveTo>
                  <a:pt x="423672" y="0"/>
                </a:moveTo>
                <a:lnTo>
                  <a:pt x="1389507" y="0"/>
                </a:lnTo>
              </a:path>
              <a:path w="3326129" h="1641475">
                <a:moveTo>
                  <a:pt x="1812798" y="1217460"/>
                </a:moveTo>
                <a:lnTo>
                  <a:pt x="1812798" y="375665"/>
                </a:lnTo>
              </a:path>
              <a:path w="3326129" h="1641475">
                <a:moveTo>
                  <a:pt x="2112264" y="1341970"/>
                </a:moveTo>
                <a:lnTo>
                  <a:pt x="3326129" y="252221"/>
                </a:lnTo>
              </a:path>
              <a:path w="3326129" h="1641475">
                <a:moveTo>
                  <a:pt x="2235708" y="1641347"/>
                </a:moveTo>
                <a:lnTo>
                  <a:pt x="3201543" y="1641347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F6D3C757-E286-674D-B81A-B3036CF1D883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2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89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63611" y="3995928"/>
              <a:ext cx="1812289" cy="847090"/>
            </a:xfrm>
            <a:custGeom>
              <a:avLst/>
              <a:gdLst/>
              <a:ahLst/>
              <a:cxnLst/>
              <a:rect l="l" t="t" r="r" b="b"/>
              <a:pathLst>
                <a:path w="1812289" h="847089">
                  <a:moveTo>
                    <a:pt x="965454" y="423291"/>
                  </a:moveTo>
                  <a:lnTo>
                    <a:pt x="968301" y="373920"/>
                  </a:lnTo>
                  <a:lnTo>
                    <a:pt x="976631" y="326224"/>
                  </a:lnTo>
                  <a:lnTo>
                    <a:pt x="990128" y="280520"/>
                  </a:lnTo>
                  <a:lnTo>
                    <a:pt x="1008472" y="237125"/>
                  </a:lnTo>
                  <a:lnTo>
                    <a:pt x="1031347" y="196356"/>
                  </a:lnTo>
                  <a:lnTo>
                    <a:pt x="1058436" y="158531"/>
                  </a:lnTo>
                  <a:lnTo>
                    <a:pt x="1089421" y="123967"/>
                  </a:lnTo>
                  <a:lnTo>
                    <a:pt x="1123985" y="92982"/>
                  </a:lnTo>
                  <a:lnTo>
                    <a:pt x="1161810" y="65893"/>
                  </a:lnTo>
                  <a:lnTo>
                    <a:pt x="1202579" y="43018"/>
                  </a:lnTo>
                  <a:lnTo>
                    <a:pt x="1245974" y="24674"/>
                  </a:lnTo>
                  <a:lnTo>
                    <a:pt x="1291678" y="11177"/>
                  </a:lnTo>
                  <a:lnTo>
                    <a:pt x="1339374" y="2847"/>
                  </a:lnTo>
                  <a:lnTo>
                    <a:pt x="1388745" y="0"/>
                  </a:lnTo>
                  <a:lnTo>
                    <a:pt x="1438115" y="2847"/>
                  </a:lnTo>
                  <a:lnTo>
                    <a:pt x="1485811" y="11177"/>
                  </a:lnTo>
                  <a:lnTo>
                    <a:pt x="1531515" y="24674"/>
                  </a:lnTo>
                  <a:lnTo>
                    <a:pt x="1574910" y="43018"/>
                  </a:lnTo>
                  <a:lnTo>
                    <a:pt x="1615679" y="65893"/>
                  </a:lnTo>
                  <a:lnTo>
                    <a:pt x="1653504" y="92982"/>
                  </a:lnTo>
                  <a:lnTo>
                    <a:pt x="1688068" y="123967"/>
                  </a:lnTo>
                  <a:lnTo>
                    <a:pt x="1719053" y="158531"/>
                  </a:lnTo>
                  <a:lnTo>
                    <a:pt x="1746142" y="196356"/>
                  </a:lnTo>
                  <a:lnTo>
                    <a:pt x="1769017" y="237125"/>
                  </a:lnTo>
                  <a:lnTo>
                    <a:pt x="1787361" y="280520"/>
                  </a:lnTo>
                  <a:lnTo>
                    <a:pt x="1800858" y="326224"/>
                  </a:lnTo>
                  <a:lnTo>
                    <a:pt x="1809188" y="373920"/>
                  </a:lnTo>
                  <a:lnTo>
                    <a:pt x="1812036" y="423291"/>
                  </a:lnTo>
                  <a:lnTo>
                    <a:pt x="1809188" y="472661"/>
                  </a:lnTo>
                  <a:lnTo>
                    <a:pt x="1800858" y="520357"/>
                  </a:lnTo>
                  <a:lnTo>
                    <a:pt x="1787361" y="566061"/>
                  </a:lnTo>
                  <a:lnTo>
                    <a:pt x="1769017" y="609456"/>
                  </a:lnTo>
                  <a:lnTo>
                    <a:pt x="1746142" y="650225"/>
                  </a:lnTo>
                  <a:lnTo>
                    <a:pt x="1719053" y="688050"/>
                  </a:lnTo>
                  <a:lnTo>
                    <a:pt x="1688068" y="722614"/>
                  </a:lnTo>
                  <a:lnTo>
                    <a:pt x="1653504" y="753599"/>
                  </a:lnTo>
                  <a:lnTo>
                    <a:pt x="1615679" y="780688"/>
                  </a:lnTo>
                  <a:lnTo>
                    <a:pt x="1574910" y="803563"/>
                  </a:lnTo>
                  <a:lnTo>
                    <a:pt x="1531515" y="821907"/>
                  </a:lnTo>
                  <a:lnTo>
                    <a:pt x="1485811" y="835404"/>
                  </a:lnTo>
                  <a:lnTo>
                    <a:pt x="1438115" y="843734"/>
                  </a:lnTo>
                  <a:lnTo>
                    <a:pt x="1388745" y="846582"/>
                  </a:lnTo>
                  <a:lnTo>
                    <a:pt x="1339374" y="843734"/>
                  </a:lnTo>
                  <a:lnTo>
                    <a:pt x="1291678" y="835404"/>
                  </a:lnTo>
                  <a:lnTo>
                    <a:pt x="1245974" y="821907"/>
                  </a:lnTo>
                  <a:lnTo>
                    <a:pt x="1202579" y="803563"/>
                  </a:lnTo>
                  <a:lnTo>
                    <a:pt x="1161810" y="780688"/>
                  </a:lnTo>
                  <a:lnTo>
                    <a:pt x="1123985" y="753599"/>
                  </a:lnTo>
                  <a:lnTo>
                    <a:pt x="1089421" y="722614"/>
                  </a:lnTo>
                  <a:lnTo>
                    <a:pt x="1058436" y="688050"/>
                  </a:lnTo>
                  <a:lnTo>
                    <a:pt x="1031347" y="650225"/>
                  </a:lnTo>
                  <a:lnTo>
                    <a:pt x="1008472" y="609456"/>
                  </a:lnTo>
                  <a:lnTo>
                    <a:pt x="990128" y="566061"/>
                  </a:lnTo>
                  <a:lnTo>
                    <a:pt x="976631" y="520357"/>
                  </a:lnTo>
                  <a:lnTo>
                    <a:pt x="968301" y="472661"/>
                  </a:lnTo>
                  <a:lnTo>
                    <a:pt x="965454" y="423291"/>
                  </a:lnTo>
                  <a:close/>
                </a:path>
                <a:path w="1812289" h="847089">
                  <a:moveTo>
                    <a:pt x="965835" y="470916"/>
                  </a:moveTo>
                  <a:lnTo>
                    <a:pt x="0" y="47091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209813"/>
              </p:ext>
            </p:extLst>
          </p:nvPr>
        </p:nvGraphicFramePr>
        <p:xfrm>
          <a:off x="479425" y="2878835"/>
          <a:ext cx="6675753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2824733" y="4447794"/>
            <a:ext cx="4036060" cy="2429510"/>
            <a:chOff x="2824733" y="4447794"/>
            <a:chExt cx="4036060" cy="2429510"/>
          </a:xfrm>
        </p:grpSpPr>
        <p:sp>
          <p:nvSpPr>
            <p:cNvPr id="23" name="object 23"/>
            <p:cNvSpPr/>
            <p:nvPr/>
          </p:nvSpPr>
          <p:spPr>
            <a:xfrm>
              <a:off x="2843783" y="5563361"/>
              <a:ext cx="1343025" cy="1294765"/>
            </a:xfrm>
            <a:custGeom>
              <a:avLst/>
              <a:gdLst/>
              <a:ahLst/>
              <a:cxnLst/>
              <a:rect l="l" t="t" r="r" b="b"/>
              <a:pathLst>
                <a:path w="1343025" h="1294765">
                  <a:moveTo>
                    <a:pt x="0" y="215785"/>
                  </a:moveTo>
                  <a:lnTo>
                    <a:pt x="5700" y="166307"/>
                  </a:lnTo>
                  <a:lnTo>
                    <a:pt x="21938" y="120887"/>
                  </a:lnTo>
                  <a:lnTo>
                    <a:pt x="47416" y="80822"/>
                  </a:lnTo>
                  <a:lnTo>
                    <a:pt x="80835" y="47405"/>
                  </a:lnTo>
                  <a:lnTo>
                    <a:pt x="120899" y="21932"/>
                  </a:lnTo>
                  <a:lnTo>
                    <a:pt x="166311" y="5698"/>
                  </a:lnTo>
                  <a:lnTo>
                    <a:pt x="215773" y="0"/>
                  </a:lnTo>
                  <a:lnTo>
                    <a:pt x="1126870" y="0"/>
                  </a:lnTo>
                  <a:lnTo>
                    <a:pt x="1176332" y="5698"/>
                  </a:lnTo>
                  <a:lnTo>
                    <a:pt x="1221744" y="21932"/>
                  </a:lnTo>
                  <a:lnTo>
                    <a:pt x="1261808" y="47405"/>
                  </a:lnTo>
                  <a:lnTo>
                    <a:pt x="1295227" y="80822"/>
                  </a:lnTo>
                  <a:lnTo>
                    <a:pt x="1320705" y="120887"/>
                  </a:lnTo>
                  <a:lnTo>
                    <a:pt x="1336943" y="166307"/>
                  </a:lnTo>
                  <a:lnTo>
                    <a:pt x="1342644" y="215785"/>
                  </a:lnTo>
                  <a:lnTo>
                    <a:pt x="1342644" y="1078903"/>
                  </a:lnTo>
                  <a:lnTo>
                    <a:pt x="1336943" y="1128381"/>
                  </a:lnTo>
                  <a:lnTo>
                    <a:pt x="1320705" y="1173801"/>
                  </a:lnTo>
                  <a:lnTo>
                    <a:pt x="1295227" y="1213868"/>
                  </a:lnTo>
                  <a:lnTo>
                    <a:pt x="1261808" y="1247285"/>
                  </a:lnTo>
                  <a:lnTo>
                    <a:pt x="1221744" y="1272758"/>
                  </a:lnTo>
                  <a:lnTo>
                    <a:pt x="1176332" y="1288992"/>
                  </a:lnTo>
                  <a:lnTo>
                    <a:pt x="1126870" y="1294691"/>
                  </a:lnTo>
                  <a:lnTo>
                    <a:pt x="215773" y="1294691"/>
                  </a:lnTo>
                  <a:lnTo>
                    <a:pt x="166311" y="1288992"/>
                  </a:lnTo>
                  <a:lnTo>
                    <a:pt x="120899" y="1272758"/>
                  </a:lnTo>
                  <a:lnTo>
                    <a:pt x="80835" y="1247285"/>
                  </a:lnTo>
                  <a:lnTo>
                    <a:pt x="47416" y="1213868"/>
                  </a:lnTo>
                  <a:lnTo>
                    <a:pt x="21938" y="1173801"/>
                  </a:lnTo>
                  <a:lnTo>
                    <a:pt x="5700" y="1128381"/>
                  </a:lnTo>
                  <a:lnTo>
                    <a:pt x="0" y="1078903"/>
                  </a:lnTo>
                  <a:lnTo>
                    <a:pt x="0" y="21578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15105" y="4466844"/>
              <a:ext cx="3326129" cy="1641475"/>
            </a:xfrm>
            <a:custGeom>
              <a:avLst/>
              <a:gdLst/>
              <a:ahLst/>
              <a:cxnLst/>
              <a:rect l="l" t="t" r="r" b="b"/>
              <a:pathLst>
                <a:path w="3326129" h="1641475">
                  <a:moveTo>
                    <a:pt x="0" y="375665"/>
                  </a:moveTo>
                  <a:lnTo>
                    <a:pt x="0" y="1217460"/>
                  </a:lnTo>
                </a:path>
                <a:path w="3326129" h="1641475">
                  <a:moveTo>
                    <a:pt x="423672" y="0"/>
                  </a:moveTo>
                  <a:lnTo>
                    <a:pt x="1389507" y="0"/>
                  </a:lnTo>
                </a:path>
                <a:path w="3326129" h="1641475">
                  <a:moveTo>
                    <a:pt x="1812798" y="1217460"/>
                  </a:moveTo>
                  <a:lnTo>
                    <a:pt x="1812798" y="375665"/>
                  </a:lnTo>
                </a:path>
                <a:path w="3326129" h="1641475">
                  <a:moveTo>
                    <a:pt x="2112264" y="1341970"/>
                  </a:moveTo>
                  <a:lnTo>
                    <a:pt x="3326129" y="252221"/>
                  </a:lnTo>
                </a:path>
                <a:path w="3326129" h="1641475">
                  <a:moveTo>
                    <a:pt x="2235708" y="1641347"/>
                  </a:moveTo>
                  <a:lnTo>
                    <a:pt x="3201543" y="1641347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">
            <a:extLst>
              <a:ext uri="{FF2B5EF4-FFF2-40B4-BE49-F238E27FC236}">
                <a16:creationId xmlns:a16="http://schemas.microsoft.com/office/drawing/2014/main" id="{4D967362-F0C8-6440-A5A7-C4676494659D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2658745" cy="2535555"/>
            </a:xfrm>
            <a:custGeom>
              <a:avLst/>
              <a:gdLst/>
              <a:ahLst/>
              <a:cxnLst/>
              <a:rect l="l" t="t" r="r" b="b"/>
              <a:pathLst>
                <a:path w="2658745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2658745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2658745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2658745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63611" y="3995928"/>
              <a:ext cx="1812289" cy="847090"/>
            </a:xfrm>
            <a:custGeom>
              <a:avLst/>
              <a:gdLst/>
              <a:ahLst/>
              <a:cxnLst/>
              <a:rect l="l" t="t" r="r" b="b"/>
              <a:pathLst>
                <a:path w="1812289" h="847089">
                  <a:moveTo>
                    <a:pt x="965454" y="423291"/>
                  </a:moveTo>
                  <a:lnTo>
                    <a:pt x="968301" y="373920"/>
                  </a:lnTo>
                  <a:lnTo>
                    <a:pt x="976631" y="326224"/>
                  </a:lnTo>
                  <a:lnTo>
                    <a:pt x="990128" y="280520"/>
                  </a:lnTo>
                  <a:lnTo>
                    <a:pt x="1008472" y="237125"/>
                  </a:lnTo>
                  <a:lnTo>
                    <a:pt x="1031347" y="196356"/>
                  </a:lnTo>
                  <a:lnTo>
                    <a:pt x="1058436" y="158531"/>
                  </a:lnTo>
                  <a:lnTo>
                    <a:pt x="1089421" y="123967"/>
                  </a:lnTo>
                  <a:lnTo>
                    <a:pt x="1123985" y="92982"/>
                  </a:lnTo>
                  <a:lnTo>
                    <a:pt x="1161810" y="65893"/>
                  </a:lnTo>
                  <a:lnTo>
                    <a:pt x="1202579" y="43018"/>
                  </a:lnTo>
                  <a:lnTo>
                    <a:pt x="1245974" y="24674"/>
                  </a:lnTo>
                  <a:lnTo>
                    <a:pt x="1291678" y="11177"/>
                  </a:lnTo>
                  <a:lnTo>
                    <a:pt x="1339374" y="2847"/>
                  </a:lnTo>
                  <a:lnTo>
                    <a:pt x="1388745" y="0"/>
                  </a:lnTo>
                  <a:lnTo>
                    <a:pt x="1438115" y="2847"/>
                  </a:lnTo>
                  <a:lnTo>
                    <a:pt x="1485811" y="11177"/>
                  </a:lnTo>
                  <a:lnTo>
                    <a:pt x="1531515" y="24674"/>
                  </a:lnTo>
                  <a:lnTo>
                    <a:pt x="1574910" y="43018"/>
                  </a:lnTo>
                  <a:lnTo>
                    <a:pt x="1615679" y="65893"/>
                  </a:lnTo>
                  <a:lnTo>
                    <a:pt x="1653504" y="92982"/>
                  </a:lnTo>
                  <a:lnTo>
                    <a:pt x="1688068" y="123967"/>
                  </a:lnTo>
                  <a:lnTo>
                    <a:pt x="1719053" y="158531"/>
                  </a:lnTo>
                  <a:lnTo>
                    <a:pt x="1746142" y="196356"/>
                  </a:lnTo>
                  <a:lnTo>
                    <a:pt x="1769017" y="237125"/>
                  </a:lnTo>
                  <a:lnTo>
                    <a:pt x="1787361" y="280520"/>
                  </a:lnTo>
                  <a:lnTo>
                    <a:pt x="1800858" y="326224"/>
                  </a:lnTo>
                  <a:lnTo>
                    <a:pt x="1809188" y="373920"/>
                  </a:lnTo>
                  <a:lnTo>
                    <a:pt x="1812036" y="423291"/>
                  </a:lnTo>
                  <a:lnTo>
                    <a:pt x="1809188" y="472661"/>
                  </a:lnTo>
                  <a:lnTo>
                    <a:pt x="1800858" y="520357"/>
                  </a:lnTo>
                  <a:lnTo>
                    <a:pt x="1787361" y="566061"/>
                  </a:lnTo>
                  <a:lnTo>
                    <a:pt x="1769017" y="609456"/>
                  </a:lnTo>
                  <a:lnTo>
                    <a:pt x="1746142" y="650225"/>
                  </a:lnTo>
                  <a:lnTo>
                    <a:pt x="1719053" y="688050"/>
                  </a:lnTo>
                  <a:lnTo>
                    <a:pt x="1688068" y="722614"/>
                  </a:lnTo>
                  <a:lnTo>
                    <a:pt x="1653504" y="753599"/>
                  </a:lnTo>
                  <a:lnTo>
                    <a:pt x="1615679" y="780688"/>
                  </a:lnTo>
                  <a:lnTo>
                    <a:pt x="1574910" y="803563"/>
                  </a:lnTo>
                  <a:lnTo>
                    <a:pt x="1531515" y="821907"/>
                  </a:lnTo>
                  <a:lnTo>
                    <a:pt x="1485811" y="835404"/>
                  </a:lnTo>
                  <a:lnTo>
                    <a:pt x="1438115" y="843734"/>
                  </a:lnTo>
                  <a:lnTo>
                    <a:pt x="1388745" y="846582"/>
                  </a:lnTo>
                  <a:lnTo>
                    <a:pt x="1339374" y="843734"/>
                  </a:lnTo>
                  <a:lnTo>
                    <a:pt x="1291678" y="835404"/>
                  </a:lnTo>
                  <a:lnTo>
                    <a:pt x="1245974" y="821907"/>
                  </a:lnTo>
                  <a:lnTo>
                    <a:pt x="1202579" y="803563"/>
                  </a:lnTo>
                  <a:lnTo>
                    <a:pt x="1161810" y="780688"/>
                  </a:lnTo>
                  <a:lnTo>
                    <a:pt x="1123985" y="753599"/>
                  </a:lnTo>
                  <a:lnTo>
                    <a:pt x="1089421" y="722614"/>
                  </a:lnTo>
                  <a:lnTo>
                    <a:pt x="1058436" y="688050"/>
                  </a:lnTo>
                  <a:lnTo>
                    <a:pt x="1031347" y="650225"/>
                  </a:lnTo>
                  <a:lnTo>
                    <a:pt x="1008472" y="609456"/>
                  </a:lnTo>
                  <a:lnTo>
                    <a:pt x="990128" y="566061"/>
                  </a:lnTo>
                  <a:lnTo>
                    <a:pt x="976631" y="520357"/>
                  </a:lnTo>
                  <a:lnTo>
                    <a:pt x="968301" y="472661"/>
                  </a:lnTo>
                  <a:lnTo>
                    <a:pt x="965454" y="423291"/>
                  </a:lnTo>
                  <a:close/>
                </a:path>
                <a:path w="1812289" h="847089">
                  <a:moveTo>
                    <a:pt x="965835" y="470916"/>
                  </a:moveTo>
                  <a:lnTo>
                    <a:pt x="0" y="47091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885687"/>
              </p:ext>
            </p:extLst>
          </p:nvPr>
        </p:nvGraphicFramePr>
        <p:xfrm>
          <a:off x="479425" y="2878835"/>
          <a:ext cx="6675753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3515105" y="4466844"/>
            <a:ext cx="3326129" cy="1641475"/>
          </a:xfrm>
          <a:custGeom>
            <a:avLst/>
            <a:gdLst/>
            <a:ahLst/>
            <a:cxnLst/>
            <a:rect l="l" t="t" r="r" b="b"/>
            <a:pathLst>
              <a:path w="3326129" h="1641475">
                <a:moveTo>
                  <a:pt x="0" y="375665"/>
                </a:moveTo>
                <a:lnTo>
                  <a:pt x="0" y="1217460"/>
                </a:lnTo>
              </a:path>
              <a:path w="3326129" h="1641475">
                <a:moveTo>
                  <a:pt x="423672" y="0"/>
                </a:moveTo>
                <a:lnTo>
                  <a:pt x="1389507" y="0"/>
                </a:lnTo>
              </a:path>
              <a:path w="3326129" h="1641475">
                <a:moveTo>
                  <a:pt x="1812798" y="1217460"/>
                </a:moveTo>
                <a:lnTo>
                  <a:pt x="1812798" y="375665"/>
                </a:lnTo>
              </a:path>
              <a:path w="3326129" h="1641475">
                <a:moveTo>
                  <a:pt x="2112264" y="1341970"/>
                </a:moveTo>
                <a:lnTo>
                  <a:pt x="3326129" y="252221"/>
                </a:lnTo>
              </a:path>
              <a:path w="3326129" h="1641475">
                <a:moveTo>
                  <a:pt x="2235708" y="1641347"/>
                </a:moveTo>
                <a:lnTo>
                  <a:pt x="3201543" y="1641347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">
            <a:extLst>
              <a:ext uri="{FF2B5EF4-FFF2-40B4-BE49-F238E27FC236}">
                <a16:creationId xmlns:a16="http://schemas.microsoft.com/office/drawing/2014/main" id="{54AACB5B-1AEC-794F-9082-C6F28FCF6E6C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2658745" cy="2535555"/>
            </a:xfrm>
            <a:custGeom>
              <a:avLst/>
              <a:gdLst/>
              <a:ahLst/>
              <a:cxnLst/>
              <a:rect l="l" t="t" r="r" b="b"/>
              <a:pathLst>
                <a:path w="2658745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2658745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2658745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2658745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63611" y="3995928"/>
              <a:ext cx="1812289" cy="847090"/>
            </a:xfrm>
            <a:custGeom>
              <a:avLst/>
              <a:gdLst/>
              <a:ahLst/>
              <a:cxnLst/>
              <a:rect l="l" t="t" r="r" b="b"/>
              <a:pathLst>
                <a:path w="1812289" h="847089">
                  <a:moveTo>
                    <a:pt x="965454" y="423291"/>
                  </a:moveTo>
                  <a:lnTo>
                    <a:pt x="968301" y="373920"/>
                  </a:lnTo>
                  <a:lnTo>
                    <a:pt x="976631" y="326224"/>
                  </a:lnTo>
                  <a:lnTo>
                    <a:pt x="990128" y="280520"/>
                  </a:lnTo>
                  <a:lnTo>
                    <a:pt x="1008472" y="237125"/>
                  </a:lnTo>
                  <a:lnTo>
                    <a:pt x="1031347" y="196356"/>
                  </a:lnTo>
                  <a:lnTo>
                    <a:pt x="1058436" y="158531"/>
                  </a:lnTo>
                  <a:lnTo>
                    <a:pt x="1089421" y="123967"/>
                  </a:lnTo>
                  <a:lnTo>
                    <a:pt x="1123985" y="92982"/>
                  </a:lnTo>
                  <a:lnTo>
                    <a:pt x="1161810" y="65893"/>
                  </a:lnTo>
                  <a:lnTo>
                    <a:pt x="1202579" y="43018"/>
                  </a:lnTo>
                  <a:lnTo>
                    <a:pt x="1245974" y="24674"/>
                  </a:lnTo>
                  <a:lnTo>
                    <a:pt x="1291678" y="11177"/>
                  </a:lnTo>
                  <a:lnTo>
                    <a:pt x="1339374" y="2847"/>
                  </a:lnTo>
                  <a:lnTo>
                    <a:pt x="1388745" y="0"/>
                  </a:lnTo>
                  <a:lnTo>
                    <a:pt x="1438115" y="2847"/>
                  </a:lnTo>
                  <a:lnTo>
                    <a:pt x="1485811" y="11177"/>
                  </a:lnTo>
                  <a:lnTo>
                    <a:pt x="1531515" y="24674"/>
                  </a:lnTo>
                  <a:lnTo>
                    <a:pt x="1574910" y="43018"/>
                  </a:lnTo>
                  <a:lnTo>
                    <a:pt x="1615679" y="65893"/>
                  </a:lnTo>
                  <a:lnTo>
                    <a:pt x="1653504" y="92982"/>
                  </a:lnTo>
                  <a:lnTo>
                    <a:pt x="1688068" y="123967"/>
                  </a:lnTo>
                  <a:lnTo>
                    <a:pt x="1719053" y="158531"/>
                  </a:lnTo>
                  <a:lnTo>
                    <a:pt x="1746142" y="196356"/>
                  </a:lnTo>
                  <a:lnTo>
                    <a:pt x="1769017" y="237125"/>
                  </a:lnTo>
                  <a:lnTo>
                    <a:pt x="1787361" y="280520"/>
                  </a:lnTo>
                  <a:lnTo>
                    <a:pt x="1800858" y="326224"/>
                  </a:lnTo>
                  <a:lnTo>
                    <a:pt x="1809188" y="373920"/>
                  </a:lnTo>
                  <a:lnTo>
                    <a:pt x="1812036" y="423291"/>
                  </a:lnTo>
                  <a:lnTo>
                    <a:pt x="1809188" y="472661"/>
                  </a:lnTo>
                  <a:lnTo>
                    <a:pt x="1800858" y="520357"/>
                  </a:lnTo>
                  <a:lnTo>
                    <a:pt x="1787361" y="566061"/>
                  </a:lnTo>
                  <a:lnTo>
                    <a:pt x="1769017" y="609456"/>
                  </a:lnTo>
                  <a:lnTo>
                    <a:pt x="1746142" y="650225"/>
                  </a:lnTo>
                  <a:lnTo>
                    <a:pt x="1719053" y="688050"/>
                  </a:lnTo>
                  <a:lnTo>
                    <a:pt x="1688068" y="722614"/>
                  </a:lnTo>
                  <a:lnTo>
                    <a:pt x="1653504" y="753599"/>
                  </a:lnTo>
                  <a:lnTo>
                    <a:pt x="1615679" y="780688"/>
                  </a:lnTo>
                  <a:lnTo>
                    <a:pt x="1574910" y="803563"/>
                  </a:lnTo>
                  <a:lnTo>
                    <a:pt x="1531515" y="821907"/>
                  </a:lnTo>
                  <a:lnTo>
                    <a:pt x="1485811" y="835404"/>
                  </a:lnTo>
                  <a:lnTo>
                    <a:pt x="1438115" y="843734"/>
                  </a:lnTo>
                  <a:lnTo>
                    <a:pt x="1388745" y="846582"/>
                  </a:lnTo>
                  <a:lnTo>
                    <a:pt x="1339374" y="843734"/>
                  </a:lnTo>
                  <a:lnTo>
                    <a:pt x="1291678" y="835404"/>
                  </a:lnTo>
                  <a:lnTo>
                    <a:pt x="1245974" y="821907"/>
                  </a:lnTo>
                  <a:lnTo>
                    <a:pt x="1202579" y="803563"/>
                  </a:lnTo>
                  <a:lnTo>
                    <a:pt x="1161810" y="780688"/>
                  </a:lnTo>
                  <a:lnTo>
                    <a:pt x="1123985" y="753599"/>
                  </a:lnTo>
                  <a:lnTo>
                    <a:pt x="1089421" y="722614"/>
                  </a:lnTo>
                  <a:lnTo>
                    <a:pt x="1058436" y="688050"/>
                  </a:lnTo>
                  <a:lnTo>
                    <a:pt x="1031347" y="650225"/>
                  </a:lnTo>
                  <a:lnTo>
                    <a:pt x="1008472" y="609456"/>
                  </a:lnTo>
                  <a:lnTo>
                    <a:pt x="990128" y="566061"/>
                  </a:lnTo>
                  <a:lnTo>
                    <a:pt x="976631" y="520357"/>
                  </a:lnTo>
                  <a:lnTo>
                    <a:pt x="968301" y="472661"/>
                  </a:lnTo>
                  <a:lnTo>
                    <a:pt x="965454" y="423291"/>
                  </a:lnTo>
                  <a:close/>
                </a:path>
                <a:path w="1812289" h="847089">
                  <a:moveTo>
                    <a:pt x="965835" y="470916"/>
                  </a:moveTo>
                  <a:lnTo>
                    <a:pt x="0" y="47091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943345"/>
              </p:ext>
            </p:extLst>
          </p:nvPr>
        </p:nvGraphicFramePr>
        <p:xfrm>
          <a:off x="479425" y="2878835"/>
          <a:ext cx="6675753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3496055" y="3598164"/>
            <a:ext cx="4396740" cy="2529205"/>
            <a:chOff x="3496055" y="3598164"/>
            <a:chExt cx="4396740" cy="2529205"/>
          </a:xfrm>
        </p:grpSpPr>
        <p:sp>
          <p:nvSpPr>
            <p:cNvPr id="21" name="object 21"/>
            <p:cNvSpPr/>
            <p:nvPr/>
          </p:nvSpPr>
          <p:spPr>
            <a:xfrm>
              <a:off x="3515105" y="4466844"/>
              <a:ext cx="1812925" cy="1217930"/>
            </a:xfrm>
            <a:custGeom>
              <a:avLst/>
              <a:gdLst/>
              <a:ahLst/>
              <a:cxnLst/>
              <a:rect l="l" t="t" r="r" b="b"/>
              <a:pathLst>
                <a:path w="1812925" h="1217929">
                  <a:moveTo>
                    <a:pt x="0" y="375665"/>
                  </a:moveTo>
                  <a:lnTo>
                    <a:pt x="0" y="1217460"/>
                  </a:lnTo>
                </a:path>
                <a:path w="1812925" h="1217929">
                  <a:moveTo>
                    <a:pt x="423672" y="0"/>
                  </a:moveTo>
                  <a:lnTo>
                    <a:pt x="1389507" y="0"/>
                  </a:lnTo>
                </a:path>
                <a:path w="1812925" h="1217929">
                  <a:moveTo>
                    <a:pt x="1812798" y="1217460"/>
                  </a:moveTo>
                  <a:lnTo>
                    <a:pt x="1812798" y="37566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30339" y="3617214"/>
              <a:ext cx="1343660" cy="1294765"/>
            </a:xfrm>
            <a:custGeom>
              <a:avLst/>
              <a:gdLst/>
              <a:ahLst/>
              <a:cxnLst/>
              <a:rect l="l" t="t" r="r" b="b"/>
              <a:pathLst>
                <a:path w="1343659" h="1294764">
                  <a:moveTo>
                    <a:pt x="0" y="215773"/>
                  </a:moveTo>
                  <a:lnTo>
                    <a:pt x="5700" y="166311"/>
                  </a:lnTo>
                  <a:lnTo>
                    <a:pt x="21938" y="120899"/>
                  </a:lnTo>
                  <a:lnTo>
                    <a:pt x="47416" y="80835"/>
                  </a:lnTo>
                  <a:lnTo>
                    <a:pt x="80835" y="47416"/>
                  </a:lnTo>
                  <a:lnTo>
                    <a:pt x="120899" y="21938"/>
                  </a:lnTo>
                  <a:lnTo>
                    <a:pt x="166311" y="5700"/>
                  </a:lnTo>
                  <a:lnTo>
                    <a:pt x="215773" y="0"/>
                  </a:lnTo>
                  <a:lnTo>
                    <a:pt x="1127632" y="0"/>
                  </a:lnTo>
                  <a:lnTo>
                    <a:pt x="1177094" y="5700"/>
                  </a:lnTo>
                  <a:lnTo>
                    <a:pt x="1222506" y="21938"/>
                  </a:lnTo>
                  <a:lnTo>
                    <a:pt x="1262570" y="47416"/>
                  </a:lnTo>
                  <a:lnTo>
                    <a:pt x="1295989" y="80835"/>
                  </a:lnTo>
                  <a:lnTo>
                    <a:pt x="1321467" y="120899"/>
                  </a:lnTo>
                  <a:lnTo>
                    <a:pt x="1337705" y="166311"/>
                  </a:lnTo>
                  <a:lnTo>
                    <a:pt x="1343405" y="215773"/>
                  </a:lnTo>
                  <a:lnTo>
                    <a:pt x="1343405" y="1078865"/>
                  </a:lnTo>
                  <a:lnTo>
                    <a:pt x="1337705" y="1128326"/>
                  </a:lnTo>
                  <a:lnTo>
                    <a:pt x="1321467" y="1173738"/>
                  </a:lnTo>
                  <a:lnTo>
                    <a:pt x="1295989" y="1213802"/>
                  </a:lnTo>
                  <a:lnTo>
                    <a:pt x="1262570" y="1247221"/>
                  </a:lnTo>
                  <a:lnTo>
                    <a:pt x="1222506" y="1272699"/>
                  </a:lnTo>
                  <a:lnTo>
                    <a:pt x="1177094" y="1288937"/>
                  </a:lnTo>
                  <a:lnTo>
                    <a:pt x="1127632" y="1294638"/>
                  </a:lnTo>
                  <a:lnTo>
                    <a:pt x="215773" y="1294638"/>
                  </a:lnTo>
                  <a:lnTo>
                    <a:pt x="166311" y="1288937"/>
                  </a:lnTo>
                  <a:lnTo>
                    <a:pt x="120899" y="1272699"/>
                  </a:lnTo>
                  <a:lnTo>
                    <a:pt x="80835" y="1247221"/>
                  </a:lnTo>
                  <a:lnTo>
                    <a:pt x="47416" y="1213802"/>
                  </a:lnTo>
                  <a:lnTo>
                    <a:pt x="21938" y="1173738"/>
                  </a:lnTo>
                  <a:lnTo>
                    <a:pt x="5700" y="1128326"/>
                  </a:lnTo>
                  <a:lnTo>
                    <a:pt x="0" y="1078865"/>
                  </a:lnTo>
                  <a:lnTo>
                    <a:pt x="0" y="21577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27370" y="4719066"/>
              <a:ext cx="1214120" cy="1389380"/>
            </a:xfrm>
            <a:custGeom>
              <a:avLst/>
              <a:gdLst/>
              <a:ahLst/>
              <a:cxnLst/>
              <a:rect l="l" t="t" r="r" b="b"/>
              <a:pathLst>
                <a:path w="1214120" h="1389379">
                  <a:moveTo>
                    <a:pt x="0" y="1089748"/>
                  </a:moveTo>
                  <a:lnTo>
                    <a:pt x="1213865" y="0"/>
                  </a:lnTo>
                </a:path>
                <a:path w="1214120" h="1389379">
                  <a:moveTo>
                    <a:pt x="123443" y="1389125"/>
                  </a:moveTo>
                  <a:lnTo>
                    <a:pt x="1089278" y="138912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">
            <a:extLst>
              <a:ext uri="{FF2B5EF4-FFF2-40B4-BE49-F238E27FC236}">
                <a16:creationId xmlns:a16="http://schemas.microsoft.com/office/drawing/2014/main" id="{22D142E5-83AA-054F-A433-6C66D7D1E8CA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76878"/>
            <a:ext cx="6303010" cy="2573655"/>
            <a:chOff x="3092195" y="3976878"/>
            <a:chExt cx="630301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2658745" cy="2535555"/>
            </a:xfrm>
            <a:custGeom>
              <a:avLst/>
              <a:gdLst/>
              <a:ahLst/>
              <a:cxnLst/>
              <a:rect l="l" t="t" r="r" b="b"/>
              <a:pathLst>
                <a:path w="2658745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2658745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2658745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2658745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63611" y="3995928"/>
              <a:ext cx="1812289" cy="847090"/>
            </a:xfrm>
            <a:custGeom>
              <a:avLst/>
              <a:gdLst/>
              <a:ahLst/>
              <a:cxnLst/>
              <a:rect l="l" t="t" r="r" b="b"/>
              <a:pathLst>
                <a:path w="1812289" h="847089">
                  <a:moveTo>
                    <a:pt x="965454" y="423291"/>
                  </a:moveTo>
                  <a:lnTo>
                    <a:pt x="968301" y="373920"/>
                  </a:lnTo>
                  <a:lnTo>
                    <a:pt x="976631" y="326224"/>
                  </a:lnTo>
                  <a:lnTo>
                    <a:pt x="990128" y="280520"/>
                  </a:lnTo>
                  <a:lnTo>
                    <a:pt x="1008472" y="237125"/>
                  </a:lnTo>
                  <a:lnTo>
                    <a:pt x="1031347" y="196356"/>
                  </a:lnTo>
                  <a:lnTo>
                    <a:pt x="1058436" y="158531"/>
                  </a:lnTo>
                  <a:lnTo>
                    <a:pt x="1089421" y="123967"/>
                  </a:lnTo>
                  <a:lnTo>
                    <a:pt x="1123985" y="92982"/>
                  </a:lnTo>
                  <a:lnTo>
                    <a:pt x="1161810" y="65893"/>
                  </a:lnTo>
                  <a:lnTo>
                    <a:pt x="1202579" y="43018"/>
                  </a:lnTo>
                  <a:lnTo>
                    <a:pt x="1245974" y="24674"/>
                  </a:lnTo>
                  <a:lnTo>
                    <a:pt x="1291678" y="11177"/>
                  </a:lnTo>
                  <a:lnTo>
                    <a:pt x="1339374" y="2847"/>
                  </a:lnTo>
                  <a:lnTo>
                    <a:pt x="1388745" y="0"/>
                  </a:lnTo>
                  <a:lnTo>
                    <a:pt x="1438115" y="2847"/>
                  </a:lnTo>
                  <a:lnTo>
                    <a:pt x="1485811" y="11177"/>
                  </a:lnTo>
                  <a:lnTo>
                    <a:pt x="1531515" y="24674"/>
                  </a:lnTo>
                  <a:lnTo>
                    <a:pt x="1574910" y="43018"/>
                  </a:lnTo>
                  <a:lnTo>
                    <a:pt x="1615679" y="65893"/>
                  </a:lnTo>
                  <a:lnTo>
                    <a:pt x="1653504" y="92982"/>
                  </a:lnTo>
                  <a:lnTo>
                    <a:pt x="1688068" y="123967"/>
                  </a:lnTo>
                  <a:lnTo>
                    <a:pt x="1719053" y="158531"/>
                  </a:lnTo>
                  <a:lnTo>
                    <a:pt x="1746142" y="196356"/>
                  </a:lnTo>
                  <a:lnTo>
                    <a:pt x="1769017" y="237125"/>
                  </a:lnTo>
                  <a:lnTo>
                    <a:pt x="1787361" y="280520"/>
                  </a:lnTo>
                  <a:lnTo>
                    <a:pt x="1800858" y="326224"/>
                  </a:lnTo>
                  <a:lnTo>
                    <a:pt x="1809188" y="373920"/>
                  </a:lnTo>
                  <a:lnTo>
                    <a:pt x="1812036" y="423291"/>
                  </a:lnTo>
                  <a:lnTo>
                    <a:pt x="1809188" y="472661"/>
                  </a:lnTo>
                  <a:lnTo>
                    <a:pt x="1800858" y="520357"/>
                  </a:lnTo>
                  <a:lnTo>
                    <a:pt x="1787361" y="566061"/>
                  </a:lnTo>
                  <a:lnTo>
                    <a:pt x="1769017" y="609456"/>
                  </a:lnTo>
                  <a:lnTo>
                    <a:pt x="1746142" y="650225"/>
                  </a:lnTo>
                  <a:lnTo>
                    <a:pt x="1719053" y="688050"/>
                  </a:lnTo>
                  <a:lnTo>
                    <a:pt x="1688068" y="722614"/>
                  </a:lnTo>
                  <a:lnTo>
                    <a:pt x="1653504" y="753599"/>
                  </a:lnTo>
                  <a:lnTo>
                    <a:pt x="1615679" y="780688"/>
                  </a:lnTo>
                  <a:lnTo>
                    <a:pt x="1574910" y="803563"/>
                  </a:lnTo>
                  <a:lnTo>
                    <a:pt x="1531515" y="821907"/>
                  </a:lnTo>
                  <a:lnTo>
                    <a:pt x="1485811" y="835404"/>
                  </a:lnTo>
                  <a:lnTo>
                    <a:pt x="1438115" y="843734"/>
                  </a:lnTo>
                  <a:lnTo>
                    <a:pt x="1388745" y="846582"/>
                  </a:lnTo>
                  <a:lnTo>
                    <a:pt x="1339374" y="843734"/>
                  </a:lnTo>
                  <a:lnTo>
                    <a:pt x="1291678" y="835404"/>
                  </a:lnTo>
                  <a:lnTo>
                    <a:pt x="1245974" y="821907"/>
                  </a:lnTo>
                  <a:lnTo>
                    <a:pt x="1202579" y="803563"/>
                  </a:lnTo>
                  <a:lnTo>
                    <a:pt x="1161810" y="780688"/>
                  </a:lnTo>
                  <a:lnTo>
                    <a:pt x="1123985" y="753599"/>
                  </a:lnTo>
                  <a:lnTo>
                    <a:pt x="1089421" y="722614"/>
                  </a:lnTo>
                  <a:lnTo>
                    <a:pt x="1058436" y="688050"/>
                  </a:lnTo>
                  <a:lnTo>
                    <a:pt x="1031347" y="650225"/>
                  </a:lnTo>
                  <a:lnTo>
                    <a:pt x="1008472" y="609456"/>
                  </a:lnTo>
                  <a:lnTo>
                    <a:pt x="990128" y="566061"/>
                  </a:lnTo>
                  <a:lnTo>
                    <a:pt x="976631" y="520357"/>
                  </a:lnTo>
                  <a:lnTo>
                    <a:pt x="968301" y="472661"/>
                  </a:lnTo>
                  <a:lnTo>
                    <a:pt x="965454" y="423291"/>
                  </a:lnTo>
                  <a:close/>
                </a:path>
                <a:path w="1812289" h="847089">
                  <a:moveTo>
                    <a:pt x="965835" y="470916"/>
                  </a:moveTo>
                  <a:lnTo>
                    <a:pt x="0" y="47091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88145" y="3293668"/>
            <a:ext cx="328295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53400"/>
              </p:ext>
            </p:extLst>
          </p:nvPr>
        </p:nvGraphicFramePr>
        <p:xfrm>
          <a:off x="479425" y="2878835"/>
          <a:ext cx="6675753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3496055" y="3598164"/>
            <a:ext cx="6196965" cy="2529205"/>
            <a:chOff x="3496055" y="3598164"/>
            <a:chExt cx="6196965" cy="2529205"/>
          </a:xfrm>
        </p:grpSpPr>
        <p:sp>
          <p:nvSpPr>
            <p:cNvPr id="21" name="object 21"/>
            <p:cNvSpPr/>
            <p:nvPr/>
          </p:nvSpPr>
          <p:spPr>
            <a:xfrm>
              <a:off x="3515105" y="4466844"/>
              <a:ext cx="1812925" cy="1217930"/>
            </a:xfrm>
            <a:custGeom>
              <a:avLst/>
              <a:gdLst/>
              <a:ahLst/>
              <a:cxnLst/>
              <a:rect l="l" t="t" r="r" b="b"/>
              <a:pathLst>
                <a:path w="1812925" h="1217929">
                  <a:moveTo>
                    <a:pt x="0" y="375665"/>
                  </a:moveTo>
                  <a:lnTo>
                    <a:pt x="0" y="1217460"/>
                  </a:lnTo>
                </a:path>
                <a:path w="1812925" h="1217929">
                  <a:moveTo>
                    <a:pt x="423672" y="0"/>
                  </a:moveTo>
                  <a:lnTo>
                    <a:pt x="1389507" y="0"/>
                  </a:lnTo>
                </a:path>
                <a:path w="1812925" h="1217929">
                  <a:moveTo>
                    <a:pt x="1812798" y="1217460"/>
                  </a:moveTo>
                  <a:lnTo>
                    <a:pt x="1812798" y="37566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30946" y="3617214"/>
              <a:ext cx="1343025" cy="1294765"/>
            </a:xfrm>
            <a:custGeom>
              <a:avLst/>
              <a:gdLst/>
              <a:ahLst/>
              <a:cxnLst/>
              <a:rect l="l" t="t" r="r" b="b"/>
              <a:pathLst>
                <a:path w="1343025" h="1294764">
                  <a:moveTo>
                    <a:pt x="0" y="215773"/>
                  </a:moveTo>
                  <a:lnTo>
                    <a:pt x="5700" y="166311"/>
                  </a:lnTo>
                  <a:lnTo>
                    <a:pt x="21938" y="120899"/>
                  </a:lnTo>
                  <a:lnTo>
                    <a:pt x="47416" y="80835"/>
                  </a:lnTo>
                  <a:lnTo>
                    <a:pt x="80835" y="47416"/>
                  </a:lnTo>
                  <a:lnTo>
                    <a:pt x="120899" y="21938"/>
                  </a:lnTo>
                  <a:lnTo>
                    <a:pt x="166311" y="5700"/>
                  </a:lnTo>
                  <a:lnTo>
                    <a:pt x="215773" y="0"/>
                  </a:lnTo>
                  <a:lnTo>
                    <a:pt x="1126871" y="0"/>
                  </a:lnTo>
                  <a:lnTo>
                    <a:pt x="1176332" y="5700"/>
                  </a:lnTo>
                  <a:lnTo>
                    <a:pt x="1221744" y="21938"/>
                  </a:lnTo>
                  <a:lnTo>
                    <a:pt x="1261808" y="47416"/>
                  </a:lnTo>
                  <a:lnTo>
                    <a:pt x="1295227" y="80835"/>
                  </a:lnTo>
                  <a:lnTo>
                    <a:pt x="1320705" y="120899"/>
                  </a:lnTo>
                  <a:lnTo>
                    <a:pt x="1336943" y="166311"/>
                  </a:lnTo>
                  <a:lnTo>
                    <a:pt x="1342644" y="215773"/>
                  </a:lnTo>
                  <a:lnTo>
                    <a:pt x="1342644" y="1078865"/>
                  </a:lnTo>
                  <a:lnTo>
                    <a:pt x="1336943" y="1128366"/>
                  </a:lnTo>
                  <a:lnTo>
                    <a:pt x="1320705" y="1173793"/>
                  </a:lnTo>
                  <a:lnTo>
                    <a:pt x="1295227" y="1213855"/>
                  </a:lnTo>
                  <a:lnTo>
                    <a:pt x="1261808" y="1247261"/>
                  </a:lnTo>
                  <a:lnTo>
                    <a:pt x="1221744" y="1272721"/>
                  </a:lnTo>
                  <a:lnTo>
                    <a:pt x="1176332" y="1288943"/>
                  </a:lnTo>
                  <a:lnTo>
                    <a:pt x="1126871" y="1294638"/>
                  </a:lnTo>
                  <a:lnTo>
                    <a:pt x="215773" y="1294638"/>
                  </a:lnTo>
                  <a:lnTo>
                    <a:pt x="166311" y="1288943"/>
                  </a:lnTo>
                  <a:lnTo>
                    <a:pt x="120899" y="1272721"/>
                  </a:lnTo>
                  <a:lnTo>
                    <a:pt x="80835" y="1247261"/>
                  </a:lnTo>
                  <a:lnTo>
                    <a:pt x="47416" y="1213855"/>
                  </a:lnTo>
                  <a:lnTo>
                    <a:pt x="21938" y="1173793"/>
                  </a:lnTo>
                  <a:lnTo>
                    <a:pt x="5700" y="1128366"/>
                  </a:lnTo>
                  <a:lnTo>
                    <a:pt x="0" y="1078865"/>
                  </a:lnTo>
                  <a:lnTo>
                    <a:pt x="0" y="215773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27370" y="4719066"/>
              <a:ext cx="1214120" cy="1389380"/>
            </a:xfrm>
            <a:custGeom>
              <a:avLst/>
              <a:gdLst/>
              <a:ahLst/>
              <a:cxnLst/>
              <a:rect l="l" t="t" r="r" b="b"/>
              <a:pathLst>
                <a:path w="1214120" h="1389379">
                  <a:moveTo>
                    <a:pt x="0" y="1089748"/>
                  </a:moveTo>
                  <a:lnTo>
                    <a:pt x="1213865" y="0"/>
                  </a:lnTo>
                </a:path>
                <a:path w="1214120" h="1389379">
                  <a:moveTo>
                    <a:pt x="123443" y="1389125"/>
                  </a:moveTo>
                  <a:lnTo>
                    <a:pt x="1089278" y="138912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">
            <a:extLst>
              <a:ext uri="{FF2B5EF4-FFF2-40B4-BE49-F238E27FC236}">
                <a16:creationId xmlns:a16="http://schemas.microsoft.com/office/drawing/2014/main" id="{CE737037-1B18-9F4F-8931-F92AD254734D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303010" cy="2554605"/>
            <a:chOff x="3092195" y="3995928"/>
            <a:chExt cx="6303010" cy="255460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89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17030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9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9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27369" y="4719066"/>
              <a:ext cx="1214120" cy="1389380"/>
            </a:xfrm>
            <a:custGeom>
              <a:avLst/>
              <a:gdLst/>
              <a:ahLst/>
              <a:cxnLst/>
              <a:rect l="l" t="t" r="r" b="b"/>
              <a:pathLst>
                <a:path w="1214120" h="1389379">
                  <a:moveTo>
                    <a:pt x="0" y="1089748"/>
                  </a:moveTo>
                  <a:lnTo>
                    <a:pt x="1213865" y="0"/>
                  </a:lnTo>
                </a:path>
                <a:path w="1214120" h="1389379">
                  <a:moveTo>
                    <a:pt x="123443" y="1389125"/>
                  </a:moveTo>
                  <a:lnTo>
                    <a:pt x="1089278" y="138912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63611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4">
                  <a:moveTo>
                    <a:pt x="96583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760751"/>
              </p:ext>
            </p:extLst>
          </p:nvPr>
        </p:nvGraphicFramePr>
        <p:xfrm>
          <a:off x="479425" y="2878835"/>
          <a:ext cx="7499982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2">
            <a:extLst>
              <a:ext uri="{FF2B5EF4-FFF2-40B4-BE49-F238E27FC236}">
                <a16:creationId xmlns:a16="http://schemas.microsoft.com/office/drawing/2014/main" id="{25222D18-B0DE-6F4B-BE0A-730D12457E07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303010" cy="2554605"/>
            <a:chOff x="3092195" y="3995928"/>
            <a:chExt cx="6303010" cy="255460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4471670" cy="2535555"/>
            </a:xfrm>
            <a:custGeom>
              <a:avLst/>
              <a:gdLst/>
              <a:ahLst/>
              <a:cxnLst/>
              <a:rect l="l" t="t" r="r" b="b"/>
              <a:pathLst>
                <a:path w="447167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447167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4471670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4471670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  <a:path w="4471670" h="2535554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30" y="3995928"/>
              <a:ext cx="2658745" cy="2535555"/>
            </a:xfrm>
            <a:custGeom>
              <a:avLst/>
              <a:gdLst/>
              <a:ahLst/>
              <a:cxnLst/>
              <a:rect l="l" t="t" r="r" b="b"/>
              <a:pathLst>
                <a:path w="2658745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2658745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79425" y="2878835"/>
          <a:ext cx="7499982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待处理队列</a:t>
                      </a:r>
                      <a:endParaRPr sz="2400">
                        <a:latin typeface="PMingLiU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3515105" y="4466844"/>
            <a:ext cx="5014595" cy="1641475"/>
          </a:xfrm>
          <a:custGeom>
            <a:avLst/>
            <a:gdLst/>
            <a:ahLst/>
            <a:cxnLst/>
            <a:rect l="l" t="t" r="r" b="b"/>
            <a:pathLst>
              <a:path w="5014595" h="1641475">
                <a:moveTo>
                  <a:pt x="0" y="375665"/>
                </a:moveTo>
                <a:lnTo>
                  <a:pt x="0" y="1217460"/>
                </a:lnTo>
              </a:path>
              <a:path w="5014595" h="1641475">
                <a:moveTo>
                  <a:pt x="423672" y="0"/>
                </a:moveTo>
                <a:lnTo>
                  <a:pt x="1389507" y="0"/>
                </a:lnTo>
              </a:path>
              <a:path w="5014595" h="1641475">
                <a:moveTo>
                  <a:pt x="1812798" y="1217460"/>
                </a:moveTo>
                <a:lnTo>
                  <a:pt x="1812798" y="375665"/>
                </a:lnTo>
              </a:path>
              <a:path w="5014595" h="1641475">
                <a:moveTo>
                  <a:pt x="2112264" y="1341970"/>
                </a:moveTo>
                <a:lnTo>
                  <a:pt x="3326129" y="252221"/>
                </a:lnTo>
              </a:path>
              <a:path w="5014595" h="1641475">
                <a:moveTo>
                  <a:pt x="2235708" y="1641347"/>
                </a:moveTo>
                <a:lnTo>
                  <a:pt x="3201543" y="1641347"/>
                </a:lnTo>
              </a:path>
              <a:path w="5014595" h="1641475">
                <a:moveTo>
                  <a:pt x="5014341" y="0"/>
                </a:moveTo>
                <a:lnTo>
                  <a:pt x="404850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53B3FA8F-D52F-6F4F-A8D0-8DACC350EEE1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303010" cy="2554605"/>
            <a:chOff x="3092195" y="3995928"/>
            <a:chExt cx="6303010" cy="255460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4471670" cy="2535555"/>
            </a:xfrm>
            <a:custGeom>
              <a:avLst/>
              <a:gdLst/>
              <a:ahLst/>
              <a:cxnLst/>
              <a:rect l="l" t="t" r="r" b="b"/>
              <a:pathLst>
                <a:path w="447167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447167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4471670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4471670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  <a:path w="4471670" h="2535554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30" y="3995928"/>
              <a:ext cx="2658745" cy="2535555"/>
            </a:xfrm>
            <a:custGeom>
              <a:avLst/>
              <a:gdLst/>
              <a:ahLst/>
              <a:cxnLst/>
              <a:rect l="l" t="t" r="r" b="b"/>
              <a:pathLst>
                <a:path w="2658745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2658745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52185"/>
              </p:ext>
            </p:extLst>
          </p:nvPr>
        </p:nvGraphicFramePr>
        <p:xfrm>
          <a:off x="479425" y="2878835"/>
          <a:ext cx="7499982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3496055" y="4447794"/>
            <a:ext cx="5033645" cy="2408555"/>
            <a:chOff x="3496055" y="4447794"/>
            <a:chExt cx="5033645" cy="2408555"/>
          </a:xfrm>
        </p:grpSpPr>
        <p:sp>
          <p:nvSpPr>
            <p:cNvPr id="19" name="object 19"/>
            <p:cNvSpPr/>
            <p:nvPr/>
          </p:nvSpPr>
          <p:spPr>
            <a:xfrm>
              <a:off x="3515105" y="4466844"/>
              <a:ext cx="1812925" cy="1217930"/>
            </a:xfrm>
            <a:custGeom>
              <a:avLst/>
              <a:gdLst/>
              <a:ahLst/>
              <a:cxnLst/>
              <a:rect l="l" t="t" r="r" b="b"/>
              <a:pathLst>
                <a:path w="1812925" h="1217929">
                  <a:moveTo>
                    <a:pt x="0" y="375665"/>
                  </a:moveTo>
                  <a:lnTo>
                    <a:pt x="0" y="1217460"/>
                  </a:lnTo>
                </a:path>
                <a:path w="1812925" h="1217929">
                  <a:moveTo>
                    <a:pt x="423672" y="0"/>
                  </a:moveTo>
                  <a:lnTo>
                    <a:pt x="1389507" y="0"/>
                  </a:lnTo>
                </a:path>
                <a:path w="1812925" h="1217929">
                  <a:moveTo>
                    <a:pt x="1812798" y="1217460"/>
                  </a:moveTo>
                  <a:lnTo>
                    <a:pt x="1812798" y="37566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90716" y="5541263"/>
              <a:ext cx="1343660" cy="1296035"/>
            </a:xfrm>
            <a:custGeom>
              <a:avLst/>
              <a:gdLst/>
              <a:ahLst/>
              <a:cxnLst/>
              <a:rect l="l" t="t" r="r" b="b"/>
              <a:pathLst>
                <a:path w="1343659" h="1296034">
                  <a:moveTo>
                    <a:pt x="0" y="215912"/>
                  </a:moveTo>
                  <a:lnTo>
                    <a:pt x="5701" y="166403"/>
                  </a:lnTo>
                  <a:lnTo>
                    <a:pt x="21941" y="120956"/>
                  </a:lnTo>
                  <a:lnTo>
                    <a:pt x="47426" y="80867"/>
                  </a:lnTo>
                  <a:lnTo>
                    <a:pt x="80859" y="47431"/>
                  </a:lnTo>
                  <a:lnTo>
                    <a:pt x="120946" y="21944"/>
                  </a:lnTo>
                  <a:lnTo>
                    <a:pt x="166391" y="5702"/>
                  </a:lnTo>
                  <a:lnTo>
                    <a:pt x="215900" y="0"/>
                  </a:lnTo>
                  <a:lnTo>
                    <a:pt x="1127506" y="0"/>
                  </a:lnTo>
                  <a:lnTo>
                    <a:pt x="1177014" y="5702"/>
                  </a:lnTo>
                  <a:lnTo>
                    <a:pt x="1222459" y="21944"/>
                  </a:lnTo>
                  <a:lnTo>
                    <a:pt x="1262546" y="47431"/>
                  </a:lnTo>
                  <a:lnTo>
                    <a:pt x="1295979" y="80867"/>
                  </a:lnTo>
                  <a:lnTo>
                    <a:pt x="1321464" y="120956"/>
                  </a:lnTo>
                  <a:lnTo>
                    <a:pt x="1337704" y="166403"/>
                  </a:lnTo>
                  <a:lnTo>
                    <a:pt x="1343406" y="215912"/>
                  </a:lnTo>
                  <a:lnTo>
                    <a:pt x="1343406" y="1079512"/>
                  </a:lnTo>
                  <a:lnTo>
                    <a:pt x="1337704" y="1129020"/>
                  </a:lnTo>
                  <a:lnTo>
                    <a:pt x="1321464" y="1174467"/>
                  </a:lnTo>
                  <a:lnTo>
                    <a:pt x="1295979" y="1214556"/>
                  </a:lnTo>
                  <a:lnTo>
                    <a:pt x="1262546" y="1247993"/>
                  </a:lnTo>
                  <a:lnTo>
                    <a:pt x="1222459" y="1273481"/>
                  </a:lnTo>
                  <a:lnTo>
                    <a:pt x="1177014" y="1289724"/>
                  </a:lnTo>
                  <a:lnTo>
                    <a:pt x="1127506" y="1295426"/>
                  </a:lnTo>
                  <a:lnTo>
                    <a:pt x="215900" y="1295426"/>
                  </a:lnTo>
                  <a:lnTo>
                    <a:pt x="166391" y="1289724"/>
                  </a:lnTo>
                  <a:lnTo>
                    <a:pt x="120946" y="1273481"/>
                  </a:lnTo>
                  <a:lnTo>
                    <a:pt x="80859" y="1247993"/>
                  </a:lnTo>
                  <a:lnTo>
                    <a:pt x="47426" y="1214556"/>
                  </a:lnTo>
                  <a:lnTo>
                    <a:pt x="21941" y="1174467"/>
                  </a:lnTo>
                  <a:lnTo>
                    <a:pt x="5701" y="1129020"/>
                  </a:lnTo>
                  <a:lnTo>
                    <a:pt x="0" y="1079512"/>
                  </a:lnTo>
                  <a:lnTo>
                    <a:pt x="0" y="215912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27370" y="4466844"/>
              <a:ext cx="2902585" cy="1641475"/>
            </a:xfrm>
            <a:custGeom>
              <a:avLst/>
              <a:gdLst/>
              <a:ahLst/>
              <a:cxnLst/>
              <a:rect l="l" t="t" r="r" b="b"/>
              <a:pathLst>
                <a:path w="2902584" h="1641475">
                  <a:moveTo>
                    <a:pt x="0" y="1341970"/>
                  </a:moveTo>
                  <a:lnTo>
                    <a:pt x="1213865" y="252221"/>
                  </a:lnTo>
                </a:path>
                <a:path w="2902584" h="1641475">
                  <a:moveTo>
                    <a:pt x="123443" y="1641347"/>
                  </a:moveTo>
                  <a:lnTo>
                    <a:pt x="1089278" y="1641347"/>
                  </a:lnTo>
                </a:path>
                <a:path w="2902584" h="1641475">
                  <a:moveTo>
                    <a:pt x="2902077" y="0"/>
                  </a:moveTo>
                  <a:lnTo>
                    <a:pt x="1936241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">
            <a:extLst>
              <a:ext uri="{FF2B5EF4-FFF2-40B4-BE49-F238E27FC236}">
                <a16:creationId xmlns:a16="http://schemas.microsoft.com/office/drawing/2014/main" id="{5B67534B-6DA3-5441-A3B8-A84CAF3DCD3C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303010" cy="2554605"/>
            <a:chOff x="3092195" y="3995928"/>
            <a:chExt cx="6303010" cy="255460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4471670" cy="2535555"/>
            </a:xfrm>
            <a:custGeom>
              <a:avLst/>
              <a:gdLst/>
              <a:ahLst/>
              <a:cxnLst/>
              <a:rect l="l" t="t" r="r" b="b"/>
              <a:pathLst>
                <a:path w="447167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447167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4471670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4471670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  <a:path w="4471670" h="2535554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30" y="3995928"/>
              <a:ext cx="2658745" cy="2535555"/>
            </a:xfrm>
            <a:custGeom>
              <a:avLst/>
              <a:gdLst/>
              <a:ahLst/>
              <a:cxnLst/>
              <a:rect l="l" t="t" r="r" b="b"/>
              <a:pathLst>
                <a:path w="2658745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2658745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8145" y="5704890"/>
            <a:ext cx="328295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>
                <a:latin typeface="Cambria Math"/>
                <a:cs typeface="Cambria Math"/>
              </a:rPr>
              <a:t>∞</a:t>
            </a:r>
          </a:p>
          <a:p>
            <a:pPr marL="85090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∞</a:t>
                      </a: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50544"/>
              </p:ext>
            </p:extLst>
          </p:nvPr>
        </p:nvGraphicFramePr>
        <p:xfrm>
          <a:off x="479425" y="2878835"/>
          <a:ext cx="7499982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3496055" y="4447794"/>
            <a:ext cx="6156960" cy="2407920"/>
            <a:chOff x="3496055" y="4447794"/>
            <a:chExt cx="6156960" cy="2407920"/>
          </a:xfrm>
        </p:grpSpPr>
        <p:sp>
          <p:nvSpPr>
            <p:cNvPr id="19" name="object 19"/>
            <p:cNvSpPr/>
            <p:nvPr/>
          </p:nvSpPr>
          <p:spPr>
            <a:xfrm>
              <a:off x="3515105" y="4466844"/>
              <a:ext cx="1812925" cy="1217930"/>
            </a:xfrm>
            <a:custGeom>
              <a:avLst/>
              <a:gdLst/>
              <a:ahLst/>
              <a:cxnLst/>
              <a:rect l="l" t="t" r="r" b="b"/>
              <a:pathLst>
                <a:path w="1812925" h="1217929">
                  <a:moveTo>
                    <a:pt x="0" y="375665"/>
                  </a:moveTo>
                  <a:lnTo>
                    <a:pt x="0" y="1217460"/>
                  </a:lnTo>
                </a:path>
                <a:path w="1812925" h="1217929">
                  <a:moveTo>
                    <a:pt x="423672" y="0"/>
                  </a:moveTo>
                  <a:lnTo>
                    <a:pt x="1389507" y="0"/>
                  </a:lnTo>
                </a:path>
                <a:path w="1812925" h="1217929">
                  <a:moveTo>
                    <a:pt x="1812798" y="1217460"/>
                  </a:moveTo>
                  <a:lnTo>
                    <a:pt x="1812798" y="375665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91321" y="5541263"/>
              <a:ext cx="1343025" cy="1295400"/>
            </a:xfrm>
            <a:custGeom>
              <a:avLst/>
              <a:gdLst/>
              <a:ahLst/>
              <a:cxnLst/>
              <a:rect l="l" t="t" r="r" b="b"/>
              <a:pathLst>
                <a:path w="1343025" h="1295400">
                  <a:moveTo>
                    <a:pt x="0" y="215900"/>
                  </a:moveTo>
                  <a:lnTo>
                    <a:pt x="5701" y="166395"/>
                  </a:lnTo>
                  <a:lnTo>
                    <a:pt x="21941" y="120951"/>
                  </a:lnTo>
                  <a:lnTo>
                    <a:pt x="47426" y="80864"/>
                  </a:lnTo>
                  <a:lnTo>
                    <a:pt x="80859" y="47430"/>
                  </a:lnTo>
                  <a:lnTo>
                    <a:pt x="120946" y="21943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1126744" y="0"/>
                  </a:lnTo>
                  <a:lnTo>
                    <a:pt x="1176252" y="5701"/>
                  </a:lnTo>
                  <a:lnTo>
                    <a:pt x="1221697" y="21943"/>
                  </a:lnTo>
                  <a:lnTo>
                    <a:pt x="1261784" y="47430"/>
                  </a:lnTo>
                  <a:lnTo>
                    <a:pt x="1295217" y="80864"/>
                  </a:lnTo>
                  <a:lnTo>
                    <a:pt x="1320702" y="120951"/>
                  </a:lnTo>
                  <a:lnTo>
                    <a:pt x="1336942" y="166395"/>
                  </a:lnTo>
                  <a:lnTo>
                    <a:pt x="1342644" y="215900"/>
                  </a:lnTo>
                  <a:lnTo>
                    <a:pt x="1342644" y="1079500"/>
                  </a:lnTo>
                  <a:lnTo>
                    <a:pt x="1336942" y="1129003"/>
                  </a:lnTo>
                  <a:lnTo>
                    <a:pt x="1320702" y="1174446"/>
                  </a:lnTo>
                  <a:lnTo>
                    <a:pt x="1295217" y="1214533"/>
                  </a:lnTo>
                  <a:lnTo>
                    <a:pt x="1261784" y="1247967"/>
                  </a:lnTo>
                  <a:lnTo>
                    <a:pt x="1221697" y="1273454"/>
                  </a:lnTo>
                  <a:lnTo>
                    <a:pt x="1176252" y="1289696"/>
                  </a:lnTo>
                  <a:lnTo>
                    <a:pt x="1126744" y="1295398"/>
                  </a:lnTo>
                  <a:lnTo>
                    <a:pt x="215900" y="1295398"/>
                  </a:lnTo>
                  <a:lnTo>
                    <a:pt x="166391" y="1289696"/>
                  </a:lnTo>
                  <a:lnTo>
                    <a:pt x="120946" y="1273454"/>
                  </a:lnTo>
                  <a:lnTo>
                    <a:pt x="80859" y="1247967"/>
                  </a:lnTo>
                  <a:lnTo>
                    <a:pt x="47426" y="1214533"/>
                  </a:lnTo>
                  <a:lnTo>
                    <a:pt x="21941" y="1174446"/>
                  </a:lnTo>
                  <a:lnTo>
                    <a:pt x="5701" y="1129003"/>
                  </a:lnTo>
                  <a:lnTo>
                    <a:pt x="0" y="1079500"/>
                  </a:lnTo>
                  <a:lnTo>
                    <a:pt x="0" y="21590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27370" y="4466844"/>
              <a:ext cx="2902585" cy="1641475"/>
            </a:xfrm>
            <a:custGeom>
              <a:avLst/>
              <a:gdLst/>
              <a:ahLst/>
              <a:cxnLst/>
              <a:rect l="l" t="t" r="r" b="b"/>
              <a:pathLst>
                <a:path w="2902584" h="1641475">
                  <a:moveTo>
                    <a:pt x="0" y="1341970"/>
                  </a:moveTo>
                  <a:lnTo>
                    <a:pt x="1213865" y="252221"/>
                  </a:lnTo>
                </a:path>
                <a:path w="2902584" h="1641475">
                  <a:moveTo>
                    <a:pt x="123443" y="1641347"/>
                  </a:moveTo>
                  <a:lnTo>
                    <a:pt x="1089278" y="1641347"/>
                  </a:lnTo>
                </a:path>
                <a:path w="2902584" h="1641475">
                  <a:moveTo>
                    <a:pt x="2902077" y="0"/>
                  </a:moveTo>
                  <a:lnTo>
                    <a:pt x="1936241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">
            <a:extLst>
              <a:ext uri="{FF2B5EF4-FFF2-40B4-BE49-F238E27FC236}">
                <a16:creationId xmlns:a16="http://schemas.microsoft.com/office/drawing/2014/main" id="{B4270CF9-9C00-E942-B2DE-F0841B8530AC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283960" cy="2535555"/>
            <a:chOff x="3092195" y="3995928"/>
            <a:chExt cx="6283960" cy="25355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4471670" cy="2535555"/>
            </a:xfrm>
            <a:custGeom>
              <a:avLst/>
              <a:gdLst/>
              <a:ahLst/>
              <a:cxnLst/>
              <a:rect l="l" t="t" r="r" b="b"/>
              <a:pathLst>
                <a:path w="447167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447167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4471670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4471670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  <a:path w="4471670" h="2535554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30" y="3995928"/>
              <a:ext cx="2658745" cy="2535555"/>
            </a:xfrm>
            <a:custGeom>
              <a:avLst/>
              <a:gdLst/>
              <a:ahLst/>
              <a:cxnLst/>
              <a:rect l="l" t="t" r="r" b="b"/>
              <a:pathLst>
                <a:path w="2658745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2658745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2658745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9939" y="4719066"/>
              <a:ext cx="1513840" cy="1090295"/>
            </a:xfrm>
            <a:custGeom>
              <a:avLst/>
              <a:gdLst/>
              <a:ahLst/>
              <a:cxnLst/>
              <a:rect l="l" t="t" r="r" b="b"/>
              <a:pathLst>
                <a:path w="1513840" h="1090295">
                  <a:moveTo>
                    <a:pt x="1513331" y="0"/>
                  </a:moveTo>
                  <a:lnTo>
                    <a:pt x="299465" y="1089748"/>
                  </a:lnTo>
                </a:path>
                <a:path w="1513840" h="1090295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366008" y="5921641"/>
          <a:ext cx="5716269" cy="935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7720">
                        <a:lnSpc>
                          <a:spcPts val="307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1026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51426"/>
              </p:ext>
            </p:extLst>
          </p:nvPr>
        </p:nvGraphicFramePr>
        <p:xfrm>
          <a:off x="479425" y="2878835"/>
          <a:ext cx="8300716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496055" y="4447794"/>
            <a:ext cx="5476240" cy="1380490"/>
            <a:chOff x="3496055" y="4447794"/>
            <a:chExt cx="5476240" cy="1380490"/>
          </a:xfrm>
        </p:grpSpPr>
        <p:sp>
          <p:nvSpPr>
            <p:cNvPr id="18" name="object 18"/>
            <p:cNvSpPr/>
            <p:nvPr/>
          </p:nvSpPr>
          <p:spPr>
            <a:xfrm>
              <a:off x="3515105" y="4466844"/>
              <a:ext cx="5014595" cy="1342390"/>
            </a:xfrm>
            <a:custGeom>
              <a:avLst/>
              <a:gdLst/>
              <a:ahLst/>
              <a:cxnLst/>
              <a:rect l="l" t="t" r="r" b="b"/>
              <a:pathLst>
                <a:path w="5014595" h="1342389">
                  <a:moveTo>
                    <a:pt x="0" y="375665"/>
                  </a:moveTo>
                  <a:lnTo>
                    <a:pt x="0" y="1217460"/>
                  </a:lnTo>
                </a:path>
                <a:path w="5014595" h="1342389">
                  <a:moveTo>
                    <a:pt x="423672" y="0"/>
                  </a:moveTo>
                  <a:lnTo>
                    <a:pt x="1389507" y="0"/>
                  </a:lnTo>
                </a:path>
                <a:path w="5014595" h="1342389">
                  <a:moveTo>
                    <a:pt x="1812798" y="1217460"/>
                  </a:moveTo>
                  <a:lnTo>
                    <a:pt x="1812798" y="375665"/>
                  </a:lnTo>
                </a:path>
                <a:path w="5014595" h="1342389">
                  <a:moveTo>
                    <a:pt x="2112264" y="1341970"/>
                  </a:moveTo>
                  <a:lnTo>
                    <a:pt x="3326129" y="252221"/>
                  </a:lnTo>
                </a:path>
                <a:path w="5014595" h="1342389">
                  <a:moveTo>
                    <a:pt x="5014341" y="0"/>
                  </a:moveTo>
                  <a:lnTo>
                    <a:pt x="404850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 flipH="1">
              <a:off x="8952738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8EE547E0-77F8-A54B-9FF4-6566783C10F0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283960" cy="2535555"/>
            <a:chOff x="3092195" y="3995928"/>
            <a:chExt cx="6283960" cy="25355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89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5327903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17030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9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9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27369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6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63611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4">
                  <a:moveTo>
                    <a:pt x="96583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39939" y="4719066"/>
              <a:ext cx="1513840" cy="1090295"/>
            </a:xfrm>
            <a:custGeom>
              <a:avLst/>
              <a:gdLst/>
              <a:ahLst/>
              <a:cxnLst/>
              <a:rect l="l" t="t" r="r" b="b"/>
              <a:pathLst>
                <a:path w="1513840" h="1090295">
                  <a:moveTo>
                    <a:pt x="1513331" y="0"/>
                  </a:moveTo>
                  <a:lnTo>
                    <a:pt x="299465" y="1089748"/>
                  </a:lnTo>
                </a:path>
                <a:path w="1513840" h="1090295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366008" y="5921641"/>
          <a:ext cx="5716269" cy="935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7720">
                        <a:lnSpc>
                          <a:spcPts val="307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1026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05487"/>
              </p:ext>
            </p:extLst>
          </p:nvPr>
        </p:nvGraphicFramePr>
        <p:xfrm>
          <a:off x="479425" y="2878835"/>
          <a:ext cx="8300716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 flipH="1">
            <a:off x="8952738" y="4842509"/>
            <a:ext cx="0" cy="842010"/>
          </a:xfrm>
          <a:custGeom>
            <a:avLst/>
            <a:gdLst/>
            <a:ahLst/>
            <a:cxnLst/>
            <a:rect l="l" t="t" r="r" b="b"/>
            <a:pathLst>
              <a:path h="842010">
                <a:moveTo>
                  <a:pt x="0" y="841794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B0585A93-2C3E-5B49-B5DD-206AA66A9437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283960" cy="2535555"/>
            <a:chOff x="3092195" y="3995928"/>
            <a:chExt cx="6283960" cy="25355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4471670" cy="2535555"/>
            </a:xfrm>
            <a:custGeom>
              <a:avLst/>
              <a:gdLst/>
              <a:ahLst/>
              <a:cxnLst/>
              <a:rect l="l" t="t" r="r" b="b"/>
              <a:pathLst>
                <a:path w="447167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447167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4471670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4471670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  <a:path w="4471670" h="2535554">
                  <a:moveTo>
                    <a:pt x="4471416" y="2111883"/>
                  </a:moveTo>
                  <a:lnTo>
                    <a:pt x="4468558" y="2062518"/>
                  </a:lnTo>
                  <a:lnTo>
                    <a:pt x="4460227" y="2014829"/>
                  </a:lnTo>
                  <a:lnTo>
                    <a:pt x="4446740" y="1969135"/>
                  </a:lnTo>
                  <a:lnTo>
                    <a:pt x="4428388" y="1925739"/>
                  </a:lnTo>
                  <a:lnTo>
                    <a:pt x="4405515" y="1884972"/>
                  </a:lnTo>
                  <a:lnTo>
                    <a:pt x="4378426" y="1847138"/>
                  </a:lnTo>
                  <a:lnTo>
                    <a:pt x="4347438" y="1812582"/>
                  </a:lnTo>
                  <a:lnTo>
                    <a:pt x="4312882" y="1781594"/>
                  </a:lnTo>
                  <a:lnTo>
                    <a:pt x="4275048" y="1754492"/>
                  </a:lnTo>
                  <a:lnTo>
                    <a:pt x="4234281" y="1731619"/>
                  </a:lnTo>
                  <a:lnTo>
                    <a:pt x="4190885" y="1713280"/>
                  </a:lnTo>
                  <a:lnTo>
                    <a:pt x="4145191" y="1699780"/>
                  </a:lnTo>
                  <a:lnTo>
                    <a:pt x="4097490" y="1691449"/>
                  </a:lnTo>
                  <a:lnTo>
                    <a:pt x="4048125" y="1688592"/>
                  </a:lnTo>
                  <a:lnTo>
                    <a:pt x="3998747" y="1691449"/>
                  </a:lnTo>
                  <a:lnTo>
                    <a:pt x="3951046" y="1699780"/>
                  </a:lnTo>
                  <a:lnTo>
                    <a:pt x="3905351" y="1713280"/>
                  </a:lnTo>
                  <a:lnTo>
                    <a:pt x="3861955" y="1731619"/>
                  </a:lnTo>
                  <a:lnTo>
                    <a:pt x="3821188" y="1754492"/>
                  </a:lnTo>
                  <a:lnTo>
                    <a:pt x="3783355" y="1781594"/>
                  </a:lnTo>
                  <a:lnTo>
                    <a:pt x="3748798" y="1812582"/>
                  </a:lnTo>
                  <a:lnTo>
                    <a:pt x="3717810" y="1847138"/>
                  </a:lnTo>
                  <a:lnTo>
                    <a:pt x="3690721" y="1884972"/>
                  </a:lnTo>
                  <a:lnTo>
                    <a:pt x="3667849" y="1925739"/>
                  </a:lnTo>
                  <a:lnTo>
                    <a:pt x="3649497" y="1969135"/>
                  </a:lnTo>
                  <a:lnTo>
                    <a:pt x="3636010" y="2014829"/>
                  </a:lnTo>
                  <a:lnTo>
                    <a:pt x="3627678" y="2062518"/>
                  </a:lnTo>
                  <a:lnTo>
                    <a:pt x="3624834" y="2111883"/>
                  </a:lnTo>
                  <a:lnTo>
                    <a:pt x="3627678" y="2161260"/>
                  </a:lnTo>
                  <a:lnTo>
                    <a:pt x="3636010" y="2208949"/>
                  </a:lnTo>
                  <a:lnTo>
                    <a:pt x="3649497" y="2254643"/>
                  </a:lnTo>
                  <a:lnTo>
                    <a:pt x="3667849" y="2298039"/>
                  </a:lnTo>
                  <a:lnTo>
                    <a:pt x="3690721" y="2338806"/>
                  </a:lnTo>
                  <a:lnTo>
                    <a:pt x="3717810" y="2376640"/>
                  </a:lnTo>
                  <a:lnTo>
                    <a:pt x="3748798" y="2411209"/>
                  </a:lnTo>
                  <a:lnTo>
                    <a:pt x="3783355" y="2442184"/>
                  </a:lnTo>
                  <a:lnTo>
                    <a:pt x="3821188" y="2469286"/>
                  </a:lnTo>
                  <a:lnTo>
                    <a:pt x="3861955" y="2492159"/>
                  </a:lnTo>
                  <a:lnTo>
                    <a:pt x="3905351" y="2510498"/>
                  </a:lnTo>
                  <a:lnTo>
                    <a:pt x="3951046" y="2523998"/>
                  </a:lnTo>
                  <a:lnTo>
                    <a:pt x="3998747" y="2532329"/>
                  </a:lnTo>
                  <a:lnTo>
                    <a:pt x="4048125" y="2535174"/>
                  </a:lnTo>
                  <a:lnTo>
                    <a:pt x="4097490" y="2532329"/>
                  </a:lnTo>
                  <a:lnTo>
                    <a:pt x="4145191" y="2523998"/>
                  </a:lnTo>
                  <a:lnTo>
                    <a:pt x="4190885" y="2510498"/>
                  </a:lnTo>
                  <a:lnTo>
                    <a:pt x="4234281" y="2492159"/>
                  </a:lnTo>
                  <a:lnTo>
                    <a:pt x="4275048" y="2469286"/>
                  </a:lnTo>
                  <a:lnTo>
                    <a:pt x="4312882" y="2442184"/>
                  </a:lnTo>
                  <a:lnTo>
                    <a:pt x="4347438" y="2411209"/>
                  </a:lnTo>
                  <a:lnTo>
                    <a:pt x="4378426" y="2376640"/>
                  </a:lnTo>
                  <a:lnTo>
                    <a:pt x="4405515" y="2338806"/>
                  </a:lnTo>
                  <a:lnTo>
                    <a:pt x="4428388" y="2298039"/>
                  </a:lnTo>
                  <a:lnTo>
                    <a:pt x="4446740" y="2254643"/>
                  </a:lnTo>
                  <a:lnTo>
                    <a:pt x="4460227" y="2208949"/>
                  </a:lnTo>
                  <a:lnTo>
                    <a:pt x="4468558" y="2161260"/>
                  </a:lnTo>
                  <a:lnTo>
                    <a:pt x="4471416" y="2111883"/>
                  </a:lnTo>
                  <a:close/>
                </a:path>
                <a:path w="4471670" h="2535554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29066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90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847090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9939" y="4719066"/>
              <a:ext cx="1513840" cy="1090295"/>
            </a:xfrm>
            <a:custGeom>
              <a:avLst/>
              <a:gdLst/>
              <a:ahLst/>
              <a:cxnLst/>
              <a:rect l="l" t="t" r="r" b="b"/>
              <a:pathLst>
                <a:path w="1513840" h="1090295">
                  <a:moveTo>
                    <a:pt x="1513331" y="0"/>
                  </a:moveTo>
                  <a:lnTo>
                    <a:pt x="299465" y="1089748"/>
                  </a:lnTo>
                </a:path>
                <a:path w="1513840" h="1090295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366008" y="5921641"/>
          <a:ext cx="5716269" cy="935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7720">
                        <a:lnSpc>
                          <a:spcPts val="307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1026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81416" y="3630929"/>
            <a:ext cx="1343025" cy="1295400"/>
          </a:xfrm>
          <a:custGeom>
            <a:avLst/>
            <a:gdLst/>
            <a:ahLst/>
            <a:cxnLst/>
            <a:rect l="l" t="t" r="r" b="b"/>
            <a:pathLst>
              <a:path w="1343025" h="1295400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1126743" y="0"/>
                </a:lnTo>
                <a:lnTo>
                  <a:pt x="1176252" y="5701"/>
                </a:lnTo>
                <a:lnTo>
                  <a:pt x="1221697" y="21941"/>
                </a:lnTo>
                <a:lnTo>
                  <a:pt x="1261784" y="47426"/>
                </a:lnTo>
                <a:lnTo>
                  <a:pt x="1295217" y="80859"/>
                </a:lnTo>
                <a:lnTo>
                  <a:pt x="1320702" y="120946"/>
                </a:lnTo>
                <a:lnTo>
                  <a:pt x="1336942" y="166391"/>
                </a:lnTo>
                <a:lnTo>
                  <a:pt x="1342643" y="215900"/>
                </a:lnTo>
                <a:lnTo>
                  <a:pt x="1342643" y="1079500"/>
                </a:lnTo>
                <a:lnTo>
                  <a:pt x="1336942" y="1129008"/>
                </a:lnTo>
                <a:lnTo>
                  <a:pt x="1320702" y="1174453"/>
                </a:lnTo>
                <a:lnTo>
                  <a:pt x="1295217" y="1214540"/>
                </a:lnTo>
                <a:lnTo>
                  <a:pt x="1261784" y="1247973"/>
                </a:lnTo>
                <a:lnTo>
                  <a:pt x="1221697" y="1273458"/>
                </a:lnTo>
                <a:lnTo>
                  <a:pt x="1176252" y="1289698"/>
                </a:lnTo>
                <a:lnTo>
                  <a:pt x="1126743" y="1295400"/>
                </a:lnTo>
                <a:lnTo>
                  <a:pt x="215900" y="1295400"/>
                </a:lnTo>
                <a:lnTo>
                  <a:pt x="166391" y="1289698"/>
                </a:lnTo>
                <a:lnTo>
                  <a:pt x="120946" y="1273458"/>
                </a:lnTo>
                <a:lnTo>
                  <a:pt x="80859" y="1247973"/>
                </a:lnTo>
                <a:lnTo>
                  <a:pt x="47426" y="1214540"/>
                </a:lnTo>
                <a:lnTo>
                  <a:pt x="21941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507368"/>
              </p:ext>
            </p:extLst>
          </p:nvPr>
        </p:nvGraphicFramePr>
        <p:xfrm>
          <a:off x="479425" y="2878835"/>
          <a:ext cx="8300716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A6A6A6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3496055" y="4447794"/>
            <a:ext cx="5476240" cy="1380490"/>
            <a:chOff x="3496055" y="4447794"/>
            <a:chExt cx="5476240" cy="1380490"/>
          </a:xfrm>
        </p:grpSpPr>
        <p:sp>
          <p:nvSpPr>
            <p:cNvPr id="19" name="object 19"/>
            <p:cNvSpPr/>
            <p:nvPr/>
          </p:nvSpPr>
          <p:spPr>
            <a:xfrm>
              <a:off x="3515105" y="4466844"/>
              <a:ext cx="5014595" cy="1342390"/>
            </a:xfrm>
            <a:custGeom>
              <a:avLst/>
              <a:gdLst/>
              <a:ahLst/>
              <a:cxnLst/>
              <a:rect l="l" t="t" r="r" b="b"/>
              <a:pathLst>
                <a:path w="5014595" h="1342389">
                  <a:moveTo>
                    <a:pt x="0" y="375665"/>
                  </a:moveTo>
                  <a:lnTo>
                    <a:pt x="0" y="1217460"/>
                  </a:lnTo>
                </a:path>
                <a:path w="5014595" h="1342389">
                  <a:moveTo>
                    <a:pt x="423672" y="0"/>
                  </a:moveTo>
                  <a:lnTo>
                    <a:pt x="1389507" y="0"/>
                  </a:lnTo>
                </a:path>
                <a:path w="5014595" h="1342389">
                  <a:moveTo>
                    <a:pt x="1812798" y="1217460"/>
                  </a:moveTo>
                  <a:lnTo>
                    <a:pt x="1812798" y="375665"/>
                  </a:lnTo>
                </a:path>
                <a:path w="5014595" h="1342389">
                  <a:moveTo>
                    <a:pt x="2112264" y="1341970"/>
                  </a:moveTo>
                  <a:lnTo>
                    <a:pt x="3326129" y="252221"/>
                  </a:lnTo>
                </a:path>
                <a:path w="5014595" h="1342389">
                  <a:moveTo>
                    <a:pt x="5014341" y="0"/>
                  </a:moveTo>
                  <a:lnTo>
                    <a:pt x="404850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 flipH="1">
              <a:off x="8952738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">
            <a:extLst>
              <a:ext uri="{FF2B5EF4-FFF2-40B4-BE49-F238E27FC236}">
                <a16:creationId xmlns:a16="http://schemas.microsoft.com/office/drawing/2014/main" id="{BC71D840-4719-8B43-8A33-F60170771CBC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283960" cy="2535555"/>
            <a:chOff x="3092195" y="3995928"/>
            <a:chExt cx="6283960" cy="25355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6283960" cy="2535555"/>
            </a:xfrm>
            <a:custGeom>
              <a:avLst/>
              <a:gdLst/>
              <a:ahLst/>
              <a:cxnLst/>
              <a:rect l="l" t="t" r="r" b="b"/>
              <a:pathLst>
                <a:path w="6283959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6283959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6283959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6283959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  <a:path w="6283959" h="2535554">
                  <a:moveTo>
                    <a:pt x="4471416" y="2111883"/>
                  </a:moveTo>
                  <a:lnTo>
                    <a:pt x="4468558" y="2062518"/>
                  </a:lnTo>
                  <a:lnTo>
                    <a:pt x="4460227" y="2014829"/>
                  </a:lnTo>
                  <a:lnTo>
                    <a:pt x="4446740" y="1969135"/>
                  </a:lnTo>
                  <a:lnTo>
                    <a:pt x="4428388" y="1925739"/>
                  </a:lnTo>
                  <a:lnTo>
                    <a:pt x="4405515" y="1884972"/>
                  </a:lnTo>
                  <a:lnTo>
                    <a:pt x="4378426" y="1847138"/>
                  </a:lnTo>
                  <a:lnTo>
                    <a:pt x="4347438" y="1812582"/>
                  </a:lnTo>
                  <a:lnTo>
                    <a:pt x="4312882" y="1781594"/>
                  </a:lnTo>
                  <a:lnTo>
                    <a:pt x="4275048" y="1754492"/>
                  </a:lnTo>
                  <a:lnTo>
                    <a:pt x="4234281" y="1731619"/>
                  </a:lnTo>
                  <a:lnTo>
                    <a:pt x="4190885" y="1713280"/>
                  </a:lnTo>
                  <a:lnTo>
                    <a:pt x="4145191" y="1699780"/>
                  </a:lnTo>
                  <a:lnTo>
                    <a:pt x="4097490" y="1691449"/>
                  </a:lnTo>
                  <a:lnTo>
                    <a:pt x="4048125" y="1688592"/>
                  </a:lnTo>
                  <a:lnTo>
                    <a:pt x="3998747" y="1691449"/>
                  </a:lnTo>
                  <a:lnTo>
                    <a:pt x="3951046" y="1699780"/>
                  </a:lnTo>
                  <a:lnTo>
                    <a:pt x="3905351" y="1713280"/>
                  </a:lnTo>
                  <a:lnTo>
                    <a:pt x="3861955" y="1731619"/>
                  </a:lnTo>
                  <a:lnTo>
                    <a:pt x="3821188" y="1754492"/>
                  </a:lnTo>
                  <a:lnTo>
                    <a:pt x="3783355" y="1781594"/>
                  </a:lnTo>
                  <a:lnTo>
                    <a:pt x="3748798" y="1812582"/>
                  </a:lnTo>
                  <a:lnTo>
                    <a:pt x="3717810" y="1847138"/>
                  </a:lnTo>
                  <a:lnTo>
                    <a:pt x="3690721" y="1884972"/>
                  </a:lnTo>
                  <a:lnTo>
                    <a:pt x="3667849" y="1925739"/>
                  </a:lnTo>
                  <a:lnTo>
                    <a:pt x="3649497" y="1969135"/>
                  </a:lnTo>
                  <a:lnTo>
                    <a:pt x="3636010" y="2014829"/>
                  </a:lnTo>
                  <a:lnTo>
                    <a:pt x="3627678" y="2062518"/>
                  </a:lnTo>
                  <a:lnTo>
                    <a:pt x="3624834" y="2111883"/>
                  </a:lnTo>
                  <a:lnTo>
                    <a:pt x="3627678" y="2161260"/>
                  </a:lnTo>
                  <a:lnTo>
                    <a:pt x="3636010" y="2208949"/>
                  </a:lnTo>
                  <a:lnTo>
                    <a:pt x="3649497" y="2254643"/>
                  </a:lnTo>
                  <a:lnTo>
                    <a:pt x="3667849" y="2298039"/>
                  </a:lnTo>
                  <a:lnTo>
                    <a:pt x="3690721" y="2338806"/>
                  </a:lnTo>
                  <a:lnTo>
                    <a:pt x="3717810" y="2376640"/>
                  </a:lnTo>
                  <a:lnTo>
                    <a:pt x="3748798" y="2411209"/>
                  </a:lnTo>
                  <a:lnTo>
                    <a:pt x="3783355" y="2442184"/>
                  </a:lnTo>
                  <a:lnTo>
                    <a:pt x="3821188" y="2469286"/>
                  </a:lnTo>
                  <a:lnTo>
                    <a:pt x="3861955" y="2492159"/>
                  </a:lnTo>
                  <a:lnTo>
                    <a:pt x="3905351" y="2510498"/>
                  </a:lnTo>
                  <a:lnTo>
                    <a:pt x="3951046" y="2523998"/>
                  </a:lnTo>
                  <a:lnTo>
                    <a:pt x="3998747" y="2532329"/>
                  </a:lnTo>
                  <a:lnTo>
                    <a:pt x="4048125" y="2535174"/>
                  </a:lnTo>
                  <a:lnTo>
                    <a:pt x="4097490" y="2532329"/>
                  </a:lnTo>
                  <a:lnTo>
                    <a:pt x="4145191" y="2523998"/>
                  </a:lnTo>
                  <a:lnTo>
                    <a:pt x="4190885" y="2510498"/>
                  </a:lnTo>
                  <a:lnTo>
                    <a:pt x="4234281" y="2492159"/>
                  </a:lnTo>
                  <a:lnTo>
                    <a:pt x="4275048" y="2469286"/>
                  </a:lnTo>
                  <a:lnTo>
                    <a:pt x="4312882" y="2442184"/>
                  </a:lnTo>
                  <a:lnTo>
                    <a:pt x="4347438" y="2411209"/>
                  </a:lnTo>
                  <a:lnTo>
                    <a:pt x="4378426" y="2376640"/>
                  </a:lnTo>
                  <a:lnTo>
                    <a:pt x="4405515" y="2338806"/>
                  </a:lnTo>
                  <a:lnTo>
                    <a:pt x="4428388" y="2298039"/>
                  </a:lnTo>
                  <a:lnTo>
                    <a:pt x="4446740" y="2254643"/>
                  </a:lnTo>
                  <a:lnTo>
                    <a:pt x="4460227" y="2208949"/>
                  </a:lnTo>
                  <a:lnTo>
                    <a:pt x="4468558" y="2161260"/>
                  </a:lnTo>
                  <a:lnTo>
                    <a:pt x="4471416" y="2111883"/>
                  </a:lnTo>
                  <a:close/>
                </a:path>
                <a:path w="6283959" h="2535554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  <a:path w="6283959" h="2535554">
                  <a:moveTo>
                    <a:pt x="6283452" y="423291"/>
                  </a:moveTo>
                  <a:lnTo>
                    <a:pt x="6280594" y="373926"/>
                  </a:lnTo>
                  <a:lnTo>
                    <a:pt x="6272263" y="326224"/>
                  </a:lnTo>
                  <a:lnTo>
                    <a:pt x="6258776" y="280530"/>
                  </a:lnTo>
                  <a:lnTo>
                    <a:pt x="6240424" y="237134"/>
                  </a:lnTo>
                  <a:lnTo>
                    <a:pt x="6217551" y="196367"/>
                  </a:lnTo>
                  <a:lnTo>
                    <a:pt x="6190462" y="158534"/>
                  </a:lnTo>
                  <a:lnTo>
                    <a:pt x="6159474" y="123977"/>
                  </a:lnTo>
                  <a:lnTo>
                    <a:pt x="6124918" y="92989"/>
                  </a:lnTo>
                  <a:lnTo>
                    <a:pt x="6087084" y="65900"/>
                  </a:lnTo>
                  <a:lnTo>
                    <a:pt x="6046317" y="43027"/>
                  </a:lnTo>
                  <a:lnTo>
                    <a:pt x="6002921" y="24676"/>
                  </a:lnTo>
                  <a:lnTo>
                    <a:pt x="5957227" y="11188"/>
                  </a:lnTo>
                  <a:lnTo>
                    <a:pt x="5909526" y="2857"/>
                  </a:lnTo>
                  <a:lnTo>
                    <a:pt x="5860161" y="0"/>
                  </a:lnTo>
                  <a:lnTo>
                    <a:pt x="5810783" y="2857"/>
                  </a:lnTo>
                  <a:lnTo>
                    <a:pt x="5763082" y="11188"/>
                  </a:lnTo>
                  <a:lnTo>
                    <a:pt x="5717387" y="24676"/>
                  </a:lnTo>
                  <a:lnTo>
                    <a:pt x="5673991" y="43027"/>
                  </a:lnTo>
                  <a:lnTo>
                    <a:pt x="5633224" y="65900"/>
                  </a:lnTo>
                  <a:lnTo>
                    <a:pt x="5595391" y="92989"/>
                  </a:lnTo>
                  <a:lnTo>
                    <a:pt x="5560834" y="123977"/>
                  </a:lnTo>
                  <a:lnTo>
                    <a:pt x="5529846" y="158534"/>
                  </a:lnTo>
                  <a:lnTo>
                    <a:pt x="5502757" y="196367"/>
                  </a:lnTo>
                  <a:lnTo>
                    <a:pt x="5479885" y="237134"/>
                  </a:lnTo>
                  <a:lnTo>
                    <a:pt x="5461533" y="280530"/>
                  </a:lnTo>
                  <a:lnTo>
                    <a:pt x="5448046" y="326224"/>
                  </a:lnTo>
                  <a:lnTo>
                    <a:pt x="5439715" y="373926"/>
                  </a:lnTo>
                  <a:lnTo>
                    <a:pt x="5436870" y="423291"/>
                  </a:lnTo>
                  <a:lnTo>
                    <a:pt x="5439715" y="472668"/>
                  </a:lnTo>
                  <a:lnTo>
                    <a:pt x="5448046" y="520369"/>
                  </a:lnTo>
                  <a:lnTo>
                    <a:pt x="5461533" y="566064"/>
                  </a:lnTo>
                  <a:lnTo>
                    <a:pt x="5479885" y="609460"/>
                  </a:lnTo>
                  <a:lnTo>
                    <a:pt x="5502757" y="650227"/>
                  </a:lnTo>
                  <a:lnTo>
                    <a:pt x="5529846" y="688060"/>
                  </a:lnTo>
                  <a:lnTo>
                    <a:pt x="5560834" y="722617"/>
                  </a:lnTo>
                  <a:lnTo>
                    <a:pt x="5595391" y="753605"/>
                  </a:lnTo>
                  <a:lnTo>
                    <a:pt x="5633224" y="780694"/>
                  </a:lnTo>
                  <a:lnTo>
                    <a:pt x="5673991" y="803567"/>
                  </a:lnTo>
                  <a:lnTo>
                    <a:pt x="5717387" y="821918"/>
                  </a:lnTo>
                  <a:lnTo>
                    <a:pt x="5763082" y="835406"/>
                  </a:lnTo>
                  <a:lnTo>
                    <a:pt x="5810783" y="843737"/>
                  </a:lnTo>
                  <a:lnTo>
                    <a:pt x="5860161" y="846582"/>
                  </a:lnTo>
                  <a:lnTo>
                    <a:pt x="5909526" y="843737"/>
                  </a:lnTo>
                  <a:lnTo>
                    <a:pt x="5957227" y="835406"/>
                  </a:lnTo>
                  <a:lnTo>
                    <a:pt x="6002921" y="821918"/>
                  </a:lnTo>
                  <a:lnTo>
                    <a:pt x="6046317" y="803567"/>
                  </a:lnTo>
                  <a:lnTo>
                    <a:pt x="6087084" y="780694"/>
                  </a:lnTo>
                  <a:lnTo>
                    <a:pt x="6124918" y="753605"/>
                  </a:lnTo>
                  <a:lnTo>
                    <a:pt x="6159474" y="722617"/>
                  </a:lnTo>
                  <a:lnTo>
                    <a:pt x="6190462" y="688060"/>
                  </a:lnTo>
                  <a:lnTo>
                    <a:pt x="6217551" y="650227"/>
                  </a:lnTo>
                  <a:lnTo>
                    <a:pt x="6240424" y="609460"/>
                  </a:lnTo>
                  <a:lnTo>
                    <a:pt x="6258776" y="566064"/>
                  </a:lnTo>
                  <a:lnTo>
                    <a:pt x="6272263" y="520369"/>
                  </a:lnTo>
                  <a:lnTo>
                    <a:pt x="6280594" y="472668"/>
                  </a:lnTo>
                  <a:lnTo>
                    <a:pt x="628345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9939" y="4719066"/>
              <a:ext cx="1513840" cy="1090295"/>
            </a:xfrm>
            <a:custGeom>
              <a:avLst/>
              <a:gdLst/>
              <a:ahLst/>
              <a:cxnLst/>
              <a:rect l="l" t="t" r="r" b="b"/>
              <a:pathLst>
                <a:path w="1513840" h="1090295">
                  <a:moveTo>
                    <a:pt x="1513331" y="0"/>
                  </a:moveTo>
                  <a:lnTo>
                    <a:pt x="299465" y="1089748"/>
                  </a:lnTo>
                </a:path>
                <a:path w="1513840" h="1090295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366008" y="5921641"/>
          <a:ext cx="5716269" cy="935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7720">
                        <a:lnSpc>
                          <a:spcPts val="307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10260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7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81416" y="5541264"/>
            <a:ext cx="1343025" cy="1295400"/>
          </a:xfrm>
          <a:custGeom>
            <a:avLst/>
            <a:gdLst/>
            <a:ahLst/>
            <a:cxnLst/>
            <a:rect l="l" t="t" r="r" b="b"/>
            <a:pathLst>
              <a:path w="1343025" h="1295400">
                <a:moveTo>
                  <a:pt x="0" y="215900"/>
                </a:moveTo>
                <a:lnTo>
                  <a:pt x="5701" y="166395"/>
                </a:lnTo>
                <a:lnTo>
                  <a:pt x="21941" y="120951"/>
                </a:lnTo>
                <a:lnTo>
                  <a:pt x="47426" y="80864"/>
                </a:lnTo>
                <a:lnTo>
                  <a:pt x="80859" y="47430"/>
                </a:lnTo>
                <a:lnTo>
                  <a:pt x="120946" y="21943"/>
                </a:lnTo>
                <a:lnTo>
                  <a:pt x="166391" y="5701"/>
                </a:lnTo>
                <a:lnTo>
                  <a:pt x="215900" y="0"/>
                </a:lnTo>
                <a:lnTo>
                  <a:pt x="1126743" y="0"/>
                </a:lnTo>
                <a:lnTo>
                  <a:pt x="1176252" y="5701"/>
                </a:lnTo>
                <a:lnTo>
                  <a:pt x="1221697" y="21943"/>
                </a:lnTo>
                <a:lnTo>
                  <a:pt x="1261784" y="47430"/>
                </a:lnTo>
                <a:lnTo>
                  <a:pt x="1295217" y="80864"/>
                </a:lnTo>
                <a:lnTo>
                  <a:pt x="1320702" y="120951"/>
                </a:lnTo>
                <a:lnTo>
                  <a:pt x="1336942" y="166395"/>
                </a:lnTo>
                <a:lnTo>
                  <a:pt x="1342643" y="215900"/>
                </a:lnTo>
                <a:lnTo>
                  <a:pt x="1342643" y="1079500"/>
                </a:lnTo>
                <a:lnTo>
                  <a:pt x="1336942" y="1129003"/>
                </a:lnTo>
                <a:lnTo>
                  <a:pt x="1320702" y="1174446"/>
                </a:lnTo>
                <a:lnTo>
                  <a:pt x="1295217" y="1214533"/>
                </a:lnTo>
                <a:lnTo>
                  <a:pt x="1261784" y="1247967"/>
                </a:lnTo>
                <a:lnTo>
                  <a:pt x="1221697" y="1273454"/>
                </a:lnTo>
                <a:lnTo>
                  <a:pt x="1176252" y="1289696"/>
                </a:lnTo>
                <a:lnTo>
                  <a:pt x="1126743" y="1295398"/>
                </a:lnTo>
                <a:lnTo>
                  <a:pt x="215900" y="1295398"/>
                </a:lnTo>
                <a:lnTo>
                  <a:pt x="166391" y="1289696"/>
                </a:lnTo>
                <a:lnTo>
                  <a:pt x="120946" y="1273454"/>
                </a:lnTo>
                <a:lnTo>
                  <a:pt x="80859" y="1247967"/>
                </a:lnTo>
                <a:lnTo>
                  <a:pt x="47426" y="1214533"/>
                </a:lnTo>
                <a:lnTo>
                  <a:pt x="21941" y="1174446"/>
                </a:lnTo>
                <a:lnTo>
                  <a:pt x="5701" y="1129003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750507"/>
              </p:ext>
            </p:extLst>
          </p:nvPr>
        </p:nvGraphicFramePr>
        <p:xfrm>
          <a:off x="479425" y="2878835"/>
          <a:ext cx="8300716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3496055" y="4447794"/>
            <a:ext cx="5476240" cy="1380490"/>
            <a:chOff x="3496055" y="4447794"/>
            <a:chExt cx="5476240" cy="1380490"/>
          </a:xfrm>
        </p:grpSpPr>
        <p:sp>
          <p:nvSpPr>
            <p:cNvPr id="19" name="object 19"/>
            <p:cNvSpPr/>
            <p:nvPr/>
          </p:nvSpPr>
          <p:spPr>
            <a:xfrm>
              <a:off x="3515105" y="4466844"/>
              <a:ext cx="5014595" cy="1342390"/>
            </a:xfrm>
            <a:custGeom>
              <a:avLst/>
              <a:gdLst/>
              <a:ahLst/>
              <a:cxnLst/>
              <a:rect l="l" t="t" r="r" b="b"/>
              <a:pathLst>
                <a:path w="5014595" h="1342389">
                  <a:moveTo>
                    <a:pt x="0" y="375665"/>
                  </a:moveTo>
                  <a:lnTo>
                    <a:pt x="0" y="1217460"/>
                  </a:lnTo>
                </a:path>
                <a:path w="5014595" h="1342389">
                  <a:moveTo>
                    <a:pt x="423672" y="0"/>
                  </a:moveTo>
                  <a:lnTo>
                    <a:pt x="1389507" y="0"/>
                  </a:lnTo>
                </a:path>
                <a:path w="5014595" h="1342389">
                  <a:moveTo>
                    <a:pt x="1812798" y="1217460"/>
                  </a:moveTo>
                  <a:lnTo>
                    <a:pt x="1812798" y="375665"/>
                  </a:lnTo>
                </a:path>
                <a:path w="5014595" h="1342389">
                  <a:moveTo>
                    <a:pt x="2112264" y="1341970"/>
                  </a:moveTo>
                  <a:lnTo>
                    <a:pt x="3326129" y="252221"/>
                  </a:lnTo>
                </a:path>
                <a:path w="5014595" h="1342389">
                  <a:moveTo>
                    <a:pt x="5014341" y="0"/>
                  </a:moveTo>
                  <a:lnTo>
                    <a:pt x="404850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 flipH="1">
              <a:off x="8952738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">
            <a:extLst>
              <a:ext uri="{FF2B5EF4-FFF2-40B4-BE49-F238E27FC236}">
                <a16:creationId xmlns:a16="http://schemas.microsoft.com/office/drawing/2014/main" id="{9DA4F47B-9DE4-684C-AD44-3BB1B4237C9B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2195" y="3995928"/>
            <a:ext cx="6283960" cy="2535555"/>
            <a:chOff x="3092195" y="3995928"/>
            <a:chExt cx="6283960" cy="2535555"/>
          </a:xfrm>
        </p:grpSpPr>
        <p:sp>
          <p:nvSpPr>
            <p:cNvPr id="4" name="object 4"/>
            <p:cNvSpPr/>
            <p:nvPr/>
          </p:nvSpPr>
          <p:spPr>
            <a:xfrm>
              <a:off x="3092196" y="3995928"/>
              <a:ext cx="6283960" cy="2535555"/>
            </a:xfrm>
            <a:custGeom>
              <a:avLst/>
              <a:gdLst/>
              <a:ahLst/>
              <a:cxnLst/>
              <a:rect l="l" t="t" r="r" b="b"/>
              <a:pathLst>
                <a:path w="6283959" h="2535554">
                  <a:moveTo>
                    <a:pt x="846582" y="2111883"/>
                  </a:moveTo>
                  <a:lnTo>
                    <a:pt x="843724" y="2062518"/>
                  </a:lnTo>
                  <a:lnTo>
                    <a:pt x="835393" y="2014829"/>
                  </a:lnTo>
                  <a:lnTo>
                    <a:pt x="821905" y="1969135"/>
                  </a:lnTo>
                  <a:lnTo>
                    <a:pt x="803554" y="1925739"/>
                  </a:lnTo>
                  <a:lnTo>
                    <a:pt x="780681" y="1884972"/>
                  </a:lnTo>
                  <a:lnTo>
                    <a:pt x="753592" y="1847138"/>
                  </a:lnTo>
                  <a:lnTo>
                    <a:pt x="722604" y="1812582"/>
                  </a:lnTo>
                  <a:lnTo>
                    <a:pt x="688047" y="1781594"/>
                  </a:lnTo>
                  <a:lnTo>
                    <a:pt x="650214" y="1754492"/>
                  </a:lnTo>
                  <a:lnTo>
                    <a:pt x="609447" y="1731619"/>
                  </a:lnTo>
                  <a:lnTo>
                    <a:pt x="566051" y="1713280"/>
                  </a:lnTo>
                  <a:lnTo>
                    <a:pt x="520357" y="1699780"/>
                  </a:lnTo>
                  <a:lnTo>
                    <a:pt x="472655" y="1691449"/>
                  </a:lnTo>
                  <a:lnTo>
                    <a:pt x="423291" y="1688592"/>
                  </a:lnTo>
                  <a:lnTo>
                    <a:pt x="373913" y="1691449"/>
                  </a:lnTo>
                  <a:lnTo>
                    <a:pt x="326212" y="1699780"/>
                  </a:lnTo>
                  <a:lnTo>
                    <a:pt x="280517" y="1713280"/>
                  </a:lnTo>
                  <a:lnTo>
                    <a:pt x="237121" y="1731619"/>
                  </a:lnTo>
                  <a:lnTo>
                    <a:pt x="196354" y="1754492"/>
                  </a:lnTo>
                  <a:lnTo>
                    <a:pt x="158521" y="1781594"/>
                  </a:lnTo>
                  <a:lnTo>
                    <a:pt x="123964" y="1812582"/>
                  </a:lnTo>
                  <a:lnTo>
                    <a:pt x="92976" y="1847138"/>
                  </a:lnTo>
                  <a:lnTo>
                    <a:pt x="65887" y="1884972"/>
                  </a:lnTo>
                  <a:lnTo>
                    <a:pt x="43014" y="1925739"/>
                  </a:lnTo>
                  <a:lnTo>
                    <a:pt x="24663" y="1969135"/>
                  </a:lnTo>
                  <a:lnTo>
                    <a:pt x="11176" y="2014829"/>
                  </a:lnTo>
                  <a:lnTo>
                    <a:pt x="2844" y="2062518"/>
                  </a:lnTo>
                  <a:lnTo>
                    <a:pt x="0" y="2111883"/>
                  </a:lnTo>
                  <a:lnTo>
                    <a:pt x="2844" y="2161260"/>
                  </a:lnTo>
                  <a:lnTo>
                    <a:pt x="11176" y="2208949"/>
                  </a:lnTo>
                  <a:lnTo>
                    <a:pt x="24663" y="2254643"/>
                  </a:lnTo>
                  <a:lnTo>
                    <a:pt x="43014" y="2298039"/>
                  </a:lnTo>
                  <a:lnTo>
                    <a:pt x="65887" y="2338806"/>
                  </a:lnTo>
                  <a:lnTo>
                    <a:pt x="92976" y="2376640"/>
                  </a:lnTo>
                  <a:lnTo>
                    <a:pt x="123964" y="2411209"/>
                  </a:lnTo>
                  <a:lnTo>
                    <a:pt x="158521" y="2442184"/>
                  </a:lnTo>
                  <a:lnTo>
                    <a:pt x="196354" y="2469286"/>
                  </a:lnTo>
                  <a:lnTo>
                    <a:pt x="237121" y="2492159"/>
                  </a:lnTo>
                  <a:lnTo>
                    <a:pt x="280517" y="2510498"/>
                  </a:lnTo>
                  <a:lnTo>
                    <a:pt x="326212" y="2523998"/>
                  </a:lnTo>
                  <a:lnTo>
                    <a:pt x="373913" y="2532329"/>
                  </a:lnTo>
                  <a:lnTo>
                    <a:pt x="423291" y="2535174"/>
                  </a:lnTo>
                  <a:lnTo>
                    <a:pt x="472655" y="2532329"/>
                  </a:lnTo>
                  <a:lnTo>
                    <a:pt x="520357" y="2523998"/>
                  </a:lnTo>
                  <a:lnTo>
                    <a:pt x="566051" y="2510498"/>
                  </a:lnTo>
                  <a:lnTo>
                    <a:pt x="609447" y="2492159"/>
                  </a:lnTo>
                  <a:lnTo>
                    <a:pt x="650214" y="2469286"/>
                  </a:lnTo>
                  <a:lnTo>
                    <a:pt x="688047" y="2442184"/>
                  </a:lnTo>
                  <a:lnTo>
                    <a:pt x="722604" y="2411209"/>
                  </a:lnTo>
                  <a:lnTo>
                    <a:pt x="753592" y="2376640"/>
                  </a:lnTo>
                  <a:lnTo>
                    <a:pt x="780681" y="2338806"/>
                  </a:lnTo>
                  <a:lnTo>
                    <a:pt x="803554" y="2298039"/>
                  </a:lnTo>
                  <a:lnTo>
                    <a:pt x="821905" y="2254643"/>
                  </a:lnTo>
                  <a:lnTo>
                    <a:pt x="835393" y="2208949"/>
                  </a:lnTo>
                  <a:lnTo>
                    <a:pt x="843724" y="2161260"/>
                  </a:lnTo>
                  <a:lnTo>
                    <a:pt x="846582" y="2111883"/>
                  </a:lnTo>
                  <a:close/>
                </a:path>
                <a:path w="6283959" h="2535554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  <a:path w="6283959" h="2535554">
                  <a:moveTo>
                    <a:pt x="2658618" y="2111883"/>
                  </a:moveTo>
                  <a:lnTo>
                    <a:pt x="2655760" y="2062518"/>
                  </a:lnTo>
                  <a:lnTo>
                    <a:pt x="2647429" y="2014829"/>
                  </a:lnTo>
                  <a:lnTo>
                    <a:pt x="2633942" y="1969135"/>
                  </a:lnTo>
                  <a:lnTo>
                    <a:pt x="2615590" y="1925739"/>
                  </a:lnTo>
                  <a:lnTo>
                    <a:pt x="2592717" y="1884972"/>
                  </a:lnTo>
                  <a:lnTo>
                    <a:pt x="2565628" y="1847138"/>
                  </a:lnTo>
                  <a:lnTo>
                    <a:pt x="2534640" y="1812582"/>
                  </a:lnTo>
                  <a:lnTo>
                    <a:pt x="2500084" y="1781594"/>
                  </a:lnTo>
                  <a:lnTo>
                    <a:pt x="2462250" y="1754492"/>
                  </a:lnTo>
                  <a:lnTo>
                    <a:pt x="2421483" y="1731619"/>
                  </a:lnTo>
                  <a:lnTo>
                    <a:pt x="2378087" y="1713280"/>
                  </a:lnTo>
                  <a:lnTo>
                    <a:pt x="2332393" y="1699780"/>
                  </a:lnTo>
                  <a:lnTo>
                    <a:pt x="2284692" y="1691449"/>
                  </a:lnTo>
                  <a:lnTo>
                    <a:pt x="2235327" y="1688592"/>
                  </a:lnTo>
                  <a:lnTo>
                    <a:pt x="2185949" y="1691449"/>
                  </a:lnTo>
                  <a:lnTo>
                    <a:pt x="2138248" y="1699780"/>
                  </a:lnTo>
                  <a:lnTo>
                    <a:pt x="2092553" y="1713280"/>
                  </a:lnTo>
                  <a:lnTo>
                    <a:pt x="2049157" y="1731619"/>
                  </a:lnTo>
                  <a:lnTo>
                    <a:pt x="2008390" y="1754492"/>
                  </a:lnTo>
                  <a:lnTo>
                    <a:pt x="1970557" y="1781594"/>
                  </a:lnTo>
                  <a:lnTo>
                    <a:pt x="1936000" y="1812582"/>
                  </a:lnTo>
                  <a:lnTo>
                    <a:pt x="1905012" y="1847138"/>
                  </a:lnTo>
                  <a:lnTo>
                    <a:pt x="1877923" y="1884972"/>
                  </a:lnTo>
                  <a:lnTo>
                    <a:pt x="1855050" y="1925739"/>
                  </a:lnTo>
                  <a:lnTo>
                    <a:pt x="1836699" y="1969135"/>
                  </a:lnTo>
                  <a:lnTo>
                    <a:pt x="1823212" y="2014829"/>
                  </a:lnTo>
                  <a:lnTo>
                    <a:pt x="1814880" y="2062518"/>
                  </a:lnTo>
                  <a:lnTo>
                    <a:pt x="1812036" y="2111883"/>
                  </a:lnTo>
                  <a:lnTo>
                    <a:pt x="1814880" y="2161260"/>
                  </a:lnTo>
                  <a:lnTo>
                    <a:pt x="1823212" y="2208949"/>
                  </a:lnTo>
                  <a:lnTo>
                    <a:pt x="1836699" y="2254643"/>
                  </a:lnTo>
                  <a:lnTo>
                    <a:pt x="1855050" y="2298039"/>
                  </a:lnTo>
                  <a:lnTo>
                    <a:pt x="1877923" y="2338806"/>
                  </a:lnTo>
                  <a:lnTo>
                    <a:pt x="1905012" y="2376640"/>
                  </a:lnTo>
                  <a:lnTo>
                    <a:pt x="1936000" y="2411209"/>
                  </a:lnTo>
                  <a:lnTo>
                    <a:pt x="1970557" y="2442184"/>
                  </a:lnTo>
                  <a:lnTo>
                    <a:pt x="2008390" y="2469286"/>
                  </a:lnTo>
                  <a:lnTo>
                    <a:pt x="2049157" y="2492159"/>
                  </a:lnTo>
                  <a:lnTo>
                    <a:pt x="2092553" y="2510498"/>
                  </a:lnTo>
                  <a:lnTo>
                    <a:pt x="2138248" y="2523998"/>
                  </a:lnTo>
                  <a:lnTo>
                    <a:pt x="2185949" y="2532329"/>
                  </a:lnTo>
                  <a:lnTo>
                    <a:pt x="2235327" y="2535174"/>
                  </a:lnTo>
                  <a:lnTo>
                    <a:pt x="2284692" y="2532329"/>
                  </a:lnTo>
                  <a:lnTo>
                    <a:pt x="2332393" y="2523998"/>
                  </a:lnTo>
                  <a:lnTo>
                    <a:pt x="2378087" y="2510498"/>
                  </a:lnTo>
                  <a:lnTo>
                    <a:pt x="2421483" y="2492159"/>
                  </a:lnTo>
                  <a:lnTo>
                    <a:pt x="2462250" y="2469286"/>
                  </a:lnTo>
                  <a:lnTo>
                    <a:pt x="2500084" y="2442184"/>
                  </a:lnTo>
                  <a:lnTo>
                    <a:pt x="2534640" y="2411209"/>
                  </a:lnTo>
                  <a:lnTo>
                    <a:pt x="2565628" y="2376640"/>
                  </a:lnTo>
                  <a:lnTo>
                    <a:pt x="2592717" y="2338806"/>
                  </a:lnTo>
                  <a:lnTo>
                    <a:pt x="2615590" y="2298039"/>
                  </a:lnTo>
                  <a:lnTo>
                    <a:pt x="2633942" y="2254643"/>
                  </a:lnTo>
                  <a:lnTo>
                    <a:pt x="2647429" y="2208949"/>
                  </a:lnTo>
                  <a:lnTo>
                    <a:pt x="2655760" y="2161260"/>
                  </a:lnTo>
                  <a:lnTo>
                    <a:pt x="2658618" y="2111883"/>
                  </a:lnTo>
                  <a:close/>
                </a:path>
                <a:path w="6283959" h="2535554">
                  <a:moveTo>
                    <a:pt x="2658618" y="423291"/>
                  </a:moveTo>
                  <a:lnTo>
                    <a:pt x="2655760" y="373926"/>
                  </a:lnTo>
                  <a:lnTo>
                    <a:pt x="2647429" y="326224"/>
                  </a:lnTo>
                  <a:lnTo>
                    <a:pt x="2633942" y="280530"/>
                  </a:lnTo>
                  <a:lnTo>
                    <a:pt x="2615590" y="237134"/>
                  </a:lnTo>
                  <a:lnTo>
                    <a:pt x="2592717" y="196367"/>
                  </a:lnTo>
                  <a:lnTo>
                    <a:pt x="2565628" y="158534"/>
                  </a:lnTo>
                  <a:lnTo>
                    <a:pt x="2534640" y="123977"/>
                  </a:lnTo>
                  <a:lnTo>
                    <a:pt x="2500084" y="92989"/>
                  </a:lnTo>
                  <a:lnTo>
                    <a:pt x="2462250" y="65900"/>
                  </a:lnTo>
                  <a:lnTo>
                    <a:pt x="2421483" y="43027"/>
                  </a:lnTo>
                  <a:lnTo>
                    <a:pt x="2378087" y="24676"/>
                  </a:lnTo>
                  <a:lnTo>
                    <a:pt x="2332393" y="11188"/>
                  </a:lnTo>
                  <a:lnTo>
                    <a:pt x="2284692" y="2857"/>
                  </a:lnTo>
                  <a:lnTo>
                    <a:pt x="2235327" y="0"/>
                  </a:lnTo>
                  <a:lnTo>
                    <a:pt x="2185949" y="2857"/>
                  </a:lnTo>
                  <a:lnTo>
                    <a:pt x="2138248" y="11188"/>
                  </a:lnTo>
                  <a:lnTo>
                    <a:pt x="2092553" y="24676"/>
                  </a:lnTo>
                  <a:lnTo>
                    <a:pt x="2049157" y="43027"/>
                  </a:lnTo>
                  <a:lnTo>
                    <a:pt x="2008390" y="65900"/>
                  </a:lnTo>
                  <a:lnTo>
                    <a:pt x="1970557" y="92989"/>
                  </a:lnTo>
                  <a:lnTo>
                    <a:pt x="1936000" y="123977"/>
                  </a:lnTo>
                  <a:lnTo>
                    <a:pt x="1905012" y="158534"/>
                  </a:lnTo>
                  <a:lnTo>
                    <a:pt x="1877923" y="196367"/>
                  </a:lnTo>
                  <a:lnTo>
                    <a:pt x="1855050" y="237134"/>
                  </a:lnTo>
                  <a:lnTo>
                    <a:pt x="1836699" y="280530"/>
                  </a:lnTo>
                  <a:lnTo>
                    <a:pt x="1823212" y="326224"/>
                  </a:lnTo>
                  <a:lnTo>
                    <a:pt x="1814880" y="373926"/>
                  </a:lnTo>
                  <a:lnTo>
                    <a:pt x="1812036" y="423291"/>
                  </a:lnTo>
                  <a:lnTo>
                    <a:pt x="1814880" y="472668"/>
                  </a:lnTo>
                  <a:lnTo>
                    <a:pt x="1823212" y="520369"/>
                  </a:lnTo>
                  <a:lnTo>
                    <a:pt x="1836699" y="566064"/>
                  </a:lnTo>
                  <a:lnTo>
                    <a:pt x="1855050" y="609460"/>
                  </a:lnTo>
                  <a:lnTo>
                    <a:pt x="1877923" y="650227"/>
                  </a:lnTo>
                  <a:lnTo>
                    <a:pt x="1905012" y="688060"/>
                  </a:lnTo>
                  <a:lnTo>
                    <a:pt x="1936000" y="722617"/>
                  </a:lnTo>
                  <a:lnTo>
                    <a:pt x="1970557" y="753605"/>
                  </a:lnTo>
                  <a:lnTo>
                    <a:pt x="2008390" y="780694"/>
                  </a:lnTo>
                  <a:lnTo>
                    <a:pt x="2049157" y="803567"/>
                  </a:lnTo>
                  <a:lnTo>
                    <a:pt x="2092553" y="821918"/>
                  </a:lnTo>
                  <a:lnTo>
                    <a:pt x="2138248" y="835406"/>
                  </a:lnTo>
                  <a:lnTo>
                    <a:pt x="2185949" y="843737"/>
                  </a:lnTo>
                  <a:lnTo>
                    <a:pt x="2235327" y="846582"/>
                  </a:lnTo>
                  <a:lnTo>
                    <a:pt x="2284692" y="843737"/>
                  </a:lnTo>
                  <a:lnTo>
                    <a:pt x="2332393" y="835406"/>
                  </a:lnTo>
                  <a:lnTo>
                    <a:pt x="2378087" y="821918"/>
                  </a:lnTo>
                  <a:lnTo>
                    <a:pt x="2421483" y="803567"/>
                  </a:lnTo>
                  <a:lnTo>
                    <a:pt x="2462250" y="780694"/>
                  </a:lnTo>
                  <a:lnTo>
                    <a:pt x="2500084" y="753605"/>
                  </a:lnTo>
                  <a:lnTo>
                    <a:pt x="2534640" y="722617"/>
                  </a:lnTo>
                  <a:lnTo>
                    <a:pt x="2565628" y="688060"/>
                  </a:lnTo>
                  <a:lnTo>
                    <a:pt x="2592717" y="650227"/>
                  </a:lnTo>
                  <a:lnTo>
                    <a:pt x="2615590" y="609460"/>
                  </a:lnTo>
                  <a:lnTo>
                    <a:pt x="2633942" y="566064"/>
                  </a:lnTo>
                  <a:lnTo>
                    <a:pt x="2647429" y="520369"/>
                  </a:lnTo>
                  <a:lnTo>
                    <a:pt x="2655760" y="472668"/>
                  </a:lnTo>
                  <a:lnTo>
                    <a:pt x="2658618" y="423291"/>
                  </a:lnTo>
                  <a:close/>
                </a:path>
                <a:path w="6283959" h="2535554">
                  <a:moveTo>
                    <a:pt x="4471416" y="2111883"/>
                  </a:moveTo>
                  <a:lnTo>
                    <a:pt x="4468558" y="2062518"/>
                  </a:lnTo>
                  <a:lnTo>
                    <a:pt x="4460227" y="2014829"/>
                  </a:lnTo>
                  <a:lnTo>
                    <a:pt x="4446740" y="1969135"/>
                  </a:lnTo>
                  <a:lnTo>
                    <a:pt x="4428388" y="1925739"/>
                  </a:lnTo>
                  <a:lnTo>
                    <a:pt x="4405515" y="1884972"/>
                  </a:lnTo>
                  <a:lnTo>
                    <a:pt x="4378426" y="1847138"/>
                  </a:lnTo>
                  <a:lnTo>
                    <a:pt x="4347438" y="1812582"/>
                  </a:lnTo>
                  <a:lnTo>
                    <a:pt x="4312882" y="1781594"/>
                  </a:lnTo>
                  <a:lnTo>
                    <a:pt x="4275048" y="1754492"/>
                  </a:lnTo>
                  <a:lnTo>
                    <a:pt x="4234281" y="1731619"/>
                  </a:lnTo>
                  <a:lnTo>
                    <a:pt x="4190885" y="1713280"/>
                  </a:lnTo>
                  <a:lnTo>
                    <a:pt x="4145191" y="1699780"/>
                  </a:lnTo>
                  <a:lnTo>
                    <a:pt x="4097490" y="1691449"/>
                  </a:lnTo>
                  <a:lnTo>
                    <a:pt x="4048125" y="1688592"/>
                  </a:lnTo>
                  <a:lnTo>
                    <a:pt x="3998747" y="1691449"/>
                  </a:lnTo>
                  <a:lnTo>
                    <a:pt x="3951046" y="1699780"/>
                  </a:lnTo>
                  <a:lnTo>
                    <a:pt x="3905351" y="1713280"/>
                  </a:lnTo>
                  <a:lnTo>
                    <a:pt x="3861955" y="1731619"/>
                  </a:lnTo>
                  <a:lnTo>
                    <a:pt x="3821188" y="1754492"/>
                  </a:lnTo>
                  <a:lnTo>
                    <a:pt x="3783355" y="1781594"/>
                  </a:lnTo>
                  <a:lnTo>
                    <a:pt x="3748798" y="1812582"/>
                  </a:lnTo>
                  <a:lnTo>
                    <a:pt x="3717810" y="1847138"/>
                  </a:lnTo>
                  <a:lnTo>
                    <a:pt x="3690721" y="1884972"/>
                  </a:lnTo>
                  <a:lnTo>
                    <a:pt x="3667849" y="1925739"/>
                  </a:lnTo>
                  <a:lnTo>
                    <a:pt x="3649497" y="1969135"/>
                  </a:lnTo>
                  <a:lnTo>
                    <a:pt x="3636010" y="2014829"/>
                  </a:lnTo>
                  <a:lnTo>
                    <a:pt x="3627678" y="2062518"/>
                  </a:lnTo>
                  <a:lnTo>
                    <a:pt x="3624834" y="2111883"/>
                  </a:lnTo>
                  <a:lnTo>
                    <a:pt x="3627678" y="2161260"/>
                  </a:lnTo>
                  <a:lnTo>
                    <a:pt x="3636010" y="2208949"/>
                  </a:lnTo>
                  <a:lnTo>
                    <a:pt x="3649497" y="2254643"/>
                  </a:lnTo>
                  <a:lnTo>
                    <a:pt x="3667849" y="2298039"/>
                  </a:lnTo>
                  <a:lnTo>
                    <a:pt x="3690721" y="2338806"/>
                  </a:lnTo>
                  <a:lnTo>
                    <a:pt x="3717810" y="2376640"/>
                  </a:lnTo>
                  <a:lnTo>
                    <a:pt x="3748798" y="2411209"/>
                  </a:lnTo>
                  <a:lnTo>
                    <a:pt x="3783355" y="2442184"/>
                  </a:lnTo>
                  <a:lnTo>
                    <a:pt x="3821188" y="2469286"/>
                  </a:lnTo>
                  <a:lnTo>
                    <a:pt x="3861955" y="2492159"/>
                  </a:lnTo>
                  <a:lnTo>
                    <a:pt x="3905351" y="2510498"/>
                  </a:lnTo>
                  <a:lnTo>
                    <a:pt x="3951046" y="2523998"/>
                  </a:lnTo>
                  <a:lnTo>
                    <a:pt x="3998747" y="2532329"/>
                  </a:lnTo>
                  <a:lnTo>
                    <a:pt x="4048125" y="2535174"/>
                  </a:lnTo>
                  <a:lnTo>
                    <a:pt x="4097490" y="2532329"/>
                  </a:lnTo>
                  <a:lnTo>
                    <a:pt x="4145191" y="2523998"/>
                  </a:lnTo>
                  <a:lnTo>
                    <a:pt x="4190885" y="2510498"/>
                  </a:lnTo>
                  <a:lnTo>
                    <a:pt x="4234281" y="2492159"/>
                  </a:lnTo>
                  <a:lnTo>
                    <a:pt x="4275048" y="2469286"/>
                  </a:lnTo>
                  <a:lnTo>
                    <a:pt x="4312882" y="2442184"/>
                  </a:lnTo>
                  <a:lnTo>
                    <a:pt x="4347438" y="2411209"/>
                  </a:lnTo>
                  <a:lnTo>
                    <a:pt x="4378426" y="2376640"/>
                  </a:lnTo>
                  <a:lnTo>
                    <a:pt x="4405515" y="2338806"/>
                  </a:lnTo>
                  <a:lnTo>
                    <a:pt x="4428388" y="2298039"/>
                  </a:lnTo>
                  <a:lnTo>
                    <a:pt x="4446740" y="2254643"/>
                  </a:lnTo>
                  <a:lnTo>
                    <a:pt x="4460227" y="2208949"/>
                  </a:lnTo>
                  <a:lnTo>
                    <a:pt x="4468558" y="2161260"/>
                  </a:lnTo>
                  <a:lnTo>
                    <a:pt x="4471416" y="2111883"/>
                  </a:lnTo>
                  <a:close/>
                </a:path>
                <a:path w="6283959" h="2535554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  <a:path w="6283959" h="2535554">
                  <a:moveTo>
                    <a:pt x="6283452" y="2111883"/>
                  </a:moveTo>
                  <a:lnTo>
                    <a:pt x="6280594" y="2062518"/>
                  </a:lnTo>
                  <a:lnTo>
                    <a:pt x="6272263" y="2014829"/>
                  </a:lnTo>
                  <a:lnTo>
                    <a:pt x="6258776" y="1969135"/>
                  </a:lnTo>
                  <a:lnTo>
                    <a:pt x="6240424" y="1925739"/>
                  </a:lnTo>
                  <a:lnTo>
                    <a:pt x="6217551" y="1884972"/>
                  </a:lnTo>
                  <a:lnTo>
                    <a:pt x="6190462" y="1847138"/>
                  </a:lnTo>
                  <a:lnTo>
                    <a:pt x="6159474" y="1812582"/>
                  </a:lnTo>
                  <a:lnTo>
                    <a:pt x="6124918" y="1781594"/>
                  </a:lnTo>
                  <a:lnTo>
                    <a:pt x="6087084" y="1754492"/>
                  </a:lnTo>
                  <a:lnTo>
                    <a:pt x="6046317" y="1731619"/>
                  </a:lnTo>
                  <a:lnTo>
                    <a:pt x="6002921" y="1713280"/>
                  </a:lnTo>
                  <a:lnTo>
                    <a:pt x="5957227" y="1699780"/>
                  </a:lnTo>
                  <a:lnTo>
                    <a:pt x="5909526" y="1691449"/>
                  </a:lnTo>
                  <a:lnTo>
                    <a:pt x="5860161" y="1688592"/>
                  </a:lnTo>
                  <a:lnTo>
                    <a:pt x="5810783" y="1691449"/>
                  </a:lnTo>
                  <a:lnTo>
                    <a:pt x="5763082" y="1699780"/>
                  </a:lnTo>
                  <a:lnTo>
                    <a:pt x="5717387" y="1713280"/>
                  </a:lnTo>
                  <a:lnTo>
                    <a:pt x="5673991" y="1731619"/>
                  </a:lnTo>
                  <a:lnTo>
                    <a:pt x="5633224" y="1754492"/>
                  </a:lnTo>
                  <a:lnTo>
                    <a:pt x="5595391" y="1781594"/>
                  </a:lnTo>
                  <a:lnTo>
                    <a:pt x="5560834" y="1812582"/>
                  </a:lnTo>
                  <a:lnTo>
                    <a:pt x="5529846" y="1847138"/>
                  </a:lnTo>
                  <a:lnTo>
                    <a:pt x="5502757" y="1884972"/>
                  </a:lnTo>
                  <a:lnTo>
                    <a:pt x="5479885" y="1925739"/>
                  </a:lnTo>
                  <a:lnTo>
                    <a:pt x="5461533" y="1969135"/>
                  </a:lnTo>
                  <a:lnTo>
                    <a:pt x="5448046" y="2014829"/>
                  </a:lnTo>
                  <a:lnTo>
                    <a:pt x="5439715" y="2062518"/>
                  </a:lnTo>
                  <a:lnTo>
                    <a:pt x="5436870" y="2111883"/>
                  </a:lnTo>
                  <a:lnTo>
                    <a:pt x="5439715" y="2161260"/>
                  </a:lnTo>
                  <a:lnTo>
                    <a:pt x="5448046" y="2208949"/>
                  </a:lnTo>
                  <a:lnTo>
                    <a:pt x="5461533" y="2254643"/>
                  </a:lnTo>
                  <a:lnTo>
                    <a:pt x="5479885" y="2298039"/>
                  </a:lnTo>
                  <a:lnTo>
                    <a:pt x="5502757" y="2338806"/>
                  </a:lnTo>
                  <a:lnTo>
                    <a:pt x="5529846" y="2376640"/>
                  </a:lnTo>
                  <a:lnTo>
                    <a:pt x="5560834" y="2411209"/>
                  </a:lnTo>
                  <a:lnTo>
                    <a:pt x="5595391" y="2442184"/>
                  </a:lnTo>
                  <a:lnTo>
                    <a:pt x="5633224" y="2469286"/>
                  </a:lnTo>
                  <a:lnTo>
                    <a:pt x="5673991" y="2492159"/>
                  </a:lnTo>
                  <a:lnTo>
                    <a:pt x="5717387" y="2510498"/>
                  </a:lnTo>
                  <a:lnTo>
                    <a:pt x="5763082" y="2523998"/>
                  </a:lnTo>
                  <a:lnTo>
                    <a:pt x="5810783" y="2532329"/>
                  </a:lnTo>
                  <a:lnTo>
                    <a:pt x="5860161" y="2535174"/>
                  </a:lnTo>
                  <a:lnTo>
                    <a:pt x="5909526" y="2532329"/>
                  </a:lnTo>
                  <a:lnTo>
                    <a:pt x="5957227" y="2523998"/>
                  </a:lnTo>
                  <a:lnTo>
                    <a:pt x="6002921" y="2510498"/>
                  </a:lnTo>
                  <a:lnTo>
                    <a:pt x="6046317" y="2492159"/>
                  </a:lnTo>
                  <a:lnTo>
                    <a:pt x="6087084" y="2469286"/>
                  </a:lnTo>
                  <a:lnTo>
                    <a:pt x="6124918" y="2442184"/>
                  </a:lnTo>
                  <a:lnTo>
                    <a:pt x="6159474" y="2411209"/>
                  </a:lnTo>
                  <a:lnTo>
                    <a:pt x="6190462" y="2376640"/>
                  </a:lnTo>
                  <a:lnTo>
                    <a:pt x="6217551" y="2338806"/>
                  </a:lnTo>
                  <a:lnTo>
                    <a:pt x="6240424" y="2298039"/>
                  </a:lnTo>
                  <a:lnTo>
                    <a:pt x="6258776" y="2254643"/>
                  </a:lnTo>
                  <a:lnTo>
                    <a:pt x="6272263" y="2208949"/>
                  </a:lnTo>
                  <a:lnTo>
                    <a:pt x="6280594" y="2161260"/>
                  </a:lnTo>
                  <a:lnTo>
                    <a:pt x="6283452" y="2111883"/>
                  </a:lnTo>
                  <a:close/>
                </a:path>
                <a:path w="6283959" h="2535554">
                  <a:moveTo>
                    <a:pt x="6283452" y="423291"/>
                  </a:moveTo>
                  <a:lnTo>
                    <a:pt x="6280594" y="373926"/>
                  </a:lnTo>
                  <a:lnTo>
                    <a:pt x="6272263" y="326224"/>
                  </a:lnTo>
                  <a:lnTo>
                    <a:pt x="6258776" y="280530"/>
                  </a:lnTo>
                  <a:lnTo>
                    <a:pt x="6240424" y="237134"/>
                  </a:lnTo>
                  <a:lnTo>
                    <a:pt x="6217551" y="196367"/>
                  </a:lnTo>
                  <a:lnTo>
                    <a:pt x="6190462" y="158534"/>
                  </a:lnTo>
                  <a:lnTo>
                    <a:pt x="6159474" y="123977"/>
                  </a:lnTo>
                  <a:lnTo>
                    <a:pt x="6124918" y="92989"/>
                  </a:lnTo>
                  <a:lnTo>
                    <a:pt x="6087084" y="65900"/>
                  </a:lnTo>
                  <a:lnTo>
                    <a:pt x="6046317" y="43027"/>
                  </a:lnTo>
                  <a:lnTo>
                    <a:pt x="6002921" y="24676"/>
                  </a:lnTo>
                  <a:lnTo>
                    <a:pt x="5957227" y="11188"/>
                  </a:lnTo>
                  <a:lnTo>
                    <a:pt x="5909526" y="2857"/>
                  </a:lnTo>
                  <a:lnTo>
                    <a:pt x="5860161" y="0"/>
                  </a:lnTo>
                  <a:lnTo>
                    <a:pt x="5810783" y="2857"/>
                  </a:lnTo>
                  <a:lnTo>
                    <a:pt x="5763082" y="11188"/>
                  </a:lnTo>
                  <a:lnTo>
                    <a:pt x="5717387" y="24676"/>
                  </a:lnTo>
                  <a:lnTo>
                    <a:pt x="5673991" y="43027"/>
                  </a:lnTo>
                  <a:lnTo>
                    <a:pt x="5633224" y="65900"/>
                  </a:lnTo>
                  <a:lnTo>
                    <a:pt x="5595391" y="92989"/>
                  </a:lnTo>
                  <a:lnTo>
                    <a:pt x="5560834" y="123977"/>
                  </a:lnTo>
                  <a:lnTo>
                    <a:pt x="5529846" y="158534"/>
                  </a:lnTo>
                  <a:lnTo>
                    <a:pt x="5502757" y="196367"/>
                  </a:lnTo>
                  <a:lnTo>
                    <a:pt x="5479885" y="237134"/>
                  </a:lnTo>
                  <a:lnTo>
                    <a:pt x="5461533" y="280530"/>
                  </a:lnTo>
                  <a:lnTo>
                    <a:pt x="5448046" y="326224"/>
                  </a:lnTo>
                  <a:lnTo>
                    <a:pt x="5439715" y="373926"/>
                  </a:lnTo>
                  <a:lnTo>
                    <a:pt x="5436870" y="423291"/>
                  </a:lnTo>
                  <a:lnTo>
                    <a:pt x="5439715" y="472668"/>
                  </a:lnTo>
                  <a:lnTo>
                    <a:pt x="5448046" y="520369"/>
                  </a:lnTo>
                  <a:lnTo>
                    <a:pt x="5461533" y="566064"/>
                  </a:lnTo>
                  <a:lnTo>
                    <a:pt x="5479885" y="609460"/>
                  </a:lnTo>
                  <a:lnTo>
                    <a:pt x="5502757" y="650227"/>
                  </a:lnTo>
                  <a:lnTo>
                    <a:pt x="5529846" y="688060"/>
                  </a:lnTo>
                  <a:lnTo>
                    <a:pt x="5560834" y="722617"/>
                  </a:lnTo>
                  <a:lnTo>
                    <a:pt x="5595391" y="753605"/>
                  </a:lnTo>
                  <a:lnTo>
                    <a:pt x="5633224" y="780694"/>
                  </a:lnTo>
                  <a:lnTo>
                    <a:pt x="5673991" y="803567"/>
                  </a:lnTo>
                  <a:lnTo>
                    <a:pt x="5717387" y="821918"/>
                  </a:lnTo>
                  <a:lnTo>
                    <a:pt x="5763082" y="835406"/>
                  </a:lnTo>
                  <a:lnTo>
                    <a:pt x="5810783" y="843737"/>
                  </a:lnTo>
                  <a:lnTo>
                    <a:pt x="5860161" y="846582"/>
                  </a:lnTo>
                  <a:lnTo>
                    <a:pt x="5909526" y="843737"/>
                  </a:lnTo>
                  <a:lnTo>
                    <a:pt x="5957227" y="835406"/>
                  </a:lnTo>
                  <a:lnTo>
                    <a:pt x="6002921" y="821918"/>
                  </a:lnTo>
                  <a:lnTo>
                    <a:pt x="6046317" y="803567"/>
                  </a:lnTo>
                  <a:lnTo>
                    <a:pt x="6087084" y="780694"/>
                  </a:lnTo>
                  <a:lnTo>
                    <a:pt x="6124918" y="753605"/>
                  </a:lnTo>
                  <a:lnTo>
                    <a:pt x="6159474" y="722617"/>
                  </a:lnTo>
                  <a:lnTo>
                    <a:pt x="6190462" y="688060"/>
                  </a:lnTo>
                  <a:lnTo>
                    <a:pt x="6217551" y="650227"/>
                  </a:lnTo>
                  <a:lnTo>
                    <a:pt x="6240424" y="609460"/>
                  </a:lnTo>
                  <a:lnTo>
                    <a:pt x="6258776" y="566064"/>
                  </a:lnTo>
                  <a:lnTo>
                    <a:pt x="6272263" y="520369"/>
                  </a:lnTo>
                  <a:lnTo>
                    <a:pt x="6280594" y="472668"/>
                  </a:lnTo>
                  <a:lnTo>
                    <a:pt x="628345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39405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66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63611" y="6108192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4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 flipH="1">
              <a:off x="7139939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08015" y="5704890"/>
            <a:ext cx="238760" cy="12147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14604">
              <a:lnSpc>
                <a:spcPct val="100000"/>
              </a:lnSpc>
              <a:spcBef>
                <a:spcPts val="132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5545" y="5700318"/>
            <a:ext cx="2063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51392" y="5700318"/>
            <a:ext cx="21272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79425" y="749554"/>
          <a:ext cx="8311512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12063" y="3847338"/>
            <a:ext cx="126746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源点</a:t>
            </a:r>
            <a:r>
              <a:rPr sz="28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36657" y="4842509"/>
            <a:ext cx="2037714" cy="559769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63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5"/>
              </a:spcBef>
            </a:pPr>
            <a:r>
              <a:rPr sz="2800" spc="-15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搜索结束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099589"/>
              </p:ext>
            </p:extLst>
          </p:nvPr>
        </p:nvGraphicFramePr>
        <p:xfrm>
          <a:off x="479425" y="2878835"/>
          <a:ext cx="8300716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400" spc="-10" dirty="0" err="1">
                          <a:solidFill>
                            <a:srgbClr val="FFFFFF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待处理队列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3496055" y="4447794"/>
            <a:ext cx="5476240" cy="1679575"/>
            <a:chOff x="3496055" y="4447794"/>
            <a:chExt cx="5476240" cy="1679575"/>
          </a:xfrm>
        </p:grpSpPr>
        <p:sp>
          <p:nvSpPr>
            <p:cNvPr id="21" name="object 21"/>
            <p:cNvSpPr/>
            <p:nvPr/>
          </p:nvSpPr>
          <p:spPr>
            <a:xfrm>
              <a:off x="3515105" y="4466844"/>
              <a:ext cx="5014595" cy="1641475"/>
            </a:xfrm>
            <a:custGeom>
              <a:avLst/>
              <a:gdLst/>
              <a:ahLst/>
              <a:cxnLst/>
              <a:rect l="l" t="t" r="r" b="b"/>
              <a:pathLst>
                <a:path w="5014595" h="1641475">
                  <a:moveTo>
                    <a:pt x="0" y="375665"/>
                  </a:moveTo>
                  <a:lnTo>
                    <a:pt x="0" y="1217460"/>
                  </a:lnTo>
                </a:path>
                <a:path w="5014595" h="1641475">
                  <a:moveTo>
                    <a:pt x="423672" y="0"/>
                  </a:moveTo>
                  <a:lnTo>
                    <a:pt x="1389507" y="0"/>
                  </a:lnTo>
                </a:path>
                <a:path w="5014595" h="1641475">
                  <a:moveTo>
                    <a:pt x="1812798" y="1217460"/>
                  </a:moveTo>
                  <a:lnTo>
                    <a:pt x="1812798" y="375665"/>
                  </a:lnTo>
                </a:path>
                <a:path w="5014595" h="1641475">
                  <a:moveTo>
                    <a:pt x="2112264" y="1341970"/>
                  </a:moveTo>
                  <a:lnTo>
                    <a:pt x="3326129" y="252221"/>
                  </a:lnTo>
                </a:path>
                <a:path w="5014595" h="1641475">
                  <a:moveTo>
                    <a:pt x="2235708" y="1641347"/>
                  </a:moveTo>
                  <a:lnTo>
                    <a:pt x="3201543" y="1641347"/>
                  </a:lnTo>
                </a:path>
                <a:path w="5014595" h="1641475">
                  <a:moveTo>
                    <a:pt x="5014341" y="0"/>
                  </a:moveTo>
                  <a:lnTo>
                    <a:pt x="404850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 flipH="1">
              <a:off x="8952738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">
            <a:extLst>
              <a:ext uri="{FF2B5EF4-FFF2-40B4-BE49-F238E27FC236}">
                <a16:creationId xmlns:a16="http://schemas.microsoft.com/office/drawing/2014/main" id="{0F235EE6-594C-644B-A225-F6789678B81C}"/>
              </a:ext>
            </a:extLst>
          </p:cNvPr>
          <p:cNvSpPr txBox="1">
            <a:spLocks/>
          </p:cNvSpPr>
          <p:nvPr/>
        </p:nvSpPr>
        <p:spPr>
          <a:xfrm>
            <a:off x="1145793" y="11182"/>
            <a:ext cx="2013601" cy="56618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940" y="48308"/>
            <a:ext cx="24889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广度优先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树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2195" y="3801617"/>
            <a:ext cx="6283960" cy="2534920"/>
            <a:chOff x="3092195" y="3801617"/>
            <a:chExt cx="6283960" cy="2534920"/>
          </a:xfrm>
        </p:grpSpPr>
        <p:sp>
          <p:nvSpPr>
            <p:cNvPr id="4" name="object 4"/>
            <p:cNvSpPr/>
            <p:nvPr/>
          </p:nvSpPr>
          <p:spPr>
            <a:xfrm>
              <a:off x="3092196" y="3801617"/>
              <a:ext cx="847090" cy="2534920"/>
            </a:xfrm>
            <a:custGeom>
              <a:avLst/>
              <a:gdLst/>
              <a:ahLst/>
              <a:cxnLst/>
              <a:rect l="l" t="t" r="r" b="b"/>
              <a:pathLst>
                <a:path w="847089" h="2534920">
                  <a:moveTo>
                    <a:pt x="846582" y="2111121"/>
                  </a:moveTo>
                  <a:lnTo>
                    <a:pt x="843724" y="2061756"/>
                  </a:lnTo>
                  <a:lnTo>
                    <a:pt x="835393" y="2014067"/>
                  </a:lnTo>
                  <a:lnTo>
                    <a:pt x="821905" y="1968373"/>
                  </a:lnTo>
                  <a:lnTo>
                    <a:pt x="803554" y="1924977"/>
                  </a:lnTo>
                  <a:lnTo>
                    <a:pt x="780681" y="1884210"/>
                  </a:lnTo>
                  <a:lnTo>
                    <a:pt x="753592" y="1846376"/>
                  </a:lnTo>
                  <a:lnTo>
                    <a:pt x="722604" y="1811820"/>
                  </a:lnTo>
                  <a:lnTo>
                    <a:pt x="688047" y="1780832"/>
                  </a:lnTo>
                  <a:lnTo>
                    <a:pt x="650214" y="1753730"/>
                  </a:lnTo>
                  <a:lnTo>
                    <a:pt x="609447" y="1730857"/>
                  </a:lnTo>
                  <a:lnTo>
                    <a:pt x="566051" y="1712518"/>
                  </a:lnTo>
                  <a:lnTo>
                    <a:pt x="520357" y="1699018"/>
                  </a:lnTo>
                  <a:lnTo>
                    <a:pt x="472655" y="1690687"/>
                  </a:lnTo>
                  <a:lnTo>
                    <a:pt x="423291" y="1687830"/>
                  </a:lnTo>
                  <a:lnTo>
                    <a:pt x="373913" y="1690687"/>
                  </a:lnTo>
                  <a:lnTo>
                    <a:pt x="326212" y="1699018"/>
                  </a:lnTo>
                  <a:lnTo>
                    <a:pt x="280517" y="1712518"/>
                  </a:lnTo>
                  <a:lnTo>
                    <a:pt x="237121" y="1730857"/>
                  </a:lnTo>
                  <a:lnTo>
                    <a:pt x="196354" y="1753730"/>
                  </a:lnTo>
                  <a:lnTo>
                    <a:pt x="158521" y="1780832"/>
                  </a:lnTo>
                  <a:lnTo>
                    <a:pt x="123964" y="1811820"/>
                  </a:lnTo>
                  <a:lnTo>
                    <a:pt x="92976" y="1846376"/>
                  </a:lnTo>
                  <a:lnTo>
                    <a:pt x="65887" y="1884210"/>
                  </a:lnTo>
                  <a:lnTo>
                    <a:pt x="43014" y="1924977"/>
                  </a:lnTo>
                  <a:lnTo>
                    <a:pt x="24663" y="1968373"/>
                  </a:lnTo>
                  <a:lnTo>
                    <a:pt x="11176" y="2014067"/>
                  </a:lnTo>
                  <a:lnTo>
                    <a:pt x="2844" y="2061756"/>
                  </a:lnTo>
                  <a:lnTo>
                    <a:pt x="0" y="2111121"/>
                  </a:lnTo>
                  <a:lnTo>
                    <a:pt x="2844" y="2160498"/>
                  </a:lnTo>
                  <a:lnTo>
                    <a:pt x="11176" y="2208187"/>
                  </a:lnTo>
                  <a:lnTo>
                    <a:pt x="24663" y="2253881"/>
                  </a:lnTo>
                  <a:lnTo>
                    <a:pt x="43014" y="2297277"/>
                  </a:lnTo>
                  <a:lnTo>
                    <a:pt x="65887" y="2338044"/>
                  </a:lnTo>
                  <a:lnTo>
                    <a:pt x="92976" y="2375878"/>
                  </a:lnTo>
                  <a:lnTo>
                    <a:pt x="123964" y="2410434"/>
                  </a:lnTo>
                  <a:lnTo>
                    <a:pt x="158521" y="2441422"/>
                  </a:lnTo>
                  <a:lnTo>
                    <a:pt x="196354" y="2468524"/>
                  </a:lnTo>
                  <a:lnTo>
                    <a:pt x="237121" y="2491397"/>
                  </a:lnTo>
                  <a:lnTo>
                    <a:pt x="280517" y="2509736"/>
                  </a:lnTo>
                  <a:lnTo>
                    <a:pt x="326212" y="2523236"/>
                  </a:lnTo>
                  <a:lnTo>
                    <a:pt x="373913" y="2531567"/>
                  </a:lnTo>
                  <a:lnTo>
                    <a:pt x="423291" y="2534412"/>
                  </a:lnTo>
                  <a:lnTo>
                    <a:pt x="472655" y="2531567"/>
                  </a:lnTo>
                  <a:lnTo>
                    <a:pt x="520357" y="2523236"/>
                  </a:lnTo>
                  <a:lnTo>
                    <a:pt x="566051" y="2509736"/>
                  </a:lnTo>
                  <a:lnTo>
                    <a:pt x="609447" y="2491397"/>
                  </a:lnTo>
                  <a:lnTo>
                    <a:pt x="650214" y="2468524"/>
                  </a:lnTo>
                  <a:lnTo>
                    <a:pt x="688047" y="2441422"/>
                  </a:lnTo>
                  <a:lnTo>
                    <a:pt x="722604" y="2410447"/>
                  </a:lnTo>
                  <a:lnTo>
                    <a:pt x="753592" y="2375878"/>
                  </a:lnTo>
                  <a:lnTo>
                    <a:pt x="780681" y="2338044"/>
                  </a:lnTo>
                  <a:lnTo>
                    <a:pt x="803554" y="2297277"/>
                  </a:lnTo>
                  <a:lnTo>
                    <a:pt x="821905" y="2253881"/>
                  </a:lnTo>
                  <a:lnTo>
                    <a:pt x="835393" y="2208187"/>
                  </a:lnTo>
                  <a:lnTo>
                    <a:pt x="843724" y="2160498"/>
                  </a:lnTo>
                  <a:lnTo>
                    <a:pt x="846582" y="2111121"/>
                  </a:lnTo>
                  <a:close/>
                </a:path>
                <a:path w="847089" h="2534920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4231" y="3801617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0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0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2" y="3801617"/>
              <a:ext cx="4471670" cy="2534920"/>
            </a:xfrm>
            <a:custGeom>
              <a:avLst/>
              <a:gdLst/>
              <a:ahLst/>
              <a:cxnLst/>
              <a:rect l="l" t="t" r="r" b="b"/>
              <a:pathLst>
                <a:path w="4471670" h="2534920">
                  <a:moveTo>
                    <a:pt x="846582" y="2111121"/>
                  </a:moveTo>
                  <a:lnTo>
                    <a:pt x="843724" y="2061756"/>
                  </a:lnTo>
                  <a:lnTo>
                    <a:pt x="835393" y="2014067"/>
                  </a:lnTo>
                  <a:lnTo>
                    <a:pt x="821905" y="1968373"/>
                  </a:lnTo>
                  <a:lnTo>
                    <a:pt x="803554" y="1924977"/>
                  </a:lnTo>
                  <a:lnTo>
                    <a:pt x="780681" y="1884210"/>
                  </a:lnTo>
                  <a:lnTo>
                    <a:pt x="753592" y="1846376"/>
                  </a:lnTo>
                  <a:lnTo>
                    <a:pt x="722604" y="1811820"/>
                  </a:lnTo>
                  <a:lnTo>
                    <a:pt x="688047" y="1780832"/>
                  </a:lnTo>
                  <a:lnTo>
                    <a:pt x="650214" y="1753730"/>
                  </a:lnTo>
                  <a:lnTo>
                    <a:pt x="609447" y="1730857"/>
                  </a:lnTo>
                  <a:lnTo>
                    <a:pt x="566051" y="1712518"/>
                  </a:lnTo>
                  <a:lnTo>
                    <a:pt x="520357" y="1699018"/>
                  </a:lnTo>
                  <a:lnTo>
                    <a:pt x="472655" y="1690687"/>
                  </a:lnTo>
                  <a:lnTo>
                    <a:pt x="423291" y="1687830"/>
                  </a:lnTo>
                  <a:lnTo>
                    <a:pt x="373913" y="1690687"/>
                  </a:lnTo>
                  <a:lnTo>
                    <a:pt x="326212" y="1699018"/>
                  </a:lnTo>
                  <a:lnTo>
                    <a:pt x="280517" y="1712518"/>
                  </a:lnTo>
                  <a:lnTo>
                    <a:pt x="237121" y="1730857"/>
                  </a:lnTo>
                  <a:lnTo>
                    <a:pt x="196354" y="1753730"/>
                  </a:lnTo>
                  <a:lnTo>
                    <a:pt x="158521" y="1780832"/>
                  </a:lnTo>
                  <a:lnTo>
                    <a:pt x="123964" y="1811820"/>
                  </a:lnTo>
                  <a:lnTo>
                    <a:pt x="92976" y="1846376"/>
                  </a:lnTo>
                  <a:lnTo>
                    <a:pt x="65887" y="1884210"/>
                  </a:lnTo>
                  <a:lnTo>
                    <a:pt x="43014" y="1924977"/>
                  </a:lnTo>
                  <a:lnTo>
                    <a:pt x="24663" y="1968373"/>
                  </a:lnTo>
                  <a:lnTo>
                    <a:pt x="11176" y="2014067"/>
                  </a:lnTo>
                  <a:lnTo>
                    <a:pt x="2844" y="2061756"/>
                  </a:lnTo>
                  <a:lnTo>
                    <a:pt x="0" y="2111121"/>
                  </a:lnTo>
                  <a:lnTo>
                    <a:pt x="2844" y="2160498"/>
                  </a:lnTo>
                  <a:lnTo>
                    <a:pt x="11176" y="2208187"/>
                  </a:lnTo>
                  <a:lnTo>
                    <a:pt x="24663" y="2253881"/>
                  </a:lnTo>
                  <a:lnTo>
                    <a:pt x="43014" y="2297277"/>
                  </a:lnTo>
                  <a:lnTo>
                    <a:pt x="65887" y="2338044"/>
                  </a:lnTo>
                  <a:lnTo>
                    <a:pt x="92976" y="2375878"/>
                  </a:lnTo>
                  <a:lnTo>
                    <a:pt x="123964" y="2410434"/>
                  </a:lnTo>
                  <a:lnTo>
                    <a:pt x="158521" y="2441422"/>
                  </a:lnTo>
                  <a:lnTo>
                    <a:pt x="196354" y="2468524"/>
                  </a:lnTo>
                  <a:lnTo>
                    <a:pt x="237121" y="2491397"/>
                  </a:lnTo>
                  <a:lnTo>
                    <a:pt x="280517" y="2509736"/>
                  </a:lnTo>
                  <a:lnTo>
                    <a:pt x="326212" y="2523236"/>
                  </a:lnTo>
                  <a:lnTo>
                    <a:pt x="373913" y="2531567"/>
                  </a:lnTo>
                  <a:lnTo>
                    <a:pt x="423291" y="2534412"/>
                  </a:lnTo>
                  <a:lnTo>
                    <a:pt x="472655" y="2531567"/>
                  </a:lnTo>
                  <a:lnTo>
                    <a:pt x="520357" y="2523236"/>
                  </a:lnTo>
                  <a:lnTo>
                    <a:pt x="566051" y="2509736"/>
                  </a:lnTo>
                  <a:lnTo>
                    <a:pt x="609447" y="2491397"/>
                  </a:lnTo>
                  <a:lnTo>
                    <a:pt x="650214" y="2468524"/>
                  </a:lnTo>
                  <a:lnTo>
                    <a:pt x="688047" y="2441422"/>
                  </a:lnTo>
                  <a:lnTo>
                    <a:pt x="722604" y="2410447"/>
                  </a:lnTo>
                  <a:lnTo>
                    <a:pt x="753592" y="2375878"/>
                  </a:lnTo>
                  <a:lnTo>
                    <a:pt x="780681" y="2338044"/>
                  </a:lnTo>
                  <a:lnTo>
                    <a:pt x="803554" y="2297277"/>
                  </a:lnTo>
                  <a:lnTo>
                    <a:pt x="821905" y="2253881"/>
                  </a:lnTo>
                  <a:lnTo>
                    <a:pt x="835393" y="2208187"/>
                  </a:lnTo>
                  <a:lnTo>
                    <a:pt x="843724" y="2160498"/>
                  </a:lnTo>
                  <a:lnTo>
                    <a:pt x="846582" y="2111121"/>
                  </a:lnTo>
                  <a:close/>
                </a:path>
                <a:path w="4471670" h="2534920">
                  <a:moveTo>
                    <a:pt x="2659380" y="2111121"/>
                  </a:moveTo>
                  <a:lnTo>
                    <a:pt x="2656522" y="2061756"/>
                  </a:lnTo>
                  <a:lnTo>
                    <a:pt x="2648191" y="2014067"/>
                  </a:lnTo>
                  <a:lnTo>
                    <a:pt x="2634704" y="1968373"/>
                  </a:lnTo>
                  <a:lnTo>
                    <a:pt x="2616352" y="1924977"/>
                  </a:lnTo>
                  <a:lnTo>
                    <a:pt x="2593479" y="1884210"/>
                  </a:lnTo>
                  <a:lnTo>
                    <a:pt x="2566390" y="1846376"/>
                  </a:lnTo>
                  <a:lnTo>
                    <a:pt x="2535402" y="1811820"/>
                  </a:lnTo>
                  <a:lnTo>
                    <a:pt x="2500846" y="1780832"/>
                  </a:lnTo>
                  <a:lnTo>
                    <a:pt x="2463012" y="1753730"/>
                  </a:lnTo>
                  <a:lnTo>
                    <a:pt x="2422245" y="1730857"/>
                  </a:lnTo>
                  <a:lnTo>
                    <a:pt x="2378849" y="1712518"/>
                  </a:lnTo>
                  <a:lnTo>
                    <a:pt x="2333155" y="1699018"/>
                  </a:lnTo>
                  <a:lnTo>
                    <a:pt x="2285454" y="1690687"/>
                  </a:lnTo>
                  <a:lnTo>
                    <a:pt x="2236089" y="1687830"/>
                  </a:lnTo>
                  <a:lnTo>
                    <a:pt x="2186711" y="1690687"/>
                  </a:lnTo>
                  <a:lnTo>
                    <a:pt x="2139010" y="1699018"/>
                  </a:lnTo>
                  <a:lnTo>
                    <a:pt x="2093315" y="1712518"/>
                  </a:lnTo>
                  <a:lnTo>
                    <a:pt x="2049919" y="1730857"/>
                  </a:lnTo>
                  <a:lnTo>
                    <a:pt x="2009152" y="1753730"/>
                  </a:lnTo>
                  <a:lnTo>
                    <a:pt x="1971319" y="1780832"/>
                  </a:lnTo>
                  <a:lnTo>
                    <a:pt x="1936762" y="1811820"/>
                  </a:lnTo>
                  <a:lnTo>
                    <a:pt x="1905774" y="1846376"/>
                  </a:lnTo>
                  <a:lnTo>
                    <a:pt x="1878685" y="1884210"/>
                  </a:lnTo>
                  <a:lnTo>
                    <a:pt x="1855812" y="1924977"/>
                  </a:lnTo>
                  <a:lnTo>
                    <a:pt x="1837461" y="1968373"/>
                  </a:lnTo>
                  <a:lnTo>
                    <a:pt x="1823974" y="2014067"/>
                  </a:lnTo>
                  <a:lnTo>
                    <a:pt x="1815642" y="2061756"/>
                  </a:lnTo>
                  <a:lnTo>
                    <a:pt x="1812798" y="2111121"/>
                  </a:lnTo>
                  <a:lnTo>
                    <a:pt x="1815642" y="2160498"/>
                  </a:lnTo>
                  <a:lnTo>
                    <a:pt x="1823974" y="2208187"/>
                  </a:lnTo>
                  <a:lnTo>
                    <a:pt x="1837461" y="2253881"/>
                  </a:lnTo>
                  <a:lnTo>
                    <a:pt x="1855812" y="2297277"/>
                  </a:lnTo>
                  <a:lnTo>
                    <a:pt x="1878685" y="2338044"/>
                  </a:lnTo>
                  <a:lnTo>
                    <a:pt x="1905774" y="2375878"/>
                  </a:lnTo>
                  <a:lnTo>
                    <a:pt x="1936762" y="2410434"/>
                  </a:lnTo>
                  <a:lnTo>
                    <a:pt x="1971319" y="2441422"/>
                  </a:lnTo>
                  <a:lnTo>
                    <a:pt x="2009152" y="2468524"/>
                  </a:lnTo>
                  <a:lnTo>
                    <a:pt x="2049919" y="2491397"/>
                  </a:lnTo>
                  <a:lnTo>
                    <a:pt x="2093315" y="2509736"/>
                  </a:lnTo>
                  <a:lnTo>
                    <a:pt x="2139010" y="2523236"/>
                  </a:lnTo>
                  <a:lnTo>
                    <a:pt x="2186711" y="2531567"/>
                  </a:lnTo>
                  <a:lnTo>
                    <a:pt x="2236089" y="2534412"/>
                  </a:lnTo>
                  <a:lnTo>
                    <a:pt x="2285454" y="2531567"/>
                  </a:lnTo>
                  <a:lnTo>
                    <a:pt x="2333155" y="2523236"/>
                  </a:lnTo>
                  <a:lnTo>
                    <a:pt x="2378849" y="2509736"/>
                  </a:lnTo>
                  <a:lnTo>
                    <a:pt x="2422245" y="2491397"/>
                  </a:lnTo>
                  <a:lnTo>
                    <a:pt x="2463012" y="2468524"/>
                  </a:lnTo>
                  <a:lnTo>
                    <a:pt x="2500846" y="2441422"/>
                  </a:lnTo>
                  <a:lnTo>
                    <a:pt x="2535402" y="2410447"/>
                  </a:lnTo>
                  <a:lnTo>
                    <a:pt x="2566390" y="2375878"/>
                  </a:lnTo>
                  <a:lnTo>
                    <a:pt x="2593479" y="2338044"/>
                  </a:lnTo>
                  <a:lnTo>
                    <a:pt x="2616352" y="2297277"/>
                  </a:lnTo>
                  <a:lnTo>
                    <a:pt x="2634704" y="2253881"/>
                  </a:lnTo>
                  <a:lnTo>
                    <a:pt x="2648191" y="2208187"/>
                  </a:lnTo>
                  <a:lnTo>
                    <a:pt x="2656522" y="2160498"/>
                  </a:lnTo>
                  <a:lnTo>
                    <a:pt x="2659380" y="2111121"/>
                  </a:lnTo>
                  <a:close/>
                </a:path>
                <a:path w="4471670" h="2534920">
                  <a:moveTo>
                    <a:pt x="2659380" y="423291"/>
                  </a:moveTo>
                  <a:lnTo>
                    <a:pt x="2656522" y="373926"/>
                  </a:lnTo>
                  <a:lnTo>
                    <a:pt x="2648191" y="326224"/>
                  </a:lnTo>
                  <a:lnTo>
                    <a:pt x="2634704" y="280530"/>
                  </a:lnTo>
                  <a:lnTo>
                    <a:pt x="2616352" y="237134"/>
                  </a:lnTo>
                  <a:lnTo>
                    <a:pt x="2593479" y="196367"/>
                  </a:lnTo>
                  <a:lnTo>
                    <a:pt x="2566390" y="158534"/>
                  </a:lnTo>
                  <a:lnTo>
                    <a:pt x="2535402" y="123977"/>
                  </a:lnTo>
                  <a:lnTo>
                    <a:pt x="2500846" y="92989"/>
                  </a:lnTo>
                  <a:lnTo>
                    <a:pt x="2463012" y="65900"/>
                  </a:lnTo>
                  <a:lnTo>
                    <a:pt x="2422245" y="43027"/>
                  </a:lnTo>
                  <a:lnTo>
                    <a:pt x="2378849" y="24676"/>
                  </a:lnTo>
                  <a:lnTo>
                    <a:pt x="2333155" y="11188"/>
                  </a:lnTo>
                  <a:lnTo>
                    <a:pt x="2285454" y="2857"/>
                  </a:lnTo>
                  <a:lnTo>
                    <a:pt x="2236089" y="0"/>
                  </a:lnTo>
                  <a:lnTo>
                    <a:pt x="2186711" y="2857"/>
                  </a:lnTo>
                  <a:lnTo>
                    <a:pt x="2139010" y="11188"/>
                  </a:lnTo>
                  <a:lnTo>
                    <a:pt x="2093315" y="24676"/>
                  </a:lnTo>
                  <a:lnTo>
                    <a:pt x="2049919" y="43027"/>
                  </a:lnTo>
                  <a:lnTo>
                    <a:pt x="2009152" y="65900"/>
                  </a:lnTo>
                  <a:lnTo>
                    <a:pt x="1971319" y="92989"/>
                  </a:lnTo>
                  <a:lnTo>
                    <a:pt x="1936762" y="123977"/>
                  </a:lnTo>
                  <a:lnTo>
                    <a:pt x="1905774" y="158534"/>
                  </a:lnTo>
                  <a:lnTo>
                    <a:pt x="1878685" y="196367"/>
                  </a:lnTo>
                  <a:lnTo>
                    <a:pt x="1855812" y="237134"/>
                  </a:lnTo>
                  <a:lnTo>
                    <a:pt x="1837461" y="280530"/>
                  </a:lnTo>
                  <a:lnTo>
                    <a:pt x="1823974" y="326224"/>
                  </a:lnTo>
                  <a:lnTo>
                    <a:pt x="1815642" y="373926"/>
                  </a:lnTo>
                  <a:lnTo>
                    <a:pt x="1812798" y="423291"/>
                  </a:lnTo>
                  <a:lnTo>
                    <a:pt x="1815642" y="472668"/>
                  </a:lnTo>
                  <a:lnTo>
                    <a:pt x="1823974" y="520369"/>
                  </a:lnTo>
                  <a:lnTo>
                    <a:pt x="1837461" y="566064"/>
                  </a:lnTo>
                  <a:lnTo>
                    <a:pt x="1855812" y="609460"/>
                  </a:lnTo>
                  <a:lnTo>
                    <a:pt x="1878685" y="650227"/>
                  </a:lnTo>
                  <a:lnTo>
                    <a:pt x="1905774" y="688060"/>
                  </a:lnTo>
                  <a:lnTo>
                    <a:pt x="1936762" y="722617"/>
                  </a:lnTo>
                  <a:lnTo>
                    <a:pt x="1971319" y="753605"/>
                  </a:lnTo>
                  <a:lnTo>
                    <a:pt x="2009152" y="780694"/>
                  </a:lnTo>
                  <a:lnTo>
                    <a:pt x="2049919" y="803567"/>
                  </a:lnTo>
                  <a:lnTo>
                    <a:pt x="2093315" y="821918"/>
                  </a:lnTo>
                  <a:lnTo>
                    <a:pt x="2139010" y="835406"/>
                  </a:lnTo>
                  <a:lnTo>
                    <a:pt x="2186711" y="843737"/>
                  </a:lnTo>
                  <a:lnTo>
                    <a:pt x="2236089" y="846582"/>
                  </a:lnTo>
                  <a:lnTo>
                    <a:pt x="2285454" y="843737"/>
                  </a:lnTo>
                  <a:lnTo>
                    <a:pt x="2333155" y="835406"/>
                  </a:lnTo>
                  <a:lnTo>
                    <a:pt x="2378849" y="821918"/>
                  </a:lnTo>
                  <a:lnTo>
                    <a:pt x="2422245" y="803567"/>
                  </a:lnTo>
                  <a:lnTo>
                    <a:pt x="2463012" y="780694"/>
                  </a:lnTo>
                  <a:lnTo>
                    <a:pt x="2500846" y="753605"/>
                  </a:lnTo>
                  <a:lnTo>
                    <a:pt x="2535402" y="722617"/>
                  </a:lnTo>
                  <a:lnTo>
                    <a:pt x="2566390" y="688060"/>
                  </a:lnTo>
                  <a:lnTo>
                    <a:pt x="2593479" y="650227"/>
                  </a:lnTo>
                  <a:lnTo>
                    <a:pt x="2616352" y="609460"/>
                  </a:lnTo>
                  <a:lnTo>
                    <a:pt x="2634704" y="566064"/>
                  </a:lnTo>
                  <a:lnTo>
                    <a:pt x="2648191" y="520369"/>
                  </a:lnTo>
                  <a:lnTo>
                    <a:pt x="2656522" y="472668"/>
                  </a:lnTo>
                  <a:lnTo>
                    <a:pt x="2659380" y="423291"/>
                  </a:lnTo>
                  <a:close/>
                </a:path>
                <a:path w="4471670" h="2534920">
                  <a:moveTo>
                    <a:pt x="4471416" y="2111121"/>
                  </a:moveTo>
                  <a:lnTo>
                    <a:pt x="4468558" y="2061756"/>
                  </a:lnTo>
                  <a:lnTo>
                    <a:pt x="4460227" y="2014067"/>
                  </a:lnTo>
                  <a:lnTo>
                    <a:pt x="4446740" y="1968373"/>
                  </a:lnTo>
                  <a:lnTo>
                    <a:pt x="4428388" y="1924977"/>
                  </a:lnTo>
                  <a:lnTo>
                    <a:pt x="4405515" y="1884210"/>
                  </a:lnTo>
                  <a:lnTo>
                    <a:pt x="4378426" y="1846376"/>
                  </a:lnTo>
                  <a:lnTo>
                    <a:pt x="4347438" y="1811820"/>
                  </a:lnTo>
                  <a:lnTo>
                    <a:pt x="4312882" y="1780832"/>
                  </a:lnTo>
                  <a:lnTo>
                    <a:pt x="4275048" y="1753730"/>
                  </a:lnTo>
                  <a:lnTo>
                    <a:pt x="4234281" y="1730857"/>
                  </a:lnTo>
                  <a:lnTo>
                    <a:pt x="4190885" y="1712518"/>
                  </a:lnTo>
                  <a:lnTo>
                    <a:pt x="4145191" y="1699018"/>
                  </a:lnTo>
                  <a:lnTo>
                    <a:pt x="4097490" y="1690687"/>
                  </a:lnTo>
                  <a:lnTo>
                    <a:pt x="4048125" y="1687830"/>
                  </a:lnTo>
                  <a:lnTo>
                    <a:pt x="3998747" y="1690687"/>
                  </a:lnTo>
                  <a:lnTo>
                    <a:pt x="3951046" y="1699018"/>
                  </a:lnTo>
                  <a:lnTo>
                    <a:pt x="3905351" y="1712518"/>
                  </a:lnTo>
                  <a:lnTo>
                    <a:pt x="3861955" y="1730857"/>
                  </a:lnTo>
                  <a:lnTo>
                    <a:pt x="3821188" y="1753730"/>
                  </a:lnTo>
                  <a:lnTo>
                    <a:pt x="3783355" y="1780832"/>
                  </a:lnTo>
                  <a:lnTo>
                    <a:pt x="3748798" y="1811820"/>
                  </a:lnTo>
                  <a:lnTo>
                    <a:pt x="3717810" y="1846376"/>
                  </a:lnTo>
                  <a:lnTo>
                    <a:pt x="3690721" y="1884210"/>
                  </a:lnTo>
                  <a:lnTo>
                    <a:pt x="3667849" y="1924977"/>
                  </a:lnTo>
                  <a:lnTo>
                    <a:pt x="3649497" y="1968373"/>
                  </a:lnTo>
                  <a:lnTo>
                    <a:pt x="3636010" y="2014067"/>
                  </a:lnTo>
                  <a:lnTo>
                    <a:pt x="3627678" y="2061756"/>
                  </a:lnTo>
                  <a:lnTo>
                    <a:pt x="3624834" y="2111121"/>
                  </a:lnTo>
                  <a:lnTo>
                    <a:pt x="3627678" y="2160498"/>
                  </a:lnTo>
                  <a:lnTo>
                    <a:pt x="3636010" y="2208187"/>
                  </a:lnTo>
                  <a:lnTo>
                    <a:pt x="3649497" y="2253881"/>
                  </a:lnTo>
                  <a:lnTo>
                    <a:pt x="3667849" y="2297277"/>
                  </a:lnTo>
                  <a:lnTo>
                    <a:pt x="3690721" y="2338044"/>
                  </a:lnTo>
                  <a:lnTo>
                    <a:pt x="3717810" y="2375878"/>
                  </a:lnTo>
                  <a:lnTo>
                    <a:pt x="3748798" y="2410434"/>
                  </a:lnTo>
                  <a:lnTo>
                    <a:pt x="3783355" y="2441422"/>
                  </a:lnTo>
                  <a:lnTo>
                    <a:pt x="3821188" y="2468524"/>
                  </a:lnTo>
                  <a:lnTo>
                    <a:pt x="3861955" y="2491397"/>
                  </a:lnTo>
                  <a:lnTo>
                    <a:pt x="3905351" y="2509736"/>
                  </a:lnTo>
                  <a:lnTo>
                    <a:pt x="3951046" y="2523236"/>
                  </a:lnTo>
                  <a:lnTo>
                    <a:pt x="3998747" y="2531567"/>
                  </a:lnTo>
                  <a:lnTo>
                    <a:pt x="4048125" y="2534412"/>
                  </a:lnTo>
                  <a:lnTo>
                    <a:pt x="4097490" y="2531567"/>
                  </a:lnTo>
                  <a:lnTo>
                    <a:pt x="4145191" y="2523236"/>
                  </a:lnTo>
                  <a:lnTo>
                    <a:pt x="4190885" y="2509736"/>
                  </a:lnTo>
                  <a:lnTo>
                    <a:pt x="4234281" y="2491397"/>
                  </a:lnTo>
                  <a:lnTo>
                    <a:pt x="4275048" y="2468524"/>
                  </a:lnTo>
                  <a:lnTo>
                    <a:pt x="4312882" y="2441422"/>
                  </a:lnTo>
                  <a:lnTo>
                    <a:pt x="4347438" y="2410447"/>
                  </a:lnTo>
                  <a:lnTo>
                    <a:pt x="4378426" y="2375878"/>
                  </a:lnTo>
                  <a:lnTo>
                    <a:pt x="4405515" y="2338044"/>
                  </a:lnTo>
                  <a:lnTo>
                    <a:pt x="4428388" y="2297277"/>
                  </a:lnTo>
                  <a:lnTo>
                    <a:pt x="4446740" y="2253881"/>
                  </a:lnTo>
                  <a:lnTo>
                    <a:pt x="4460227" y="2208187"/>
                  </a:lnTo>
                  <a:lnTo>
                    <a:pt x="4468558" y="2160498"/>
                  </a:lnTo>
                  <a:lnTo>
                    <a:pt x="4471416" y="2111121"/>
                  </a:lnTo>
                  <a:close/>
                </a:path>
                <a:path w="4471670" h="2534920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39405" y="4523993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66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63611" y="5913119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4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 flipH="1">
              <a:off x="7139939" y="464820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5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40020" y="33304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14776" y="33304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5264" y="33304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90507" y="33304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10302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5058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35545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60790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03250" y="733298"/>
          <a:ext cx="8311512" cy="103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3496055" y="2467355"/>
            <a:ext cx="8340090" cy="3465195"/>
            <a:chOff x="3496055" y="2467355"/>
            <a:chExt cx="8340090" cy="3465195"/>
          </a:xfrm>
        </p:grpSpPr>
        <p:sp>
          <p:nvSpPr>
            <p:cNvPr id="20" name="object 20"/>
            <p:cNvSpPr/>
            <p:nvPr/>
          </p:nvSpPr>
          <p:spPr>
            <a:xfrm>
              <a:off x="3515105" y="4272533"/>
              <a:ext cx="5014595" cy="1640839"/>
            </a:xfrm>
            <a:custGeom>
              <a:avLst/>
              <a:gdLst/>
              <a:ahLst/>
              <a:cxnLst/>
              <a:rect l="l" t="t" r="r" b="b"/>
              <a:pathLst>
                <a:path w="5014595" h="1640839">
                  <a:moveTo>
                    <a:pt x="0" y="375666"/>
                  </a:moveTo>
                  <a:lnTo>
                    <a:pt x="0" y="1217422"/>
                  </a:lnTo>
                </a:path>
                <a:path w="5014595" h="1640839">
                  <a:moveTo>
                    <a:pt x="423672" y="0"/>
                  </a:moveTo>
                  <a:lnTo>
                    <a:pt x="1389507" y="0"/>
                  </a:lnTo>
                </a:path>
                <a:path w="5014595" h="1640839">
                  <a:moveTo>
                    <a:pt x="1812798" y="1217422"/>
                  </a:moveTo>
                  <a:lnTo>
                    <a:pt x="1812798" y="375666"/>
                  </a:lnTo>
                </a:path>
                <a:path w="5014595" h="1640839">
                  <a:moveTo>
                    <a:pt x="2112264" y="1341208"/>
                  </a:moveTo>
                  <a:lnTo>
                    <a:pt x="3326129" y="251460"/>
                  </a:lnTo>
                </a:path>
                <a:path w="5014595" h="1640839">
                  <a:moveTo>
                    <a:pt x="2235708" y="1640586"/>
                  </a:moveTo>
                  <a:lnTo>
                    <a:pt x="3201543" y="1640586"/>
                  </a:lnTo>
                </a:path>
                <a:path w="5014595" h="1640839">
                  <a:moveTo>
                    <a:pt x="5014341" y="0"/>
                  </a:moveTo>
                  <a:lnTo>
                    <a:pt x="404850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 flipH="1">
              <a:off x="8952738" y="464820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5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93123" y="2467355"/>
              <a:ext cx="2843530" cy="1298575"/>
            </a:xfrm>
            <a:custGeom>
              <a:avLst/>
              <a:gdLst/>
              <a:ahLst/>
              <a:cxnLst/>
              <a:rect l="l" t="t" r="r" b="b"/>
              <a:pathLst>
                <a:path w="2843529" h="1298575">
                  <a:moveTo>
                    <a:pt x="2843022" y="0"/>
                  </a:moveTo>
                  <a:lnTo>
                    <a:pt x="0" y="0"/>
                  </a:lnTo>
                  <a:lnTo>
                    <a:pt x="0" y="811530"/>
                  </a:lnTo>
                  <a:lnTo>
                    <a:pt x="473836" y="811530"/>
                  </a:lnTo>
                  <a:lnTo>
                    <a:pt x="505332" y="1298067"/>
                  </a:lnTo>
                  <a:lnTo>
                    <a:pt x="1184528" y="811530"/>
                  </a:lnTo>
                  <a:lnTo>
                    <a:pt x="2843022" y="811530"/>
                  </a:lnTo>
                  <a:lnTo>
                    <a:pt x="2843022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81963" y="1781301"/>
            <a:ext cx="10577830" cy="143891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410845" indent="-347980">
              <a:lnSpc>
                <a:spcPct val="100000"/>
              </a:lnSpc>
              <a:spcBef>
                <a:spcPts val="13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10845" algn="l"/>
                <a:tab pos="41148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𝒑𝒓𝒆𝒅</a:t>
            </a:r>
            <a:r>
              <a:rPr sz="2400" b="1" spc="-5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[ 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储存了一棵树，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广度优先树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𝑻</a:t>
            </a:r>
            <a:r>
              <a:rPr sz="2400" spc="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spc="75" dirty="0">
                <a:latin typeface="Cambria Math"/>
                <a:cs typeface="Cambria Math"/>
              </a:rPr>
              <a:t>=&lt;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400" spc="-65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625" spc="600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&gt;</a:t>
            </a:r>
            <a:endParaRPr sz="2400" dirty="0">
              <a:latin typeface="Cambria Math"/>
              <a:cs typeface="Cambria Math"/>
            </a:endParaRPr>
          </a:p>
          <a:p>
            <a:pPr marL="8288655" algn="ctr">
              <a:lnSpc>
                <a:spcPct val="100000"/>
              </a:lnSpc>
              <a:spcBef>
                <a:spcPts val="1220"/>
              </a:spcBef>
            </a:pPr>
            <a:r>
              <a:rPr sz="2400" spc="-10" dirty="0" err="1">
                <a:solidFill>
                  <a:srgbClr val="FFFFFF"/>
                </a:solidFill>
                <a:latin typeface="PMingLiU"/>
                <a:cs typeface="PMingLiU"/>
              </a:rPr>
              <a:t>连通、无环</a:t>
            </a:r>
            <a:endParaRPr sz="2400" dirty="0">
              <a:latin typeface="PMingLiU"/>
              <a:cs typeface="PMingLiU"/>
            </a:endParaRPr>
          </a:p>
          <a:p>
            <a:pPr marL="8288020" algn="ctr">
              <a:lnSpc>
                <a:spcPct val="100000"/>
              </a:lnSpc>
              <a:spcBef>
                <a:spcPts val="45"/>
              </a:spcBef>
              <a:tabLst>
                <a:tab pos="9808845" algn="l"/>
              </a:tabLst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|𝑬</a:t>
            </a:r>
            <a:r>
              <a:rPr sz="2625" baseline="-15873" dirty="0">
                <a:solidFill>
                  <a:srgbClr val="FFFFFF"/>
                </a:solidFill>
                <a:latin typeface="Cambria Math"/>
                <a:cs typeface="Cambria Math"/>
              </a:rPr>
              <a:t>𝑻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|</a:t>
            </a:r>
            <a:r>
              <a:rPr sz="2400" spc="1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400" spc="1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mbria Math"/>
                <a:cs typeface="Cambria Math"/>
              </a:rPr>
              <a:t>|𝑽</a:t>
            </a:r>
            <a:r>
              <a:rPr sz="2625" spc="-37" baseline="-15873" dirty="0">
                <a:solidFill>
                  <a:srgbClr val="FFFFFF"/>
                </a:solidFill>
                <a:latin typeface="Cambria Math"/>
                <a:cs typeface="Cambria Math"/>
              </a:rPr>
              <a:t>𝑻</a:t>
            </a:r>
            <a:r>
              <a:rPr sz="2625" baseline="-15873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| −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400" dirty="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92195" y="2967227"/>
            <a:ext cx="6283960" cy="3369310"/>
            <a:chOff x="3092195" y="2967227"/>
            <a:chExt cx="6283960" cy="3369310"/>
          </a:xfrm>
        </p:grpSpPr>
        <p:sp>
          <p:nvSpPr>
            <p:cNvPr id="4" name="object 4"/>
            <p:cNvSpPr/>
            <p:nvPr/>
          </p:nvSpPr>
          <p:spPr>
            <a:xfrm>
              <a:off x="3494531" y="2967227"/>
              <a:ext cx="1828164" cy="812800"/>
            </a:xfrm>
            <a:custGeom>
              <a:avLst/>
              <a:gdLst/>
              <a:ahLst/>
              <a:cxnLst/>
              <a:rect l="l" t="t" r="r" b="b"/>
              <a:pathLst>
                <a:path w="1828164" h="812800">
                  <a:moveTo>
                    <a:pt x="1828038" y="0"/>
                  </a:moveTo>
                  <a:lnTo>
                    <a:pt x="0" y="0"/>
                  </a:lnTo>
                  <a:lnTo>
                    <a:pt x="0" y="474725"/>
                  </a:lnTo>
                  <a:lnTo>
                    <a:pt x="1066291" y="474725"/>
                  </a:lnTo>
                  <a:lnTo>
                    <a:pt x="1490344" y="812419"/>
                  </a:lnTo>
                  <a:lnTo>
                    <a:pt x="1523364" y="474725"/>
                  </a:lnTo>
                  <a:lnTo>
                    <a:pt x="1828038" y="474725"/>
                  </a:lnTo>
                  <a:lnTo>
                    <a:pt x="1828038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3801617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0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1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2" y="423290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801617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0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0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92196" y="3801617"/>
              <a:ext cx="6283960" cy="2534920"/>
            </a:xfrm>
            <a:custGeom>
              <a:avLst/>
              <a:gdLst/>
              <a:ahLst/>
              <a:cxnLst/>
              <a:rect l="l" t="t" r="r" b="b"/>
              <a:pathLst>
                <a:path w="6283959" h="2534920">
                  <a:moveTo>
                    <a:pt x="846582" y="2111121"/>
                  </a:moveTo>
                  <a:lnTo>
                    <a:pt x="843724" y="2061756"/>
                  </a:lnTo>
                  <a:lnTo>
                    <a:pt x="835393" y="2014067"/>
                  </a:lnTo>
                  <a:lnTo>
                    <a:pt x="821905" y="1968373"/>
                  </a:lnTo>
                  <a:lnTo>
                    <a:pt x="803554" y="1924977"/>
                  </a:lnTo>
                  <a:lnTo>
                    <a:pt x="780681" y="1884210"/>
                  </a:lnTo>
                  <a:lnTo>
                    <a:pt x="753592" y="1846376"/>
                  </a:lnTo>
                  <a:lnTo>
                    <a:pt x="722604" y="1811820"/>
                  </a:lnTo>
                  <a:lnTo>
                    <a:pt x="688047" y="1780832"/>
                  </a:lnTo>
                  <a:lnTo>
                    <a:pt x="650214" y="1753730"/>
                  </a:lnTo>
                  <a:lnTo>
                    <a:pt x="609447" y="1730857"/>
                  </a:lnTo>
                  <a:lnTo>
                    <a:pt x="566051" y="1712518"/>
                  </a:lnTo>
                  <a:lnTo>
                    <a:pt x="520357" y="1699018"/>
                  </a:lnTo>
                  <a:lnTo>
                    <a:pt x="472655" y="1690687"/>
                  </a:lnTo>
                  <a:lnTo>
                    <a:pt x="423291" y="1687830"/>
                  </a:lnTo>
                  <a:lnTo>
                    <a:pt x="373913" y="1690687"/>
                  </a:lnTo>
                  <a:lnTo>
                    <a:pt x="326212" y="1699018"/>
                  </a:lnTo>
                  <a:lnTo>
                    <a:pt x="280517" y="1712518"/>
                  </a:lnTo>
                  <a:lnTo>
                    <a:pt x="237121" y="1730857"/>
                  </a:lnTo>
                  <a:lnTo>
                    <a:pt x="196354" y="1753730"/>
                  </a:lnTo>
                  <a:lnTo>
                    <a:pt x="158521" y="1780832"/>
                  </a:lnTo>
                  <a:lnTo>
                    <a:pt x="123964" y="1811820"/>
                  </a:lnTo>
                  <a:lnTo>
                    <a:pt x="92976" y="1846376"/>
                  </a:lnTo>
                  <a:lnTo>
                    <a:pt x="65887" y="1884210"/>
                  </a:lnTo>
                  <a:lnTo>
                    <a:pt x="43014" y="1924977"/>
                  </a:lnTo>
                  <a:lnTo>
                    <a:pt x="24663" y="1968373"/>
                  </a:lnTo>
                  <a:lnTo>
                    <a:pt x="11176" y="2014067"/>
                  </a:lnTo>
                  <a:lnTo>
                    <a:pt x="2844" y="2061756"/>
                  </a:lnTo>
                  <a:lnTo>
                    <a:pt x="0" y="2111121"/>
                  </a:lnTo>
                  <a:lnTo>
                    <a:pt x="2844" y="2160498"/>
                  </a:lnTo>
                  <a:lnTo>
                    <a:pt x="11176" y="2208187"/>
                  </a:lnTo>
                  <a:lnTo>
                    <a:pt x="24663" y="2253881"/>
                  </a:lnTo>
                  <a:lnTo>
                    <a:pt x="43014" y="2297277"/>
                  </a:lnTo>
                  <a:lnTo>
                    <a:pt x="65887" y="2338044"/>
                  </a:lnTo>
                  <a:lnTo>
                    <a:pt x="92976" y="2375878"/>
                  </a:lnTo>
                  <a:lnTo>
                    <a:pt x="123964" y="2410434"/>
                  </a:lnTo>
                  <a:lnTo>
                    <a:pt x="158521" y="2441422"/>
                  </a:lnTo>
                  <a:lnTo>
                    <a:pt x="196354" y="2468524"/>
                  </a:lnTo>
                  <a:lnTo>
                    <a:pt x="237121" y="2491397"/>
                  </a:lnTo>
                  <a:lnTo>
                    <a:pt x="280517" y="2509736"/>
                  </a:lnTo>
                  <a:lnTo>
                    <a:pt x="326212" y="2523236"/>
                  </a:lnTo>
                  <a:lnTo>
                    <a:pt x="373913" y="2531567"/>
                  </a:lnTo>
                  <a:lnTo>
                    <a:pt x="423291" y="2534412"/>
                  </a:lnTo>
                  <a:lnTo>
                    <a:pt x="472655" y="2531567"/>
                  </a:lnTo>
                  <a:lnTo>
                    <a:pt x="520357" y="2523236"/>
                  </a:lnTo>
                  <a:lnTo>
                    <a:pt x="566051" y="2509736"/>
                  </a:lnTo>
                  <a:lnTo>
                    <a:pt x="609447" y="2491397"/>
                  </a:lnTo>
                  <a:lnTo>
                    <a:pt x="650214" y="2468524"/>
                  </a:lnTo>
                  <a:lnTo>
                    <a:pt x="688047" y="2441422"/>
                  </a:lnTo>
                  <a:lnTo>
                    <a:pt x="722604" y="2410447"/>
                  </a:lnTo>
                  <a:lnTo>
                    <a:pt x="753592" y="2375878"/>
                  </a:lnTo>
                  <a:lnTo>
                    <a:pt x="780681" y="2338044"/>
                  </a:lnTo>
                  <a:lnTo>
                    <a:pt x="803554" y="2297277"/>
                  </a:lnTo>
                  <a:lnTo>
                    <a:pt x="821905" y="2253881"/>
                  </a:lnTo>
                  <a:lnTo>
                    <a:pt x="835393" y="2208187"/>
                  </a:lnTo>
                  <a:lnTo>
                    <a:pt x="843724" y="2160498"/>
                  </a:lnTo>
                  <a:lnTo>
                    <a:pt x="846582" y="2111121"/>
                  </a:lnTo>
                  <a:close/>
                </a:path>
                <a:path w="6283959" h="2534920">
                  <a:moveTo>
                    <a:pt x="2658618" y="2111121"/>
                  </a:moveTo>
                  <a:lnTo>
                    <a:pt x="2655760" y="2061756"/>
                  </a:lnTo>
                  <a:lnTo>
                    <a:pt x="2647429" y="2014067"/>
                  </a:lnTo>
                  <a:lnTo>
                    <a:pt x="2633942" y="1968373"/>
                  </a:lnTo>
                  <a:lnTo>
                    <a:pt x="2615590" y="1924977"/>
                  </a:lnTo>
                  <a:lnTo>
                    <a:pt x="2592717" y="1884210"/>
                  </a:lnTo>
                  <a:lnTo>
                    <a:pt x="2565628" y="1846376"/>
                  </a:lnTo>
                  <a:lnTo>
                    <a:pt x="2534640" y="1811820"/>
                  </a:lnTo>
                  <a:lnTo>
                    <a:pt x="2500084" y="1780832"/>
                  </a:lnTo>
                  <a:lnTo>
                    <a:pt x="2462250" y="1753730"/>
                  </a:lnTo>
                  <a:lnTo>
                    <a:pt x="2421483" y="1730857"/>
                  </a:lnTo>
                  <a:lnTo>
                    <a:pt x="2378087" y="1712518"/>
                  </a:lnTo>
                  <a:lnTo>
                    <a:pt x="2332393" y="1699018"/>
                  </a:lnTo>
                  <a:lnTo>
                    <a:pt x="2284692" y="1690687"/>
                  </a:lnTo>
                  <a:lnTo>
                    <a:pt x="2235327" y="1687830"/>
                  </a:lnTo>
                  <a:lnTo>
                    <a:pt x="2185949" y="1690687"/>
                  </a:lnTo>
                  <a:lnTo>
                    <a:pt x="2138248" y="1699018"/>
                  </a:lnTo>
                  <a:lnTo>
                    <a:pt x="2092553" y="1712518"/>
                  </a:lnTo>
                  <a:lnTo>
                    <a:pt x="2049157" y="1730857"/>
                  </a:lnTo>
                  <a:lnTo>
                    <a:pt x="2008390" y="1753730"/>
                  </a:lnTo>
                  <a:lnTo>
                    <a:pt x="1970557" y="1780832"/>
                  </a:lnTo>
                  <a:lnTo>
                    <a:pt x="1936000" y="1811820"/>
                  </a:lnTo>
                  <a:lnTo>
                    <a:pt x="1905012" y="1846376"/>
                  </a:lnTo>
                  <a:lnTo>
                    <a:pt x="1877923" y="1884210"/>
                  </a:lnTo>
                  <a:lnTo>
                    <a:pt x="1855050" y="1924977"/>
                  </a:lnTo>
                  <a:lnTo>
                    <a:pt x="1836699" y="1968373"/>
                  </a:lnTo>
                  <a:lnTo>
                    <a:pt x="1823212" y="2014067"/>
                  </a:lnTo>
                  <a:lnTo>
                    <a:pt x="1814880" y="2061756"/>
                  </a:lnTo>
                  <a:lnTo>
                    <a:pt x="1812036" y="2111121"/>
                  </a:lnTo>
                  <a:lnTo>
                    <a:pt x="1814880" y="2160498"/>
                  </a:lnTo>
                  <a:lnTo>
                    <a:pt x="1823212" y="2208187"/>
                  </a:lnTo>
                  <a:lnTo>
                    <a:pt x="1836699" y="2253881"/>
                  </a:lnTo>
                  <a:lnTo>
                    <a:pt x="1855050" y="2297277"/>
                  </a:lnTo>
                  <a:lnTo>
                    <a:pt x="1877923" y="2338044"/>
                  </a:lnTo>
                  <a:lnTo>
                    <a:pt x="1905012" y="2375878"/>
                  </a:lnTo>
                  <a:lnTo>
                    <a:pt x="1936000" y="2410434"/>
                  </a:lnTo>
                  <a:lnTo>
                    <a:pt x="1970557" y="2441422"/>
                  </a:lnTo>
                  <a:lnTo>
                    <a:pt x="2008390" y="2468524"/>
                  </a:lnTo>
                  <a:lnTo>
                    <a:pt x="2049157" y="2491397"/>
                  </a:lnTo>
                  <a:lnTo>
                    <a:pt x="2092553" y="2509736"/>
                  </a:lnTo>
                  <a:lnTo>
                    <a:pt x="2138248" y="2523236"/>
                  </a:lnTo>
                  <a:lnTo>
                    <a:pt x="2185949" y="2531567"/>
                  </a:lnTo>
                  <a:lnTo>
                    <a:pt x="2235327" y="2534412"/>
                  </a:lnTo>
                  <a:lnTo>
                    <a:pt x="2284692" y="2531567"/>
                  </a:lnTo>
                  <a:lnTo>
                    <a:pt x="2332393" y="2523236"/>
                  </a:lnTo>
                  <a:lnTo>
                    <a:pt x="2378087" y="2509736"/>
                  </a:lnTo>
                  <a:lnTo>
                    <a:pt x="2421483" y="2491397"/>
                  </a:lnTo>
                  <a:lnTo>
                    <a:pt x="2462250" y="2468524"/>
                  </a:lnTo>
                  <a:lnTo>
                    <a:pt x="2500084" y="2441422"/>
                  </a:lnTo>
                  <a:lnTo>
                    <a:pt x="2534640" y="2410447"/>
                  </a:lnTo>
                  <a:lnTo>
                    <a:pt x="2565628" y="2375878"/>
                  </a:lnTo>
                  <a:lnTo>
                    <a:pt x="2592717" y="2338044"/>
                  </a:lnTo>
                  <a:lnTo>
                    <a:pt x="2615590" y="2297277"/>
                  </a:lnTo>
                  <a:lnTo>
                    <a:pt x="2633942" y="2253881"/>
                  </a:lnTo>
                  <a:lnTo>
                    <a:pt x="2647429" y="2208187"/>
                  </a:lnTo>
                  <a:lnTo>
                    <a:pt x="2655760" y="2160498"/>
                  </a:lnTo>
                  <a:lnTo>
                    <a:pt x="2658618" y="2111121"/>
                  </a:lnTo>
                  <a:close/>
                </a:path>
                <a:path w="6283959" h="2534920">
                  <a:moveTo>
                    <a:pt x="4471416" y="2111121"/>
                  </a:moveTo>
                  <a:lnTo>
                    <a:pt x="4468558" y="2061756"/>
                  </a:lnTo>
                  <a:lnTo>
                    <a:pt x="4460227" y="2014067"/>
                  </a:lnTo>
                  <a:lnTo>
                    <a:pt x="4446740" y="1968373"/>
                  </a:lnTo>
                  <a:lnTo>
                    <a:pt x="4428388" y="1924977"/>
                  </a:lnTo>
                  <a:lnTo>
                    <a:pt x="4405515" y="1884210"/>
                  </a:lnTo>
                  <a:lnTo>
                    <a:pt x="4378426" y="1846376"/>
                  </a:lnTo>
                  <a:lnTo>
                    <a:pt x="4347438" y="1811820"/>
                  </a:lnTo>
                  <a:lnTo>
                    <a:pt x="4312882" y="1780832"/>
                  </a:lnTo>
                  <a:lnTo>
                    <a:pt x="4275048" y="1753730"/>
                  </a:lnTo>
                  <a:lnTo>
                    <a:pt x="4234281" y="1730857"/>
                  </a:lnTo>
                  <a:lnTo>
                    <a:pt x="4190885" y="1712518"/>
                  </a:lnTo>
                  <a:lnTo>
                    <a:pt x="4145191" y="1699018"/>
                  </a:lnTo>
                  <a:lnTo>
                    <a:pt x="4097490" y="1690687"/>
                  </a:lnTo>
                  <a:lnTo>
                    <a:pt x="4048125" y="1687830"/>
                  </a:lnTo>
                  <a:lnTo>
                    <a:pt x="3998747" y="1690687"/>
                  </a:lnTo>
                  <a:lnTo>
                    <a:pt x="3951046" y="1699018"/>
                  </a:lnTo>
                  <a:lnTo>
                    <a:pt x="3905351" y="1712518"/>
                  </a:lnTo>
                  <a:lnTo>
                    <a:pt x="3861955" y="1730857"/>
                  </a:lnTo>
                  <a:lnTo>
                    <a:pt x="3821188" y="1753730"/>
                  </a:lnTo>
                  <a:lnTo>
                    <a:pt x="3783355" y="1780832"/>
                  </a:lnTo>
                  <a:lnTo>
                    <a:pt x="3748798" y="1811820"/>
                  </a:lnTo>
                  <a:lnTo>
                    <a:pt x="3717810" y="1846376"/>
                  </a:lnTo>
                  <a:lnTo>
                    <a:pt x="3690721" y="1884210"/>
                  </a:lnTo>
                  <a:lnTo>
                    <a:pt x="3667849" y="1924977"/>
                  </a:lnTo>
                  <a:lnTo>
                    <a:pt x="3649497" y="1968373"/>
                  </a:lnTo>
                  <a:lnTo>
                    <a:pt x="3636010" y="2014067"/>
                  </a:lnTo>
                  <a:lnTo>
                    <a:pt x="3627678" y="2061756"/>
                  </a:lnTo>
                  <a:lnTo>
                    <a:pt x="3624834" y="2111121"/>
                  </a:lnTo>
                  <a:lnTo>
                    <a:pt x="3627678" y="2160498"/>
                  </a:lnTo>
                  <a:lnTo>
                    <a:pt x="3636010" y="2208187"/>
                  </a:lnTo>
                  <a:lnTo>
                    <a:pt x="3649497" y="2253881"/>
                  </a:lnTo>
                  <a:lnTo>
                    <a:pt x="3667849" y="2297277"/>
                  </a:lnTo>
                  <a:lnTo>
                    <a:pt x="3690721" y="2338044"/>
                  </a:lnTo>
                  <a:lnTo>
                    <a:pt x="3717810" y="2375878"/>
                  </a:lnTo>
                  <a:lnTo>
                    <a:pt x="3748798" y="2410434"/>
                  </a:lnTo>
                  <a:lnTo>
                    <a:pt x="3783355" y="2441422"/>
                  </a:lnTo>
                  <a:lnTo>
                    <a:pt x="3821188" y="2468524"/>
                  </a:lnTo>
                  <a:lnTo>
                    <a:pt x="3861955" y="2491397"/>
                  </a:lnTo>
                  <a:lnTo>
                    <a:pt x="3905351" y="2509736"/>
                  </a:lnTo>
                  <a:lnTo>
                    <a:pt x="3951046" y="2523236"/>
                  </a:lnTo>
                  <a:lnTo>
                    <a:pt x="3998747" y="2531567"/>
                  </a:lnTo>
                  <a:lnTo>
                    <a:pt x="4048125" y="2534412"/>
                  </a:lnTo>
                  <a:lnTo>
                    <a:pt x="4097490" y="2531567"/>
                  </a:lnTo>
                  <a:lnTo>
                    <a:pt x="4145191" y="2523236"/>
                  </a:lnTo>
                  <a:lnTo>
                    <a:pt x="4190885" y="2509736"/>
                  </a:lnTo>
                  <a:lnTo>
                    <a:pt x="4234281" y="2491397"/>
                  </a:lnTo>
                  <a:lnTo>
                    <a:pt x="4275048" y="2468524"/>
                  </a:lnTo>
                  <a:lnTo>
                    <a:pt x="4312882" y="2441422"/>
                  </a:lnTo>
                  <a:lnTo>
                    <a:pt x="4347438" y="2410447"/>
                  </a:lnTo>
                  <a:lnTo>
                    <a:pt x="4378426" y="2375878"/>
                  </a:lnTo>
                  <a:lnTo>
                    <a:pt x="4405515" y="2338044"/>
                  </a:lnTo>
                  <a:lnTo>
                    <a:pt x="4428388" y="2297277"/>
                  </a:lnTo>
                  <a:lnTo>
                    <a:pt x="4446740" y="2253881"/>
                  </a:lnTo>
                  <a:lnTo>
                    <a:pt x="4460227" y="2208187"/>
                  </a:lnTo>
                  <a:lnTo>
                    <a:pt x="4468558" y="2160498"/>
                  </a:lnTo>
                  <a:lnTo>
                    <a:pt x="4471416" y="2111121"/>
                  </a:lnTo>
                  <a:close/>
                </a:path>
                <a:path w="6283959" h="2534920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  <a:path w="6283959" h="2534920">
                  <a:moveTo>
                    <a:pt x="6283452" y="2111121"/>
                  </a:moveTo>
                  <a:lnTo>
                    <a:pt x="6280594" y="2061756"/>
                  </a:lnTo>
                  <a:lnTo>
                    <a:pt x="6272263" y="2014067"/>
                  </a:lnTo>
                  <a:lnTo>
                    <a:pt x="6258776" y="1968373"/>
                  </a:lnTo>
                  <a:lnTo>
                    <a:pt x="6240424" y="1924977"/>
                  </a:lnTo>
                  <a:lnTo>
                    <a:pt x="6217551" y="1884210"/>
                  </a:lnTo>
                  <a:lnTo>
                    <a:pt x="6190462" y="1846376"/>
                  </a:lnTo>
                  <a:lnTo>
                    <a:pt x="6159474" y="1811820"/>
                  </a:lnTo>
                  <a:lnTo>
                    <a:pt x="6124918" y="1780832"/>
                  </a:lnTo>
                  <a:lnTo>
                    <a:pt x="6087084" y="1753730"/>
                  </a:lnTo>
                  <a:lnTo>
                    <a:pt x="6046317" y="1730857"/>
                  </a:lnTo>
                  <a:lnTo>
                    <a:pt x="6002921" y="1712518"/>
                  </a:lnTo>
                  <a:lnTo>
                    <a:pt x="5957227" y="1699018"/>
                  </a:lnTo>
                  <a:lnTo>
                    <a:pt x="5909526" y="1690687"/>
                  </a:lnTo>
                  <a:lnTo>
                    <a:pt x="5860161" y="1687830"/>
                  </a:lnTo>
                  <a:lnTo>
                    <a:pt x="5810783" y="1690687"/>
                  </a:lnTo>
                  <a:lnTo>
                    <a:pt x="5763082" y="1699018"/>
                  </a:lnTo>
                  <a:lnTo>
                    <a:pt x="5717387" y="1712518"/>
                  </a:lnTo>
                  <a:lnTo>
                    <a:pt x="5673991" y="1730857"/>
                  </a:lnTo>
                  <a:lnTo>
                    <a:pt x="5633224" y="1753730"/>
                  </a:lnTo>
                  <a:lnTo>
                    <a:pt x="5595391" y="1780832"/>
                  </a:lnTo>
                  <a:lnTo>
                    <a:pt x="5560834" y="1811820"/>
                  </a:lnTo>
                  <a:lnTo>
                    <a:pt x="5529846" y="1846376"/>
                  </a:lnTo>
                  <a:lnTo>
                    <a:pt x="5502757" y="1884210"/>
                  </a:lnTo>
                  <a:lnTo>
                    <a:pt x="5479885" y="1924977"/>
                  </a:lnTo>
                  <a:lnTo>
                    <a:pt x="5461533" y="1968373"/>
                  </a:lnTo>
                  <a:lnTo>
                    <a:pt x="5448046" y="2014067"/>
                  </a:lnTo>
                  <a:lnTo>
                    <a:pt x="5439715" y="2061756"/>
                  </a:lnTo>
                  <a:lnTo>
                    <a:pt x="5436870" y="2111121"/>
                  </a:lnTo>
                  <a:lnTo>
                    <a:pt x="5439715" y="2160498"/>
                  </a:lnTo>
                  <a:lnTo>
                    <a:pt x="5448046" y="2208187"/>
                  </a:lnTo>
                  <a:lnTo>
                    <a:pt x="5461533" y="2253881"/>
                  </a:lnTo>
                  <a:lnTo>
                    <a:pt x="5479885" y="2297277"/>
                  </a:lnTo>
                  <a:lnTo>
                    <a:pt x="5502757" y="2338044"/>
                  </a:lnTo>
                  <a:lnTo>
                    <a:pt x="5529846" y="2375878"/>
                  </a:lnTo>
                  <a:lnTo>
                    <a:pt x="5560834" y="2410434"/>
                  </a:lnTo>
                  <a:lnTo>
                    <a:pt x="5595391" y="2441422"/>
                  </a:lnTo>
                  <a:lnTo>
                    <a:pt x="5633224" y="2468524"/>
                  </a:lnTo>
                  <a:lnTo>
                    <a:pt x="5673991" y="2491397"/>
                  </a:lnTo>
                  <a:lnTo>
                    <a:pt x="5717387" y="2509736"/>
                  </a:lnTo>
                  <a:lnTo>
                    <a:pt x="5763082" y="2523236"/>
                  </a:lnTo>
                  <a:lnTo>
                    <a:pt x="5810783" y="2531567"/>
                  </a:lnTo>
                  <a:lnTo>
                    <a:pt x="5860161" y="2534412"/>
                  </a:lnTo>
                  <a:lnTo>
                    <a:pt x="5909526" y="2531567"/>
                  </a:lnTo>
                  <a:lnTo>
                    <a:pt x="5957227" y="2523236"/>
                  </a:lnTo>
                  <a:lnTo>
                    <a:pt x="6002921" y="2509736"/>
                  </a:lnTo>
                  <a:lnTo>
                    <a:pt x="6046317" y="2491397"/>
                  </a:lnTo>
                  <a:lnTo>
                    <a:pt x="6087084" y="2468524"/>
                  </a:lnTo>
                  <a:lnTo>
                    <a:pt x="6124918" y="2441422"/>
                  </a:lnTo>
                  <a:lnTo>
                    <a:pt x="6159474" y="2410447"/>
                  </a:lnTo>
                  <a:lnTo>
                    <a:pt x="6190462" y="2375878"/>
                  </a:lnTo>
                  <a:lnTo>
                    <a:pt x="6217551" y="2338044"/>
                  </a:lnTo>
                  <a:lnTo>
                    <a:pt x="6240424" y="2297277"/>
                  </a:lnTo>
                  <a:lnTo>
                    <a:pt x="6258776" y="2253881"/>
                  </a:lnTo>
                  <a:lnTo>
                    <a:pt x="6272263" y="2208187"/>
                  </a:lnTo>
                  <a:lnTo>
                    <a:pt x="6280594" y="2160498"/>
                  </a:lnTo>
                  <a:lnTo>
                    <a:pt x="6283452" y="2111121"/>
                  </a:lnTo>
                  <a:close/>
                </a:path>
                <a:path w="6283959" h="2534920">
                  <a:moveTo>
                    <a:pt x="6283452" y="423291"/>
                  </a:moveTo>
                  <a:lnTo>
                    <a:pt x="6280594" y="373926"/>
                  </a:lnTo>
                  <a:lnTo>
                    <a:pt x="6272263" y="326224"/>
                  </a:lnTo>
                  <a:lnTo>
                    <a:pt x="6258776" y="280530"/>
                  </a:lnTo>
                  <a:lnTo>
                    <a:pt x="6240424" y="237134"/>
                  </a:lnTo>
                  <a:lnTo>
                    <a:pt x="6217551" y="196367"/>
                  </a:lnTo>
                  <a:lnTo>
                    <a:pt x="6190462" y="158534"/>
                  </a:lnTo>
                  <a:lnTo>
                    <a:pt x="6159474" y="123977"/>
                  </a:lnTo>
                  <a:lnTo>
                    <a:pt x="6124918" y="92989"/>
                  </a:lnTo>
                  <a:lnTo>
                    <a:pt x="6087084" y="65900"/>
                  </a:lnTo>
                  <a:lnTo>
                    <a:pt x="6046317" y="43027"/>
                  </a:lnTo>
                  <a:lnTo>
                    <a:pt x="6002921" y="24676"/>
                  </a:lnTo>
                  <a:lnTo>
                    <a:pt x="5957227" y="11188"/>
                  </a:lnTo>
                  <a:lnTo>
                    <a:pt x="5909526" y="2857"/>
                  </a:lnTo>
                  <a:lnTo>
                    <a:pt x="5860161" y="0"/>
                  </a:lnTo>
                  <a:lnTo>
                    <a:pt x="5810783" y="2857"/>
                  </a:lnTo>
                  <a:lnTo>
                    <a:pt x="5763082" y="11188"/>
                  </a:lnTo>
                  <a:lnTo>
                    <a:pt x="5717387" y="24676"/>
                  </a:lnTo>
                  <a:lnTo>
                    <a:pt x="5673991" y="43027"/>
                  </a:lnTo>
                  <a:lnTo>
                    <a:pt x="5633224" y="65900"/>
                  </a:lnTo>
                  <a:lnTo>
                    <a:pt x="5595391" y="92989"/>
                  </a:lnTo>
                  <a:lnTo>
                    <a:pt x="5560834" y="123977"/>
                  </a:lnTo>
                  <a:lnTo>
                    <a:pt x="5529846" y="158534"/>
                  </a:lnTo>
                  <a:lnTo>
                    <a:pt x="5502757" y="196367"/>
                  </a:lnTo>
                  <a:lnTo>
                    <a:pt x="5479885" y="237134"/>
                  </a:lnTo>
                  <a:lnTo>
                    <a:pt x="5461533" y="280530"/>
                  </a:lnTo>
                  <a:lnTo>
                    <a:pt x="5448046" y="326224"/>
                  </a:lnTo>
                  <a:lnTo>
                    <a:pt x="5439715" y="373926"/>
                  </a:lnTo>
                  <a:lnTo>
                    <a:pt x="5436870" y="423291"/>
                  </a:lnTo>
                  <a:lnTo>
                    <a:pt x="5439715" y="472668"/>
                  </a:lnTo>
                  <a:lnTo>
                    <a:pt x="5448046" y="520369"/>
                  </a:lnTo>
                  <a:lnTo>
                    <a:pt x="5461533" y="566064"/>
                  </a:lnTo>
                  <a:lnTo>
                    <a:pt x="5479885" y="609460"/>
                  </a:lnTo>
                  <a:lnTo>
                    <a:pt x="5502757" y="650227"/>
                  </a:lnTo>
                  <a:lnTo>
                    <a:pt x="5529846" y="688060"/>
                  </a:lnTo>
                  <a:lnTo>
                    <a:pt x="5560834" y="722617"/>
                  </a:lnTo>
                  <a:lnTo>
                    <a:pt x="5595391" y="753605"/>
                  </a:lnTo>
                  <a:lnTo>
                    <a:pt x="5633224" y="780694"/>
                  </a:lnTo>
                  <a:lnTo>
                    <a:pt x="5673991" y="803567"/>
                  </a:lnTo>
                  <a:lnTo>
                    <a:pt x="5717387" y="821918"/>
                  </a:lnTo>
                  <a:lnTo>
                    <a:pt x="5763082" y="835406"/>
                  </a:lnTo>
                  <a:lnTo>
                    <a:pt x="5810783" y="843737"/>
                  </a:lnTo>
                  <a:lnTo>
                    <a:pt x="5860161" y="846582"/>
                  </a:lnTo>
                  <a:lnTo>
                    <a:pt x="5909526" y="843737"/>
                  </a:lnTo>
                  <a:lnTo>
                    <a:pt x="5957227" y="835406"/>
                  </a:lnTo>
                  <a:lnTo>
                    <a:pt x="6002921" y="821918"/>
                  </a:lnTo>
                  <a:lnTo>
                    <a:pt x="6046317" y="803567"/>
                  </a:lnTo>
                  <a:lnTo>
                    <a:pt x="6087084" y="780694"/>
                  </a:lnTo>
                  <a:lnTo>
                    <a:pt x="6124918" y="753605"/>
                  </a:lnTo>
                  <a:lnTo>
                    <a:pt x="6159474" y="722617"/>
                  </a:lnTo>
                  <a:lnTo>
                    <a:pt x="6190462" y="688060"/>
                  </a:lnTo>
                  <a:lnTo>
                    <a:pt x="6217551" y="650227"/>
                  </a:lnTo>
                  <a:lnTo>
                    <a:pt x="6240424" y="609460"/>
                  </a:lnTo>
                  <a:lnTo>
                    <a:pt x="6258776" y="566064"/>
                  </a:lnTo>
                  <a:lnTo>
                    <a:pt x="6272263" y="520369"/>
                  </a:lnTo>
                  <a:lnTo>
                    <a:pt x="6280594" y="472668"/>
                  </a:lnTo>
                  <a:lnTo>
                    <a:pt x="6283452" y="42329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39405" y="4523994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66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63611" y="5913120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4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 flipH="1">
              <a:off x="7139939" y="464820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5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81962" y="1863851"/>
            <a:ext cx="8640501" cy="1927451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10845" indent="-347980">
              <a:lnSpc>
                <a:spcPct val="100000"/>
              </a:lnSpc>
              <a:spcBef>
                <a:spcPts val="67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10845" algn="l"/>
                <a:tab pos="41148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𝒑𝒓𝒆𝒅</a:t>
            </a:r>
            <a:r>
              <a:rPr sz="2400" b="1" spc="-5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[ 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储存了一棵树，广度优先树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𝑻</a:t>
            </a:r>
            <a:r>
              <a:rPr sz="2400" spc="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spc="75" dirty="0">
                <a:latin typeface="Cambria Math"/>
                <a:cs typeface="Cambria Math"/>
              </a:rPr>
              <a:t>=&lt;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400" spc="-65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625" spc="600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&gt;</a:t>
            </a:r>
            <a:endParaRPr sz="2400" dirty="0">
              <a:latin typeface="Cambria Math"/>
              <a:cs typeface="Cambria Math"/>
            </a:endParaRPr>
          </a:p>
          <a:p>
            <a:pPr marL="410845" indent="-347980">
              <a:lnSpc>
                <a:spcPct val="100000"/>
              </a:lnSpc>
              <a:spcBef>
                <a:spcPts val="57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10845" algn="l"/>
                <a:tab pos="41148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𝑽</a:t>
            </a:r>
            <a:r>
              <a:rPr sz="2625" baseline="-15873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𝑻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是源点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𝒔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可达的顶点集合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R="1400810" algn="ctr">
              <a:lnSpc>
                <a:spcPts val="2855"/>
              </a:lnSpc>
              <a:spcBef>
                <a:spcPts val="1814"/>
              </a:spcBef>
            </a:pPr>
            <a:r>
              <a:rPr sz="2400" spc="-2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搜索源点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2445385">
              <a:lnSpc>
                <a:spcPts val="3335"/>
              </a:lnSpc>
              <a:tabLst>
                <a:tab pos="4270375" algn="l"/>
                <a:tab pos="6095365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90507" y="33304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10302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85058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5545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60790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96055" y="2467355"/>
            <a:ext cx="8340090" cy="3465195"/>
            <a:chOff x="3496055" y="2467355"/>
            <a:chExt cx="8340090" cy="3465195"/>
          </a:xfrm>
        </p:grpSpPr>
        <p:sp>
          <p:nvSpPr>
            <p:cNvPr id="18" name="object 18"/>
            <p:cNvSpPr/>
            <p:nvPr/>
          </p:nvSpPr>
          <p:spPr>
            <a:xfrm>
              <a:off x="3515105" y="4272533"/>
              <a:ext cx="5014595" cy="1640839"/>
            </a:xfrm>
            <a:custGeom>
              <a:avLst/>
              <a:gdLst/>
              <a:ahLst/>
              <a:cxnLst/>
              <a:rect l="l" t="t" r="r" b="b"/>
              <a:pathLst>
                <a:path w="5014595" h="1640839">
                  <a:moveTo>
                    <a:pt x="0" y="375666"/>
                  </a:moveTo>
                  <a:lnTo>
                    <a:pt x="0" y="1217422"/>
                  </a:lnTo>
                </a:path>
                <a:path w="5014595" h="1640839">
                  <a:moveTo>
                    <a:pt x="423672" y="0"/>
                  </a:moveTo>
                  <a:lnTo>
                    <a:pt x="1389507" y="0"/>
                  </a:lnTo>
                </a:path>
                <a:path w="5014595" h="1640839">
                  <a:moveTo>
                    <a:pt x="1812798" y="1217422"/>
                  </a:moveTo>
                  <a:lnTo>
                    <a:pt x="1812798" y="375666"/>
                  </a:lnTo>
                </a:path>
                <a:path w="5014595" h="1640839">
                  <a:moveTo>
                    <a:pt x="2112264" y="1341208"/>
                  </a:moveTo>
                  <a:lnTo>
                    <a:pt x="3326129" y="251460"/>
                  </a:lnTo>
                </a:path>
                <a:path w="5014595" h="1640839">
                  <a:moveTo>
                    <a:pt x="2235708" y="1640586"/>
                  </a:moveTo>
                  <a:lnTo>
                    <a:pt x="3201543" y="1640586"/>
                  </a:lnTo>
                </a:path>
                <a:path w="5014595" h="1640839">
                  <a:moveTo>
                    <a:pt x="5014341" y="0"/>
                  </a:moveTo>
                  <a:lnTo>
                    <a:pt x="4048505" y="0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 flipH="1">
              <a:off x="8952738" y="464820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5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93123" y="2467355"/>
              <a:ext cx="2843530" cy="1298575"/>
            </a:xfrm>
            <a:custGeom>
              <a:avLst/>
              <a:gdLst/>
              <a:ahLst/>
              <a:cxnLst/>
              <a:rect l="l" t="t" r="r" b="b"/>
              <a:pathLst>
                <a:path w="2843529" h="1298575">
                  <a:moveTo>
                    <a:pt x="2843022" y="0"/>
                  </a:moveTo>
                  <a:lnTo>
                    <a:pt x="0" y="0"/>
                  </a:lnTo>
                  <a:lnTo>
                    <a:pt x="0" y="811530"/>
                  </a:lnTo>
                  <a:lnTo>
                    <a:pt x="473836" y="811530"/>
                  </a:lnTo>
                  <a:lnTo>
                    <a:pt x="505332" y="1298067"/>
                  </a:lnTo>
                  <a:lnTo>
                    <a:pt x="1184528" y="811530"/>
                  </a:lnTo>
                  <a:lnTo>
                    <a:pt x="2843022" y="811530"/>
                  </a:lnTo>
                  <a:lnTo>
                    <a:pt x="2843022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03250" y="733298"/>
          <a:ext cx="8311512" cy="103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9270238" y="2456941"/>
            <a:ext cx="227647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solidFill>
                  <a:srgbClr val="FFFFFF"/>
                </a:solidFill>
                <a:latin typeface="PMingLiU"/>
                <a:cs typeface="PMingLiU"/>
              </a:rPr>
              <a:t>连通、无环</a:t>
            </a:r>
            <a:endParaRPr sz="2400">
              <a:latin typeface="PMingLiU"/>
              <a:cs typeface="PMingLiU"/>
            </a:endParaRPr>
          </a:p>
          <a:p>
            <a:pPr marL="12700" algn="ctr">
              <a:lnSpc>
                <a:spcPct val="100000"/>
              </a:lnSpc>
              <a:spcBef>
                <a:spcPts val="45"/>
              </a:spcBef>
              <a:tabLst>
                <a:tab pos="1533525" algn="l"/>
              </a:tabLst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|𝑬</a:t>
            </a:r>
            <a:r>
              <a:rPr sz="2625" baseline="-15873">
                <a:solidFill>
                  <a:srgbClr val="FFFFFF"/>
                </a:solidFill>
                <a:latin typeface="Cambria Math"/>
                <a:cs typeface="Cambria Math"/>
              </a:rPr>
              <a:t>𝑻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|</a:t>
            </a:r>
            <a:r>
              <a:rPr sz="2400" spc="18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400" spc="18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|𝑽</a:t>
            </a:r>
            <a:r>
              <a:rPr sz="2625" spc="-37" baseline="-15873">
                <a:solidFill>
                  <a:srgbClr val="FFFFFF"/>
                </a:solidFill>
                <a:latin typeface="Cambria Math"/>
                <a:cs typeface="Cambria Math"/>
              </a:rPr>
              <a:t>𝑻</a:t>
            </a:r>
            <a:r>
              <a:rPr sz="2625" baseline="-15873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| −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572F6AD0-D2B1-8945-A838-E9EB42548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940" y="48308"/>
            <a:ext cx="24889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广度优先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树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7362" y="1936241"/>
            <a:ext cx="85286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辅助数组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𝒑𝒓𝒆𝒅</a:t>
            </a:r>
            <a:r>
              <a:rPr sz="2400" b="1" spc="-5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[ 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储存了一棵树，广度优先树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𝑻</a:t>
            </a:r>
            <a:r>
              <a:rPr sz="2400" spc="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spc="75" dirty="0">
                <a:latin typeface="Cambria Math"/>
                <a:cs typeface="Cambria Math"/>
              </a:rPr>
              <a:t>=&lt;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400" spc="-65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𝑬</a:t>
            </a:r>
            <a:r>
              <a:rPr sz="2625" baseline="-15873" dirty="0">
                <a:latin typeface="Cambria Math"/>
                <a:cs typeface="Cambria Math"/>
              </a:rPr>
              <a:t>𝑻</a:t>
            </a:r>
            <a:r>
              <a:rPr sz="2625" spc="600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&gt;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38799" y="2463799"/>
            <a:ext cx="1634489" cy="283210"/>
          </a:xfrm>
          <a:custGeom>
            <a:avLst/>
            <a:gdLst/>
            <a:ahLst/>
            <a:cxnLst/>
            <a:rect l="l" t="t" r="r" b="b"/>
            <a:pathLst>
              <a:path w="1634489" h="283210">
                <a:moveTo>
                  <a:pt x="94107" y="11430"/>
                </a:moveTo>
                <a:lnTo>
                  <a:pt x="90043" y="0"/>
                </a:lnTo>
                <a:lnTo>
                  <a:pt x="69583" y="7391"/>
                </a:lnTo>
                <a:lnTo>
                  <a:pt x="51638" y="18084"/>
                </a:lnTo>
                <a:lnTo>
                  <a:pt x="23241" y="49403"/>
                </a:lnTo>
                <a:lnTo>
                  <a:pt x="5803" y="91414"/>
                </a:lnTo>
                <a:lnTo>
                  <a:pt x="0" y="141224"/>
                </a:lnTo>
                <a:lnTo>
                  <a:pt x="1447" y="167170"/>
                </a:lnTo>
                <a:lnTo>
                  <a:pt x="13068" y="212991"/>
                </a:lnTo>
                <a:lnTo>
                  <a:pt x="36118" y="250215"/>
                </a:lnTo>
                <a:lnTo>
                  <a:pt x="69507" y="2748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20" y="263652"/>
                </a:lnTo>
                <a:lnTo>
                  <a:pt x="63639" y="253733"/>
                </a:lnTo>
                <a:lnTo>
                  <a:pt x="35204" y="207530"/>
                </a:lnTo>
                <a:lnTo>
                  <a:pt x="26822" y="164592"/>
                </a:lnTo>
                <a:lnTo>
                  <a:pt x="25781" y="139700"/>
                </a:lnTo>
                <a:lnTo>
                  <a:pt x="26822" y="115633"/>
                </a:lnTo>
                <a:lnTo>
                  <a:pt x="35204" y="73863"/>
                </a:lnTo>
                <a:lnTo>
                  <a:pt x="63754" y="28308"/>
                </a:lnTo>
                <a:lnTo>
                  <a:pt x="77787" y="18516"/>
                </a:lnTo>
                <a:lnTo>
                  <a:pt x="94107" y="11430"/>
                </a:lnTo>
                <a:close/>
              </a:path>
              <a:path w="1634489" h="283210">
                <a:moveTo>
                  <a:pt x="915543" y="0"/>
                </a:moveTo>
                <a:lnTo>
                  <a:pt x="849122" y="0"/>
                </a:lnTo>
                <a:lnTo>
                  <a:pt x="849122" y="11430"/>
                </a:lnTo>
                <a:lnTo>
                  <a:pt x="849122" y="271780"/>
                </a:lnTo>
                <a:lnTo>
                  <a:pt x="849122" y="283210"/>
                </a:lnTo>
                <a:lnTo>
                  <a:pt x="915543" y="283210"/>
                </a:lnTo>
                <a:lnTo>
                  <a:pt x="915543" y="271780"/>
                </a:lnTo>
                <a:lnTo>
                  <a:pt x="873887" y="271780"/>
                </a:lnTo>
                <a:lnTo>
                  <a:pt x="873887" y="11430"/>
                </a:lnTo>
                <a:lnTo>
                  <a:pt x="915543" y="11430"/>
                </a:lnTo>
                <a:lnTo>
                  <a:pt x="915543" y="0"/>
                </a:lnTo>
                <a:close/>
              </a:path>
              <a:path w="1634489" h="283210">
                <a:moveTo>
                  <a:pt x="1191260" y="0"/>
                </a:moveTo>
                <a:lnTo>
                  <a:pt x="1124839" y="0"/>
                </a:lnTo>
                <a:lnTo>
                  <a:pt x="1124839" y="11430"/>
                </a:lnTo>
                <a:lnTo>
                  <a:pt x="1166622" y="11430"/>
                </a:lnTo>
                <a:lnTo>
                  <a:pt x="1166622" y="271780"/>
                </a:lnTo>
                <a:lnTo>
                  <a:pt x="1124839" y="271780"/>
                </a:lnTo>
                <a:lnTo>
                  <a:pt x="1124839" y="283210"/>
                </a:lnTo>
                <a:lnTo>
                  <a:pt x="1191260" y="283210"/>
                </a:lnTo>
                <a:lnTo>
                  <a:pt x="1191260" y="271780"/>
                </a:lnTo>
                <a:lnTo>
                  <a:pt x="1191260" y="11430"/>
                </a:lnTo>
                <a:lnTo>
                  <a:pt x="1191260" y="0"/>
                </a:lnTo>
                <a:close/>
              </a:path>
              <a:path w="1634489" h="283210">
                <a:moveTo>
                  <a:pt x="1634236" y="141224"/>
                </a:moveTo>
                <a:lnTo>
                  <a:pt x="1628419" y="91414"/>
                </a:lnTo>
                <a:lnTo>
                  <a:pt x="1610995" y="49403"/>
                </a:lnTo>
                <a:lnTo>
                  <a:pt x="1582585" y="18084"/>
                </a:lnTo>
                <a:lnTo>
                  <a:pt x="1544193" y="0"/>
                </a:lnTo>
                <a:lnTo>
                  <a:pt x="1540256" y="11430"/>
                </a:lnTo>
                <a:lnTo>
                  <a:pt x="1556562" y="18516"/>
                </a:lnTo>
                <a:lnTo>
                  <a:pt x="1570609" y="28308"/>
                </a:lnTo>
                <a:lnTo>
                  <a:pt x="1599120" y="73863"/>
                </a:lnTo>
                <a:lnTo>
                  <a:pt x="1607426" y="115633"/>
                </a:lnTo>
                <a:lnTo>
                  <a:pt x="1608455" y="139700"/>
                </a:lnTo>
                <a:lnTo>
                  <a:pt x="1607400" y="164592"/>
                </a:lnTo>
                <a:lnTo>
                  <a:pt x="1599069" y="207530"/>
                </a:lnTo>
                <a:lnTo>
                  <a:pt x="1570647" y="253733"/>
                </a:lnTo>
                <a:lnTo>
                  <a:pt x="1540637" y="270764"/>
                </a:lnTo>
                <a:lnTo>
                  <a:pt x="1544193" y="282321"/>
                </a:lnTo>
                <a:lnTo>
                  <a:pt x="1582686" y="264198"/>
                </a:lnTo>
                <a:lnTo>
                  <a:pt x="1610995" y="232918"/>
                </a:lnTo>
                <a:lnTo>
                  <a:pt x="1628419" y="191071"/>
                </a:lnTo>
                <a:lnTo>
                  <a:pt x="1632775" y="167170"/>
                </a:lnTo>
                <a:lnTo>
                  <a:pt x="1634236" y="141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3250" y="733298"/>
          <a:ext cx="8311512" cy="103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092195" y="3801617"/>
            <a:ext cx="6283960" cy="2534920"/>
            <a:chOff x="3092195" y="3801617"/>
            <a:chExt cx="6283960" cy="2534920"/>
          </a:xfrm>
        </p:grpSpPr>
        <p:sp>
          <p:nvSpPr>
            <p:cNvPr id="7" name="object 7"/>
            <p:cNvSpPr/>
            <p:nvPr/>
          </p:nvSpPr>
          <p:spPr>
            <a:xfrm>
              <a:off x="3092196" y="3801617"/>
              <a:ext cx="847090" cy="2534920"/>
            </a:xfrm>
            <a:custGeom>
              <a:avLst/>
              <a:gdLst/>
              <a:ahLst/>
              <a:cxnLst/>
              <a:rect l="l" t="t" r="r" b="b"/>
              <a:pathLst>
                <a:path w="847089" h="2534920">
                  <a:moveTo>
                    <a:pt x="846582" y="2111121"/>
                  </a:moveTo>
                  <a:lnTo>
                    <a:pt x="843724" y="2061756"/>
                  </a:lnTo>
                  <a:lnTo>
                    <a:pt x="835393" y="2014067"/>
                  </a:lnTo>
                  <a:lnTo>
                    <a:pt x="821905" y="1968373"/>
                  </a:lnTo>
                  <a:lnTo>
                    <a:pt x="803554" y="1924977"/>
                  </a:lnTo>
                  <a:lnTo>
                    <a:pt x="780681" y="1884210"/>
                  </a:lnTo>
                  <a:lnTo>
                    <a:pt x="753592" y="1846376"/>
                  </a:lnTo>
                  <a:lnTo>
                    <a:pt x="722604" y="1811820"/>
                  </a:lnTo>
                  <a:lnTo>
                    <a:pt x="688047" y="1780832"/>
                  </a:lnTo>
                  <a:lnTo>
                    <a:pt x="650214" y="1753730"/>
                  </a:lnTo>
                  <a:lnTo>
                    <a:pt x="609447" y="1730857"/>
                  </a:lnTo>
                  <a:lnTo>
                    <a:pt x="566051" y="1712518"/>
                  </a:lnTo>
                  <a:lnTo>
                    <a:pt x="520357" y="1699018"/>
                  </a:lnTo>
                  <a:lnTo>
                    <a:pt x="472655" y="1690687"/>
                  </a:lnTo>
                  <a:lnTo>
                    <a:pt x="423291" y="1687830"/>
                  </a:lnTo>
                  <a:lnTo>
                    <a:pt x="373913" y="1690687"/>
                  </a:lnTo>
                  <a:lnTo>
                    <a:pt x="326212" y="1699018"/>
                  </a:lnTo>
                  <a:lnTo>
                    <a:pt x="280517" y="1712518"/>
                  </a:lnTo>
                  <a:lnTo>
                    <a:pt x="237121" y="1730857"/>
                  </a:lnTo>
                  <a:lnTo>
                    <a:pt x="196354" y="1753730"/>
                  </a:lnTo>
                  <a:lnTo>
                    <a:pt x="158521" y="1780832"/>
                  </a:lnTo>
                  <a:lnTo>
                    <a:pt x="123964" y="1811820"/>
                  </a:lnTo>
                  <a:lnTo>
                    <a:pt x="92976" y="1846376"/>
                  </a:lnTo>
                  <a:lnTo>
                    <a:pt x="65887" y="1884210"/>
                  </a:lnTo>
                  <a:lnTo>
                    <a:pt x="43014" y="1924977"/>
                  </a:lnTo>
                  <a:lnTo>
                    <a:pt x="24663" y="1968373"/>
                  </a:lnTo>
                  <a:lnTo>
                    <a:pt x="11176" y="2014067"/>
                  </a:lnTo>
                  <a:lnTo>
                    <a:pt x="2844" y="2061756"/>
                  </a:lnTo>
                  <a:lnTo>
                    <a:pt x="0" y="2111121"/>
                  </a:lnTo>
                  <a:lnTo>
                    <a:pt x="2844" y="2160498"/>
                  </a:lnTo>
                  <a:lnTo>
                    <a:pt x="11176" y="2208187"/>
                  </a:lnTo>
                  <a:lnTo>
                    <a:pt x="24663" y="2253881"/>
                  </a:lnTo>
                  <a:lnTo>
                    <a:pt x="43014" y="2297277"/>
                  </a:lnTo>
                  <a:lnTo>
                    <a:pt x="65887" y="2338044"/>
                  </a:lnTo>
                  <a:lnTo>
                    <a:pt x="92976" y="2375878"/>
                  </a:lnTo>
                  <a:lnTo>
                    <a:pt x="123964" y="2410434"/>
                  </a:lnTo>
                  <a:lnTo>
                    <a:pt x="158521" y="2441422"/>
                  </a:lnTo>
                  <a:lnTo>
                    <a:pt x="196354" y="2468524"/>
                  </a:lnTo>
                  <a:lnTo>
                    <a:pt x="237121" y="2491397"/>
                  </a:lnTo>
                  <a:lnTo>
                    <a:pt x="280517" y="2509736"/>
                  </a:lnTo>
                  <a:lnTo>
                    <a:pt x="326212" y="2523236"/>
                  </a:lnTo>
                  <a:lnTo>
                    <a:pt x="373913" y="2531567"/>
                  </a:lnTo>
                  <a:lnTo>
                    <a:pt x="423291" y="2534412"/>
                  </a:lnTo>
                  <a:lnTo>
                    <a:pt x="472655" y="2531567"/>
                  </a:lnTo>
                  <a:lnTo>
                    <a:pt x="520357" y="2523236"/>
                  </a:lnTo>
                  <a:lnTo>
                    <a:pt x="566051" y="2509736"/>
                  </a:lnTo>
                  <a:lnTo>
                    <a:pt x="609447" y="2491397"/>
                  </a:lnTo>
                  <a:lnTo>
                    <a:pt x="650214" y="2468524"/>
                  </a:lnTo>
                  <a:lnTo>
                    <a:pt x="688047" y="2441422"/>
                  </a:lnTo>
                  <a:lnTo>
                    <a:pt x="722604" y="2410447"/>
                  </a:lnTo>
                  <a:lnTo>
                    <a:pt x="753592" y="2375878"/>
                  </a:lnTo>
                  <a:lnTo>
                    <a:pt x="780681" y="2338044"/>
                  </a:lnTo>
                  <a:lnTo>
                    <a:pt x="803554" y="2297277"/>
                  </a:lnTo>
                  <a:lnTo>
                    <a:pt x="821905" y="2253881"/>
                  </a:lnTo>
                  <a:lnTo>
                    <a:pt x="835393" y="2208187"/>
                  </a:lnTo>
                  <a:lnTo>
                    <a:pt x="843724" y="2160498"/>
                  </a:lnTo>
                  <a:lnTo>
                    <a:pt x="846582" y="2111121"/>
                  </a:lnTo>
                  <a:close/>
                </a:path>
                <a:path w="847089" h="2534920">
                  <a:moveTo>
                    <a:pt x="846582" y="423291"/>
                  </a:moveTo>
                  <a:lnTo>
                    <a:pt x="843724" y="373926"/>
                  </a:lnTo>
                  <a:lnTo>
                    <a:pt x="835393" y="326224"/>
                  </a:lnTo>
                  <a:lnTo>
                    <a:pt x="821905" y="280530"/>
                  </a:lnTo>
                  <a:lnTo>
                    <a:pt x="803554" y="237134"/>
                  </a:lnTo>
                  <a:lnTo>
                    <a:pt x="780681" y="196367"/>
                  </a:lnTo>
                  <a:lnTo>
                    <a:pt x="753592" y="158534"/>
                  </a:lnTo>
                  <a:lnTo>
                    <a:pt x="722604" y="123977"/>
                  </a:lnTo>
                  <a:lnTo>
                    <a:pt x="688047" y="92989"/>
                  </a:lnTo>
                  <a:lnTo>
                    <a:pt x="650214" y="65900"/>
                  </a:lnTo>
                  <a:lnTo>
                    <a:pt x="609447" y="43027"/>
                  </a:lnTo>
                  <a:lnTo>
                    <a:pt x="566051" y="24676"/>
                  </a:lnTo>
                  <a:lnTo>
                    <a:pt x="520357" y="11188"/>
                  </a:lnTo>
                  <a:lnTo>
                    <a:pt x="472655" y="2857"/>
                  </a:lnTo>
                  <a:lnTo>
                    <a:pt x="423291" y="0"/>
                  </a:lnTo>
                  <a:lnTo>
                    <a:pt x="373913" y="2857"/>
                  </a:lnTo>
                  <a:lnTo>
                    <a:pt x="326212" y="11188"/>
                  </a:lnTo>
                  <a:lnTo>
                    <a:pt x="280517" y="24676"/>
                  </a:lnTo>
                  <a:lnTo>
                    <a:pt x="237121" y="43027"/>
                  </a:lnTo>
                  <a:lnTo>
                    <a:pt x="196354" y="65900"/>
                  </a:lnTo>
                  <a:lnTo>
                    <a:pt x="158521" y="92989"/>
                  </a:lnTo>
                  <a:lnTo>
                    <a:pt x="123964" y="123977"/>
                  </a:lnTo>
                  <a:lnTo>
                    <a:pt x="92976" y="158534"/>
                  </a:lnTo>
                  <a:lnTo>
                    <a:pt x="65887" y="196367"/>
                  </a:lnTo>
                  <a:lnTo>
                    <a:pt x="43014" y="237134"/>
                  </a:lnTo>
                  <a:lnTo>
                    <a:pt x="24663" y="280530"/>
                  </a:lnTo>
                  <a:lnTo>
                    <a:pt x="11176" y="326224"/>
                  </a:lnTo>
                  <a:lnTo>
                    <a:pt x="2844" y="373926"/>
                  </a:lnTo>
                  <a:lnTo>
                    <a:pt x="0" y="423291"/>
                  </a:lnTo>
                  <a:lnTo>
                    <a:pt x="2844" y="472668"/>
                  </a:lnTo>
                  <a:lnTo>
                    <a:pt x="11176" y="520369"/>
                  </a:lnTo>
                  <a:lnTo>
                    <a:pt x="24663" y="566064"/>
                  </a:lnTo>
                  <a:lnTo>
                    <a:pt x="43014" y="609460"/>
                  </a:lnTo>
                  <a:lnTo>
                    <a:pt x="65887" y="650227"/>
                  </a:lnTo>
                  <a:lnTo>
                    <a:pt x="92976" y="688060"/>
                  </a:lnTo>
                  <a:lnTo>
                    <a:pt x="123964" y="722617"/>
                  </a:lnTo>
                  <a:lnTo>
                    <a:pt x="158521" y="753605"/>
                  </a:lnTo>
                  <a:lnTo>
                    <a:pt x="196354" y="780694"/>
                  </a:lnTo>
                  <a:lnTo>
                    <a:pt x="237121" y="803567"/>
                  </a:lnTo>
                  <a:lnTo>
                    <a:pt x="280517" y="821918"/>
                  </a:lnTo>
                  <a:lnTo>
                    <a:pt x="326212" y="835406"/>
                  </a:lnTo>
                  <a:lnTo>
                    <a:pt x="373913" y="843737"/>
                  </a:lnTo>
                  <a:lnTo>
                    <a:pt x="423291" y="846582"/>
                  </a:lnTo>
                  <a:lnTo>
                    <a:pt x="472655" y="843737"/>
                  </a:lnTo>
                  <a:lnTo>
                    <a:pt x="520357" y="835406"/>
                  </a:lnTo>
                  <a:lnTo>
                    <a:pt x="566051" y="821918"/>
                  </a:lnTo>
                  <a:lnTo>
                    <a:pt x="609447" y="803567"/>
                  </a:lnTo>
                  <a:lnTo>
                    <a:pt x="650214" y="780694"/>
                  </a:lnTo>
                  <a:lnTo>
                    <a:pt x="688047" y="753605"/>
                  </a:lnTo>
                  <a:lnTo>
                    <a:pt x="722604" y="722617"/>
                  </a:lnTo>
                  <a:lnTo>
                    <a:pt x="753592" y="688060"/>
                  </a:lnTo>
                  <a:lnTo>
                    <a:pt x="780681" y="650227"/>
                  </a:lnTo>
                  <a:lnTo>
                    <a:pt x="803554" y="609460"/>
                  </a:lnTo>
                  <a:lnTo>
                    <a:pt x="821905" y="566064"/>
                  </a:lnTo>
                  <a:lnTo>
                    <a:pt x="835393" y="520369"/>
                  </a:lnTo>
                  <a:lnTo>
                    <a:pt x="843724" y="472668"/>
                  </a:lnTo>
                  <a:lnTo>
                    <a:pt x="846582" y="42329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3801617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0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0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2" y="3801617"/>
              <a:ext cx="4471670" cy="2534920"/>
            </a:xfrm>
            <a:custGeom>
              <a:avLst/>
              <a:gdLst/>
              <a:ahLst/>
              <a:cxnLst/>
              <a:rect l="l" t="t" r="r" b="b"/>
              <a:pathLst>
                <a:path w="4471670" h="2534920">
                  <a:moveTo>
                    <a:pt x="846582" y="2111121"/>
                  </a:moveTo>
                  <a:lnTo>
                    <a:pt x="843724" y="2061756"/>
                  </a:lnTo>
                  <a:lnTo>
                    <a:pt x="835393" y="2014067"/>
                  </a:lnTo>
                  <a:lnTo>
                    <a:pt x="821905" y="1968373"/>
                  </a:lnTo>
                  <a:lnTo>
                    <a:pt x="803554" y="1924977"/>
                  </a:lnTo>
                  <a:lnTo>
                    <a:pt x="780681" y="1884210"/>
                  </a:lnTo>
                  <a:lnTo>
                    <a:pt x="753592" y="1846376"/>
                  </a:lnTo>
                  <a:lnTo>
                    <a:pt x="722604" y="1811820"/>
                  </a:lnTo>
                  <a:lnTo>
                    <a:pt x="688047" y="1780832"/>
                  </a:lnTo>
                  <a:lnTo>
                    <a:pt x="650214" y="1753730"/>
                  </a:lnTo>
                  <a:lnTo>
                    <a:pt x="609447" y="1730857"/>
                  </a:lnTo>
                  <a:lnTo>
                    <a:pt x="566051" y="1712518"/>
                  </a:lnTo>
                  <a:lnTo>
                    <a:pt x="520357" y="1699018"/>
                  </a:lnTo>
                  <a:lnTo>
                    <a:pt x="472655" y="1690687"/>
                  </a:lnTo>
                  <a:lnTo>
                    <a:pt x="423291" y="1687830"/>
                  </a:lnTo>
                  <a:lnTo>
                    <a:pt x="373913" y="1690687"/>
                  </a:lnTo>
                  <a:lnTo>
                    <a:pt x="326212" y="1699018"/>
                  </a:lnTo>
                  <a:lnTo>
                    <a:pt x="280517" y="1712518"/>
                  </a:lnTo>
                  <a:lnTo>
                    <a:pt x="237121" y="1730857"/>
                  </a:lnTo>
                  <a:lnTo>
                    <a:pt x="196354" y="1753730"/>
                  </a:lnTo>
                  <a:lnTo>
                    <a:pt x="158521" y="1780832"/>
                  </a:lnTo>
                  <a:lnTo>
                    <a:pt x="123964" y="1811820"/>
                  </a:lnTo>
                  <a:lnTo>
                    <a:pt x="92976" y="1846376"/>
                  </a:lnTo>
                  <a:lnTo>
                    <a:pt x="65887" y="1884210"/>
                  </a:lnTo>
                  <a:lnTo>
                    <a:pt x="43014" y="1924977"/>
                  </a:lnTo>
                  <a:lnTo>
                    <a:pt x="24663" y="1968373"/>
                  </a:lnTo>
                  <a:lnTo>
                    <a:pt x="11176" y="2014067"/>
                  </a:lnTo>
                  <a:lnTo>
                    <a:pt x="2844" y="2061756"/>
                  </a:lnTo>
                  <a:lnTo>
                    <a:pt x="0" y="2111121"/>
                  </a:lnTo>
                  <a:lnTo>
                    <a:pt x="2844" y="2160498"/>
                  </a:lnTo>
                  <a:lnTo>
                    <a:pt x="11176" y="2208187"/>
                  </a:lnTo>
                  <a:lnTo>
                    <a:pt x="24663" y="2253881"/>
                  </a:lnTo>
                  <a:lnTo>
                    <a:pt x="43014" y="2297277"/>
                  </a:lnTo>
                  <a:lnTo>
                    <a:pt x="65887" y="2338044"/>
                  </a:lnTo>
                  <a:lnTo>
                    <a:pt x="92976" y="2375878"/>
                  </a:lnTo>
                  <a:lnTo>
                    <a:pt x="123964" y="2410434"/>
                  </a:lnTo>
                  <a:lnTo>
                    <a:pt x="158521" y="2441422"/>
                  </a:lnTo>
                  <a:lnTo>
                    <a:pt x="196354" y="2468524"/>
                  </a:lnTo>
                  <a:lnTo>
                    <a:pt x="237121" y="2491397"/>
                  </a:lnTo>
                  <a:lnTo>
                    <a:pt x="280517" y="2509736"/>
                  </a:lnTo>
                  <a:lnTo>
                    <a:pt x="326212" y="2523236"/>
                  </a:lnTo>
                  <a:lnTo>
                    <a:pt x="373913" y="2531567"/>
                  </a:lnTo>
                  <a:lnTo>
                    <a:pt x="423291" y="2534412"/>
                  </a:lnTo>
                  <a:lnTo>
                    <a:pt x="472655" y="2531567"/>
                  </a:lnTo>
                  <a:lnTo>
                    <a:pt x="520357" y="2523236"/>
                  </a:lnTo>
                  <a:lnTo>
                    <a:pt x="566051" y="2509736"/>
                  </a:lnTo>
                  <a:lnTo>
                    <a:pt x="609447" y="2491397"/>
                  </a:lnTo>
                  <a:lnTo>
                    <a:pt x="650214" y="2468524"/>
                  </a:lnTo>
                  <a:lnTo>
                    <a:pt x="688047" y="2441422"/>
                  </a:lnTo>
                  <a:lnTo>
                    <a:pt x="722604" y="2410447"/>
                  </a:lnTo>
                  <a:lnTo>
                    <a:pt x="753592" y="2375878"/>
                  </a:lnTo>
                  <a:lnTo>
                    <a:pt x="780681" y="2338044"/>
                  </a:lnTo>
                  <a:lnTo>
                    <a:pt x="803554" y="2297277"/>
                  </a:lnTo>
                  <a:lnTo>
                    <a:pt x="821905" y="2253881"/>
                  </a:lnTo>
                  <a:lnTo>
                    <a:pt x="835393" y="2208187"/>
                  </a:lnTo>
                  <a:lnTo>
                    <a:pt x="843724" y="2160498"/>
                  </a:lnTo>
                  <a:lnTo>
                    <a:pt x="846582" y="2111121"/>
                  </a:lnTo>
                  <a:close/>
                </a:path>
                <a:path w="4471670" h="2534920">
                  <a:moveTo>
                    <a:pt x="2659380" y="2111121"/>
                  </a:moveTo>
                  <a:lnTo>
                    <a:pt x="2656522" y="2061756"/>
                  </a:lnTo>
                  <a:lnTo>
                    <a:pt x="2648191" y="2014067"/>
                  </a:lnTo>
                  <a:lnTo>
                    <a:pt x="2634704" y="1968373"/>
                  </a:lnTo>
                  <a:lnTo>
                    <a:pt x="2616352" y="1924977"/>
                  </a:lnTo>
                  <a:lnTo>
                    <a:pt x="2593479" y="1884210"/>
                  </a:lnTo>
                  <a:lnTo>
                    <a:pt x="2566390" y="1846376"/>
                  </a:lnTo>
                  <a:lnTo>
                    <a:pt x="2535402" y="1811820"/>
                  </a:lnTo>
                  <a:lnTo>
                    <a:pt x="2500846" y="1780832"/>
                  </a:lnTo>
                  <a:lnTo>
                    <a:pt x="2463012" y="1753730"/>
                  </a:lnTo>
                  <a:lnTo>
                    <a:pt x="2422245" y="1730857"/>
                  </a:lnTo>
                  <a:lnTo>
                    <a:pt x="2378849" y="1712518"/>
                  </a:lnTo>
                  <a:lnTo>
                    <a:pt x="2333155" y="1699018"/>
                  </a:lnTo>
                  <a:lnTo>
                    <a:pt x="2285454" y="1690687"/>
                  </a:lnTo>
                  <a:lnTo>
                    <a:pt x="2236089" y="1687830"/>
                  </a:lnTo>
                  <a:lnTo>
                    <a:pt x="2186711" y="1690687"/>
                  </a:lnTo>
                  <a:lnTo>
                    <a:pt x="2139010" y="1699018"/>
                  </a:lnTo>
                  <a:lnTo>
                    <a:pt x="2093315" y="1712518"/>
                  </a:lnTo>
                  <a:lnTo>
                    <a:pt x="2049919" y="1730857"/>
                  </a:lnTo>
                  <a:lnTo>
                    <a:pt x="2009152" y="1753730"/>
                  </a:lnTo>
                  <a:lnTo>
                    <a:pt x="1971319" y="1780832"/>
                  </a:lnTo>
                  <a:lnTo>
                    <a:pt x="1936762" y="1811820"/>
                  </a:lnTo>
                  <a:lnTo>
                    <a:pt x="1905774" y="1846376"/>
                  </a:lnTo>
                  <a:lnTo>
                    <a:pt x="1878685" y="1884210"/>
                  </a:lnTo>
                  <a:lnTo>
                    <a:pt x="1855812" y="1924977"/>
                  </a:lnTo>
                  <a:lnTo>
                    <a:pt x="1837461" y="1968373"/>
                  </a:lnTo>
                  <a:lnTo>
                    <a:pt x="1823974" y="2014067"/>
                  </a:lnTo>
                  <a:lnTo>
                    <a:pt x="1815642" y="2061756"/>
                  </a:lnTo>
                  <a:lnTo>
                    <a:pt x="1812798" y="2111121"/>
                  </a:lnTo>
                  <a:lnTo>
                    <a:pt x="1815642" y="2160498"/>
                  </a:lnTo>
                  <a:lnTo>
                    <a:pt x="1823974" y="2208187"/>
                  </a:lnTo>
                  <a:lnTo>
                    <a:pt x="1837461" y="2253881"/>
                  </a:lnTo>
                  <a:lnTo>
                    <a:pt x="1855812" y="2297277"/>
                  </a:lnTo>
                  <a:lnTo>
                    <a:pt x="1878685" y="2338044"/>
                  </a:lnTo>
                  <a:lnTo>
                    <a:pt x="1905774" y="2375878"/>
                  </a:lnTo>
                  <a:lnTo>
                    <a:pt x="1936762" y="2410434"/>
                  </a:lnTo>
                  <a:lnTo>
                    <a:pt x="1971319" y="2441422"/>
                  </a:lnTo>
                  <a:lnTo>
                    <a:pt x="2009152" y="2468524"/>
                  </a:lnTo>
                  <a:lnTo>
                    <a:pt x="2049919" y="2491397"/>
                  </a:lnTo>
                  <a:lnTo>
                    <a:pt x="2093315" y="2509736"/>
                  </a:lnTo>
                  <a:lnTo>
                    <a:pt x="2139010" y="2523236"/>
                  </a:lnTo>
                  <a:lnTo>
                    <a:pt x="2186711" y="2531567"/>
                  </a:lnTo>
                  <a:lnTo>
                    <a:pt x="2236089" y="2534412"/>
                  </a:lnTo>
                  <a:lnTo>
                    <a:pt x="2285454" y="2531567"/>
                  </a:lnTo>
                  <a:lnTo>
                    <a:pt x="2333155" y="2523236"/>
                  </a:lnTo>
                  <a:lnTo>
                    <a:pt x="2378849" y="2509736"/>
                  </a:lnTo>
                  <a:lnTo>
                    <a:pt x="2422245" y="2491397"/>
                  </a:lnTo>
                  <a:lnTo>
                    <a:pt x="2463012" y="2468524"/>
                  </a:lnTo>
                  <a:lnTo>
                    <a:pt x="2500846" y="2441422"/>
                  </a:lnTo>
                  <a:lnTo>
                    <a:pt x="2535402" y="2410447"/>
                  </a:lnTo>
                  <a:lnTo>
                    <a:pt x="2566390" y="2375878"/>
                  </a:lnTo>
                  <a:lnTo>
                    <a:pt x="2593479" y="2338044"/>
                  </a:lnTo>
                  <a:lnTo>
                    <a:pt x="2616352" y="2297277"/>
                  </a:lnTo>
                  <a:lnTo>
                    <a:pt x="2634704" y="2253881"/>
                  </a:lnTo>
                  <a:lnTo>
                    <a:pt x="2648191" y="2208187"/>
                  </a:lnTo>
                  <a:lnTo>
                    <a:pt x="2656522" y="2160498"/>
                  </a:lnTo>
                  <a:lnTo>
                    <a:pt x="2659380" y="2111121"/>
                  </a:lnTo>
                  <a:close/>
                </a:path>
                <a:path w="4471670" h="2534920">
                  <a:moveTo>
                    <a:pt x="2659380" y="423291"/>
                  </a:moveTo>
                  <a:lnTo>
                    <a:pt x="2656522" y="373926"/>
                  </a:lnTo>
                  <a:lnTo>
                    <a:pt x="2648191" y="326224"/>
                  </a:lnTo>
                  <a:lnTo>
                    <a:pt x="2634704" y="280530"/>
                  </a:lnTo>
                  <a:lnTo>
                    <a:pt x="2616352" y="237134"/>
                  </a:lnTo>
                  <a:lnTo>
                    <a:pt x="2593479" y="196367"/>
                  </a:lnTo>
                  <a:lnTo>
                    <a:pt x="2566390" y="158534"/>
                  </a:lnTo>
                  <a:lnTo>
                    <a:pt x="2535402" y="123977"/>
                  </a:lnTo>
                  <a:lnTo>
                    <a:pt x="2500846" y="92989"/>
                  </a:lnTo>
                  <a:lnTo>
                    <a:pt x="2463012" y="65900"/>
                  </a:lnTo>
                  <a:lnTo>
                    <a:pt x="2422245" y="43027"/>
                  </a:lnTo>
                  <a:lnTo>
                    <a:pt x="2378849" y="24676"/>
                  </a:lnTo>
                  <a:lnTo>
                    <a:pt x="2333155" y="11188"/>
                  </a:lnTo>
                  <a:lnTo>
                    <a:pt x="2285454" y="2857"/>
                  </a:lnTo>
                  <a:lnTo>
                    <a:pt x="2236089" y="0"/>
                  </a:lnTo>
                  <a:lnTo>
                    <a:pt x="2186711" y="2857"/>
                  </a:lnTo>
                  <a:lnTo>
                    <a:pt x="2139010" y="11188"/>
                  </a:lnTo>
                  <a:lnTo>
                    <a:pt x="2093315" y="24676"/>
                  </a:lnTo>
                  <a:lnTo>
                    <a:pt x="2049919" y="43027"/>
                  </a:lnTo>
                  <a:lnTo>
                    <a:pt x="2009152" y="65900"/>
                  </a:lnTo>
                  <a:lnTo>
                    <a:pt x="1971319" y="92989"/>
                  </a:lnTo>
                  <a:lnTo>
                    <a:pt x="1936762" y="123977"/>
                  </a:lnTo>
                  <a:lnTo>
                    <a:pt x="1905774" y="158534"/>
                  </a:lnTo>
                  <a:lnTo>
                    <a:pt x="1878685" y="196367"/>
                  </a:lnTo>
                  <a:lnTo>
                    <a:pt x="1855812" y="237134"/>
                  </a:lnTo>
                  <a:lnTo>
                    <a:pt x="1837461" y="280530"/>
                  </a:lnTo>
                  <a:lnTo>
                    <a:pt x="1823974" y="326224"/>
                  </a:lnTo>
                  <a:lnTo>
                    <a:pt x="1815642" y="373926"/>
                  </a:lnTo>
                  <a:lnTo>
                    <a:pt x="1812798" y="423291"/>
                  </a:lnTo>
                  <a:lnTo>
                    <a:pt x="1815642" y="472668"/>
                  </a:lnTo>
                  <a:lnTo>
                    <a:pt x="1823974" y="520369"/>
                  </a:lnTo>
                  <a:lnTo>
                    <a:pt x="1837461" y="566064"/>
                  </a:lnTo>
                  <a:lnTo>
                    <a:pt x="1855812" y="609460"/>
                  </a:lnTo>
                  <a:lnTo>
                    <a:pt x="1878685" y="650227"/>
                  </a:lnTo>
                  <a:lnTo>
                    <a:pt x="1905774" y="688060"/>
                  </a:lnTo>
                  <a:lnTo>
                    <a:pt x="1936762" y="722617"/>
                  </a:lnTo>
                  <a:lnTo>
                    <a:pt x="1971319" y="753605"/>
                  </a:lnTo>
                  <a:lnTo>
                    <a:pt x="2009152" y="780694"/>
                  </a:lnTo>
                  <a:lnTo>
                    <a:pt x="2049919" y="803567"/>
                  </a:lnTo>
                  <a:lnTo>
                    <a:pt x="2093315" y="821918"/>
                  </a:lnTo>
                  <a:lnTo>
                    <a:pt x="2139010" y="835406"/>
                  </a:lnTo>
                  <a:lnTo>
                    <a:pt x="2186711" y="843737"/>
                  </a:lnTo>
                  <a:lnTo>
                    <a:pt x="2236089" y="846582"/>
                  </a:lnTo>
                  <a:lnTo>
                    <a:pt x="2285454" y="843737"/>
                  </a:lnTo>
                  <a:lnTo>
                    <a:pt x="2333155" y="835406"/>
                  </a:lnTo>
                  <a:lnTo>
                    <a:pt x="2378849" y="821918"/>
                  </a:lnTo>
                  <a:lnTo>
                    <a:pt x="2422245" y="803567"/>
                  </a:lnTo>
                  <a:lnTo>
                    <a:pt x="2463012" y="780694"/>
                  </a:lnTo>
                  <a:lnTo>
                    <a:pt x="2500846" y="753605"/>
                  </a:lnTo>
                  <a:lnTo>
                    <a:pt x="2535402" y="722617"/>
                  </a:lnTo>
                  <a:lnTo>
                    <a:pt x="2566390" y="688060"/>
                  </a:lnTo>
                  <a:lnTo>
                    <a:pt x="2593479" y="650227"/>
                  </a:lnTo>
                  <a:lnTo>
                    <a:pt x="2616352" y="609460"/>
                  </a:lnTo>
                  <a:lnTo>
                    <a:pt x="2634704" y="566064"/>
                  </a:lnTo>
                  <a:lnTo>
                    <a:pt x="2648191" y="520369"/>
                  </a:lnTo>
                  <a:lnTo>
                    <a:pt x="2656522" y="472668"/>
                  </a:lnTo>
                  <a:lnTo>
                    <a:pt x="2659380" y="423291"/>
                  </a:lnTo>
                  <a:close/>
                </a:path>
                <a:path w="4471670" h="2534920">
                  <a:moveTo>
                    <a:pt x="4471416" y="2111121"/>
                  </a:moveTo>
                  <a:lnTo>
                    <a:pt x="4468558" y="2061756"/>
                  </a:lnTo>
                  <a:lnTo>
                    <a:pt x="4460227" y="2014067"/>
                  </a:lnTo>
                  <a:lnTo>
                    <a:pt x="4446740" y="1968373"/>
                  </a:lnTo>
                  <a:lnTo>
                    <a:pt x="4428388" y="1924977"/>
                  </a:lnTo>
                  <a:lnTo>
                    <a:pt x="4405515" y="1884210"/>
                  </a:lnTo>
                  <a:lnTo>
                    <a:pt x="4378426" y="1846376"/>
                  </a:lnTo>
                  <a:lnTo>
                    <a:pt x="4347438" y="1811820"/>
                  </a:lnTo>
                  <a:lnTo>
                    <a:pt x="4312882" y="1780832"/>
                  </a:lnTo>
                  <a:lnTo>
                    <a:pt x="4275048" y="1753730"/>
                  </a:lnTo>
                  <a:lnTo>
                    <a:pt x="4234281" y="1730857"/>
                  </a:lnTo>
                  <a:lnTo>
                    <a:pt x="4190885" y="1712518"/>
                  </a:lnTo>
                  <a:lnTo>
                    <a:pt x="4145191" y="1699018"/>
                  </a:lnTo>
                  <a:lnTo>
                    <a:pt x="4097490" y="1690687"/>
                  </a:lnTo>
                  <a:lnTo>
                    <a:pt x="4048125" y="1687830"/>
                  </a:lnTo>
                  <a:lnTo>
                    <a:pt x="3998747" y="1690687"/>
                  </a:lnTo>
                  <a:lnTo>
                    <a:pt x="3951046" y="1699018"/>
                  </a:lnTo>
                  <a:lnTo>
                    <a:pt x="3905351" y="1712518"/>
                  </a:lnTo>
                  <a:lnTo>
                    <a:pt x="3861955" y="1730857"/>
                  </a:lnTo>
                  <a:lnTo>
                    <a:pt x="3821188" y="1753730"/>
                  </a:lnTo>
                  <a:lnTo>
                    <a:pt x="3783355" y="1780832"/>
                  </a:lnTo>
                  <a:lnTo>
                    <a:pt x="3748798" y="1811820"/>
                  </a:lnTo>
                  <a:lnTo>
                    <a:pt x="3717810" y="1846376"/>
                  </a:lnTo>
                  <a:lnTo>
                    <a:pt x="3690721" y="1884210"/>
                  </a:lnTo>
                  <a:lnTo>
                    <a:pt x="3667849" y="1924977"/>
                  </a:lnTo>
                  <a:lnTo>
                    <a:pt x="3649497" y="1968373"/>
                  </a:lnTo>
                  <a:lnTo>
                    <a:pt x="3636010" y="2014067"/>
                  </a:lnTo>
                  <a:lnTo>
                    <a:pt x="3627678" y="2061756"/>
                  </a:lnTo>
                  <a:lnTo>
                    <a:pt x="3624834" y="2111121"/>
                  </a:lnTo>
                  <a:lnTo>
                    <a:pt x="3627678" y="2160498"/>
                  </a:lnTo>
                  <a:lnTo>
                    <a:pt x="3636010" y="2208187"/>
                  </a:lnTo>
                  <a:lnTo>
                    <a:pt x="3649497" y="2253881"/>
                  </a:lnTo>
                  <a:lnTo>
                    <a:pt x="3667849" y="2297277"/>
                  </a:lnTo>
                  <a:lnTo>
                    <a:pt x="3690721" y="2338044"/>
                  </a:lnTo>
                  <a:lnTo>
                    <a:pt x="3717810" y="2375878"/>
                  </a:lnTo>
                  <a:lnTo>
                    <a:pt x="3748798" y="2410434"/>
                  </a:lnTo>
                  <a:lnTo>
                    <a:pt x="3783355" y="2441422"/>
                  </a:lnTo>
                  <a:lnTo>
                    <a:pt x="3821188" y="2468524"/>
                  </a:lnTo>
                  <a:lnTo>
                    <a:pt x="3861955" y="2491397"/>
                  </a:lnTo>
                  <a:lnTo>
                    <a:pt x="3905351" y="2509736"/>
                  </a:lnTo>
                  <a:lnTo>
                    <a:pt x="3951046" y="2523236"/>
                  </a:lnTo>
                  <a:lnTo>
                    <a:pt x="3998747" y="2531567"/>
                  </a:lnTo>
                  <a:lnTo>
                    <a:pt x="4048125" y="2534412"/>
                  </a:lnTo>
                  <a:lnTo>
                    <a:pt x="4097490" y="2531567"/>
                  </a:lnTo>
                  <a:lnTo>
                    <a:pt x="4145191" y="2523236"/>
                  </a:lnTo>
                  <a:lnTo>
                    <a:pt x="4190885" y="2509736"/>
                  </a:lnTo>
                  <a:lnTo>
                    <a:pt x="4234281" y="2491397"/>
                  </a:lnTo>
                  <a:lnTo>
                    <a:pt x="4275048" y="2468524"/>
                  </a:lnTo>
                  <a:lnTo>
                    <a:pt x="4312882" y="2441422"/>
                  </a:lnTo>
                  <a:lnTo>
                    <a:pt x="4347438" y="2410447"/>
                  </a:lnTo>
                  <a:lnTo>
                    <a:pt x="4378426" y="2375878"/>
                  </a:lnTo>
                  <a:lnTo>
                    <a:pt x="4405515" y="2338044"/>
                  </a:lnTo>
                  <a:lnTo>
                    <a:pt x="4428388" y="2297277"/>
                  </a:lnTo>
                  <a:lnTo>
                    <a:pt x="4446740" y="2253881"/>
                  </a:lnTo>
                  <a:lnTo>
                    <a:pt x="4460227" y="2208187"/>
                  </a:lnTo>
                  <a:lnTo>
                    <a:pt x="4468558" y="2160498"/>
                  </a:lnTo>
                  <a:lnTo>
                    <a:pt x="4471416" y="2111121"/>
                  </a:lnTo>
                  <a:close/>
                </a:path>
                <a:path w="4471670" h="2534920">
                  <a:moveTo>
                    <a:pt x="4471416" y="423291"/>
                  </a:moveTo>
                  <a:lnTo>
                    <a:pt x="4468558" y="373926"/>
                  </a:lnTo>
                  <a:lnTo>
                    <a:pt x="4460227" y="326224"/>
                  </a:lnTo>
                  <a:lnTo>
                    <a:pt x="4446740" y="280530"/>
                  </a:lnTo>
                  <a:lnTo>
                    <a:pt x="4428388" y="237134"/>
                  </a:lnTo>
                  <a:lnTo>
                    <a:pt x="4405515" y="196367"/>
                  </a:lnTo>
                  <a:lnTo>
                    <a:pt x="4378426" y="158534"/>
                  </a:lnTo>
                  <a:lnTo>
                    <a:pt x="4347438" y="123977"/>
                  </a:lnTo>
                  <a:lnTo>
                    <a:pt x="4312882" y="92989"/>
                  </a:lnTo>
                  <a:lnTo>
                    <a:pt x="4275048" y="65900"/>
                  </a:lnTo>
                  <a:lnTo>
                    <a:pt x="4234281" y="43027"/>
                  </a:lnTo>
                  <a:lnTo>
                    <a:pt x="4190885" y="24676"/>
                  </a:lnTo>
                  <a:lnTo>
                    <a:pt x="4145191" y="11188"/>
                  </a:lnTo>
                  <a:lnTo>
                    <a:pt x="4097490" y="2857"/>
                  </a:lnTo>
                  <a:lnTo>
                    <a:pt x="4048125" y="0"/>
                  </a:lnTo>
                  <a:lnTo>
                    <a:pt x="3998747" y="2857"/>
                  </a:lnTo>
                  <a:lnTo>
                    <a:pt x="3951046" y="11188"/>
                  </a:lnTo>
                  <a:lnTo>
                    <a:pt x="3905351" y="24676"/>
                  </a:lnTo>
                  <a:lnTo>
                    <a:pt x="3861955" y="43027"/>
                  </a:lnTo>
                  <a:lnTo>
                    <a:pt x="3821188" y="65900"/>
                  </a:lnTo>
                  <a:lnTo>
                    <a:pt x="3783355" y="92989"/>
                  </a:lnTo>
                  <a:lnTo>
                    <a:pt x="3748798" y="123977"/>
                  </a:lnTo>
                  <a:lnTo>
                    <a:pt x="3717810" y="158534"/>
                  </a:lnTo>
                  <a:lnTo>
                    <a:pt x="3690721" y="196367"/>
                  </a:lnTo>
                  <a:lnTo>
                    <a:pt x="3667849" y="237134"/>
                  </a:lnTo>
                  <a:lnTo>
                    <a:pt x="3649497" y="280530"/>
                  </a:lnTo>
                  <a:lnTo>
                    <a:pt x="3636010" y="326224"/>
                  </a:lnTo>
                  <a:lnTo>
                    <a:pt x="3627678" y="373926"/>
                  </a:lnTo>
                  <a:lnTo>
                    <a:pt x="3624834" y="423291"/>
                  </a:lnTo>
                  <a:lnTo>
                    <a:pt x="3627678" y="472668"/>
                  </a:lnTo>
                  <a:lnTo>
                    <a:pt x="3636010" y="520369"/>
                  </a:lnTo>
                  <a:lnTo>
                    <a:pt x="3649497" y="566064"/>
                  </a:lnTo>
                  <a:lnTo>
                    <a:pt x="3667849" y="609460"/>
                  </a:lnTo>
                  <a:lnTo>
                    <a:pt x="3690721" y="650227"/>
                  </a:lnTo>
                  <a:lnTo>
                    <a:pt x="3717810" y="688060"/>
                  </a:lnTo>
                  <a:lnTo>
                    <a:pt x="3748798" y="722617"/>
                  </a:lnTo>
                  <a:lnTo>
                    <a:pt x="3783355" y="753605"/>
                  </a:lnTo>
                  <a:lnTo>
                    <a:pt x="3821188" y="780694"/>
                  </a:lnTo>
                  <a:lnTo>
                    <a:pt x="3861955" y="803567"/>
                  </a:lnTo>
                  <a:lnTo>
                    <a:pt x="3905351" y="821918"/>
                  </a:lnTo>
                  <a:lnTo>
                    <a:pt x="3951046" y="835406"/>
                  </a:lnTo>
                  <a:lnTo>
                    <a:pt x="3998747" y="843737"/>
                  </a:lnTo>
                  <a:lnTo>
                    <a:pt x="4048125" y="846582"/>
                  </a:lnTo>
                  <a:lnTo>
                    <a:pt x="4097490" y="843737"/>
                  </a:lnTo>
                  <a:lnTo>
                    <a:pt x="4145191" y="835406"/>
                  </a:lnTo>
                  <a:lnTo>
                    <a:pt x="4190885" y="821918"/>
                  </a:lnTo>
                  <a:lnTo>
                    <a:pt x="4234281" y="803567"/>
                  </a:lnTo>
                  <a:lnTo>
                    <a:pt x="4275048" y="780694"/>
                  </a:lnTo>
                  <a:lnTo>
                    <a:pt x="4312882" y="753605"/>
                  </a:lnTo>
                  <a:lnTo>
                    <a:pt x="4347438" y="722617"/>
                  </a:lnTo>
                  <a:lnTo>
                    <a:pt x="4378426" y="688060"/>
                  </a:lnTo>
                  <a:lnTo>
                    <a:pt x="4405515" y="650227"/>
                  </a:lnTo>
                  <a:lnTo>
                    <a:pt x="4428388" y="609460"/>
                  </a:lnTo>
                  <a:lnTo>
                    <a:pt x="4446740" y="566064"/>
                  </a:lnTo>
                  <a:lnTo>
                    <a:pt x="4460227" y="520369"/>
                  </a:lnTo>
                  <a:lnTo>
                    <a:pt x="4468558" y="472668"/>
                  </a:lnTo>
                  <a:lnTo>
                    <a:pt x="4471416" y="423291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9405" y="4523993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66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63611" y="5913119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4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762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 flipH="1">
              <a:off x="7139939" y="464820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5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975464" y="2338034"/>
            <a:ext cx="10515600" cy="1482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81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98145" algn="l"/>
                <a:tab pos="398780" algn="l"/>
              </a:tabLst>
            </a:pPr>
            <a:r>
              <a:rPr dirty="0">
                <a:latin typeface="SimSun" panose="02010600030101010101" pitchFamily="2" charset="-122"/>
                <a:ea typeface="SimSun" panose="02010600030101010101" pitchFamily="2" charset="-122"/>
              </a:rPr>
              <a:t>𝑽</a:t>
            </a:r>
            <a:r>
              <a:rPr sz="2625" baseline="-15873" dirty="0">
                <a:latin typeface="SimSun" panose="02010600030101010101" pitchFamily="2" charset="-122"/>
                <a:ea typeface="SimSun" panose="02010600030101010101" pitchFamily="2" charset="-122"/>
              </a:rPr>
              <a:t>𝑻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是源点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</a:rPr>
              <a:t>𝒔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可达的顶点集合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/>
              <a:t>𝑬</a:t>
            </a:r>
            <a:r>
              <a:rPr sz="2625" baseline="-15873" dirty="0"/>
              <a:t>𝑻</a:t>
            </a:r>
            <a:r>
              <a:rPr sz="2625" spc="562" baseline="-15873" dirty="0"/>
              <a:t> </a:t>
            </a:r>
            <a:r>
              <a:rPr sz="2400" spc="150" dirty="0"/>
              <a:t>= { </a:t>
            </a:r>
            <a:r>
              <a:rPr sz="2400" dirty="0"/>
              <a:t>𝒑𝒓𝒆𝒅</a:t>
            </a:r>
            <a:r>
              <a:rPr sz="2400" spc="315" dirty="0"/>
              <a:t> </a:t>
            </a:r>
            <a:r>
              <a:rPr sz="2400" dirty="0"/>
              <a:t>𝒖</a:t>
            </a:r>
            <a:r>
              <a:rPr sz="2400" spc="60" dirty="0"/>
              <a:t> , </a:t>
            </a:r>
            <a:r>
              <a:rPr sz="2400" dirty="0"/>
              <a:t>𝒖</a:t>
            </a:r>
            <a:r>
              <a:rPr sz="2400" spc="114" dirty="0"/>
              <a:t> : </a:t>
            </a:r>
            <a:r>
              <a:rPr sz="2400" dirty="0"/>
              <a:t>𝒖</a:t>
            </a:r>
            <a:r>
              <a:rPr sz="2400" spc="100" dirty="0"/>
              <a:t> ∈ </a:t>
            </a:r>
            <a:r>
              <a:rPr sz="2400" spc="-25" dirty="0"/>
              <a:t>𝑽</a:t>
            </a:r>
            <a:r>
              <a:rPr sz="2625" spc="-37" baseline="-15873" dirty="0"/>
              <a:t>𝑻</a:t>
            </a:r>
            <a:r>
              <a:rPr sz="2400" spc="-25" dirty="0"/>
              <a:t>}</a:t>
            </a:r>
            <a:endParaRPr sz="24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50" dirty="0"/>
          </a:p>
          <a:p>
            <a:pPr marL="2432685">
              <a:lnSpc>
                <a:spcPct val="100000"/>
              </a:lnSpc>
              <a:spcBef>
                <a:spcPts val="5"/>
              </a:spcBef>
              <a:tabLst>
                <a:tab pos="4257675" algn="l"/>
                <a:tab pos="6082665" algn="l"/>
                <a:tab pos="7908290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10302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5058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35545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60790" y="627227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15105" y="2488621"/>
            <a:ext cx="8619262" cy="3424751"/>
            <a:chOff x="3515105" y="2488621"/>
            <a:chExt cx="8619262" cy="3424751"/>
          </a:xfrm>
        </p:grpSpPr>
        <p:sp>
          <p:nvSpPr>
            <p:cNvPr id="19" name="object 19"/>
            <p:cNvSpPr/>
            <p:nvPr/>
          </p:nvSpPr>
          <p:spPr>
            <a:xfrm>
              <a:off x="3515105" y="4272533"/>
              <a:ext cx="5014595" cy="1640839"/>
            </a:xfrm>
            <a:custGeom>
              <a:avLst/>
              <a:gdLst/>
              <a:ahLst/>
              <a:cxnLst/>
              <a:rect l="l" t="t" r="r" b="b"/>
              <a:pathLst>
                <a:path w="5014595" h="1640839">
                  <a:moveTo>
                    <a:pt x="0" y="375666"/>
                  </a:moveTo>
                  <a:lnTo>
                    <a:pt x="0" y="1217422"/>
                  </a:lnTo>
                </a:path>
                <a:path w="5014595" h="1640839">
                  <a:moveTo>
                    <a:pt x="423672" y="0"/>
                  </a:moveTo>
                  <a:lnTo>
                    <a:pt x="1389507" y="0"/>
                  </a:lnTo>
                </a:path>
                <a:path w="5014595" h="1640839">
                  <a:moveTo>
                    <a:pt x="1812798" y="1217422"/>
                  </a:moveTo>
                  <a:lnTo>
                    <a:pt x="1812798" y="375666"/>
                  </a:lnTo>
                </a:path>
                <a:path w="5014595" h="1640839">
                  <a:moveTo>
                    <a:pt x="2112264" y="1341208"/>
                  </a:moveTo>
                  <a:lnTo>
                    <a:pt x="3326129" y="251460"/>
                  </a:lnTo>
                </a:path>
                <a:path w="5014595" h="1640839">
                  <a:moveTo>
                    <a:pt x="2235708" y="1640586"/>
                  </a:moveTo>
                  <a:lnTo>
                    <a:pt x="3201543" y="1640586"/>
                  </a:lnTo>
                </a:path>
                <a:path w="5014595" h="1640839">
                  <a:moveTo>
                    <a:pt x="5014341" y="0"/>
                  </a:moveTo>
                  <a:lnTo>
                    <a:pt x="4048505" y="0"/>
                  </a:lnTo>
                </a:path>
              </a:pathLst>
            </a:custGeom>
            <a:ln w="762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 flipH="1">
              <a:off x="8952738" y="464820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5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EBEB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90837" y="2488621"/>
              <a:ext cx="2843530" cy="1298575"/>
            </a:xfrm>
            <a:custGeom>
              <a:avLst/>
              <a:gdLst/>
              <a:ahLst/>
              <a:cxnLst/>
              <a:rect l="l" t="t" r="r" b="b"/>
              <a:pathLst>
                <a:path w="2843529" h="1298575">
                  <a:moveTo>
                    <a:pt x="2843022" y="0"/>
                  </a:moveTo>
                  <a:lnTo>
                    <a:pt x="0" y="0"/>
                  </a:lnTo>
                  <a:lnTo>
                    <a:pt x="0" y="811530"/>
                  </a:lnTo>
                  <a:lnTo>
                    <a:pt x="473836" y="811530"/>
                  </a:lnTo>
                  <a:lnTo>
                    <a:pt x="505332" y="1298067"/>
                  </a:lnTo>
                  <a:lnTo>
                    <a:pt x="1184528" y="811530"/>
                  </a:lnTo>
                  <a:lnTo>
                    <a:pt x="2843022" y="811530"/>
                  </a:lnTo>
                  <a:lnTo>
                    <a:pt x="2843022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536058" y="2478207"/>
            <a:ext cx="227647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 err="1">
                <a:solidFill>
                  <a:srgbClr val="FFFFFF"/>
                </a:solidFill>
                <a:latin typeface="PMingLiU"/>
                <a:cs typeface="PMingLiU"/>
              </a:rPr>
              <a:t>连通、无环</a:t>
            </a:r>
            <a:endParaRPr sz="2400" dirty="0">
              <a:latin typeface="PMingLiU"/>
              <a:cs typeface="PMingLiU"/>
            </a:endParaRPr>
          </a:p>
          <a:p>
            <a:pPr marL="12700" algn="ctr">
              <a:lnSpc>
                <a:spcPct val="100000"/>
              </a:lnSpc>
              <a:spcBef>
                <a:spcPts val="45"/>
              </a:spcBef>
              <a:tabLst>
                <a:tab pos="1533525" algn="l"/>
              </a:tabLst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|𝑬</a:t>
            </a:r>
            <a:r>
              <a:rPr sz="2625" baseline="-15873" dirty="0">
                <a:solidFill>
                  <a:srgbClr val="FFFFFF"/>
                </a:solidFill>
                <a:latin typeface="Cambria Math"/>
                <a:cs typeface="Cambria Math"/>
              </a:rPr>
              <a:t>𝑻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|</a:t>
            </a:r>
            <a:r>
              <a:rPr sz="2400" spc="1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400" spc="18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mbria Math"/>
                <a:cs typeface="Cambria Math"/>
              </a:rPr>
              <a:t>|𝑽</a:t>
            </a:r>
            <a:r>
              <a:rPr sz="2625" spc="-37" baseline="-15873" dirty="0">
                <a:solidFill>
                  <a:srgbClr val="FFFFFF"/>
                </a:solidFill>
                <a:latin typeface="Cambria Math"/>
                <a:cs typeface="Cambria Math"/>
              </a:rPr>
              <a:t>𝑻</a:t>
            </a:r>
            <a:r>
              <a:rPr sz="2625" baseline="-15873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| −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76B098B6-9465-454A-ABA8-F30C4654F2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940" y="48308"/>
            <a:ext cx="24889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广度优先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树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055" y="1432975"/>
            <a:ext cx="10453370" cy="4863465"/>
            <a:chOff x="780055" y="1432975"/>
            <a:chExt cx="10453370" cy="486346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0055" y="1432975"/>
              <a:ext cx="10452818" cy="48628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5379" y="3320796"/>
              <a:ext cx="4097654" cy="1519555"/>
            </a:xfrm>
            <a:custGeom>
              <a:avLst/>
              <a:gdLst/>
              <a:ahLst/>
              <a:cxnLst/>
              <a:rect l="l" t="t" r="r" b="b"/>
              <a:pathLst>
                <a:path w="4097654" h="1519554">
                  <a:moveTo>
                    <a:pt x="0" y="177291"/>
                  </a:moveTo>
                  <a:lnTo>
                    <a:pt x="6332" y="130160"/>
                  </a:lnTo>
                  <a:lnTo>
                    <a:pt x="24205" y="87808"/>
                  </a:lnTo>
                  <a:lnTo>
                    <a:pt x="51927" y="51927"/>
                  </a:lnTo>
                  <a:lnTo>
                    <a:pt x="87808" y="24205"/>
                  </a:lnTo>
                  <a:lnTo>
                    <a:pt x="130160" y="6332"/>
                  </a:lnTo>
                  <a:lnTo>
                    <a:pt x="177291" y="0"/>
                  </a:lnTo>
                  <a:lnTo>
                    <a:pt x="3919981" y="0"/>
                  </a:lnTo>
                  <a:lnTo>
                    <a:pt x="3967113" y="6332"/>
                  </a:lnTo>
                  <a:lnTo>
                    <a:pt x="4009465" y="24205"/>
                  </a:lnTo>
                  <a:lnTo>
                    <a:pt x="4045346" y="51927"/>
                  </a:lnTo>
                  <a:lnTo>
                    <a:pt x="4073068" y="87808"/>
                  </a:lnTo>
                  <a:lnTo>
                    <a:pt x="4090941" y="130160"/>
                  </a:lnTo>
                  <a:lnTo>
                    <a:pt x="4097274" y="177291"/>
                  </a:lnTo>
                  <a:lnTo>
                    <a:pt x="4097274" y="1342135"/>
                  </a:lnTo>
                  <a:lnTo>
                    <a:pt x="4090941" y="1389267"/>
                  </a:lnTo>
                  <a:lnTo>
                    <a:pt x="4073068" y="1431619"/>
                  </a:lnTo>
                  <a:lnTo>
                    <a:pt x="4045346" y="1467500"/>
                  </a:lnTo>
                  <a:lnTo>
                    <a:pt x="4009465" y="1495222"/>
                  </a:lnTo>
                  <a:lnTo>
                    <a:pt x="3967113" y="1513095"/>
                  </a:lnTo>
                  <a:lnTo>
                    <a:pt x="3919981" y="1519427"/>
                  </a:lnTo>
                  <a:lnTo>
                    <a:pt x="177291" y="1519427"/>
                  </a:lnTo>
                  <a:lnTo>
                    <a:pt x="130160" y="1513095"/>
                  </a:lnTo>
                  <a:lnTo>
                    <a:pt x="87808" y="1495222"/>
                  </a:lnTo>
                  <a:lnTo>
                    <a:pt x="51927" y="1467500"/>
                  </a:lnTo>
                  <a:lnTo>
                    <a:pt x="24205" y="1431619"/>
                  </a:lnTo>
                  <a:lnTo>
                    <a:pt x="6332" y="1389267"/>
                  </a:lnTo>
                  <a:lnTo>
                    <a:pt x="0" y="1342135"/>
                  </a:lnTo>
                  <a:lnTo>
                    <a:pt x="0" y="17729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7523" y="648467"/>
            <a:ext cx="2715350" cy="720710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189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b="1" spc="-1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BFS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(𝑮,</a:t>
            </a:r>
            <a:r>
              <a:rPr sz="2800" spc="-1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8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𝒔)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5622" y="3321177"/>
            <a:ext cx="332994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755"/>
              </a:spcBef>
            </a:pPr>
            <a:r>
              <a:rPr sz="2000" spc="-20">
                <a:latin typeface="PMingLiU"/>
                <a:cs typeface="PMingLiU"/>
              </a:rPr>
              <a:t>初始化各记录信息数</a:t>
            </a:r>
            <a:r>
              <a:rPr sz="2000" spc="-50">
                <a:latin typeface="PMingLiU"/>
                <a:cs typeface="PMingLiU"/>
              </a:rPr>
              <a:t>组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D6C5A4-8F0C-2343-BF58-F01C6FAAD926}"/>
              </a:ext>
            </a:extLst>
          </p:cNvPr>
          <p:cNvSpPr txBox="1"/>
          <p:nvPr/>
        </p:nvSpPr>
        <p:spPr>
          <a:xfrm>
            <a:off x="1135379" y="196677"/>
            <a:ext cx="15227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lang="zh-CN" altLang="en-US" sz="3200" spc="-4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伪代</a:t>
            </a:r>
            <a:r>
              <a:rPr lang="zh-CN" altLang="en-US" sz="32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码</a:t>
            </a:r>
            <a:endParaRPr lang="zh-CN" altLang="en-US"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055" y="1432975"/>
            <a:ext cx="10453370" cy="4863465"/>
            <a:chOff x="780055" y="1432975"/>
            <a:chExt cx="10453370" cy="486346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0055" y="1432975"/>
              <a:ext cx="10452818" cy="48628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5379" y="5084826"/>
              <a:ext cx="4097654" cy="762000"/>
            </a:xfrm>
            <a:custGeom>
              <a:avLst/>
              <a:gdLst/>
              <a:ahLst/>
              <a:cxnLst/>
              <a:rect l="l" t="t" r="r" b="b"/>
              <a:pathLst>
                <a:path w="4097654" h="762000">
                  <a:moveTo>
                    <a:pt x="0" y="88900"/>
                  </a:moveTo>
                  <a:lnTo>
                    <a:pt x="6986" y="54274"/>
                  </a:lnTo>
                  <a:lnTo>
                    <a:pt x="26039" y="26019"/>
                  </a:lnTo>
                  <a:lnTo>
                    <a:pt x="54301" y="6979"/>
                  </a:lnTo>
                  <a:lnTo>
                    <a:pt x="88912" y="0"/>
                  </a:lnTo>
                  <a:lnTo>
                    <a:pt x="4008374" y="0"/>
                  </a:lnTo>
                  <a:lnTo>
                    <a:pt x="4042999" y="6979"/>
                  </a:lnTo>
                  <a:lnTo>
                    <a:pt x="4071254" y="26019"/>
                  </a:lnTo>
                  <a:lnTo>
                    <a:pt x="4090294" y="54274"/>
                  </a:lnTo>
                  <a:lnTo>
                    <a:pt x="4097274" y="88900"/>
                  </a:lnTo>
                  <a:lnTo>
                    <a:pt x="4097274" y="673087"/>
                  </a:lnTo>
                  <a:lnTo>
                    <a:pt x="4090294" y="707698"/>
                  </a:lnTo>
                  <a:lnTo>
                    <a:pt x="4071254" y="735960"/>
                  </a:lnTo>
                  <a:lnTo>
                    <a:pt x="4042999" y="755013"/>
                  </a:lnTo>
                  <a:lnTo>
                    <a:pt x="4008374" y="762000"/>
                  </a:lnTo>
                  <a:lnTo>
                    <a:pt x="88912" y="762000"/>
                  </a:lnTo>
                  <a:lnTo>
                    <a:pt x="54301" y="755013"/>
                  </a:lnTo>
                  <a:lnTo>
                    <a:pt x="26039" y="735960"/>
                  </a:lnTo>
                  <a:lnTo>
                    <a:pt x="6986" y="707698"/>
                  </a:lnTo>
                  <a:lnTo>
                    <a:pt x="0" y="673087"/>
                  </a:lnTo>
                  <a:lnTo>
                    <a:pt x="0" y="889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65622" y="5085207"/>
            <a:ext cx="3329940" cy="5499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776605">
              <a:lnSpc>
                <a:spcPct val="100000"/>
              </a:lnSpc>
              <a:spcBef>
                <a:spcPts val="760"/>
              </a:spcBef>
            </a:pPr>
            <a:r>
              <a:rPr sz="2000" spc="-20">
                <a:latin typeface="PMingLiU"/>
                <a:cs typeface="PMingLiU"/>
              </a:rPr>
              <a:t>初始化源点状</a:t>
            </a:r>
            <a:r>
              <a:rPr sz="2000" spc="-50">
                <a:latin typeface="PMingLiU"/>
                <a:cs typeface="PMingLiU"/>
              </a:rPr>
              <a:t>态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055" y="1432975"/>
            <a:ext cx="10453370" cy="4863465"/>
            <a:chOff x="780055" y="1432975"/>
            <a:chExt cx="10453370" cy="486346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0055" y="1432975"/>
              <a:ext cx="10452818" cy="48628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5379" y="5715762"/>
              <a:ext cx="4097654" cy="548640"/>
            </a:xfrm>
            <a:custGeom>
              <a:avLst/>
              <a:gdLst/>
              <a:ahLst/>
              <a:cxnLst/>
              <a:rect l="l" t="t" r="r" b="b"/>
              <a:pathLst>
                <a:path w="4097654" h="548639">
                  <a:moveTo>
                    <a:pt x="0" y="64007"/>
                  </a:moveTo>
                  <a:lnTo>
                    <a:pt x="5030" y="39095"/>
                  </a:lnTo>
                  <a:lnTo>
                    <a:pt x="18749" y="18749"/>
                  </a:lnTo>
                  <a:lnTo>
                    <a:pt x="39095" y="5030"/>
                  </a:lnTo>
                  <a:lnTo>
                    <a:pt x="64007" y="0"/>
                  </a:lnTo>
                  <a:lnTo>
                    <a:pt x="4033266" y="0"/>
                  </a:lnTo>
                  <a:lnTo>
                    <a:pt x="4058161" y="5030"/>
                  </a:lnTo>
                  <a:lnTo>
                    <a:pt x="4078509" y="18749"/>
                  </a:lnTo>
                  <a:lnTo>
                    <a:pt x="4092237" y="39095"/>
                  </a:lnTo>
                  <a:lnTo>
                    <a:pt x="4097274" y="64007"/>
                  </a:lnTo>
                  <a:lnTo>
                    <a:pt x="4097274" y="484631"/>
                  </a:lnTo>
                  <a:lnTo>
                    <a:pt x="4092237" y="509544"/>
                  </a:lnTo>
                  <a:lnTo>
                    <a:pt x="4078509" y="529890"/>
                  </a:lnTo>
                  <a:lnTo>
                    <a:pt x="4058161" y="543609"/>
                  </a:lnTo>
                  <a:lnTo>
                    <a:pt x="4033266" y="548640"/>
                  </a:lnTo>
                  <a:lnTo>
                    <a:pt x="64007" y="548640"/>
                  </a:lnTo>
                  <a:lnTo>
                    <a:pt x="39095" y="543609"/>
                  </a:lnTo>
                  <a:lnTo>
                    <a:pt x="18749" y="529890"/>
                  </a:lnTo>
                  <a:lnTo>
                    <a:pt x="5030" y="509544"/>
                  </a:lnTo>
                  <a:lnTo>
                    <a:pt x="0" y="484631"/>
                  </a:lnTo>
                  <a:lnTo>
                    <a:pt x="0" y="6400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65622" y="5716142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750"/>
              </a:spcBef>
            </a:pPr>
            <a:r>
              <a:rPr sz="2000" spc="-20">
                <a:latin typeface="PMingLiU"/>
                <a:cs typeface="PMingLiU"/>
              </a:rPr>
              <a:t>把源点加</a:t>
            </a:r>
            <a:r>
              <a:rPr sz="2000" spc="-50">
                <a:latin typeface="PMingLiU"/>
                <a:cs typeface="PMingLiU"/>
              </a:rPr>
              <a:t>入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5379" y="1778508"/>
              <a:ext cx="4097654" cy="548640"/>
            </a:xfrm>
            <a:custGeom>
              <a:avLst/>
              <a:gdLst/>
              <a:ahLst/>
              <a:cxnLst/>
              <a:rect l="l" t="t" r="r" b="b"/>
              <a:pathLst>
                <a:path w="4097654" h="548639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4033266" y="0"/>
                  </a:lnTo>
                  <a:lnTo>
                    <a:pt x="4058161" y="5036"/>
                  </a:lnTo>
                  <a:lnTo>
                    <a:pt x="4078509" y="18764"/>
                  </a:lnTo>
                  <a:lnTo>
                    <a:pt x="4092237" y="39112"/>
                  </a:lnTo>
                  <a:lnTo>
                    <a:pt x="4097274" y="64007"/>
                  </a:lnTo>
                  <a:lnTo>
                    <a:pt x="4097274" y="484631"/>
                  </a:lnTo>
                  <a:lnTo>
                    <a:pt x="4092237" y="509527"/>
                  </a:lnTo>
                  <a:lnTo>
                    <a:pt x="4078509" y="529875"/>
                  </a:lnTo>
                  <a:lnTo>
                    <a:pt x="4058161" y="543603"/>
                  </a:lnTo>
                  <a:lnTo>
                    <a:pt x="4033266" y="548639"/>
                  </a:lnTo>
                  <a:lnTo>
                    <a:pt x="64007" y="548639"/>
                  </a:lnTo>
                  <a:lnTo>
                    <a:pt x="39095" y="543603"/>
                  </a:lnTo>
                  <a:lnTo>
                    <a:pt x="18749" y="529875"/>
                  </a:lnTo>
                  <a:lnTo>
                    <a:pt x="5030" y="509527"/>
                  </a:lnTo>
                  <a:lnTo>
                    <a:pt x="0" y="484631"/>
                  </a:lnTo>
                  <a:lnTo>
                    <a:pt x="0" y="6400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16598" y="1778889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828675">
              <a:lnSpc>
                <a:spcPct val="100000"/>
              </a:lnSpc>
              <a:spcBef>
                <a:spcPts val="750"/>
              </a:spcBef>
            </a:pPr>
            <a:r>
              <a:rPr sz="2000" spc="-20">
                <a:latin typeface="PMingLiU"/>
                <a:cs typeface="PMingLiU"/>
              </a:rPr>
              <a:t>依次处理所有顶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46097" y="2120646"/>
              <a:ext cx="3686810" cy="548640"/>
            </a:xfrm>
            <a:custGeom>
              <a:avLst/>
              <a:gdLst/>
              <a:ahLst/>
              <a:cxnLst/>
              <a:rect l="l" t="t" r="r" b="b"/>
              <a:pathLst>
                <a:path w="3686810" h="548639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622548" y="0"/>
                  </a:lnTo>
                  <a:lnTo>
                    <a:pt x="3647443" y="5036"/>
                  </a:lnTo>
                  <a:lnTo>
                    <a:pt x="3667791" y="18764"/>
                  </a:lnTo>
                  <a:lnTo>
                    <a:pt x="3681519" y="39112"/>
                  </a:lnTo>
                  <a:lnTo>
                    <a:pt x="3686555" y="64007"/>
                  </a:lnTo>
                  <a:lnTo>
                    <a:pt x="3686555" y="484631"/>
                  </a:lnTo>
                  <a:lnTo>
                    <a:pt x="3681519" y="509527"/>
                  </a:lnTo>
                  <a:lnTo>
                    <a:pt x="3667791" y="529875"/>
                  </a:lnTo>
                  <a:lnTo>
                    <a:pt x="3647443" y="543603"/>
                  </a:lnTo>
                  <a:lnTo>
                    <a:pt x="3622548" y="548639"/>
                  </a:lnTo>
                  <a:lnTo>
                    <a:pt x="64008" y="548639"/>
                  </a:lnTo>
                  <a:lnTo>
                    <a:pt x="39112" y="543603"/>
                  </a:lnTo>
                  <a:lnTo>
                    <a:pt x="18764" y="529875"/>
                  </a:lnTo>
                  <a:lnTo>
                    <a:pt x="5036" y="509527"/>
                  </a:lnTo>
                  <a:lnTo>
                    <a:pt x="0" y="484631"/>
                  </a:lnTo>
                  <a:lnTo>
                    <a:pt x="0" y="64007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16598" y="2121026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750"/>
              </a:spcBef>
            </a:pPr>
            <a:r>
              <a:rPr sz="2000" spc="-20">
                <a:latin typeface="PMingLiU"/>
                <a:cs typeface="PMingLiU"/>
              </a:rPr>
              <a:t>从等待队列取出当前处理顶点</a:t>
            </a:r>
            <a:r>
              <a:rPr sz="2000" spc="-50">
                <a:latin typeface="Cambria Math"/>
                <a:cs typeface="Cambria Math"/>
              </a:rPr>
              <a:t>𝒖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46097" y="2508504"/>
              <a:ext cx="3686810" cy="548640"/>
            </a:xfrm>
            <a:custGeom>
              <a:avLst/>
              <a:gdLst/>
              <a:ahLst/>
              <a:cxnLst/>
              <a:rect l="l" t="t" r="r" b="b"/>
              <a:pathLst>
                <a:path w="3686810" h="54863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622548" y="0"/>
                  </a:lnTo>
                  <a:lnTo>
                    <a:pt x="3647443" y="5036"/>
                  </a:lnTo>
                  <a:lnTo>
                    <a:pt x="3667791" y="18764"/>
                  </a:lnTo>
                  <a:lnTo>
                    <a:pt x="3681519" y="39112"/>
                  </a:lnTo>
                  <a:lnTo>
                    <a:pt x="3686555" y="64008"/>
                  </a:lnTo>
                  <a:lnTo>
                    <a:pt x="3686555" y="484632"/>
                  </a:lnTo>
                  <a:lnTo>
                    <a:pt x="3681519" y="509527"/>
                  </a:lnTo>
                  <a:lnTo>
                    <a:pt x="3667791" y="529875"/>
                  </a:lnTo>
                  <a:lnTo>
                    <a:pt x="3647443" y="543603"/>
                  </a:lnTo>
                  <a:lnTo>
                    <a:pt x="3622548" y="548640"/>
                  </a:lnTo>
                  <a:lnTo>
                    <a:pt x="64008" y="548640"/>
                  </a:lnTo>
                  <a:lnTo>
                    <a:pt x="39112" y="543603"/>
                  </a:lnTo>
                  <a:lnTo>
                    <a:pt x="18764" y="529875"/>
                  </a:lnTo>
                  <a:lnTo>
                    <a:pt x="5036" y="509527"/>
                  </a:lnTo>
                  <a:lnTo>
                    <a:pt x="0" y="484632"/>
                  </a:lnTo>
                  <a:lnTo>
                    <a:pt x="0" y="64008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16598" y="2508885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750"/>
              </a:spcBef>
            </a:pPr>
            <a:r>
              <a:rPr sz="2000" spc="-20">
                <a:latin typeface="PMingLiU"/>
                <a:cs typeface="PMingLiU"/>
              </a:rPr>
              <a:t>搜索顶点</a:t>
            </a:r>
            <a:r>
              <a:rPr sz="2000" spc="-20">
                <a:latin typeface="Cambria Math"/>
                <a:cs typeface="Cambria Math"/>
              </a:rPr>
              <a:t>𝒖</a:t>
            </a:r>
            <a:r>
              <a:rPr sz="2000" spc="-20">
                <a:latin typeface="PMingLiU"/>
                <a:cs typeface="PMingLiU"/>
              </a:rPr>
              <a:t>的所有相邻顶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2AC3FB45-50B0-8447-81F5-42985E66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87118" y="2859024"/>
              <a:ext cx="4083050" cy="548640"/>
            </a:xfrm>
            <a:custGeom>
              <a:avLst/>
              <a:gdLst/>
              <a:ahLst/>
              <a:cxnLst/>
              <a:rect l="l" t="t" r="r" b="b"/>
              <a:pathLst>
                <a:path w="4083050" h="54863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4018787" y="0"/>
                  </a:lnTo>
                  <a:lnTo>
                    <a:pt x="4043683" y="5036"/>
                  </a:lnTo>
                  <a:lnTo>
                    <a:pt x="4064031" y="18764"/>
                  </a:lnTo>
                  <a:lnTo>
                    <a:pt x="4077759" y="39112"/>
                  </a:lnTo>
                  <a:lnTo>
                    <a:pt x="4082796" y="64008"/>
                  </a:lnTo>
                  <a:lnTo>
                    <a:pt x="4082796" y="484631"/>
                  </a:lnTo>
                  <a:lnTo>
                    <a:pt x="4077759" y="509527"/>
                  </a:lnTo>
                  <a:lnTo>
                    <a:pt x="4064031" y="529875"/>
                  </a:lnTo>
                  <a:lnTo>
                    <a:pt x="4043683" y="543603"/>
                  </a:lnTo>
                  <a:lnTo>
                    <a:pt x="4018787" y="548639"/>
                  </a:lnTo>
                  <a:lnTo>
                    <a:pt x="64007" y="548639"/>
                  </a:lnTo>
                  <a:lnTo>
                    <a:pt x="39112" y="543603"/>
                  </a:lnTo>
                  <a:lnTo>
                    <a:pt x="18764" y="529875"/>
                  </a:lnTo>
                  <a:lnTo>
                    <a:pt x="5036" y="509527"/>
                  </a:lnTo>
                  <a:lnTo>
                    <a:pt x="0" y="484631"/>
                  </a:lnTo>
                  <a:lnTo>
                    <a:pt x="0" y="64008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16598" y="2859404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878840">
              <a:lnSpc>
                <a:spcPct val="100000"/>
              </a:lnSpc>
              <a:spcBef>
                <a:spcPts val="755"/>
              </a:spcBef>
            </a:pPr>
            <a:r>
              <a:rPr sz="2000" spc="-20">
                <a:latin typeface="PMingLiU"/>
                <a:cs typeface="PMingLiU"/>
              </a:rPr>
              <a:t>第一次发现顶点</a:t>
            </a:r>
            <a:r>
              <a:rPr sz="2000" spc="-50">
                <a:latin typeface="Cambria Math"/>
                <a:cs typeface="Cambria Math"/>
              </a:rPr>
              <a:t>𝒗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83358" y="3219450"/>
              <a:ext cx="3686810" cy="548640"/>
            </a:xfrm>
            <a:custGeom>
              <a:avLst/>
              <a:gdLst/>
              <a:ahLst/>
              <a:cxnLst/>
              <a:rect l="l" t="t" r="r" b="b"/>
              <a:pathLst>
                <a:path w="3686810" h="54863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622548" y="0"/>
                  </a:lnTo>
                  <a:lnTo>
                    <a:pt x="3647443" y="5036"/>
                  </a:lnTo>
                  <a:lnTo>
                    <a:pt x="3667791" y="18764"/>
                  </a:lnTo>
                  <a:lnTo>
                    <a:pt x="3681519" y="39112"/>
                  </a:lnTo>
                  <a:lnTo>
                    <a:pt x="3686555" y="64008"/>
                  </a:lnTo>
                  <a:lnTo>
                    <a:pt x="3686555" y="484631"/>
                  </a:lnTo>
                  <a:lnTo>
                    <a:pt x="3681519" y="509527"/>
                  </a:lnTo>
                  <a:lnTo>
                    <a:pt x="3667791" y="529875"/>
                  </a:lnTo>
                  <a:lnTo>
                    <a:pt x="3647443" y="543603"/>
                  </a:lnTo>
                  <a:lnTo>
                    <a:pt x="3622548" y="548639"/>
                  </a:lnTo>
                  <a:lnTo>
                    <a:pt x="64008" y="548639"/>
                  </a:lnTo>
                  <a:lnTo>
                    <a:pt x="39112" y="543603"/>
                  </a:lnTo>
                  <a:lnTo>
                    <a:pt x="18764" y="529875"/>
                  </a:lnTo>
                  <a:lnTo>
                    <a:pt x="5036" y="509527"/>
                  </a:lnTo>
                  <a:lnTo>
                    <a:pt x="0" y="484631"/>
                  </a:lnTo>
                  <a:lnTo>
                    <a:pt x="0" y="64008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16598" y="3219830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50"/>
              </a:spcBef>
            </a:pPr>
            <a:r>
              <a:rPr sz="2000" spc="-20">
                <a:latin typeface="PMingLiU"/>
                <a:cs typeface="PMingLiU"/>
              </a:rPr>
              <a:t>标记已发现顶点</a:t>
            </a:r>
            <a:r>
              <a:rPr sz="2000" spc="-20">
                <a:latin typeface="Cambria Math"/>
                <a:cs typeface="Cambria Math"/>
              </a:rPr>
              <a:t>𝒗</a:t>
            </a:r>
            <a:r>
              <a:rPr sz="2000" spc="-20">
                <a:latin typeface="PMingLiU"/>
                <a:cs typeface="PMingLiU"/>
              </a:rPr>
              <a:t>为待处理状</a:t>
            </a:r>
            <a:r>
              <a:rPr sz="2000" spc="-50">
                <a:latin typeface="PMingLiU"/>
                <a:cs typeface="PMingLiU"/>
              </a:rPr>
              <a:t>态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83358" y="3579875"/>
              <a:ext cx="3686810" cy="548640"/>
            </a:xfrm>
            <a:custGeom>
              <a:avLst/>
              <a:gdLst/>
              <a:ahLst/>
              <a:cxnLst/>
              <a:rect l="l" t="t" r="r" b="b"/>
              <a:pathLst>
                <a:path w="3686810" h="548639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622548" y="0"/>
                  </a:lnTo>
                  <a:lnTo>
                    <a:pt x="3647443" y="5036"/>
                  </a:lnTo>
                  <a:lnTo>
                    <a:pt x="3667791" y="18764"/>
                  </a:lnTo>
                  <a:lnTo>
                    <a:pt x="3681519" y="39112"/>
                  </a:lnTo>
                  <a:lnTo>
                    <a:pt x="3686555" y="64007"/>
                  </a:lnTo>
                  <a:lnTo>
                    <a:pt x="3686555" y="484631"/>
                  </a:lnTo>
                  <a:lnTo>
                    <a:pt x="3681519" y="509527"/>
                  </a:lnTo>
                  <a:lnTo>
                    <a:pt x="3667791" y="529875"/>
                  </a:lnTo>
                  <a:lnTo>
                    <a:pt x="3647443" y="543603"/>
                  </a:lnTo>
                  <a:lnTo>
                    <a:pt x="3622548" y="548640"/>
                  </a:lnTo>
                  <a:lnTo>
                    <a:pt x="64008" y="548640"/>
                  </a:lnTo>
                  <a:lnTo>
                    <a:pt x="39112" y="543603"/>
                  </a:lnTo>
                  <a:lnTo>
                    <a:pt x="18764" y="529875"/>
                  </a:lnTo>
                  <a:lnTo>
                    <a:pt x="5036" y="509527"/>
                  </a:lnTo>
                  <a:lnTo>
                    <a:pt x="0" y="484631"/>
                  </a:lnTo>
                  <a:lnTo>
                    <a:pt x="0" y="64007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16598" y="3580257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828675">
              <a:lnSpc>
                <a:spcPct val="100000"/>
              </a:lnSpc>
              <a:spcBef>
                <a:spcPts val="750"/>
              </a:spcBef>
            </a:pPr>
            <a:r>
              <a:rPr sz="2000" spc="-20">
                <a:latin typeface="PMingLiU"/>
                <a:cs typeface="PMingLiU"/>
              </a:rPr>
              <a:t>记录到源点的距</a:t>
            </a:r>
            <a:r>
              <a:rPr sz="2000" spc="-50">
                <a:latin typeface="PMingLiU"/>
                <a:cs typeface="PMingLiU"/>
              </a:rPr>
              <a:t>离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83358" y="3930396"/>
              <a:ext cx="3686810" cy="548640"/>
            </a:xfrm>
            <a:custGeom>
              <a:avLst/>
              <a:gdLst/>
              <a:ahLst/>
              <a:cxnLst/>
              <a:rect l="l" t="t" r="r" b="b"/>
              <a:pathLst>
                <a:path w="3686810" h="548639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622548" y="0"/>
                  </a:lnTo>
                  <a:lnTo>
                    <a:pt x="3647443" y="5036"/>
                  </a:lnTo>
                  <a:lnTo>
                    <a:pt x="3667791" y="18764"/>
                  </a:lnTo>
                  <a:lnTo>
                    <a:pt x="3681519" y="39112"/>
                  </a:lnTo>
                  <a:lnTo>
                    <a:pt x="3686555" y="64007"/>
                  </a:lnTo>
                  <a:lnTo>
                    <a:pt x="3686555" y="484631"/>
                  </a:lnTo>
                  <a:lnTo>
                    <a:pt x="3681519" y="509527"/>
                  </a:lnTo>
                  <a:lnTo>
                    <a:pt x="3667791" y="529875"/>
                  </a:lnTo>
                  <a:lnTo>
                    <a:pt x="3647443" y="543603"/>
                  </a:lnTo>
                  <a:lnTo>
                    <a:pt x="3622548" y="548639"/>
                  </a:lnTo>
                  <a:lnTo>
                    <a:pt x="64008" y="548639"/>
                  </a:lnTo>
                  <a:lnTo>
                    <a:pt x="39112" y="543603"/>
                  </a:lnTo>
                  <a:lnTo>
                    <a:pt x="18764" y="529875"/>
                  </a:lnTo>
                  <a:lnTo>
                    <a:pt x="5036" y="509527"/>
                  </a:lnTo>
                  <a:lnTo>
                    <a:pt x="0" y="484631"/>
                  </a:lnTo>
                  <a:lnTo>
                    <a:pt x="0" y="64007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16598" y="3930777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1082040">
              <a:lnSpc>
                <a:spcPct val="100000"/>
              </a:lnSpc>
              <a:spcBef>
                <a:spcPts val="755"/>
              </a:spcBef>
            </a:pPr>
            <a:r>
              <a:rPr sz="2000" spc="-20">
                <a:latin typeface="PMingLiU"/>
                <a:cs typeface="PMingLiU"/>
              </a:rPr>
              <a:t>记录前驱顶</a:t>
            </a:r>
            <a:r>
              <a:rPr sz="2000" spc="-50">
                <a:latin typeface="PMingLiU"/>
                <a:cs typeface="PMingLiU"/>
              </a:rPr>
              <a:t>点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83358" y="4281678"/>
              <a:ext cx="3686810" cy="548640"/>
            </a:xfrm>
            <a:custGeom>
              <a:avLst/>
              <a:gdLst/>
              <a:ahLst/>
              <a:cxnLst/>
              <a:rect l="l" t="t" r="r" b="b"/>
              <a:pathLst>
                <a:path w="3686810" h="54863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622548" y="0"/>
                  </a:lnTo>
                  <a:lnTo>
                    <a:pt x="3647443" y="5036"/>
                  </a:lnTo>
                  <a:lnTo>
                    <a:pt x="3667791" y="18764"/>
                  </a:lnTo>
                  <a:lnTo>
                    <a:pt x="3681519" y="39112"/>
                  </a:lnTo>
                  <a:lnTo>
                    <a:pt x="3686555" y="64008"/>
                  </a:lnTo>
                  <a:lnTo>
                    <a:pt x="3686555" y="484632"/>
                  </a:lnTo>
                  <a:lnTo>
                    <a:pt x="3681519" y="509527"/>
                  </a:lnTo>
                  <a:lnTo>
                    <a:pt x="3667791" y="529875"/>
                  </a:lnTo>
                  <a:lnTo>
                    <a:pt x="3647443" y="543603"/>
                  </a:lnTo>
                  <a:lnTo>
                    <a:pt x="3622548" y="548640"/>
                  </a:lnTo>
                  <a:lnTo>
                    <a:pt x="64008" y="548640"/>
                  </a:lnTo>
                  <a:lnTo>
                    <a:pt x="39112" y="543603"/>
                  </a:lnTo>
                  <a:lnTo>
                    <a:pt x="18764" y="529875"/>
                  </a:lnTo>
                  <a:lnTo>
                    <a:pt x="5036" y="509527"/>
                  </a:lnTo>
                  <a:lnTo>
                    <a:pt x="0" y="484632"/>
                  </a:lnTo>
                  <a:lnTo>
                    <a:pt x="0" y="64008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16598" y="4282059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755"/>
              </a:spcBef>
            </a:pPr>
            <a:r>
              <a:rPr sz="2000" spc="-20">
                <a:latin typeface="PMingLiU"/>
                <a:cs typeface="PMingLiU"/>
              </a:rPr>
              <a:t>加入待处理队</a:t>
            </a:r>
            <a:r>
              <a:rPr sz="2000" spc="-50">
                <a:latin typeface="PMingLiU"/>
                <a:cs typeface="PMingLiU"/>
              </a:rPr>
              <a:t>列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335" y="1421082"/>
            <a:ext cx="10547350" cy="4937760"/>
            <a:chOff x="786335" y="1421082"/>
            <a:chExt cx="10547350" cy="493776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6335" y="1421082"/>
              <a:ext cx="10547084" cy="4937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81734" y="5426964"/>
              <a:ext cx="4137660" cy="549910"/>
            </a:xfrm>
            <a:custGeom>
              <a:avLst/>
              <a:gdLst/>
              <a:ahLst/>
              <a:cxnLst/>
              <a:rect l="l" t="t" r="r" b="b"/>
              <a:pathLst>
                <a:path w="4137660" h="549910">
                  <a:moveTo>
                    <a:pt x="0" y="64135"/>
                  </a:moveTo>
                  <a:lnTo>
                    <a:pt x="5038" y="39165"/>
                  </a:lnTo>
                  <a:lnTo>
                    <a:pt x="18780" y="18780"/>
                  </a:lnTo>
                  <a:lnTo>
                    <a:pt x="39165" y="5038"/>
                  </a:lnTo>
                  <a:lnTo>
                    <a:pt x="64135" y="0"/>
                  </a:lnTo>
                  <a:lnTo>
                    <a:pt x="4073525" y="0"/>
                  </a:lnTo>
                  <a:lnTo>
                    <a:pt x="4098494" y="5038"/>
                  </a:lnTo>
                  <a:lnTo>
                    <a:pt x="4118879" y="18780"/>
                  </a:lnTo>
                  <a:lnTo>
                    <a:pt x="4132621" y="39165"/>
                  </a:lnTo>
                  <a:lnTo>
                    <a:pt x="4137660" y="64135"/>
                  </a:lnTo>
                  <a:lnTo>
                    <a:pt x="4137660" y="485292"/>
                  </a:lnTo>
                  <a:lnTo>
                    <a:pt x="4132621" y="510247"/>
                  </a:lnTo>
                  <a:lnTo>
                    <a:pt x="4118879" y="530625"/>
                  </a:lnTo>
                  <a:lnTo>
                    <a:pt x="4098494" y="544364"/>
                  </a:lnTo>
                  <a:lnTo>
                    <a:pt x="4073525" y="549402"/>
                  </a:lnTo>
                  <a:lnTo>
                    <a:pt x="64135" y="549402"/>
                  </a:lnTo>
                  <a:lnTo>
                    <a:pt x="39165" y="544364"/>
                  </a:lnTo>
                  <a:lnTo>
                    <a:pt x="18780" y="530625"/>
                  </a:lnTo>
                  <a:lnTo>
                    <a:pt x="5038" y="510247"/>
                  </a:lnTo>
                  <a:lnTo>
                    <a:pt x="0" y="485292"/>
                  </a:lnTo>
                  <a:lnTo>
                    <a:pt x="0" y="6413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966840" y="5427345"/>
            <a:ext cx="3686810" cy="5499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574040">
              <a:lnSpc>
                <a:spcPct val="100000"/>
              </a:lnSpc>
              <a:spcBef>
                <a:spcPts val="755"/>
              </a:spcBef>
            </a:pPr>
            <a:r>
              <a:rPr sz="2000" spc="-20">
                <a:latin typeface="PMingLiU"/>
                <a:cs typeface="PMingLiU"/>
              </a:rPr>
              <a:t>标记当前顶点处理完</a:t>
            </a:r>
            <a:r>
              <a:rPr sz="2000" spc="-50">
                <a:latin typeface="PMingLiU"/>
                <a:cs typeface="PMingLiU"/>
              </a:rPr>
              <a:t>成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4311" y="43015"/>
            <a:ext cx="440592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相关应用：最短路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径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2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  <a:path w="847089" h="2535554">
                  <a:moveTo>
                    <a:pt x="0" y="2111883"/>
                  </a:moveTo>
                  <a:lnTo>
                    <a:pt x="2847" y="2062517"/>
                  </a:lnTo>
                  <a:lnTo>
                    <a:pt x="11177" y="2014824"/>
                  </a:lnTo>
                  <a:lnTo>
                    <a:pt x="24674" y="1969122"/>
                  </a:lnTo>
                  <a:lnTo>
                    <a:pt x="43018" y="1925728"/>
                  </a:lnTo>
                  <a:lnTo>
                    <a:pt x="65893" y="1884959"/>
                  </a:lnTo>
                  <a:lnTo>
                    <a:pt x="92982" y="1847134"/>
                  </a:lnTo>
                  <a:lnTo>
                    <a:pt x="123967" y="1812569"/>
                  </a:lnTo>
                  <a:lnTo>
                    <a:pt x="158531" y="1781582"/>
                  </a:lnTo>
                  <a:lnTo>
                    <a:pt x="196356" y="1754492"/>
                  </a:lnTo>
                  <a:lnTo>
                    <a:pt x="237125" y="1731615"/>
                  </a:lnTo>
                  <a:lnTo>
                    <a:pt x="280520" y="1713268"/>
                  </a:lnTo>
                  <a:lnTo>
                    <a:pt x="326224" y="1699771"/>
                  </a:lnTo>
                  <a:lnTo>
                    <a:pt x="373920" y="1691439"/>
                  </a:lnTo>
                  <a:lnTo>
                    <a:pt x="423291" y="1688592"/>
                  </a:lnTo>
                  <a:lnTo>
                    <a:pt x="472661" y="1691439"/>
                  </a:lnTo>
                  <a:lnTo>
                    <a:pt x="520357" y="1699771"/>
                  </a:lnTo>
                  <a:lnTo>
                    <a:pt x="566061" y="1713268"/>
                  </a:lnTo>
                  <a:lnTo>
                    <a:pt x="609456" y="1731615"/>
                  </a:lnTo>
                  <a:lnTo>
                    <a:pt x="650225" y="1754492"/>
                  </a:lnTo>
                  <a:lnTo>
                    <a:pt x="688050" y="1781582"/>
                  </a:lnTo>
                  <a:lnTo>
                    <a:pt x="722614" y="1812569"/>
                  </a:lnTo>
                  <a:lnTo>
                    <a:pt x="753599" y="1847134"/>
                  </a:lnTo>
                  <a:lnTo>
                    <a:pt x="780688" y="1884959"/>
                  </a:lnTo>
                  <a:lnTo>
                    <a:pt x="803563" y="1925728"/>
                  </a:lnTo>
                  <a:lnTo>
                    <a:pt x="821907" y="1969122"/>
                  </a:lnTo>
                  <a:lnTo>
                    <a:pt x="835404" y="2014824"/>
                  </a:lnTo>
                  <a:lnTo>
                    <a:pt x="843734" y="2062517"/>
                  </a:lnTo>
                  <a:lnTo>
                    <a:pt x="846582" y="2111883"/>
                  </a:lnTo>
                  <a:lnTo>
                    <a:pt x="843734" y="2161248"/>
                  </a:lnTo>
                  <a:lnTo>
                    <a:pt x="835404" y="2208941"/>
                  </a:lnTo>
                  <a:lnTo>
                    <a:pt x="821907" y="2254643"/>
                  </a:lnTo>
                  <a:lnTo>
                    <a:pt x="803563" y="2298037"/>
                  </a:lnTo>
                  <a:lnTo>
                    <a:pt x="780688" y="2338806"/>
                  </a:lnTo>
                  <a:lnTo>
                    <a:pt x="753599" y="2376631"/>
                  </a:lnTo>
                  <a:lnTo>
                    <a:pt x="722614" y="2411196"/>
                  </a:lnTo>
                  <a:lnTo>
                    <a:pt x="688050" y="2442183"/>
                  </a:lnTo>
                  <a:lnTo>
                    <a:pt x="650225" y="2469273"/>
                  </a:lnTo>
                  <a:lnTo>
                    <a:pt x="609456" y="2492150"/>
                  </a:lnTo>
                  <a:lnTo>
                    <a:pt x="566061" y="2510497"/>
                  </a:lnTo>
                  <a:lnTo>
                    <a:pt x="520357" y="2523994"/>
                  </a:lnTo>
                  <a:lnTo>
                    <a:pt x="472661" y="2532326"/>
                  </a:lnTo>
                  <a:lnTo>
                    <a:pt x="423291" y="2535174"/>
                  </a:lnTo>
                  <a:lnTo>
                    <a:pt x="373920" y="2532326"/>
                  </a:lnTo>
                  <a:lnTo>
                    <a:pt x="326224" y="2523994"/>
                  </a:lnTo>
                  <a:lnTo>
                    <a:pt x="280520" y="2510497"/>
                  </a:lnTo>
                  <a:lnTo>
                    <a:pt x="237125" y="2492150"/>
                  </a:lnTo>
                  <a:lnTo>
                    <a:pt x="196356" y="2469273"/>
                  </a:lnTo>
                  <a:lnTo>
                    <a:pt x="158531" y="2442183"/>
                  </a:lnTo>
                  <a:lnTo>
                    <a:pt x="123967" y="2411196"/>
                  </a:lnTo>
                  <a:lnTo>
                    <a:pt x="92982" y="2376631"/>
                  </a:lnTo>
                  <a:lnTo>
                    <a:pt x="65893" y="2338806"/>
                  </a:lnTo>
                  <a:lnTo>
                    <a:pt x="43018" y="2298037"/>
                  </a:lnTo>
                  <a:lnTo>
                    <a:pt x="24674" y="2254643"/>
                  </a:lnTo>
                  <a:lnTo>
                    <a:pt x="11177" y="2208941"/>
                  </a:lnTo>
                  <a:lnTo>
                    <a:pt x="2847" y="2161248"/>
                  </a:lnTo>
                  <a:lnTo>
                    <a:pt x="0" y="2111883"/>
                  </a:lnTo>
                  <a:close/>
                </a:path>
                <a:path w="847089" h="2535554">
                  <a:moveTo>
                    <a:pt x="422909" y="846582"/>
                  </a:moveTo>
                  <a:lnTo>
                    <a:pt x="422909" y="16883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3995928"/>
              <a:ext cx="3625215" cy="2535555"/>
            </a:xfrm>
            <a:custGeom>
              <a:avLst/>
              <a:gdLst/>
              <a:ahLst/>
              <a:cxnLst/>
              <a:rect l="l" t="t" r="r" b="b"/>
              <a:pathLst>
                <a:path w="3625215" h="2535554">
                  <a:moveTo>
                    <a:pt x="0" y="470916"/>
                  </a:moveTo>
                  <a:lnTo>
                    <a:pt x="965835" y="470916"/>
                  </a:lnTo>
                </a:path>
                <a:path w="3625215" h="2535554">
                  <a:moveTo>
                    <a:pt x="965454" y="2111883"/>
                  </a:moveTo>
                  <a:lnTo>
                    <a:pt x="968301" y="2062517"/>
                  </a:lnTo>
                  <a:lnTo>
                    <a:pt x="976631" y="2014824"/>
                  </a:lnTo>
                  <a:lnTo>
                    <a:pt x="990128" y="1969122"/>
                  </a:lnTo>
                  <a:lnTo>
                    <a:pt x="1008472" y="1925728"/>
                  </a:lnTo>
                  <a:lnTo>
                    <a:pt x="1031347" y="1884959"/>
                  </a:lnTo>
                  <a:lnTo>
                    <a:pt x="1058436" y="1847134"/>
                  </a:lnTo>
                  <a:lnTo>
                    <a:pt x="1089421" y="1812569"/>
                  </a:lnTo>
                  <a:lnTo>
                    <a:pt x="1123985" y="1781582"/>
                  </a:lnTo>
                  <a:lnTo>
                    <a:pt x="1161810" y="1754492"/>
                  </a:lnTo>
                  <a:lnTo>
                    <a:pt x="1202579" y="1731615"/>
                  </a:lnTo>
                  <a:lnTo>
                    <a:pt x="1245974" y="1713268"/>
                  </a:lnTo>
                  <a:lnTo>
                    <a:pt x="1291678" y="1699771"/>
                  </a:lnTo>
                  <a:lnTo>
                    <a:pt x="1339374" y="1691439"/>
                  </a:lnTo>
                  <a:lnTo>
                    <a:pt x="1388745" y="1688592"/>
                  </a:lnTo>
                  <a:lnTo>
                    <a:pt x="1438115" y="1691439"/>
                  </a:lnTo>
                  <a:lnTo>
                    <a:pt x="1485811" y="1699771"/>
                  </a:lnTo>
                  <a:lnTo>
                    <a:pt x="1531515" y="1713268"/>
                  </a:lnTo>
                  <a:lnTo>
                    <a:pt x="1574910" y="1731615"/>
                  </a:lnTo>
                  <a:lnTo>
                    <a:pt x="1615679" y="1754492"/>
                  </a:lnTo>
                  <a:lnTo>
                    <a:pt x="1653504" y="1781582"/>
                  </a:lnTo>
                  <a:lnTo>
                    <a:pt x="1688068" y="1812569"/>
                  </a:lnTo>
                  <a:lnTo>
                    <a:pt x="1719053" y="1847134"/>
                  </a:lnTo>
                  <a:lnTo>
                    <a:pt x="1746142" y="1884959"/>
                  </a:lnTo>
                  <a:lnTo>
                    <a:pt x="1769017" y="1925728"/>
                  </a:lnTo>
                  <a:lnTo>
                    <a:pt x="1787361" y="1969122"/>
                  </a:lnTo>
                  <a:lnTo>
                    <a:pt x="1800858" y="2014824"/>
                  </a:lnTo>
                  <a:lnTo>
                    <a:pt x="1809188" y="2062517"/>
                  </a:lnTo>
                  <a:lnTo>
                    <a:pt x="1812036" y="2111883"/>
                  </a:lnTo>
                  <a:lnTo>
                    <a:pt x="1809188" y="2161248"/>
                  </a:lnTo>
                  <a:lnTo>
                    <a:pt x="1800858" y="2208941"/>
                  </a:lnTo>
                  <a:lnTo>
                    <a:pt x="1787361" y="2254643"/>
                  </a:lnTo>
                  <a:lnTo>
                    <a:pt x="1769017" y="2298037"/>
                  </a:lnTo>
                  <a:lnTo>
                    <a:pt x="1746142" y="2338806"/>
                  </a:lnTo>
                  <a:lnTo>
                    <a:pt x="1719053" y="2376631"/>
                  </a:lnTo>
                  <a:lnTo>
                    <a:pt x="1688068" y="2411196"/>
                  </a:lnTo>
                  <a:lnTo>
                    <a:pt x="1653504" y="2442183"/>
                  </a:lnTo>
                  <a:lnTo>
                    <a:pt x="1615679" y="2469273"/>
                  </a:lnTo>
                  <a:lnTo>
                    <a:pt x="1574910" y="2492150"/>
                  </a:lnTo>
                  <a:lnTo>
                    <a:pt x="1531515" y="2510497"/>
                  </a:lnTo>
                  <a:lnTo>
                    <a:pt x="1485811" y="2523994"/>
                  </a:lnTo>
                  <a:lnTo>
                    <a:pt x="1438115" y="2532326"/>
                  </a:lnTo>
                  <a:lnTo>
                    <a:pt x="1388745" y="2535174"/>
                  </a:lnTo>
                  <a:lnTo>
                    <a:pt x="1339374" y="2532326"/>
                  </a:lnTo>
                  <a:lnTo>
                    <a:pt x="1291678" y="2523994"/>
                  </a:lnTo>
                  <a:lnTo>
                    <a:pt x="1245974" y="2510497"/>
                  </a:lnTo>
                  <a:lnTo>
                    <a:pt x="1202579" y="2492150"/>
                  </a:lnTo>
                  <a:lnTo>
                    <a:pt x="1161810" y="2469273"/>
                  </a:lnTo>
                  <a:lnTo>
                    <a:pt x="1123985" y="2442183"/>
                  </a:lnTo>
                  <a:lnTo>
                    <a:pt x="1089421" y="2411196"/>
                  </a:lnTo>
                  <a:lnTo>
                    <a:pt x="1058436" y="2376631"/>
                  </a:lnTo>
                  <a:lnTo>
                    <a:pt x="1031347" y="2338806"/>
                  </a:lnTo>
                  <a:lnTo>
                    <a:pt x="1008472" y="2298037"/>
                  </a:lnTo>
                  <a:lnTo>
                    <a:pt x="990128" y="2254643"/>
                  </a:lnTo>
                  <a:lnTo>
                    <a:pt x="976631" y="2208941"/>
                  </a:lnTo>
                  <a:lnTo>
                    <a:pt x="968301" y="2161248"/>
                  </a:lnTo>
                  <a:lnTo>
                    <a:pt x="965454" y="2111883"/>
                  </a:lnTo>
                  <a:close/>
                </a:path>
                <a:path w="3625215" h="2535554">
                  <a:moveTo>
                    <a:pt x="1389126" y="1688376"/>
                  </a:moveTo>
                  <a:lnTo>
                    <a:pt x="1389126" y="846582"/>
                  </a:lnTo>
                </a:path>
                <a:path w="3625215" h="2535554">
                  <a:moveTo>
                    <a:pt x="2778252" y="423291"/>
                  </a:moveTo>
                  <a:lnTo>
                    <a:pt x="2781099" y="373920"/>
                  </a:lnTo>
                  <a:lnTo>
                    <a:pt x="2789429" y="326224"/>
                  </a:lnTo>
                  <a:lnTo>
                    <a:pt x="2802926" y="280520"/>
                  </a:lnTo>
                  <a:lnTo>
                    <a:pt x="2821270" y="237125"/>
                  </a:lnTo>
                  <a:lnTo>
                    <a:pt x="2844145" y="196356"/>
                  </a:lnTo>
                  <a:lnTo>
                    <a:pt x="2871234" y="158531"/>
                  </a:lnTo>
                  <a:lnTo>
                    <a:pt x="2902219" y="123967"/>
                  </a:lnTo>
                  <a:lnTo>
                    <a:pt x="2936783" y="92982"/>
                  </a:lnTo>
                  <a:lnTo>
                    <a:pt x="2974608" y="65893"/>
                  </a:lnTo>
                  <a:lnTo>
                    <a:pt x="3015377" y="43018"/>
                  </a:lnTo>
                  <a:lnTo>
                    <a:pt x="3058772" y="24674"/>
                  </a:lnTo>
                  <a:lnTo>
                    <a:pt x="3104476" y="11177"/>
                  </a:lnTo>
                  <a:lnTo>
                    <a:pt x="3152172" y="2847"/>
                  </a:lnTo>
                  <a:lnTo>
                    <a:pt x="3201543" y="0"/>
                  </a:lnTo>
                  <a:lnTo>
                    <a:pt x="3250913" y="2847"/>
                  </a:lnTo>
                  <a:lnTo>
                    <a:pt x="3298609" y="11177"/>
                  </a:lnTo>
                  <a:lnTo>
                    <a:pt x="3344313" y="24674"/>
                  </a:lnTo>
                  <a:lnTo>
                    <a:pt x="3387708" y="43018"/>
                  </a:lnTo>
                  <a:lnTo>
                    <a:pt x="3428477" y="65893"/>
                  </a:lnTo>
                  <a:lnTo>
                    <a:pt x="3466302" y="92982"/>
                  </a:lnTo>
                  <a:lnTo>
                    <a:pt x="3500866" y="123967"/>
                  </a:lnTo>
                  <a:lnTo>
                    <a:pt x="3531851" y="158531"/>
                  </a:lnTo>
                  <a:lnTo>
                    <a:pt x="3558940" y="196356"/>
                  </a:lnTo>
                  <a:lnTo>
                    <a:pt x="3581815" y="237125"/>
                  </a:lnTo>
                  <a:lnTo>
                    <a:pt x="3600159" y="280520"/>
                  </a:lnTo>
                  <a:lnTo>
                    <a:pt x="3613656" y="326224"/>
                  </a:lnTo>
                  <a:lnTo>
                    <a:pt x="3621986" y="373920"/>
                  </a:lnTo>
                  <a:lnTo>
                    <a:pt x="3624833" y="423291"/>
                  </a:lnTo>
                  <a:lnTo>
                    <a:pt x="3621986" y="472661"/>
                  </a:lnTo>
                  <a:lnTo>
                    <a:pt x="3613656" y="520357"/>
                  </a:lnTo>
                  <a:lnTo>
                    <a:pt x="3600159" y="566061"/>
                  </a:lnTo>
                  <a:lnTo>
                    <a:pt x="3581815" y="609456"/>
                  </a:lnTo>
                  <a:lnTo>
                    <a:pt x="3558940" y="650225"/>
                  </a:lnTo>
                  <a:lnTo>
                    <a:pt x="3531851" y="688050"/>
                  </a:lnTo>
                  <a:lnTo>
                    <a:pt x="3500866" y="722614"/>
                  </a:lnTo>
                  <a:lnTo>
                    <a:pt x="3466302" y="753599"/>
                  </a:lnTo>
                  <a:lnTo>
                    <a:pt x="3428477" y="780688"/>
                  </a:lnTo>
                  <a:lnTo>
                    <a:pt x="3387708" y="803563"/>
                  </a:lnTo>
                  <a:lnTo>
                    <a:pt x="3344313" y="821907"/>
                  </a:lnTo>
                  <a:lnTo>
                    <a:pt x="3298609" y="835404"/>
                  </a:lnTo>
                  <a:lnTo>
                    <a:pt x="3250913" y="843734"/>
                  </a:lnTo>
                  <a:lnTo>
                    <a:pt x="3201543" y="846582"/>
                  </a:lnTo>
                  <a:lnTo>
                    <a:pt x="3152172" y="843734"/>
                  </a:lnTo>
                  <a:lnTo>
                    <a:pt x="3104476" y="835404"/>
                  </a:lnTo>
                  <a:lnTo>
                    <a:pt x="3058772" y="821907"/>
                  </a:lnTo>
                  <a:lnTo>
                    <a:pt x="3015377" y="803563"/>
                  </a:lnTo>
                  <a:lnTo>
                    <a:pt x="2974608" y="780688"/>
                  </a:lnTo>
                  <a:lnTo>
                    <a:pt x="2936783" y="753599"/>
                  </a:lnTo>
                  <a:lnTo>
                    <a:pt x="2902219" y="722614"/>
                  </a:lnTo>
                  <a:lnTo>
                    <a:pt x="2871234" y="688050"/>
                  </a:lnTo>
                  <a:lnTo>
                    <a:pt x="2844145" y="650225"/>
                  </a:lnTo>
                  <a:lnTo>
                    <a:pt x="2821270" y="609456"/>
                  </a:lnTo>
                  <a:lnTo>
                    <a:pt x="2802926" y="566061"/>
                  </a:lnTo>
                  <a:lnTo>
                    <a:pt x="2789429" y="520357"/>
                  </a:lnTo>
                  <a:lnTo>
                    <a:pt x="2781099" y="472661"/>
                  </a:lnTo>
                  <a:lnTo>
                    <a:pt x="2778252" y="423291"/>
                  </a:lnTo>
                  <a:close/>
                </a:path>
                <a:path w="3625215" h="2535554">
                  <a:moveTo>
                    <a:pt x="2778252" y="2111883"/>
                  </a:moveTo>
                  <a:lnTo>
                    <a:pt x="2781099" y="2062517"/>
                  </a:lnTo>
                  <a:lnTo>
                    <a:pt x="2789429" y="2014824"/>
                  </a:lnTo>
                  <a:lnTo>
                    <a:pt x="2802926" y="1969122"/>
                  </a:lnTo>
                  <a:lnTo>
                    <a:pt x="2821270" y="1925728"/>
                  </a:lnTo>
                  <a:lnTo>
                    <a:pt x="2844145" y="1884959"/>
                  </a:lnTo>
                  <a:lnTo>
                    <a:pt x="2871234" y="1847134"/>
                  </a:lnTo>
                  <a:lnTo>
                    <a:pt x="2902219" y="1812569"/>
                  </a:lnTo>
                  <a:lnTo>
                    <a:pt x="2936783" y="1781582"/>
                  </a:lnTo>
                  <a:lnTo>
                    <a:pt x="2974608" y="1754492"/>
                  </a:lnTo>
                  <a:lnTo>
                    <a:pt x="3015377" y="1731615"/>
                  </a:lnTo>
                  <a:lnTo>
                    <a:pt x="3058772" y="1713268"/>
                  </a:lnTo>
                  <a:lnTo>
                    <a:pt x="3104476" y="1699771"/>
                  </a:lnTo>
                  <a:lnTo>
                    <a:pt x="3152172" y="1691439"/>
                  </a:lnTo>
                  <a:lnTo>
                    <a:pt x="3201543" y="1688592"/>
                  </a:lnTo>
                  <a:lnTo>
                    <a:pt x="3250913" y="1691439"/>
                  </a:lnTo>
                  <a:lnTo>
                    <a:pt x="3298609" y="1699771"/>
                  </a:lnTo>
                  <a:lnTo>
                    <a:pt x="3344313" y="1713268"/>
                  </a:lnTo>
                  <a:lnTo>
                    <a:pt x="3387708" y="1731615"/>
                  </a:lnTo>
                  <a:lnTo>
                    <a:pt x="3428477" y="1754492"/>
                  </a:lnTo>
                  <a:lnTo>
                    <a:pt x="3466302" y="1781582"/>
                  </a:lnTo>
                  <a:lnTo>
                    <a:pt x="3500866" y="1812569"/>
                  </a:lnTo>
                  <a:lnTo>
                    <a:pt x="3531851" y="1847134"/>
                  </a:lnTo>
                  <a:lnTo>
                    <a:pt x="3558940" y="1884959"/>
                  </a:lnTo>
                  <a:lnTo>
                    <a:pt x="3581815" y="1925728"/>
                  </a:lnTo>
                  <a:lnTo>
                    <a:pt x="3600159" y="1969122"/>
                  </a:lnTo>
                  <a:lnTo>
                    <a:pt x="3613656" y="2014824"/>
                  </a:lnTo>
                  <a:lnTo>
                    <a:pt x="3621986" y="2062517"/>
                  </a:lnTo>
                  <a:lnTo>
                    <a:pt x="3624833" y="2111883"/>
                  </a:lnTo>
                  <a:lnTo>
                    <a:pt x="3621986" y="2161248"/>
                  </a:lnTo>
                  <a:lnTo>
                    <a:pt x="3613656" y="2208941"/>
                  </a:lnTo>
                  <a:lnTo>
                    <a:pt x="3600159" y="2254643"/>
                  </a:lnTo>
                  <a:lnTo>
                    <a:pt x="3581815" y="2298037"/>
                  </a:lnTo>
                  <a:lnTo>
                    <a:pt x="3558940" y="2338806"/>
                  </a:lnTo>
                  <a:lnTo>
                    <a:pt x="3531851" y="2376631"/>
                  </a:lnTo>
                  <a:lnTo>
                    <a:pt x="3500866" y="2411196"/>
                  </a:lnTo>
                  <a:lnTo>
                    <a:pt x="3466302" y="2442183"/>
                  </a:lnTo>
                  <a:lnTo>
                    <a:pt x="3428477" y="2469273"/>
                  </a:lnTo>
                  <a:lnTo>
                    <a:pt x="3387708" y="2492150"/>
                  </a:lnTo>
                  <a:lnTo>
                    <a:pt x="3344313" y="2510497"/>
                  </a:lnTo>
                  <a:lnTo>
                    <a:pt x="3298609" y="2523994"/>
                  </a:lnTo>
                  <a:lnTo>
                    <a:pt x="3250913" y="2532326"/>
                  </a:lnTo>
                  <a:lnTo>
                    <a:pt x="3201543" y="2535174"/>
                  </a:lnTo>
                  <a:lnTo>
                    <a:pt x="3152172" y="2532326"/>
                  </a:lnTo>
                  <a:lnTo>
                    <a:pt x="3104476" y="2523994"/>
                  </a:lnTo>
                  <a:lnTo>
                    <a:pt x="3058772" y="2510497"/>
                  </a:lnTo>
                  <a:lnTo>
                    <a:pt x="3015377" y="2492150"/>
                  </a:lnTo>
                  <a:lnTo>
                    <a:pt x="2974608" y="2469273"/>
                  </a:lnTo>
                  <a:lnTo>
                    <a:pt x="2936783" y="2442183"/>
                  </a:lnTo>
                  <a:lnTo>
                    <a:pt x="2902219" y="2411196"/>
                  </a:lnTo>
                  <a:lnTo>
                    <a:pt x="2871234" y="2376631"/>
                  </a:lnTo>
                  <a:lnTo>
                    <a:pt x="2844145" y="2338806"/>
                  </a:lnTo>
                  <a:lnTo>
                    <a:pt x="2821270" y="2298037"/>
                  </a:lnTo>
                  <a:lnTo>
                    <a:pt x="2802926" y="2254643"/>
                  </a:lnTo>
                  <a:lnTo>
                    <a:pt x="2789429" y="2208941"/>
                  </a:lnTo>
                  <a:lnTo>
                    <a:pt x="2781099" y="2161248"/>
                  </a:lnTo>
                  <a:lnTo>
                    <a:pt x="2778252" y="2111883"/>
                  </a:lnTo>
                  <a:close/>
                </a:path>
                <a:path w="3625215" h="2535554">
                  <a:moveTo>
                    <a:pt x="1688592" y="1812886"/>
                  </a:moveTo>
                  <a:lnTo>
                    <a:pt x="2902457" y="72313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39939" y="4466844"/>
              <a:ext cx="2235835" cy="2064385"/>
            </a:xfrm>
            <a:custGeom>
              <a:avLst/>
              <a:gdLst/>
              <a:ahLst/>
              <a:cxnLst/>
              <a:rect l="l" t="t" r="r" b="b"/>
              <a:pathLst>
                <a:path w="2235834" h="2064383">
                  <a:moveTo>
                    <a:pt x="1389506" y="0"/>
                  </a:moveTo>
                  <a:lnTo>
                    <a:pt x="423671" y="0"/>
                  </a:lnTo>
                </a:path>
                <a:path w="2235834" h="2064383">
                  <a:moveTo>
                    <a:pt x="1389126" y="1640966"/>
                  </a:moveTo>
                  <a:lnTo>
                    <a:pt x="1391973" y="1591601"/>
                  </a:lnTo>
                  <a:lnTo>
                    <a:pt x="1400303" y="1543908"/>
                  </a:lnTo>
                  <a:lnTo>
                    <a:pt x="1413800" y="1498206"/>
                  </a:lnTo>
                  <a:lnTo>
                    <a:pt x="1432144" y="1454812"/>
                  </a:lnTo>
                  <a:lnTo>
                    <a:pt x="1455019" y="1414043"/>
                  </a:lnTo>
                  <a:lnTo>
                    <a:pt x="1482108" y="1376218"/>
                  </a:lnTo>
                  <a:lnTo>
                    <a:pt x="1513093" y="1341653"/>
                  </a:lnTo>
                  <a:lnTo>
                    <a:pt x="1547657" y="1310666"/>
                  </a:lnTo>
                  <a:lnTo>
                    <a:pt x="1585482" y="1283576"/>
                  </a:lnTo>
                  <a:lnTo>
                    <a:pt x="1626251" y="1260699"/>
                  </a:lnTo>
                  <a:lnTo>
                    <a:pt x="1669646" y="1242352"/>
                  </a:lnTo>
                  <a:lnTo>
                    <a:pt x="1715350" y="1228855"/>
                  </a:lnTo>
                  <a:lnTo>
                    <a:pt x="1763046" y="1220523"/>
                  </a:lnTo>
                  <a:lnTo>
                    <a:pt x="1812416" y="1217675"/>
                  </a:lnTo>
                  <a:lnTo>
                    <a:pt x="1861787" y="1220523"/>
                  </a:lnTo>
                  <a:lnTo>
                    <a:pt x="1909483" y="1228855"/>
                  </a:lnTo>
                  <a:lnTo>
                    <a:pt x="1955187" y="1242352"/>
                  </a:lnTo>
                  <a:lnTo>
                    <a:pt x="1998582" y="1260699"/>
                  </a:lnTo>
                  <a:lnTo>
                    <a:pt x="2039351" y="1283576"/>
                  </a:lnTo>
                  <a:lnTo>
                    <a:pt x="2077176" y="1310666"/>
                  </a:lnTo>
                  <a:lnTo>
                    <a:pt x="2111740" y="1341653"/>
                  </a:lnTo>
                  <a:lnTo>
                    <a:pt x="2142725" y="1376218"/>
                  </a:lnTo>
                  <a:lnTo>
                    <a:pt x="2169814" y="1414043"/>
                  </a:lnTo>
                  <a:lnTo>
                    <a:pt x="2192689" y="1454812"/>
                  </a:lnTo>
                  <a:lnTo>
                    <a:pt x="2211033" y="1498206"/>
                  </a:lnTo>
                  <a:lnTo>
                    <a:pt x="2224530" y="1543908"/>
                  </a:lnTo>
                  <a:lnTo>
                    <a:pt x="2232860" y="1591601"/>
                  </a:lnTo>
                  <a:lnTo>
                    <a:pt x="2235707" y="1640966"/>
                  </a:lnTo>
                  <a:lnTo>
                    <a:pt x="2232860" y="1690332"/>
                  </a:lnTo>
                  <a:lnTo>
                    <a:pt x="2224530" y="1738025"/>
                  </a:lnTo>
                  <a:lnTo>
                    <a:pt x="2211033" y="1783727"/>
                  </a:lnTo>
                  <a:lnTo>
                    <a:pt x="2192689" y="1827121"/>
                  </a:lnTo>
                  <a:lnTo>
                    <a:pt x="2169814" y="1867890"/>
                  </a:lnTo>
                  <a:lnTo>
                    <a:pt x="2142725" y="1905715"/>
                  </a:lnTo>
                  <a:lnTo>
                    <a:pt x="2111740" y="1940280"/>
                  </a:lnTo>
                  <a:lnTo>
                    <a:pt x="2077176" y="1971267"/>
                  </a:lnTo>
                  <a:lnTo>
                    <a:pt x="2039351" y="1998357"/>
                  </a:lnTo>
                  <a:lnTo>
                    <a:pt x="1998582" y="2021234"/>
                  </a:lnTo>
                  <a:lnTo>
                    <a:pt x="1955187" y="2039581"/>
                  </a:lnTo>
                  <a:lnTo>
                    <a:pt x="1909483" y="2053078"/>
                  </a:lnTo>
                  <a:lnTo>
                    <a:pt x="1861787" y="2061410"/>
                  </a:lnTo>
                  <a:lnTo>
                    <a:pt x="1812416" y="2064257"/>
                  </a:lnTo>
                  <a:lnTo>
                    <a:pt x="1763046" y="2061410"/>
                  </a:lnTo>
                  <a:lnTo>
                    <a:pt x="1715350" y="2053078"/>
                  </a:lnTo>
                  <a:lnTo>
                    <a:pt x="1669646" y="2039581"/>
                  </a:lnTo>
                  <a:lnTo>
                    <a:pt x="1626251" y="2021234"/>
                  </a:lnTo>
                  <a:lnTo>
                    <a:pt x="1585482" y="1998357"/>
                  </a:lnTo>
                  <a:lnTo>
                    <a:pt x="1547657" y="1971267"/>
                  </a:lnTo>
                  <a:lnTo>
                    <a:pt x="1513093" y="1940280"/>
                  </a:lnTo>
                  <a:lnTo>
                    <a:pt x="1482108" y="1905715"/>
                  </a:lnTo>
                  <a:lnTo>
                    <a:pt x="1455019" y="1867890"/>
                  </a:lnTo>
                  <a:lnTo>
                    <a:pt x="1432144" y="1827121"/>
                  </a:lnTo>
                  <a:lnTo>
                    <a:pt x="1413800" y="1783727"/>
                  </a:lnTo>
                  <a:lnTo>
                    <a:pt x="1400303" y="1738025"/>
                  </a:lnTo>
                  <a:lnTo>
                    <a:pt x="1391973" y="1690332"/>
                  </a:lnTo>
                  <a:lnTo>
                    <a:pt x="1389126" y="1640966"/>
                  </a:lnTo>
                  <a:close/>
                </a:path>
                <a:path w="2235834" h="2064383">
                  <a:moveTo>
                    <a:pt x="1513331" y="252221"/>
                  </a:moveTo>
                  <a:lnTo>
                    <a:pt x="299465" y="1341970"/>
                  </a:lnTo>
                </a:path>
                <a:path w="2235834" h="2064383">
                  <a:moveTo>
                    <a:pt x="1812798" y="1217460"/>
                  </a:moveTo>
                  <a:lnTo>
                    <a:pt x="1812798" y="375665"/>
                  </a:lnTo>
                </a:path>
                <a:path w="2235834" h="2064383">
                  <a:moveTo>
                    <a:pt x="0" y="1217460"/>
                  </a:moveTo>
                  <a:lnTo>
                    <a:pt x="0" y="37566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366008" y="5921641"/>
          <a:ext cx="5718175" cy="935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934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305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79425" y="749554"/>
          <a:ext cx="8311512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𝒑𝒓𝒆𝒅[</a:t>
                      </a:r>
                      <a:r>
                        <a:rPr sz="28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𝑵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4178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𝒅𝒊𝒔𝒕[</a:t>
                      </a:r>
                      <a:r>
                        <a:rPr sz="28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𝟎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86155" y="2412492"/>
            <a:ext cx="6045200" cy="7537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0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无权图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𝑮</a:t>
            </a: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中，源点</a:t>
            </a:r>
            <a:r>
              <a:rPr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到顶点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的最短路径</a:t>
            </a:r>
            <a:endParaRPr sz="2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6660" y="62253"/>
            <a:ext cx="584428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相关应用：最短路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径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2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  <a:path w="847089" h="2535554">
                  <a:moveTo>
                    <a:pt x="0" y="2111883"/>
                  </a:moveTo>
                  <a:lnTo>
                    <a:pt x="2847" y="2062517"/>
                  </a:lnTo>
                  <a:lnTo>
                    <a:pt x="11177" y="2014824"/>
                  </a:lnTo>
                  <a:lnTo>
                    <a:pt x="24674" y="1969122"/>
                  </a:lnTo>
                  <a:lnTo>
                    <a:pt x="43018" y="1925728"/>
                  </a:lnTo>
                  <a:lnTo>
                    <a:pt x="65893" y="1884959"/>
                  </a:lnTo>
                  <a:lnTo>
                    <a:pt x="92982" y="1847134"/>
                  </a:lnTo>
                  <a:lnTo>
                    <a:pt x="123967" y="1812569"/>
                  </a:lnTo>
                  <a:lnTo>
                    <a:pt x="158531" y="1781582"/>
                  </a:lnTo>
                  <a:lnTo>
                    <a:pt x="196356" y="1754492"/>
                  </a:lnTo>
                  <a:lnTo>
                    <a:pt x="237125" y="1731615"/>
                  </a:lnTo>
                  <a:lnTo>
                    <a:pt x="280520" y="1713268"/>
                  </a:lnTo>
                  <a:lnTo>
                    <a:pt x="326224" y="1699771"/>
                  </a:lnTo>
                  <a:lnTo>
                    <a:pt x="373920" y="1691439"/>
                  </a:lnTo>
                  <a:lnTo>
                    <a:pt x="423291" y="1688592"/>
                  </a:lnTo>
                  <a:lnTo>
                    <a:pt x="472661" y="1691439"/>
                  </a:lnTo>
                  <a:lnTo>
                    <a:pt x="520357" y="1699771"/>
                  </a:lnTo>
                  <a:lnTo>
                    <a:pt x="566061" y="1713268"/>
                  </a:lnTo>
                  <a:lnTo>
                    <a:pt x="609456" y="1731615"/>
                  </a:lnTo>
                  <a:lnTo>
                    <a:pt x="650225" y="1754492"/>
                  </a:lnTo>
                  <a:lnTo>
                    <a:pt x="688050" y="1781582"/>
                  </a:lnTo>
                  <a:lnTo>
                    <a:pt x="722614" y="1812569"/>
                  </a:lnTo>
                  <a:lnTo>
                    <a:pt x="753599" y="1847134"/>
                  </a:lnTo>
                  <a:lnTo>
                    <a:pt x="780688" y="1884959"/>
                  </a:lnTo>
                  <a:lnTo>
                    <a:pt x="803563" y="1925728"/>
                  </a:lnTo>
                  <a:lnTo>
                    <a:pt x="821907" y="1969122"/>
                  </a:lnTo>
                  <a:lnTo>
                    <a:pt x="835404" y="2014824"/>
                  </a:lnTo>
                  <a:lnTo>
                    <a:pt x="843734" y="2062517"/>
                  </a:lnTo>
                  <a:lnTo>
                    <a:pt x="846582" y="2111883"/>
                  </a:lnTo>
                  <a:lnTo>
                    <a:pt x="843734" y="2161248"/>
                  </a:lnTo>
                  <a:lnTo>
                    <a:pt x="835404" y="2208941"/>
                  </a:lnTo>
                  <a:lnTo>
                    <a:pt x="821907" y="2254643"/>
                  </a:lnTo>
                  <a:lnTo>
                    <a:pt x="803563" y="2298037"/>
                  </a:lnTo>
                  <a:lnTo>
                    <a:pt x="780688" y="2338806"/>
                  </a:lnTo>
                  <a:lnTo>
                    <a:pt x="753599" y="2376631"/>
                  </a:lnTo>
                  <a:lnTo>
                    <a:pt x="722614" y="2411196"/>
                  </a:lnTo>
                  <a:lnTo>
                    <a:pt x="688050" y="2442183"/>
                  </a:lnTo>
                  <a:lnTo>
                    <a:pt x="650225" y="2469273"/>
                  </a:lnTo>
                  <a:lnTo>
                    <a:pt x="609456" y="2492150"/>
                  </a:lnTo>
                  <a:lnTo>
                    <a:pt x="566061" y="2510497"/>
                  </a:lnTo>
                  <a:lnTo>
                    <a:pt x="520357" y="2523994"/>
                  </a:lnTo>
                  <a:lnTo>
                    <a:pt x="472661" y="2532326"/>
                  </a:lnTo>
                  <a:lnTo>
                    <a:pt x="423291" y="2535174"/>
                  </a:lnTo>
                  <a:lnTo>
                    <a:pt x="373920" y="2532326"/>
                  </a:lnTo>
                  <a:lnTo>
                    <a:pt x="326224" y="2523994"/>
                  </a:lnTo>
                  <a:lnTo>
                    <a:pt x="280520" y="2510497"/>
                  </a:lnTo>
                  <a:lnTo>
                    <a:pt x="237125" y="2492150"/>
                  </a:lnTo>
                  <a:lnTo>
                    <a:pt x="196356" y="2469273"/>
                  </a:lnTo>
                  <a:lnTo>
                    <a:pt x="158531" y="2442183"/>
                  </a:lnTo>
                  <a:lnTo>
                    <a:pt x="123967" y="2411196"/>
                  </a:lnTo>
                  <a:lnTo>
                    <a:pt x="92982" y="2376631"/>
                  </a:lnTo>
                  <a:lnTo>
                    <a:pt x="65893" y="2338806"/>
                  </a:lnTo>
                  <a:lnTo>
                    <a:pt x="43018" y="2298037"/>
                  </a:lnTo>
                  <a:lnTo>
                    <a:pt x="24674" y="2254643"/>
                  </a:lnTo>
                  <a:lnTo>
                    <a:pt x="11177" y="2208941"/>
                  </a:lnTo>
                  <a:lnTo>
                    <a:pt x="2847" y="2161248"/>
                  </a:lnTo>
                  <a:lnTo>
                    <a:pt x="0" y="2111883"/>
                  </a:lnTo>
                  <a:close/>
                </a:path>
                <a:path w="847089" h="2535554">
                  <a:moveTo>
                    <a:pt x="422909" y="846582"/>
                  </a:moveTo>
                  <a:lnTo>
                    <a:pt x="422909" y="16883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3995928"/>
              <a:ext cx="3625215" cy="2535555"/>
            </a:xfrm>
            <a:custGeom>
              <a:avLst/>
              <a:gdLst/>
              <a:ahLst/>
              <a:cxnLst/>
              <a:rect l="l" t="t" r="r" b="b"/>
              <a:pathLst>
                <a:path w="3625215" h="2535554">
                  <a:moveTo>
                    <a:pt x="0" y="470916"/>
                  </a:moveTo>
                  <a:lnTo>
                    <a:pt x="965835" y="470916"/>
                  </a:lnTo>
                </a:path>
                <a:path w="3625215" h="2535554">
                  <a:moveTo>
                    <a:pt x="965454" y="2111883"/>
                  </a:moveTo>
                  <a:lnTo>
                    <a:pt x="968301" y="2062517"/>
                  </a:lnTo>
                  <a:lnTo>
                    <a:pt x="976631" y="2014824"/>
                  </a:lnTo>
                  <a:lnTo>
                    <a:pt x="990128" y="1969122"/>
                  </a:lnTo>
                  <a:lnTo>
                    <a:pt x="1008472" y="1925728"/>
                  </a:lnTo>
                  <a:lnTo>
                    <a:pt x="1031347" y="1884959"/>
                  </a:lnTo>
                  <a:lnTo>
                    <a:pt x="1058436" y="1847134"/>
                  </a:lnTo>
                  <a:lnTo>
                    <a:pt x="1089421" y="1812569"/>
                  </a:lnTo>
                  <a:lnTo>
                    <a:pt x="1123985" y="1781582"/>
                  </a:lnTo>
                  <a:lnTo>
                    <a:pt x="1161810" y="1754492"/>
                  </a:lnTo>
                  <a:lnTo>
                    <a:pt x="1202579" y="1731615"/>
                  </a:lnTo>
                  <a:lnTo>
                    <a:pt x="1245974" y="1713268"/>
                  </a:lnTo>
                  <a:lnTo>
                    <a:pt x="1291678" y="1699771"/>
                  </a:lnTo>
                  <a:lnTo>
                    <a:pt x="1339374" y="1691439"/>
                  </a:lnTo>
                  <a:lnTo>
                    <a:pt x="1388745" y="1688592"/>
                  </a:lnTo>
                  <a:lnTo>
                    <a:pt x="1438115" y="1691439"/>
                  </a:lnTo>
                  <a:lnTo>
                    <a:pt x="1485811" y="1699771"/>
                  </a:lnTo>
                  <a:lnTo>
                    <a:pt x="1531515" y="1713268"/>
                  </a:lnTo>
                  <a:lnTo>
                    <a:pt x="1574910" y="1731615"/>
                  </a:lnTo>
                  <a:lnTo>
                    <a:pt x="1615679" y="1754492"/>
                  </a:lnTo>
                  <a:lnTo>
                    <a:pt x="1653504" y="1781582"/>
                  </a:lnTo>
                  <a:lnTo>
                    <a:pt x="1688068" y="1812569"/>
                  </a:lnTo>
                  <a:lnTo>
                    <a:pt x="1719053" y="1847134"/>
                  </a:lnTo>
                  <a:lnTo>
                    <a:pt x="1746142" y="1884959"/>
                  </a:lnTo>
                  <a:lnTo>
                    <a:pt x="1769017" y="1925728"/>
                  </a:lnTo>
                  <a:lnTo>
                    <a:pt x="1787361" y="1969122"/>
                  </a:lnTo>
                  <a:lnTo>
                    <a:pt x="1800858" y="2014824"/>
                  </a:lnTo>
                  <a:lnTo>
                    <a:pt x="1809188" y="2062517"/>
                  </a:lnTo>
                  <a:lnTo>
                    <a:pt x="1812036" y="2111883"/>
                  </a:lnTo>
                  <a:lnTo>
                    <a:pt x="1809188" y="2161248"/>
                  </a:lnTo>
                  <a:lnTo>
                    <a:pt x="1800858" y="2208941"/>
                  </a:lnTo>
                  <a:lnTo>
                    <a:pt x="1787361" y="2254643"/>
                  </a:lnTo>
                  <a:lnTo>
                    <a:pt x="1769017" y="2298037"/>
                  </a:lnTo>
                  <a:lnTo>
                    <a:pt x="1746142" y="2338806"/>
                  </a:lnTo>
                  <a:lnTo>
                    <a:pt x="1719053" y="2376631"/>
                  </a:lnTo>
                  <a:lnTo>
                    <a:pt x="1688068" y="2411196"/>
                  </a:lnTo>
                  <a:lnTo>
                    <a:pt x="1653504" y="2442183"/>
                  </a:lnTo>
                  <a:lnTo>
                    <a:pt x="1615679" y="2469273"/>
                  </a:lnTo>
                  <a:lnTo>
                    <a:pt x="1574910" y="2492150"/>
                  </a:lnTo>
                  <a:lnTo>
                    <a:pt x="1531515" y="2510497"/>
                  </a:lnTo>
                  <a:lnTo>
                    <a:pt x="1485811" y="2523994"/>
                  </a:lnTo>
                  <a:lnTo>
                    <a:pt x="1438115" y="2532326"/>
                  </a:lnTo>
                  <a:lnTo>
                    <a:pt x="1388745" y="2535174"/>
                  </a:lnTo>
                  <a:lnTo>
                    <a:pt x="1339374" y="2532326"/>
                  </a:lnTo>
                  <a:lnTo>
                    <a:pt x="1291678" y="2523994"/>
                  </a:lnTo>
                  <a:lnTo>
                    <a:pt x="1245974" y="2510497"/>
                  </a:lnTo>
                  <a:lnTo>
                    <a:pt x="1202579" y="2492150"/>
                  </a:lnTo>
                  <a:lnTo>
                    <a:pt x="1161810" y="2469273"/>
                  </a:lnTo>
                  <a:lnTo>
                    <a:pt x="1123985" y="2442183"/>
                  </a:lnTo>
                  <a:lnTo>
                    <a:pt x="1089421" y="2411196"/>
                  </a:lnTo>
                  <a:lnTo>
                    <a:pt x="1058436" y="2376631"/>
                  </a:lnTo>
                  <a:lnTo>
                    <a:pt x="1031347" y="2338806"/>
                  </a:lnTo>
                  <a:lnTo>
                    <a:pt x="1008472" y="2298037"/>
                  </a:lnTo>
                  <a:lnTo>
                    <a:pt x="990128" y="2254643"/>
                  </a:lnTo>
                  <a:lnTo>
                    <a:pt x="976631" y="2208941"/>
                  </a:lnTo>
                  <a:lnTo>
                    <a:pt x="968301" y="2161248"/>
                  </a:lnTo>
                  <a:lnTo>
                    <a:pt x="965454" y="2111883"/>
                  </a:lnTo>
                  <a:close/>
                </a:path>
                <a:path w="3625215" h="2535554">
                  <a:moveTo>
                    <a:pt x="1389126" y="1688376"/>
                  </a:moveTo>
                  <a:lnTo>
                    <a:pt x="1389126" y="846582"/>
                  </a:lnTo>
                </a:path>
                <a:path w="3625215" h="2535554">
                  <a:moveTo>
                    <a:pt x="2778252" y="423291"/>
                  </a:moveTo>
                  <a:lnTo>
                    <a:pt x="2781099" y="373920"/>
                  </a:lnTo>
                  <a:lnTo>
                    <a:pt x="2789429" y="326224"/>
                  </a:lnTo>
                  <a:lnTo>
                    <a:pt x="2802926" y="280520"/>
                  </a:lnTo>
                  <a:lnTo>
                    <a:pt x="2821270" y="237125"/>
                  </a:lnTo>
                  <a:lnTo>
                    <a:pt x="2844145" y="196356"/>
                  </a:lnTo>
                  <a:lnTo>
                    <a:pt x="2871234" y="158531"/>
                  </a:lnTo>
                  <a:lnTo>
                    <a:pt x="2902219" y="123967"/>
                  </a:lnTo>
                  <a:lnTo>
                    <a:pt x="2936783" y="92982"/>
                  </a:lnTo>
                  <a:lnTo>
                    <a:pt x="2974608" y="65893"/>
                  </a:lnTo>
                  <a:lnTo>
                    <a:pt x="3015377" y="43018"/>
                  </a:lnTo>
                  <a:lnTo>
                    <a:pt x="3058772" y="24674"/>
                  </a:lnTo>
                  <a:lnTo>
                    <a:pt x="3104476" y="11177"/>
                  </a:lnTo>
                  <a:lnTo>
                    <a:pt x="3152172" y="2847"/>
                  </a:lnTo>
                  <a:lnTo>
                    <a:pt x="3201543" y="0"/>
                  </a:lnTo>
                  <a:lnTo>
                    <a:pt x="3250913" y="2847"/>
                  </a:lnTo>
                  <a:lnTo>
                    <a:pt x="3298609" y="11177"/>
                  </a:lnTo>
                  <a:lnTo>
                    <a:pt x="3344313" y="24674"/>
                  </a:lnTo>
                  <a:lnTo>
                    <a:pt x="3387708" y="43018"/>
                  </a:lnTo>
                  <a:lnTo>
                    <a:pt x="3428477" y="65893"/>
                  </a:lnTo>
                  <a:lnTo>
                    <a:pt x="3466302" y="92982"/>
                  </a:lnTo>
                  <a:lnTo>
                    <a:pt x="3500866" y="123967"/>
                  </a:lnTo>
                  <a:lnTo>
                    <a:pt x="3531851" y="158531"/>
                  </a:lnTo>
                  <a:lnTo>
                    <a:pt x="3558940" y="196356"/>
                  </a:lnTo>
                  <a:lnTo>
                    <a:pt x="3581815" y="237125"/>
                  </a:lnTo>
                  <a:lnTo>
                    <a:pt x="3600159" y="280520"/>
                  </a:lnTo>
                  <a:lnTo>
                    <a:pt x="3613656" y="326224"/>
                  </a:lnTo>
                  <a:lnTo>
                    <a:pt x="3621986" y="373920"/>
                  </a:lnTo>
                  <a:lnTo>
                    <a:pt x="3624833" y="423291"/>
                  </a:lnTo>
                  <a:lnTo>
                    <a:pt x="3621986" y="472661"/>
                  </a:lnTo>
                  <a:lnTo>
                    <a:pt x="3613656" y="520357"/>
                  </a:lnTo>
                  <a:lnTo>
                    <a:pt x="3600159" y="566061"/>
                  </a:lnTo>
                  <a:lnTo>
                    <a:pt x="3581815" y="609456"/>
                  </a:lnTo>
                  <a:lnTo>
                    <a:pt x="3558940" y="650225"/>
                  </a:lnTo>
                  <a:lnTo>
                    <a:pt x="3531851" y="688050"/>
                  </a:lnTo>
                  <a:lnTo>
                    <a:pt x="3500866" y="722614"/>
                  </a:lnTo>
                  <a:lnTo>
                    <a:pt x="3466302" y="753599"/>
                  </a:lnTo>
                  <a:lnTo>
                    <a:pt x="3428477" y="780688"/>
                  </a:lnTo>
                  <a:lnTo>
                    <a:pt x="3387708" y="803563"/>
                  </a:lnTo>
                  <a:lnTo>
                    <a:pt x="3344313" y="821907"/>
                  </a:lnTo>
                  <a:lnTo>
                    <a:pt x="3298609" y="835404"/>
                  </a:lnTo>
                  <a:lnTo>
                    <a:pt x="3250913" y="843734"/>
                  </a:lnTo>
                  <a:lnTo>
                    <a:pt x="3201543" y="846582"/>
                  </a:lnTo>
                  <a:lnTo>
                    <a:pt x="3152172" y="843734"/>
                  </a:lnTo>
                  <a:lnTo>
                    <a:pt x="3104476" y="835404"/>
                  </a:lnTo>
                  <a:lnTo>
                    <a:pt x="3058772" y="821907"/>
                  </a:lnTo>
                  <a:lnTo>
                    <a:pt x="3015377" y="803563"/>
                  </a:lnTo>
                  <a:lnTo>
                    <a:pt x="2974608" y="780688"/>
                  </a:lnTo>
                  <a:lnTo>
                    <a:pt x="2936783" y="753599"/>
                  </a:lnTo>
                  <a:lnTo>
                    <a:pt x="2902219" y="722614"/>
                  </a:lnTo>
                  <a:lnTo>
                    <a:pt x="2871234" y="688050"/>
                  </a:lnTo>
                  <a:lnTo>
                    <a:pt x="2844145" y="650225"/>
                  </a:lnTo>
                  <a:lnTo>
                    <a:pt x="2821270" y="609456"/>
                  </a:lnTo>
                  <a:lnTo>
                    <a:pt x="2802926" y="566061"/>
                  </a:lnTo>
                  <a:lnTo>
                    <a:pt x="2789429" y="520357"/>
                  </a:lnTo>
                  <a:lnTo>
                    <a:pt x="2781099" y="472661"/>
                  </a:lnTo>
                  <a:lnTo>
                    <a:pt x="2778252" y="423291"/>
                  </a:lnTo>
                  <a:close/>
                </a:path>
                <a:path w="3625215" h="2535554">
                  <a:moveTo>
                    <a:pt x="2778252" y="2111883"/>
                  </a:moveTo>
                  <a:lnTo>
                    <a:pt x="2781099" y="2062517"/>
                  </a:lnTo>
                  <a:lnTo>
                    <a:pt x="2789429" y="2014824"/>
                  </a:lnTo>
                  <a:lnTo>
                    <a:pt x="2802926" y="1969122"/>
                  </a:lnTo>
                  <a:lnTo>
                    <a:pt x="2821270" y="1925728"/>
                  </a:lnTo>
                  <a:lnTo>
                    <a:pt x="2844145" y="1884959"/>
                  </a:lnTo>
                  <a:lnTo>
                    <a:pt x="2871234" y="1847134"/>
                  </a:lnTo>
                  <a:lnTo>
                    <a:pt x="2902219" y="1812569"/>
                  </a:lnTo>
                  <a:lnTo>
                    <a:pt x="2936783" y="1781582"/>
                  </a:lnTo>
                  <a:lnTo>
                    <a:pt x="2974608" y="1754492"/>
                  </a:lnTo>
                  <a:lnTo>
                    <a:pt x="3015377" y="1731615"/>
                  </a:lnTo>
                  <a:lnTo>
                    <a:pt x="3058772" y="1713268"/>
                  </a:lnTo>
                  <a:lnTo>
                    <a:pt x="3104476" y="1699771"/>
                  </a:lnTo>
                  <a:lnTo>
                    <a:pt x="3152172" y="1691439"/>
                  </a:lnTo>
                  <a:lnTo>
                    <a:pt x="3201543" y="1688592"/>
                  </a:lnTo>
                  <a:lnTo>
                    <a:pt x="3250913" y="1691439"/>
                  </a:lnTo>
                  <a:lnTo>
                    <a:pt x="3298609" y="1699771"/>
                  </a:lnTo>
                  <a:lnTo>
                    <a:pt x="3344313" y="1713268"/>
                  </a:lnTo>
                  <a:lnTo>
                    <a:pt x="3387708" y="1731615"/>
                  </a:lnTo>
                  <a:lnTo>
                    <a:pt x="3428477" y="1754492"/>
                  </a:lnTo>
                  <a:lnTo>
                    <a:pt x="3466302" y="1781582"/>
                  </a:lnTo>
                  <a:lnTo>
                    <a:pt x="3500866" y="1812569"/>
                  </a:lnTo>
                  <a:lnTo>
                    <a:pt x="3531851" y="1847134"/>
                  </a:lnTo>
                  <a:lnTo>
                    <a:pt x="3558940" y="1884959"/>
                  </a:lnTo>
                  <a:lnTo>
                    <a:pt x="3581815" y="1925728"/>
                  </a:lnTo>
                  <a:lnTo>
                    <a:pt x="3600159" y="1969122"/>
                  </a:lnTo>
                  <a:lnTo>
                    <a:pt x="3613656" y="2014824"/>
                  </a:lnTo>
                  <a:lnTo>
                    <a:pt x="3621986" y="2062517"/>
                  </a:lnTo>
                  <a:lnTo>
                    <a:pt x="3624833" y="2111883"/>
                  </a:lnTo>
                  <a:lnTo>
                    <a:pt x="3621986" y="2161248"/>
                  </a:lnTo>
                  <a:lnTo>
                    <a:pt x="3613656" y="2208941"/>
                  </a:lnTo>
                  <a:lnTo>
                    <a:pt x="3600159" y="2254643"/>
                  </a:lnTo>
                  <a:lnTo>
                    <a:pt x="3581815" y="2298037"/>
                  </a:lnTo>
                  <a:lnTo>
                    <a:pt x="3558940" y="2338806"/>
                  </a:lnTo>
                  <a:lnTo>
                    <a:pt x="3531851" y="2376631"/>
                  </a:lnTo>
                  <a:lnTo>
                    <a:pt x="3500866" y="2411196"/>
                  </a:lnTo>
                  <a:lnTo>
                    <a:pt x="3466302" y="2442183"/>
                  </a:lnTo>
                  <a:lnTo>
                    <a:pt x="3428477" y="2469273"/>
                  </a:lnTo>
                  <a:lnTo>
                    <a:pt x="3387708" y="2492150"/>
                  </a:lnTo>
                  <a:lnTo>
                    <a:pt x="3344313" y="2510497"/>
                  </a:lnTo>
                  <a:lnTo>
                    <a:pt x="3298609" y="2523994"/>
                  </a:lnTo>
                  <a:lnTo>
                    <a:pt x="3250913" y="2532326"/>
                  </a:lnTo>
                  <a:lnTo>
                    <a:pt x="3201543" y="2535174"/>
                  </a:lnTo>
                  <a:lnTo>
                    <a:pt x="3152172" y="2532326"/>
                  </a:lnTo>
                  <a:lnTo>
                    <a:pt x="3104476" y="2523994"/>
                  </a:lnTo>
                  <a:lnTo>
                    <a:pt x="3058772" y="2510497"/>
                  </a:lnTo>
                  <a:lnTo>
                    <a:pt x="3015377" y="2492150"/>
                  </a:lnTo>
                  <a:lnTo>
                    <a:pt x="2974608" y="2469273"/>
                  </a:lnTo>
                  <a:lnTo>
                    <a:pt x="2936783" y="2442183"/>
                  </a:lnTo>
                  <a:lnTo>
                    <a:pt x="2902219" y="2411196"/>
                  </a:lnTo>
                  <a:lnTo>
                    <a:pt x="2871234" y="2376631"/>
                  </a:lnTo>
                  <a:lnTo>
                    <a:pt x="2844145" y="2338806"/>
                  </a:lnTo>
                  <a:lnTo>
                    <a:pt x="2821270" y="2298037"/>
                  </a:lnTo>
                  <a:lnTo>
                    <a:pt x="2802926" y="2254643"/>
                  </a:lnTo>
                  <a:lnTo>
                    <a:pt x="2789429" y="2208941"/>
                  </a:lnTo>
                  <a:lnTo>
                    <a:pt x="2781099" y="2161248"/>
                  </a:lnTo>
                  <a:lnTo>
                    <a:pt x="2778252" y="2111883"/>
                  </a:lnTo>
                  <a:close/>
                </a:path>
                <a:path w="3625215" h="2535554">
                  <a:moveTo>
                    <a:pt x="1688592" y="1812886"/>
                  </a:moveTo>
                  <a:lnTo>
                    <a:pt x="2902457" y="72313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366008" y="5921641"/>
          <a:ext cx="5718175" cy="935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934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305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7405116" y="3525266"/>
            <a:ext cx="1689100" cy="1109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7965">
              <a:lnSpc>
                <a:spcPts val="272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1760"/>
              </a:lnSpc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𝒑𝒓𝒆𝒅[𝟒]</a:t>
            </a:r>
            <a:r>
              <a:rPr sz="2000" spc="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L="1458595">
              <a:lnSpc>
                <a:spcPct val="100000"/>
              </a:lnSpc>
              <a:spcBef>
                <a:spcPts val="69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79425" y="749554"/>
          <a:ext cx="8311512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𝒑𝒓𝒆𝒅[</a:t>
                      </a:r>
                      <a:r>
                        <a:rPr sz="28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𝑵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4178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𝒅𝒊𝒔𝒕[</a:t>
                      </a:r>
                      <a:r>
                        <a:rPr sz="28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𝟎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4655058" y="696468"/>
            <a:ext cx="972819" cy="1209675"/>
          </a:xfrm>
          <a:custGeom>
            <a:avLst/>
            <a:gdLst/>
            <a:ahLst/>
            <a:cxnLst/>
            <a:rect l="l" t="t" r="r" b="b"/>
            <a:pathLst>
              <a:path w="972819" h="1209675">
                <a:moveTo>
                  <a:pt x="0" y="162052"/>
                </a:moveTo>
                <a:lnTo>
                  <a:pt x="5786" y="118959"/>
                </a:lnTo>
                <a:lnTo>
                  <a:pt x="22116" y="80245"/>
                </a:lnTo>
                <a:lnTo>
                  <a:pt x="47450" y="47450"/>
                </a:lnTo>
                <a:lnTo>
                  <a:pt x="80245" y="22116"/>
                </a:lnTo>
                <a:lnTo>
                  <a:pt x="118959" y="5786"/>
                </a:lnTo>
                <a:lnTo>
                  <a:pt x="162051" y="0"/>
                </a:lnTo>
                <a:lnTo>
                  <a:pt x="810259" y="0"/>
                </a:lnTo>
                <a:lnTo>
                  <a:pt x="853352" y="5786"/>
                </a:lnTo>
                <a:lnTo>
                  <a:pt x="892066" y="22116"/>
                </a:lnTo>
                <a:lnTo>
                  <a:pt x="924861" y="47450"/>
                </a:lnTo>
                <a:lnTo>
                  <a:pt x="950195" y="80245"/>
                </a:lnTo>
                <a:lnTo>
                  <a:pt x="966525" y="118959"/>
                </a:lnTo>
                <a:lnTo>
                  <a:pt x="972312" y="162052"/>
                </a:lnTo>
                <a:lnTo>
                  <a:pt x="972312" y="1047242"/>
                </a:lnTo>
                <a:lnTo>
                  <a:pt x="966525" y="1090334"/>
                </a:lnTo>
                <a:lnTo>
                  <a:pt x="950195" y="1129048"/>
                </a:lnTo>
                <a:lnTo>
                  <a:pt x="924861" y="1161843"/>
                </a:lnTo>
                <a:lnTo>
                  <a:pt x="892066" y="1187177"/>
                </a:lnTo>
                <a:lnTo>
                  <a:pt x="853352" y="1203507"/>
                </a:lnTo>
                <a:lnTo>
                  <a:pt x="810259" y="1209294"/>
                </a:lnTo>
                <a:lnTo>
                  <a:pt x="162051" y="1209294"/>
                </a:lnTo>
                <a:lnTo>
                  <a:pt x="118959" y="1203507"/>
                </a:lnTo>
                <a:lnTo>
                  <a:pt x="80245" y="1187177"/>
                </a:lnTo>
                <a:lnTo>
                  <a:pt x="47450" y="1161843"/>
                </a:lnTo>
                <a:lnTo>
                  <a:pt x="22116" y="1129048"/>
                </a:lnTo>
                <a:lnTo>
                  <a:pt x="5786" y="1090334"/>
                </a:lnTo>
                <a:lnTo>
                  <a:pt x="0" y="1047242"/>
                </a:lnTo>
                <a:lnTo>
                  <a:pt x="0" y="162052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6155" y="2412492"/>
            <a:ext cx="6045200" cy="7537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0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无权图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𝑮</a:t>
            </a: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中，源点</a:t>
            </a:r>
            <a:r>
              <a:rPr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到顶点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的最短路径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52181" y="4413503"/>
            <a:ext cx="977900" cy="114300"/>
          </a:xfrm>
          <a:custGeom>
            <a:avLst/>
            <a:gdLst/>
            <a:ahLst/>
            <a:cxnLst/>
            <a:rect l="l" t="t" r="r" b="b"/>
            <a:pathLst>
              <a:path w="977900" h="114300">
                <a:moveTo>
                  <a:pt x="863219" y="0"/>
                </a:moveTo>
                <a:lnTo>
                  <a:pt x="863219" y="114300"/>
                </a:lnTo>
                <a:lnTo>
                  <a:pt x="939419" y="76200"/>
                </a:lnTo>
                <a:lnTo>
                  <a:pt x="882269" y="76200"/>
                </a:lnTo>
                <a:lnTo>
                  <a:pt x="882269" y="38100"/>
                </a:lnTo>
                <a:lnTo>
                  <a:pt x="939419" y="38100"/>
                </a:lnTo>
                <a:lnTo>
                  <a:pt x="863219" y="0"/>
                </a:lnTo>
                <a:close/>
              </a:path>
              <a:path w="977900" h="114300">
                <a:moveTo>
                  <a:pt x="8632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63219" y="76200"/>
                </a:lnTo>
                <a:lnTo>
                  <a:pt x="863219" y="38100"/>
                </a:lnTo>
                <a:close/>
              </a:path>
              <a:path w="977900" h="114300">
                <a:moveTo>
                  <a:pt x="939419" y="38100"/>
                </a:moveTo>
                <a:lnTo>
                  <a:pt x="882269" y="38100"/>
                </a:lnTo>
                <a:lnTo>
                  <a:pt x="882269" y="76200"/>
                </a:lnTo>
                <a:lnTo>
                  <a:pt x="939419" y="76200"/>
                </a:lnTo>
                <a:lnTo>
                  <a:pt x="977519" y="57150"/>
                </a:lnTo>
                <a:lnTo>
                  <a:pt x="9394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2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  <a:path w="847089" h="2535554">
                  <a:moveTo>
                    <a:pt x="0" y="2111883"/>
                  </a:moveTo>
                  <a:lnTo>
                    <a:pt x="2847" y="2062517"/>
                  </a:lnTo>
                  <a:lnTo>
                    <a:pt x="11177" y="2014824"/>
                  </a:lnTo>
                  <a:lnTo>
                    <a:pt x="24674" y="1969122"/>
                  </a:lnTo>
                  <a:lnTo>
                    <a:pt x="43018" y="1925728"/>
                  </a:lnTo>
                  <a:lnTo>
                    <a:pt x="65893" y="1884959"/>
                  </a:lnTo>
                  <a:lnTo>
                    <a:pt x="92982" y="1847134"/>
                  </a:lnTo>
                  <a:lnTo>
                    <a:pt x="123967" y="1812569"/>
                  </a:lnTo>
                  <a:lnTo>
                    <a:pt x="158531" y="1781582"/>
                  </a:lnTo>
                  <a:lnTo>
                    <a:pt x="196356" y="1754492"/>
                  </a:lnTo>
                  <a:lnTo>
                    <a:pt x="237125" y="1731615"/>
                  </a:lnTo>
                  <a:lnTo>
                    <a:pt x="280520" y="1713268"/>
                  </a:lnTo>
                  <a:lnTo>
                    <a:pt x="326224" y="1699771"/>
                  </a:lnTo>
                  <a:lnTo>
                    <a:pt x="373920" y="1691439"/>
                  </a:lnTo>
                  <a:lnTo>
                    <a:pt x="423291" y="1688592"/>
                  </a:lnTo>
                  <a:lnTo>
                    <a:pt x="472661" y="1691439"/>
                  </a:lnTo>
                  <a:lnTo>
                    <a:pt x="520357" y="1699771"/>
                  </a:lnTo>
                  <a:lnTo>
                    <a:pt x="566061" y="1713268"/>
                  </a:lnTo>
                  <a:lnTo>
                    <a:pt x="609456" y="1731615"/>
                  </a:lnTo>
                  <a:lnTo>
                    <a:pt x="650225" y="1754492"/>
                  </a:lnTo>
                  <a:lnTo>
                    <a:pt x="688050" y="1781582"/>
                  </a:lnTo>
                  <a:lnTo>
                    <a:pt x="722614" y="1812569"/>
                  </a:lnTo>
                  <a:lnTo>
                    <a:pt x="753599" y="1847134"/>
                  </a:lnTo>
                  <a:lnTo>
                    <a:pt x="780688" y="1884959"/>
                  </a:lnTo>
                  <a:lnTo>
                    <a:pt x="803563" y="1925728"/>
                  </a:lnTo>
                  <a:lnTo>
                    <a:pt x="821907" y="1969122"/>
                  </a:lnTo>
                  <a:lnTo>
                    <a:pt x="835404" y="2014824"/>
                  </a:lnTo>
                  <a:lnTo>
                    <a:pt x="843734" y="2062517"/>
                  </a:lnTo>
                  <a:lnTo>
                    <a:pt x="846582" y="2111883"/>
                  </a:lnTo>
                  <a:lnTo>
                    <a:pt x="843734" y="2161248"/>
                  </a:lnTo>
                  <a:lnTo>
                    <a:pt x="835404" y="2208941"/>
                  </a:lnTo>
                  <a:lnTo>
                    <a:pt x="821907" y="2254643"/>
                  </a:lnTo>
                  <a:lnTo>
                    <a:pt x="803563" y="2298037"/>
                  </a:lnTo>
                  <a:lnTo>
                    <a:pt x="780688" y="2338806"/>
                  </a:lnTo>
                  <a:lnTo>
                    <a:pt x="753599" y="2376631"/>
                  </a:lnTo>
                  <a:lnTo>
                    <a:pt x="722614" y="2411196"/>
                  </a:lnTo>
                  <a:lnTo>
                    <a:pt x="688050" y="2442183"/>
                  </a:lnTo>
                  <a:lnTo>
                    <a:pt x="650225" y="2469273"/>
                  </a:lnTo>
                  <a:lnTo>
                    <a:pt x="609456" y="2492150"/>
                  </a:lnTo>
                  <a:lnTo>
                    <a:pt x="566061" y="2510497"/>
                  </a:lnTo>
                  <a:lnTo>
                    <a:pt x="520357" y="2523994"/>
                  </a:lnTo>
                  <a:lnTo>
                    <a:pt x="472661" y="2532326"/>
                  </a:lnTo>
                  <a:lnTo>
                    <a:pt x="423291" y="2535174"/>
                  </a:lnTo>
                  <a:lnTo>
                    <a:pt x="373920" y="2532326"/>
                  </a:lnTo>
                  <a:lnTo>
                    <a:pt x="326224" y="2523994"/>
                  </a:lnTo>
                  <a:lnTo>
                    <a:pt x="280520" y="2510497"/>
                  </a:lnTo>
                  <a:lnTo>
                    <a:pt x="237125" y="2492150"/>
                  </a:lnTo>
                  <a:lnTo>
                    <a:pt x="196356" y="2469273"/>
                  </a:lnTo>
                  <a:lnTo>
                    <a:pt x="158531" y="2442183"/>
                  </a:lnTo>
                  <a:lnTo>
                    <a:pt x="123967" y="2411196"/>
                  </a:lnTo>
                  <a:lnTo>
                    <a:pt x="92982" y="2376631"/>
                  </a:lnTo>
                  <a:lnTo>
                    <a:pt x="65893" y="2338806"/>
                  </a:lnTo>
                  <a:lnTo>
                    <a:pt x="43018" y="2298037"/>
                  </a:lnTo>
                  <a:lnTo>
                    <a:pt x="24674" y="2254643"/>
                  </a:lnTo>
                  <a:lnTo>
                    <a:pt x="11177" y="2208941"/>
                  </a:lnTo>
                  <a:lnTo>
                    <a:pt x="2847" y="2161248"/>
                  </a:lnTo>
                  <a:lnTo>
                    <a:pt x="0" y="2111883"/>
                  </a:lnTo>
                  <a:close/>
                </a:path>
                <a:path w="847089" h="2535554">
                  <a:moveTo>
                    <a:pt x="422909" y="846582"/>
                  </a:moveTo>
                  <a:lnTo>
                    <a:pt x="422909" y="16883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1812289" cy="2064385"/>
            </a:xfrm>
            <a:custGeom>
              <a:avLst/>
              <a:gdLst/>
              <a:ahLst/>
              <a:cxnLst/>
              <a:rect l="l" t="t" r="r" b="b"/>
              <a:pathLst>
                <a:path w="1812289" h="2064383">
                  <a:moveTo>
                    <a:pt x="0" y="0"/>
                  </a:moveTo>
                  <a:lnTo>
                    <a:pt x="965835" y="0"/>
                  </a:lnTo>
                </a:path>
                <a:path w="1812289" h="2064383">
                  <a:moveTo>
                    <a:pt x="965454" y="1640966"/>
                  </a:moveTo>
                  <a:lnTo>
                    <a:pt x="968301" y="1591601"/>
                  </a:lnTo>
                  <a:lnTo>
                    <a:pt x="976631" y="1543908"/>
                  </a:lnTo>
                  <a:lnTo>
                    <a:pt x="990128" y="1498206"/>
                  </a:lnTo>
                  <a:lnTo>
                    <a:pt x="1008472" y="1454812"/>
                  </a:lnTo>
                  <a:lnTo>
                    <a:pt x="1031347" y="1414043"/>
                  </a:lnTo>
                  <a:lnTo>
                    <a:pt x="1058436" y="1376218"/>
                  </a:lnTo>
                  <a:lnTo>
                    <a:pt x="1089421" y="1341653"/>
                  </a:lnTo>
                  <a:lnTo>
                    <a:pt x="1123985" y="1310666"/>
                  </a:lnTo>
                  <a:lnTo>
                    <a:pt x="1161810" y="1283576"/>
                  </a:lnTo>
                  <a:lnTo>
                    <a:pt x="1202579" y="1260699"/>
                  </a:lnTo>
                  <a:lnTo>
                    <a:pt x="1245974" y="1242352"/>
                  </a:lnTo>
                  <a:lnTo>
                    <a:pt x="1291678" y="1228855"/>
                  </a:lnTo>
                  <a:lnTo>
                    <a:pt x="1339374" y="1220523"/>
                  </a:lnTo>
                  <a:lnTo>
                    <a:pt x="1388745" y="1217675"/>
                  </a:lnTo>
                  <a:lnTo>
                    <a:pt x="1438115" y="1220523"/>
                  </a:lnTo>
                  <a:lnTo>
                    <a:pt x="1485811" y="1228855"/>
                  </a:lnTo>
                  <a:lnTo>
                    <a:pt x="1531515" y="1242352"/>
                  </a:lnTo>
                  <a:lnTo>
                    <a:pt x="1574910" y="1260699"/>
                  </a:lnTo>
                  <a:lnTo>
                    <a:pt x="1615679" y="1283576"/>
                  </a:lnTo>
                  <a:lnTo>
                    <a:pt x="1653504" y="1310666"/>
                  </a:lnTo>
                  <a:lnTo>
                    <a:pt x="1688068" y="1341653"/>
                  </a:lnTo>
                  <a:lnTo>
                    <a:pt x="1719053" y="1376218"/>
                  </a:lnTo>
                  <a:lnTo>
                    <a:pt x="1746142" y="1414043"/>
                  </a:lnTo>
                  <a:lnTo>
                    <a:pt x="1769017" y="1454812"/>
                  </a:lnTo>
                  <a:lnTo>
                    <a:pt x="1787361" y="1498206"/>
                  </a:lnTo>
                  <a:lnTo>
                    <a:pt x="1800858" y="1543908"/>
                  </a:lnTo>
                  <a:lnTo>
                    <a:pt x="1809188" y="1591601"/>
                  </a:lnTo>
                  <a:lnTo>
                    <a:pt x="1812036" y="1640966"/>
                  </a:lnTo>
                  <a:lnTo>
                    <a:pt x="1809188" y="1690332"/>
                  </a:lnTo>
                  <a:lnTo>
                    <a:pt x="1800858" y="1738025"/>
                  </a:lnTo>
                  <a:lnTo>
                    <a:pt x="1787361" y="1783727"/>
                  </a:lnTo>
                  <a:lnTo>
                    <a:pt x="1769017" y="1827121"/>
                  </a:lnTo>
                  <a:lnTo>
                    <a:pt x="1746142" y="1867890"/>
                  </a:lnTo>
                  <a:lnTo>
                    <a:pt x="1719053" y="1905715"/>
                  </a:lnTo>
                  <a:lnTo>
                    <a:pt x="1688068" y="1940280"/>
                  </a:lnTo>
                  <a:lnTo>
                    <a:pt x="1653504" y="1971267"/>
                  </a:lnTo>
                  <a:lnTo>
                    <a:pt x="1615679" y="1998357"/>
                  </a:lnTo>
                  <a:lnTo>
                    <a:pt x="1574910" y="2021234"/>
                  </a:lnTo>
                  <a:lnTo>
                    <a:pt x="1531515" y="2039581"/>
                  </a:lnTo>
                  <a:lnTo>
                    <a:pt x="1485811" y="2053078"/>
                  </a:lnTo>
                  <a:lnTo>
                    <a:pt x="1438115" y="2061410"/>
                  </a:lnTo>
                  <a:lnTo>
                    <a:pt x="1388745" y="2064257"/>
                  </a:lnTo>
                  <a:lnTo>
                    <a:pt x="1339374" y="2061410"/>
                  </a:lnTo>
                  <a:lnTo>
                    <a:pt x="1291678" y="2053078"/>
                  </a:lnTo>
                  <a:lnTo>
                    <a:pt x="1245974" y="2039581"/>
                  </a:lnTo>
                  <a:lnTo>
                    <a:pt x="1202579" y="2021234"/>
                  </a:lnTo>
                  <a:lnTo>
                    <a:pt x="1161810" y="1998357"/>
                  </a:lnTo>
                  <a:lnTo>
                    <a:pt x="1123985" y="1971267"/>
                  </a:lnTo>
                  <a:lnTo>
                    <a:pt x="1089421" y="1940280"/>
                  </a:lnTo>
                  <a:lnTo>
                    <a:pt x="1058436" y="1905715"/>
                  </a:lnTo>
                  <a:lnTo>
                    <a:pt x="1031347" y="1867890"/>
                  </a:lnTo>
                  <a:lnTo>
                    <a:pt x="1008472" y="1827121"/>
                  </a:lnTo>
                  <a:lnTo>
                    <a:pt x="990128" y="1783727"/>
                  </a:lnTo>
                  <a:lnTo>
                    <a:pt x="976631" y="1738025"/>
                  </a:lnTo>
                  <a:lnTo>
                    <a:pt x="968301" y="1690332"/>
                  </a:lnTo>
                  <a:lnTo>
                    <a:pt x="965454" y="1640966"/>
                  </a:lnTo>
                  <a:close/>
                </a:path>
                <a:path w="1812289" h="2064383">
                  <a:moveTo>
                    <a:pt x="1389126" y="1217460"/>
                  </a:moveTo>
                  <a:lnTo>
                    <a:pt x="1389126" y="37566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7" y="326232"/>
                  </a:lnTo>
                  <a:lnTo>
                    <a:pt x="24674" y="280530"/>
                  </a:lnTo>
                  <a:lnTo>
                    <a:pt x="43018" y="237136"/>
                  </a:lnTo>
                  <a:lnTo>
                    <a:pt x="65893" y="196367"/>
                  </a:lnTo>
                  <a:lnTo>
                    <a:pt x="92982" y="158542"/>
                  </a:lnTo>
                  <a:lnTo>
                    <a:pt x="123967" y="123977"/>
                  </a:lnTo>
                  <a:lnTo>
                    <a:pt x="158531" y="92990"/>
                  </a:lnTo>
                  <a:lnTo>
                    <a:pt x="196356" y="65900"/>
                  </a:lnTo>
                  <a:lnTo>
                    <a:pt x="237125" y="43023"/>
                  </a:lnTo>
                  <a:lnTo>
                    <a:pt x="280520" y="24676"/>
                  </a:lnTo>
                  <a:lnTo>
                    <a:pt x="326224" y="11179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9"/>
                  </a:lnTo>
                  <a:lnTo>
                    <a:pt x="566061" y="24676"/>
                  </a:lnTo>
                  <a:lnTo>
                    <a:pt x="609456" y="43023"/>
                  </a:lnTo>
                  <a:lnTo>
                    <a:pt x="650225" y="65900"/>
                  </a:lnTo>
                  <a:lnTo>
                    <a:pt x="688050" y="92990"/>
                  </a:lnTo>
                  <a:lnTo>
                    <a:pt x="722614" y="123977"/>
                  </a:lnTo>
                  <a:lnTo>
                    <a:pt x="753599" y="158542"/>
                  </a:lnTo>
                  <a:lnTo>
                    <a:pt x="780688" y="196367"/>
                  </a:lnTo>
                  <a:lnTo>
                    <a:pt x="803563" y="237136"/>
                  </a:lnTo>
                  <a:lnTo>
                    <a:pt x="821907" y="280530"/>
                  </a:lnTo>
                  <a:lnTo>
                    <a:pt x="835404" y="326232"/>
                  </a:lnTo>
                  <a:lnTo>
                    <a:pt x="843734" y="373925"/>
                  </a:lnTo>
                  <a:lnTo>
                    <a:pt x="846581" y="423290"/>
                  </a:lnTo>
                  <a:lnTo>
                    <a:pt x="843734" y="472656"/>
                  </a:lnTo>
                  <a:lnTo>
                    <a:pt x="835404" y="520349"/>
                  </a:lnTo>
                  <a:lnTo>
                    <a:pt x="821907" y="566051"/>
                  </a:lnTo>
                  <a:lnTo>
                    <a:pt x="803563" y="609445"/>
                  </a:lnTo>
                  <a:lnTo>
                    <a:pt x="780688" y="650214"/>
                  </a:lnTo>
                  <a:lnTo>
                    <a:pt x="753599" y="688039"/>
                  </a:lnTo>
                  <a:lnTo>
                    <a:pt x="722614" y="722604"/>
                  </a:lnTo>
                  <a:lnTo>
                    <a:pt x="688050" y="753591"/>
                  </a:lnTo>
                  <a:lnTo>
                    <a:pt x="650225" y="780681"/>
                  </a:lnTo>
                  <a:lnTo>
                    <a:pt x="609456" y="803558"/>
                  </a:lnTo>
                  <a:lnTo>
                    <a:pt x="566061" y="821905"/>
                  </a:lnTo>
                  <a:lnTo>
                    <a:pt x="520357" y="835402"/>
                  </a:lnTo>
                  <a:lnTo>
                    <a:pt x="472661" y="843734"/>
                  </a:lnTo>
                  <a:lnTo>
                    <a:pt x="423291" y="846581"/>
                  </a:lnTo>
                  <a:lnTo>
                    <a:pt x="373920" y="843734"/>
                  </a:lnTo>
                  <a:lnTo>
                    <a:pt x="326224" y="835402"/>
                  </a:lnTo>
                  <a:lnTo>
                    <a:pt x="280520" y="821905"/>
                  </a:lnTo>
                  <a:lnTo>
                    <a:pt x="237125" y="803558"/>
                  </a:lnTo>
                  <a:lnTo>
                    <a:pt x="196356" y="780681"/>
                  </a:lnTo>
                  <a:lnTo>
                    <a:pt x="158531" y="753591"/>
                  </a:lnTo>
                  <a:lnTo>
                    <a:pt x="123967" y="722604"/>
                  </a:lnTo>
                  <a:lnTo>
                    <a:pt x="92982" y="688039"/>
                  </a:lnTo>
                  <a:lnTo>
                    <a:pt x="65893" y="650214"/>
                  </a:lnTo>
                  <a:lnTo>
                    <a:pt x="43018" y="609445"/>
                  </a:lnTo>
                  <a:lnTo>
                    <a:pt x="24674" y="566051"/>
                  </a:lnTo>
                  <a:lnTo>
                    <a:pt x="11177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366008" y="5921641"/>
          <a:ext cx="5718175" cy="935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934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305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7405116" y="3525266"/>
            <a:ext cx="1689100" cy="1109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7965">
              <a:lnSpc>
                <a:spcPts val="272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1760"/>
              </a:lnSpc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𝒑𝒓𝒆𝒅[𝟒]</a:t>
            </a:r>
            <a:r>
              <a:rPr sz="2000" spc="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L="1458595">
              <a:lnSpc>
                <a:spcPct val="100000"/>
              </a:lnSpc>
              <a:spcBef>
                <a:spcPts val="69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79425" y="749554"/>
          <a:ext cx="8311512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𝒑𝒓𝒆𝒅[</a:t>
                      </a:r>
                      <a:r>
                        <a:rPr sz="28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𝑵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4178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𝒅𝒊𝒔𝒕[</a:t>
                      </a:r>
                      <a:r>
                        <a:rPr sz="28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𝟎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842003" y="696468"/>
            <a:ext cx="972819" cy="1209675"/>
          </a:xfrm>
          <a:custGeom>
            <a:avLst/>
            <a:gdLst/>
            <a:ahLst/>
            <a:cxnLst/>
            <a:rect l="l" t="t" r="r" b="b"/>
            <a:pathLst>
              <a:path w="972819" h="1209675">
                <a:moveTo>
                  <a:pt x="0" y="162052"/>
                </a:moveTo>
                <a:lnTo>
                  <a:pt x="5786" y="118959"/>
                </a:lnTo>
                <a:lnTo>
                  <a:pt x="22116" y="80245"/>
                </a:lnTo>
                <a:lnTo>
                  <a:pt x="47450" y="47450"/>
                </a:lnTo>
                <a:lnTo>
                  <a:pt x="80245" y="22116"/>
                </a:lnTo>
                <a:lnTo>
                  <a:pt x="118959" y="5786"/>
                </a:lnTo>
                <a:lnTo>
                  <a:pt x="162051" y="0"/>
                </a:lnTo>
                <a:lnTo>
                  <a:pt x="810260" y="0"/>
                </a:lnTo>
                <a:lnTo>
                  <a:pt x="853352" y="5786"/>
                </a:lnTo>
                <a:lnTo>
                  <a:pt x="892066" y="22116"/>
                </a:lnTo>
                <a:lnTo>
                  <a:pt x="924861" y="47450"/>
                </a:lnTo>
                <a:lnTo>
                  <a:pt x="950195" y="80245"/>
                </a:lnTo>
                <a:lnTo>
                  <a:pt x="966525" y="118959"/>
                </a:lnTo>
                <a:lnTo>
                  <a:pt x="972312" y="162052"/>
                </a:lnTo>
                <a:lnTo>
                  <a:pt x="972312" y="1047242"/>
                </a:lnTo>
                <a:lnTo>
                  <a:pt x="966525" y="1090334"/>
                </a:lnTo>
                <a:lnTo>
                  <a:pt x="950195" y="1129048"/>
                </a:lnTo>
                <a:lnTo>
                  <a:pt x="924861" y="1161843"/>
                </a:lnTo>
                <a:lnTo>
                  <a:pt x="892066" y="1187177"/>
                </a:lnTo>
                <a:lnTo>
                  <a:pt x="853352" y="1203507"/>
                </a:lnTo>
                <a:lnTo>
                  <a:pt x="810260" y="1209294"/>
                </a:lnTo>
                <a:lnTo>
                  <a:pt x="162051" y="1209294"/>
                </a:lnTo>
                <a:lnTo>
                  <a:pt x="118959" y="1203507"/>
                </a:lnTo>
                <a:lnTo>
                  <a:pt x="80245" y="1187177"/>
                </a:lnTo>
                <a:lnTo>
                  <a:pt x="47450" y="1161843"/>
                </a:lnTo>
                <a:lnTo>
                  <a:pt x="22116" y="1129048"/>
                </a:lnTo>
                <a:lnTo>
                  <a:pt x="5786" y="1090334"/>
                </a:lnTo>
                <a:lnTo>
                  <a:pt x="0" y="1047242"/>
                </a:lnTo>
                <a:lnTo>
                  <a:pt x="0" y="162052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2"/>
          <a:stretch>
            <a:fillRect/>
          </a:stretch>
        </p:blipFill>
        <p:spPr>
          <a:xfrm>
            <a:off x="5855970" y="4918836"/>
            <a:ext cx="1072006" cy="109413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86155" y="2412492"/>
            <a:ext cx="6045200" cy="7537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0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无权图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𝑮</a:t>
            </a: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中，源点</a:t>
            </a:r>
            <a:r>
              <a:rPr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到顶点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的最短路径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23687" y="4413503"/>
            <a:ext cx="2906395" cy="1409700"/>
          </a:xfrm>
          <a:custGeom>
            <a:avLst/>
            <a:gdLst/>
            <a:ahLst/>
            <a:cxnLst/>
            <a:rect l="l" t="t" r="r" b="b"/>
            <a:pathLst>
              <a:path w="2906395" h="1409700">
                <a:moveTo>
                  <a:pt x="1217422" y="305562"/>
                </a:moveTo>
                <a:lnTo>
                  <a:pt x="1094359" y="339852"/>
                </a:lnTo>
                <a:lnTo>
                  <a:pt x="1119911" y="368084"/>
                </a:lnTo>
                <a:lnTo>
                  <a:pt x="0" y="1381188"/>
                </a:lnTo>
                <a:lnTo>
                  <a:pt x="25654" y="1409446"/>
                </a:lnTo>
                <a:lnTo>
                  <a:pt x="1145438" y="396278"/>
                </a:lnTo>
                <a:lnTo>
                  <a:pt x="1171067" y="424561"/>
                </a:lnTo>
                <a:lnTo>
                  <a:pt x="1198016" y="355346"/>
                </a:lnTo>
                <a:lnTo>
                  <a:pt x="1217422" y="305562"/>
                </a:lnTo>
                <a:close/>
              </a:path>
              <a:path w="2906395" h="1409700">
                <a:moveTo>
                  <a:pt x="2906014" y="57150"/>
                </a:moveTo>
                <a:lnTo>
                  <a:pt x="2867914" y="38100"/>
                </a:lnTo>
                <a:lnTo>
                  <a:pt x="2791714" y="0"/>
                </a:lnTo>
                <a:lnTo>
                  <a:pt x="2791714" y="38100"/>
                </a:lnTo>
                <a:lnTo>
                  <a:pt x="1928495" y="38100"/>
                </a:lnTo>
                <a:lnTo>
                  <a:pt x="1928495" y="76200"/>
                </a:lnTo>
                <a:lnTo>
                  <a:pt x="2791714" y="76200"/>
                </a:lnTo>
                <a:lnTo>
                  <a:pt x="2791714" y="114300"/>
                </a:lnTo>
                <a:lnTo>
                  <a:pt x="2867914" y="76200"/>
                </a:lnTo>
                <a:lnTo>
                  <a:pt x="2906014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890978E1-AD51-C942-9A05-ED2EB5976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660" y="62253"/>
            <a:ext cx="584428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相关应用：最短路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径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73145" y="3976878"/>
            <a:ext cx="2696845" cy="2573655"/>
            <a:chOff x="3073145" y="3976878"/>
            <a:chExt cx="2696845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2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  <a:path w="847089" h="2535554">
                  <a:moveTo>
                    <a:pt x="0" y="2111883"/>
                  </a:moveTo>
                  <a:lnTo>
                    <a:pt x="2847" y="2062517"/>
                  </a:lnTo>
                  <a:lnTo>
                    <a:pt x="11177" y="2014824"/>
                  </a:lnTo>
                  <a:lnTo>
                    <a:pt x="24674" y="1969122"/>
                  </a:lnTo>
                  <a:lnTo>
                    <a:pt x="43018" y="1925728"/>
                  </a:lnTo>
                  <a:lnTo>
                    <a:pt x="65893" y="1884959"/>
                  </a:lnTo>
                  <a:lnTo>
                    <a:pt x="92982" y="1847134"/>
                  </a:lnTo>
                  <a:lnTo>
                    <a:pt x="123967" y="1812569"/>
                  </a:lnTo>
                  <a:lnTo>
                    <a:pt x="158531" y="1781582"/>
                  </a:lnTo>
                  <a:lnTo>
                    <a:pt x="196356" y="1754492"/>
                  </a:lnTo>
                  <a:lnTo>
                    <a:pt x="237125" y="1731615"/>
                  </a:lnTo>
                  <a:lnTo>
                    <a:pt x="280520" y="1713268"/>
                  </a:lnTo>
                  <a:lnTo>
                    <a:pt x="326224" y="1699771"/>
                  </a:lnTo>
                  <a:lnTo>
                    <a:pt x="373920" y="1691439"/>
                  </a:lnTo>
                  <a:lnTo>
                    <a:pt x="423291" y="1688592"/>
                  </a:lnTo>
                  <a:lnTo>
                    <a:pt x="472661" y="1691439"/>
                  </a:lnTo>
                  <a:lnTo>
                    <a:pt x="520357" y="1699771"/>
                  </a:lnTo>
                  <a:lnTo>
                    <a:pt x="566061" y="1713268"/>
                  </a:lnTo>
                  <a:lnTo>
                    <a:pt x="609456" y="1731615"/>
                  </a:lnTo>
                  <a:lnTo>
                    <a:pt x="650225" y="1754492"/>
                  </a:lnTo>
                  <a:lnTo>
                    <a:pt x="688050" y="1781582"/>
                  </a:lnTo>
                  <a:lnTo>
                    <a:pt x="722614" y="1812569"/>
                  </a:lnTo>
                  <a:lnTo>
                    <a:pt x="753599" y="1847134"/>
                  </a:lnTo>
                  <a:lnTo>
                    <a:pt x="780688" y="1884959"/>
                  </a:lnTo>
                  <a:lnTo>
                    <a:pt x="803563" y="1925728"/>
                  </a:lnTo>
                  <a:lnTo>
                    <a:pt x="821907" y="1969122"/>
                  </a:lnTo>
                  <a:lnTo>
                    <a:pt x="835404" y="2014824"/>
                  </a:lnTo>
                  <a:lnTo>
                    <a:pt x="843734" y="2062517"/>
                  </a:lnTo>
                  <a:lnTo>
                    <a:pt x="846582" y="2111883"/>
                  </a:lnTo>
                  <a:lnTo>
                    <a:pt x="843734" y="2161248"/>
                  </a:lnTo>
                  <a:lnTo>
                    <a:pt x="835404" y="2208941"/>
                  </a:lnTo>
                  <a:lnTo>
                    <a:pt x="821907" y="2254643"/>
                  </a:lnTo>
                  <a:lnTo>
                    <a:pt x="803563" y="2298037"/>
                  </a:lnTo>
                  <a:lnTo>
                    <a:pt x="780688" y="2338806"/>
                  </a:lnTo>
                  <a:lnTo>
                    <a:pt x="753599" y="2376631"/>
                  </a:lnTo>
                  <a:lnTo>
                    <a:pt x="722614" y="2411196"/>
                  </a:lnTo>
                  <a:lnTo>
                    <a:pt x="688050" y="2442183"/>
                  </a:lnTo>
                  <a:lnTo>
                    <a:pt x="650225" y="2469273"/>
                  </a:lnTo>
                  <a:lnTo>
                    <a:pt x="609456" y="2492150"/>
                  </a:lnTo>
                  <a:lnTo>
                    <a:pt x="566061" y="2510497"/>
                  </a:lnTo>
                  <a:lnTo>
                    <a:pt x="520357" y="2523994"/>
                  </a:lnTo>
                  <a:lnTo>
                    <a:pt x="472661" y="2532326"/>
                  </a:lnTo>
                  <a:lnTo>
                    <a:pt x="423291" y="2535174"/>
                  </a:lnTo>
                  <a:lnTo>
                    <a:pt x="373920" y="2532326"/>
                  </a:lnTo>
                  <a:lnTo>
                    <a:pt x="326224" y="2523994"/>
                  </a:lnTo>
                  <a:lnTo>
                    <a:pt x="280520" y="2510497"/>
                  </a:lnTo>
                  <a:lnTo>
                    <a:pt x="237125" y="2492150"/>
                  </a:lnTo>
                  <a:lnTo>
                    <a:pt x="196356" y="2469273"/>
                  </a:lnTo>
                  <a:lnTo>
                    <a:pt x="158531" y="2442183"/>
                  </a:lnTo>
                  <a:lnTo>
                    <a:pt x="123967" y="2411196"/>
                  </a:lnTo>
                  <a:lnTo>
                    <a:pt x="92982" y="2376631"/>
                  </a:lnTo>
                  <a:lnTo>
                    <a:pt x="65893" y="2338806"/>
                  </a:lnTo>
                  <a:lnTo>
                    <a:pt x="43018" y="2298037"/>
                  </a:lnTo>
                  <a:lnTo>
                    <a:pt x="24674" y="2254643"/>
                  </a:lnTo>
                  <a:lnTo>
                    <a:pt x="11177" y="2208941"/>
                  </a:lnTo>
                  <a:lnTo>
                    <a:pt x="2847" y="2161248"/>
                  </a:lnTo>
                  <a:lnTo>
                    <a:pt x="0" y="2111883"/>
                  </a:lnTo>
                  <a:close/>
                </a:path>
                <a:path w="847089" h="2535554">
                  <a:moveTo>
                    <a:pt x="422909" y="846582"/>
                  </a:moveTo>
                  <a:lnTo>
                    <a:pt x="422909" y="16883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7" y="326232"/>
                  </a:lnTo>
                  <a:lnTo>
                    <a:pt x="24674" y="280530"/>
                  </a:lnTo>
                  <a:lnTo>
                    <a:pt x="43018" y="237136"/>
                  </a:lnTo>
                  <a:lnTo>
                    <a:pt x="65893" y="196367"/>
                  </a:lnTo>
                  <a:lnTo>
                    <a:pt x="92982" y="158542"/>
                  </a:lnTo>
                  <a:lnTo>
                    <a:pt x="123967" y="123977"/>
                  </a:lnTo>
                  <a:lnTo>
                    <a:pt x="158531" y="92990"/>
                  </a:lnTo>
                  <a:lnTo>
                    <a:pt x="196356" y="65900"/>
                  </a:lnTo>
                  <a:lnTo>
                    <a:pt x="237125" y="43023"/>
                  </a:lnTo>
                  <a:lnTo>
                    <a:pt x="280520" y="24676"/>
                  </a:lnTo>
                  <a:lnTo>
                    <a:pt x="326224" y="11179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9"/>
                  </a:lnTo>
                  <a:lnTo>
                    <a:pt x="566061" y="24676"/>
                  </a:lnTo>
                  <a:lnTo>
                    <a:pt x="609456" y="43023"/>
                  </a:lnTo>
                  <a:lnTo>
                    <a:pt x="650225" y="65900"/>
                  </a:lnTo>
                  <a:lnTo>
                    <a:pt x="688050" y="92990"/>
                  </a:lnTo>
                  <a:lnTo>
                    <a:pt x="722614" y="123977"/>
                  </a:lnTo>
                  <a:lnTo>
                    <a:pt x="753599" y="158542"/>
                  </a:lnTo>
                  <a:lnTo>
                    <a:pt x="780688" y="196367"/>
                  </a:lnTo>
                  <a:lnTo>
                    <a:pt x="803563" y="237136"/>
                  </a:lnTo>
                  <a:lnTo>
                    <a:pt x="821907" y="280530"/>
                  </a:lnTo>
                  <a:lnTo>
                    <a:pt x="835404" y="326232"/>
                  </a:lnTo>
                  <a:lnTo>
                    <a:pt x="843734" y="373925"/>
                  </a:lnTo>
                  <a:lnTo>
                    <a:pt x="846581" y="423290"/>
                  </a:lnTo>
                  <a:lnTo>
                    <a:pt x="843734" y="472656"/>
                  </a:lnTo>
                  <a:lnTo>
                    <a:pt x="835404" y="520349"/>
                  </a:lnTo>
                  <a:lnTo>
                    <a:pt x="821907" y="566051"/>
                  </a:lnTo>
                  <a:lnTo>
                    <a:pt x="803563" y="609445"/>
                  </a:lnTo>
                  <a:lnTo>
                    <a:pt x="780688" y="650214"/>
                  </a:lnTo>
                  <a:lnTo>
                    <a:pt x="753599" y="688039"/>
                  </a:lnTo>
                  <a:lnTo>
                    <a:pt x="722614" y="722604"/>
                  </a:lnTo>
                  <a:lnTo>
                    <a:pt x="688050" y="753591"/>
                  </a:lnTo>
                  <a:lnTo>
                    <a:pt x="650225" y="780681"/>
                  </a:lnTo>
                  <a:lnTo>
                    <a:pt x="609456" y="803558"/>
                  </a:lnTo>
                  <a:lnTo>
                    <a:pt x="566061" y="821905"/>
                  </a:lnTo>
                  <a:lnTo>
                    <a:pt x="520357" y="835402"/>
                  </a:lnTo>
                  <a:lnTo>
                    <a:pt x="472661" y="843734"/>
                  </a:lnTo>
                  <a:lnTo>
                    <a:pt x="423290" y="846581"/>
                  </a:lnTo>
                  <a:lnTo>
                    <a:pt x="373920" y="843734"/>
                  </a:lnTo>
                  <a:lnTo>
                    <a:pt x="326224" y="835402"/>
                  </a:lnTo>
                  <a:lnTo>
                    <a:pt x="280520" y="821905"/>
                  </a:lnTo>
                  <a:lnTo>
                    <a:pt x="237125" y="803558"/>
                  </a:lnTo>
                  <a:lnTo>
                    <a:pt x="196356" y="780681"/>
                  </a:lnTo>
                  <a:lnTo>
                    <a:pt x="158531" y="753591"/>
                  </a:lnTo>
                  <a:lnTo>
                    <a:pt x="123967" y="722604"/>
                  </a:lnTo>
                  <a:lnTo>
                    <a:pt x="92982" y="688039"/>
                  </a:lnTo>
                  <a:lnTo>
                    <a:pt x="65893" y="650214"/>
                  </a:lnTo>
                  <a:lnTo>
                    <a:pt x="43018" y="609445"/>
                  </a:lnTo>
                  <a:lnTo>
                    <a:pt x="24674" y="566051"/>
                  </a:lnTo>
                  <a:lnTo>
                    <a:pt x="11177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697980" y="3976878"/>
            <a:ext cx="2696845" cy="2573655"/>
            <a:chOff x="6697980" y="3976878"/>
            <a:chExt cx="2696845" cy="2573655"/>
          </a:xfrm>
        </p:grpSpPr>
        <p:sp>
          <p:nvSpPr>
            <p:cNvPr id="11" name="object 11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7" y="326232"/>
                  </a:lnTo>
                  <a:lnTo>
                    <a:pt x="24674" y="280530"/>
                  </a:lnTo>
                  <a:lnTo>
                    <a:pt x="43018" y="237136"/>
                  </a:lnTo>
                  <a:lnTo>
                    <a:pt x="65893" y="196367"/>
                  </a:lnTo>
                  <a:lnTo>
                    <a:pt x="92982" y="158542"/>
                  </a:lnTo>
                  <a:lnTo>
                    <a:pt x="123967" y="123977"/>
                  </a:lnTo>
                  <a:lnTo>
                    <a:pt x="158531" y="92990"/>
                  </a:lnTo>
                  <a:lnTo>
                    <a:pt x="196356" y="65900"/>
                  </a:lnTo>
                  <a:lnTo>
                    <a:pt x="237125" y="43023"/>
                  </a:lnTo>
                  <a:lnTo>
                    <a:pt x="280520" y="24676"/>
                  </a:lnTo>
                  <a:lnTo>
                    <a:pt x="326224" y="11179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9"/>
                  </a:lnTo>
                  <a:lnTo>
                    <a:pt x="566061" y="24676"/>
                  </a:lnTo>
                  <a:lnTo>
                    <a:pt x="609456" y="43023"/>
                  </a:lnTo>
                  <a:lnTo>
                    <a:pt x="650225" y="65900"/>
                  </a:lnTo>
                  <a:lnTo>
                    <a:pt x="688050" y="92990"/>
                  </a:lnTo>
                  <a:lnTo>
                    <a:pt x="722614" y="123977"/>
                  </a:lnTo>
                  <a:lnTo>
                    <a:pt x="753599" y="158542"/>
                  </a:lnTo>
                  <a:lnTo>
                    <a:pt x="780688" y="196367"/>
                  </a:lnTo>
                  <a:lnTo>
                    <a:pt x="803563" y="237136"/>
                  </a:lnTo>
                  <a:lnTo>
                    <a:pt x="821907" y="280530"/>
                  </a:lnTo>
                  <a:lnTo>
                    <a:pt x="835404" y="326232"/>
                  </a:lnTo>
                  <a:lnTo>
                    <a:pt x="843734" y="373925"/>
                  </a:lnTo>
                  <a:lnTo>
                    <a:pt x="846581" y="423290"/>
                  </a:lnTo>
                  <a:lnTo>
                    <a:pt x="843734" y="472656"/>
                  </a:lnTo>
                  <a:lnTo>
                    <a:pt x="835404" y="520349"/>
                  </a:lnTo>
                  <a:lnTo>
                    <a:pt x="821907" y="566051"/>
                  </a:lnTo>
                  <a:lnTo>
                    <a:pt x="803563" y="609445"/>
                  </a:lnTo>
                  <a:lnTo>
                    <a:pt x="780688" y="650214"/>
                  </a:lnTo>
                  <a:lnTo>
                    <a:pt x="753599" y="688039"/>
                  </a:lnTo>
                  <a:lnTo>
                    <a:pt x="722614" y="722604"/>
                  </a:lnTo>
                  <a:lnTo>
                    <a:pt x="688050" y="753591"/>
                  </a:lnTo>
                  <a:lnTo>
                    <a:pt x="650225" y="780681"/>
                  </a:lnTo>
                  <a:lnTo>
                    <a:pt x="609456" y="803558"/>
                  </a:lnTo>
                  <a:lnTo>
                    <a:pt x="566061" y="821905"/>
                  </a:lnTo>
                  <a:lnTo>
                    <a:pt x="520357" y="835402"/>
                  </a:lnTo>
                  <a:lnTo>
                    <a:pt x="472661" y="843734"/>
                  </a:lnTo>
                  <a:lnTo>
                    <a:pt x="423291" y="846581"/>
                  </a:lnTo>
                  <a:lnTo>
                    <a:pt x="373920" y="843734"/>
                  </a:lnTo>
                  <a:lnTo>
                    <a:pt x="326224" y="835402"/>
                  </a:lnTo>
                  <a:lnTo>
                    <a:pt x="280520" y="821905"/>
                  </a:lnTo>
                  <a:lnTo>
                    <a:pt x="237125" y="803558"/>
                  </a:lnTo>
                  <a:lnTo>
                    <a:pt x="196356" y="780681"/>
                  </a:lnTo>
                  <a:lnTo>
                    <a:pt x="158531" y="753591"/>
                  </a:lnTo>
                  <a:lnTo>
                    <a:pt x="123967" y="722604"/>
                  </a:lnTo>
                  <a:lnTo>
                    <a:pt x="92982" y="688039"/>
                  </a:lnTo>
                  <a:lnTo>
                    <a:pt x="65893" y="650214"/>
                  </a:lnTo>
                  <a:lnTo>
                    <a:pt x="43018" y="609445"/>
                  </a:lnTo>
                  <a:lnTo>
                    <a:pt x="24674" y="566051"/>
                  </a:lnTo>
                  <a:lnTo>
                    <a:pt x="11177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39940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5750814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63611" y="6108191"/>
            <a:ext cx="965835" cy="0"/>
          </a:xfrm>
          <a:custGeom>
            <a:avLst/>
            <a:gdLst/>
            <a:ahLst/>
            <a:cxnLst/>
            <a:rect l="l" t="t" r="r" b="b"/>
            <a:pathLst>
              <a:path w="965834">
                <a:moveTo>
                  <a:pt x="0" y="0"/>
                </a:moveTo>
                <a:lnTo>
                  <a:pt x="96583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366008" y="5921641"/>
          <a:ext cx="5718175" cy="935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934">
                <a:tc>
                  <a:txBody>
                    <a:bodyPr/>
                    <a:lstStyle/>
                    <a:p>
                      <a:pPr marL="60325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3055"/>
                        </a:lnSpc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31750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75"/>
                        </a:lnSpc>
                        <a:spcBef>
                          <a:spcPts val="484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79425" y="749554"/>
          <a:ext cx="8311512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𝒑𝒓𝒆𝒅[</a:t>
                      </a:r>
                      <a:r>
                        <a:rPr sz="28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𝑵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4178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𝒅𝒊𝒔𝒕[</a:t>
                      </a:r>
                      <a:r>
                        <a:rPr sz="28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𝟎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6262115" y="696468"/>
            <a:ext cx="972819" cy="1209675"/>
          </a:xfrm>
          <a:custGeom>
            <a:avLst/>
            <a:gdLst/>
            <a:ahLst/>
            <a:cxnLst/>
            <a:rect l="l" t="t" r="r" b="b"/>
            <a:pathLst>
              <a:path w="972819" h="1209675">
                <a:moveTo>
                  <a:pt x="0" y="162052"/>
                </a:moveTo>
                <a:lnTo>
                  <a:pt x="5786" y="118959"/>
                </a:lnTo>
                <a:lnTo>
                  <a:pt x="22116" y="80245"/>
                </a:lnTo>
                <a:lnTo>
                  <a:pt x="47450" y="47450"/>
                </a:lnTo>
                <a:lnTo>
                  <a:pt x="80245" y="22116"/>
                </a:lnTo>
                <a:lnTo>
                  <a:pt x="118959" y="5786"/>
                </a:lnTo>
                <a:lnTo>
                  <a:pt x="162051" y="0"/>
                </a:lnTo>
                <a:lnTo>
                  <a:pt x="810260" y="0"/>
                </a:lnTo>
                <a:lnTo>
                  <a:pt x="853352" y="5786"/>
                </a:lnTo>
                <a:lnTo>
                  <a:pt x="892066" y="22116"/>
                </a:lnTo>
                <a:lnTo>
                  <a:pt x="924861" y="47450"/>
                </a:lnTo>
                <a:lnTo>
                  <a:pt x="950195" y="80245"/>
                </a:lnTo>
                <a:lnTo>
                  <a:pt x="966525" y="118959"/>
                </a:lnTo>
                <a:lnTo>
                  <a:pt x="972312" y="162052"/>
                </a:lnTo>
                <a:lnTo>
                  <a:pt x="972312" y="1047242"/>
                </a:lnTo>
                <a:lnTo>
                  <a:pt x="966525" y="1090334"/>
                </a:lnTo>
                <a:lnTo>
                  <a:pt x="950195" y="1129048"/>
                </a:lnTo>
                <a:lnTo>
                  <a:pt x="924861" y="1161843"/>
                </a:lnTo>
                <a:lnTo>
                  <a:pt x="892066" y="1187177"/>
                </a:lnTo>
                <a:lnTo>
                  <a:pt x="853352" y="1203507"/>
                </a:lnTo>
                <a:lnTo>
                  <a:pt x="810260" y="1209294"/>
                </a:lnTo>
                <a:lnTo>
                  <a:pt x="162051" y="1209294"/>
                </a:lnTo>
                <a:lnTo>
                  <a:pt x="118959" y="1203507"/>
                </a:lnTo>
                <a:lnTo>
                  <a:pt x="80245" y="1187177"/>
                </a:lnTo>
                <a:lnTo>
                  <a:pt x="47450" y="1161843"/>
                </a:lnTo>
                <a:lnTo>
                  <a:pt x="22116" y="1129048"/>
                </a:lnTo>
                <a:lnTo>
                  <a:pt x="5786" y="1090334"/>
                </a:lnTo>
                <a:lnTo>
                  <a:pt x="0" y="1047242"/>
                </a:lnTo>
                <a:lnTo>
                  <a:pt x="0" y="162052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30320" y="5020055"/>
            <a:ext cx="1436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𝒑𝒓𝒆𝒅[𝟔]</a:t>
            </a:r>
            <a:r>
              <a:rPr sz="2000" spc="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05116" y="3525266"/>
            <a:ext cx="1689100" cy="1109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7965">
              <a:lnSpc>
                <a:spcPts val="272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1760"/>
              </a:lnSpc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𝒑𝒓𝒆𝒅[𝟒]</a:t>
            </a:r>
            <a:r>
              <a:rPr sz="2000" spc="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L="1458595">
              <a:lnSpc>
                <a:spcPct val="100000"/>
              </a:lnSpc>
              <a:spcBef>
                <a:spcPts val="69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6155" y="2412492"/>
            <a:ext cx="6045200" cy="7537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0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无权图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𝑮</a:t>
            </a: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中，源点</a:t>
            </a:r>
            <a:r>
              <a:rPr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到顶点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的最短路径</a:t>
            </a:r>
            <a:endParaRPr sz="2800">
              <a:latin typeface="PMingLiU"/>
              <a:cs typeface="PMingLiU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/>
          <a:stretch>
            <a:fillRect/>
          </a:stretch>
        </p:blipFill>
        <p:spPr>
          <a:xfrm>
            <a:off x="5623686" y="4719065"/>
            <a:ext cx="1304289" cy="1293901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7552181" y="4413503"/>
            <a:ext cx="977900" cy="114300"/>
          </a:xfrm>
          <a:custGeom>
            <a:avLst/>
            <a:gdLst/>
            <a:ahLst/>
            <a:cxnLst/>
            <a:rect l="l" t="t" r="r" b="b"/>
            <a:pathLst>
              <a:path w="977900" h="114300">
                <a:moveTo>
                  <a:pt x="863219" y="0"/>
                </a:moveTo>
                <a:lnTo>
                  <a:pt x="863219" y="114300"/>
                </a:lnTo>
                <a:lnTo>
                  <a:pt x="939419" y="76200"/>
                </a:lnTo>
                <a:lnTo>
                  <a:pt x="882269" y="76200"/>
                </a:lnTo>
                <a:lnTo>
                  <a:pt x="882269" y="38100"/>
                </a:lnTo>
                <a:lnTo>
                  <a:pt x="939419" y="38100"/>
                </a:lnTo>
                <a:lnTo>
                  <a:pt x="863219" y="0"/>
                </a:lnTo>
                <a:close/>
              </a:path>
              <a:path w="977900" h="114300">
                <a:moveTo>
                  <a:pt x="8632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63219" y="76200"/>
                </a:lnTo>
                <a:lnTo>
                  <a:pt x="863219" y="38100"/>
                </a:lnTo>
                <a:close/>
              </a:path>
              <a:path w="977900" h="114300">
                <a:moveTo>
                  <a:pt x="939419" y="38100"/>
                </a:moveTo>
                <a:lnTo>
                  <a:pt x="882269" y="38100"/>
                </a:lnTo>
                <a:lnTo>
                  <a:pt x="882269" y="76200"/>
                </a:lnTo>
                <a:lnTo>
                  <a:pt x="939419" y="76200"/>
                </a:lnTo>
                <a:lnTo>
                  <a:pt x="977519" y="57150"/>
                </a:lnTo>
                <a:lnTo>
                  <a:pt x="9394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70753" y="4842509"/>
            <a:ext cx="114300" cy="842010"/>
          </a:xfrm>
          <a:custGeom>
            <a:avLst/>
            <a:gdLst/>
            <a:ahLst/>
            <a:cxnLst/>
            <a:rect l="l" t="t" r="r" b="b"/>
            <a:pathLst>
              <a:path w="114300" h="842010">
                <a:moveTo>
                  <a:pt x="38100" y="727455"/>
                </a:moveTo>
                <a:lnTo>
                  <a:pt x="0" y="727455"/>
                </a:lnTo>
                <a:lnTo>
                  <a:pt x="57150" y="841794"/>
                </a:lnTo>
                <a:lnTo>
                  <a:pt x="104759" y="746544"/>
                </a:lnTo>
                <a:lnTo>
                  <a:pt x="38100" y="746544"/>
                </a:lnTo>
                <a:lnTo>
                  <a:pt x="38100" y="727455"/>
                </a:lnTo>
                <a:close/>
              </a:path>
              <a:path w="114300" h="842010">
                <a:moveTo>
                  <a:pt x="76200" y="0"/>
                </a:moveTo>
                <a:lnTo>
                  <a:pt x="38100" y="0"/>
                </a:lnTo>
                <a:lnTo>
                  <a:pt x="38100" y="746544"/>
                </a:lnTo>
                <a:lnTo>
                  <a:pt x="76200" y="746544"/>
                </a:lnTo>
                <a:lnTo>
                  <a:pt x="76200" y="0"/>
                </a:lnTo>
                <a:close/>
              </a:path>
              <a:path w="114300" h="842010">
                <a:moveTo>
                  <a:pt x="114300" y="727455"/>
                </a:moveTo>
                <a:lnTo>
                  <a:pt x="76200" y="727455"/>
                </a:lnTo>
                <a:lnTo>
                  <a:pt x="76200" y="746544"/>
                </a:lnTo>
                <a:lnTo>
                  <a:pt x="104759" y="746544"/>
                </a:lnTo>
                <a:lnTo>
                  <a:pt x="114300" y="7274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">
            <a:extLst>
              <a:ext uri="{FF2B5EF4-FFF2-40B4-BE49-F238E27FC236}">
                <a16:creationId xmlns:a16="http://schemas.microsoft.com/office/drawing/2014/main" id="{02600FE2-B967-B94A-B195-0ABE8067C4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660" y="62253"/>
            <a:ext cx="584428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相关应用：最短路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径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2535555"/>
            </a:xfrm>
            <a:custGeom>
              <a:avLst/>
              <a:gdLst/>
              <a:ahLst/>
              <a:cxnLst/>
              <a:rect l="l" t="t" r="r" b="b"/>
              <a:pathLst>
                <a:path w="847089" h="2535554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2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  <a:path w="847089" h="2535554">
                  <a:moveTo>
                    <a:pt x="0" y="2111883"/>
                  </a:moveTo>
                  <a:lnTo>
                    <a:pt x="2847" y="2062517"/>
                  </a:lnTo>
                  <a:lnTo>
                    <a:pt x="11177" y="2014824"/>
                  </a:lnTo>
                  <a:lnTo>
                    <a:pt x="24674" y="1969122"/>
                  </a:lnTo>
                  <a:lnTo>
                    <a:pt x="43018" y="1925728"/>
                  </a:lnTo>
                  <a:lnTo>
                    <a:pt x="65893" y="1884959"/>
                  </a:lnTo>
                  <a:lnTo>
                    <a:pt x="92982" y="1847134"/>
                  </a:lnTo>
                  <a:lnTo>
                    <a:pt x="123967" y="1812569"/>
                  </a:lnTo>
                  <a:lnTo>
                    <a:pt x="158531" y="1781582"/>
                  </a:lnTo>
                  <a:lnTo>
                    <a:pt x="196356" y="1754492"/>
                  </a:lnTo>
                  <a:lnTo>
                    <a:pt x="237125" y="1731615"/>
                  </a:lnTo>
                  <a:lnTo>
                    <a:pt x="280520" y="1713268"/>
                  </a:lnTo>
                  <a:lnTo>
                    <a:pt x="326224" y="1699771"/>
                  </a:lnTo>
                  <a:lnTo>
                    <a:pt x="373920" y="1691439"/>
                  </a:lnTo>
                  <a:lnTo>
                    <a:pt x="423291" y="1688592"/>
                  </a:lnTo>
                  <a:lnTo>
                    <a:pt x="472661" y="1691439"/>
                  </a:lnTo>
                  <a:lnTo>
                    <a:pt x="520357" y="1699771"/>
                  </a:lnTo>
                  <a:lnTo>
                    <a:pt x="566061" y="1713268"/>
                  </a:lnTo>
                  <a:lnTo>
                    <a:pt x="609456" y="1731615"/>
                  </a:lnTo>
                  <a:lnTo>
                    <a:pt x="650225" y="1754492"/>
                  </a:lnTo>
                  <a:lnTo>
                    <a:pt x="688050" y="1781582"/>
                  </a:lnTo>
                  <a:lnTo>
                    <a:pt x="722614" y="1812569"/>
                  </a:lnTo>
                  <a:lnTo>
                    <a:pt x="753599" y="1847134"/>
                  </a:lnTo>
                  <a:lnTo>
                    <a:pt x="780688" y="1884959"/>
                  </a:lnTo>
                  <a:lnTo>
                    <a:pt x="803563" y="1925728"/>
                  </a:lnTo>
                  <a:lnTo>
                    <a:pt x="821907" y="1969122"/>
                  </a:lnTo>
                  <a:lnTo>
                    <a:pt x="835404" y="2014824"/>
                  </a:lnTo>
                  <a:lnTo>
                    <a:pt x="843734" y="2062517"/>
                  </a:lnTo>
                  <a:lnTo>
                    <a:pt x="846582" y="2111883"/>
                  </a:lnTo>
                  <a:lnTo>
                    <a:pt x="843734" y="2161248"/>
                  </a:lnTo>
                  <a:lnTo>
                    <a:pt x="835404" y="2208941"/>
                  </a:lnTo>
                  <a:lnTo>
                    <a:pt x="821907" y="2254643"/>
                  </a:lnTo>
                  <a:lnTo>
                    <a:pt x="803563" y="2298037"/>
                  </a:lnTo>
                  <a:lnTo>
                    <a:pt x="780688" y="2338806"/>
                  </a:lnTo>
                  <a:lnTo>
                    <a:pt x="753599" y="2376631"/>
                  </a:lnTo>
                  <a:lnTo>
                    <a:pt x="722614" y="2411196"/>
                  </a:lnTo>
                  <a:lnTo>
                    <a:pt x="688050" y="2442183"/>
                  </a:lnTo>
                  <a:lnTo>
                    <a:pt x="650225" y="2469273"/>
                  </a:lnTo>
                  <a:lnTo>
                    <a:pt x="609456" y="2492150"/>
                  </a:lnTo>
                  <a:lnTo>
                    <a:pt x="566061" y="2510497"/>
                  </a:lnTo>
                  <a:lnTo>
                    <a:pt x="520357" y="2523994"/>
                  </a:lnTo>
                  <a:lnTo>
                    <a:pt x="472661" y="2532326"/>
                  </a:lnTo>
                  <a:lnTo>
                    <a:pt x="423291" y="2535174"/>
                  </a:lnTo>
                  <a:lnTo>
                    <a:pt x="373920" y="2532326"/>
                  </a:lnTo>
                  <a:lnTo>
                    <a:pt x="326224" y="2523994"/>
                  </a:lnTo>
                  <a:lnTo>
                    <a:pt x="280520" y="2510497"/>
                  </a:lnTo>
                  <a:lnTo>
                    <a:pt x="237125" y="2492150"/>
                  </a:lnTo>
                  <a:lnTo>
                    <a:pt x="196356" y="2469273"/>
                  </a:lnTo>
                  <a:lnTo>
                    <a:pt x="158531" y="2442183"/>
                  </a:lnTo>
                  <a:lnTo>
                    <a:pt x="123967" y="2411196"/>
                  </a:lnTo>
                  <a:lnTo>
                    <a:pt x="92982" y="2376631"/>
                  </a:lnTo>
                  <a:lnTo>
                    <a:pt x="65893" y="2338806"/>
                  </a:lnTo>
                  <a:lnTo>
                    <a:pt x="43018" y="2298037"/>
                  </a:lnTo>
                  <a:lnTo>
                    <a:pt x="24674" y="2254643"/>
                  </a:lnTo>
                  <a:lnTo>
                    <a:pt x="11177" y="2208941"/>
                  </a:lnTo>
                  <a:lnTo>
                    <a:pt x="2847" y="2161248"/>
                  </a:lnTo>
                  <a:lnTo>
                    <a:pt x="0" y="2111883"/>
                  </a:lnTo>
                  <a:close/>
                </a:path>
                <a:path w="847089" h="2535554">
                  <a:moveTo>
                    <a:pt x="422909" y="846582"/>
                  </a:moveTo>
                  <a:lnTo>
                    <a:pt x="422909" y="168837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8777" y="4466844"/>
              <a:ext cx="965835" cy="0"/>
            </a:xfrm>
            <a:custGeom>
              <a:avLst/>
              <a:gdLst/>
              <a:ahLst/>
              <a:cxnLst/>
              <a:rect l="l" t="t" r="r" b="b"/>
              <a:pathLst>
                <a:path w="96583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9"/>
                  </a:lnTo>
                  <a:lnTo>
                    <a:pt x="280520" y="24676"/>
                  </a:lnTo>
                  <a:lnTo>
                    <a:pt x="237125" y="43023"/>
                  </a:lnTo>
                  <a:lnTo>
                    <a:pt x="196356" y="65900"/>
                  </a:lnTo>
                  <a:lnTo>
                    <a:pt x="158531" y="92990"/>
                  </a:lnTo>
                  <a:lnTo>
                    <a:pt x="123967" y="123977"/>
                  </a:lnTo>
                  <a:lnTo>
                    <a:pt x="92982" y="158542"/>
                  </a:lnTo>
                  <a:lnTo>
                    <a:pt x="65893" y="196367"/>
                  </a:lnTo>
                  <a:lnTo>
                    <a:pt x="43018" y="237136"/>
                  </a:lnTo>
                  <a:lnTo>
                    <a:pt x="24674" y="280530"/>
                  </a:lnTo>
                  <a:lnTo>
                    <a:pt x="11177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7" y="520349"/>
                  </a:lnTo>
                  <a:lnTo>
                    <a:pt x="24674" y="566051"/>
                  </a:lnTo>
                  <a:lnTo>
                    <a:pt x="43018" y="609445"/>
                  </a:lnTo>
                  <a:lnTo>
                    <a:pt x="65893" y="650214"/>
                  </a:lnTo>
                  <a:lnTo>
                    <a:pt x="92982" y="688039"/>
                  </a:lnTo>
                  <a:lnTo>
                    <a:pt x="123967" y="722604"/>
                  </a:lnTo>
                  <a:lnTo>
                    <a:pt x="158531" y="753591"/>
                  </a:lnTo>
                  <a:lnTo>
                    <a:pt x="196356" y="780681"/>
                  </a:lnTo>
                  <a:lnTo>
                    <a:pt x="237125" y="803558"/>
                  </a:lnTo>
                  <a:lnTo>
                    <a:pt x="280520" y="821905"/>
                  </a:lnTo>
                  <a:lnTo>
                    <a:pt x="326224" y="835402"/>
                  </a:lnTo>
                  <a:lnTo>
                    <a:pt x="373920" y="843734"/>
                  </a:lnTo>
                  <a:lnTo>
                    <a:pt x="423290" y="846581"/>
                  </a:lnTo>
                  <a:lnTo>
                    <a:pt x="472661" y="843734"/>
                  </a:lnTo>
                  <a:lnTo>
                    <a:pt x="520357" y="835402"/>
                  </a:lnTo>
                  <a:lnTo>
                    <a:pt x="566061" y="821905"/>
                  </a:lnTo>
                  <a:lnTo>
                    <a:pt x="609456" y="803558"/>
                  </a:lnTo>
                  <a:lnTo>
                    <a:pt x="650225" y="780681"/>
                  </a:lnTo>
                  <a:lnTo>
                    <a:pt x="688050" y="753591"/>
                  </a:lnTo>
                  <a:lnTo>
                    <a:pt x="722614" y="722604"/>
                  </a:lnTo>
                  <a:lnTo>
                    <a:pt x="753599" y="688039"/>
                  </a:lnTo>
                  <a:lnTo>
                    <a:pt x="780688" y="650214"/>
                  </a:lnTo>
                  <a:lnTo>
                    <a:pt x="803563" y="609445"/>
                  </a:lnTo>
                  <a:lnTo>
                    <a:pt x="821907" y="566051"/>
                  </a:lnTo>
                  <a:lnTo>
                    <a:pt x="835404" y="520349"/>
                  </a:lnTo>
                  <a:lnTo>
                    <a:pt x="843734" y="472656"/>
                  </a:lnTo>
                  <a:lnTo>
                    <a:pt x="846581" y="423290"/>
                  </a:lnTo>
                  <a:lnTo>
                    <a:pt x="843734" y="373925"/>
                  </a:lnTo>
                  <a:lnTo>
                    <a:pt x="835404" y="326232"/>
                  </a:lnTo>
                  <a:lnTo>
                    <a:pt x="821907" y="280530"/>
                  </a:lnTo>
                  <a:lnTo>
                    <a:pt x="803563" y="237136"/>
                  </a:lnTo>
                  <a:lnTo>
                    <a:pt x="780688" y="196367"/>
                  </a:lnTo>
                  <a:lnTo>
                    <a:pt x="753599" y="158542"/>
                  </a:lnTo>
                  <a:lnTo>
                    <a:pt x="722614" y="123977"/>
                  </a:lnTo>
                  <a:lnTo>
                    <a:pt x="688050" y="92990"/>
                  </a:lnTo>
                  <a:lnTo>
                    <a:pt x="650225" y="65900"/>
                  </a:lnTo>
                  <a:lnTo>
                    <a:pt x="609456" y="43023"/>
                  </a:lnTo>
                  <a:lnTo>
                    <a:pt x="566061" y="24676"/>
                  </a:lnTo>
                  <a:lnTo>
                    <a:pt x="520357" y="11179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7" y="326232"/>
                  </a:lnTo>
                  <a:lnTo>
                    <a:pt x="24674" y="280530"/>
                  </a:lnTo>
                  <a:lnTo>
                    <a:pt x="43018" y="237136"/>
                  </a:lnTo>
                  <a:lnTo>
                    <a:pt x="65893" y="196367"/>
                  </a:lnTo>
                  <a:lnTo>
                    <a:pt x="92982" y="158542"/>
                  </a:lnTo>
                  <a:lnTo>
                    <a:pt x="123967" y="123977"/>
                  </a:lnTo>
                  <a:lnTo>
                    <a:pt x="158531" y="92990"/>
                  </a:lnTo>
                  <a:lnTo>
                    <a:pt x="196356" y="65900"/>
                  </a:lnTo>
                  <a:lnTo>
                    <a:pt x="237125" y="43023"/>
                  </a:lnTo>
                  <a:lnTo>
                    <a:pt x="280520" y="24676"/>
                  </a:lnTo>
                  <a:lnTo>
                    <a:pt x="326224" y="11179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9"/>
                  </a:lnTo>
                  <a:lnTo>
                    <a:pt x="566061" y="24676"/>
                  </a:lnTo>
                  <a:lnTo>
                    <a:pt x="609456" y="43023"/>
                  </a:lnTo>
                  <a:lnTo>
                    <a:pt x="650225" y="65900"/>
                  </a:lnTo>
                  <a:lnTo>
                    <a:pt x="688050" y="92990"/>
                  </a:lnTo>
                  <a:lnTo>
                    <a:pt x="722614" y="123977"/>
                  </a:lnTo>
                  <a:lnTo>
                    <a:pt x="753599" y="158542"/>
                  </a:lnTo>
                  <a:lnTo>
                    <a:pt x="780688" y="196367"/>
                  </a:lnTo>
                  <a:lnTo>
                    <a:pt x="803563" y="237136"/>
                  </a:lnTo>
                  <a:lnTo>
                    <a:pt x="821907" y="280530"/>
                  </a:lnTo>
                  <a:lnTo>
                    <a:pt x="835404" y="326232"/>
                  </a:lnTo>
                  <a:lnTo>
                    <a:pt x="843734" y="373925"/>
                  </a:lnTo>
                  <a:lnTo>
                    <a:pt x="846581" y="423290"/>
                  </a:lnTo>
                  <a:lnTo>
                    <a:pt x="843734" y="472656"/>
                  </a:lnTo>
                  <a:lnTo>
                    <a:pt x="835404" y="520349"/>
                  </a:lnTo>
                  <a:lnTo>
                    <a:pt x="821907" y="566051"/>
                  </a:lnTo>
                  <a:lnTo>
                    <a:pt x="803563" y="609445"/>
                  </a:lnTo>
                  <a:lnTo>
                    <a:pt x="780688" y="650214"/>
                  </a:lnTo>
                  <a:lnTo>
                    <a:pt x="753599" y="688039"/>
                  </a:lnTo>
                  <a:lnTo>
                    <a:pt x="722614" y="722604"/>
                  </a:lnTo>
                  <a:lnTo>
                    <a:pt x="688050" y="753591"/>
                  </a:lnTo>
                  <a:lnTo>
                    <a:pt x="650225" y="780681"/>
                  </a:lnTo>
                  <a:lnTo>
                    <a:pt x="609456" y="803558"/>
                  </a:lnTo>
                  <a:lnTo>
                    <a:pt x="566061" y="821905"/>
                  </a:lnTo>
                  <a:lnTo>
                    <a:pt x="520357" y="835402"/>
                  </a:lnTo>
                  <a:lnTo>
                    <a:pt x="472661" y="843734"/>
                  </a:lnTo>
                  <a:lnTo>
                    <a:pt x="423290" y="846581"/>
                  </a:lnTo>
                  <a:lnTo>
                    <a:pt x="373920" y="843734"/>
                  </a:lnTo>
                  <a:lnTo>
                    <a:pt x="326224" y="835402"/>
                  </a:lnTo>
                  <a:lnTo>
                    <a:pt x="280520" y="821905"/>
                  </a:lnTo>
                  <a:lnTo>
                    <a:pt x="237125" y="803558"/>
                  </a:lnTo>
                  <a:lnTo>
                    <a:pt x="196356" y="780681"/>
                  </a:lnTo>
                  <a:lnTo>
                    <a:pt x="158531" y="753591"/>
                  </a:lnTo>
                  <a:lnTo>
                    <a:pt x="123967" y="722604"/>
                  </a:lnTo>
                  <a:lnTo>
                    <a:pt x="92982" y="688039"/>
                  </a:lnTo>
                  <a:lnTo>
                    <a:pt x="65893" y="650214"/>
                  </a:lnTo>
                  <a:lnTo>
                    <a:pt x="43018" y="609445"/>
                  </a:lnTo>
                  <a:lnTo>
                    <a:pt x="24674" y="566051"/>
                  </a:lnTo>
                  <a:lnTo>
                    <a:pt x="11177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50813" y="5684520"/>
              <a:ext cx="1812925" cy="847090"/>
            </a:xfrm>
            <a:custGeom>
              <a:avLst/>
              <a:gdLst/>
              <a:ahLst/>
              <a:cxnLst/>
              <a:rect l="l" t="t" r="r" b="b"/>
              <a:pathLst>
                <a:path w="1812925" h="847090">
                  <a:moveTo>
                    <a:pt x="966215" y="423290"/>
                  </a:moveTo>
                  <a:lnTo>
                    <a:pt x="969063" y="373925"/>
                  </a:lnTo>
                  <a:lnTo>
                    <a:pt x="977393" y="326232"/>
                  </a:lnTo>
                  <a:lnTo>
                    <a:pt x="990890" y="280530"/>
                  </a:lnTo>
                  <a:lnTo>
                    <a:pt x="1009234" y="237136"/>
                  </a:lnTo>
                  <a:lnTo>
                    <a:pt x="1032109" y="196367"/>
                  </a:lnTo>
                  <a:lnTo>
                    <a:pt x="1059198" y="158542"/>
                  </a:lnTo>
                  <a:lnTo>
                    <a:pt x="1090183" y="123977"/>
                  </a:lnTo>
                  <a:lnTo>
                    <a:pt x="1124747" y="92990"/>
                  </a:lnTo>
                  <a:lnTo>
                    <a:pt x="1162572" y="65900"/>
                  </a:lnTo>
                  <a:lnTo>
                    <a:pt x="1203341" y="43023"/>
                  </a:lnTo>
                  <a:lnTo>
                    <a:pt x="1246736" y="24676"/>
                  </a:lnTo>
                  <a:lnTo>
                    <a:pt x="1292440" y="11179"/>
                  </a:lnTo>
                  <a:lnTo>
                    <a:pt x="1340136" y="2847"/>
                  </a:lnTo>
                  <a:lnTo>
                    <a:pt x="1389507" y="0"/>
                  </a:lnTo>
                  <a:lnTo>
                    <a:pt x="1438877" y="2847"/>
                  </a:lnTo>
                  <a:lnTo>
                    <a:pt x="1486573" y="11179"/>
                  </a:lnTo>
                  <a:lnTo>
                    <a:pt x="1532277" y="24676"/>
                  </a:lnTo>
                  <a:lnTo>
                    <a:pt x="1575672" y="43023"/>
                  </a:lnTo>
                  <a:lnTo>
                    <a:pt x="1616441" y="65900"/>
                  </a:lnTo>
                  <a:lnTo>
                    <a:pt x="1654266" y="92990"/>
                  </a:lnTo>
                  <a:lnTo>
                    <a:pt x="1688830" y="123977"/>
                  </a:lnTo>
                  <a:lnTo>
                    <a:pt x="1719815" y="158542"/>
                  </a:lnTo>
                  <a:lnTo>
                    <a:pt x="1746904" y="196367"/>
                  </a:lnTo>
                  <a:lnTo>
                    <a:pt x="1769779" y="237136"/>
                  </a:lnTo>
                  <a:lnTo>
                    <a:pt x="1788123" y="280530"/>
                  </a:lnTo>
                  <a:lnTo>
                    <a:pt x="1801620" y="326232"/>
                  </a:lnTo>
                  <a:lnTo>
                    <a:pt x="1809950" y="373925"/>
                  </a:lnTo>
                  <a:lnTo>
                    <a:pt x="1812797" y="423290"/>
                  </a:lnTo>
                  <a:lnTo>
                    <a:pt x="1809950" y="472656"/>
                  </a:lnTo>
                  <a:lnTo>
                    <a:pt x="1801620" y="520349"/>
                  </a:lnTo>
                  <a:lnTo>
                    <a:pt x="1788123" y="566051"/>
                  </a:lnTo>
                  <a:lnTo>
                    <a:pt x="1769779" y="609445"/>
                  </a:lnTo>
                  <a:lnTo>
                    <a:pt x="1746904" y="650214"/>
                  </a:lnTo>
                  <a:lnTo>
                    <a:pt x="1719815" y="688039"/>
                  </a:lnTo>
                  <a:lnTo>
                    <a:pt x="1688830" y="722604"/>
                  </a:lnTo>
                  <a:lnTo>
                    <a:pt x="1654266" y="753591"/>
                  </a:lnTo>
                  <a:lnTo>
                    <a:pt x="1616441" y="780681"/>
                  </a:lnTo>
                  <a:lnTo>
                    <a:pt x="1575672" y="803558"/>
                  </a:lnTo>
                  <a:lnTo>
                    <a:pt x="1532277" y="821905"/>
                  </a:lnTo>
                  <a:lnTo>
                    <a:pt x="1486573" y="835402"/>
                  </a:lnTo>
                  <a:lnTo>
                    <a:pt x="1438877" y="843734"/>
                  </a:lnTo>
                  <a:lnTo>
                    <a:pt x="1389507" y="846581"/>
                  </a:lnTo>
                  <a:lnTo>
                    <a:pt x="1340136" y="843734"/>
                  </a:lnTo>
                  <a:lnTo>
                    <a:pt x="1292440" y="835402"/>
                  </a:lnTo>
                  <a:lnTo>
                    <a:pt x="1246736" y="821905"/>
                  </a:lnTo>
                  <a:lnTo>
                    <a:pt x="1203341" y="803558"/>
                  </a:lnTo>
                  <a:lnTo>
                    <a:pt x="1162572" y="780681"/>
                  </a:lnTo>
                  <a:lnTo>
                    <a:pt x="1124747" y="753591"/>
                  </a:lnTo>
                  <a:lnTo>
                    <a:pt x="1090183" y="722604"/>
                  </a:lnTo>
                  <a:lnTo>
                    <a:pt x="1059198" y="688039"/>
                  </a:lnTo>
                  <a:lnTo>
                    <a:pt x="1032109" y="650214"/>
                  </a:lnTo>
                  <a:lnTo>
                    <a:pt x="1009234" y="609445"/>
                  </a:lnTo>
                  <a:lnTo>
                    <a:pt x="990890" y="566051"/>
                  </a:lnTo>
                  <a:lnTo>
                    <a:pt x="977393" y="520349"/>
                  </a:lnTo>
                  <a:lnTo>
                    <a:pt x="969063" y="472656"/>
                  </a:lnTo>
                  <a:lnTo>
                    <a:pt x="966215" y="423290"/>
                  </a:lnTo>
                  <a:close/>
                </a:path>
                <a:path w="1812925" h="847090">
                  <a:moveTo>
                    <a:pt x="0" y="423671"/>
                  </a:moveTo>
                  <a:lnTo>
                    <a:pt x="965835" y="42367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1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1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1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0" y="0"/>
                  </a:moveTo>
                  <a:lnTo>
                    <a:pt x="373920" y="2847"/>
                  </a:lnTo>
                  <a:lnTo>
                    <a:pt x="326224" y="11177"/>
                  </a:lnTo>
                  <a:lnTo>
                    <a:pt x="280520" y="24674"/>
                  </a:lnTo>
                  <a:lnTo>
                    <a:pt x="237125" y="43018"/>
                  </a:lnTo>
                  <a:lnTo>
                    <a:pt x="196356" y="65893"/>
                  </a:lnTo>
                  <a:lnTo>
                    <a:pt x="158531" y="92982"/>
                  </a:lnTo>
                  <a:lnTo>
                    <a:pt x="123967" y="123967"/>
                  </a:lnTo>
                  <a:lnTo>
                    <a:pt x="92982" y="158531"/>
                  </a:lnTo>
                  <a:lnTo>
                    <a:pt x="65893" y="196356"/>
                  </a:lnTo>
                  <a:lnTo>
                    <a:pt x="43018" y="237125"/>
                  </a:lnTo>
                  <a:lnTo>
                    <a:pt x="24674" y="280520"/>
                  </a:lnTo>
                  <a:lnTo>
                    <a:pt x="11177" y="326224"/>
                  </a:lnTo>
                  <a:lnTo>
                    <a:pt x="2847" y="373920"/>
                  </a:lnTo>
                  <a:lnTo>
                    <a:pt x="0" y="423291"/>
                  </a:lnTo>
                  <a:lnTo>
                    <a:pt x="2847" y="472661"/>
                  </a:lnTo>
                  <a:lnTo>
                    <a:pt x="11177" y="520357"/>
                  </a:lnTo>
                  <a:lnTo>
                    <a:pt x="24674" y="566061"/>
                  </a:lnTo>
                  <a:lnTo>
                    <a:pt x="43018" y="609456"/>
                  </a:lnTo>
                  <a:lnTo>
                    <a:pt x="65893" y="650225"/>
                  </a:lnTo>
                  <a:lnTo>
                    <a:pt x="92982" y="688050"/>
                  </a:lnTo>
                  <a:lnTo>
                    <a:pt x="123967" y="722614"/>
                  </a:lnTo>
                  <a:lnTo>
                    <a:pt x="158531" y="753599"/>
                  </a:lnTo>
                  <a:lnTo>
                    <a:pt x="196356" y="780688"/>
                  </a:lnTo>
                  <a:lnTo>
                    <a:pt x="237125" y="803563"/>
                  </a:lnTo>
                  <a:lnTo>
                    <a:pt x="280520" y="821907"/>
                  </a:lnTo>
                  <a:lnTo>
                    <a:pt x="326224" y="835404"/>
                  </a:lnTo>
                  <a:lnTo>
                    <a:pt x="373920" y="843734"/>
                  </a:lnTo>
                  <a:lnTo>
                    <a:pt x="423290" y="846582"/>
                  </a:lnTo>
                  <a:lnTo>
                    <a:pt x="472661" y="843734"/>
                  </a:lnTo>
                  <a:lnTo>
                    <a:pt x="520357" y="835404"/>
                  </a:lnTo>
                  <a:lnTo>
                    <a:pt x="566061" y="821907"/>
                  </a:lnTo>
                  <a:lnTo>
                    <a:pt x="609456" y="803563"/>
                  </a:lnTo>
                  <a:lnTo>
                    <a:pt x="650225" y="780688"/>
                  </a:lnTo>
                  <a:lnTo>
                    <a:pt x="688050" y="753599"/>
                  </a:lnTo>
                  <a:lnTo>
                    <a:pt x="722614" y="722614"/>
                  </a:lnTo>
                  <a:lnTo>
                    <a:pt x="753599" y="688050"/>
                  </a:lnTo>
                  <a:lnTo>
                    <a:pt x="780688" y="650225"/>
                  </a:lnTo>
                  <a:lnTo>
                    <a:pt x="803563" y="609456"/>
                  </a:lnTo>
                  <a:lnTo>
                    <a:pt x="821907" y="566061"/>
                  </a:lnTo>
                  <a:lnTo>
                    <a:pt x="835404" y="520357"/>
                  </a:lnTo>
                  <a:lnTo>
                    <a:pt x="843734" y="472661"/>
                  </a:lnTo>
                  <a:lnTo>
                    <a:pt x="846581" y="423291"/>
                  </a:lnTo>
                  <a:lnTo>
                    <a:pt x="843734" y="373920"/>
                  </a:lnTo>
                  <a:lnTo>
                    <a:pt x="835404" y="326224"/>
                  </a:lnTo>
                  <a:lnTo>
                    <a:pt x="821907" y="280520"/>
                  </a:lnTo>
                  <a:lnTo>
                    <a:pt x="803563" y="237125"/>
                  </a:lnTo>
                  <a:lnTo>
                    <a:pt x="780688" y="196356"/>
                  </a:lnTo>
                  <a:lnTo>
                    <a:pt x="753599" y="158531"/>
                  </a:lnTo>
                  <a:lnTo>
                    <a:pt x="722614" y="123967"/>
                  </a:lnTo>
                  <a:lnTo>
                    <a:pt x="688050" y="92982"/>
                  </a:lnTo>
                  <a:lnTo>
                    <a:pt x="650225" y="65893"/>
                  </a:lnTo>
                  <a:lnTo>
                    <a:pt x="609456" y="43018"/>
                  </a:lnTo>
                  <a:lnTo>
                    <a:pt x="566061" y="24674"/>
                  </a:lnTo>
                  <a:lnTo>
                    <a:pt x="520357" y="11177"/>
                  </a:lnTo>
                  <a:lnTo>
                    <a:pt x="472661" y="2847"/>
                  </a:lnTo>
                  <a:lnTo>
                    <a:pt x="4232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0"/>
                  </a:lnTo>
                  <a:lnTo>
                    <a:pt x="11177" y="326224"/>
                  </a:lnTo>
                  <a:lnTo>
                    <a:pt x="24674" y="280520"/>
                  </a:lnTo>
                  <a:lnTo>
                    <a:pt x="43018" y="237125"/>
                  </a:lnTo>
                  <a:lnTo>
                    <a:pt x="65893" y="196356"/>
                  </a:lnTo>
                  <a:lnTo>
                    <a:pt x="92982" y="158531"/>
                  </a:lnTo>
                  <a:lnTo>
                    <a:pt x="123967" y="123967"/>
                  </a:lnTo>
                  <a:lnTo>
                    <a:pt x="158531" y="92982"/>
                  </a:lnTo>
                  <a:lnTo>
                    <a:pt x="196356" y="65893"/>
                  </a:lnTo>
                  <a:lnTo>
                    <a:pt x="237125" y="43018"/>
                  </a:lnTo>
                  <a:lnTo>
                    <a:pt x="280520" y="24674"/>
                  </a:lnTo>
                  <a:lnTo>
                    <a:pt x="326224" y="11177"/>
                  </a:lnTo>
                  <a:lnTo>
                    <a:pt x="373920" y="2847"/>
                  </a:lnTo>
                  <a:lnTo>
                    <a:pt x="423290" y="0"/>
                  </a:lnTo>
                  <a:lnTo>
                    <a:pt x="472661" y="2847"/>
                  </a:lnTo>
                  <a:lnTo>
                    <a:pt x="520357" y="11177"/>
                  </a:lnTo>
                  <a:lnTo>
                    <a:pt x="566061" y="24674"/>
                  </a:lnTo>
                  <a:lnTo>
                    <a:pt x="609456" y="43018"/>
                  </a:lnTo>
                  <a:lnTo>
                    <a:pt x="650225" y="65893"/>
                  </a:lnTo>
                  <a:lnTo>
                    <a:pt x="688050" y="92982"/>
                  </a:lnTo>
                  <a:lnTo>
                    <a:pt x="722614" y="123967"/>
                  </a:lnTo>
                  <a:lnTo>
                    <a:pt x="753599" y="158531"/>
                  </a:lnTo>
                  <a:lnTo>
                    <a:pt x="780688" y="196356"/>
                  </a:lnTo>
                  <a:lnTo>
                    <a:pt x="803563" y="237125"/>
                  </a:lnTo>
                  <a:lnTo>
                    <a:pt x="821907" y="280520"/>
                  </a:lnTo>
                  <a:lnTo>
                    <a:pt x="835404" y="326224"/>
                  </a:lnTo>
                  <a:lnTo>
                    <a:pt x="843734" y="373920"/>
                  </a:lnTo>
                  <a:lnTo>
                    <a:pt x="846581" y="423291"/>
                  </a:lnTo>
                  <a:lnTo>
                    <a:pt x="843734" y="472661"/>
                  </a:lnTo>
                  <a:lnTo>
                    <a:pt x="835404" y="520357"/>
                  </a:lnTo>
                  <a:lnTo>
                    <a:pt x="821907" y="566061"/>
                  </a:lnTo>
                  <a:lnTo>
                    <a:pt x="803563" y="609456"/>
                  </a:lnTo>
                  <a:lnTo>
                    <a:pt x="780688" y="650225"/>
                  </a:lnTo>
                  <a:lnTo>
                    <a:pt x="753599" y="688050"/>
                  </a:lnTo>
                  <a:lnTo>
                    <a:pt x="722614" y="722614"/>
                  </a:lnTo>
                  <a:lnTo>
                    <a:pt x="688050" y="753599"/>
                  </a:lnTo>
                  <a:lnTo>
                    <a:pt x="650225" y="780688"/>
                  </a:lnTo>
                  <a:lnTo>
                    <a:pt x="609456" y="803563"/>
                  </a:lnTo>
                  <a:lnTo>
                    <a:pt x="566061" y="821907"/>
                  </a:lnTo>
                  <a:lnTo>
                    <a:pt x="520357" y="835404"/>
                  </a:lnTo>
                  <a:lnTo>
                    <a:pt x="472661" y="843734"/>
                  </a:lnTo>
                  <a:lnTo>
                    <a:pt x="423290" y="846582"/>
                  </a:lnTo>
                  <a:lnTo>
                    <a:pt x="373920" y="843734"/>
                  </a:lnTo>
                  <a:lnTo>
                    <a:pt x="326224" y="835404"/>
                  </a:lnTo>
                  <a:lnTo>
                    <a:pt x="280520" y="821907"/>
                  </a:lnTo>
                  <a:lnTo>
                    <a:pt x="237125" y="803563"/>
                  </a:lnTo>
                  <a:lnTo>
                    <a:pt x="196356" y="780688"/>
                  </a:lnTo>
                  <a:lnTo>
                    <a:pt x="158531" y="753599"/>
                  </a:lnTo>
                  <a:lnTo>
                    <a:pt x="123967" y="722614"/>
                  </a:lnTo>
                  <a:lnTo>
                    <a:pt x="92982" y="688050"/>
                  </a:lnTo>
                  <a:lnTo>
                    <a:pt x="65893" y="650225"/>
                  </a:lnTo>
                  <a:lnTo>
                    <a:pt x="43018" y="609456"/>
                  </a:lnTo>
                  <a:lnTo>
                    <a:pt x="24674" y="566061"/>
                  </a:lnTo>
                  <a:lnTo>
                    <a:pt x="11177" y="520357"/>
                  </a:lnTo>
                  <a:lnTo>
                    <a:pt x="2847" y="472661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39939" y="4719066"/>
              <a:ext cx="2235835" cy="1812289"/>
            </a:xfrm>
            <a:custGeom>
              <a:avLst/>
              <a:gdLst/>
              <a:ahLst/>
              <a:cxnLst/>
              <a:rect l="l" t="t" r="r" b="b"/>
              <a:pathLst>
                <a:path w="2235834" h="1812289">
                  <a:moveTo>
                    <a:pt x="1389126" y="1388744"/>
                  </a:moveTo>
                  <a:lnTo>
                    <a:pt x="1391973" y="1339379"/>
                  </a:lnTo>
                  <a:lnTo>
                    <a:pt x="1400303" y="1291686"/>
                  </a:lnTo>
                  <a:lnTo>
                    <a:pt x="1413800" y="1245984"/>
                  </a:lnTo>
                  <a:lnTo>
                    <a:pt x="1432144" y="1202590"/>
                  </a:lnTo>
                  <a:lnTo>
                    <a:pt x="1455019" y="1161821"/>
                  </a:lnTo>
                  <a:lnTo>
                    <a:pt x="1482108" y="1123996"/>
                  </a:lnTo>
                  <a:lnTo>
                    <a:pt x="1513093" y="1089431"/>
                  </a:lnTo>
                  <a:lnTo>
                    <a:pt x="1547657" y="1058444"/>
                  </a:lnTo>
                  <a:lnTo>
                    <a:pt x="1585482" y="1031354"/>
                  </a:lnTo>
                  <a:lnTo>
                    <a:pt x="1626251" y="1008477"/>
                  </a:lnTo>
                  <a:lnTo>
                    <a:pt x="1669646" y="990130"/>
                  </a:lnTo>
                  <a:lnTo>
                    <a:pt x="1715350" y="976633"/>
                  </a:lnTo>
                  <a:lnTo>
                    <a:pt x="1763046" y="968301"/>
                  </a:lnTo>
                  <a:lnTo>
                    <a:pt x="1812416" y="965453"/>
                  </a:lnTo>
                  <a:lnTo>
                    <a:pt x="1861787" y="968301"/>
                  </a:lnTo>
                  <a:lnTo>
                    <a:pt x="1909483" y="976633"/>
                  </a:lnTo>
                  <a:lnTo>
                    <a:pt x="1955187" y="990130"/>
                  </a:lnTo>
                  <a:lnTo>
                    <a:pt x="1998582" y="1008477"/>
                  </a:lnTo>
                  <a:lnTo>
                    <a:pt x="2039351" y="1031354"/>
                  </a:lnTo>
                  <a:lnTo>
                    <a:pt x="2077176" y="1058444"/>
                  </a:lnTo>
                  <a:lnTo>
                    <a:pt x="2111740" y="1089431"/>
                  </a:lnTo>
                  <a:lnTo>
                    <a:pt x="2142725" y="1123996"/>
                  </a:lnTo>
                  <a:lnTo>
                    <a:pt x="2169814" y="1161821"/>
                  </a:lnTo>
                  <a:lnTo>
                    <a:pt x="2192689" y="1202590"/>
                  </a:lnTo>
                  <a:lnTo>
                    <a:pt x="2211033" y="1245984"/>
                  </a:lnTo>
                  <a:lnTo>
                    <a:pt x="2224530" y="1291686"/>
                  </a:lnTo>
                  <a:lnTo>
                    <a:pt x="2232860" y="1339379"/>
                  </a:lnTo>
                  <a:lnTo>
                    <a:pt x="2235707" y="1388744"/>
                  </a:lnTo>
                  <a:lnTo>
                    <a:pt x="2232860" y="1438110"/>
                  </a:lnTo>
                  <a:lnTo>
                    <a:pt x="2224530" y="1485803"/>
                  </a:lnTo>
                  <a:lnTo>
                    <a:pt x="2211033" y="1531505"/>
                  </a:lnTo>
                  <a:lnTo>
                    <a:pt x="2192689" y="1574899"/>
                  </a:lnTo>
                  <a:lnTo>
                    <a:pt x="2169814" y="1615668"/>
                  </a:lnTo>
                  <a:lnTo>
                    <a:pt x="2142725" y="1653493"/>
                  </a:lnTo>
                  <a:lnTo>
                    <a:pt x="2111740" y="1688058"/>
                  </a:lnTo>
                  <a:lnTo>
                    <a:pt x="2077176" y="1719045"/>
                  </a:lnTo>
                  <a:lnTo>
                    <a:pt x="2039351" y="1746135"/>
                  </a:lnTo>
                  <a:lnTo>
                    <a:pt x="1998582" y="1769012"/>
                  </a:lnTo>
                  <a:lnTo>
                    <a:pt x="1955187" y="1787359"/>
                  </a:lnTo>
                  <a:lnTo>
                    <a:pt x="1909483" y="1800856"/>
                  </a:lnTo>
                  <a:lnTo>
                    <a:pt x="1861787" y="1809188"/>
                  </a:lnTo>
                  <a:lnTo>
                    <a:pt x="1812416" y="1812035"/>
                  </a:lnTo>
                  <a:lnTo>
                    <a:pt x="1763046" y="1809188"/>
                  </a:lnTo>
                  <a:lnTo>
                    <a:pt x="1715350" y="1800856"/>
                  </a:lnTo>
                  <a:lnTo>
                    <a:pt x="1669646" y="1787359"/>
                  </a:lnTo>
                  <a:lnTo>
                    <a:pt x="1626251" y="1769012"/>
                  </a:lnTo>
                  <a:lnTo>
                    <a:pt x="1585482" y="1746135"/>
                  </a:lnTo>
                  <a:lnTo>
                    <a:pt x="1547657" y="1719045"/>
                  </a:lnTo>
                  <a:lnTo>
                    <a:pt x="1513093" y="1688058"/>
                  </a:lnTo>
                  <a:lnTo>
                    <a:pt x="1482108" y="1653493"/>
                  </a:lnTo>
                  <a:lnTo>
                    <a:pt x="1455019" y="1615668"/>
                  </a:lnTo>
                  <a:lnTo>
                    <a:pt x="1432144" y="1574899"/>
                  </a:lnTo>
                  <a:lnTo>
                    <a:pt x="1413800" y="1531505"/>
                  </a:lnTo>
                  <a:lnTo>
                    <a:pt x="1400303" y="1485803"/>
                  </a:lnTo>
                  <a:lnTo>
                    <a:pt x="1391973" y="1438110"/>
                  </a:lnTo>
                  <a:lnTo>
                    <a:pt x="1389126" y="1388744"/>
                  </a:lnTo>
                  <a:close/>
                </a:path>
                <a:path w="2235834" h="1812289">
                  <a:moveTo>
                    <a:pt x="1513331" y="0"/>
                  </a:moveTo>
                  <a:lnTo>
                    <a:pt x="299465" y="1089748"/>
                  </a:lnTo>
                </a:path>
                <a:path w="2235834" h="1812289">
                  <a:moveTo>
                    <a:pt x="1812798" y="965238"/>
                  </a:moveTo>
                  <a:lnTo>
                    <a:pt x="1812798" y="123443"/>
                  </a:lnTo>
                </a:path>
                <a:path w="2235834" h="1812289">
                  <a:moveTo>
                    <a:pt x="423671" y="1389125"/>
                  </a:moveTo>
                  <a:lnTo>
                    <a:pt x="1389506" y="1389125"/>
                  </a:lnTo>
                </a:path>
                <a:path w="2235834" h="1812289">
                  <a:moveTo>
                    <a:pt x="0" y="965238"/>
                  </a:moveTo>
                  <a:lnTo>
                    <a:pt x="0" y="123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08015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5471" y="3293668"/>
            <a:ext cx="238760" cy="1343025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925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38847" y="3295955"/>
            <a:ext cx="2298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51392" y="3295955"/>
            <a:ext cx="242570" cy="1338580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05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64328" y="5700318"/>
            <a:ext cx="249554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58419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85058" y="5700318"/>
            <a:ext cx="232410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94397" y="5700318"/>
            <a:ext cx="24447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5334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51392" y="5700318"/>
            <a:ext cx="212725" cy="12192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134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79425" y="749554"/>
          <a:ext cx="8311512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3829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𝒑𝒓𝒆𝒅[</a:t>
                      </a:r>
                      <a:r>
                        <a:rPr sz="2800" spc="-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𝑵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4178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latin typeface="Cambria Math"/>
                          <a:cs typeface="Cambria Math"/>
                        </a:rPr>
                        <a:t>𝒅𝒊𝒔𝒕[</a:t>
                      </a:r>
                      <a:r>
                        <a:rPr sz="2800" spc="-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0">
                          <a:latin typeface="Cambria Math"/>
                          <a:cs typeface="Cambria Math"/>
                        </a:rPr>
                        <a:t>]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𝟎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𝟏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𝟐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486155" y="4930140"/>
            <a:ext cx="2834640" cy="7543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52400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1200"/>
              </a:spcBef>
            </a:pP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r>
              <a:rPr sz="2800" spc="1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6</a:t>
            </a:r>
            <a:r>
              <a:rPr sz="2800" spc="1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r>
              <a:rPr sz="2800" spc="1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FFFF"/>
                </a:solidFill>
                <a:latin typeface="Cambria Math"/>
                <a:cs typeface="Cambria Math"/>
              </a:rPr>
              <a:t>4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6155" y="2412492"/>
            <a:ext cx="6045200" cy="7537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0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无权图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𝑮</a:t>
            </a: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中，源点</a:t>
            </a:r>
            <a:r>
              <a:rPr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到顶点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的最短路径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70754" y="4413503"/>
            <a:ext cx="3259454" cy="1409700"/>
          </a:xfrm>
          <a:custGeom>
            <a:avLst/>
            <a:gdLst/>
            <a:ahLst/>
            <a:cxnLst/>
            <a:rect l="l" t="t" r="r" b="b"/>
            <a:pathLst>
              <a:path w="3259454" h="1409700">
                <a:moveTo>
                  <a:pt x="114300" y="1156462"/>
                </a:moveTo>
                <a:lnTo>
                  <a:pt x="76200" y="1156462"/>
                </a:lnTo>
                <a:lnTo>
                  <a:pt x="76200" y="429006"/>
                </a:lnTo>
                <a:lnTo>
                  <a:pt x="38100" y="429006"/>
                </a:lnTo>
                <a:lnTo>
                  <a:pt x="38100" y="1156462"/>
                </a:lnTo>
                <a:lnTo>
                  <a:pt x="0" y="1156462"/>
                </a:lnTo>
                <a:lnTo>
                  <a:pt x="57150" y="1270800"/>
                </a:lnTo>
                <a:lnTo>
                  <a:pt x="104749" y="1175550"/>
                </a:lnTo>
                <a:lnTo>
                  <a:pt x="114300" y="1156462"/>
                </a:lnTo>
                <a:close/>
              </a:path>
              <a:path w="3259454" h="1409700">
                <a:moveTo>
                  <a:pt x="1570355" y="305562"/>
                </a:moveTo>
                <a:lnTo>
                  <a:pt x="1447292" y="339852"/>
                </a:lnTo>
                <a:lnTo>
                  <a:pt x="1472844" y="368084"/>
                </a:lnTo>
                <a:lnTo>
                  <a:pt x="352933" y="1381188"/>
                </a:lnTo>
                <a:lnTo>
                  <a:pt x="378587" y="1409446"/>
                </a:lnTo>
                <a:lnTo>
                  <a:pt x="1498371" y="396278"/>
                </a:lnTo>
                <a:lnTo>
                  <a:pt x="1524000" y="424561"/>
                </a:lnTo>
                <a:lnTo>
                  <a:pt x="1550949" y="355346"/>
                </a:lnTo>
                <a:lnTo>
                  <a:pt x="1570355" y="305562"/>
                </a:lnTo>
                <a:close/>
              </a:path>
              <a:path w="3259454" h="1409700">
                <a:moveTo>
                  <a:pt x="3258947" y="57150"/>
                </a:moveTo>
                <a:lnTo>
                  <a:pt x="3220847" y="38100"/>
                </a:lnTo>
                <a:lnTo>
                  <a:pt x="3144647" y="0"/>
                </a:lnTo>
                <a:lnTo>
                  <a:pt x="3144647" y="38100"/>
                </a:lnTo>
                <a:lnTo>
                  <a:pt x="2281428" y="38100"/>
                </a:lnTo>
                <a:lnTo>
                  <a:pt x="2281428" y="76200"/>
                </a:lnTo>
                <a:lnTo>
                  <a:pt x="3144647" y="76200"/>
                </a:lnTo>
                <a:lnTo>
                  <a:pt x="3144647" y="114300"/>
                </a:lnTo>
                <a:lnTo>
                  <a:pt x="3220847" y="76200"/>
                </a:lnTo>
                <a:lnTo>
                  <a:pt x="3258947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">
            <a:extLst>
              <a:ext uri="{FF2B5EF4-FFF2-40B4-BE49-F238E27FC236}">
                <a16:creationId xmlns:a16="http://schemas.microsoft.com/office/drawing/2014/main" id="{2A40F4C8-8B87-F145-B30E-A8F8CEFB7A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660" y="62253"/>
            <a:ext cx="584428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相关应用：最短路</a:t>
            </a:r>
            <a:r>
              <a:rPr sz="3600"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径</a:t>
            </a:r>
            <a:endParaRPr sz="3600"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660" y="855128"/>
            <a:ext cx="4071620" cy="1157368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1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spc="-10" dirty="0" err="1">
                <a:latin typeface="PMingLiU"/>
                <a:cs typeface="PMingLiU"/>
              </a:rPr>
              <a:t>广度优先搜索</a:t>
            </a:r>
            <a:endParaRPr sz="2800" dirty="0">
              <a:latin typeface="PMingLiU"/>
              <a:cs typeface="PMingLiU"/>
            </a:endParaRPr>
          </a:p>
          <a:p>
            <a:pPr marL="70548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5485" algn="l"/>
                <a:tab pos="706120" algn="l"/>
              </a:tabLst>
            </a:pPr>
            <a:r>
              <a:rPr sz="2400" spc="-5" dirty="0" err="1">
                <a:latin typeface="PMingLiU"/>
                <a:cs typeface="PMingLiU"/>
              </a:rPr>
              <a:t>算法核心思想：逐层扩散</a:t>
            </a:r>
            <a:endParaRPr sz="2400" dirty="0">
              <a:latin typeface="PMingLiU"/>
              <a:cs typeface="PMingLiU"/>
            </a:endParaRP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5725116" y="1647994"/>
            <a:ext cx="2620858" cy="14300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/>
          <a:stretch>
            <a:fillRect/>
          </a:stretch>
        </p:blipFill>
        <p:spPr>
          <a:xfrm>
            <a:off x="3825240" y="1943100"/>
            <a:ext cx="1572767" cy="14859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89346DD-28C5-8144-9E83-0AF49204B288}"/>
              </a:ext>
            </a:extLst>
          </p:cNvPr>
          <p:cNvSpPr txBox="1"/>
          <p:nvPr/>
        </p:nvSpPr>
        <p:spPr>
          <a:xfrm>
            <a:off x="1238690" y="161853"/>
            <a:ext cx="1153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769" y="1013033"/>
            <a:ext cx="40703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>
                <a:latin typeface="PMingLiU"/>
                <a:cs typeface="PMingLiU"/>
              </a:rPr>
              <a:t>算法核心思想：逐层扩散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192" y="3813728"/>
            <a:ext cx="6591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>
                <a:latin typeface="PMingLiU"/>
                <a:cs typeface="PMingLiU"/>
              </a:rPr>
              <a:t>算法运行时间：</a:t>
            </a:r>
            <a:r>
              <a:rPr sz="2400">
                <a:latin typeface="Cambria Math"/>
                <a:cs typeface="Cambria Math"/>
              </a:rPr>
              <a:t>𝑶(|𝑽| + |𝑬|)</a:t>
            </a:r>
            <a:r>
              <a:rPr sz="2400" b="1">
                <a:latin typeface="微软雅黑"/>
                <a:cs typeface="微软雅黑"/>
              </a:rPr>
              <a:t>，</a:t>
            </a:r>
            <a:r>
              <a:rPr sz="2400">
                <a:latin typeface="PMingLiU"/>
                <a:cs typeface="PMingLiU"/>
              </a:rPr>
              <a:t>简记为</a:t>
            </a:r>
            <a:r>
              <a:rPr sz="2400">
                <a:latin typeface="Cambria Math"/>
                <a:cs typeface="Cambria Math"/>
              </a:rPr>
              <a:t>𝑶(𝑽</a:t>
            </a:r>
            <a:r>
              <a:rPr sz="2400" spc="5">
                <a:latin typeface="Cambria Math"/>
                <a:cs typeface="Cambria Math"/>
              </a:rPr>
              <a:t> + </a:t>
            </a:r>
            <a:r>
              <a:rPr sz="2400" spc="-25">
                <a:latin typeface="Cambria Math"/>
                <a:cs typeface="Cambria Math"/>
              </a:rPr>
              <a:t>𝑬)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5799545" y="1977605"/>
            <a:ext cx="2620858" cy="14300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3911861" y="1938955"/>
            <a:ext cx="1572767" cy="14859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FECEE0B-7065-9644-AD7E-B79061FC006E}"/>
              </a:ext>
            </a:extLst>
          </p:cNvPr>
          <p:cNvSpPr txBox="1"/>
          <p:nvPr/>
        </p:nvSpPr>
        <p:spPr>
          <a:xfrm>
            <a:off x="1238690" y="161853"/>
            <a:ext cx="1153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402" y="864178"/>
            <a:ext cx="40703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>
                <a:latin typeface="PMingLiU"/>
                <a:cs typeface="PMingLiU"/>
              </a:rPr>
              <a:t>算法核心思想：逐层扩散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825" y="3664873"/>
            <a:ext cx="6591934" cy="122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>
                <a:latin typeface="PMingLiU"/>
                <a:cs typeface="PMingLiU"/>
              </a:rPr>
              <a:t>算法运行时间：</a:t>
            </a:r>
            <a:r>
              <a:rPr sz="2400">
                <a:latin typeface="Cambria Math"/>
                <a:cs typeface="Cambria Math"/>
              </a:rPr>
              <a:t>𝑶(|𝑽| + |𝑬|)</a:t>
            </a:r>
            <a:r>
              <a:rPr sz="2400" b="1">
                <a:latin typeface="微软雅黑"/>
                <a:cs typeface="微软雅黑"/>
              </a:rPr>
              <a:t>，</a:t>
            </a:r>
            <a:r>
              <a:rPr sz="2400">
                <a:latin typeface="PMingLiU"/>
                <a:cs typeface="PMingLiU"/>
              </a:rPr>
              <a:t>简记为</a:t>
            </a:r>
            <a:r>
              <a:rPr sz="2400">
                <a:latin typeface="Cambria Math"/>
                <a:cs typeface="Cambria Math"/>
              </a:rPr>
              <a:t>𝑶(𝑽</a:t>
            </a:r>
            <a:r>
              <a:rPr sz="2400" spc="5">
                <a:latin typeface="Cambria Math"/>
                <a:cs typeface="Cambria Math"/>
              </a:rPr>
              <a:t> + </a:t>
            </a:r>
            <a:r>
              <a:rPr sz="2400" spc="-25">
                <a:latin typeface="Cambria Math"/>
                <a:cs typeface="Cambria Math"/>
              </a:rPr>
              <a:t>𝑬)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buClr>
                <a:srgbClr val="DAB6FB"/>
              </a:buClr>
              <a:buFont typeface="Wingdings"/>
              <a:buChar char=""/>
            </a:pPr>
            <a:endParaRPr sz="3150">
              <a:latin typeface="Cambria Math"/>
              <a:cs typeface="Cambria Math"/>
            </a:endParaRPr>
          </a:p>
          <a:p>
            <a:pPr marL="360045" indent="-347980">
              <a:lnSpc>
                <a:spcPct val="100000"/>
              </a:lnSpc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spc="-5">
                <a:latin typeface="PMingLiU"/>
                <a:cs typeface="PMingLiU"/>
              </a:rPr>
              <a:t>算法相关应用：计算最短路径</a:t>
            </a:r>
            <a:endParaRPr sz="2400">
              <a:latin typeface="PMingLiU"/>
              <a:cs typeface="PMingLiU"/>
            </a:endParaRPr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5810178" y="1828750"/>
            <a:ext cx="2620858" cy="14300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3922494" y="1790100"/>
            <a:ext cx="1572767" cy="1485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4133626" y="5129226"/>
            <a:ext cx="4145198" cy="168473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1CEFF02-F274-4B4D-BBDE-29A7E183B7F3}"/>
              </a:ext>
            </a:extLst>
          </p:cNvPr>
          <p:cNvSpPr txBox="1"/>
          <p:nvPr/>
        </p:nvSpPr>
        <p:spPr>
          <a:xfrm>
            <a:off x="1238690" y="161853"/>
            <a:ext cx="1153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23396</TotalTime>
  <Words>2990</Words>
  <Application>Microsoft Macintosh PowerPoint</Application>
  <PresentationFormat>宽屏</PresentationFormat>
  <Paragraphs>2399</Paragraphs>
  <Slides>74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7" baseType="lpstr">
      <vt:lpstr>等线</vt:lpstr>
      <vt:lpstr>等线 Light</vt:lpstr>
      <vt:lpstr>方正大标宋简体</vt:lpstr>
      <vt:lpstr>方正清刻本悦宋简体</vt:lpstr>
      <vt:lpstr>SimSun</vt:lpstr>
      <vt:lpstr>微软雅黑</vt:lpstr>
      <vt:lpstr>PMingLiU</vt:lpstr>
      <vt:lpstr>Times New Roman Regular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算法思想：现象启发</vt:lpstr>
      <vt:lpstr>算法思想：现象启发</vt:lpstr>
      <vt:lpstr>算法思想：现象启发</vt:lpstr>
      <vt:lpstr>算法思想：现象启发</vt:lpstr>
      <vt:lpstr>算法思想：广度优先搜索</vt:lpstr>
      <vt:lpstr>算法思想：广度优先搜索</vt:lpstr>
      <vt:lpstr>算法思想：队列</vt:lpstr>
      <vt:lpstr>算法思想：广度优先搜索</vt:lpstr>
      <vt:lpstr>算法思想：广度优先搜索</vt:lpstr>
      <vt:lpstr>算法思想：广度优先搜索</vt:lpstr>
      <vt:lpstr>算法思想：广度优先搜索</vt:lpstr>
      <vt:lpstr>算法思想：广度优先搜索</vt:lpstr>
      <vt:lpstr>算法思想：广度优先搜索</vt:lpstr>
      <vt:lpstr>算法思想：广度优先搜索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广度优先树</vt:lpstr>
      <vt:lpstr>广度优先树</vt:lpstr>
      <vt:lpstr>广度优先树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相关应用：最短路径</vt:lpstr>
      <vt:lpstr>相关应用：最短路径</vt:lpstr>
      <vt:lpstr>相关应用：最短路径</vt:lpstr>
      <vt:lpstr>相关应用：最短路径</vt:lpstr>
      <vt:lpstr>相关应用：最短路径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1037</cp:revision>
  <dcterms:created xsi:type="dcterms:W3CDTF">2022-08-31T02:13:47Z</dcterms:created>
  <dcterms:modified xsi:type="dcterms:W3CDTF">2023-06-05T00:37:50Z</dcterms:modified>
</cp:coreProperties>
</file>