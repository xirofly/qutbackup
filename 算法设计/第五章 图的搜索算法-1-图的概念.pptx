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7"/>
  </p:notesMasterIdLst>
  <p:sldIdLst>
    <p:sldId id="395" r:id="rId2"/>
    <p:sldId id="259" r:id="rId3"/>
    <p:sldId id="436" r:id="rId4"/>
    <p:sldId id="260" r:id="rId5"/>
    <p:sldId id="261" r:id="rId6"/>
    <p:sldId id="262" r:id="rId7"/>
    <p:sldId id="264" r:id="rId8"/>
    <p:sldId id="266" r:id="rId9"/>
    <p:sldId id="268" r:id="rId10"/>
    <p:sldId id="271" r:id="rId11"/>
    <p:sldId id="437" r:id="rId12"/>
    <p:sldId id="273" r:id="rId13"/>
    <p:sldId id="438" r:id="rId14"/>
    <p:sldId id="276" r:id="rId15"/>
    <p:sldId id="278" r:id="rId16"/>
    <p:sldId id="439" r:id="rId17"/>
    <p:sldId id="440" r:id="rId18"/>
    <p:sldId id="441" r:id="rId19"/>
    <p:sldId id="442" r:id="rId20"/>
    <p:sldId id="443" r:id="rId21"/>
    <p:sldId id="286" r:id="rId22"/>
    <p:sldId id="287" r:id="rId23"/>
    <p:sldId id="288" r:id="rId24"/>
    <p:sldId id="289" r:id="rId25"/>
    <p:sldId id="290" r:id="rId26"/>
    <p:sldId id="291" r:id="rId27"/>
    <p:sldId id="292" r:id="rId28"/>
    <p:sldId id="293" r:id="rId29"/>
    <p:sldId id="294" r:id="rId30"/>
    <p:sldId id="295" r:id="rId31"/>
    <p:sldId id="296" r:id="rId32"/>
    <p:sldId id="297" r:id="rId33"/>
    <p:sldId id="298" r:id="rId34"/>
    <p:sldId id="299" r:id="rId35"/>
    <p:sldId id="304" r:id="rId36"/>
    <p:sldId id="307" r:id="rId37"/>
    <p:sldId id="308" r:id="rId38"/>
    <p:sldId id="309" r:id="rId39"/>
    <p:sldId id="310" r:id="rId40"/>
    <p:sldId id="311" r:id="rId41"/>
    <p:sldId id="312" r:id="rId42"/>
    <p:sldId id="313" r:id="rId43"/>
    <p:sldId id="314" r:id="rId44"/>
    <p:sldId id="315" r:id="rId45"/>
    <p:sldId id="316" r:id="rId46"/>
    <p:sldId id="317" r:id="rId47"/>
    <p:sldId id="318" r:id="rId48"/>
    <p:sldId id="319" r:id="rId49"/>
    <p:sldId id="322" r:id="rId50"/>
    <p:sldId id="324" r:id="rId51"/>
    <p:sldId id="444" r:id="rId52"/>
    <p:sldId id="445" r:id="rId53"/>
    <p:sldId id="446" r:id="rId54"/>
    <p:sldId id="447" r:id="rId55"/>
    <p:sldId id="334" r:id="rId5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307"/>
    <p:restoredTop sz="85613"/>
  </p:normalViewPr>
  <p:slideViewPr>
    <p:cSldViewPr snapToGrid="0" snapToObjects="1">
      <p:cViewPr varScale="1">
        <p:scale>
          <a:sx n="105" d="100"/>
          <a:sy n="105" d="100"/>
        </p:scale>
        <p:origin x="232" y="6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7A31A9-199E-0040-B421-36D8B674C3C2}" type="datetimeFigureOut">
              <a:rPr kumimoji="1" lang="zh-CN" altLang="en-US" smtClean="0"/>
              <a:t>2023/6/5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91ABD9-FA3A-ED42-B2DF-4A75A1E7DD1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200584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6B3782-2C2A-4249-98A3-D66C57BFD1C7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8AA5F0-770B-410C-90B7-ECBA0CF9027F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图论里面的经典问题， 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91ABD9-FA3A-ED42-B2DF-4A75A1E7DD15}" type="slidenum">
              <a:rPr kumimoji="1" lang="zh-CN" altLang="en-US" smtClean="0"/>
              <a:t>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795092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顶点，边。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91ABD9-FA3A-ED42-B2DF-4A75A1E7DD15}" type="slidenum">
              <a:rPr kumimoji="1" lang="zh-CN" altLang="en-US" smtClean="0"/>
              <a:t>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102028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证明了七桥问题不可能实现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91ABD9-FA3A-ED42-B2DF-4A75A1E7DD15}" type="slidenum">
              <a:rPr kumimoji="1" lang="zh-CN" altLang="en-US" smtClean="0"/>
              <a:t>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082167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在现实生活中处处可见，路由器，节点，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91ABD9-FA3A-ED42-B2DF-4A75A1E7DD15}" type="slidenum">
              <a:rPr kumimoji="1" lang="zh-CN" altLang="en-US" smtClean="0"/>
              <a:t>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245680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91ABD9-FA3A-ED42-B2DF-4A75A1E7DD15}" type="slidenum">
              <a:rPr kumimoji="1" lang="zh-CN" altLang="en-US" smtClean="0"/>
              <a:t>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995919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好友关系为边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91ABD9-FA3A-ED42-B2DF-4A75A1E7DD15}" type="slidenum">
              <a:rPr kumimoji="1" lang="zh-CN" altLang="en-US" smtClean="0"/>
              <a:t>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515680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相邻是从顶点之间的关系出发，关联是从边的角度出发，这条边将顶点</a:t>
            </a:r>
            <a:r>
              <a:rPr kumimoji="1" lang="en-US" altLang="zh-CN" dirty="0"/>
              <a:t>b</a:t>
            </a:r>
            <a:r>
              <a:rPr kumimoji="1" lang="zh-CN" altLang="en-US" dirty="0"/>
              <a:t>，</a:t>
            </a:r>
            <a:r>
              <a:rPr kumimoji="1" lang="en-US" altLang="zh-CN" dirty="0"/>
              <a:t>d</a:t>
            </a:r>
            <a:r>
              <a:rPr kumimoji="1" lang="zh-CN" altLang="en-US" dirty="0"/>
              <a:t>关联起来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91ABD9-FA3A-ED42-B2DF-4A75A1E7DD15}" type="slidenum">
              <a:rPr kumimoji="1" lang="zh-CN" altLang="en-US" smtClean="0"/>
              <a:t>14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247697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适用于矩阵比较稠密，几乎每两个顶点之间都存在边，只用</a:t>
            </a:r>
            <a:r>
              <a:rPr kumimoji="1" lang="en-US" altLang="zh-CN" dirty="0"/>
              <a:t>O</a:t>
            </a:r>
            <a:r>
              <a:rPr kumimoji="1" lang="zh-CN" altLang="en-US" dirty="0"/>
              <a:t>（</a:t>
            </a:r>
            <a:r>
              <a:rPr kumimoji="1" lang="en-US" altLang="zh-CN" dirty="0"/>
              <a:t>1</a:t>
            </a:r>
            <a:r>
              <a:rPr kumimoji="1" lang="zh-CN" altLang="en-US" dirty="0"/>
              <a:t>）的时间复杂度就可以取出！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91ABD9-FA3A-ED42-B2DF-4A75A1E7DD15}" type="slidenum">
              <a:rPr kumimoji="1" lang="zh-CN" altLang="en-US" smtClean="0"/>
              <a:t>54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50975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章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矩形 55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 descr="5"/>
          <p:cNvPicPr>
            <a:picLocks noChangeAspect="1"/>
          </p:cNvPicPr>
          <p:nvPr userDrawn="1"/>
        </p:nvPicPr>
        <p:blipFill>
          <a:blip r:embed="rId2">
            <a:alphaModFix amt="30000"/>
          </a:blip>
          <a:stretch>
            <a:fillRect/>
          </a:stretch>
        </p:blipFill>
        <p:spPr>
          <a:xfrm>
            <a:off x="-3822065" y="-434340"/>
            <a:ext cx="7726680" cy="7726680"/>
          </a:xfrm>
          <a:prstGeom prst="rect">
            <a:avLst/>
          </a:prstGeom>
        </p:spPr>
      </p:pic>
      <p:pic>
        <p:nvPicPr>
          <p:cNvPr id="3" name="图片 2" descr="5"/>
          <p:cNvPicPr>
            <a:picLocks noChangeAspect="1"/>
          </p:cNvPicPr>
          <p:nvPr userDrawn="1"/>
        </p:nvPicPr>
        <p:blipFill>
          <a:blip r:embed="rId2">
            <a:alphaModFix amt="30000"/>
          </a:blip>
          <a:stretch>
            <a:fillRect/>
          </a:stretch>
        </p:blipFill>
        <p:spPr>
          <a:xfrm>
            <a:off x="8355330" y="-434340"/>
            <a:ext cx="7726680" cy="7726680"/>
          </a:xfrm>
          <a:prstGeom prst="rect">
            <a:avLst/>
          </a:prstGeom>
        </p:spPr>
      </p:pic>
      <p:sp>
        <p:nvSpPr>
          <p:cNvPr id="9" name="任意多边形: 形状 8"/>
          <p:cNvSpPr/>
          <p:nvPr userDrawn="1"/>
        </p:nvSpPr>
        <p:spPr>
          <a:xfrm rot="21413345">
            <a:off x="-107772" y="5889232"/>
            <a:ext cx="12369445" cy="1288985"/>
          </a:xfrm>
          <a:custGeom>
            <a:avLst/>
            <a:gdLst>
              <a:gd name="connsiteX0" fmla="*/ 12401882 w 12401882"/>
              <a:gd name="connsiteY0" fmla="*/ 73849 h 1288985"/>
              <a:gd name="connsiteX1" fmla="*/ 12335841 w 12401882"/>
              <a:gd name="connsiteY1" fmla="*/ 1288985 h 1288985"/>
              <a:gd name="connsiteX2" fmla="*/ 0 w 12401882"/>
              <a:gd name="connsiteY2" fmla="*/ 618542 h 1288985"/>
              <a:gd name="connsiteX3" fmla="*/ 33618 w 12401882"/>
              <a:gd name="connsiteY3" fmla="*/ 0 h 1288985"/>
              <a:gd name="connsiteX4" fmla="*/ 103646 w 12401882"/>
              <a:gd name="connsiteY4" fmla="*/ 32857 h 1288985"/>
              <a:gd name="connsiteX5" fmla="*/ 6308538 w 12401882"/>
              <a:gd name="connsiteY5" fmla="*/ 553243 h 1288985"/>
              <a:gd name="connsiteX6" fmla="*/ 12326375 w 12401882"/>
              <a:gd name="connsiteY6" fmla="*/ 98014 h 1288985"/>
              <a:gd name="connsiteX7" fmla="*/ 12401882 w 12401882"/>
              <a:gd name="connsiteY7" fmla="*/ 73849 h 1288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401882" h="1288985">
                <a:moveTo>
                  <a:pt x="12401882" y="73849"/>
                </a:moveTo>
                <a:lnTo>
                  <a:pt x="12335841" y="1288985"/>
                </a:lnTo>
                <a:lnTo>
                  <a:pt x="0" y="618542"/>
                </a:lnTo>
                <a:lnTo>
                  <a:pt x="33618" y="0"/>
                </a:lnTo>
                <a:lnTo>
                  <a:pt x="103646" y="32857"/>
                </a:lnTo>
                <a:cubicBezTo>
                  <a:pt x="814657" y="332114"/>
                  <a:pt x="3323130" y="553243"/>
                  <a:pt x="6308538" y="553243"/>
                </a:cubicBezTo>
                <a:cubicBezTo>
                  <a:pt x="9072803" y="553244"/>
                  <a:pt x="11428175" y="363661"/>
                  <a:pt x="12326375" y="98014"/>
                </a:cubicBezTo>
                <a:lnTo>
                  <a:pt x="12401882" y="73849"/>
                </a:lnTo>
                <a:close/>
              </a:path>
            </a:pathLst>
          </a:custGeom>
          <a:solidFill>
            <a:srgbClr val="005D96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任意多边形: 形状 7"/>
          <p:cNvSpPr/>
          <p:nvPr userDrawn="1"/>
        </p:nvSpPr>
        <p:spPr>
          <a:xfrm rot="21413345">
            <a:off x="-60722" y="5797965"/>
            <a:ext cx="12335849" cy="1470933"/>
          </a:xfrm>
          <a:custGeom>
            <a:avLst/>
            <a:gdLst>
              <a:gd name="connsiteX0" fmla="*/ 12401882 w 12401882"/>
              <a:gd name="connsiteY0" fmla="*/ 73849 h 1288985"/>
              <a:gd name="connsiteX1" fmla="*/ 12335841 w 12401882"/>
              <a:gd name="connsiteY1" fmla="*/ 1288985 h 1288985"/>
              <a:gd name="connsiteX2" fmla="*/ 0 w 12401882"/>
              <a:gd name="connsiteY2" fmla="*/ 618542 h 1288985"/>
              <a:gd name="connsiteX3" fmla="*/ 33618 w 12401882"/>
              <a:gd name="connsiteY3" fmla="*/ 0 h 1288985"/>
              <a:gd name="connsiteX4" fmla="*/ 103646 w 12401882"/>
              <a:gd name="connsiteY4" fmla="*/ 32857 h 1288985"/>
              <a:gd name="connsiteX5" fmla="*/ 6308538 w 12401882"/>
              <a:gd name="connsiteY5" fmla="*/ 553243 h 1288985"/>
              <a:gd name="connsiteX6" fmla="*/ 12326375 w 12401882"/>
              <a:gd name="connsiteY6" fmla="*/ 98014 h 1288985"/>
              <a:gd name="connsiteX7" fmla="*/ 12401882 w 12401882"/>
              <a:gd name="connsiteY7" fmla="*/ 73849 h 1288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401882" h="1288985">
                <a:moveTo>
                  <a:pt x="12401882" y="73849"/>
                </a:moveTo>
                <a:lnTo>
                  <a:pt x="12335841" y="1288985"/>
                </a:lnTo>
                <a:lnTo>
                  <a:pt x="0" y="618542"/>
                </a:lnTo>
                <a:lnTo>
                  <a:pt x="33618" y="0"/>
                </a:lnTo>
                <a:lnTo>
                  <a:pt x="103646" y="32857"/>
                </a:lnTo>
                <a:cubicBezTo>
                  <a:pt x="814657" y="332114"/>
                  <a:pt x="3323130" y="553243"/>
                  <a:pt x="6308538" y="553243"/>
                </a:cubicBezTo>
                <a:cubicBezTo>
                  <a:pt x="9072803" y="553244"/>
                  <a:pt x="11428175" y="363661"/>
                  <a:pt x="12326375" y="98014"/>
                </a:cubicBezTo>
                <a:lnTo>
                  <a:pt x="12401882" y="73849"/>
                </a:lnTo>
                <a:close/>
              </a:path>
            </a:pathLst>
          </a:custGeom>
          <a:solidFill>
            <a:srgbClr val="005D96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" name="任意多边形: 形状 6"/>
          <p:cNvSpPr/>
          <p:nvPr userDrawn="1"/>
        </p:nvSpPr>
        <p:spPr>
          <a:xfrm rot="21413345">
            <a:off x="-101880" y="5734499"/>
            <a:ext cx="12376686" cy="1507273"/>
          </a:xfrm>
          <a:custGeom>
            <a:avLst/>
            <a:gdLst>
              <a:gd name="connsiteX0" fmla="*/ 12401882 w 12401882"/>
              <a:gd name="connsiteY0" fmla="*/ 73849 h 1288985"/>
              <a:gd name="connsiteX1" fmla="*/ 12335841 w 12401882"/>
              <a:gd name="connsiteY1" fmla="*/ 1288985 h 1288985"/>
              <a:gd name="connsiteX2" fmla="*/ 0 w 12401882"/>
              <a:gd name="connsiteY2" fmla="*/ 618542 h 1288985"/>
              <a:gd name="connsiteX3" fmla="*/ 33618 w 12401882"/>
              <a:gd name="connsiteY3" fmla="*/ 0 h 1288985"/>
              <a:gd name="connsiteX4" fmla="*/ 103646 w 12401882"/>
              <a:gd name="connsiteY4" fmla="*/ 32857 h 1288985"/>
              <a:gd name="connsiteX5" fmla="*/ 6308538 w 12401882"/>
              <a:gd name="connsiteY5" fmla="*/ 553243 h 1288985"/>
              <a:gd name="connsiteX6" fmla="*/ 12326375 w 12401882"/>
              <a:gd name="connsiteY6" fmla="*/ 98014 h 1288985"/>
              <a:gd name="connsiteX7" fmla="*/ 12401882 w 12401882"/>
              <a:gd name="connsiteY7" fmla="*/ 73849 h 1288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401882" h="1288985">
                <a:moveTo>
                  <a:pt x="12401882" y="73849"/>
                </a:moveTo>
                <a:lnTo>
                  <a:pt x="12335841" y="1288985"/>
                </a:lnTo>
                <a:lnTo>
                  <a:pt x="0" y="618542"/>
                </a:lnTo>
                <a:lnTo>
                  <a:pt x="33618" y="0"/>
                </a:lnTo>
                <a:lnTo>
                  <a:pt x="103646" y="32857"/>
                </a:lnTo>
                <a:cubicBezTo>
                  <a:pt x="814657" y="332114"/>
                  <a:pt x="3323130" y="553243"/>
                  <a:pt x="6308538" y="553243"/>
                </a:cubicBezTo>
                <a:cubicBezTo>
                  <a:pt x="9072803" y="553244"/>
                  <a:pt x="11428175" y="363661"/>
                  <a:pt x="12326375" y="98014"/>
                </a:cubicBezTo>
                <a:lnTo>
                  <a:pt x="12401882" y="73849"/>
                </a:lnTo>
                <a:close/>
              </a:path>
            </a:pathLst>
          </a:custGeom>
          <a:solidFill>
            <a:srgbClr val="005D9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2"/>
          </p:nvPr>
        </p:nvSpPr>
        <p:spPr>
          <a:xfrm>
            <a:off x="468630" y="64930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spc="300">
                <a:solidFill>
                  <a:schemeClr val="bg2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defRPr>
            </a:lvl1pPr>
          </a:lstStyle>
          <a:p>
            <a:r>
              <a:rPr lang="zh-CN" altLang="en-US" dirty="0"/>
              <a:t>百折不挠</a:t>
            </a:r>
            <a:r>
              <a:rPr lang="en-US" altLang="zh-CN" dirty="0"/>
              <a:t> </a:t>
            </a:r>
            <a:r>
              <a:rPr lang="zh-CN" altLang="en-US" dirty="0"/>
              <a:t>刚毅厚重</a:t>
            </a:r>
            <a:r>
              <a:rPr lang="en-US" altLang="zh-CN" dirty="0"/>
              <a:t> </a:t>
            </a:r>
            <a:r>
              <a:rPr lang="zh-CN" altLang="en-US" dirty="0"/>
              <a:t>勇承重载</a:t>
            </a:r>
          </a:p>
        </p:txBody>
      </p:sp>
    </p:spTree>
    <p:extLst>
      <p:ext uri="{BB962C8B-B14F-4D97-AF65-F5344CB8AC3E}">
        <p14:creationId xmlns:p14="http://schemas.microsoft.com/office/powerpoint/2010/main" val="19303938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C55D43-650A-8A4B-B4D9-196FB2C293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5E4EBA6-65F5-F74A-84A4-1DAA79C9FD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18673051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F5F6E5-6A2C-7845-96D1-C3F40C702D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7972C42-3007-F74B-BAC1-5ECA144142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1DA583F-A0A9-184A-920D-99C2970D07D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 descr="5">
            <a:extLst>
              <a:ext uri="{FF2B5EF4-FFF2-40B4-BE49-F238E27FC236}">
                <a16:creationId xmlns:a16="http://schemas.microsoft.com/office/drawing/2014/main" id="{59417B76-385F-8F47-9B73-0CC349ACC12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0000"/>
          </a:blip>
          <a:stretch>
            <a:fillRect/>
          </a:stretch>
        </p:blipFill>
        <p:spPr>
          <a:xfrm>
            <a:off x="-3822065" y="-434340"/>
            <a:ext cx="7726680" cy="7726680"/>
          </a:xfrm>
          <a:prstGeom prst="rect">
            <a:avLst/>
          </a:prstGeom>
        </p:spPr>
      </p:pic>
      <p:pic>
        <p:nvPicPr>
          <p:cNvPr id="6" name="图片 5" descr="5">
            <a:extLst>
              <a:ext uri="{FF2B5EF4-FFF2-40B4-BE49-F238E27FC236}">
                <a16:creationId xmlns:a16="http://schemas.microsoft.com/office/drawing/2014/main" id="{B1FF307E-882A-204E-8371-C5B671C94F4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0000"/>
          </a:blip>
          <a:stretch>
            <a:fillRect/>
          </a:stretch>
        </p:blipFill>
        <p:spPr>
          <a:xfrm>
            <a:off x="8355330" y="-434340"/>
            <a:ext cx="7726680" cy="7726680"/>
          </a:xfrm>
          <a:prstGeom prst="rect">
            <a:avLst/>
          </a:prstGeom>
        </p:spPr>
      </p:pic>
      <p:sp>
        <p:nvSpPr>
          <p:cNvPr id="7" name="任意多边形: 形状 8">
            <a:extLst>
              <a:ext uri="{FF2B5EF4-FFF2-40B4-BE49-F238E27FC236}">
                <a16:creationId xmlns:a16="http://schemas.microsoft.com/office/drawing/2014/main" id="{CD9F0C46-2A13-7B45-81EB-EFB03DDF0203}"/>
              </a:ext>
            </a:extLst>
          </p:cNvPr>
          <p:cNvSpPr/>
          <p:nvPr userDrawn="1"/>
        </p:nvSpPr>
        <p:spPr>
          <a:xfrm rot="21413345">
            <a:off x="-107772" y="5889232"/>
            <a:ext cx="12369445" cy="1288985"/>
          </a:xfrm>
          <a:custGeom>
            <a:avLst/>
            <a:gdLst>
              <a:gd name="connsiteX0" fmla="*/ 12401882 w 12401882"/>
              <a:gd name="connsiteY0" fmla="*/ 73849 h 1288985"/>
              <a:gd name="connsiteX1" fmla="*/ 12335841 w 12401882"/>
              <a:gd name="connsiteY1" fmla="*/ 1288985 h 1288985"/>
              <a:gd name="connsiteX2" fmla="*/ 0 w 12401882"/>
              <a:gd name="connsiteY2" fmla="*/ 618542 h 1288985"/>
              <a:gd name="connsiteX3" fmla="*/ 33618 w 12401882"/>
              <a:gd name="connsiteY3" fmla="*/ 0 h 1288985"/>
              <a:gd name="connsiteX4" fmla="*/ 103646 w 12401882"/>
              <a:gd name="connsiteY4" fmla="*/ 32857 h 1288985"/>
              <a:gd name="connsiteX5" fmla="*/ 6308538 w 12401882"/>
              <a:gd name="connsiteY5" fmla="*/ 553243 h 1288985"/>
              <a:gd name="connsiteX6" fmla="*/ 12326375 w 12401882"/>
              <a:gd name="connsiteY6" fmla="*/ 98014 h 1288985"/>
              <a:gd name="connsiteX7" fmla="*/ 12401882 w 12401882"/>
              <a:gd name="connsiteY7" fmla="*/ 73849 h 1288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401882" h="1288985">
                <a:moveTo>
                  <a:pt x="12401882" y="73849"/>
                </a:moveTo>
                <a:lnTo>
                  <a:pt x="12335841" y="1288985"/>
                </a:lnTo>
                <a:lnTo>
                  <a:pt x="0" y="618542"/>
                </a:lnTo>
                <a:lnTo>
                  <a:pt x="33618" y="0"/>
                </a:lnTo>
                <a:lnTo>
                  <a:pt x="103646" y="32857"/>
                </a:lnTo>
                <a:cubicBezTo>
                  <a:pt x="814657" y="332114"/>
                  <a:pt x="3323130" y="553243"/>
                  <a:pt x="6308538" y="553243"/>
                </a:cubicBezTo>
                <a:cubicBezTo>
                  <a:pt x="9072803" y="553244"/>
                  <a:pt x="11428175" y="363661"/>
                  <a:pt x="12326375" y="98014"/>
                </a:cubicBezTo>
                <a:lnTo>
                  <a:pt x="12401882" y="73849"/>
                </a:lnTo>
                <a:close/>
              </a:path>
            </a:pathLst>
          </a:custGeom>
          <a:solidFill>
            <a:srgbClr val="005D96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4DBBE2AB-3342-1A43-B2D9-3B6F8B655CDE}"/>
              </a:ext>
            </a:extLst>
          </p:cNvPr>
          <p:cNvSpPr/>
          <p:nvPr userDrawn="1"/>
        </p:nvSpPr>
        <p:spPr>
          <a:xfrm rot="21413345">
            <a:off x="-60722" y="5797965"/>
            <a:ext cx="12335849" cy="1470933"/>
          </a:xfrm>
          <a:custGeom>
            <a:avLst/>
            <a:gdLst>
              <a:gd name="connsiteX0" fmla="*/ 12401882 w 12401882"/>
              <a:gd name="connsiteY0" fmla="*/ 73849 h 1288985"/>
              <a:gd name="connsiteX1" fmla="*/ 12335841 w 12401882"/>
              <a:gd name="connsiteY1" fmla="*/ 1288985 h 1288985"/>
              <a:gd name="connsiteX2" fmla="*/ 0 w 12401882"/>
              <a:gd name="connsiteY2" fmla="*/ 618542 h 1288985"/>
              <a:gd name="connsiteX3" fmla="*/ 33618 w 12401882"/>
              <a:gd name="connsiteY3" fmla="*/ 0 h 1288985"/>
              <a:gd name="connsiteX4" fmla="*/ 103646 w 12401882"/>
              <a:gd name="connsiteY4" fmla="*/ 32857 h 1288985"/>
              <a:gd name="connsiteX5" fmla="*/ 6308538 w 12401882"/>
              <a:gd name="connsiteY5" fmla="*/ 553243 h 1288985"/>
              <a:gd name="connsiteX6" fmla="*/ 12326375 w 12401882"/>
              <a:gd name="connsiteY6" fmla="*/ 98014 h 1288985"/>
              <a:gd name="connsiteX7" fmla="*/ 12401882 w 12401882"/>
              <a:gd name="connsiteY7" fmla="*/ 73849 h 1288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401882" h="1288985">
                <a:moveTo>
                  <a:pt x="12401882" y="73849"/>
                </a:moveTo>
                <a:lnTo>
                  <a:pt x="12335841" y="1288985"/>
                </a:lnTo>
                <a:lnTo>
                  <a:pt x="0" y="618542"/>
                </a:lnTo>
                <a:lnTo>
                  <a:pt x="33618" y="0"/>
                </a:lnTo>
                <a:lnTo>
                  <a:pt x="103646" y="32857"/>
                </a:lnTo>
                <a:cubicBezTo>
                  <a:pt x="814657" y="332114"/>
                  <a:pt x="3323130" y="553243"/>
                  <a:pt x="6308538" y="553243"/>
                </a:cubicBezTo>
                <a:cubicBezTo>
                  <a:pt x="9072803" y="553244"/>
                  <a:pt x="11428175" y="363661"/>
                  <a:pt x="12326375" y="98014"/>
                </a:cubicBezTo>
                <a:lnTo>
                  <a:pt x="12401882" y="73849"/>
                </a:lnTo>
                <a:close/>
              </a:path>
            </a:pathLst>
          </a:custGeom>
          <a:solidFill>
            <a:srgbClr val="005D96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" name="任意多边形: 形状 6">
            <a:extLst>
              <a:ext uri="{FF2B5EF4-FFF2-40B4-BE49-F238E27FC236}">
                <a16:creationId xmlns:a16="http://schemas.microsoft.com/office/drawing/2014/main" id="{238E4E78-41CE-BF47-A793-D77629CA3E76}"/>
              </a:ext>
            </a:extLst>
          </p:cNvPr>
          <p:cNvSpPr/>
          <p:nvPr userDrawn="1"/>
        </p:nvSpPr>
        <p:spPr>
          <a:xfrm rot="21413345">
            <a:off x="-101880" y="5734499"/>
            <a:ext cx="12376686" cy="1507273"/>
          </a:xfrm>
          <a:custGeom>
            <a:avLst/>
            <a:gdLst>
              <a:gd name="connsiteX0" fmla="*/ 12401882 w 12401882"/>
              <a:gd name="connsiteY0" fmla="*/ 73849 h 1288985"/>
              <a:gd name="connsiteX1" fmla="*/ 12335841 w 12401882"/>
              <a:gd name="connsiteY1" fmla="*/ 1288985 h 1288985"/>
              <a:gd name="connsiteX2" fmla="*/ 0 w 12401882"/>
              <a:gd name="connsiteY2" fmla="*/ 618542 h 1288985"/>
              <a:gd name="connsiteX3" fmla="*/ 33618 w 12401882"/>
              <a:gd name="connsiteY3" fmla="*/ 0 h 1288985"/>
              <a:gd name="connsiteX4" fmla="*/ 103646 w 12401882"/>
              <a:gd name="connsiteY4" fmla="*/ 32857 h 1288985"/>
              <a:gd name="connsiteX5" fmla="*/ 6308538 w 12401882"/>
              <a:gd name="connsiteY5" fmla="*/ 553243 h 1288985"/>
              <a:gd name="connsiteX6" fmla="*/ 12326375 w 12401882"/>
              <a:gd name="connsiteY6" fmla="*/ 98014 h 1288985"/>
              <a:gd name="connsiteX7" fmla="*/ 12401882 w 12401882"/>
              <a:gd name="connsiteY7" fmla="*/ 73849 h 1288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401882" h="1288985">
                <a:moveTo>
                  <a:pt x="12401882" y="73849"/>
                </a:moveTo>
                <a:lnTo>
                  <a:pt x="12335841" y="1288985"/>
                </a:lnTo>
                <a:lnTo>
                  <a:pt x="0" y="618542"/>
                </a:lnTo>
                <a:lnTo>
                  <a:pt x="33618" y="0"/>
                </a:lnTo>
                <a:lnTo>
                  <a:pt x="103646" y="32857"/>
                </a:lnTo>
                <a:cubicBezTo>
                  <a:pt x="814657" y="332114"/>
                  <a:pt x="3323130" y="553243"/>
                  <a:pt x="6308538" y="553243"/>
                </a:cubicBezTo>
                <a:cubicBezTo>
                  <a:pt x="9072803" y="553244"/>
                  <a:pt x="11428175" y="363661"/>
                  <a:pt x="12326375" y="98014"/>
                </a:cubicBezTo>
                <a:lnTo>
                  <a:pt x="12401882" y="73849"/>
                </a:lnTo>
                <a:close/>
              </a:path>
            </a:pathLst>
          </a:custGeom>
          <a:solidFill>
            <a:srgbClr val="005D9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" name="日期占位符 9">
            <a:extLst>
              <a:ext uri="{FF2B5EF4-FFF2-40B4-BE49-F238E27FC236}">
                <a16:creationId xmlns:a16="http://schemas.microsoft.com/office/drawing/2014/main" id="{EF31D326-2891-3944-8D5B-E4558A6F15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68630" y="64930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spc="300">
                <a:solidFill>
                  <a:schemeClr val="bg2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defRPr>
            </a:lvl1pPr>
          </a:lstStyle>
          <a:p>
            <a:r>
              <a:rPr lang="zh-CN" altLang="en-US" dirty="0"/>
              <a:t>百折不挠</a:t>
            </a:r>
            <a:r>
              <a:rPr lang="en-US" altLang="zh-CN" dirty="0"/>
              <a:t> </a:t>
            </a:r>
            <a:r>
              <a:rPr lang="zh-CN" altLang="en-US" dirty="0"/>
              <a:t>刚毅厚重</a:t>
            </a:r>
            <a:r>
              <a:rPr lang="en-US" altLang="zh-CN" dirty="0"/>
              <a:t> </a:t>
            </a:r>
            <a:r>
              <a:rPr lang="zh-CN" altLang="en-US" dirty="0"/>
              <a:t>勇承重载</a:t>
            </a:r>
          </a:p>
        </p:txBody>
      </p:sp>
    </p:spTree>
    <p:extLst>
      <p:ext uri="{BB962C8B-B14F-4D97-AF65-F5344CB8AC3E}">
        <p14:creationId xmlns:p14="http://schemas.microsoft.com/office/powerpoint/2010/main" val="27464272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7D2F9D-10B2-074B-8179-66513359D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A2FD4FF-6442-7D42-B1EE-9A10919FD3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7445740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1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C3275C-4BF5-474C-80F4-71D90D9D3F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84C7054-56E6-B54D-86C2-B62A7024A4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E159AA6-2DAB-3D4B-968C-0C22098384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906202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2E1A48-F79F-564A-B2C8-EB0F930EFB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9B51C87-D0E9-8B44-8CAB-1AE71AC396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EEDA7B3-E5BE-FC4D-B7BF-2B58A04934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5D6C4BB-9DB3-5143-8B4A-DBAE48BA77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FE585AB-BE90-9748-958F-7AFFC1666F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13003481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1C073C-34CE-AC4E-ABB7-C7FC12F3B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8938254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35838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1_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379DE3-176F-7442-91F0-E6732C3340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99DB349-89E5-AF43-A214-0FF14DB1A0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DA0DD20-A8C2-9849-809E-627CE58CD8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9116714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1_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F92B43-D872-114B-9A28-B008488664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D339AFF-5EFD-7944-A43D-2353E09902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ED4B25B-91B6-DC42-9D31-70F2E52EAF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4080734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1_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C22525-0C80-9541-BB3B-BC93FC851C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98C1780-5833-6242-ABA7-FD54F283EF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7935476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81D9FF4-CA80-5F4D-AD5D-F4CDA27A74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F123BF3-514A-1149-85D7-971F2301A7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25376266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D2C13E-B573-714B-95DA-FE1C7233BD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99F250F-66A4-CB44-B444-3B095FB2BB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A7F82AD-DCFE-7E4E-BC3B-B8961D0D8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CF517-7373-6349-A426-5E433EDE14F4}" type="datetimeFigureOut">
              <a:rPr kumimoji="1" lang="zh-CN" altLang="en-US" smtClean="0"/>
              <a:t>2023/6/5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C56CDDD-056A-1A4C-95F9-15BE2F0C5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5BCE82C-2DD0-3646-86EF-14086348D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29EF8-2028-4447-86E5-25060CA00E4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421406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1E2E0D-F100-0B4D-BA37-588E52D6E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BA4034-A796-F141-8E93-7D05FA7488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21E16C0-D6BE-0D44-807B-EE5C78EBE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CF517-7373-6349-A426-5E433EDE14F4}" type="datetimeFigureOut">
              <a:rPr kumimoji="1" lang="zh-CN" altLang="en-US" smtClean="0"/>
              <a:t>2023/6/5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70FBDA1-4D93-7443-974E-B17BB720E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4B5421B-EACC-AE4F-B121-1D692C9CB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29EF8-2028-4447-86E5-25060CA00E4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17817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60E980-962D-3F44-B0EA-A409EF1DA8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EA65C97-A96A-6A4D-927E-F838B2F044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32C3D4C-C0E9-CC4A-8470-334D0F8805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CF517-7373-6349-A426-5E433EDE14F4}" type="datetimeFigureOut">
              <a:rPr kumimoji="1" lang="zh-CN" altLang="en-US" smtClean="0"/>
              <a:t>2023/6/5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DD69112-64F2-DB41-9DE9-D0C488E2C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4F072F-377D-184E-8A96-A3A16B3BD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29EF8-2028-4447-86E5-25060CA00E4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428796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A1FDEA-62E9-A94A-B877-2CEE48D65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B4BAE09-663E-5246-B2E4-5FB1D3203C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53204E9-1F8D-1441-9E4C-06E8C04E0E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B1DC6EB-2F6E-0244-93A2-A837744C5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CF517-7373-6349-A426-5E433EDE14F4}" type="datetimeFigureOut">
              <a:rPr kumimoji="1" lang="zh-CN" altLang="en-US" smtClean="0"/>
              <a:t>2023/6/5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DC55E37-181B-A148-966C-4DAF9A1A8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8BCD124-A548-0943-8084-CC531D000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29EF8-2028-4447-86E5-25060CA00E4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2632323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C78BAB-2899-214C-BD61-A44AF5D1AD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D53B725-02FC-B943-BB4C-36416CD16F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685D86A-09D3-C44C-B9F4-6E588BD2E2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8530A9B-0EB2-7D46-9DBE-21F3FC0226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4191EEA-8572-9B4E-9BBC-22A9CFF172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A4ECD55-32DF-4F4E-87AB-7EA319859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CF517-7373-6349-A426-5E433EDE14F4}" type="datetimeFigureOut">
              <a:rPr kumimoji="1" lang="zh-CN" altLang="en-US" smtClean="0"/>
              <a:t>2023/6/5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0257D9-AB89-CD48-8EAB-65F0C1A25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892495F-1C7B-FC49-9072-1A1CE7A02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29EF8-2028-4447-86E5-25060CA00E4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5678920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F79860-597F-4B4F-883A-07CEB0213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9DBCFC3-D3A4-C04F-BCEF-DEC58AC20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CF517-7373-6349-A426-5E433EDE14F4}" type="datetimeFigureOut">
              <a:rPr kumimoji="1" lang="zh-CN" altLang="en-US" smtClean="0"/>
              <a:t>2023/6/5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C8B824B-4892-E447-B7D3-02DD4BE5F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F7D6A84-B6F8-E146-9356-7F8CA2E59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29EF8-2028-4447-86E5-25060CA00E4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049381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5B2F9ED-98A6-1F40-B60C-87E353539E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CF517-7373-6349-A426-5E433EDE14F4}" type="datetimeFigureOut">
              <a:rPr kumimoji="1" lang="zh-CN" altLang="en-US" smtClean="0"/>
              <a:t>2023/6/5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4693E35-5555-584E-A717-28E84DBBC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5FBD873-0F17-9343-9583-D51ABBFA3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29EF8-2028-4447-86E5-25060CA00E4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0265145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3F2912-F3DA-C647-9CA0-A29982569C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A58FE21-107F-0A46-9DCC-01F8EFC192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0677B0A-3D49-6F4A-A0BD-178A30EA53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F78C4D0-E7BC-7346-A225-616065D0C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CF517-7373-6349-A426-5E433EDE14F4}" type="datetimeFigureOut">
              <a:rPr kumimoji="1" lang="zh-CN" altLang="en-US" smtClean="0"/>
              <a:t>2023/6/5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D455970-7EEC-9F4D-9441-ACCDA32EB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89A71E7-E4C1-0345-916A-B57A481A6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29EF8-2028-4447-86E5-25060CA00E4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9374527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964561-286B-E149-AE7F-1FF412E946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63A84CE-2FA0-6E48-A6C9-C447366AD0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A4A75F7-3CD5-0848-9A3B-8CD1932876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47D8C3B-237F-1C49-99C1-735A2D853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CF517-7373-6349-A426-5E433EDE14F4}" type="datetimeFigureOut">
              <a:rPr kumimoji="1" lang="zh-CN" altLang="en-US" smtClean="0"/>
              <a:t>2023/6/5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392BEC2-2425-2742-8386-3ADBB06269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A296E39-1419-7E45-BD69-DE0A3C7DC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29EF8-2028-4447-86E5-25060CA00E4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2480949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2AF69E-AF88-B64D-ABDD-04DB5D3E5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6F59B29-31C7-A143-8657-8AE1CB8EF2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EF5996D-ACFA-8F4D-B912-DF75E3CC1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CF517-7373-6349-A426-5E433EDE14F4}" type="datetimeFigureOut">
              <a:rPr kumimoji="1" lang="zh-CN" altLang="en-US" smtClean="0"/>
              <a:t>2023/6/5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632A62C-C6DE-D04B-8735-FED3190F3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40D29B5-61B5-B74D-BE03-88925EFB3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29EF8-2028-4447-86E5-25060CA00E4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6670571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50B4B1E-E39D-DD4A-B7F7-1B2FF26C70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D80FF54-B8C4-224E-8541-7902A00311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71664AE-D3DB-2A40-ACE1-DBC1E97AE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CF517-7373-6349-A426-5E433EDE14F4}" type="datetimeFigureOut">
              <a:rPr kumimoji="1" lang="zh-CN" altLang="en-US" smtClean="0"/>
              <a:t>2023/6/5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FD85D98-2BB9-784B-8D6D-76BBD0EA2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75E00FF-4311-1C4D-A115-27DB4E71F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29EF8-2028-4447-86E5-25060CA00E4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6870042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" name="直接连接符 29"/>
          <p:cNvCxnSpPr/>
          <p:nvPr userDrawn="1"/>
        </p:nvCxnSpPr>
        <p:spPr>
          <a:xfrm flipV="1">
            <a:off x="2784475" y="5851525"/>
            <a:ext cx="0" cy="265430"/>
          </a:xfrm>
          <a:prstGeom prst="line">
            <a:avLst/>
          </a:prstGeom>
          <a:ln w="28575" cap="rnd">
            <a:solidFill>
              <a:srgbClr val="005D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 userDrawn="1"/>
        </p:nvCxnSpPr>
        <p:spPr>
          <a:xfrm flipV="1">
            <a:off x="2861310" y="5899150"/>
            <a:ext cx="0" cy="170180"/>
          </a:xfrm>
          <a:prstGeom prst="line">
            <a:avLst/>
          </a:prstGeom>
          <a:ln w="28575" cap="rnd">
            <a:solidFill>
              <a:srgbClr val="005D96">
                <a:alpha val="6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 userDrawn="1"/>
        </p:nvCxnSpPr>
        <p:spPr>
          <a:xfrm rot="16200000">
            <a:off x="2880995" y="5984240"/>
            <a:ext cx="113665" cy="0"/>
          </a:xfrm>
          <a:prstGeom prst="line">
            <a:avLst/>
          </a:prstGeom>
          <a:ln w="28575" cap="rnd">
            <a:solidFill>
              <a:srgbClr val="005D96">
                <a:alpha val="3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 userDrawn="1"/>
        </p:nvCxnSpPr>
        <p:spPr>
          <a:xfrm rot="10800000" flipH="1" flipV="1">
            <a:off x="9404350" y="5851525"/>
            <a:ext cx="0" cy="265430"/>
          </a:xfrm>
          <a:prstGeom prst="line">
            <a:avLst/>
          </a:prstGeom>
          <a:ln w="28575" cap="rnd">
            <a:solidFill>
              <a:srgbClr val="005D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 userDrawn="1"/>
        </p:nvCxnSpPr>
        <p:spPr>
          <a:xfrm rot="10800000" flipH="1" flipV="1">
            <a:off x="9327515" y="5899150"/>
            <a:ext cx="0" cy="170180"/>
          </a:xfrm>
          <a:prstGeom prst="line">
            <a:avLst/>
          </a:prstGeom>
          <a:ln w="28575" cap="rnd">
            <a:solidFill>
              <a:srgbClr val="005D96">
                <a:alpha val="6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 userDrawn="1"/>
        </p:nvCxnSpPr>
        <p:spPr>
          <a:xfrm rot="5400000" flipH="1">
            <a:off x="9193530" y="5984240"/>
            <a:ext cx="113665" cy="0"/>
          </a:xfrm>
          <a:prstGeom prst="line">
            <a:avLst/>
          </a:prstGeom>
          <a:ln w="28575" cap="rnd">
            <a:solidFill>
              <a:srgbClr val="005D96">
                <a:alpha val="3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图片占位符 12"/>
          <p:cNvSpPr>
            <a:spLocks noGrp="1"/>
          </p:cNvSpPr>
          <p:nvPr>
            <p:ph type="pic" sz="quarter" idx="12"/>
          </p:nvPr>
        </p:nvSpPr>
        <p:spPr>
          <a:xfrm>
            <a:off x="126" y="-5114"/>
            <a:ext cx="12191748" cy="3616817"/>
          </a:xfrm>
        </p:spPr>
      </p:sp>
      <p:sp>
        <p:nvSpPr>
          <p:cNvPr id="40" name="任意多边形: 形状 39"/>
          <p:cNvSpPr/>
          <p:nvPr userDrawn="1"/>
        </p:nvSpPr>
        <p:spPr>
          <a:xfrm>
            <a:off x="0" y="-10810"/>
            <a:ext cx="12192000" cy="3621880"/>
          </a:xfrm>
          <a:custGeom>
            <a:avLst/>
            <a:gdLst>
              <a:gd name="connsiteX0" fmla="*/ 0 w 12192000"/>
              <a:gd name="connsiteY0" fmla="*/ 0 h 3621880"/>
              <a:gd name="connsiteX1" fmla="*/ 12192000 w 12192000"/>
              <a:gd name="connsiteY1" fmla="*/ 0 h 3621880"/>
              <a:gd name="connsiteX2" fmla="*/ 12192000 w 12192000"/>
              <a:gd name="connsiteY2" fmla="*/ 3505120 h 3621880"/>
              <a:gd name="connsiteX3" fmla="*/ 12178164 w 12192000"/>
              <a:gd name="connsiteY3" fmla="*/ 3496691 h 3621880"/>
              <a:gd name="connsiteX4" fmla="*/ 6188598 w 12192000"/>
              <a:gd name="connsiteY4" fmla="*/ 2384382 h 3621880"/>
              <a:gd name="connsiteX5" fmla="*/ 48605 w 12192000"/>
              <a:gd name="connsiteY5" fmla="*/ 3588334 h 3621880"/>
              <a:gd name="connsiteX6" fmla="*/ 0 w 12192000"/>
              <a:gd name="connsiteY6" fmla="*/ 3621880 h 3621880"/>
              <a:gd name="connsiteX7" fmla="*/ 0 w 12192000"/>
              <a:gd name="connsiteY7" fmla="*/ 0 h 3621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621880">
                <a:moveTo>
                  <a:pt x="0" y="0"/>
                </a:moveTo>
                <a:lnTo>
                  <a:pt x="12192000" y="0"/>
                </a:lnTo>
                <a:lnTo>
                  <a:pt x="12192000" y="3505120"/>
                </a:lnTo>
                <a:lnTo>
                  <a:pt x="12178164" y="3496691"/>
                </a:lnTo>
                <a:cubicBezTo>
                  <a:pt x="11024675" y="2834150"/>
                  <a:pt x="8774972" y="2384382"/>
                  <a:pt x="6188598" y="2384382"/>
                </a:cubicBezTo>
                <a:cubicBezTo>
                  <a:pt x="3484661" y="2384382"/>
                  <a:pt x="1148698" y="2875967"/>
                  <a:pt x="48605" y="3588334"/>
                </a:cubicBezTo>
                <a:lnTo>
                  <a:pt x="0" y="3621880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1" name="任意多边形: 形状 40"/>
          <p:cNvSpPr/>
          <p:nvPr userDrawn="1"/>
        </p:nvSpPr>
        <p:spPr>
          <a:xfrm>
            <a:off x="0" y="-10810"/>
            <a:ext cx="12192000" cy="3621880"/>
          </a:xfrm>
          <a:custGeom>
            <a:avLst/>
            <a:gdLst>
              <a:gd name="connsiteX0" fmla="*/ 0 w 12192000"/>
              <a:gd name="connsiteY0" fmla="*/ 0 h 3621880"/>
              <a:gd name="connsiteX1" fmla="*/ 12192000 w 12192000"/>
              <a:gd name="connsiteY1" fmla="*/ 0 h 3621880"/>
              <a:gd name="connsiteX2" fmla="*/ 12192000 w 12192000"/>
              <a:gd name="connsiteY2" fmla="*/ 3505120 h 3621880"/>
              <a:gd name="connsiteX3" fmla="*/ 12178164 w 12192000"/>
              <a:gd name="connsiteY3" fmla="*/ 3496691 h 3621880"/>
              <a:gd name="connsiteX4" fmla="*/ 6188598 w 12192000"/>
              <a:gd name="connsiteY4" fmla="*/ 2384382 h 3621880"/>
              <a:gd name="connsiteX5" fmla="*/ 48605 w 12192000"/>
              <a:gd name="connsiteY5" fmla="*/ 3588334 h 3621880"/>
              <a:gd name="connsiteX6" fmla="*/ 0 w 12192000"/>
              <a:gd name="connsiteY6" fmla="*/ 3621880 h 3621880"/>
              <a:gd name="connsiteX7" fmla="*/ 0 w 12192000"/>
              <a:gd name="connsiteY7" fmla="*/ 0 h 3621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621880">
                <a:moveTo>
                  <a:pt x="0" y="0"/>
                </a:moveTo>
                <a:lnTo>
                  <a:pt x="12192000" y="0"/>
                </a:lnTo>
                <a:lnTo>
                  <a:pt x="12192000" y="3505120"/>
                </a:lnTo>
                <a:lnTo>
                  <a:pt x="12178164" y="3496691"/>
                </a:lnTo>
                <a:cubicBezTo>
                  <a:pt x="11024675" y="2834150"/>
                  <a:pt x="8774972" y="2384382"/>
                  <a:pt x="6188598" y="2384382"/>
                </a:cubicBezTo>
                <a:cubicBezTo>
                  <a:pt x="3484661" y="2384382"/>
                  <a:pt x="1148698" y="2875967"/>
                  <a:pt x="48605" y="3588334"/>
                </a:cubicBezTo>
                <a:lnTo>
                  <a:pt x="0" y="362188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90000"/>
            </a:schemeClr>
          </a:solidFill>
          <a:ln>
            <a:noFill/>
          </a:ln>
          <a:effectLst>
            <a:outerShdw blurRad="190500" dist="38100" dir="5400000" algn="t" rotWithShape="0">
              <a:prstClr val="black">
                <a:alpha val="10000"/>
              </a:prstClr>
            </a:out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2" name="任意多边形: 形状 41"/>
          <p:cNvSpPr/>
          <p:nvPr userDrawn="1"/>
        </p:nvSpPr>
        <p:spPr>
          <a:xfrm>
            <a:off x="-170180" y="-10795"/>
            <a:ext cx="12532360" cy="3841115"/>
          </a:xfrm>
          <a:custGeom>
            <a:avLst/>
            <a:gdLst>
              <a:gd name="connsiteX0" fmla="*/ 0 w 12192000"/>
              <a:gd name="connsiteY0" fmla="*/ 0 h 3621880"/>
              <a:gd name="connsiteX1" fmla="*/ 12192000 w 12192000"/>
              <a:gd name="connsiteY1" fmla="*/ 0 h 3621880"/>
              <a:gd name="connsiteX2" fmla="*/ 12192000 w 12192000"/>
              <a:gd name="connsiteY2" fmla="*/ 3505120 h 3621880"/>
              <a:gd name="connsiteX3" fmla="*/ 12178164 w 12192000"/>
              <a:gd name="connsiteY3" fmla="*/ 3496691 h 3621880"/>
              <a:gd name="connsiteX4" fmla="*/ 6188598 w 12192000"/>
              <a:gd name="connsiteY4" fmla="*/ 2384382 h 3621880"/>
              <a:gd name="connsiteX5" fmla="*/ 48605 w 12192000"/>
              <a:gd name="connsiteY5" fmla="*/ 3588334 h 3621880"/>
              <a:gd name="connsiteX6" fmla="*/ 0 w 12192000"/>
              <a:gd name="connsiteY6" fmla="*/ 3621880 h 3621880"/>
              <a:gd name="connsiteX7" fmla="*/ 0 w 12192000"/>
              <a:gd name="connsiteY7" fmla="*/ 0 h 3621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621880">
                <a:moveTo>
                  <a:pt x="0" y="0"/>
                </a:moveTo>
                <a:lnTo>
                  <a:pt x="12192000" y="0"/>
                </a:lnTo>
                <a:lnTo>
                  <a:pt x="12192000" y="3505120"/>
                </a:lnTo>
                <a:lnTo>
                  <a:pt x="12178164" y="3496691"/>
                </a:lnTo>
                <a:cubicBezTo>
                  <a:pt x="11024675" y="2834150"/>
                  <a:pt x="8774972" y="2384382"/>
                  <a:pt x="6188598" y="2384382"/>
                </a:cubicBezTo>
                <a:cubicBezTo>
                  <a:pt x="3484661" y="2384382"/>
                  <a:pt x="1148698" y="2875967"/>
                  <a:pt x="48605" y="3588334"/>
                </a:cubicBezTo>
                <a:lnTo>
                  <a:pt x="0" y="3621880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FilmGrain grainSize="5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586" t="-64169" r="586" b="-25181"/>
            </a:stretch>
          </a:blip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719867" y="3935404"/>
            <a:ext cx="6752267" cy="652810"/>
          </a:xfrm>
        </p:spPr>
        <p:txBody>
          <a:bodyPr lIns="0" tIns="0" rIns="0" bIns="0"/>
          <a:lstStyle>
            <a:lvl1pPr>
              <a:defRPr b="1">
                <a:solidFill>
                  <a:srgbClr val="005D96"/>
                </a:solidFill>
                <a:latin typeface="方正大标宋简体" panose="02010601030101010101" pitchFamily="2" charset="-122"/>
                <a:ea typeface="方正大标宋简体" panose="02010601030101010101" pitchFamily="2" charset="-122"/>
              </a:defRPr>
            </a:lvl1pPr>
          </a:lstStyle>
          <a:p>
            <a:pPr lvl="0"/>
            <a:r>
              <a:rPr lang="zh-CN" altLang="en-US" b="1" dirty="0"/>
              <a:t>青岛理工大学答辩答辩模板</a:t>
            </a:r>
            <a:endParaRPr kumimoji="0" lang="zh-CN" altLang="en-US" sz="8800" b="1" i="0" u="none" strike="noStrike" kern="1200" cap="none" spc="100" normalizeH="0" baseline="0" noProof="0" dirty="0">
              <a:ln>
                <a:noFill/>
              </a:ln>
              <a:effectLst/>
              <a:uLnTx/>
              <a:uFillTx/>
              <a:latin typeface="方正大标宋简体" panose="02010601030101010101" pitchFamily="2" charset="-122"/>
              <a:ea typeface="方正大标宋简体" panose="02010601030101010101" pitchFamily="2" charset="-122"/>
            </a:endParaRPr>
          </a:p>
        </p:txBody>
      </p:sp>
      <p:sp>
        <p:nvSpPr>
          <p:cNvPr id="37" name="弧形 36"/>
          <p:cNvSpPr/>
          <p:nvPr userDrawn="1"/>
        </p:nvSpPr>
        <p:spPr>
          <a:xfrm>
            <a:off x="-912640" y="2648627"/>
            <a:ext cx="14352607" cy="5450476"/>
          </a:xfrm>
          <a:prstGeom prst="arc">
            <a:avLst>
              <a:gd name="adj1" fmla="val 11562219"/>
              <a:gd name="adj2" fmla="val 20729169"/>
            </a:avLst>
          </a:prstGeom>
          <a:ln w="53975">
            <a:solidFill>
              <a:srgbClr val="005D96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1" hasCustomPrompt="1"/>
          </p:nvPr>
        </p:nvSpPr>
        <p:spPr>
          <a:xfrm>
            <a:off x="515937" y="4657177"/>
            <a:ext cx="11160126" cy="337185"/>
          </a:xfrm>
          <a:prstGeom prst="rect">
            <a:avLst/>
          </a:prstGeom>
        </p:spPr>
        <p:txBody>
          <a:bodyPr vert="horz" wrap="square" lIns="0" tIns="45720" rIns="91440" bIns="45720" anchor="ctr" anchorCtr="0">
            <a:spAutoFit/>
          </a:bodyPr>
          <a:lstStyle>
            <a:lvl1pPr mar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spc="200">
                <a:solidFill>
                  <a:srgbClr val="595959"/>
                </a:solidFill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2pPr>
            <a:lvl3pPr marL="9144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3pPr>
            <a:lvl4pPr marL="13716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4pPr>
            <a:lvl5pPr marL="18288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altLang="zh-CN" dirty="0"/>
              <a:t>Qingdao University of Technology PowerPoint Template</a:t>
            </a:r>
            <a:endParaRPr lang="zh-CN" altLang="en-US" dirty="0"/>
          </a:p>
        </p:txBody>
      </p:sp>
      <p:grpSp>
        <p:nvGrpSpPr>
          <p:cNvPr id="24" name="组合 23"/>
          <p:cNvGrpSpPr/>
          <p:nvPr userDrawn="1"/>
        </p:nvGrpSpPr>
        <p:grpSpPr>
          <a:xfrm>
            <a:off x="2704260" y="5219564"/>
            <a:ext cx="6783480" cy="99986"/>
            <a:chOff x="628656" y="974915"/>
            <a:chExt cx="11038056" cy="24702"/>
          </a:xfrm>
        </p:grpSpPr>
        <p:cxnSp>
          <p:nvCxnSpPr>
            <p:cNvPr id="25" name="直接连接符 24"/>
            <p:cNvCxnSpPr/>
            <p:nvPr/>
          </p:nvCxnSpPr>
          <p:spPr>
            <a:xfrm>
              <a:off x="628656" y="975360"/>
              <a:ext cx="8627657" cy="0"/>
            </a:xfrm>
            <a:prstGeom prst="line">
              <a:avLst/>
            </a:prstGeom>
            <a:ln w="19050">
              <a:solidFill>
                <a:srgbClr val="005D96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/>
            <p:cNvCxnSpPr/>
            <p:nvPr/>
          </p:nvCxnSpPr>
          <p:spPr>
            <a:xfrm flipH="1">
              <a:off x="9233073" y="974915"/>
              <a:ext cx="23240" cy="24702"/>
            </a:xfrm>
            <a:prstGeom prst="line">
              <a:avLst/>
            </a:prstGeom>
            <a:ln w="19050" cap="rnd">
              <a:solidFill>
                <a:srgbClr val="005D9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 flipV="1">
              <a:off x="9233070" y="975360"/>
              <a:ext cx="189380" cy="24257"/>
            </a:xfrm>
            <a:prstGeom prst="line">
              <a:avLst/>
            </a:prstGeom>
            <a:ln w="19050" cap="rnd">
              <a:solidFill>
                <a:srgbClr val="005D96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/>
            <p:cNvCxnSpPr/>
            <p:nvPr/>
          </p:nvCxnSpPr>
          <p:spPr>
            <a:xfrm>
              <a:off x="9422450" y="975360"/>
              <a:ext cx="2244262" cy="0"/>
            </a:xfrm>
            <a:prstGeom prst="line">
              <a:avLst/>
            </a:prstGeom>
            <a:ln w="19050">
              <a:solidFill>
                <a:srgbClr val="005D9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文本占位符 52"/>
          <p:cNvSpPr>
            <a:spLocks noGrp="1"/>
          </p:cNvSpPr>
          <p:nvPr>
            <p:ph type="body" sz="quarter" idx="13" hasCustomPrompt="1"/>
          </p:nvPr>
        </p:nvSpPr>
        <p:spPr>
          <a:xfrm>
            <a:off x="3979414" y="5821985"/>
            <a:ext cx="1978489" cy="304165"/>
          </a:xfrm>
          <a:prstGeom prst="rect">
            <a:avLst/>
          </a:prstGeom>
        </p:spPr>
        <p:txBody>
          <a:bodyPr vert="horz" wrap="square" lIns="0" tIns="0" rIns="0" bIns="0" anchor="b" anchorCtr="0">
            <a:spAutoFit/>
          </a:bodyPr>
          <a:lstStyle>
            <a:lvl1pPr mar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spc="0">
                <a:solidFill>
                  <a:srgbClr val="005D96"/>
                </a:solidFill>
                <a:latin typeface="方正大标宋简体" panose="02010601030101010101" pitchFamily="2" charset="-122"/>
                <a:ea typeface="方正大标宋简体" panose="02010601030101010101" pitchFamily="2" charset="-122"/>
                <a:sym typeface="方正大标宋简体" panose="02010601030101010101" pitchFamily="2" charset="-122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2pPr>
            <a:lvl3pPr marL="9144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3pPr>
            <a:lvl4pPr marL="13716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4pPr>
            <a:lvl5pPr marL="18288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zh-CN" altLang="en-US" dirty="0"/>
              <a:t>汇报人：青小理</a:t>
            </a:r>
          </a:p>
        </p:txBody>
      </p:sp>
      <p:sp>
        <p:nvSpPr>
          <p:cNvPr id="44" name="文本占位符 1"/>
          <p:cNvSpPr>
            <a:spLocks noGrp="1"/>
          </p:cNvSpPr>
          <p:nvPr>
            <p:ph type="body" sz="quarter" idx="15" hasCustomPrompt="1"/>
          </p:nvPr>
        </p:nvSpPr>
        <p:spPr>
          <a:xfrm>
            <a:off x="6756211" y="5838317"/>
            <a:ext cx="1849890" cy="287836"/>
          </a:xfrm>
          <a:prstGeom prst="rect">
            <a:avLst/>
          </a:prstGeom>
        </p:spPr>
        <p:txBody>
          <a:bodyPr vert="horz" wrap="square" lIns="0" tIns="0" rIns="0" bIns="0" anchor="b" anchorCtr="0">
            <a:normAutofit/>
          </a:bodyPr>
          <a:lstStyle>
            <a:lvl1pPr mar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spc="0">
                <a:solidFill>
                  <a:srgbClr val="005D96"/>
                </a:solidFill>
                <a:latin typeface="方正大标宋简体" panose="02010601030101010101" pitchFamily="2" charset="-122"/>
                <a:ea typeface="方正大标宋简体" panose="02010601030101010101" pitchFamily="2" charset="-122"/>
                <a:sym typeface="方正大标宋简体" panose="02010601030101010101" pitchFamily="2" charset="-122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2pPr>
            <a:lvl3pPr marL="9144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3pPr>
            <a:lvl4pPr marL="13716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4pPr>
            <a:lvl5pPr marL="18288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zh-CN" altLang="en-US" dirty="0"/>
              <a:t>指导老师：青老师</a:t>
            </a:r>
          </a:p>
        </p:txBody>
      </p:sp>
      <p:sp>
        <p:nvSpPr>
          <p:cNvPr id="17" name="任意多边形: 形状 41"/>
          <p:cNvSpPr/>
          <p:nvPr userDrawn="1"/>
        </p:nvSpPr>
        <p:spPr>
          <a:xfrm>
            <a:off x="-170180" y="-56515"/>
            <a:ext cx="12532360" cy="3908425"/>
          </a:xfrm>
          <a:custGeom>
            <a:avLst/>
            <a:gdLst>
              <a:gd name="connsiteX0" fmla="*/ 0 w 12192000"/>
              <a:gd name="connsiteY0" fmla="*/ 0 h 3621880"/>
              <a:gd name="connsiteX1" fmla="*/ 12192000 w 12192000"/>
              <a:gd name="connsiteY1" fmla="*/ 0 h 3621880"/>
              <a:gd name="connsiteX2" fmla="*/ 12192000 w 12192000"/>
              <a:gd name="connsiteY2" fmla="*/ 3505120 h 3621880"/>
              <a:gd name="connsiteX3" fmla="*/ 12178164 w 12192000"/>
              <a:gd name="connsiteY3" fmla="*/ 3496691 h 3621880"/>
              <a:gd name="connsiteX4" fmla="*/ 6188598 w 12192000"/>
              <a:gd name="connsiteY4" fmla="*/ 2384382 h 3621880"/>
              <a:gd name="connsiteX5" fmla="*/ 48605 w 12192000"/>
              <a:gd name="connsiteY5" fmla="*/ 3588334 h 3621880"/>
              <a:gd name="connsiteX6" fmla="*/ 0 w 12192000"/>
              <a:gd name="connsiteY6" fmla="*/ 3621880 h 3621880"/>
              <a:gd name="connsiteX7" fmla="*/ 0 w 12192000"/>
              <a:gd name="connsiteY7" fmla="*/ 0 h 3621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621880">
                <a:moveTo>
                  <a:pt x="0" y="0"/>
                </a:moveTo>
                <a:lnTo>
                  <a:pt x="12192000" y="0"/>
                </a:lnTo>
                <a:lnTo>
                  <a:pt x="12192000" y="3505120"/>
                </a:lnTo>
                <a:lnTo>
                  <a:pt x="12178164" y="3496691"/>
                </a:lnTo>
                <a:cubicBezTo>
                  <a:pt x="11024675" y="2834150"/>
                  <a:pt x="8774972" y="2384382"/>
                  <a:pt x="6188598" y="2384382"/>
                </a:cubicBezTo>
                <a:cubicBezTo>
                  <a:pt x="3484661" y="2384382"/>
                  <a:pt x="1148698" y="2875967"/>
                  <a:pt x="48605" y="3588334"/>
                </a:cubicBezTo>
                <a:lnTo>
                  <a:pt x="0" y="3621880"/>
                </a:lnTo>
                <a:lnTo>
                  <a:pt x="0" y="0"/>
                </a:lnTo>
                <a:close/>
              </a:path>
            </a:pathLst>
          </a:custGeom>
          <a:solidFill>
            <a:srgbClr val="005D96">
              <a:alpha val="69000"/>
            </a:srgbClr>
          </a:soli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18" name="文本框 17"/>
          <p:cNvSpPr txBox="1"/>
          <p:nvPr userDrawn="1"/>
        </p:nvSpPr>
        <p:spPr>
          <a:xfrm>
            <a:off x="10196830" y="-1358900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/>
          </a:p>
        </p:txBody>
      </p:sp>
      <p:pic>
        <p:nvPicPr>
          <p:cNvPr id="19" name="图片 18" descr="青岛理工大学校徽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5283835" y="1692910"/>
            <a:ext cx="1783715" cy="1783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539552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矩形 55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 descr="5"/>
          <p:cNvPicPr>
            <a:picLocks noChangeAspect="1"/>
          </p:cNvPicPr>
          <p:nvPr userDrawn="1"/>
        </p:nvPicPr>
        <p:blipFill>
          <a:blip r:embed="rId2">
            <a:alphaModFix amt="30000"/>
          </a:blip>
          <a:stretch>
            <a:fillRect/>
          </a:stretch>
        </p:blipFill>
        <p:spPr>
          <a:xfrm>
            <a:off x="-3822065" y="-434340"/>
            <a:ext cx="7726680" cy="7726680"/>
          </a:xfrm>
          <a:prstGeom prst="rect">
            <a:avLst/>
          </a:prstGeom>
        </p:spPr>
      </p:pic>
      <p:pic>
        <p:nvPicPr>
          <p:cNvPr id="3" name="图片 2" descr="5"/>
          <p:cNvPicPr>
            <a:picLocks noChangeAspect="1"/>
          </p:cNvPicPr>
          <p:nvPr userDrawn="1"/>
        </p:nvPicPr>
        <p:blipFill>
          <a:blip r:embed="rId2">
            <a:alphaModFix amt="30000"/>
          </a:blip>
          <a:stretch>
            <a:fillRect/>
          </a:stretch>
        </p:blipFill>
        <p:spPr>
          <a:xfrm>
            <a:off x="8355330" y="-434340"/>
            <a:ext cx="7726680" cy="7726680"/>
          </a:xfrm>
          <a:prstGeom prst="rect">
            <a:avLst/>
          </a:prstGeom>
        </p:spPr>
      </p:pic>
      <p:sp>
        <p:nvSpPr>
          <p:cNvPr id="9" name="任意多边形: 形状 8"/>
          <p:cNvSpPr/>
          <p:nvPr userDrawn="1"/>
        </p:nvSpPr>
        <p:spPr>
          <a:xfrm rot="21413345">
            <a:off x="-107772" y="5889232"/>
            <a:ext cx="12369445" cy="1288985"/>
          </a:xfrm>
          <a:custGeom>
            <a:avLst/>
            <a:gdLst>
              <a:gd name="connsiteX0" fmla="*/ 12401882 w 12401882"/>
              <a:gd name="connsiteY0" fmla="*/ 73849 h 1288985"/>
              <a:gd name="connsiteX1" fmla="*/ 12335841 w 12401882"/>
              <a:gd name="connsiteY1" fmla="*/ 1288985 h 1288985"/>
              <a:gd name="connsiteX2" fmla="*/ 0 w 12401882"/>
              <a:gd name="connsiteY2" fmla="*/ 618542 h 1288985"/>
              <a:gd name="connsiteX3" fmla="*/ 33618 w 12401882"/>
              <a:gd name="connsiteY3" fmla="*/ 0 h 1288985"/>
              <a:gd name="connsiteX4" fmla="*/ 103646 w 12401882"/>
              <a:gd name="connsiteY4" fmla="*/ 32857 h 1288985"/>
              <a:gd name="connsiteX5" fmla="*/ 6308538 w 12401882"/>
              <a:gd name="connsiteY5" fmla="*/ 553243 h 1288985"/>
              <a:gd name="connsiteX6" fmla="*/ 12326375 w 12401882"/>
              <a:gd name="connsiteY6" fmla="*/ 98014 h 1288985"/>
              <a:gd name="connsiteX7" fmla="*/ 12401882 w 12401882"/>
              <a:gd name="connsiteY7" fmla="*/ 73849 h 1288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401882" h="1288985">
                <a:moveTo>
                  <a:pt x="12401882" y="73849"/>
                </a:moveTo>
                <a:lnTo>
                  <a:pt x="12335841" y="1288985"/>
                </a:lnTo>
                <a:lnTo>
                  <a:pt x="0" y="618542"/>
                </a:lnTo>
                <a:lnTo>
                  <a:pt x="33618" y="0"/>
                </a:lnTo>
                <a:lnTo>
                  <a:pt x="103646" y="32857"/>
                </a:lnTo>
                <a:cubicBezTo>
                  <a:pt x="814657" y="332114"/>
                  <a:pt x="3323130" y="553243"/>
                  <a:pt x="6308538" y="553243"/>
                </a:cubicBezTo>
                <a:cubicBezTo>
                  <a:pt x="9072803" y="553244"/>
                  <a:pt x="11428175" y="363661"/>
                  <a:pt x="12326375" y="98014"/>
                </a:cubicBezTo>
                <a:lnTo>
                  <a:pt x="12401882" y="73849"/>
                </a:lnTo>
                <a:close/>
              </a:path>
            </a:pathLst>
          </a:custGeom>
          <a:solidFill>
            <a:srgbClr val="005D96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任意多边形: 形状 7"/>
          <p:cNvSpPr/>
          <p:nvPr userDrawn="1"/>
        </p:nvSpPr>
        <p:spPr>
          <a:xfrm rot="21413345">
            <a:off x="-60722" y="5797965"/>
            <a:ext cx="12335849" cy="1470933"/>
          </a:xfrm>
          <a:custGeom>
            <a:avLst/>
            <a:gdLst>
              <a:gd name="connsiteX0" fmla="*/ 12401882 w 12401882"/>
              <a:gd name="connsiteY0" fmla="*/ 73849 h 1288985"/>
              <a:gd name="connsiteX1" fmla="*/ 12335841 w 12401882"/>
              <a:gd name="connsiteY1" fmla="*/ 1288985 h 1288985"/>
              <a:gd name="connsiteX2" fmla="*/ 0 w 12401882"/>
              <a:gd name="connsiteY2" fmla="*/ 618542 h 1288985"/>
              <a:gd name="connsiteX3" fmla="*/ 33618 w 12401882"/>
              <a:gd name="connsiteY3" fmla="*/ 0 h 1288985"/>
              <a:gd name="connsiteX4" fmla="*/ 103646 w 12401882"/>
              <a:gd name="connsiteY4" fmla="*/ 32857 h 1288985"/>
              <a:gd name="connsiteX5" fmla="*/ 6308538 w 12401882"/>
              <a:gd name="connsiteY5" fmla="*/ 553243 h 1288985"/>
              <a:gd name="connsiteX6" fmla="*/ 12326375 w 12401882"/>
              <a:gd name="connsiteY6" fmla="*/ 98014 h 1288985"/>
              <a:gd name="connsiteX7" fmla="*/ 12401882 w 12401882"/>
              <a:gd name="connsiteY7" fmla="*/ 73849 h 1288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401882" h="1288985">
                <a:moveTo>
                  <a:pt x="12401882" y="73849"/>
                </a:moveTo>
                <a:lnTo>
                  <a:pt x="12335841" y="1288985"/>
                </a:lnTo>
                <a:lnTo>
                  <a:pt x="0" y="618542"/>
                </a:lnTo>
                <a:lnTo>
                  <a:pt x="33618" y="0"/>
                </a:lnTo>
                <a:lnTo>
                  <a:pt x="103646" y="32857"/>
                </a:lnTo>
                <a:cubicBezTo>
                  <a:pt x="814657" y="332114"/>
                  <a:pt x="3323130" y="553243"/>
                  <a:pt x="6308538" y="553243"/>
                </a:cubicBezTo>
                <a:cubicBezTo>
                  <a:pt x="9072803" y="553244"/>
                  <a:pt x="11428175" y="363661"/>
                  <a:pt x="12326375" y="98014"/>
                </a:cubicBezTo>
                <a:lnTo>
                  <a:pt x="12401882" y="73849"/>
                </a:lnTo>
                <a:close/>
              </a:path>
            </a:pathLst>
          </a:custGeom>
          <a:solidFill>
            <a:srgbClr val="005D96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" name="任意多边形: 形状 6"/>
          <p:cNvSpPr/>
          <p:nvPr userDrawn="1"/>
        </p:nvSpPr>
        <p:spPr>
          <a:xfrm rot="21413345">
            <a:off x="-101880" y="5734499"/>
            <a:ext cx="12376686" cy="1507273"/>
          </a:xfrm>
          <a:custGeom>
            <a:avLst/>
            <a:gdLst>
              <a:gd name="connsiteX0" fmla="*/ 12401882 w 12401882"/>
              <a:gd name="connsiteY0" fmla="*/ 73849 h 1288985"/>
              <a:gd name="connsiteX1" fmla="*/ 12335841 w 12401882"/>
              <a:gd name="connsiteY1" fmla="*/ 1288985 h 1288985"/>
              <a:gd name="connsiteX2" fmla="*/ 0 w 12401882"/>
              <a:gd name="connsiteY2" fmla="*/ 618542 h 1288985"/>
              <a:gd name="connsiteX3" fmla="*/ 33618 w 12401882"/>
              <a:gd name="connsiteY3" fmla="*/ 0 h 1288985"/>
              <a:gd name="connsiteX4" fmla="*/ 103646 w 12401882"/>
              <a:gd name="connsiteY4" fmla="*/ 32857 h 1288985"/>
              <a:gd name="connsiteX5" fmla="*/ 6308538 w 12401882"/>
              <a:gd name="connsiteY5" fmla="*/ 553243 h 1288985"/>
              <a:gd name="connsiteX6" fmla="*/ 12326375 w 12401882"/>
              <a:gd name="connsiteY6" fmla="*/ 98014 h 1288985"/>
              <a:gd name="connsiteX7" fmla="*/ 12401882 w 12401882"/>
              <a:gd name="connsiteY7" fmla="*/ 73849 h 1288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401882" h="1288985">
                <a:moveTo>
                  <a:pt x="12401882" y="73849"/>
                </a:moveTo>
                <a:lnTo>
                  <a:pt x="12335841" y="1288985"/>
                </a:lnTo>
                <a:lnTo>
                  <a:pt x="0" y="618542"/>
                </a:lnTo>
                <a:lnTo>
                  <a:pt x="33618" y="0"/>
                </a:lnTo>
                <a:lnTo>
                  <a:pt x="103646" y="32857"/>
                </a:lnTo>
                <a:cubicBezTo>
                  <a:pt x="814657" y="332114"/>
                  <a:pt x="3323130" y="553243"/>
                  <a:pt x="6308538" y="553243"/>
                </a:cubicBezTo>
                <a:cubicBezTo>
                  <a:pt x="9072803" y="553244"/>
                  <a:pt x="11428175" y="363661"/>
                  <a:pt x="12326375" y="98014"/>
                </a:cubicBezTo>
                <a:lnTo>
                  <a:pt x="12401882" y="73849"/>
                </a:lnTo>
                <a:close/>
              </a:path>
            </a:pathLst>
          </a:custGeom>
          <a:solidFill>
            <a:srgbClr val="005D9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2"/>
          </p:nvPr>
        </p:nvSpPr>
        <p:spPr>
          <a:xfrm>
            <a:off x="468630" y="64930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spc="300">
                <a:solidFill>
                  <a:schemeClr val="bg2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defRPr>
            </a:lvl1pPr>
          </a:lstStyle>
          <a:p>
            <a:r>
              <a:rPr lang="zh-CN" altLang="en-US" dirty="0"/>
              <a:t>百折不挠</a:t>
            </a:r>
            <a:r>
              <a:rPr lang="en-US" altLang="zh-CN" dirty="0"/>
              <a:t> </a:t>
            </a:r>
            <a:r>
              <a:rPr lang="zh-CN" altLang="en-US" dirty="0"/>
              <a:t>刚毅厚重</a:t>
            </a:r>
            <a:r>
              <a:rPr lang="en-US" altLang="zh-CN" dirty="0"/>
              <a:t> </a:t>
            </a:r>
            <a:r>
              <a:rPr lang="zh-CN" altLang="en-US" dirty="0"/>
              <a:t>勇承重载</a:t>
            </a:r>
          </a:p>
        </p:txBody>
      </p:sp>
    </p:spTree>
    <p:extLst>
      <p:ext uri="{BB962C8B-B14F-4D97-AF65-F5344CB8AC3E}">
        <p14:creationId xmlns:p14="http://schemas.microsoft.com/office/powerpoint/2010/main" val="5544574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D2D3ABB-1285-294F-A20A-F30083EB9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A1A8907-74D6-0D45-95A8-836E4EC85A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017F7AE-BD20-0A4F-80C4-18B0EDB6DE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5CF517-7373-6349-A426-5E433EDE14F4}" type="datetimeFigureOut">
              <a:rPr kumimoji="1" lang="zh-CN" altLang="en-US" smtClean="0"/>
              <a:t>2023/6/5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034DFE5-4086-414D-857D-C32B7481EA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56FCBA4-62E5-7A40-8979-12F1BF0DD7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729EF8-2028-4447-86E5-25060CA00E4D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487543E-91E5-5145-A581-4D7204F32DA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 descr="5">
            <a:extLst>
              <a:ext uri="{FF2B5EF4-FFF2-40B4-BE49-F238E27FC236}">
                <a16:creationId xmlns:a16="http://schemas.microsoft.com/office/drawing/2014/main" id="{86770886-93F4-434C-9FE2-AEFDCF90D23E}"/>
              </a:ext>
            </a:extLst>
          </p:cNvPr>
          <p:cNvPicPr>
            <a:picLocks noChangeAspect="1"/>
          </p:cNvPicPr>
          <p:nvPr userDrawn="1"/>
        </p:nvPicPr>
        <p:blipFill>
          <a:blip r:embed="rId27">
            <a:alphaModFix amt="30000"/>
          </a:blip>
          <a:stretch>
            <a:fillRect/>
          </a:stretch>
        </p:blipFill>
        <p:spPr>
          <a:xfrm>
            <a:off x="-3829050" y="-421622"/>
            <a:ext cx="7726680" cy="7726680"/>
          </a:xfrm>
          <a:prstGeom prst="rect">
            <a:avLst/>
          </a:prstGeom>
        </p:spPr>
      </p:pic>
      <p:pic>
        <p:nvPicPr>
          <p:cNvPr id="9" name="图片 8" descr="5">
            <a:extLst>
              <a:ext uri="{FF2B5EF4-FFF2-40B4-BE49-F238E27FC236}">
                <a16:creationId xmlns:a16="http://schemas.microsoft.com/office/drawing/2014/main" id="{33BEC999-C1B9-3948-9008-02B970DB7EAB}"/>
              </a:ext>
            </a:extLst>
          </p:cNvPr>
          <p:cNvPicPr>
            <a:picLocks noChangeAspect="1"/>
          </p:cNvPicPr>
          <p:nvPr userDrawn="1"/>
        </p:nvPicPr>
        <p:blipFill>
          <a:blip r:embed="rId27">
            <a:alphaModFix amt="30000"/>
          </a:blip>
          <a:stretch>
            <a:fillRect/>
          </a:stretch>
        </p:blipFill>
        <p:spPr>
          <a:xfrm>
            <a:off x="8328660" y="-434340"/>
            <a:ext cx="7726680" cy="7726680"/>
          </a:xfrm>
          <a:prstGeom prst="rect">
            <a:avLst/>
          </a:prstGeom>
        </p:spPr>
      </p:pic>
      <p:sp>
        <p:nvSpPr>
          <p:cNvPr id="10" name="任意多边形: 形状 8">
            <a:extLst>
              <a:ext uri="{FF2B5EF4-FFF2-40B4-BE49-F238E27FC236}">
                <a16:creationId xmlns:a16="http://schemas.microsoft.com/office/drawing/2014/main" id="{CF7A9872-9A2D-0544-B95E-53F0A0452969}"/>
              </a:ext>
            </a:extLst>
          </p:cNvPr>
          <p:cNvSpPr/>
          <p:nvPr userDrawn="1"/>
        </p:nvSpPr>
        <p:spPr>
          <a:xfrm rot="21413345">
            <a:off x="-107772" y="5889232"/>
            <a:ext cx="12369445" cy="1288985"/>
          </a:xfrm>
          <a:custGeom>
            <a:avLst/>
            <a:gdLst>
              <a:gd name="connsiteX0" fmla="*/ 12401882 w 12401882"/>
              <a:gd name="connsiteY0" fmla="*/ 73849 h 1288985"/>
              <a:gd name="connsiteX1" fmla="*/ 12335841 w 12401882"/>
              <a:gd name="connsiteY1" fmla="*/ 1288985 h 1288985"/>
              <a:gd name="connsiteX2" fmla="*/ 0 w 12401882"/>
              <a:gd name="connsiteY2" fmla="*/ 618542 h 1288985"/>
              <a:gd name="connsiteX3" fmla="*/ 33618 w 12401882"/>
              <a:gd name="connsiteY3" fmla="*/ 0 h 1288985"/>
              <a:gd name="connsiteX4" fmla="*/ 103646 w 12401882"/>
              <a:gd name="connsiteY4" fmla="*/ 32857 h 1288985"/>
              <a:gd name="connsiteX5" fmla="*/ 6308538 w 12401882"/>
              <a:gd name="connsiteY5" fmla="*/ 553243 h 1288985"/>
              <a:gd name="connsiteX6" fmla="*/ 12326375 w 12401882"/>
              <a:gd name="connsiteY6" fmla="*/ 98014 h 1288985"/>
              <a:gd name="connsiteX7" fmla="*/ 12401882 w 12401882"/>
              <a:gd name="connsiteY7" fmla="*/ 73849 h 1288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401882" h="1288985">
                <a:moveTo>
                  <a:pt x="12401882" y="73849"/>
                </a:moveTo>
                <a:lnTo>
                  <a:pt x="12335841" y="1288985"/>
                </a:lnTo>
                <a:lnTo>
                  <a:pt x="0" y="618542"/>
                </a:lnTo>
                <a:lnTo>
                  <a:pt x="33618" y="0"/>
                </a:lnTo>
                <a:lnTo>
                  <a:pt x="103646" y="32857"/>
                </a:lnTo>
                <a:cubicBezTo>
                  <a:pt x="814657" y="332114"/>
                  <a:pt x="3323130" y="553243"/>
                  <a:pt x="6308538" y="553243"/>
                </a:cubicBezTo>
                <a:cubicBezTo>
                  <a:pt x="9072803" y="553244"/>
                  <a:pt x="11428175" y="363661"/>
                  <a:pt x="12326375" y="98014"/>
                </a:cubicBezTo>
                <a:lnTo>
                  <a:pt x="12401882" y="73849"/>
                </a:lnTo>
                <a:close/>
              </a:path>
            </a:pathLst>
          </a:custGeom>
          <a:solidFill>
            <a:srgbClr val="005D96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1" name="任意多边形: 形状 7">
            <a:extLst>
              <a:ext uri="{FF2B5EF4-FFF2-40B4-BE49-F238E27FC236}">
                <a16:creationId xmlns:a16="http://schemas.microsoft.com/office/drawing/2014/main" id="{7990B218-ED19-EA44-9E8D-A10600CCD7A7}"/>
              </a:ext>
            </a:extLst>
          </p:cNvPr>
          <p:cNvSpPr/>
          <p:nvPr userDrawn="1"/>
        </p:nvSpPr>
        <p:spPr>
          <a:xfrm rot="21413345">
            <a:off x="-51285" y="5815216"/>
            <a:ext cx="12335849" cy="1470933"/>
          </a:xfrm>
          <a:custGeom>
            <a:avLst/>
            <a:gdLst>
              <a:gd name="connsiteX0" fmla="*/ 12401882 w 12401882"/>
              <a:gd name="connsiteY0" fmla="*/ 73849 h 1288985"/>
              <a:gd name="connsiteX1" fmla="*/ 12335841 w 12401882"/>
              <a:gd name="connsiteY1" fmla="*/ 1288985 h 1288985"/>
              <a:gd name="connsiteX2" fmla="*/ 0 w 12401882"/>
              <a:gd name="connsiteY2" fmla="*/ 618542 h 1288985"/>
              <a:gd name="connsiteX3" fmla="*/ 33618 w 12401882"/>
              <a:gd name="connsiteY3" fmla="*/ 0 h 1288985"/>
              <a:gd name="connsiteX4" fmla="*/ 103646 w 12401882"/>
              <a:gd name="connsiteY4" fmla="*/ 32857 h 1288985"/>
              <a:gd name="connsiteX5" fmla="*/ 6308538 w 12401882"/>
              <a:gd name="connsiteY5" fmla="*/ 553243 h 1288985"/>
              <a:gd name="connsiteX6" fmla="*/ 12326375 w 12401882"/>
              <a:gd name="connsiteY6" fmla="*/ 98014 h 1288985"/>
              <a:gd name="connsiteX7" fmla="*/ 12401882 w 12401882"/>
              <a:gd name="connsiteY7" fmla="*/ 73849 h 1288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401882" h="1288985">
                <a:moveTo>
                  <a:pt x="12401882" y="73849"/>
                </a:moveTo>
                <a:lnTo>
                  <a:pt x="12335841" y="1288985"/>
                </a:lnTo>
                <a:lnTo>
                  <a:pt x="0" y="618542"/>
                </a:lnTo>
                <a:lnTo>
                  <a:pt x="33618" y="0"/>
                </a:lnTo>
                <a:lnTo>
                  <a:pt x="103646" y="32857"/>
                </a:lnTo>
                <a:cubicBezTo>
                  <a:pt x="814657" y="332114"/>
                  <a:pt x="3323130" y="553243"/>
                  <a:pt x="6308538" y="553243"/>
                </a:cubicBezTo>
                <a:cubicBezTo>
                  <a:pt x="9072803" y="553244"/>
                  <a:pt x="11428175" y="363661"/>
                  <a:pt x="12326375" y="98014"/>
                </a:cubicBezTo>
                <a:lnTo>
                  <a:pt x="12401882" y="73849"/>
                </a:lnTo>
                <a:close/>
              </a:path>
            </a:pathLst>
          </a:custGeom>
          <a:solidFill>
            <a:srgbClr val="005D96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2" name="任意多边形: 形状 6">
            <a:extLst>
              <a:ext uri="{FF2B5EF4-FFF2-40B4-BE49-F238E27FC236}">
                <a16:creationId xmlns:a16="http://schemas.microsoft.com/office/drawing/2014/main" id="{AF003127-AEDD-8E4C-9F09-DA9AF5FD300F}"/>
              </a:ext>
            </a:extLst>
          </p:cNvPr>
          <p:cNvSpPr/>
          <p:nvPr userDrawn="1"/>
        </p:nvSpPr>
        <p:spPr>
          <a:xfrm rot="21413345">
            <a:off x="-9274" y="5823247"/>
            <a:ext cx="12376686" cy="1507273"/>
          </a:xfrm>
          <a:custGeom>
            <a:avLst/>
            <a:gdLst>
              <a:gd name="connsiteX0" fmla="*/ 12401882 w 12401882"/>
              <a:gd name="connsiteY0" fmla="*/ 73849 h 1288985"/>
              <a:gd name="connsiteX1" fmla="*/ 12335841 w 12401882"/>
              <a:gd name="connsiteY1" fmla="*/ 1288985 h 1288985"/>
              <a:gd name="connsiteX2" fmla="*/ 0 w 12401882"/>
              <a:gd name="connsiteY2" fmla="*/ 618542 h 1288985"/>
              <a:gd name="connsiteX3" fmla="*/ 33618 w 12401882"/>
              <a:gd name="connsiteY3" fmla="*/ 0 h 1288985"/>
              <a:gd name="connsiteX4" fmla="*/ 103646 w 12401882"/>
              <a:gd name="connsiteY4" fmla="*/ 32857 h 1288985"/>
              <a:gd name="connsiteX5" fmla="*/ 6308538 w 12401882"/>
              <a:gd name="connsiteY5" fmla="*/ 553243 h 1288985"/>
              <a:gd name="connsiteX6" fmla="*/ 12326375 w 12401882"/>
              <a:gd name="connsiteY6" fmla="*/ 98014 h 1288985"/>
              <a:gd name="connsiteX7" fmla="*/ 12401882 w 12401882"/>
              <a:gd name="connsiteY7" fmla="*/ 73849 h 1288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401882" h="1288985">
                <a:moveTo>
                  <a:pt x="12401882" y="73849"/>
                </a:moveTo>
                <a:lnTo>
                  <a:pt x="12335841" y="1288985"/>
                </a:lnTo>
                <a:lnTo>
                  <a:pt x="0" y="618542"/>
                </a:lnTo>
                <a:lnTo>
                  <a:pt x="33618" y="0"/>
                </a:lnTo>
                <a:lnTo>
                  <a:pt x="103646" y="32857"/>
                </a:lnTo>
                <a:cubicBezTo>
                  <a:pt x="814657" y="332114"/>
                  <a:pt x="3323130" y="553243"/>
                  <a:pt x="6308538" y="553243"/>
                </a:cubicBezTo>
                <a:cubicBezTo>
                  <a:pt x="9072803" y="553244"/>
                  <a:pt x="11428175" y="363661"/>
                  <a:pt x="12326375" y="98014"/>
                </a:cubicBezTo>
                <a:lnTo>
                  <a:pt x="12401882" y="73849"/>
                </a:lnTo>
                <a:close/>
              </a:path>
            </a:pathLst>
          </a:custGeom>
          <a:solidFill>
            <a:srgbClr val="005D9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3" name="日期占位符 9">
            <a:extLst>
              <a:ext uri="{FF2B5EF4-FFF2-40B4-BE49-F238E27FC236}">
                <a16:creationId xmlns:a16="http://schemas.microsoft.com/office/drawing/2014/main" id="{25D4FA56-C140-9844-933D-B552570A8775}"/>
              </a:ext>
            </a:extLst>
          </p:cNvPr>
          <p:cNvSpPr txBox="1">
            <a:spLocks/>
          </p:cNvSpPr>
          <p:nvPr userDrawn="1"/>
        </p:nvSpPr>
        <p:spPr>
          <a:xfrm>
            <a:off x="468630" y="64930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200" kern="1200" spc="300">
                <a:solidFill>
                  <a:schemeClr val="bg2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百折不挠</a:t>
            </a:r>
            <a:r>
              <a:rPr lang="en-US" altLang="zh-CN"/>
              <a:t> </a:t>
            </a:r>
            <a:r>
              <a:rPr lang="zh-CN" altLang="en-US"/>
              <a:t>刚毅厚重</a:t>
            </a:r>
            <a:r>
              <a:rPr lang="en-US" altLang="zh-CN"/>
              <a:t> </a:t>
            </a:r>
            <a:r>
              <a:rPr lang="zh-CN" altLang="en-US"/>
              <a:t>勇承重载</a:t>
            </a:r>
            <a:endParaRPr lang="zh-CN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3BF4C09-9862-DF42-BD08-3AFBEDF9DF09}"/>
              </a:ext>
            </a:extLst>
          </p:cNvPr>
          <p:cNvSpPr/>
          <p:nvPr userDrawn="1"/>
        </p:nvSpPr>
        <p:spPr>
          <a:xfrm>
            <a:off x="762000" y="0"/>
            <a:ext cx="333926" cy="944563"/>
          </a:xfrm>
          <a:prstGeom prst="rect">
            <a:avLst/>
          </a:prstGeom>
          <a:solidFill>
            <a:srgbClr val="005D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cs typeface="+mn-ea"/>
              <a:sym typeface="+mn-lt"/>
            </a:endParaRPr>
          </a:p>
        </p:txBody>
      </p:sp>
      <p:pic>
        <p:nvPicPr>
          <p:cNvPr id="15" name="图片 14" descr="青岛理工大学校徽">
            <a:extLst>
              <a:ext uri="{FF2B5EF4-FFF2-40B4-BE49-F238E27FC236}">
                <a16:creationId xmlns:a16="http://schemas.microsoft.com/office/drawing/2014/main" id="{41EA12D9-A451-3B45-A579-CA2846C1C316}"/>
              </a:ext>
            </a:extLst>
          </p:cNvPr>
          <p:cNvPicPr>
            <a:picLocks noChangeAspect="1"/>
          </p:cNvPicPr>
          <p:nvPr userDrawn="1"/>
        </p:nvPicPr>
        <p:blipFill>
          <a:blip r:embed="rId28"/>
          <a:stretch>
            <a:fillRect/>
          </a:stretch>
        </p:blipFill>
        <p:spPr>
          <a:xfrm>
            <a:off x="10973435" y="221615"/>
            <a:ext cx="723265" cy="723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3865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49" r:id="rId13"/>
    <p:sldLayoutId id="2147483650" r:id="rId14"/>
    <p:sldLayoutId id="2147483651" r:id="rId15"/>
    <p:sldLayoutId id="2147483652" r:id="rId16"/>
    <p:sldLayoutId id="2147483653" r:id="rId17"/>
    <p:sldLayoutId id="2147483654" r:id="rId18"/>
    <p:sldLayoutId id="2147483655" r:id="rId19"/>
    <p:sldLayoutId id="2147483656" r:id="rId20"/>
    <p:sldLayoutId id="2147483657" r:id="rId21"/>
    <p:sldLayoutId id="2147483658" r:id="rId22"/>
    <p:sldLayoutId id="2147483659" r:id="rId23"/>
    <p:sldLayoutId id="2147483660" r:id="rId24"/>
    <p:sldLayoutId id="2147483661" r:id="rId2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4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9.png"/><Relationship Id="rId5" Type="http://schemas.openxmlformats.org/officeDocument/2006/relationships/image" Target="../media/image38.jpeg"/><Relationship Id="rId4" Type="http://schemas.openxmlformats.org/officeDocument/2006/relationships/image" Target="../media/image3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2719705" y="3857271"/>
            <a:ext cx="7350125" cy="652780"/>
          </a:xfrm>
        </p:spPr>
        <p:txBody>
          <a:bodyPr>
            <a:normAutofit/>
          </a:bodyPr>
          <a:lstStyle/>
          <a:p>
            <a:pPr algn="ctr"/>
            <a:r>
              <a:rPr lang="zh-CN" altLang="en-US" dirty="0"/>
              <a:t>算法设计与分析</a:t>
            </a:r>
            <a:endParaRPr lang="zh-CN" altLang="en-US" dirty="0">
              <a:solidFill>
                <a:srgbClr val="005D96"/>
              </a:solidFill>
            </a:endParaRPr>
          </a:p>
        </p:txBody>
      </p:sp>
      <p:grpSp>
        <p:nvGrpSpPr>
          <p:cNvPr id="37" name="组合 36"/>
          <p:cNvGrpSpPr/>
          <p:nvPr/>
        </p:nvGrpSpPr>
        <p:grpSpPr>
          <a:xfrm>
            <a:off x="2704260" y="5219564"/>
            <a:ext cx="6783480" cy="99986"/>
            <a:chOff x="628656" y="974915"/>
            <a:chExt cx="11038056" cy="24702"/>
          </a:xfrm>
        </p:grpSpPr>
        <p:cxnSp>
          <p:nvCxnSpPr>
            <p:cNvPr id="40" name="直接连接符 39"/>
            <p:cNvCxnSpPr/>
            <p:nvPr/>
          </p:nvCxnSpPr>
          <p:spPr>
            <a:xfrm>
              <a:off x="628656" y="975360"/>
              <a:ext cx="8627657" cy="0"/>
            </a:xfrm>
            <a:prstGeom prst="line">
              <a:avLst/>
            </a:prstGeom>
            <a:ln w="19050">
              <a:solidFill>
                <a:srgbClr val="005D96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/>
            <p:cNvCxnSpPr/>
            <p:nvPr/>
          </p:nvCxnSpPr>
          <p:spPr>
            <a:xfrm flipH="1">
              <a:off x="9233073" y="974915"/>
              <a:ext cx="23240" cy="24702"/>
            </a:xfrm>
            <a:prstGeom prst="line">
              <a:avLst/>
            </a:prstGeom>
            <a:ln w="19050" cap="rnd">
              <a:solidFill>
                <a:srgbClr val="005D9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/>
            <p:cNvCxnSpPr/>
            <p:nvPr/>
          </p:nvCxnSpPr>
          <p:spPr>
            <a:xfrm flipV="1">
              <a:off x="9233070" y="975360"/>
              <a:ext cx="189380" cy="24257"/>
            </a:xfrm>
            <a:prstGeom prst="line">
              <a:avLst/>
            </a:prstGeom>
            <a:ln w="19050" cap="rnd">
              <a:solidFill>
                <a:srgbClr val="005D96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/>
            <p:cNvCxnSpPr/>
            <p:nvPr/>
          </p:nvCxnSpPr>
          <p:spPr>
            <a:xfrm>
              <a:off x="9422450" y="975360"/>
              <a:ext cx="2244262" cy="0"/>
            </a:xfrm>
            <a:prstGeom prst="line">
              <a:avLst/>
            </a:prstGeom>
            <a:ln w="19050">
              <a:solidFill>
                <a:srgbClr val="005D9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95" name="直接连接符 94"/>
          <p:cNvCxnSpPr/>
          <p:nvPr/>
        </p:nvCxnSpPr>
        <p:spPr>
          <a:xfrm flipV="1">
            <a:off x="2784475" y="5848350"/>
            <a:ext cx="0" cy="265430"/>
          </a:xfrm>
          <a:prstGeom prst="line">
            <a:avLst/>
          </a:prstGeom>
          <a:ln w="28575" cap="rnd">
            <a:solidFill>
              <a:srgbClr val="005D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接连接符 95"/>
          <p:cNvCxnSpPr/>
          <p:nvPr/>
        </p:nvCxnSpPr>
        <p:spPr>
          <a:xfrm flipV="1">
            <a:off x="2861310" y="5895340"/>
            <a:ext cx="0" cy="170180"/>
          </a:xfrm>
          <a:prstGeom prst="line">
            <a:avLst/>
          </a:prstGeom>
          <a:ln w="28575" cap="rnd">
            <a:solidFill>
              <a:srgbClr val="005D96">
                <a:alpha val="6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接连接符 96"/>
          <p:cNvCxnSpPr/>
          <p:nvPr/>
        </p:nvCxnSpPr>
        <p:spPr>
          <a:xfrm rot="16200000">
            <a:off x="2880995" y="5981065"/>
            <a:ext cx="113665" cy="0"/>
          </a:xfrm>
          <a:prstGeom prst="line">
            <a:avLst/>
          </a:prstGeom>
          <a:ln w="28575" cap="rnd">
            <a:solidFill>
              <a:srgbClr val="005D96">
                <a:alpha val="3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5" name="组合 34"/>
          <p:cNvGrpSpPr/>
          <p:nvPr/>
        </p:nvGrpSpPr>
        <p:grpSpPr>
          <a:xfrm>
            <a:off x="3161491" y="5800840"/>
            <a:ext cx="5933868" cy="367111"/>
            <a:chOff x="3517041" y="5800840"/>
            <a:chExt cx="5082917" cy="367111"/>
          </a:xfrm>
        </p:grpSpPr>
        <p:sp>
          <p:nvSpPr>
            <p:cNvPr id="36" name="文本框 35"/>
            <p:cNvSpPr txBox="1"/>
            <p:nvPr/>
          </p:nvSpPr>
          <p:spPr>
            <a:xfrm>
              <a:off x="3826448" y="5856877"/>
              <a:ext cx="2349253" cy="283476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spAutoFit/>
            </a:bodyPr>
            <a:lstStyle/>
            <a:p>
              <a:pPr lvl="0" algn="r">
                <a:lnSpc>
                  <a:spcPct val="110000"/>
                </a:lnSpc>
                <a:defRPr/>
              </a:pPr>
              <a:r>
                <a:rPr lang="zh-CN" altLang="en-US" dirty="0">
                  <a:solidFill>
                    <a:srgbClr val="005D96"/>
                  </a:solidFill>
                  <a:latin typeface="方正大标宋简体" panose="02010601030101010101" pitchFamily="2" charset="-122"/>
                  <a:ea typeface="方正大标宋简体" panose="02010601030101010101" pitchFamily="2" charset="-122"/>
                </a:rPr>
                <a:t>开课专业班级：软件</a:t>
              </a:r>
              <a:r>
                <a:rPr lang="en-US" altLang="zh-CN" dirty="0">
                  <a:solidFill>
                    <a:srgbClr val="005D96"/>
                  </a:solidFill>
                  <a:latin typeface="方正大标宋简体" panose="02010601030101010101" pitchFamily="2" charset="-122"/>
                  <a:ea typeface="方正大标宋简体" panose="02010601030101010101" pitchFamily="2" charset="-122"/>
                </a:rPr>
                <a:t>211-3</a:t>
              </a:r>
              <a:r>
                <a:rPr kumimoji="0" lang="zh-CN" alt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005D96"/>
                  </a:solidFill>
                  <a:effectLst/>
                  <a:uLnTx/>
                  <a:uFillTx/>
                  <a:latin typeface="方正大标宋简体" panose="02010601030101010101" pitchFamily="2" charset="-122"/>
                  <a:ea typeface="方正大标宋简体" panose="02010601030101010101" pitchFamily="2" charset="-122"/>
                </a:rPr>
                <a:t> </a:t>
              </a:r>
            </a:p>
          </p:txBody>
        </p:sp>
        <p:sp>
          <p:nvSpPr>
            <p:cNvPr id="38" name="文本框 37"/>
            <p:cNvSpPr txBox="1"/>
            <p:nvPr/>
          </p:nvSpPr>
          <p:spPr>
            <a:xfrm>
              <a:off x="6830089" y="5810965"/>
              <a:ext cx="1769869" cy="314894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dirty="0">
                  <a:solidFill>
                    <a:srgbClr val="005D96"/>
                  </a:solidFill>
                  <a:latin typeface="方正大标宋简体" panose="02010601030101010101" pitchFamily="2" charset="-122"/>
                  <a:ea typeface="方正大标宋简体" panose="02010601030101010101" pitchFamily="2" charset="-122"/>
                </a:rPr>
                <a:t>开课教师：</a:t>
              </a:r>
              <a:r>
                <a:rPr lang="zh-CN" altLang="en-US" sz="2000" dirty="0">
                  <a:solidFill>
                    <a:srgbClr val="005D96"/>
                  </a:solidFill>
                  <a:latin typeface="方正大标宋简体" panose="02010601030101010101" pitchFamily="2" charset="-122"/>
                  <a:ea typeface="方正大标宋简体" panose="02010601030101010101" pitchFamily="2" charset="-122"/>
                </a:rPr>
                <a:t>赵浩然</a:t>
              </a:r>
            </a:p>
          </p:txBody>
        </p:sp>
        <p:sp>
          <p:nvSpPr>
            <p:cNvPr id="39" name="graduate_57239"/>
            <p:cNvSpPr>
              <a:spLocks noChangeAspect="1"/>
            </p:cNvSpPr>
            <p:nvPr/>
          </p:nvSpPr>
          <p:spPr bwMode="auto">
            <a:xfrm>
              <a:off x="3517041" y="5800840"/>
              <a:ext cx="247420" cy="360000"/>
            </a:xfrm>
            <a:custGeom>
              <a:avLst/>
              <a:gdLst>
                <a:gd name="connsiteX0" fmla="*/ 142468 w 412043"/>
                <a:gd name="connsiteY0" fmla="*/ 396851 h 599527"/>
                <a:gd name="connsiteX1" fmla="*/ 153964 w 412043"/>
                <a:gd name="connsiteY1" fmla="*/ 405753 h 599527"/>
                <a:gd name="connsiteX2" fmla="*/ 144814 w 412043"/>
                <a:gd name="connsiteY2" fmla="*/ 585910 h 599527"/>
                <a:gd name="connsiteX3" fmla="*/ 135898 w 412043"/>
                <a:gd name="connsiteY3" fmla="*/ 595046 h 599527"/>
                <a:gd name="connsiteX4" fmla="*/ 15768 w 412043"/>
                <a:gd name="connsiteY4" fmla="*/ 599498 h 599527"/>
                <a:gd name="connsiteX5" fmla="*/ 6383 w 412043"/>
                <a:gd name="connsiteY5" fmla="*/ 590127 h 599527"/>
                <a:gd name="connsiteX6" fmla="*/ 142468 w 412043"/>
                <a:gd name="connsiteY6" fmla="*/ 396851 h 599527"/>
                <a:gd name="connsiteX7" fmla="*/ 275305 w 412043"/>
                <a:gd name="connsiteY7" fmla="*/ 271238 h 599527"/>
                <a:gd name="connsiteX8" fmla="*/ 222034 w 412043"/>
                <a:gd name="connsiteY8" fmla="*/ 284828 h 599527"/>
                <a:gd name="connsiteX9" fmla="*/ 158437 w 412043"/>
                <a:gd name="connsiteY9" fmla="*/ 287640 h 599527"/>
                <a:gd name="connsiteX10" fmla="*/ 99299 w 412043"/>
                <a:gd name="connsiteY10" fmla="*/ 277096 h 599527"/>
                <a:gd name="connsiteX11" fmla="*/ 205137 w 412043"/>
                <a:gd name="connsiteY11" fmla="*/ 392382 h 599527"/>
                <a:gd name="connsiteX12" fmla="*/ 312148 w 412043"/>
                <a:gd name="connsiteY12" fmla="*/ 309432 h 599527"/>
                <a:gd name="connsiteX13" fmla="*/ 305108 w 412043"/>
                <a:gd name="connsiteY13" fmla="*/ 310604 h 599527"/>
                <a:gd name="connsiteX14" fmla="*/ 275305 w 412043"/>
                <a:gd name="connsiteY14" fmla="*/ 271238 h 599527"/>
                <a:gd name="connsiteX15" fmla="*/ 93667 w 412043"/>
                <a:gd name="connsiteY15" fmla="*/ 210314 h 599527"/>
                <a:gd name="connsiteX16" fmla="*/ 93667 w 412043"/>
                <a:gd name="connsiteY16" fmla="*/ 212892 h 599527"/>
                <a:gd name="connsiteX17" fmla="*/ 100003 w 412043"/>
                <a:gd name="connsiteY17" fmla="*/ 213595 h 599527"/>
                <a:gd name="connsiteX18" fmla="*/ 93667 w 412043"/>
                <a:gd name="connsiteY18" fmla="*/ 210314 h 599527"/>
                <a:gd name="connsiteX19" fmla="*/ 80202 w 412043"/>
                <a:gd name="connsiteY19" fmla="*/ 186355 h 599527"/>
                <a:gd name="connsiteX20" fmla="*/ 89443 w 412043"/>
                <a:gd name="connsiteY20" fmla="*/ 186413 h 599527"/>
                <a:gd name="connsiteX21" fmla="*/ 269203 w 412043"/>
                <a:gd name="connsiteY21" fmla="*/ 193209 h 599527"/>
                <a:gd name="connsiteX22" fmla="*/ 279059 w 412043"/>
                <a:gd name="connsiteY22" fmla="*/ 193209 h 599527"/>
                <a:gd name="connsiteX23" fmla="*/ 284222 w 412043"/>
                <a:gd name="connsiteY23" fmla="*/ 197661 h 599527"/>
                <a:gd name="connsiteX24" fmla="*/ 288681 w 412043"/>
                <a:gd name="connsiteY24" fmla="*/ 255304 h 599527"/>
                <a:gd name="connsiteX25" fmla="*/ 312383 w 412043"/>
                <a:gd name="connsiteY25" fmla="*/ 289280 h 599527"/>
                <a:gd name="connsiteX26" fmla="*/ 314965 w 412043"/>
                <a:gd name="connsiteY26" fmla="*/ 201175 h 599527"/>
                <a:gd name="connsiteX27" fmla="*/ 330688 w 412043"/>
                <a:gd name="connsiteY27" fmla="*/ 199067 h 599527"/>
                <a:gd name="connsiteX28" fmla="*/ 260051 w 412043"/>
                <a:gd name="connsiteY28" fmla="*/ 401287 h 599527"/>
                <a:gd name="connsiteX29" fmla="*/ 263102 w 412043"/>
                <a:gd name="connsiteY29" fmla="*/ 401990 h 599527"/>
                <a:gd name="connsiteX30" fmla="*/ 401325 w 412043"/>
                <a:gd name="connsiteY30" fmla="*/ 590150 h 599527"/>
                <a:gd name="connsiteX31" fmla="*/ 389591 w 412043"/>
                <a:gd name="connsiteY31" fmla="*/ 599289 h 599527"/>
                <a:gd name="connsiteX32" fmla="*/ 262867 w 412043"/>
                <a:gd name="connsiteY32" fmla="*/ 595071 h 599527"/>
                <a:gd name="connsiteX33" fmla="*/ 253480 w 412043"/>
                <a:gd name="connsiteY33" fmla="*/ 585698 h 599527"/>
                <a:gd name="connsiteX34" fmla="*/ 247144 w 412043"/>
                <a:gd name="connsiteY34" fmla="*/ 414643 h 599527"/>
                <a:gd name="connsiteX35" fmla="*/ 248786 w 412043"/>
                <a:gd name="connsiteY35" fmla="*/ 410660 h 599527"/>
                <a:gd name="connsiteX36" fmla="*/ 251603 w 412043"/>
                <a:gd name="connsiteY36" fmla="*/ 404802 h 599527"/>
                <a:gd name="connsiteX37" fmla="*/ 205137 w 412043"/>
                <a:gd name="connsiteY37" fmla="*/ 410894 h 599527"/>
                <a:gd name="connsiteX38" fmla="*/ 75362 w 412043"/>
                <a:gd name="connsiteY38" fmla="*/ 194380 h 599527"/>
                <a:gd name="connsiteX39" fmla="*/ 80202 w 412043"/>
                <a:gd name="connsiteY39" fmla="*/ 186355 h 599527"/>
                <a:gd name="connsiteX40" fmla="*/ 204675 w 412043"/>
                <a:gd name="connsiteY40" fmla="*/ 1071 h 599527"/>
                <a:gd name="connsiteX41" fmla="*/ 297143 w 412043"/>
                <a:gd name="connsiteY41" fmla="*/ 36212 h 599527"/>
                <a:gd name="connsiteX42" fmla="*/ 407917 w 412043"/>
                <a:gd name="connsiteY42" fmla="*/ 88689 h 599527"/>
                <a:gd name="connsiteX43" fmla="*/ 405335 w 412043"/>
                <a:gd name="connsiteY43" fmla="*/ 105790 h 599527"/>
                <a:gd name="connsiteX44" fmla="*/ 367785 w 412043"/>
                <a:gd name="connsiteY44" fmla="*/ 126172 h 599527"/>
                <a:gd name="connsiteX45" fmla="*/ 313102 w 412043"/>
                <a:gd name="connsiteY45" fmla="*/ 136948 h 599527"/>
                <a:gd name="connsiteX46" fmla="*/ 200216 w 412043"/>
                <a:gd name="connsiteY46" fmla="*/ 93608 h 599527"/>
                <a:gd name="connsiteX47" fmla="*/ 282123 w 412043"/>
                <a:gd name="connsiteY47" fmla="*/ 147256 h 599527"/>
                <a:gd name="connsiteX48" fmla="*/ 285643 w 412043"/>
                <a:gd name="connsiteY48" fmla="*/ 153347 h 599527"/>
                <a:gd name="connsiteX49" fmla="*/ 285174 w 412043"/>
                <a:gd name="connsiteY49" fmla="*/ 165530 h 599527"/>
                <a:gd name="connsiteX50" fmla="*/ 172757 w 412043"/>
                <a:gd name="connsiteY50" fmla="*/ 198328 h 599527"/>
                <a:gd name="connsiteX51" fmla="*/ 8474 w 412043"/>
                <a:gd name="connsiteY51" fmla="*/ 110242 h 599527"/>
                <a:gd name="connsiteX52" fmla="*/ 3310 w 412043"/>
                <a:gd name="connsiteY52" fmla="*/ 97122 h 599527"/>
                <a:gd name="connsiteX53" fmla="*/ 113146 w 412043"/>
                <a:gd name="connsiteY53" fmla="*/ 45114 h 599527"/>
                <a:gd name="connsiteX54" fmla="*/ 204675 w 412043"/>
                <a:gd name="connsiteY54" fmla="*/ 1071 h 599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412043" h="599527">
                  <a:moveTo>
                    <a:pt x="142468" y="396851"/>
                  </a:moveTo>
                  <a:cubicBezTo>
                    <a:pt x="148333" y="395679"/>
                    <a:pt x="153730" y="399662"/>
                    <a:pt x="153964" y="405753"/>
                  </a:cubicBezTo>
                  <a:cubicBezTo>
                    <a:pt x="156545" y="464556"/>
                    <a:pt x="165461" y="529215"/>
                    <a:pt x="144814" y="585910"/>
                  </a:cubicBezTo>
                  <a:cubicBezTo>
                    <a:pt x="145048" y="590595"/>
                    <a:pt x="142233" y="595515"/>
                    <a:pt x="135898" y="595046"/>
                  </a:cubicBezTo>
                  <a:cubicBezTo>
                    <a:pt x="95776" y="591532"/>
                    <a:pt x="55889" y="595046"/>
                    <a:pt x="15768" y="599498"/>
                  </a:cubicBezTo>
                  <a:cubicBezTo>
                    <a:pt x="10606" y="599966"/>
                    <a:pt x="6383" y="594812"/>
                    <a:pt x="6383" y="590127"/>
                  </a:cubicBezTo>
                  <a:cubicBezTo>
                    <a:pt x="5913" y="512348"/>
                    <a:pt x="62224" y="414655"/>
                    <a:pt x="142468" y="396851"/>
                  </a:cubicBezTo>
                  <a:close/>
                  <a:moveTo>
                    <a:pt x="275305" y="271238"/>
                  </a:moveTo>
                  <a:cubicBezTo>
                    <a:pt x="260285" y="280845"/>
                    <a:pt x="239165" y="282251"/>
                    <a:pt x="222034" y="284828"/>
                  </a:cubicBezTo>
                  <a:cubicBezTo>
                    <a:pt x="201148" y="287875"/>
                    <a:pt x="179557" y="289280"/>
                    <a:pt x="158437" y="287640"/>
                  </a:cubicBezTo>
                  <a:cubicBezTo>
                    <a:pt x="143887" y="286469"/>
                    <a:pt x="116899" y="285531"/>
                    <a:pt x="99299" y="277096"/>
                  </a:cubicBezTo>
                  <a:cubicBezTo>
                    <a:pt x="110329" y="336145"/>
                    <a:pt x="139663" y="391679"/>
                    <a:pt x="205137" y="392382"/>
                  </a:cubicBezTo>
                  <a:cubicBezTo>
                    <a:pt x="262163" y="392851"/>
                    <a:pt x="296895" y="356062"/>
                    <a:pt x="312148" y="309432"/>
                  </a:cubicBezTo>
                  <a:cubicBezTo>
                    <a:pt x="310036" y="310135"/>
                    <a:pt x="307690" y="310604"/>
                    <a:pt x="305108" y="310604"/>
                  </a:cubicBezTo>
                  <a:cubicBezTo>
                    <a:pt x="287977" y="310604"/>
                    <a:pt x="279294" y="293030"/>
                    <a:pt x="275305" y="271238"/>
                  </a:cubicBezTo>
                  <a:close/>
                  <a:moveTo>
                    <a:pt x="93667" y="210314"/>
                  </a:moveTo>
                  <a:cubicBezTo>
                    <a:pt x="93667" y="211251"/>
                    <a:pt x="93667" y="212189"/>
                    <a:pt x="93667" y="212892"/>
                  </a:cubicBezTo>
                  <a:cubicBezTo>
                    <a:pt x="95779" y="213126"/>
                    <a:pt x="97891" y="213360"/>
                    <a:pt x="100003" y="213595"/>
                  </a:cubicBezTo>
                  <a:cubicBezTo>
                    <a:pt x="97891" y="212423"/>
                    <a:pt x="95779" y="211486"/>
                    <a:pt x="93667" y="210314"/>
                  </a:cubicBezTo>
                  <a:close/>
                  <a:moveTo>
                    <a:pt x="80202" y="186355"/>
                  </a:moveTo>
                  <a:cubicBezTo>
                    <a:pt x="82872" y="184714"/>
                    <a:pt x="86275" y="184422"/>
                    <a:pt x="89443" y="186413"/>
                  </a:cubicBezTo>
                  <a:cubicBezTo>
                    <a:pt x="144356" y="220156"/>
                    <a:pt x="213820" y="232340"/>
                    <a:pt x="269203" y="193209"/>
                  </a:cubicBezTo>
                  <a:cubicBezTo>
                    <a:pt x="272958" y="190397"/>
                    <a:pt x="276713" y="191100"/>
                    <a:pt x="279059" y="193209"/>
                  </a:cubicBezTo>
                  <a:cubicBezTo>
                    <a:pt x="281641" y="192271"/>
                    <a:pt x="284692" y="194380"/>
                    <a:pt x="284222" y="197661"/>
                  </a:cubicBezTo>
                  <a:cubicBezTo>
                    <a:pt x="281876" y="216172"/>
                    <a:pt x="285630" y="237261"/>
                    <a:pt x="288681" y="255304"/>
                  </a:cubicBezTo>
                  <a:cubicBezTo>
                    <a:pt x="289620" y="261162"/>
                    <a:pt x="304404" y="314587"/>
                    <a:pt x="312383" y="289280"/>
                  </a:cubicBezTo>
                  <a:cubicBezTo>
                    <a:pt x="321301" y="261162"/>
                    <a:pt x="315434" y="229997"/>
                    <a:pt x="314965" y="201175"/>
                  </a:cubicBezTo>
                  <a:cubicBezTo>
                    <a:pt x="314730" y="192037"/>
                    <a:pt x="328341" y="190397"/>
                    <a:pt x="330688" y="199067"/>
                  </a:cubicBezTo>
                  <a:cubicBezTo>
                    <a:pt x="349227" y="270300"/>
                    <a:pt x="328576" y="369887"/>
                    <a:pt x="260051" y="401287"/>
                  </a:cubicBezTo>
                  <a:cubicBezTo>
                    <a:pt x="261224" y="401287"/>
                    <a:pt x="262163" y="401521"/>
                    <a:pt x="263102" y="401990"/>
                  </a:cubicBezTo>
                  <a:cubicBezTo>
                    <a:pt x="332330" y="431983"/>
                    <a:pt x="406018" y="510481"/>
                    <a:pt x="401325" y="590150"/>
                  </a:cubicBezTo>
                  <a:cubicBezTo>
                    <a:pt x="401090" y="596711"/>
                    <a:pt x="395693" y="600226"/>
                    <a:pt x="389591" y="599289"/>
                  </a:cubicBezTo>
                  <a:cubicBezTo>
                    <a:pt x="347584" y="591790"/>
                    <a:pt x="305108" y="600460"/>
                    <a:pt x="262867" y="595071"/>
                  </a:cubicBezTo>
                  <a:cubicBezTo>
                    <a:pt x="257704" y="594368"/>
                    <a:pt x="253480" y="591322"/>
                    <a:pt x="253480" y="585698"/>
                  </a:cubicBezTo>
                  <a:cubicBezTo>
                    <a:pt x="252776" y="529226"/>
                    <a:pt x="239634" y="471115"/>
                    <a:pt x="247144" y="414643"/>
                  </a:cubicBezTo>
                  <a:cubicBezTo>
                    <a:pt x="247378" y="413003"/>
                    <a:pt x="248082" y="411831"/>
                    <a:pt x="248786" y="410660"/>
                  </a:cubicBezTo>
                  <a:cubicBezTo>
                    <a:pt x="249021" y="408551"/>
                    <a:pt x="249960" y="406442"/>
                    <a:pt x="251603" y="404802"/>
                  </a:cubicBezTo>
                  <a:cubicBezTo>
                    <a:pt x="237757" y="409722"/>
                    <a:pt x="222268" y="411831"/>
                    <a:pt x="205137" y="410894"/>
                  </a:cubicBezTo>
                  <a:cubicBezTo>
                    <a:pt x="96248" y="404802"/>
                    <a:pt x="70903" y="284360"/>
                    <a:pt x="75362" y="194380"/>
                  </a:cubicBezTo>
                  <a:cubicBezTo>
                    <a:pt x="75597" y="190983"/>
                    <a:pt x="77533" y="187995"/>
                    <a:pt x="80202" y="186355"/>
                  </a:cubicBezTo>
                  <a:close/>
                  <a:moveTo>
                    <a:pt x="204675" y="1071"/>
                  </a:moveTo>
                  <a:cubicBezTo>
                    <a:pt x="234481" y="-6191"/>
                    <a:pt x="272031" y="25435"/>
                    <a:pt x="297143" y="36212"/>
                  </a:cubicBezTo>
                  <a:cubicBezTo>
                    <a:pt x="334459" y="52142"/>
                    <a:pt x="374121" y="65730"/>
                    <a:pt x="407917" y="88689"/>
                  </a:cubicBezTo>
                  <a:cubicBezTo>
                    <a:pt x="415192" y="93843"/>
                    <a:pt x="411907" y="104150"/>
                    <a:pt x="405335" y="105790"/>
                  </a:cubicBezTo>
                  <a:cubicBezTo>
                    <a:pt x="398295" y="117035"/>
                    <a:pt x="379519" y="122189"/>
                    <a:pt x="367785" y="126172"/>
                  </a:cubicBezTo>
                  <a:cubicBezTo>
                    <a:pt x="351122" y="132029"/>
                    <a:pt x="331173" y="139291"/>
                    <a:pt x="313102" y="136948"/>
                  </a:cubicBezTo>
                  <a:cubicBezTo>
                    <a:pt x="271562" y="131092"/>
                    <a:pt x="243164" y="83769"/>
                    <a:pt x="200216" y="93608"/>
                  </a:cubicBezTo>
                  <a:cubicBezTo>
                    <a:pt x="211481" y="122658"/>
                    <a:pt x="255368" y="139760"/>
                    <a:pt x="282123" y="147256"/>
                  </a:cubicBezTo>
                  <a:cubicBezTo>
                    <a:pt x="285174" y="148193"/>
                    <a:pt x="286113" y="150770"/>
                    <a:pt x="285643" y="153347"/>
                  </a:cubicBezTo>
                  <a:cubicBezTo>
                    <a:pt x="288459" y="156627"/>
                    <a:pt x="289398" y="161547"/>
                    <a:pt x="285174" y="165530"/>
                  </a:cubicBezTo>
                  <a:cubicBezTo>
                    <a:pt x="254899" y="193408"/>
                    <a:pt x="213358" y="214961"/>
                    <a:pt x="172757" y="198328"/>
                  </a:cubicBezTo>
                  <a:cubicBezTo>
                    <a:pt x="115493" y="174666"/>
                    <a:pt x="65738" y="134840"/>
                    <a:pt x="8474" y="110242"/>
                  </a:cubicBezTo>
                  <a:cubicBezTo>
                    <a:pt x="728" y="112584"/>
                    <a:pt x="-3261" y="101339"/>
                    <a:pt x="3310" y="97122"/>
                  </a:cubicBezTo>
                  <a:cubicBezTo>
                    <a:pt x="37341" y="75569"/>
                    <a:pt x="76769" y="61982"/>
                    <a:pt x="113146" y="45114"/>
                  </a:cubicBezTo>
                  <a:cubicBezTo>
                    <a:pt x="142482" y="31526"/>
                    <a:pt x="173226" y="8568"/>
                    <a:pt x="204675" y="1071"/>
                  </a:cubicBezTo>
                  <a:close/>
                </a:path>
              </a:pathLst>
            </a:custGeom>
            <a:solidFill>
              <a:srgbClr val="005D96"/>
            </a:solidFill>
            <a:ln>
              <a:noFill/>
            </a:ln>
          </p:spPr>
          <p:txBody>
            <a:bodyPr/>
            <a:lstStyle/>
            <a:p>
              <a:endParaRPr lang="zh-CN" altLang="en-US" dirty="0">
                <a:solidFill>
                  <a:schemeClr val="accent4"/>
                </a:solidFill>
              </a:endParaRPr>
            </a:p>
          </p:txBody>
        </p:sp>
        <p:sp>
          <p:nvSpPr>
            <p:cNvPr id="45" name="professor_53644"/>
            <p:cNvSpPr>
              <a:spLocks noChangeAspect="1"/>
            </p:cNvSpPr>
            <p:nvPr/>
          </p:nvSpPr>
          <p:spPr bwMode="auto">
            <a:xfrm>
              <a:off x="6601606" y="5807951"/>
              <a:ext cx="254137" cy="360000"/>
            </a:xfrm>
            <a:custGeom>
              <a:avLst/>
              <a:gdLst>
                <a:gd name="connsiteX0" fmla="*/ 274879 w 424808"/>
                <a:gd name="connsiteY0" fmla="*/ 445205 h 601764"/>
                <a:gd name="connsiteX1" fmla="*/ 274879 w 424808"/>
                <a:gd name="connsiteY1" fmla="*/ 470531 h 601764"/>
                <a:gd name="connsiteX2" fmla="*/ 332512 w 424808"/>
                <a:gd name="connsiteY2" fmla="*/ 470531 h 601764"/>
                <a:gd name="connsiteX3" fmla="*/ 332512 w 424808"/>
                <a:gd name="connsiteY3" fmla="*/ 445205 h 601764"/>
                <a:gd name="connsiteX4" fmla="*/ 107051 w 424808"/>
                <a:gd name="connsiteY4" fmla="*/ 280818 h 601764"/>
                <a:gd name="connsiteX5" fmla="*/ 183588 w 424808"/>
                <a:gd name="connsiteY5" fmla="*/ 420340 h 601764"/>
                <a:gd name="connsiteX6" fmla="*/ 191426 w 424808"/>
                <a:gd name="connsiteY6" fmla="*/ 393633 h 601764"/>
                <a:gd name="connsiteX7" fmla="*/ 179899 w 424808"/>
                <a:gd name="connsiteY7" fmla="*/ 369228 h 601764"/>
                <a:gd name="connsiteX8" fmla="*/ 212174 w 424808"/>
                <a:gd name="connsiteY8" fmla="*/ 336074 h 601764"/>
                <a:gd name="connsiteX9" fmla="*/ 244910 w 424808"/>
                <a:gd name="connsiteY9" fmla="*/ 369228 h 601764"/>
                <a:gd name="connsiteX10" fmla="*/ 233383 w 424808"/>
                <a:gd name="connsiteY10" fmla="*/ 393633 h 601764"/>
                <a:gd name="connsiteX11" fmla="*/ 240760 w 424808"/>
                <a:gd name="connsiteY11" fmla="*/ 420340 h 601764"/>
                <a:gd name="connsiteX12" fmla="*/ 317758 w 424808"/>
                <a:gd name="connsiteY12" fmla="*/ 280818 h 601764"/>
                <a:gd name="connsiteX13" fmla="*/ 424726 w 424808"/>
                <a:gd name="connsiteY13" fmla="*/ 513815 h 601764"/>
                <a:gd name="connsiteX14" fmla="*/ 388763 w 424808"/>
                <a:gd name="connsiteY14" fmla="*/ 559861 h 601764"/>
                <a:gd name="connsiteX15" fmla="*/ 347267 w 424808"/>
                <a:gd name="connsiteY15" fmla="*/ 561703 h 601764"/>
                <a:gd name="connsiteX16" fmla="*/ 213557 w 424808"/>
                <a:gd name="connsiteY16" fmla="*/ 601764 h 601764"/>
                <a:gd name="connsiteX17" fmla="*/ 78003 w 424808"/>
                <a:gd name="connsiteY17" fmla="*/ 561703 h 601764"/>
                <a:gd name="connsiteX18" fmla="*/ 36507 w 424808"/>
                <a:gd name="connsiteY18" fmla="*/ 559861 h 601764"/>
                <a:gd name="connsiteX19" fmla="*/ 83 w 424808"/>
                <a:gd name="connsiteY19" fmla="*/ 513815 h 601764"/>
                <a:gd name="connsiteX20" fmla="*/ 107051 w 424808"/>
                <a:gd name="connsiteY20" fmla="*/ 280818 h 601764"/>
                <a:gd name="connsiteX21" fmla="*/ 184977 w 424808"/>
                <a:gd name="connsiteY21" fmla="*/ 152406 h 601764"/>
                <a:gd name="connsiteX22" fmla="*/ 153631 w 424808"/>
                <a:gd name="connsiteY22" fmla="*/ 166680 h 601764"/>
                <a:gd name="connsiteX23" fmla="*/ 153631 w 424808"/>
                <a:gd name="connsiteY23" fmla="*/ 167601 h 601764"/>
                <a:gd name="connsiteX24" fmla="*/ 170226 w 424808"/>
                <a:gd name="connsiteY24" fmla="*/ 184637 h 601764"/>
                <a:gd name="connsiteX25" fmla="*/ 178062 w 424808"/>
                <a:gd name="connsiteY25" fmla="*/ 184637 h 601764"/>
                <a:gd name="connsiteX26" fmla="*/ 195118 w 424808"/>
                <a:gd name="connsiteY26" fmla="*/ 167601 h 601764"/>
                <a:gd name="connsiteX27" fmla="*/ 184977 w 424808"/>
                <a:gd name="connsiteY27" fmla="*/ 152406 h 601764"/>
                <a:gd name="connsiteX28" fmla="*/ 247208 w 424808"/>
                <a:gd name="connsiteY28" fmla="*/ 150564 h 601764"/>
                <a:gd name="connsiteX29" fmla="*/ 230152 w 424808"/>
                <a:gd name="connsiteY29" fmla="*/ 167601 h 601764"/>
                <a:gd name="connsiteX30" fmla="*/ 247208 w 424808"/>
                <a:gd name="connsiteY30" fmla="*/ 184637 h 601764"/>
                <a:gd name="connsiteX31" fmla="*/ 254583 w 424808"/>
                <a:gd name="connsiteY31" fmla="*/ 184637 h 601764"/>
                <a:gd name="connsiteX32" fmla="*/ 271639 w 424808"/>
                <a:gd name="connsiteY32" fmla="*/ 167601 h 601764"/>
                <a:gd name="connsiteX33" fmla="*/ 254583 w 424808"/>
                <a:gd name="connsiteY33" fmla="*/ 150564 h 601764"/>
                <a:gd name="connsiteX34" fmla="*/ 236144 w 424808"/>
                <a:gd name="connsiteY34" fmla="*/ 107283 h 601764"/>
                <a:gd name="connsiteX35" fmla="*/ 196040 w 424808"/>
                <a:gd name="connsiteY35" fmla="*/ 145039 h 601764"/>
                <a:gd name="connsiteX36" fmla="*/ 201572 w 424808"/>
                <a:gd name="connsiteY36" fmla="*/ 150564 h 601764"/>
                <a:gd name="connsiteX37" fmla="*/ 223237 w 424808"/>
                <a:gd name="connsiteY37" fmla="*/ 150564 h 601764"/>
                <a:gd name="connsiteX38" fmla="*/ 247208 w 424808"/>
                <a:gd name="connsiteY38" fmla="*/ 138593 h 601764"/>
                <a:gd name="connsiteX39" fmla="*/ 254583 w 424808"/>
                <a:gd name="connsiteY39" fmla="*/ 138593 h 601764"/>
                <a:gd name="connsiteX40" fmla="*/ 284085 w 424808"/>
                <a:gd name="connsiteY40" fmla="*/ 167601 h 601764"/>
                <a:gd name="connsiteX41" fmla="*/ 254583 w 424808"/>
                <a:gd name="connsiteY41" fmla="*/ 197069 h 601764"/>
                <a:gd name="connsiteX42" fmla="*/ 247208 w 424808"/>
                <a:gd name="connsiteY42" fmla="*/ 197069 h 601764"/>
                <a:gd name="connsiteX43" fmla="*/ 217706 w 424808"/>
                <a:gd name="connsiteY43" fmla="*/ 167601 h 601764"/>
                <a:gd name="connsiteX44" fmla="*/ 218167 w 424808"/>
                <a:gd name="connsiteY44" fmla="*/ 162996 h 601764"/>
                <a:gd name="connsiteX45" fmla="*/ 206642 w 424808"/>
                <a:gd name="connsiteY45" fmla="*/ 162996 h 601764"/>
                <a:gd name="connsiteX46" fmla="*/ 207103 w 424808"/>
                <a:gd name="connsiteY46" fmla="*/ 167601 h 601764"/>
                <a:gd name="connsiteX47" fmla="*/ 178062 w 424808"/>
                <a:gd name="connsiteY47" fmla="*/ 197069 h 601764"/>
                <a:gd name="connsiteX48" fmla="*/ 170226 w 424808"/>
                <a:gd name="connsiteY48" fmla="*/ 197069 h 601764"/>
                <a:gd name="connsiteX49" fmla="*/ 141185 w 424808"/>
                <a:gd name="connsiteY49" fmla="*/ 170363 h 601764"/>
                <a:gd name="connsiteX50" fmla="*/ 119519 w 424808"/>
                <a:gd name="connsiteY50" fmla="*/ 173586 h 601764"/>
                <a:gd name="connsiteX51" fmla="*/ 212635 w 424808"/>
                <a:gd name="connsiteY51" fmla="*/ 280869 h 601764"/>
                <a:gd name="connsiteX52" fmla="*/ 307594 w 424808"/>
                <a:gd name="connsiteY52" fmla="*/ 155629 h 601764"/>
                <a:gd name="connsiteX53" fmla="*/ 236144 w 424808"/>
                <a:gd name="connsiteY53" fmla="*/ 107283 h 601764"/>
                <a:gd name="connsiteX54" fmla="*/ 212635 w 424808"/>
                <a:gd name="connsiteY54" fmla="*/ 0 h 601764"/>
                <a:gd name="connsiteX55" fmla="*/ 340323 w 424808"/>
                <a:gd name="connsiteY55" fmla="*/ 127082 h 601764"/>
                <a:gd name="connsiteX56" fmla="*/ 365215 w 424808"/>
                <a:gd name="connsiteY56" fmla="*/ 175889 h 601764"/>
                <a:gd name="connsiteX57" fmla="*/ 326955 w 424808"/>
                <a:gd name="connsiteY57" fmla="*/ 224695 h 601764"/>
                <a:gd name="connsiteX58" fmla="*/ 212635 w 424808"/>
                <a:gd name="connsiteY58" fmla="*/ 317244 h 601764"/>
                <a:gd name="connsiteX59" fmla="*/ 98315 w 424808"/>
                <a:gd name="connsiteY59" fmla="*/ 224695 h 601764"/>
                <a:gd name="connsiteX60" fmla="*/ 59594 w 424808"/>
                <a:gd name="connsiteY60" fmla="*/ 175889 h 601764"/>
                <a:gd name="connsiteX61" fmla="*/ 84947 w 424808"/>
                <a:gd name="connsiteY61" fmla="*/ 127082 h 601764"/>
                <a:gd name="connsiteX62" fmla="*/ 212635 w 424808"/>
                <a:gd name="connsiteY62" fmla="*/ 0 h 601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424808" h="601764">
                  <a:moveTo>
                    <a:pt x="274879" y="445205"/>
                  </a:moveTo>
                  <a:lnTo>
                    <a:pt x="274879" y="470531"/>
                  </a:lnTo>
                  <a:lnTo>
                    <a:pt x="332512" y="470531"/>
                  </a:lnTo>
                  <a:lnTo>
                    <a:pt x="332512" y="445205"/>
                  </a:lnTo>
                  <a:close/>
                  <a:moveTo>
                    <a:pt x="107051" y="280818"/>
                  </a:moveTo>
                  <a:lnTo>
                    <a:pt x="183588" y="420340"/>
                  </a:lnTo>
                  <a:lnTo>
                    <a:pt x="191426" y="393633"/>
                  </a:lnTo>
                  <a:cubicBezTo>
                    <a:pt x="184510" y="387647"/>
                    <a:pt x="179899" y="378898"/>
                    <a:pt x="179899" y="369228"/>
                  </a:cubicBezTo>
                  <a:cubicBezTo>
                    <a:pt x="179899" y="350809"/>
                    <a:pt x="193731" y="336074"/>
                    <a:pt x="212174" y="336074"/>
                  </a:cubicBezTo>
                  <a:cubicBezTo>
                    <a:pt x="230156" y="336074"/>
                    <a:pt x="244910" y="350809"/>
                    <a:pt x="244910" y="369228"/>
                  </a:cubicBezTo>
                  <a:cubicBezTo>
                    <a:pt x="244910" y="378898"/>
                    <a:pt x="240299" y="387647"/>
                    <a:pt x="233383" y="393633"/>
                  </a:cubicBezTo>
                  <a:lnTo>
                    <a:pt x="240760" y="420340"/>
                  </a:lnTo>
                  <a:lnTo>
                    <a:pt x="317758" y="280818"/>
                  </a:lnTo>
                  <a:cubicBezTo>
                    <a:pt x="367092" y="310288"/>
                    <a:pt x="417810" y="377977"/>
                    <a:pt x="424726" y="513815"/>
                  </a:cubicBezTo>
                  <a:cubicBezTo>
                    <a:pt x="426109" y="537759"/>
                    <a:pt x="409972" y="558480"/>
                    <a:pt x="388763" y="559861"/>
                  </a:cubicBezTo>
                  <a:cubicBezTo>
                    <a:pt x="387840" y="559861"/>
                    <a:pt x="347267" y="561703"/>
                    <a:pt x="347267" y="561703"/>
                  </a:cubicBezTo>
                  <a:cubicBezTo>
                    <a:pt x="322830" y="588410"/>
                    <a:pt x="274879" y="601764"/>
                    <a:pt x="213557" y="601764"/>
                  </a:cubicBezTo>
                  <a:cubicBezTo>
                    <a:pt x="155463" y="601764"/>
                    <a:pt x="103362" y="590713"/>
                    <a:pt x="78003" y="561703"/>
                  </a:cubicBezTo>
                  <a:cubicBezTo>
                    <a:pt x="78003" y="561703"/>
                    <a:pt x="36969" y="559861"/>
                    <a:pt x="36507" y="559861"/>
                  </a:cubicBezTo>
                  <a:cubicBezTo>
                    <a:pt x="14837" y="558480"/>
                    <a:pt x="-1300" y="537759"/>
                    <a:pt x="83" y="513815"/>
                  </a:cubicBezTo>
                  <a:cubicBezTo>
                    <a:pt x="6999" y="377056"/>
                    <a:pt x="57717" y="309827"/>
                    <a:pt x="107051" y="280818"/>
                  </a:cubicBezTo>
                  <a:close/>
                  <a:moveTo>
                    <a:pt x="184977" y="152406"/>
                  </a:moveTo>
                  <a:cubicBezTo>
                    <a:pt x="175758" y="157931"/>
                    <a:pt x="165155" y="162996"/>
                    <a:pt x="153631" y="166680"/>
                  </a:cubicBezTo>
                  <a:cubicBezTo>
                    <a:pt x="153631" y="167140"/>
                    <a:pt x="153631" y="167601"/>
                    <a:pt x="153631" y="167601"/>
                  </a:cubicBezTo>
                  <a:cubicBezTo>
                    <a:pt x="153631" y="176809"/>
                    <a:pt x="161007" y="184637"/>
                    <a:pt x="170226" y="184637"/>
                  </a:cubicBezTo>
                  <a:lnTo>
                    <a:pt x="178062" y="184637"/>
                  </a:lnTo>
                  <a:cubicBezTo>
                    <a:pt x="187282" y="184637"/>
                    <a:pt x="195118" y="176809"/>
                    <a:pt x="195118" y="167601"/>
                  </a:cubicBezTo>
                  <a:cubicBezTo>
                    <a:pt x="195118" y="160694"/>
                    <a:pt x="190969" y="155169"/>
                    <a:pt x="184977" y="152406"/>
                  </a:cubicBezTo>
                  <a:close/>
                  <a:moveTo>
                    <a:pt x="247208" y="150564"/>
                  </a:moveTo>
                  <a:cubicBezTo>
                    <a:pt x="237527" y="150564"/>
                    <a:pt x="230152" y="158392"/>
                    <a:pt x="230152" y="167601"/>
                  </a:cubicBezTo>
                  <a:cubicBezTo>
                    <a:pt x="230152" y="176809"/>
                    <a:pt x="237527" y="184637"/>
                    <a:pt x="247208" y="184637"/>
                  </a:cubicBezTo>
                  <a:lnTo>
                    <a:pt x="254583" y="184637"/>
                  </a:lnTo>
                  <a:cubicBezTo>
                    <a:pt x="263802" y="184637"/>
                    <a:pt x="271639" y="176809"/>
                    <a:pt x="271639" y="167601"/>
                  </a:cubicBezTo>
                  <a:cubicBezTo>
                    <a:pt x="271639" y="158392"/>
                    <a:pt x="263802" y="150564"/>
                    <a:pt x="254583" y="150564"/>
                  </a:cubicBezTo>
                  <a:close/>
                  <a:moveTo>
                    <a:pt x="236144" y="107283"/>
                  </a:moveTo>
                  <a:cubicBezTo>
                    <a:pt x="232457" y="111887"/>
                    <a:pt x="218628" y="129384"/>
                    <a:pt x="196040" y="145039"/>
                  </a:cubicBezTo>
                  <a:cubicBezTo>
                    <a:pt x="198345" y="146420"/>
                    <a:pt x="200189" y="148723"/>
                    <a:pt x="201572" y="150564"/>
                  </a:cubicBezTo>
                  <a:lnTo>
                    <a:pt x="223237" y="150564"/>
                  </a:lnTo>
                  <a:cubicBezTo>
                    <a:pt x="228769" y="143197"/>
                    <a:pt x="237066" y="138593"/>
                    <a:pt x="247208" y="138593"/>
                  </a:cubicBezTo>
                  <a:lnTo>
                    <a:pt x="254583" y="138593"/>
                  </a:lnTo>
                  <a:cubicBezTo>
                    <a:pt x="270717" y="138593"/>
                    <a:pt x="284085" y="151485"/>
                    <a:pt x="284085" y="167601"/>
                  </a:cubicBezTo>
                  <a:cubicBezTo>
                    <a:pt x="284085" y="183716"/>
                    <a:pt x="270717" y="197069"/>
                    <a:pt x="254583" y="197069"/>
                  </a:cubicBezTo>
                  <a:lnTo>
                    <a:pt x="247208" y="197069"/>
                  </a:lnTo>
                  <a:cubicBezTo>
                    <a:pt x="231074" y="197069"/>
                    <a:pt x="217706" y="183716"/>
                    <a:pt x="217706" y="167601"/>
                  </a:cubicBezTo>
                  <a:cubicBezTo>
                    <a:pt x="217706" y="166219"/>
                    <a:pt x="218167" y="164378"/>
                    <a:pt x="218167" y="162996"/>
                  </a:cubicBezTo>
                  <a:lnTo>
                    <a:pt x="206642" y="162996"/>
                  </a:lnTo>
                  <a:cubicBezTo>
                    <a:pt x="207103" y="164378"/>
                    <a:pt x="207103" y="166219"/>
                    <a:pt x="207103" y="167601"/>
                  </a:cubicBezTo>
                  <a:cubicBezTo>
                    <a:pt x="207103" y="183716"/>
                    <a:pt x="194196" y="197069"/>
                    <a:pt x="178062" y="197069"/>
                  </a:cubicBezTo>
                  <a:lnTo>
                    <a:pt x="170226" y="197069"/>
                  </a:lnTo>
                  <a:cubicBezTo>
                    <a:pt x="155014" y="197069"/>
                    <a:pt x="142568" y="185097"/>
                    <a:pt x="141185" y="170363"/>
                  </a:cubicBezTo>
                  <a:cubicBezTo>
                    <a:pt x="134270" y="171745"/>
                    <a:pt x="126895" y="173126"/>
                    <a:pt x="119519" y="173586"/>
                  </a:cubicBezTo>
                  <a:cubicBezTo>
                    <a:pt x="129200" y="235746"/>
                    <a:pt x="163311" y="280869"/>
                    <a:pt x="212635" y="280869"/>
                  </a:cubicBezTo>
                  <a:cubicBezTo>
                    <a:pt x="264724" y="280869"/>
                    <a:pt x="302985" y="228839"/>
                    <a:pt x="307594" y="155629"/>
                  </a:cubicBezTo>
                  <a:cubicBezTo>
                    <a:pt x="260576" y="144579"/>
                    <a:pt x="242598" y="119715"/>
                    <a:pt x="236144" y="107283"/>
                  </a:cubicBezTo>
                  <a:close/>
                  <a:moveTo>
                    <a:pt x="212635" y="0"/>
                  </a:moveTo>
                  <a:cubicBezTo>
                    <a:pt x="313126" y="0"/>
                    <a:pt x="333870" y="55713"/>
                    <a:pt x="340323" y="127082"/>
                  </a:cubicBezTo>
                  <a:cubicBezTo>
                    <a:pt x="359684" y="130305"/>
                    <a:pt x="370286" y="145499"/>
                    <a:pt x="365215" y="175889"/>
                  </a:cubicBezTo>
                  <a:cubicBezTo>
                    <a:pt x="361067" y="201213"/>
                    <a:pt x="349081" y="222854"/>
                    <a:pt x="326955" y="224695"/>
                  </a:cubicBezTo>
                  <a:cubicBezTo>
                    <a:pt x="305290" y="281790"/>
                    <a:pt x="262420" y="317244"/>
                    <a:pt x="212635" y="317244"/>
                  </a:cubicBezTo>
                  <a:cubicBezTo>
                    <a:pt x="160546" y="317244"/>
                    <a:pt x="119980" y="280409"/>
                    <a:pt x="98315" y="224695"/>
                  </a:cubicBezTo>
                  <a:cubicBezTo>
                    <a:pt x="76188" y="222854"/>
                    <a:pt x="64203" y="201213"/>
                    <a:pt x="59594" y="175889"/>
                  </a:cubicBezTo>
                  <a:cubicBezTo>
                    <a:pt x="54523" y="145499"/>
                    <a:pt x="65586" y="130305"/>
                    <a:pt x="84947" y="127082"/>
                  </a:cubicBezTo>
                  <a:cubicBezTo>
                    <a:pt x="91400" y="55713"/>
                    <a:pt x="111222" y="0"/>
                    <a:pt x="212635" y="0"/>
                  </a:cubicBezTo>
                  <a:close/>
                </a:path>
              </a:pathLst>
            </a:custGeom>
            <a:solidFill>
              <a:srgbClr val="005D96"/>
            </a:solidFill>
            <a:ln>
              <a:noFill/>
            </a:ln>
          </p:spPr>
          <p:txBody>
            <a:bodyPr/>
            <a:lstStyle/>
            <a:p>
              <a:endParaRPr lang="zh-CN" altLang="en-US" dirty="0">
                <a:solidFill>
                  <a:schemeClr val="accent4"/>
                </a:solidFill>
              </a:endParaRPr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-114300" y="4502150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ADE574F-A14B-EE44-B58F-28595D784A7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908922" y="4734940"/>
            <a:ext cx="5881922" cy="337185"/>
          </a:xfrm>
        </p:spPr>
        <p:txBody>
          <a:bodyPr/>
          <a:lstStyle/>
          <a:p>
            <a:r>
              <a:rPr lang="en-US" altLang="zh-CN" b="1" dirty="0">
                <a:solidFill>
                  <a:schemeClr val="tx1"/>
                </a:solidFill>
              </a:rPr>
              <a:t>----</a:t>
            </a:r>
            <a:r>
              <a:rPr lang="zh-CN" altLang="en-US" b="1" dirty="0">
                <a:solidFill>
                  <a:schemeClr val="tx1"/>
                </a:solidFill>
              </a:rPr>
              <a:t> 课程编号：</a:t>
            </a:r>
            <a:r>
              <a:rPr lang="en-US" altLang="zh-CN" b="1" dirty="0">
                <a:solidFill>
                  <a:schemeClr val="tx1"/>
                </a:solidFill>
              </a:rPr>
              <a:t>BK10504150-01</a:t>
            </a:r>
            <a:endParaRPr lang="zh-CN" altLang="en-US" b="1" dirty="0">
              <a:solidFill>
                <a:schemeClr val="tx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/>
          <p:cNvSpPr/>
          <p:nvPr/>
        </p:nvSpPr>
        <p:spPr>
          <a:xfrm>
            <a:off x="5483860" y="981075"/>
            <a:ext cx="1360805" cy="1334770"/>
          </a:xfrm>
          <a:prstGeom prst="ellipse">
            <a:avLst/>
          </a:prstGeom>
          <a:gradFill>
            <a:gsLst>
              <a:gs pos="0">
                <a:srgbClr val="005D96"/>
              </a:gs>
              <a:gs pos="100000">
                <a:srgbClr val="06253A"/>
              </a:gs>
            </a:gsLst>
            <a:lin ang="13500000" scaled="1"/>
          </a:gradFill>
          <a:ln>
            <a:solidFill>
              <a:srgbClr val="005D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6000" dirty="0">
                <a:latin typeface="Times New Roman Regular" panose="02020603050405020304" charset="0"/>
                <a:ea typeface="+mj-ea"/>
                <a:cs typeface="Times New Roman Regular" panose="02020603050405020304" charset="0"/>
              </a:rPr>
              <a:t>05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3239482" y="2794468"/>
            <a:ext cx="571182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 spc="600" dirty="0">
                <a:solidFill>
                  <a:schemeClr val="tx2">
                    <a:lumMod val="50000"/>
                  </a:schemeClr>
                </a:solidFill>
              </a:rPr>
              <a:t>第五章 图的搜索算法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49300" y="1040063"/>
            <a:ext cx="641667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1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一笔画问题：手机解锁图案需一笔画出</a:t>
            </a:r>
            <a:endParaRPr sz="28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37308" y="195989"/>
            <a:ext cx="3031491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图的背</a:t>
            </a:r>
            <a:r>
              <a:rPr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景</a:t>
            </a:r>
            <a:endParaRPr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pic>
        <p:nvPicPr>
          <p:cNvPr id="4" name="object 4"/>
          <p:cNvPicPr/>
          <p:nvPr/>
        </p:nvPicPr>
        <p:blipFill>
          <a:blip r:embed="rId2"/>
          <a:stretch>
            <a:fillRect/>
          </a:stretch>
        </p:blipFill>
        <p:spPr>
          <a:xfrm>
            <a:off x="1635251" y="1721103"/>
            <a:ext cx="3165348" cy="3747515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7391400" y="1721103"/>
            <a:ext cx="3165475" cy="3747770"/>
            <a:chOff x="7391400" y="1578863"/>
            <a:chExt cx="3165475" cy="3747770"/>
          </a:xfrm>
        </p:grpSpPr>
        <p:pic>
          <p:nvPicPr>
            <p:cNvPr id="6" name="object 6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7391400" y="1578863"/>
              <a:ext cx="3165348" cy="374751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8090154" y="2922219"/>
              <a:ext cx="1942338" cy="429056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8193023" y="3083052"/>
              <a:ext cx="1628775" cy="114300"/>
            </a:xfrm>
            <a:custGeom>
              <a:avLst/>
              <a:gdLst/>
              <a:ahLst/>
              <a:cxnLst/>
              <a:rect l="l" t="t" r="r" b="b"/>
              <a:pathLst>
                <a:path w="1628775" h="114300">
                  <a:moveTo>
                    <a:pt x="1514475" y="0"/>
                  </a:moveTo>
                  <a:lnTo>
                    <a:pt x="1514475" y="114300"/>
                  </a:lnTo>
                  <a:lnTo>
                    <a:pt x="1590675" y="76200"/>
                  </a:lnTo>
                  <a:lnTo>
                    <a:pt x="1533525" y="76200"/>
                  </a:lnTo>
                  <a:lnTo>
                    <a:pt x="1533525" y="38100"/>
                  </a:lnTo>
                  <a:lnTo>
                    <a:pt x="1590675" y="38100"/>
                  </a:lnTo>
                  <a:lnTo>
                    <a:pt x="1514475" y="0"/>
                  </a:lnTo>
                  <a:close/>
                </a:path>
                <a:path w="1628775" h="114300">
                  <a:moveTo>
                    <a:pt x="1514475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1514475" y="76200"/>
                  </a:lnTo>
                  <a:lnTo>
                    <a:pt x="1514475" y="38100"/>
                  </a:lnTo>
                  <a:close/>
                </a:path>
                <a:path w="1628775" h="114300">
                  <a:moveTo>
                    <a:pt x="1590675" y="38100"/>
                  </a:moveTo>
                  <a:lnTo>
                    <a:pt x="1533525" y="38100"/>
                  </a:lnTo>
                  <a:lnTo>
                    <a:pt x="1533525" y="76200"/>
                  </a:lnTo>
                  <a:lnTo>
                    <a:pt x="1590675" y="76200"/>
                  </a:lnTo>
                  <a:lnTo>
                    <a:pt x="1628775" y="57150"/>
                  </a:lnTo>
                  <a:lnTo>
                    <a:pt x="1590675" y="3810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/>
            <a:stretch>
              <a:fillRect/>
            </a:stretch>
          </p:blipFill>
          <p:spPr>
            <a:xfrm>
              <a:off x="7975091" y="3115055"/>
              <a:ext cx="1956053" cy="191871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8193023" y="3218053"/>
              <a:ext cx="1642110" cy="1605280"/>
            </a:xfrm>
            <a:custGeom>
              <a:avLst/>
              <a:gdLst/>
              <a:ahLst/>
              <a:cxnLst/>
              <a:rect l="l" t="t" r="r" b="b"/>
              <a:pathLst>
                <a:path w="1642108" h="1605279">
                  <a:moveTo>
                    <a:pt x="41782" y="1484249"/>
                  </a:moveTo>
                  <a:lnTo>
                    <a:pt x="0" y="1605026"/>
                  </a:lnTo>
                  <a:lnTo>
                    <a:pt x="121666" y="1566037"/>
                  </a:lnTo>
                  <a:lnTo>
                    <a:pt x="108021" y="1552067"/>
                  </a:lnTo>
                  <a:lnTo>
                    <a:pt x="81406" y="1552067"/>
                  </a:lnTo>
                  <a:lnTo>
                    <a:pt x="54864" y="1524762"/>
                  </a:lnTo>
                  <a:lnTo>
                    <a:pt x="68417" y="1511519"/>
                  </a:lnTo>
                  <a:lnTo>
                    <a:pt x="41782" y="1484249"/>
                  </a:lnTo>
                  <a:close/>
                </a:path>
                <a:path w="1642108" h="1605279">
                  <a:moveTo>
                    <a:pt x="68417" y="1511519"/>
                  </a:moveTo>
                  <a:lnTo>
                    <a:pt x="54864" y="1524762"/>
                  </a:lnTo>
                  <a:lnTo>
                    <a:pt x="81406" y="1552067"/>
                  </a:lnTo>
                  <a:lnTo>
                    <a:pt x="95025" y="1538761"/>
                  </a:lnTo>
                  <a:lnTo>
                    <a:pt x="68417" y="1511519"/>
                  </a:lnTo>
                  <a:close/>
                </a:path>
                <a:path w="1642108" h="1605279">
                  <a:moveTo>
                    <a:pt x="95025" y="1538761"/>
                  </a:moveTo>
                  <a:lnTo>
                    <a:pt x="81406" y="1552067"/>
                  </a:lnTo>
                  <a:lnTo>
                    <a:pt x="108021" y="1552067"/>
                  </a:lnTo>
                  <a:lnTo>
                    <a:pt x="95025" y="1538761"/>
                  </a:lnTo>
                  <a:close/>
                </a:path>
                <a:path w="1642108" h="1605279">
                  <a:moveTo>
                    <a:pt x="1615440" y="0"/>
                  </a:moveTo>
                  <a:lnTo>
                    <a:pt x="68417" y="1511519"/>
                  </a:lnTo>
                  <a:lnTo>
                    <a:pt x="95025" y="1538761"/>
                  </a:lnTo>
                  <a:lnTo>
                    <a:pt x="1642109" y="27177"/>
                  </a:lnTo>
                  <a:lnTo>
                    <a:pt x="161544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5"/>
            <a:stretch>
              <a:fillRect/>
            </a:stretch>
          </p:blipFill>
          <p:spPr>
            <a:xfrm>
              <a:off x="8106155" y="4725111"/>
              <a:ext cx="1926336" cy="429056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8209025" y="4885943"/>
              <a:ext cx="1612900" cy="114300"/>
            </a:xfrm>
            <a:custGeom>
              <a:avLst/>
              <a:gdLst/>
              <a:ahLst/>
              <a:cxnLst/>
              <a:rect l="l" t="t" r="r" b="b"/>
              <a:pathLst>
                <a:path w="1612900" h="114300">
                  <a:moveTo>
                    <a:pt x="1498473" y="0"/>
                  </a:moveTo>
                  <a:lnTo>
                    <a:pt x="1498473" y="114299"/>
                  </a:lnTo>
                  <a:lnTo>
                    <a:pt x="1574673" y="76199"/>
                  </a:lnTo>
                  <a:lnTo>
                    <a:pt x="1517523" y="76199"/>
                  </a:lnTo>
                  <a:lnTo>
                    <a:pt x="1517523" y="38099"/>
                  </a:lnTo>
                  <a:lnTo>
                    <a:pt x="1574673" y="38099"/>
                  </a:lnTo>
                  <a:lnTo>
                    <a:pt x="1498473" y="0"/>
                  </a:lnTo>
                  <a:close/>
                </a:path>
                <a:path w="1612900" h="114300">
                  <a:moveTo>
                    <a:pt x="1498473" y="38099"/>
                  </a:moveTo>
                  <a:lnTo>
                    <a:pt x="0" y="38099"/>
                  </a:lnTo>
                  <a:lnTo>
                    <a:pt x="0" y="76199"/>
                  </a:lnTo>
                  <a:lnTo>
                    <a:pt x="1498473" y="76199"/>
                  </a:lnTo>
                  <a:lnTo>
                    <a:pt x="1498473" y="38099"/>
                  </a:lnTo>
                  <a:close/>
                </a:path>
                <a:path w="1612900" h="114300">
                  <a:moveTo>
                    <a:pt x="1574673" y="38099"/>
                  </a:moveTo>
                  <a:lnTo>
                    <a:pt x="1517523" y="38099"/>
                  </a:lnTo>
                  <a:lnTo>
                    <a:pt x="1517523" y="76199"/>
                  </a:lnTo>
                  <a:lnTo>
                    <a:pt x="1574673" y="76199"/>
                  </a:lnTo>
                  <a:lnTo>
                    <a:pt x="1612773" y="57149"/>
                  </a:lnTo>
                  <a:lnTo>
                    <a:pt x="1574673" y="38099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6"/>
            <a:stretch>
              <a:fillRect/>
            </a:stretch>
          </p:blipFill>
          <p:spPr>
            <a:xfrm>
              <a:off x="7920227" y="3017519"/>
              <a:ext cx="2010918" cy="1943861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8138159" y="3235452"/>
              <a:ext cx="1697355" cy="1630680"/>
            </a:xfrm>
            <a:custGeom>
              <a:avLst/>
              <a:gdLst/>
              <a:ahLst/>
              <a:cxnLst/>
              <a:rect l="l" t="t" r="r" b="b"/>
              <a:pathLst>
                <a:path w="1697354" h="1630679">
                  <a:moveTo>
                    <a:pt x="95693" y="65426"/>
                  </a:moveTo>
                  <a:lnTo>
                    <a:pt x="69257" y="92965"/>
                  </a:lnTo>
                  <a:lnTo>
                    <a:pt x="1670431" y="1630172"/>
                  </a:lnTo>
                  <a:lnTo>
                    <a:pt x="1696847" y="1602740"/>
                  </a:lnTo>
                  <a:lnTo>
                    <a:pt x="95693" y="65426"/>
                  </a:lnTo>
                  <a:close/>
                </a:path>
                <a:path w="1697354" h="1630679">
                  <a:moveTo>
                    <a:pt x="0" y="0"/>
                  </a:moveTo>
                  <a:lnTo>
                    <a:pt x="42925" y="120396"/>
                  </a:lnTo>
                  <a:lnTo>
                    <a:pt x="69257" y="92965"/>
                  </a:lnTo>
                  <a:lnTo>
                    <a:pt x="55499" y="79756"/>
                  </a:lnTo>
                  <a:lnTo>
                    <a:pt x="81915" y="52197"/>
                  </a:lnTo>
                  <a:lnTo>
                    <a:pt x="108392" y="52197"/>
                  </a:lnTo>
                  <a:lnTo>
                    <a:pt x="122047" y="37973"/>
                  </a:lnTo>
                  <a:lnTo>
                    <a:pt x="0" y="0"/>
                  </a:lnTo>
                  <a:close/>
                </a:path>
                <a:path w="1697354" h="1630679">
                  <a:moveTo>
                    <a:pt x="81915" y="52197"/>
                  </a:moveTo>
                  <a:lnTo>
                    <a:pt x="55499" y="79756"/>
                  </a:lnTo>
                  <a:lnTo>
                    <a:pt x="69257" y="92965"/>
                  </a:lnTo>
                  <a:lnTo>
                    <a:pt x="95693" y="65426"/>
                  </a:lnTo>
                  <a:lnTo>
                    <a:pt x="81915" y="52197"/>
                  </a:lnTo>
                  <a:close/>
                </a:path>
                <a:path w="1697354" h="1630679">
                  <a:moveTo>
                    <a:pt x="108392" y="52197"/>
                  </a:moveTo>
                  <a:lnTo>
                    <a:pt x="81915" y="52197"/>
                  </a:lnTo>
                  <a:lnTo>
                    <a:pt x="95693" y="65426"/>
                  </a:lnTo>
                  <a:lnTo>
                    <a:pt x="108392" y="52197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文本框 16">
            <a:extLst>
              <a:ext uri="{FF2B5EF4-FFF2-40B4-BE49-F238E27FC236}">
                <a16:creationId xmlns:a16="http://schemas.microsoft.com/office/drawing/2014/main" id="{4A1B9473-6C5A-5B4D-BCC0-8EB1999F366D}"/>
              </a:ext>
            </a:extLst>
          </p:cNvPr>
          <p:cNvSpPr txBox="1"/>
          <p:nvPr/>
        </p:nvSpPr>
        <p:spPr>
          <a:xfrm>
            <a:off x="1164588" y="5643964"/>
            <a:ext cx="9956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235"/>
              </a:spcBef>
            </a:pPr>
            <a:r>
              <a:rPr lang="zh-CN" altLang="en-US" sz="2800" spc="-1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哪些图案可以仅用一笔就画出来？</a:t>
            </a:r>
            <a:endParaRPr lang="zh-CN" altLang="en-US" sz="28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3"/>
          <a:stretch>
            <a:fillRect/>
          </a:stretch>
        </p:blipFill>
        <p:spPr>
          <a:xfrm>
            <a:off x="1955292" y="2254504"/>
            <a:ext cx="2556510" cy="2884931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6134417" y="2244915"/>
            <a:ext cx="3939540" cy="3108960"/>
            <a:chOff x="6134417" y="1828355"/>
            <a:chExt cx="3939540" cy="3108960"/>
          </a:xfrm>
        </p:grpSpPr>
        <p:pic>
          <p:nvPicPr>
            <p:cNvPr id="5" name="object 5"/>
            <p:cNvPicPr/>
            <p:nvPr/>
          </p:nvPicPr>
          <p:blipFill>
            <a:blip r:embed="rId4"/>
            <a:stretch>
              <a:fillRect/>
            </a:stretch>
          </p:blipFill>
          <p:spPr>
            <a:xfrm>
              <a:off x="6144005" y="1837943"/>
              <a:ext cx="3920490" cy="308991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6139179" y="1833117"/>
              <a:ext cx="3930015" cy="3099435"/>
            </a:xfrm>
            <a:custGeom>
              <a:avLst/>
              <a:gdLst/>
              <a:ahLst/>
              <a:cxnLst/>
              <a:rect l="l" t="t" r="r" b="b"/>
              <a:pathLst>
                <a:path w="3930015" h="3099435">
                  <a:moveTo>
                    <a:pt x="0" y="3099435"/>
                  </a:moveTo>
                  <a:lnTo>
                    <a:pt x="3930014" y="3099435"/>
                  </a:lnTo>
                  <a:lnTo>
                    <a:pt x="3930014" y="0"/>
                  </a:lnTo>
                  <a:lnTo>
                    <a:pt x="0" y="0"/>
                  </a:lnTo>
                  <a:lnTo>
                    <a:pt x="0" y="3099435"/>
                  </a:lnTo>
                  <a:close/>
                </a:path>
              </a:pathLst>
            </a:custGeom>
            <a:ln w="9525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688340" y="1193038"/>
            <a:ext cx="10683875" cy="46050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2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柯尼斯堡七桥问题：七座桥连接河岸和两个小岛，步行者怎样才能</a:t>
            </a:r>
            <a:r>
              <a:rPr sz="2800" dirty="0" err="1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不重复、不遗漏</a:t>
            </a:r>
            <a:r>
              <a:rPr sz="2800" spc="55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地一次走完七座桥</a:t>
            </a:r>
            <a:r>
              <a:rPr sz="2800" spc="55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?</a:t>
            </a:r>
            <a:endParaRPr sz="28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6948805" marR="2793365" indent="167640">
              <a:lnSpc>
                <a:spcPct val="221400"/>
              </a:lnSpc>
              <a:spcBef>
                <a:spcPts val="2680"/>
              </a:spcBef>
            </a:pPr>
            <a:r>
              <a:rPr sz="2400" b="1" spc="-10" dirty="0">
                <a:latin typeface="PMingLiU"/>
                <a:cs typeface="PMingLiU"/>
              </a:rPr>
              <a:t>河岸</a:t>
            </a:r>
            <a:r>
              <a:rPr sz="2400" spc="50" dirty="0">
                <a:latin typeface="PMingLiU"/>
                <a:cs typeface="PMingLiU"/>
              </a:rPr>
              <a:t>1</a:t>
            </a:r>
            <a:r>
              <a:rPr sz="2400" b="1" dirty="0">
                <a:latin typeface="PMingLiU"/>
                <a:cs typeface="PMingLiU"/>
              </a:rPr>
              <a:t>小岛</a:t>
            </a:r>
            <a:r>
              <a:rPr sz="2400" b="1" spc="40" dirty="0">
                <a:latin typeface="PMingLiU"/>
                <a:cs typeface="PMingLiU"/>
              </a:rPr>
              <a:t>1</a:t>
            </a:r>
            <a:endParaRPr sz="2400" b="1" dirty="0">
              <a:latin typeface="PMingLiU"/>
              <a:cs typeface="PMingLiU"/>
            </a:endParaRPr>
          </a:p>
          <a:p>
            <a:pPr marR="1447800" algn="r">
              <a:lnSpc>
                <a:spcPts val="2615"/>
              </a:lnSpc>
            </a:pPr>
            <a:r>
              <a:rPr sz="2400" b="1" dirty="0">
                <a:latin typeface="PMingLiU"/>
                <a:cs typeface="PMingLiU"/>
              </a:rPr>
              <a:t>小岛</a:t>
            </a:r>
            <a:r>
              <a:rPr sz="2400" b="1" spc="430" dirty="0">
                <a:latin typeface="PMingLiU"/>
                <a:cs typeface="PMingLiU"/>
              </a:rPr>
              <a:t>2</a:t>
            </a:r>
            <a:endParaRPr sz="2400" b="1" dirty="0">
              <a:latin typeface="PMingLiU"/>
              <a:cs typeface="PMingLiU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900" dirty="0">
              <a:latin typeface="PMingLiU"/>
              <a:cs typeface="PMingLiU"/>
            </a:endParaRPr>
          </a:p>
          <a:p>
            <a:pPr marL="6557009">
              <a:lnSpc>
                <a:spcPct val="100000"/>
              </a:lnSpc>
            </a:pPr>
            <a:r>
              <a:rPr sz="2400" b="1" dirty="0">
                <a:latin typeface="PMingLiU"/>
                <a:cs typeface="PMingLiU"/>
              </a:rPr>
              <a:t>河岸</a:t>
            </a:r>
            <a:r>
              <a:rPr sz="2400" b="1" spc="430" dirty="0">
                <a:latin typeface="PMingLiU"/>
                <a:cs typeface="PMingLiU"/>
              </a:rPr>
              <a:t>2</a:t>
            </a:r>
            <a:endParaRPr sz="2400" b="1" dirty="0">
              <a:latin typeface="PMingLiU"/>
              <a:cs typeface="PMingLiU"/>
            </a:endParaRPr>
          </a:p>
          <a:p>
            <a:pPr marL="2291080" marR="7496175" indent="-380365">
              <a:lnSpc>
                <a:spcPct val="100000"/>
              </a:lnSpc>
              <a:spcBef>
                <a:spcPts val="905"/>
              </a:spcBef>
            </a:pPr>
            <a:r>
              <a:rPr sz="2000" spc="-20" dirty="0" err="1">
                <a:latin typeface="PMingLiU"/>
                <a:cs typeface="PMingLiU"/>
              </a:rPr>
              <a:t>瑞士数学</a:t>
            </a:r>
            <a:r>
              <a:rPr sz="2000" spc="-50" dirty="0" err="1">
                <a:latin typeface="PMingLiU"/>
                <a:cs typeface="PMingLiU"/>
              </a:rPr>
              <a:t>家</a:t>
            </a:r>
            <a:r>
              <a:rPr sz="2000" spc="-20" dirty="0" err="1">
                <a:latin typeface="PMingLiU"/>
                <a:cs typeface="PMingLiU"/>
              </a:rPr>
              <a:t>欧</a:t>
            </a:r>
            <a:r>
              <a:rPr sz="2000" spc="-50" dirty="0" err="1">
                <a:latin typeface="PMingLiU"/>
                <a:cs typeface="PMingLiU"/>
              </a:rPr>
              <a:t>拉</a:t>
            </a:r>
            <a:endParaRPr sz="2000" dirty="0">
              <a:latin typeface="PMingLiU"/>
              <a:cs typeface="PMingLiU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197979" y="3259962"/>
            <a:ext cx="2214245" cy="1749425"/>
          </a:xfrm>
          <a:custGeom>
            <a:avLst/>
            <a:gdLst/>
            <a:ahLst/>
            <a:cxnLst/>
            <a:rect l="l" t="t" r="r" b="b"/>
            <a:pathLst>
              <a:path w="2214245" h="1749425">
                <a:moveTo>
                  <a:pt x="692150" y="0"/>
                </a:moveTo>
                <a:lnTo>
                  <a:pt x="537464" y="113284"/>
                </a:lnTo>
                <a:lnTo>
                  <a:pt x="588403" y="139458"/>
                </a:lnTo>
                <a:lnTo>
                  <a:pt x="0" y="1283970"/>
                </a:lnTo>
                <a:lnTo>
                  <a:pt x="50800" y="1310005"/>
                </a:lnTo>
                <a:lnTo>
                  <a:pt x="639178" y="165544"/>
                </a:lnTo>
                <a:lnTo>
                  <a:pt x="689991" y="191643"/>
                </a:lnTo>
                <a:lnTo>
                  <a:pt x="690854" y="114046"/>
                </a:lnTo>
                <a:lnTo>
                  <a:pt x="692150" y="0"/>
                </a:lnTo>
                <a:close/>
              </a:path>
              <a:path w="2214245" h="1749425">
                <a:moveTo>
                  <a:pt x="1131570" y="257302"/>
                </a:moveTo>
                <a:lnTo>
                  <a:pt x="1082929" y="227330"/>
                </a:lnTo>
                <a:lnTo>
                  <a:pt x="548576" y="1099223"/>
                </a:lnTo>
                <a:lnTo>
                  <a:pt x="499872" y="1069340"/>
                </a:lnTo>
                <a:lnTo>
                  <a:pt x="483362" y="1260348"/>
                </a:lnTo>
                <a:lnTo>
                  <a:pt x="646049" y="1159002"/>
                </a:lnTo>
                <a:lnTo>
                  <a:pt x="636930" y="1153414"/>
                </a:lnTo>
                <a:lnTo>
                  <a:pt x="597306" y="1129118"/>
                </a:lnTo>
                <a:lnTo>
                  <a:pt x="1131570" y="257302"/>
                </a:lnTo>
                <a:close/>
              </a:path>
              <a:path w="2214245" h="1749425">
                <a:moveTo>
                  <a:pt x="1267434" y="129032"/>
                </a:moveTo>
                <a:lnTo>
                  <a:pt x="1172464" y="129032"/>
                </a:lnTo>
                <a:lnTo>
                  <a:pt x="1143863" y="129032"/>
                </a:lnTo>
                <a:lnTo>
                  <a:pt x="1141222" y="184785"/>
                </a:lnTo>
                <a:lnTo>
                  <a:pt x="1267434" y="129032"/>
                </a:lnTo>
                <a:close/>
              </a:path>
              <a:path w="2214245" h="1749425">
                <a:moveTo>
                  <a:pt x="1316609" y="107315"/>
                </a:moveTo>
                <a:lnTo>
                  <a:pt x="1149350" y="13589"/>
                </a:lnTo>
                <a:lnTo>
                  <a:pt x="1146632" y="70675"/>
                </a:lnTo>
                <a:lnTo>
                  <a:pt x="754507" y="52197"/>
                </a:lnTo>
                <a:lnTo>
                  <a:pt x="751713" y="109347"/>
                </a:lnTo>
                <a:lnTo>
                  <a:pt x="1143927" y="127698"/>
                </a:lnTo>
                <a:lnTo>
                  <a:pt x="1172514" y="127698"/>
                </a:lnTo>
                <a:lnTo>
                  <a:pt x="1270457" y="127698"/>
                </a:lnTo>
                <a:lnTo>
                  <a:pt x="1316609" y="107315"/>
                </a:lnTo>
                <a:close/>
              </a:path>
              <a:path w="2214245" h="1749425">
                <a:moveTo>
                  <a:pt x="2214118" y="844296"/>
                </a:moveTo>
                <a:lnTo>
                  <a:pt x="2057781" y="955294"/>
                </a:lnTo>
                <a:lnTo>
                  <a:pt x="2108225" y="982179"/>
                </a:lnTo>
                <a:lnTo>
                  <a:pt x="1745970" y="1662353"/>
                </a:lnTo>
                <a:lnTo>
                  <a:pt x="1744726" y="1661033"/>
                </a:lnTo>
                <a:lnTo>
                  <a:pt x="1633093" y="1543812"/>
                </a:lnTo>
                <a:lnTo>
                  <a:pt x="1613687" y="1597621"/>
                </a:lnTo>
                <a:lnTo>
                  <a:pt x="584454" y="1226566"/>
                </a:lnTo>
                <a:lnTo>
                  <a:pt x="565150" y="1280414"/>
                </a:lnTo>
                <a:lnTo>
                  <a:pt x="1594319" y="1651317"/>
                </a:lnTo>
                <a:lnTo>
                  <a:pt x="1574927" y="1705102"/>
                </a:lnTo>
                <a:lnTo>
                  <a:pt x="1733143" y="1686420"/>
                </a:lnTo>
                <a:lnTo>
                  <a:pt x="1713865" y="1722628"/>
                </a:lnTo>
                <a:lnTo>
                  <a:pt x="1764411" y="1749425"/>
                </a:lnTo>
                <a:lnTo>
                  <a:pt x="2158669" y="1009053"/>
                </a:lnTo>
                <a:lnTo>
                  <a:pt x="2209165" y="1035939"/>
                </a:lnTo>
                <a:lnTo>
                  <a:pt x="2211197" y="956945"/>
                </a:lnTo>
                <a:lnTo>
                  <a:pt x="2214118" y="844296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875394" y="3290442"/>
            <a:ext cx="471805" cy="755015"/>
          </a:xfrm>
          <a:custGeom>
            <a:avLst/>
            <a:gdLst/>
            <a:ahLst/>
            <a:cxnLst/>
            <a:rect l="l" t="t" r="r" b="b"/>
            <a:pathLst>
              <a:path w="471804" h="755014">
                <a:moveTo>
                  <a:pt x="113218" y="131916"/>
                </a:moveTo>
                <a:lnTo>
                  <a:pt x="64236" y="161559"/>
                </a:lnTo>
                <a:lnTo>
                  <a:pt x="422909" y="754633"/>
                </a:lnTo>
                <a:lnTo>
                  <a:pt x="471804" y="725169"/>
                </a:lnTo>
                <a:lnTo>
                  <a:pt x="113218" y="131916"/>
                </a:lnTo>
                <a:close/>
              </a:path>
              <a:path w="471804" h="755014">
                <a:moveTo>
                  <a:pt x="0" y="0"/>
                </a:moveTo>
                <a:lnTo>
                  <a:pt x="15366" y="191134"/>
                </a:lnTo>
                <a:lnTo>
                  <a:pt x="64236" y="161559"/>
                </a:lnTo>
                <a:lnTo>
                  <a:pt x="49402" y="137032"/>
                </a:lnTo>
                <a:lnTo>
                  <a:pt x="98425" y="107441"/>
                </a:lnTo>
                <a:lnTo>
                  <a:pt x="153658" y="107441"/>
                </a:lnTo>
                <a:lnTo>
                  <a:pt x="162051" y="102362"/>
                </a:lnTo>
                <a:lnTo>
                  <a:pt x="0" y="0"/>
                </a:lnTo>
                <a:close/>
              </a:path>
              <a:path w="471804" h="755014">
                <a:moveTo>
                  <a:pt x="98425" y="107441"/>
                </a:moveTo>
                <a:lnTo>
                  <a:pt x="49402" y="137032"/>
                </a:lnTo>
                <a:lnTo>
                  <a:pt x="64236" y="161559"/>
                </a:lnTo>
                <a:lnTo>
                  <a:pt x="113218" y="131916"/>
                </a:lnTo>
                <a:lnTo>
                  <a:pt x="98425" y="107441"/>
                </a:lnTo>
                <a:close/>
              </a:path>
              <a:path w="471804" h="755014">
                <a:moveTo>
                  <a:pt x="153658" y="107441"/>
                </a:moveTo>
                <a:lnTo>
                  <a:pt x="98425" y="107441"/>
                </a:lnTo>
                <a:lnTo>
                  <a:pt x="113218" y="131916"/>
                </a:lnTo>
                <a:lnTo>
                  <a:pt x="153658" y="107441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3">
            <a:extLst>
              <a:ext uri="{FF2B5EF4-FFF2-40B4-BE49-F238E27FC236}">
                <a16:creationId xmlns:a16="http://schemas.microsoft.com/office/drawing/2014/main" id="{4B6B9873-ABC5-7642-A2A6-5B7E3B04C32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37308" y="195989"/>
            <a:ext cx="3031491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图的背</a:t>
            </a:r>
            <a:r>
              <a:rPr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景</a:t>
            </a:r>
            <a:endParaRPr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3"/>
          <a:stretch>
            <a:fillRect/>
          </a:stretch>
        </p:blipFill>
        <p:spPr>
          <a:xfrm>
            <a:off x="1955292" y="2142744"/>
            <a:ext cx="2556510" cy="288493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96111" y="5621273"/>
            <a:ext cx="9526905" cy="829944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1568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35"/>
              </a:spcBef>
            </a:pPr>
            <a:r>
              <a:rPr sz="2800" spc="-10">
                <a:solidFill>
                  <a:srgbClr val="FFFFFF"/>
                </a:solidFill>
                <a:latin typeface="PMingLiU"/>
                <a:cs typeface="PMingLiU"/>
              </a:rPr>
              <a:t>经过抽象之后，仅保留</a:t>
            </a:r>
            <a:r>
              <a:rPr sz="2800" spc="-10">
                <a:solidFill>
                  <a:srgbClr val="FFC000"/>
                </a:solidFill>
                <a:latin typeface="PMingLiU"/>
                <a:cs typeface="PMingLiU"/>
              </a:rPr>
              <a:t>点和边</a:t>
            </a:r>
            <a:r>
              <a:rPr sz="2800" spc="-25">
                <a:solidFill>
                  <a:srgbClr val="FFFFFF"/>
                </a:solidFill>
                <a:latin typeface="PMingLiU"/>
                <a:cs typeface="PMingLiU"/>
              </a:rPr>
              <a:t>的结构称为图</a:t>
            </a:r>
            <a:endParaRPr sz="2800">
              <a:latin typeface="PMingLiU"/>
              <a:cs typeface="PMingLiU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139624" y="2138362"/>
            <a:ext cx="3930015" cy="3099435"/>
            <a:chOff x="6139624" y="1833562"/>
            <a:chExt cx="3930015" cy="3099435"/>
          </a:xfrm>
        </p:grpSpPr>
        <p:sp>
          <p:nvSpPr>
            <p:cNvPr id="6" name="object 6"/>
            <p:cNvSpPr/>
            <p:nvPr/>
          </p:nvSpPr>
          <p:spPr>
            <a:xfrm>
              <a:off x="6144386" y="1838325"/>
              <a:ext cx="3920490" cy="3089910"/>
            </a:xfrm>
            <a:custGeom>
              <a:avLst/>
              <a:gdLst/>
              <a:ahLst/>
              <a:cxnLst/>
              <a:rect l="l" t="t" r="r" b="b"/>
              <a:pathLst>
                <a:path w="3920490" h="3089910">
                  <a:moveTo>
                    <a:pt x="0" y="3089910"/>
                  </a:moveTo>
                  <a:lnTo>
                    <a:pt x="3920490" y="3089910"/>
                  </a:lnTo>
                  <a:lnTo>
                    <a:pt x="3920490" y="0"/>
                  </a:lnTo>
                  <a:lnTo>
                    <a:pt x="0" y="0"/>
                  </a:lnTo>
                  <a:lnTo>
                    <a:pt x="0" y="308991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486143" y="1915668"/>
              <a:ext cx="3236595" cy="2933700"/>
            </a:xfrm>
            <a:custGeom>
              <a:avLst/>
              <a:gdLst/>
              <a:ahLst/>
              <a:cxnLst/>
              <a:rect l="l" t="t" r="r" b="b"/>
              <a:pathLst>
                <a:path w="3236595" h="2933700">
                  <a:moveTo>
                    <a:pt x="0" y="2518029"/>
                  </a:moveTo>
                  <a:lnTo>
                    <a:pt x="2799" y="2469544"/>
                  </a:lnTo>
                  <a:lnTo>
                    <a:pt x="10990" y="2422704"/>
                  </a:lnTo>
                  <a:lnTo>
                    <a:pt x="24259" y="2377821"/>
                  </a:lnTo>
                  <a:lnTo>
                    <a:pt x="42294" y="2335206"/>
                  </a:lnTo>
                  <a:lnTo>
                    <a:pt x="64783" y="2295171"/>
                  </a:lnTo>
                  <a:lnTo>
                    <a:pt x="91413" y="2258028"/>
                  </a:lnTo>
                  <a:lnTo>
                    <a:pt x="121872" y="2224087"/>
                  </a:lnTo>
                  <a:lnTo>
                    <a:pt x="155847" y="2193661"/>
                  </a:lnTo>
                  <a:lnTo>
                    <a:pt x="193027" y="2167061"/>
                  </a:lnTo>
                  <a:lnTo>
                    <a:pt x="233098" y="2144599"/>
                  </a:lnTo>
                  <a:lnTo>
                    <a:pt x="275749" y="2126585"/>
                  </a:lnTo>
                  <a:lnTo>
                    <a:pt x="320666" y="2113333"/>
                  </a:lnTo>
                  <a:lnTo>
                    <a:pt x="367538" y="2105153"/>
                  </a:lnTo>
                  <a:lnTo>
                    <a:pt x="416051" y="2102358"/>
                  </a:lnTo>
                  <a:lnTo>
                    <a:pt x="464565" y="2105153"/>
                  </a:lnTo>
                  <a:lnTo>
                    <a:pt x="511437" y="2113333"/>
                  </a:lnTo>
                  <a:lnTo>
                    <a:pt x="556354" y="2126585"/>
                  </a:lnTo>
                  <a:lnTo>
                    <a:pt x="599005" y="2144599"/>
                  </a:lnTo>
                  <a:lnTo>
                    <a:pt x="639076" y="2167061"/>
                  </a:lnTo>
                  <a:lnTo>
                    <a:pt x="676256" y="2193661"/>
                  </a:lnTo>
                  <a:lnTo>
                    <a:pt x="710231" y="2224087"/>
                  </a:lnTo>
                  <a:lnTo>
                    <a:pt x="740690" y="2258028"/>
                  </a:lnTo>
                  <a:lnTo>
                    <a:pt x="767320" y="2295171"/>
                  </a:lnTo>
                  <a:lnTo>
                    <a:pt x="789809" y="2335206"/>
                  </a:lnTo>
                  <a:lnTo>
                    <a:pt x="807844" y="2377821"/>
                  </a:lnTo>
                  <a:lnTo>
                    <a:pt x="821113" y="2422704"/>
                  </a:lnTo>
                  <a:lnTo>
                    <a:pt x="829304" y="2469544"/>
                  </a:lnTo>
                  <a:lnTo>
                    <a:pt x="832103" y="2518029"/>
                  </a:lnTo>
                  <a:lnTo>
                    <a:pt x="829304" y="2566513"/>
                  </a:lnTo>
                  <a:lnTo>
                    <a:pt x="821113" y="2613353"/>
                  </a:lnTo>
                  <a:lnTo>
                    <a:pt x="807844" y="2658236"/>
                  </a:lnTo>
                  <a:lnTo>
                    <a:pt x="789809" y="2700851"/>
                  </a:lnTo>
                  <a:lnTo>
                    <a:pt x="767320" y="2740886"/>
                  </a:lnTo>
                  <a:lnTo>
                    <a:pt x="740690" y="2778029"/>
                  </a:lnTo>
                  <a:lnTo>
                    <a:pt x="710231" y="2811970"/>
                  </a:lnTo>
                  <a:lnTo>
                    <a:pt x="676256" y="2842396"/>
                  </a:lnTo>
                  <a:lnTo>
                    <a:pt x="639076" y="2868996"/>
                  </a:lnTo>
                  <a:lnTo>
                    <a:pt x="599005" y="2891458"/>
                  </a:lnTo>
                  <a:lnTo>
                    <a:pt x="556354" y="2909472"/>
                  </a:lnTo>
                  <a:lnTo>
                    <a:pt x="511437" y="2922724"/>
                  </a:lnTo>
                  <a:lnTo>
                    <a:pt x="464565" y="2930904"/>
                  </a:lnTo>
                  <a:lnTo>
                    <a:pt x="416051" y="2933700"/>
                  </a:lnTo>
                  <a:lnTo>
                    <a:pt x="367538" y="2930904"/>
                  </a:lnTo>
                  <a:lnTo>
                    <a:pt x="320666" y="2922724"/>
                  </a:lnTo>
                  <a:lnTo>
                    <a:pt x="275749" y="2909472"/>
                  </a:lnTo>
                  <a:lnTo>
                    <a:pt x="233098" y="2891458"/>
                  </a:lnTo>
                  <a:lnTo>
                    <a:pt x="193027" y="2868996"/>
                  </a:lnTo>
                  <a:lnTo>
                    <a:pt x="155847" y="2842396"/>
                  </a:lnTo>
                  <a:lnTo>
                    <a:pt x="121872" y="2811970"/>
                  </a:lnTo>
                  <a:lnTo>
                    <a:pt x="91413" y="2778029"/>
                  </a:lnTo>
                  <a:lnTo>
                    <a:pt x="64783" y="2740886"/>
                  </a:lnTo>
                  <a:lnTo>
                    <a:pt x="42294" y="2700851"/>
                  </a:lnTo>
                  <a:lnTo>
                    <a:pt x="24259" y="2658236"/>
                  </a:lnTo>
                  <a:lnTo>
                    <a:pt x="10990" y="2613353"/>
                  </a:lnTo>
                  <a:lnTo>
                    <a:pt x="2799" y="2566513"/>
                  </a:lnTo>
                  <a:lnTo>
                    <a:pt x="0" y="2518029"/>
                  </a:lnTo>
                  <a:close/>
                </a:path>
                <a:path w="3236595" h="2933700">
                  <a:moveTo>
                    <a:pt x="2404109" y="1772031"/>
                  </a:moveTo>
                  <a:lnTo>
                    <a:pt x="2406909" y="1723546"/>
                  </a:lnTo>
                  <a:lnTo>
                    <a:pt x="2415100" y="1676706"/>
                  </a:lnTo>
                  <a:lnTo>
                    <a:pt x="2428369" y="1631823"/>
                  </a:lnTo>
                  <a:lnTo>
                    <a:pt x="2446404" y="1589208"/>
                  </a:lnTo>
                  <a:lnTo>
                    <a:pt x="2468893" y="1549173"/>
                  </a:lnTo>
                  <a:lnTo>
                    <a:pt x="2495523" y="1512030"/>
                  </a:lnTo>
                  <a:lnTo>
                    <a:pt x="2525982" y="1478089"/>
                  </a:lnTo>
                  <a:lnTo>
                    <a:pt x="2559957" y="1447663"/>
                  </a:lnTo>
                  <a:lnTo>
                    <a:pt x="2597137" y="1421063"/>
                  </a:lnTo>
                  <a:lnTo>
                    <a:pt x="2637208" y="1398601"/>
                  </a:lnTo>
                  <a:lnTo>
                    <a:pt x="2679859" y="1380587"/>
                  </a:lnTo>
                  <a:lnTo>
                    <a:pt x="2724776" y="1367335"/>
                  </a:lnTo>
                  <a:lnTo>
                    <a:pt x="2771648" y="1359155"/>
                  </a:lnTo>
                  <a:lnTo>
                    <a:pt x="2820161" y="1356360"/>
                  </a:lnTo>
                  <a:lnTo>
                    <a:pt x="2868675" y="1359155"/>
                  </a:lnTo>
                  <a:lnTo>
                    <a:pt x="2915547" y="1367335"/>
                  </a:lnTo>
                  <a:lnTo>
                    <a:pt x="2960464" y="1380587"/>
                  </a:lnTo>
                  <a:lnTo>
                    <a:pt x="3003115" y="1398601"/>
                  </a:lnTo>
                  <a:lnTo>
                    <a:pt x="3043186" y="1421063"/>
                  </a:lnTo>
                  <a:lnTo>
                    <a:pt x="3080366" y="1447663"/>
                  </a:lnTo>
                  <a:lnTo>
                    <a:pt x="3114341" y="1478089"/>
                  </a:lnTo>
                  <a:lnTo>
                    <a:pt x="3144800" y="1512030"/>
                  </a:lnTo>
                  <a:lnTo>
                    <a:pt x="3171430" y="1549173"/>
                  </a:lnTo>
                  <a:lnTo>
                    <a:pt x="3193919" y="1589208"/>
                  </a:lnTo>
                  <a:lnTo>
                    <a:pt x="3211954" y="1631823"/>
                  </a:lnTo>
                  <a:lnTo>
                    <a:pt x="3225223" y="1676706"/>
                  </a:lnTo>
                  <a:lnTo>
                    <a:pt x="3233414" y="1723546"/>
                  </a:lnTo>
                  <a:lnTo>
                    <a:pt x="3236213" y="1772031"/>
                  </a:lnTo>
                  <a:lnTo>
                    <a:pt x="3233414" y="1820515"/>
                  </a:lnTo>
                  <a:lnTo>
                    <a:pt x="3225223" y="1867355"/>
                  </a:lnTo>
                  <a:lnTo>
                    <a:pt x="3211954" y="1912238"/>
                  </a:lnTo>
                  <a:lnTo>
                    <a:pt x="3193919" y="1954853"/>
                  </a:lnTo>
                  <a:lnTo>
                    <a:pt x="3171430" y="1994888"/>
                  </a:lnTo>
                  <a:lnTo>
                    <a:pt x="3144800" y="2032031"/>
                  </a:lnTo>
                  <a:lnTo>
                    <a:pt x="3114341" y="2065972"/>
                  </a:lnTo>
                  <a:lnTo>
                    <a:pt x="3080366" y="2096398"/>
                  </a:lnTo>
                  <a:lnTo>
                    <a:pt x="3043186" y="2122998"/>
                  </a:lnTo>
                  <a:lnTo>
                    <a:pt x="3003115" y="2145460"/>
                  </a:lnTo>
                  <a:lnTo>
                    <a:pt x="2960464" y="2163474"/>
                  </a:lnTo>
                  <a:lnTo>
                    <a:pt x="2915547" y="2176726"/>
                  </a:lnTo>
                  <a:lnTo>
                    <a:pt x="2868675" y="2184906"/>
                  </a:lnTo>
                  <a:lnTo>
                    <a:pt x="2820161" y="2187702"/>
                  </a:lnTo>
                  <a:lnTo>
                    <a:pt x="2771648" y="2184906"/>
                  </a:lnTo>
                  <a:lnTo>
                    <a:pt x="2724776" y="2176726"/>
                  </a:lnTo>
                  <a:lnTo>
                    <a:pt x="2679859" y="2163474"/>
                  </a:lnTo>
                  <a:lnTo>
                    <a:pt x="2637208" y="2145460"/>
                  </a:lnTo>
                  <a:lnTo>
                    <a:pt x="2597137" y="2122998"/>
                  </a:lnTo>
                  <a:lnTo>
                    <a:pt x="2559957" y="2096398"/>
                  </a:lnTo>
                  <a:lnTo>
                    <a:pt x="2525982" y="2065972"/>
                  </a:lnTo>
                  <a:lnTo>
                    <a:pt x="2495523" y="2032031"/>
                  </a:lnTo>
                  <a:lnTo>
                    <a:pt x="2468893" y="1994888"/>
                  </a:lnTo>
                  <a:lnTo>
                    <a:pt x="2446404" y="1954853"/>
                  </a:lnTo>
                  <a:lnTo>
                    <a:pt x="2428369" y="1912238"/>
                  </a:lnTo>
                  <a:lnTo>
                    <a:pt x="2415100" y="1867355"/>
                  </a:lnTo>
                  <a:lnTo>
                    <a:pt x="2406909" y="1820515"/>
                  </a:lnTo>
                  <a:lnTo>
                    <a:pt x="2404109" y="1772031"/>
                  </a:lnTo>
                  <a:close/>
                </a:path>
                <a:path w="3236595" h="2933700">
                  <a:moveTo>
                    <a:pt x="1041653" y="414909"/>
                  </a:moveTo>
                  <a:lnTo>
                    <a:pt x="1044445" y="366529"/>
                  </a:lnTo>
                  <a:lnTo>
                    <a:pt x="1052614" y="319786"/>
                  </a:lnTo>
                  <a:lnTo>
                    <a:pt x="1065846" y="274993"/>
                  </a:lnTo>
                  <a:lnTo>
                    <a:pt x="1083832" y="232459"/>
                  </a:lnTo>
                  <a:lnTo>
                    <a:pt x="1106260" y="192498"/>
                  </a:lnTo>
                  <a:lnTo>
                    <a:pt x="1132817" y="155421"/>
                  </a:lnTo>
                  <a:lnTo>
                    <a:pt x="1163193" y="121539"/>
                  </a:lnTo>
                  <a:lnTo>
                    <a:pt x="1197075" y="91163"/>
                  </a:lnTo>
                  <a:lnTo>
                    <a:pt x="1234152" y="64606"/>
                  </a:lnTo>
                  <a:lnTo>
                    <a:pt x="1274113" y="42178"/>
                  </a:lnTo>
                  <a:lnTo>
                    <a:pt x="1316647" y="24192"/>
                  </a:lnTo>
                  <a:lnTo>
                    <a:pt x="1361440" y="10960"/>
                  </a:lnTo>
                  <a:lnTo>
                    <a:pt x="1408183" y="2791"/>
                  </a:lnTo>
                  <a:lnTo>
                    <a:pt x="1456562" y="0"/>
                  </a:lnTo>
                  <a:lnTo>
                    <a:pt x="1504942" y="2791"/>
                  </a:lnTo>
                  <a:lnTo>
                    <a:pt x="1551685" y="10960"/>
                  </a:lnTo>
                  <a:lnTo>
                    <a:pt x="1596478" y="24192"/>
                  </a:lnTo>
                  <a:lnTo>
                    <a:pt x="1639012" y="42178"/>
                  </a:lnTo>
                  <a:lnTo>
                    <a:pt x="1678973" y="64606"/>
                  </a:lnTo>
                  <a:lnTo>
                    <a:pt x="1716050" y="91163"/>
                  </a:lnTo>
                  <a:lnTo>
                    <a:pt x="1749933" y="121538"/>
                  </a:lnTo>
                  <a:lnTo>
                    <a:pt x="1780308" y="155421"/>
                  </a:lnTo>
                  <a:lnTo>
                    <a:pt x="1806865" y="192498"/>
                  </a:lnTo>
                  <a:lnTo>
                    <a:pt x="1829293" y="232459"/>
                  </a:lnTo>
                  <a:lnTo>
                    <a:pt x="1847279" y="274993"/>
                  </a:lnTo>
                  <a:lnTo>
                    <a:pt x="1860511" y="319786"/>
                  </a:lnTo>
                  <a:lnTo>
                    <a:pt x="1868680" y="366529"/>
                  </a:lnTo>
                  <a:lnTo>
                    <a:pt x="1871472" y="414909"/>
                  </a:lnTo>
                  <a:lnTo>
                    <a:pt x="1868680" y="463288"/>
                  </a:lnTo>
                  <a:lnTo>
                    <a:pt x="1860511" y="510031"/>
                  </a:lnTo>
                  <a:lnTo>
                    <a:pt x="1847279" y="554824"/>
                  </a:lnTo>
                  <a:lnTo>
                    <a:pt x="1829293" y="597358"/>
                  </a:lnTo>
                  <a:lnTo>
                    <a:pt x="1806865" y="637319"/>
                  </a:lnTo>
                  <a:lnTo>
                    <a:pt x="1780308" y="674396"/>
                  </a:lnTo>
                  <a:lnTo>
                    <a:pt x="1749932" y="708279"/>
                  </a:lnTo>
                  <a:lnTo>
                    <a:pt x="1716050" y="738654"/>
                  </a:lnTo>
                  <a:lnTo>
                    <a:pt x="1678973" y="765211"/>
                  </a:lnTo>
                  <a:lnTo>
                    <a:pt x="1639012" y="787639"/>
                  </a:lnTo>
                  <a:lnTo>
                    <a:pt x="1596478" y="805625"/>
                  </a:lnTo>
                  <a:lnTo>
                    <a:pt x="1551685" y="818857"/>
                  </a:lnTo>
                  <a:lnTo>
                    <a:pt x="1504942" y="827026"/>
                  </a:lnTo>
                  <a:lnTo>
                    <a:pt x="1456562" y="829818"/>
                  </a:lnTo>
                  <a:lnTo>
                    <a:pt x="1408183" y="827026"/>
                  </a:lnTo>
                  <a:lnTo>
                    <a:pt x="1361440" y="818857"/>
                  </a:lnTo>
                  <a:lnTo>
                    <a:pt x="1316647" y="805625"/>
                  </a:lnTo>
                  <a:lnTo>
                    <a:pt x="1274113" y="787639"/>
                  </a:lnTo>
                  <a:lnTo>
                    <a:pt x="1234152" y="765211"/>
                  </a:lnTo>
                  <a:lnTo>
                    <a:pt x="1197075" y="738654"/>
                  </a:lnTo>
                  <a:lnTo>
                    <a:pt x="1163192" y="708279"/>
                  </a:lnTo>
                  <a:lnTo>
                    <a:pt x="1132817" y="674396"/>
                  </a:lnTo>
                  <a:lnTo>
                    <a:pt x="1106260" y="637319"/>
                  </a:lnTo>
                  <a:lnTo>
                    <a:pt x="1083832" y="597358"/>
                  </a:lnTo>
                  <a:lnTo>
                    <a:pt x="1065846" y="554824"/>
                  </a:lnTo>
                  <a:lnTo>
                    <a:pt x="1052614" y="510031"/>
                  </a:lnTo>
                  <a:lnTo>
                    <a:pt x="1044445" y="463288"/>
                  </a:lnTo>
                  <a:lnTo>
                    <a:pt x="1041653" y="414909"/>
                  </a:lnTo>
                  <a:close/>
                </a:path>
                <a:path w="3236595" h="2933700">
                  <a:moveTo>
                    <a:pt x="0" y="1463802"/>
                  </a:moveTo>
                  <a:lnTo>
                    <a:pt x="2799" y="1415288"/>
                  </a:lnTo>
                  <a:lnTo>
                    <a:pt x="10990" y="1368416"/>
                  </a:lnTo>
                  <a:lnTo>
                    <a:pt x="24259" y="1323499"/>
                  </a:lnTo>
                  <a:lnTo>
                    <a:pt x="42294" y="1280848"/>
                  </a:lnTo>
                  <a:lnTo>
                    <a:pt x="64783" y="1240777"/>
                  </a:lnTo>
                  <a:lnTo>
                    <a:pt x="91413" y="1203597"/>
                  </a:lnTo>
                  <a:lnTo>
                    <a:pt x="121872" y="1169622"/>
                  </a:lnTo>
                  <a:lnTo>
                    <a:pt x="155847" y="1139163"/>
                  </a:lnTo>
                  <a:lnTo>
                    <a:pt x="193027" y="1112533"/>
                  </a:lnTo>
                  <a:lnTo>
                    <a:pt x="233098" y="1090044"/>
                  </a:lnTo>
                  <a:lnTo>
                    <a:pt x="275749" y="1072009"/>
                  </a:lnTo>
                  <a:lnTo>
                    <a:pt x="320666" y="1058740"/>
                  </a:lnTo>
                  <a:lnTo>
                    <a:pt x="367538" y="1050549"/>
                  </a:lnTo>
                  <a:lnTo>
                    <a:pt x="416051" y="1047750"/>
                  </a:lnTo>
                  <a:lnTo>
                    <a:pt x="464565" y="1050549"/>
                  </a:lnTo>
                  <a:lnTo>
                    <a:pt x="511437" y="1058740"/>
                  </a:lnTo>
                  <a:lnTo>
                    <a:pt x="556354" y="1072009"/>
                  </a:lnTo>
                  <a:lnTo>
                    <a:pt x="599005" y="1090044"/>
                  </a:lnTo>
                  <a:lnTo>
                    <a:pt x="639076" y="1112533"/>
                  </a:lnTo>
                  <a:lnTo>
                    <a:pt x="676256" y="1139163"/>
                  </a:lnTo>
                  <a:lnTo>
                    <a:pt x="710231" y="1169622"/>
                  </a:lnTo>
                  <a:lnTo>
                    <a:pt x="740690" y="1203597"/>
                  </a:lnTo>
                  <a:lnTo>
                    <a:pt x="767320" y="1240777"/>
                  </a:lnTo>
                  <a:lnTo>
                    <a:pt x="789809" y="1280848"/>
                  </a:lnTo>
                  <a:lnTo>
                    <a:pt x="807844" y="1323499"/>
                  </a:lnTo>
                  <a:lnTo>
                    <a:pt x="821113" y="1368416"/>
                  </a:lnTo>
                  <a:lnTo>
                    <a:pt x="829304" y="1415288"/>
                  </a:lnTo>
                  <a:lnTo>
                    <a:pt x="832103" y="1463802"/>
                  </a:lnTo>
                  <a:lnTo>
                    <a:pt x="829304" y="1512315"/>
                  </a:lnTo>
                  <a:lnTo>
                    <a:pt x="821113" y="1559187"/>
                  </a:lnTo>
                  <a:lnTo>
                    <a:pt x="807844" y="1604104"/>
                  </a:lnTo>
                  <a:lnTo>
                    <a:pt x="789809" y="1646755"/>
                  </a:lnTo>
                  <a:lnTo>
                    <a:pt x="767320" y="1686826"/>
                  </a:lnTo>
                  <a:lnTo>
                    <a:pt x="740690" y="1724006"/>
                  </a:lnTo>
                  <a:lnTo>
                    <a:pt x="710231" y="1757981"/>
                  </a:lnTo>
                  <a:lnTo>
                    <a:pt x="676256" y="1788440"/>
                  </a:lnTo>
                  <a:lnTo>
                    <a:pt x="639076" y="1815070"/>
                  </a:lnTo>
                  <a:lnTo>
                    <a:pt x="599005" y="1837559"/>
                  </a:lnTo>
                  <a:lnTo>
                    <a:pt x="556354" y="1855594"/>
                  </a:lnTo>
                  <a:lnTo>
                    <a:pt x="511437" y="1868863"/>
                  </a:lnTo>
                  <a:lnTo>
                    <a:pt x="464565" y="1877054"/>
                  </a:lnTo>
                  <a:lnTo>
                    <a:pt x="416051" y="1879854"/>
                  </a:lnTo>
                  <a:lnTo>
                    <a:pt x="367538" y="1877054"/>
                  </a:lnTo>
                  <a:lnTo>
                    <a:pt x="320666" y="1868863"/>
                  </a:lnTo>
                  <a:lnTo>
                    <a:pt x="275749" y="1855594"/>
                  </a:lnTo>
                  <a:lnTo>
                    <a:pt x="233098" y="1837559"/>
                  </a:lnTo>
                  <a:lnTo>
                    <a:pt x="193027" y="1815070"/>
                  </a:lnTo>
                  <a:lnTo>
                    <a:pt x="155847" y="1788440"/>
                  </a:lnTo>
                  <a:lnTo>
                    <a:pt x="121872" y="1757981"/>
                  </a:lnTo>
                  <a:lnTo>
                    <a:pt x="91413" y="1724006"/>
                  </a:lnTo>
                  <a:lnTo>
                    <a:pt x="64783" y="1686826"/>
                  </a:lnTo>
                  <a:lnTo>
                    <a:pt x="42294" y="1646755"/>
                  </a:lnTo>
                  <a:lnTo>
                    <a:pt x="24259" y="1604104"/>
                  </a:lnTo>
                  <a:lnTo>
                    <a:pt x="10990" y="1559187"/>
                  </a:lnTo>
                  <a:lnTo>
                    <a:pt x="2799" y="1512315"/>
                  </a:lnTo>
                  <a:lnTo>
                    <a:pt x="0" y="1463802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688340" y="1081278"/>
            <a:ext cx="10683875" cy="363945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2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柯尼斯堡七桥问题：七座桥连接河岸和两个小岛，步行者怎样才能</a:t>
            </a:r>
            <a:r>
              <a:rPr sz="2800" dirty="0" err="1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不重复、不遗漏</a:t>
            </a:r>
            <a:r>
              <a:rPr sz="2800" spc="55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地一次走完七座桥</a:t>
            </a:r>
            <a:r>
              <a:rPr sz="2800" spc="55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?</a:t>
            </a:r>
            <a:endParaRPr sz="28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600" dirty="0">
              <a:latin typeface="PMingLiU"/>
              <a:cs typeface="PMingLiU"/>
            </a:endParaRPr>
          </a:p>
          <a:p>
            <a:pPr marL="687197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PMingLiU"/>
                <a:cs typeface="PMingLiU"/>
              </a:rPr>
              <a:t>河岸</a:t>
            </a:r>
            <a:r>
              <a:rPr sz="2400" spc="40" dirty="0">
                <a:latin typeface="PMingLiU"/>
                <a:cs typeface="PMingLiU"/>
              </a:rPr>
              <a:t>1</a:t>
            </a:r>
            <a:endParaRPr sz="2400" dirty="0">
              <a:latin typeface="PMingLiU"/>
              <a:cs typeface="PMingLiU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3800" dirty="0">
              <a:latin typeface="PMingLiU"/>
              <a:cs typeface="PMingLiU"/>
            </a:endParaRPr>
          </a:p>
          <a:p>
            <a:pPr marL="1744345" algn="ctr">
              <a:lnSpc>
                <a:spcPts val="2655"/>
              </a:lnSpc>
            </a:pPr>
            <a:r>
              <a:rPr sz="2400" dirty="0">
                <a:latin typeface="PMingLiU"/>
                <a:cs typeface="PMingLiU"/>
              </a:rPr>
              <a:t>小岛</a:t>
            </a:r>
            <a:r>
              <a:rPr sz="2400" spc="40" dirty="0">
                <a:latin typeface="PMingLiU"/>
                <a:cs typeface="PMingLiU"/>
              </a:rPr>
              <a:t>1</a:t>
            </a:r>
            <a:endParaRPr sz="2400" dirty="0">
              <a:latin typeface="PMingLiU"/>
              <a:cs typeface="PMingLiU"/>
            </a:endParaRPr>
          </a:p>
          <a:p>
            <a:pPr marL="6553834" algn="ctr">
              <a:lnSpc>
                <a:spcPts val="2655"/>
              </a:lnSpc>
            </a:pPr>
            <a:r>
              <a:rPr sz="2400" dirty="0">
                <a:latin typeface="PMingLiU"/>
                <a:cs typeface="PMingLiU"/>
              </a:rPr>
              <a:t>小岛</a:t>
            </a:r>
            <a:r>
              <a:rPr sz="2400" spc="430" dirty="0">
                <a:latin typeface="PMingLiU"/>
                <a:cs typeface="PMingLiU"/>
              </a:rPr>
              <a:t>2</a:t>
            </a:r>
            <a:endParaRPr sz="2400" dirty="0">
              <a:latin typeface="PMingLiU"/>
              <a:cs typeface="PMingLiU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2100" dirty="0">
              <a:latin typeface="PMingLiU"/>
              <a:cs typeface="PMingLiU"/>
            </a:endParaRPr>
          </a:p>
          <a:p>
            <a:pPr marL="1745614" algn="ctr">
              <a:lnSpc>
                <a:spcPct val="100000"/>
              </a:lnSpc>
            </a:pPr>
            <a:r>
              <a:rPr sz="2400" dirty="0">
                <a:latin typeface="PMingLiU"/>
                <a:cs typeface="PMingLiU"/>
              </a:rPr>
              <a:t>河岸</a:t>
            </a:r>
            <a:r>
              <a:rPr sz="2400" spc="430" dirty="0">
                <a:latin typeface="PMingLiU"/>
                <a:cs typeface="PMingLiU"/>
              </a:rPr>
              <a:t>2</a:t>
            </a:r>
            <a:endParaRPr sz="2400" dirty="0">
              <a:latin typeface="PMingLiU"/>
              <a:cs typeface="PMingLiU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608064" y="2929127"/>
            <a:ext cx="2404745" cy="1809750"/>
          </a:xfrm>
          <a:custGeom>
            <a:avLst/>
            <a:gdLst/>
            <a:ahLst/>
            <a:cxnLst/>
            <a:rect l="l" t="t" r="r" b="b"/>
            <a:pathLst>
              <a:path w="2404745" h="1809750">
                <a:moveTo>
                  <a:pt x="1628393" y="0"/>
                </a:moveTo>
                <a:lnTo>
                  <a:pt x="2404236" y="769493"/>
                </a:lnTo>
              </a:path>
              <a:path w="2404745" h="1809750">
                <a:moveTo>
                  <a:pt x="710183" y="755142"/>
                </a:moveTo>
                <a:lnTo>
                  <a:pt x="2282570" y="1063371"/>
                </a:lnTo>
              </a:path>
              <a:path w="2404745" h="1809750">
                <a:moveTo>
                  <a:pt x="1334896" y="121158"/>
                </a:moveTo>
                <a:lnTo>
                  <a:pt x="588263" y="460883"/>
                </a:lnTo>
              </a:path>
              <a:path w="2404745" h="1809750">
                <a:moveTo>
                  <a:pt x="1041272" y="0"/>
                </a:moveTo>
                <a:lnTo>
                  <a:pt x="294131" y="339471"/>
                </a:lnTo>
              </a:path>
              <a:path w="2404745" h="1809750">
                <a:moveTo>
                  <a:pt x="0" y="1049274"/>
                </a:moveTo>
                <a:lnTo>
                  <a:pt x="0" y="1515745"/>
                </a:lnTo>
              </a:path>
              <a:path w="2404745" h="1809750">
                <a:moveTo>
                  <a:pt x="2404363" y="1357122"/>
                </a:moveTo>
                <a:lnTo>
                  <a:pt x="710183" y="1809369"/>
                </a:lnTo>
              </a:path>
              <a:path w="2404745" h="1809750">
                <a:moveTo>
                  <a:pt x="588263" y="1049274"/>
                </a:moveTo>
                <a:lnTo>
                  <a:pt x="588263" y="1515745"/>
                </a:lnTo>
              </a:path>
            </a:pathLst>
          </a:custGeom>
          <a:ln w="38100">
            <a:solidFill>
              <a:srgbClr val="B8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E233C31-2BB5-BA42-B584-8BAAC3460D9E}"/>
              </a:ext>
            </a:extLst>
          </p:cNvPr>
          <p:cNvSpPr txBox="1"/>
          <p:nvPr/>
        </p:nvSpPr>
        <p:spPr>
          <a:xfrm>
            <a:off x="443292" y="5087803"/>
            <a:ext cx="114642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91080" marR="7496175" indent="-380365">
              <a:lnSpc>
                <a:spcPct val="100000"/>
              </a:lnSpc>
              <a:spcBef>
                <a:spcPts val="1415"/>
              </a:spcBef>
            </a:pPr>
            <a:r>
              <a:rPr lang="zh-CN" altLang="en-US" sz="1800" spc="-20" dirty="0">
                <a:latin typeface="PMingLiU"/>
                <a:cs typeface="PMingLiU"/>
              </a:rPr>
              <a:t>瑞士数学</a:t>
            </a:r>
            <a:r>
              <a:rPr lang="zh-CN" altLang="en-US" sz="1800" spc="-50" dirty="0">
                <a:latin typeface="PMingLiU"/>
                <a:cs typeface="PMingLiU"/>
              </a:rPr>
              <a:t>家</a:t>
            </a:r>
            <a:r>
              <a:rPr lang="zh-CN" altLang="en-US" sz="1800" spc="-20" dirty="0">
                <a:latin typeface="PMingLiU"/>
                <a:cs typeface="PMingLiU"/>
              </a:rPr>
              <a:t>欧</a:t>
            </a:r>
            <a:r>
              <a:rPr lang="zh-CN" altLang="en-US" sz="1800" spc="-50" dirty="0">
                <a:latin typeface="PMingLiU"/>
                <a:cs typeface="PMingLiU"/>
              </a:rPr>
              <a:t>拉</a:t>
            </a:r>
            <a:endParaRPr lang="zh-CN" altLang="en-US" sz="1800" dirty="0">
              <a:latin typeface="PMingLiU"/>
              <a:cs typeface="PMingLiU"/>
            </a:endParaRPr>
          </a:p>
        </p:txBody>
      </p:sp>
      <p:sp>
        <p:nvSpPr>
          <p:cNvPr id="14" name="object 3">
            <a:extLst>
              <a:ext uri="{FF2B5EF4-FFF2-40B4-BE49-F238E27FC236}">
                <a16:creationId xmlns:a16="http://schemas.microsoft.com/office/drawing/2014/main" id="{00944A41-DC1E-8146-9A81-532476254C2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37308" y="195989"/>
            <a:ext cx="3031491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图的背</a:t>
            </a:r>
            <a:r>
              <a:rPr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景</a:t>
            </a:r>
            <a:endParaRPr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3"/>
          <a:stretch>
            <a:fillRect/>
          </a:stretch>
        </p:blipFill>
        <p:spPr>
          <a:xfrm>
            <a:off x="1955292" y="2132584"/>
            <a:ext cx="2556510" cy="2884931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6139624" y="2128202"/>
            <a:ext cx="3930015" cy="3099435"/>
            <a:chOff x="6139624" y="1833562"/>
            <a:chExt cx="3930015" cy="3099435"/>
          </a:xfrm>
        </p:grpSpPr>
        <p:sp>
          <p:nvSpPr>
            <p:cNvPr id="5" name="object 5"/>
            <p:cNvSpPr/>
            <p:nvPr/>
          </p:nvSpPr>
          <p:spPr>
            <a:xfrm>
              <a:off x="6144386" y="1838325"/>
              <a:ext cx="3920490" cy="3089910"/>
            </a:xfrm>
            <a:custGeom>
              <a:avLst/>
              <a:gdLst/>
              <a:ahLst/>
              <a:cxnLst/>
              <a:rect l="l" t="t" r="r" b="b"/>
              <a:pathLst>
                <a:path w="3920490" h="3089910">
                  <a:moveTo>
                    <a:pt x="0" y="3089910"/>
                  </a:moveTo>
                  <a:lnTo>
                    <a:pt x="3920490" y="3089910"/>
                  </a:lnTo>
                  <a:lnTo>
                    <a:pt x="3920490" y="0"/>
                  </a:lnTo>
                  <a:lnTo>
                    <a:pt x="0" y="0"/>
                  </a:lnTo>
                  <a:lnTo>
                    <a:pt x="0" y="308991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486143" y="1915668"/>
              <a:ext cx="3236595" cy="2933700"/>
            </a:xfrm>
            <a:custGeom>
              <a:avLst/>
              <a:gdLst/>
              <a:ahLst/>
              <a:cxnLst/>
              <a:rect l="l" t="t" r="r" b="b"/>
              <a:pathLst>
                <a:path w="3236595" h="2933700">
                  <a:moveTo>
                    <a:pt x="0" y="2518029"/>
                  </a:moveTo>
                  <a:lnTo>
                    <a:pt x="2799" y="2469544"/>
                  </a:lnTo>
                  <a:lnTo>
                    <a:pt x="10990" y="2422704"/>
                  </a:lnTo>
                  <a:lnTo>
                    <a:pt x="24259" y="2377821"/>
                  </a:lnTo>
                  <a:lnTo>
                    <a:pt x="42294" y="2335206"/>
                  </a:lnTo>
                  <a:lnTo>
                    <a:pt x="64783" y="2295171"/>
                  </a:lnTo>
                  <a:lnTo>
                    <a:pt x="91413" y="2258028"/>
                  </a:lnTo>
                  <a:lnTo>
                    <a:pt x="121872" y="2224087"/>
                  </a:lnTo>
                  <a:lnTo>
                    <a:pt x="155847" y="2193661"/>
                  </a:lnTo>
                  <a:lnTo>
                    <a:pt x="193027" y="2167061"/>
                  </a:lnTo>
                  <a:lnTo>
                    <a:pt x="233098" y="2144599"/>
                  </a:lnTo>
                  <a:lnTo>
                    <a:pt x="275749" y="2126585"/>
                  </a:lnTo>
                  <a:lnTo>
                    <a:pt x="320666" y="2113333"/>
                  </a:lnTo>
                  <a:lnTo>
                    <a:pt x="367538" y="2105153"/>
                  </a:lnTo>
                  <a:lnTo>
                    <a:pt x="416051" y="2102358"/>
                  </a:lnTo>
                  <a:lnTo>
                    <a:pt x="464565" y="2105153"/>
                  </a:lnTo>
                  <a:lnTo>
                    <a:pt x="511437" y="2113333"/>
                  </a:lnTo>
                  <a:lnTo>
                    <a:pt x="556354" y="2126585"/>
                  </a:lnTo>
                  <a:lnTo>
                    <a:pt x="599005" y="2144599"/>
                  </a:lnTo>
                  <a:lnTo>
                    <a:pt x="639076" y="2167061"/>
                  </a:lnTo>
                  <a:lnTo>
                    <a:pt x="676256" y="2193661"/>
                  </a:lnTo>
                  <a:lnTo>
                    <a:pt x="710231" y="2224087"/>
                  </a:lnTo>
                  <a:lnTo>
                    <a:pt x="740690" y="2258028"/>
                  </a:lnTo>
                  <a:lnTo>
                    <a:pt x="767320" y="2295171"/>
                  </a:lnTo>
                  <a:lnTo>
                    <a:pt x="789809" y="2335206"/>
                  </a:lnTo>
                  <a:lnTo>
                    <a:pt x="807844" y="2377821"/>
                  </a:lnTo>
                  <a:lnTo>
                    <a:pt x="821113" y="2422704"/>
                  </a:lnTo>
                  <a:lnTo>
                    <a:pt x="829304" y="2469544"/>
                  </a:lnTo>
                  <a:lnTo>
                    <a:pt x="832103" y="2518029"/>
                  </a:lnTo>
                  <a:lnTo>
                    <a:pt x="829304" y="2566513"/>
                  </a:lnTo>
                  <a:lnTo>
                    <a:pt x="821113" y="2613353"/>
                  </a:lnTo>
                  <a:lnTo>
                    <a:pt x="807844" y="2658236"/>
                  </a:lnTo>
                  <a:lnTo>
                    <a:pt x="789809" y="2700851"/>
                  </a:lnTo>
                  <a:lnTo>
                    <a:pt x="767320" y="2740886"/>
                  </a:lnTo>
                  <a:lnTo>
                    <a:pt x="740690" y="2778029"/>
                  </a:lnTo>
                  <a:lnTo>
                    <a:pt x="710231" y="2811970"/>
                  </a:lnTo>
                  <a:lnTo>
                    <a:pt x="676256" y="2842396"/>
                  </a:lnTo>
                  <a:lnTo>
                    <a:pt x="639076" y="2868996"/>
                  </a:lnTo>
                  <a:lnTo>
                    <a:pt x="599005" y="2891458"/>
                  </a:lnTo>
                  <a:lnTo>
                    <a:pt x="556354" y="2909472"/>
                  </a:lnTo>
                  <a:lnTo>
                    <a:pt x="511437" y="2922724"/>
                  </a:lnTo>
                  <a:lnTo>
                    <a:pt x="464565" y="2930904"/>
                  </a:lnTo>
                  <a:lnTo>
                    <a:pt x="416051" y="2933700"/>
                  </a:lnTo>
                  <a:lnTo>
                    <a:pt x="367538" y="2930904"/>
                  </a:lnTo>
                  <a:lnTo>
                    <a:pt x="320666" y="2922724"/>
                  </a:lnTo>
                  <a:lnTo>
                    <a:pt x="275749" y="2909472"/>
                  </a:lnTo>
                  <a:lnTo>
                    <a:pt x="233098" y="2891458"/>
                  </a:lnTo>
                  <a:lnTo>
                    <a:pt x="193027" y="2868996"/>
                  </a:lnTo>
                  <a:lnTo>
                    <a:pt x="155847" y="2842396"/>
                  </a:lnTo>
                  <a:lnTo>
                    <a:pt x="121872" y="2811970"/>
                  </a:lnTo>
                  <a:lnTo>
                    <a:pt x="91413" y="2778029"/>
                  </a:lnTo>
                  <a:lnTo>
                    <a:pt x="64783" y="2740886"/>
                  </a:lnTo>
                  <a:lnTo>
                    <a:pt x="42294" y="2700851"/>
                  </a:lnTo>
                  <a:lnTo>
                    <a:pt x="24259" y="2658236"/>
                  </a:lnTo>
                  <a:lnTo>
                    <a:pt x="10990" y="2613353"/>
                  </a:lnTo>
                  <a:lnTo>
                    <a:pt x="2799" y="2566513"/>
                  </a:lnTo>
                  <a:lnTo>
                    <a:pt x="0" y="2518029"/>
                  </a:lnTo>
                  <a:close/>
                </a:path>
                <a:path w="3236595" h="2933700">
                  <a:moveTo>
                    <a:pt x="2404109" y="1772031"/>
                  </a:moveTo>
                  <a:lnTo>
                    <a:pt x="2406909" y="1723546"/>
                  </a:lnTo>
                  <a:lnTo>
                    <a:pt x="2415100" y="1676706"/>
                  </a:lnTo>
                  <a:lnTo>
                    <a:pt x="2428369" y="1631823"/>
                  </a:lnTo>
                  <a:lnTo>
                    <a:pt x="2446404" y="1589208"/>
                  </a:lnTo>
                  <a:lnTo>
                    <a:pt x="2468893" y="1549173"/>
                  </a:lnTo>
                  <a:lnTo>
                    <a:pt x="2495523" y="1512030"/>
                  </a:lnTo>
                  <a:lnTo>
                    <a:pt x="2525982" y="1478089"/>
                  </a:lnTo>
                  <a:lnTo>
                    <a:pt x="2559957" y="1447663"/>
                  </a:lnTo>
                  <a:lnTo>
                    <a:pt x="2597137" y="1421063"/>
                  </a:lnTo>
                  <a:lnTo>
                    <a:pt x="2637208" y="1398601"/>
                  </a:lnTo>
                  <a:lnTo>
                    <a:pt x="2679859" y="1380587"/>
                  </a:lnTo>
                  <a:lnTo>
                    <a:pt x="2724776" y="1367335"/>
                  </a:lnTo>
                  <a:lnTo>
                    <a:pt x="2771648" y="1359155"/>
                  </a:lnTo>
                  <a:lnTo>
                    <a:pt x="2820161" y="1356360"/>
                  </a:lnTo>
                  <a:lnTo>
                    <a:pt x="2868675" y="1359155"/>
                  </a:lnTo>
                  <a:lnTo>
                    <a:pt x="2915547" y="1367335"/>
                  </a:lnTo>
                  <a:lnTo>
                    <a:pt x="2960464" y="1380587"/>
                  </a:lnTo>
                  <a:lnTo>
                    <a:pt x="3003115" y="1398601"/>
                  </a:lnTo>
                  <a:lnTo>
                    <a:pt x="3043186" y="1421063"/>
                  </a:lnTo>
                  <a:lnTo>
                    <a:pt x="3080366" y="1447663"/>
                  </a:lnTo>
                  <a:lnTo>
                    <a:pt x="3114341" y="1478089"/>
                  </a:lnTo>
                  <a:lnTo>
                    <a:pt x="3144800" y="1512030"/>
                  </a:lnTo>
                  <a:lnTo>
                    <a:pt x="3171430" y="1549173"/>
                  </a:lnTo>
                  <a:lnTo>
                    <a:pt x="3193919" y="1589208"/>
                  </a:lnTo>
                  <a:lnTo>
                    <a:pt x="3211954" y="1631823"/>
                  </a:lnTo>
                  <a:lnTo>
                    <a:pt x="3225223" y="1676706"/>
                  </a:lnTo>
                  <a:lnTo>
                    <a:pt x="3233414" y="1723546"/>
                  </a:lnTo>
                  <a:lnTo>
                    <a:pt x="3236213" y="1772031"/>
                  </a:lnTo>
                  <a:lnTo>
                    <a:pt x="3233414" y="1820515"/>
                  </a:lnTo>
                  <a:lnTo>
                    <a:pt x="3225223" y="1867355"/>
                  </a:lnTo>
                  <a:lnTo>
                    <a:pt x="3211954" y="1912238"/>
                  </a:lnTo>
                  <a:lnTo>
                    <a:pt x="3193919" y="1954853"/>
                  </a:lnTo>
                  <a:lnTo>
                    <a:pt x="3171430" y="1994888"/>
                  </a:lnTo>
                  <a:lnTo>
                    <a:pt x="3144800" y="2032031"/>
                  </a:lnTo>
                  <a:lnTo>
                    <a:pt x="3114341" y="2065972"/>
                  </a:lnTo>
                  <a:lnTo>
                    <a:pt x="3080366" y="2096398"/>
                  </a:lnTo>
                  <a:lnTo>
                    <a:pt x="3043186" y="2122998"/>
                  </a:lnTo>
                  <a:lnTo>
                    <a:pt x="3003115" y="2145460"/>
                  </a:lnTo>
                  <a:lnTo>
                    <a:pt x="2960464" y="2163474"/>
                  </a:lnTo>
                  <a:lnTo>
                    <a:pt x="2915547" y="2176726"/>
                  </a:lnTo>
                  <a:lnTo>
                    <a:pt x="2868675" y="2184906"/>
                  </a:lnTo>
                  <a:lnTo>
                    <a:pt x="2820161" y="2187702"/>
                  </a:lnTo>
                  <a:lnTo>
                    <a:pt x="2771648" y="2184906"/>
                  </a:lnTo>
                  <a:lnTo>
                    <a:pt x="2724776" y="2176726"/>
                  </a:lnTo>
                  <a:lnTo>
                    <a:pt x="2679859" y="2163474"/>
                  </a:lnTo>
                  <a:lnTo>
                    <a:pt x="2637208" y="2145460"/>
                  </a:lnTo>
                  <a:lnTo>
                    <a:pt x="2597137" y="2122998"/>
                  </a:lnTo>
                  <a:lnTo>
                    <a:pt x="2559957" y="2096398"/>
                  </a:lnTo>
                  <a:lnTo>
                    <a:pt x="2525982" y="2065972"/>
                  </a:lnTo>
                  <a:lnTo>
                    <a:pt x="2495523" y="2032031"/>
                  </a:lnTo>
                  <a:lnTo>
                    <a:pt x="2468893" y="1994888"/>
                  </a:lnTo>
                  <a:lnTo>
                    <a:pt x="2446404" y="1954853"/>
                  </a:lnTo>
                  <a:lnTo>
                    <a:pt x="2428369" y="1912238"/>
                  </a:lnTo>
                  <a:lnTo>
                    <a:pt x="2415100" y="1867355"/>
                  </a:lnTo>
                  <a:lnTo>
                    <a:pt x="2406909" y="1820515"/>
                  </a:lnTo>
                  <a:lnTo>
                    <a:pt x="2404109" y="1772031"/>
                  </a:lnTo>
                  <a:close/>
                </a:path>
                <a:path w="3236595" h="2933700">
                  <a:moveTo>
                    <a:pt x="1041653" y="414909"/>
                  </a:moveTo>
                  <a:lnTo>
                    <a:pt x="1044445" y="366529"/>
                  </a:lnTo>
                  <a:lnTo>
                    <a:pt x="1052614" y="319786"/>
                  </a:lnTo>
                  <a:lnTo>
                    <a:pt x="1065846" y="274993"/>
                  </a:lnTo>
                  <a:lnTo>
                    <a:pt x="1083832" y="232459"/>
                  </a:lnTo>
                  <a:lnTo>
                    <a:pt x="1106260" y="192498"/>
                  </a:lnTo>
                  <a:lnTo>
                    <a:pt x="1132817" y="155421"/>
                  </a:lnTo>
                  <a:lnTo>
                    <a:pt x="1163193" y="121539"/>
                  </a:lnTo>
                  <a:lnTo>
                    <a:pt x="1197075" y="91163"/>
                  </a:lnTo>
                  <a:lnTo>
                    <a:pt x="1234152" y="64606"/>
                  </a:lnTo>
                  <a:lnTo>
                    <a:pt x="1274113" y="42178"/>
                  </a:lnTo>
                  <a:lnTo>
                    <a:pt x="1316647" y="24192"/>
                  </a:lnTo>
                  <a:lnTo>
                    <a:pt x="1361440" y="10960"/>
                  </a:lnTo>
                  <a:lnTo>
                    <a:pt x="1408183" y="2791"/>
                  </a:lnTo>
                  <a:lnTo>
                    <a:pt x="1456562" y="0"/>
                  </a:lnTo>
                  <a:lnTo>
                    <a:pt x="1504942" y="2791"/>
                  </a:lnTo>
                  <a:lnTo>
                    <a:pt x="1551685" y="10960"/>
                  </a:lnTo>
                  <a:lnTo>
                    <a:pt x="1596478" y="24192"/>
                  </a:lnTo>
                  <a:lnTo>
                    <a:pt x="1639012" y="42178"/>
                  </a:lnTo>
                  <a:lnTo>
                    <a:pt x="1678973" y="64606"/>
                  </a:lnTo>
                  <a:lnTo>
                    <a:pt x="1716050" y="91163"/>
                  </a:lnTo>
                  <a:lnTo>
                    <a:pt x="1749933" y="121538"/>
                  </a:lnTo>
                  <a:lnTo>
                    <a:pt x="1780308" y="155421"/>
                  </a:lnTo>
                  <a:lnTo>
                    <a:pt x="1806865" y="192498"/>
                  </a:lnTo>
                  <a:lnTo>
                    <a:pt x="1829293" y="232459"/>
                  </a:lnTo>
                  <a:lnTo>
                    <a:pt x="1847279" y="274993"/>
                  </a:lnTo>
                  <a:lnTo>
                    <a:pt x="1860511" y="319786"/>
                  </a:lnTo>
                  <a:lnTo>
                    <a:pt x="1868680" y="366529"/>
                  </a:lnTo>
                  <a:lnTo>
                    <a:pt x="1871472" y="414909"/>
                  </a:lnTo>
                  <a:lnTo>
                    <a:pt x="1868680" y="463288"/>
                  </a:lnTo>
                  <a:lnTo>
                    <a:pt x="1860511" y="510031"/>
                  </a:lnTo>
                  <a:lnTo>
                    <a:pt x="1847279" y="554824"/>
                  </a:lnTo>
                  <a:lnTo>
                    <a:pt x="1829293" y="597358"/>
                  </a:lnTo>
                  <a:lnTo>
                    <a:pt x="1806865" y="637319"/>
                  </a:lnTo>
                  <a:lnTo>
                    <a:pt x="1780308" y="674396"/>
                  </a:lnTo>
                  <a:lnTo>
                    <a:pt x="1749932" y="708279"/>
                  </a:lnTo>
                  <a:lnTo>
                    <a:pt x="1716050" y="738654"/>
                  </a:lnTo>
                  <a:lnTo>
                    <a:pt x="1678973" y="765211"/>
                  </a:lnTo>
                  <a:lnTo>
                    <a:pt x="1639012" y="787639"/>
                  </a:lnTo>
                  <a:lnTo>
                    <a:pt x="1596478" y="805625"/>
                  </a:lnTo>
                  <a:lnTo>
                    <a:pt x="1551685" y="818857"/>
                  </a:lnTo>
                  <a:lnTo>
                    <a:pt x="1504942" y="827026"/>
                  </a:lnTo>
                  <a:lnTo>
                    <a:pt x="1456562" y="829818"/>
                  </a:lnTo>
                  <a:lnTo>
                    <a:pt x="1408183" y="827026"/>
                  </a:lnTo>
                  <a:lnTo>
                    <a:pt x="1361440" y="818857"/>
                  </a:lnTo>
                  <a:lnTo>
                    <a:pt x="1316647" y="805625"/>
                  </a:lnTo>
                  <a:lnTo>
                    <a:pt x="1274113" y="787639"/>
                  </a:lnTo>
                  <a:lnTo>
                    <a:pt x="1234152" y="765211"/>
                  </a:lnTo>
                  <a:lnTo>
                    <a:pt x="1197075" y="738654"/>
                  </a:lnTo>
                  <a:lnTo>
                    <a:pt x="1163192" y="708279"/>
                  </a:lnTo>
                  <a:lnTo>
                    <a:pt x="1132817" y="674396"/>
                  </a:lnTo>
                  <a:lnTo>
                    <a:pt x="1106260" y="637319"/>
                  </a:lnTo>
                  <a:lnTo>
                    <a:pt x="1083832" y="597358"/>
                  </a:lnTo>
                  <a:lnTo>
                    <a:pt x="1065846" y="554824"/>
                  </a:lnTo>
                  <a:lnTo>
                    <a:pt x="1052614" y="510031"/>
                  </a:lnTo>
                  <a:lnTo>
                    <a:pt x="1044445" y="463288"/>
                  </a:lnTo>
                  <a:lnTo>
                    <a:pt x="1041653" y="414909"/>
                  </a:lnTo>
                  <a:close/>
                </a:path>
                <a:path w="3236595" h="2933700">
                  <a:moveTo>
                    <a:pt x="0" y="1463802"/>
                  </a:moveTo>
                  <a:lnTo>
                    <a:pt x="2799" y="1415288"/>
                  </a:lnTo>
                  <a:lnTo>
                    <a:pt x="10990" y="1368416"/>
                  </a:lnTo>
                  <a:lnTo>
                    <a:pt x="24259" y="1323499"/>
                  </a:lnTo>
                  <a:lnTo>
                    <a:pt x="42294" y="1280848"/>
                  </a:lnTo>
                  <a:lnTo>
                    <a:pt x="64783" y="1240777"/>
                  </a:lnTo>
                  <a:lnTo>
                    <a:pt x="91413" y="1203597"/>
                  </a:lnTo>
                  <a:lnTo>
                    <a:pt x="121872" y="1169622"/>
                  </a:lnTo>
                  <a:lnTo>
                    <a:pt x="155847" y="1139163"/>
                  </a:lnTo>
                  <a:lnTo>
                    <a:pt x="193027" y="1112533"/>
                  </a:lnTo>
                  <a:lnTo>
                    <a:pt x="233098" y="1090044"/>
                  </a:lnTo>
                  <a:lnTo>
                    <a:pt x="275749" y="1072009"/>
                  </a:lnTo>
                  <a:lnTo>
                    <a:pt x="320666" y="1058740"/>
                  </a:lnTo>
                  <a:lnTo>
                    <a:pt x="367538" y="1050549"/>
                  </a:lnTo>
                  <a:lnTo>
                    <a:pt x="416051" y="1047750"/>
                  </a:lnTo>
                  <a:lnTo>
                    <a:pt x="464565" y="1050549"/>
                  </a:lnTo>
                  <a:lnTo>
                    <a:pt x="511437" y="1058740"/>
                  </a:lnTo>
                  <a:lnTo>
                    <a:pt x="556354" y="1072009"/>
                  </a:lnTo>
                  <a:lnTo>
                    <a:pt x="599005" y="1090044"/>
                  </a:lnTo>
                  <a:lnTo>
                    <a:pt x="639076" y="1112533"/>
                  </a:lnTo>
                  <a:lnTo>
                    <a:pt x="676256" y="1139163"/>
                  </a:lnTo>
                  <a:lnTo>
                    <a:pt x="710231" y="1169622"/>
                  </a:lnTo>
                  <a:lnTo>
                    <a:pt x="740690" y="1203597"/>
                  </a:lnTo>
                  <a:lnTo>
                    <a:pt x="767320" y="1240777"/>
                  </a:lnTo>
                  <a:lnTo>
                    <a:pt x="789809" y="1280848"/>
                  </a:lnTo>
                  <a:lnTo>
                    <a:pt x="807844" y="1323499"/>
                  </a:lnTo>
                  <a:lnTo>
                    <a:pt x="821113" y="1368416"/>
                  </a:lnTo>
                  <a:lnTo>
                    <a:pt x="829304" y="1415288"/>
                  </a:lnTo>
                  <a:lnTo>
                    <a:pt x="832103" y="1463802"/>
                  </a:lnTo>
                  <a:lnTo>
                    <a:pt x="829304" y="1512315"/>
                  </a:lnTo>
                  <a:lnTo>
                    <a:pt x="821113" y="1559187"/>
                  </a:lnTo>
                  <a:lnTo>
                    <a:pt x="807844" y="1604104"/>
                  </a:lnTo>
                  <a:lnTo>
                    <a:pt x="789809" y="1646755"/>
                  </a:lnTo>
                  <a:lnTo>
                    <a:pt x="767320" y="1686826"/>
                  </a:lnTo>
                  <a:lnTo>
                    <a:pt x="740690" y="1724006"/>
                  </a:lnTo>
                  <a:lnTo>
                    <a:pt x="710231" y="1757981"/>
                  </a:lnTo>
                  <a:lnTo>
                    <a:pt x="676256" y="1788440"/>
                  </a:lnTo>
                  <a:lnTo>
                    <a:pt x="639076" y="1815070"/>
                  </a:lnTo>
                  <a:lnTo>
                    <a:pt x="599005" y="1837559"/>
                  </a:lnTo>
                  <a:lnTo>
                    <a:pt x="556354" y="1855594"/>
                  </a:lnTo>
                  <a:lnTo>
                    <a:pt x="511437" y="1868863"/>
                  </a:lnTo>
                  <a:lnTo>
                    <a:pt x="464565" y="1877054"/>
                  </a:lnTo>
                  <a:lnTo>
                    <a:pt x="416051" y="1879854"/>
                  </a:lnTo>
                  <a:lnTo>
                    <a:pt x="367538" y="1877054"/>
                  </a:lnTo>
                  <a:lnTo>
                    <a:pt x="320666" y="1868863"/>
                  </a:lnTo>
                  <a:lnTo>
                    <a:pt x="275749" y="1855594"/>
                  </a:lnTo>
                  <a:lnTo>
                    <a:pt x="233098" y="1837559"/>
                  </a:lnTo>
                  <a:lnTo>
                    <a:pt x="193027" y="1815070"/>
                  </a:lnTo>
                  <a:lnTo>
                    <a:pt x="155847" y="1788440"/>
                  </a:lnTo>
                  <a:lnTo>
                    <a:pt x="121872" y="1757981"/>
                  </a:lnTo>
                  <a:lnTo>
                    <a:pt x="91413" y="1724006"/>
                  </a:lnTo>
                  <a:lnTo>
                    <a:pt x="64783" y="1686826"/>
                  </a:lnTo>
                  <a:lnTo>
                    <a:pt x="42294" y="1646755"/>
                  </a:lnTo>
                  <a:lnTo>
                    <a:pt x="24259" y="1604104"/>
                  </a:lnTo>
                  <a:lnTo>
                    <a:pt x="10990" y="1559187"/>
                  </a:lnTo>
                  <a:lnTo>
                    <a:pt x="2799" y="1512315"/>
                  </a:lnTo>
                  <a:lnTo>
                    <a:pt x="0" y="1463802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688340" y="1071118"/>
            <a:ext cx="10683875" cy="363945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2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柯尼斯堡七桥问题：七座桥连接河岸和两个小岛，步行者怎样才能</a:t>
            </a:r>
            <a:r>
              <a:rPr sz="2800" dirty="0" err="1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不重复、不遗漏</a:t>
            </a:r>
            <a:r>
              <a:rPr sz="2800" spc="55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地一次走完七座桥</a:t>
            </a:r>
            <a:r>
              <a:rPr sz="2800" spc="55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?</a:t>
            </a:r>
            <a:endParaRPr sz="28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600" dirty="0">
              <a:latin typeface="PMingLiU"/>
              <a:cs typeface="PMingLiU"/>
            </a:endParaRPr>
          </a:p>
          <a:p>
            <a:pPr marL="687197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PMingLiU"/>
                <a:cs typeface="PMingLiU"/>
              </a:rPr>
              <a:t>河岸</a:t>
            </a:r>
            <a:r>
              <a:rPr sz="2400" spc="40" dirty="0">
                <a:latin typeface="PMingLiU"/>
                <a:cs typeface="PMingLiU"/>
              </a:rPr>
              <a:t>1</a:t>
            </a:r>
            <a:endParaRPr sz="2400" dirty="0">
              <a:latin typeface="PMingLiU"/>
              <a:cs typeface="PMingLiU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3800" dirty="0">
              <a:latin typeface="PMingLiU"/>
              <a:cs typeface="PMingLiU"/>
            </a:endParaRPr>
          </a:p>
          <a:p>
            <a:pPr marL="1744345" algn="ctr">
              <a:lnSpc>
                <a:spcPts val="2655"/>
              </a:lnSpc>
            </a:pPr>
            <a:r>
              <a:rPr sz="2400" dirty="0">
                <a:latin typeface="PMingLiU"/>
                <a:cs typeface="PMingLiU"/>
              </a:rPr>
              <a:t>小岛</a:t>
            </a:r>
            <a:r>
              <a:rPr sz="2400" spc="40" dirty="0">
                <a:latin typeface="PMingLiU"/>
                <a:cs typeface="PMingLiU"/>
              </a:rPr>
              <a:t>1</a:t>
            </a:r>
            <a:endParaRPr sz="2400" dirty="0">
              <a:latin typeface="PMingLiU"/>
              <a:cs typeface="PMingLiU"/>
            </a:endParaRPr>
          </a:p>
          <a:p>
            <a:pPr marL="6553834" algn="ctr">
              <a:lnSpc>
                <a:spcPts val="2655"/>
              </a:lnSpc>
            </a:pPr>
            <a:r>
              <a:rPr sz="2400" dirty="0">
                <a:latin typeface="PMingLiU"/>
                <a:cs typeface="PMingLiU"/>
              </a:rPr>
              <a:t>小岛</a:t>
            </a:r>
            <a:r>
              <a:rPr sz="2400" spc="430" dirty="0">
                <a:latin typeface="PMingLiU"/>
                <a:cs typeface="PMingLiU"/>
              </a:rPr>
              <a:t>2</a:t>
            </a:r>
            <a:endParaRPr sz="2400" dirty="0">
              <a:latin typeface="PMingLiU"/>
              <a:cs typeface="PMingLiU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2100" dirty="0">
              <a:latin typeface="PMingLiU"/>
              <a:cs typeface="PMingLiU"/>
            </a:endParaRPr>
          </a:p>
          <a:p>
            <a:pPr marL="1745614" algn="ctr">
              <a:lnSpc>
                <a:spcPct val="100000"/>
              </a:lnSpc>
            </a:pPr>
            <a:r>
              <a:rPr sz="2400" dirty="0">
                <a:latin typeface="PMingLiU"/>
                <a:cs typeface="PMingLiU"/>
              </a:rPr>
              <a:t>河岸</a:t>
            </a:r>
            <a:r>
              <a:rPr sz="2400" spc="430" dirty="0">
                <a:latin typeface="PMingLiU"/>
                <a:cs typeface="PMingLiU"/>
              </a:rPr>
              <a:t>2</a:t>
            </a:r>
            <a:endParaRPr sz="2400" dirty="0">
              <a:latin typeface="PMingLiU"/>
              <a:cs typeface="PMingLiU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96111" y="5621273"/>
            <a:ext cx="9526905" cy="829944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156845" rIns="0" bIns="0" rtlCol="0">
            <a:spAutoFit/>
          </a:bodyPr>
          <a:lstStyle/>
          <a:p>
            <a:pPr marL="672465">
              <a:lnSpc>
                <a:spcPct val="100000"/>
              </a:lnSpc>
              <a:spcBef>
                <a:spcPts val="1235"/>
              </a:spcBef>
            </a:pPr>
            <a:r>
              <a:rPr sz="2800" spc="-20">
                <a:solidFill>
                  <a:srgbClr val="FFFFFF"/>
                </a:solidFill>
                <a:latin typeface="PMingLiU"/>
                <a:cs typeface="PMingLiU"/>
              </a:rPr>
              <a:t>忽略河岸和小岛的形状大小，重新建模为一笔画问题</a:t>
            </a:r>
            <a:endParaRPr sz="2800">
              <a:latin typeface="PMingLiU"/>
              <a:cs typeface="PMingLiU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153020" y="4130674"/>
            <a:ext cx="2037080" cy="642620"/>
          </a:xfrm>
          <a:custGeom>
            <a:avLst/>
            <a:gdLst/>
            <a:ahLst/>
            <a:cxnLst/>
            <a:rect l="l" t="t" r="r" b="b"/>
            <a:pathLst>
              <a:path w="2037079" h="642620">
                <a:moveTo>
                  <a:pt x="1864320" y="54960"/>
                </a:moveTo>
                <a:lnTo>
                  <a:pt x="0" y="587247"/>
                </a:lnTo>
                <a:lnTo>
                  <a:pt x="15748" y="642238"/>
                </a:lnTo>
                <a:lnTo>
                  <a:pt x="1880007" y="109843"/>
                </a:lnTo>
                <a:lnTo>
                  <a:pt x="1864320" y="54960"/>
                </a:lnTo>
                <a:close/>
              </a:path>
              <a:path w="2037079" h="642620">
                <a:moveTo>
                  <a:pt x="2024192" y="47116"/>
                </a:moveTo>
                <a:lnTo>
                  <a:pt x="1891792" y="47116"/>
                </a:lnTo>
                <a:lnTo>
                  <a:pt x="1907539" y="101981"/>
                </a:lnTo>
                <a:lnTo>
                  <a:pt x="1880007" y="109843"/>
                </a:lnTo>
                <a:lnTo>
                  <a:pt x="1895728" y="164845"/>
                </a:lnTo>
                <a:lnTo>
                  <a:pt x="2024192" y="47116"/>
                </a:lnTo>
                <a:close/>
              </a:path>
              <a:path w="2037079" h="642620">
                <a:moveTo>
                  <a:pt x="1891792" y="47116"/>
                </a:moveTo>
                <a:lnTo>
                  <a:pt x="1864320" y="54960"/>
                </a:lnTo>
                <a:lnTo>
                  <a:pt x="1880007" y="109843"/>
                </a:lnTo>
                <a:lnTo>
                  <a:pt x="1907539" y="101981"/>
                </a:lnTo>
                <a:lnTo>
                  <a:pt x="1891792" y="47116"/>
                </a:lnTo>
                <a:close/>
              </a:path>
              <a:path w="2037079" h="642620">
                <a:moveTo>
                  <a:pt x="1848611" y="0"/>
                </a:moveTo>
                <a:lnTo>
                  <a:pt x="1864320" y="54960"/>
                </a:lnTo>
                <a:lnTo>
                  <a:pt x="1891792" y="47116"/>
                </a:lnTo>
                <a:lnTo>
                  <a:pt x="2024192" y="47116"/>
                </a:lnTo>
                <a:lnTo>
                  <a:pt x="2037079" y="35306"/>
                </a:lnTo>
                <a:lnTo>
                  <a:pt x="1848611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580251" y="3304159"/>
            <a:ext cx="272415" cy="1164590"/>
          </a:xfrm>
          <a:custGeom>
            <a:avLst/>
            <a:gdLst/>
            <a:ahLst/>
            <a:cxnLst/>
            <a:rect l="l" t="t" r="r" b="b"/>
            <a:pathLst>
              <a:path w="272415" h="1164589">
                <a:moveTo>
                  <a:pt x="159288" y="164759"/>
                </a:moveTo>
                <a:lnTo>
                  <a:pt x="0" y="1155064"/>
                </a:lnTo>
                <a:lnTo>
                  <a:pt x="56388" y="1164081"/>
                </a:lnTo>
                <a:lnTo>
                  <a:pt x="215791" y="173830"/>
                </a:lnTo>
                <a:lnTo>
                  <a:pt x="159288" y="164759"/>
                </a:lnTo>
                <a:close/>
              </a:path>
              <a:path w="272415" h="1164589">
                <a:moveTo>
                  <a:pt x="257610" y="136525"/>
                </a:moveTo>
                <a:lnTo>
                  <a:pt x="163829" y="136525"/>
                </a:lnTo>
                <a:lnTo>
                  <a:pt x="220345" y="145541"/>
                </a:lnTo>
                <a:lnTo>
                  <a:pt x="215791" y="173830"/>
                </a:lnTo>
                <a:lnTo>
                  <a:pt x="272160" y="182879"/>
                </a:lnTo>
                <a:lnTo>
                  <a:pt x="257610" y="136525"/>
                </a:lnTo>
                <a:close/>
              </a:path>
              <a:path w="272415" h="1164589">
                <a:moveTo>
                  <a:pt x="163829" y="136525"/>
                </a:moveTo>
                <a:lnTo>
                  <a:pt x="159288" y="164759"/>
                </a:lnTo>
                <a:lnTo>
                  <a:pt x="215791" y="173830"/>
                </a:lnTo>
                <a:lnTo>
                  <a:pt x="220345" y="145541"/>
                </a:lnTo>
                <a:lnTo>
                  <a:pt x="163829" y="136525"/>
                </a:lnTo>
                <a:close/>
              </a:path>
              <a:path w="272415" h="1164589">
                <a:moveTo>
                  <a:pt x="214756" y="0"/>
                </a:moveTo>
                <a:lnTo>
                  <a:pt x="102870" y="155701"/>
                </a:lnTo>
                <a:lnTo>
                  <a:pt x="159288" y="164759"/>
                </a:lnTo>
                <a:lnTo>
                  <a:pt x="163829" y="136525"/>
                </a:lnTo>
                <a:lnTo>
                  <a:pt x="257610" y="136525"/>
                </a:lnTo>
                <a:lnTo>
                  <a:pt x="21475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1" name="object 11"/>
          <p:cNvGrpSpPr/>
          <p:nvPr/>
        </p:nvGrpSpPr>
        <p:grpSpPr>
          <a:xfrm>
            <a:off x="6784847" y="2820288"/>
            <a:ext cx="2248535" cy="2000885"/>
            <a:chOff x="6784847" y="2525648"/>
            <a:chExt cx="2248535" cy="2000885"/>
          </a:xfrm>
        </p:grpSpPr>
        <p:sp>
          <p:nvSpPr>
            <p:cNvPr id="12" name="object 12"/>
            <p:cNvSpPr/>
            <p:nvPr/>
          </p:nvSpPr>
          <p:spPr>
            <a:xfrm>
              <a:off x="6902195" y="2624327"/>
              <a:ext cx="1988820" cy="1515745"/>
            </a:xfrm>
            <a:custGeom>
              <a:avLst/>
              <a:gdLst/>
              <a:ahLst/>
              <a:cxnLst/>
              <a:rect l="l" t="t" r="r" b="b"/>
              <a:pathLst>
                <a:path w="1988820" h="1515745">
                  <a:moveTo>
                    <a:pt x="416051" y="755142"/>
                  </a:moveTo>
                  <a:lnTo>
                    <a:pt x="1988438" y="1063371"/>
                  </a:lnTo>
                </a:path>
                <a:path w="1988820" h="1515745">
                  <a:moveTo>
                    <a:pt x="1040764" y="121158"/>
                  </a:moveTo>
                  <a:lnTo>
                    <a:pt x="294131" y="460883"/>
                  </a:lnTo>
                </a:path>
                <a:path w="1988820" h="1515745">
                  <a:moveTo>
                    <a:pt x="747140" y="0"/>
                  </a:moveTo>
                  <a:lnTo>
                    <a:pt x="0" y="339471"/>
                  </a:lnTo>
                </a:path>
                <a:path w="1988820" h="1515745">
                  <a:moveTo>
                    <a:pt x="294131" y="1049274"/>
                  </a:moveTo>
                  <a:lnTo>
                    <a:pt x="294131" y="1515745"/>
                  </a:lnTo>
                </a:path>
              </a:pathLst>
            </a:custGeom>
            <a:ln w="38100">
              <a:solidFill>
                <a:srgbClr val="B8F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784848" y="2525648"/>
              <a:ext cx="2248535" cy="2000885"/>
            </a:xfrm>
            <a:custGeom>
              <a:avLst/>
              <a:gdLst/>
              <a:ahLst/>
              <a:cxnLst/>
              <a:rect l="l" t="t" r="r" b="b"/>
              <a:pathLst>
                <a:path w="2248534" h="2000885">
                  <a:moveTo>
                    <a:pt x="1103503" y="6858"/>
                  </a:moveTo>
                  <a:lnTo>
                    <a:pt x="911987" y="0"/>
                  </a:lnTo>
                  <a:lnTo>
                    <a:pt x="935723" y="52019"/>
                  </a:lnTo>
                  <a:lnTo>
                    <a:pt x="0" y="479171"/>
                  </a:lnTo>
                  <a:lnTo>
                    <a:pt x="23622" y="531114"/>
                  </a:lnTo>
                  <a:lnTo>
                    <a:pt x="959472" y="104038"/>
                  </a:lnTo>
                  <a:lnTo>
                    <a:pt x="983234" y="156083"/>
                  </a:lnTo>
                  <a:lnTo>
                    <a:pt x="1076680" y="40132"/>
                  </a:lnTo>
                  <a:lnTo>
                    <a:pt x="1103503" y="6858"/>
                  </a:lnTo>
                  <a:close/>
                </a:path>
                <a:path w="2248534" h="2000885">
                  <a:moveTo>
                    <a:pt x="1170305" y="246253"/>
                  </a:moveTo>
                  <a:lnTo>
                    <a:pt x="1146683" y="194183"/>
                  </a:lnTo>
                  <a:lnTo>
                    <a:pt x="556056" y="462915"/>
                  </a:lnTo>
                  <a:lnTo>
                    <a:pt x="532384" y="410845"/>
                  </a:lnTo>
                  <a:lnTo>
                    <a:pt x="411861" y="559943"/>
                  </a:lnTo>
                  <a:lnTo>
                    <a:pt x="424802" y="560425"/>
                  </a:lnTo>
                  <a:lnTo>
                    <a:pt x="383286" y="559308"/>
                  </a:lnTo>
                  <a:lnTo>
                    <a:pt x="347014" y="1828380"/>
                  </a:lnTo>
                  <a:lnTo>
                    <a:pt x="289941" y="1826768"/>
                  </a:lnTo>
                  <a:lnTo>
                    <a:pt x="370713" y="2000504"/>
                  </a:lnTo>
                  <a:lnTo>
                    <a:pt x="446824" y="1858518"/>
                  </a:lnTo>
                  <a:lnTo>
                    <a:pt x="461264" y="1831594"/>
                  </a:lnTo>
                  <a:lnTo>
                    <a:pt x="404164" y="1829993"/>
                  </a:lnTo>
                  <a:lnTo>
                    <a:pt x="440423" y="560997"/>
                  </a:lnTo>
                  <a:lnTo>
                    <a:pt x="603377" y="566928"/>
                  </a:lnTo>
                  <a:lnTo>
                    <a:pt x="585114" y="526796"/>
                  </a:lnTo>
                  <a:lnTo>
                    <a:pt x="579729" y="514959"/>
                  </a:lnTo>
                  <a:lnTo>
                    <a:pt x="1170305" y="246253"/>
                  </a:lnTo>
                  <a:close/>
                </a:path>
                <a:path w="2248534" h="2000885">
                  <a:moveTo>
                    <a:pt x="2248027" y="848233"/>
                  </a:moveTo>
                  <a:lnTo>
                    <a:pt x="1593837" y="199478"/>
                  </a:lnTo>
                  <a:lnTo>
                    <a:pt x="1613827" y="179324"/>
                  </a:lnTo>
                  <a:lnTo>
                    <a:pt x="1634109" y="158877"/>
                  </a:lnTo>
                  <a:lnTo>
                    <a:pt x="1451991" y="99060"/>
                  </a:lnTo>
                  <a:lnTo>
                    <a:pt x="1513332" y="280670"/>
                  </a:lnTo>
                  <a:lnTo>
                    <a:pt x="1553565" y="240093"/>
                  </a:lnTo>
                  <a:lnTo>
                    <a:pt x="2207768" y="888746"/>
                  </a:lnTo>
                  <a:lnTo>
                    <a:pt x="2248027" y="848233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文本框 15">
            <a:extLst>
              <a:ext uri="{FF2B5EF4-FFF2-40B4-BE49-F238E27FC236}">
                <a16:creationId xmlns:a16="http://schemas.microsoft.com/office/drawing/2014/main" id="{8BD8D3FE-EE58-8B4B-B98B-B11EC840B8C5}"/>
              </a:ext>
            </a:extLst>
          </p:cNvPr>
          <p:cNvSpPr txBox="1"/>
          <p:nvPr/>
        </p:nvSpPr>
        <p:spPr>
          <a:xfrm>
            <a:off x="443292" y="5087803"/>
            <a:ext cx="114642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91080" marR="7496175" indent="-380365">
              <a:lnSpc>
                <a:spcPct val="100000"/>
              </a:lnSpc>
              <a:spcBef>
                <a:spcPts val="1415"/>
              </a:spcBef>
            </a:pPr>
            <a:r>
              <a:rPr lang="zh-CN" altLang="en-US" sz="1800" spc="-20" dirty="0">
                <a:latin typeface="PMingLiU"/>
                <a:cs typeface="PMingLiU"/>
              </a:rPr>
              <a:t>瑞士数学</a:t>
            </a:r>
            <a:r>
              <a:rPr lang="zh-CN" altLang="en-US" sz="1800" spc="-50" dirty="0">
                <a:latin typeface="PMingLiU"/>
                <a:cs typeface="PMingLiU"/>
              </a:rPr>
              <a:t>家</a:t>
            </a:r>
            <a:r>
              <a:rPr lang="zh-CN" altLang="en-US" sz="1800" spc="-20" dirty="0">
                <a:latin typeface="PMingLiU"/>
                <a:cs typeface="PMingLiU"/>
              </a:rPr>
              <a:t>欧</a:t>
            </a:r>
            <a:r>
              <a:rPr lang="zh-CN" altLang="en-US" sz="1800" spc="-50" dirty="0">
                <a:latin typeface="PMingLiU"/>
                <a:cs typeface="PMingLiU"/>
              </a:rPr>
              <a:t>拉</a:t>
            </a:r>
            <a:endParaRPr lang="zh-CN" altLang="en-US" sz="1800" dirty="0">
              <a:latin typeface="PMingLiU"/>
              <a:cs typeface="PMingLiU"/>
            </a:endParaRPr>
          </a:p>
        </p:txBody>
      </p:sp>
      <p:sp>
        <p:nvSpPr>
          <p:cNvPr id="17" name="object 3">
            <a:extLst>
              <a:ext uri="{FF2B5EF4-FFF2-40B4-BE49-F238E27FC236}">
                <a16:creationId xmlns:a16="http://schemas.microsoft.com/office/drawing/2014/main" id="{140A38B4-6AF9-964E-9496-4459EB3C189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37308" y="195989"/>
            <a:ext cx="3031491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图的背</a:t>
            </a:r>
            <a:r>
              <a:rPr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景</a:t>
            </a:r>
            <a:endParaRPr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3"/>
          <a:stretch>
            <a:fillRect/>
          </a:stretch>
        </p:blipFill>
        <p:spPr>
          <a:xfrm>
            <a:off x="8580881" y="5695988"/>
            <a:ext cx="1047750" cy="102861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/>
          <a:stretch>
            <a:fillRect/>
          </a:stretch>
        </p:blipFill>
        <p:spPr>
          <a:xfrm>
            <a:off x="1858517" y="5695988"/>
            <a:ext cx="1046988" cy="1028618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339344" y="1803907"/>
            <a:ext cx="10411460" cy="4448810"/>
            <a:chOff x="298704" y="1610867"/>
            <a:chExt cx="10411460" cy="4448810"/>
          </a:xfrm>
        </p:grpSpPr>
        <p:pic>
          <p:nvPicPr>
            <p:cNvPr id="6" name="object 6"/>
            <p:cNvPicPr/>
            <p:nvPr/>
          </p:nvPicPr>
          <p:blipFill>
            <a:blip r:embed="rId5"/>
            <a:stretch>
              <a:fillRect/>
            </a:stretch>
          </p:blipFill>
          <p:spPr>
            <a:xfrm>
              <a:off x="5192133" y="1997187"/>
              <a:ext cx="1643901" cy="2436143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/>
            <a:stretch>
              <a:fillRect/>
            </a:stretch>
          </p:blipFill>
          <p:spPr>
            <a:xfrm>
              <a:off x="3212825" y="3874308"/>
              <a:ext cx="1467906" cy="185182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4668012" y="4205477"/>
              <a:ext cx="921385" cy="631190"/>
            </a:xfrm>
            <a:custGeom>
              <a:avLst/>
              <a:gdLst/>
              <a:ahLst/>
              <a:cxnLst/>
              <a:rect l="l" t="t" r="r" b="b"/>
              <a:pathLst>
                <a:path w="921385" h="631189">
                  <a:moveTo>
                    <a:pt x="0" y="630936"/>
                  </a:moveTo>
                  <a:lnTo>
                    <a:pt x="920876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7"/>
            <a:stretch>
              <a:fillRect/>
            </a:stretch>
          </p:blipFill>
          <p:spPr>
            <a:xfrm>
              <a:off x="7875574" y="3197380"/>
              <a:ext cx="741578" cy="1190187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6838949" y="3948683"/>
              <a:ext cx="1066165" cy="154305"/>
            </a:xfrm>
            <a:custGeom>
              <a:avLst/>
              <a:gdLst/>
              <a:ahLst/>
              <a:cxnLst/>
              <a:rect l="l" t="t" r="r" b="b"/>
              <a:pathLst>
                <a:path w="1066165" h="154304">
                  <a:moveTo>
                    <a:pt x="0" y="0"/>
                  </a:moveTo>
                  <a:lnTo>
                    <a:pt x="1065783" y="154051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8"/>
            <a:stretch>
              <a:fillRect/>
            </a:stretch>
          </p:blipFill>
          <p:spPr>
            <a:xfrm>
              <a:off x="1127779" y="2424218"/>
              <a:ext cx="881614" cy="71171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/>
            <a:stretch>
              <a:fillRect/>
            </a:stretch>
          </p:blipFill>
          <p:spPr>
            <a:xfrm>
              <a:off x="1127779" y="3462764"/>
              <a:ext cx="881614" cy="711107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820037" y="2946272"/>
              <a:ext cx="1484630" cy="1343025"/>
            </a:xfrm>
            <a:custGeom>
              <a:avLst/>
              <a:gdLst/>
              <a:ahLst/>
              <a:cxnLst/>
              <a:rect l="l" t="t" r="r" b="b"/>
              <a:pathLst>
                <a:path w="1484629" h="1343025">
                  <a:moveTo>
                    <a:pt x="1484629" y="1088389"/>
                  </a:moveTo>
                  <a:lnTo>
                    <a:pt x="68580" y="0"/>
                  </a:lnTo>
                </a:path>
                <a:path w="1484629" h="1343025">
                  <a:moveTo>
                    <a:pt x="1421511" y="1342897"/>
                  </a:moveTo>
                  <a:lnTo>
                    <a:pt x="0" y="1153668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8"/>
            <a:stretch>
              <a:fillRect/>
            </a:stretch>
          </p:blipFill>
          <p:spPr>
            <a:xfrm>
              <a:off x="1127779" y="4500668"/>
              <a:ext cx="881614" cy="711719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1826895" y="4785741"/>
              <a:ext cx="1389380" cy="241935"/>
            </a:xfrm>
            <a:custGeom>
              <a:avLst/>
              <a:gdLst/>
              <a:ahLst/>
              <a:cxnLst/>
              <a:rect l="l" t="t" r="r" b="b"/>
              <a:pathLst>
                <a:path w="1389380" h="241935">
                  <a:moveTo>
                    <a:pt x="1389253" y="0"/>
                  </a:moveTo>
                  <a:lnTo>
                    <a:pt x="0" y="241553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8"/>
            <a:stretch>
              <a:fillRect/>
            </a:stretch>
          </p:blipFill>
          <p:spPr>
            <a:xfrm>
              <a:off x="5305059" y="5347953"/>
              <a:ext cx="880856" cy="711107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4647819" y="5318378"/>
              <a:ext cx="842010" cy="397510"/>
            </a:xfrm>
            <a:custGeom>
              <a:avLst/>
              <a:gdLst/>
              <a:ahLst/>
              <a:cxnLst/>
              <a:rect l="l" t="t" r="r" b="b"/>
              <a:pathLst>
                <a:path w="842010" h="397510">
                  <a:moveTo>
                    <a:pt x="0" y="0"/>
                  </a:moveTo>
                  <a:lnTo>
                    <a:pt x="842009" y="397256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8"/>
            <a:stretch>
              <a:fillRect/>
            </a:stretch>
          </p:blipFill>
          <p:spPr>
            <a:xfrm>
              <a:off x="6843541" y="5347190"/>
              <a:ext cx="881614" cy="711107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4647819" y="5279516"/>
              <a:ext cx="2362835" cy="400050"/>
            </a:xfrm>
            <a:custGeom>
              <a:avLst/>
              <a:gdLst/>
              <a:ahLst/>
              <a:cxnLst/>
              <a:rect l="l" t="t" r="r" b="b"/>
              <a:pathLst>
                <a:path w="2362834" h="400050">
                  <a:moveTo>
                    <a:pt x="0" y="0"/>
                  </a:moveTo>
                  <a:lnTo>
                    <a:pt x="2362834" y="399999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8"/>
            <a:stretch>
              <a:fillRect/>
            </a:stretch>
          </p:blipFill>
          <p:spPr>
            <a:xfrm>
              <a:off x="9829054" y="2576618"/>
              <a:ext cx="880856" cy="711719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8"/>
            <a:stretch>
              <a:fillRect/>
            </a:stretch>
          </p:blipFill>
          <p:spPr>
            <a:xfrm>
              <a:off x="9829054" y="3615164"/>
              <a:ext cx="880856" cy="711107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8601836" y="3141344"/>
              <a:ext cx="1417320" cy="1021080"/>
            </a:xfrm>
            <a:custGeom>
              <a:avLst/>
              <a:gdLst/>
              <a:ahLst/>
              <a:cxnLst/>
              <a:rect l="l" t="t" r="r" b="b"/>
              <a:pathLst>
                <a:path w="1417320" h="1021078">
                  <a:moveTo>
                    <a:pt x="0" y="953388"/>
                  </a:moveTo>
                  <a:lnTo>
                    <a:pt x="1417066" y="0"/>
                  </a:lnTo>
                </a:path>
                <a:path w="1417320" h="1021078">
                  <a:moveTo>
                    <a:pt x="0" y="958595"/>
                  </a:moveTo>
                  <a:lnTo>
                    <a:pt x="1231519" y="1020952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8"/>
            <a:stretch>
              <a:fillRect/>
            </a:stretch>
          </p:blipFill>
          <p:spPr>
            <a:xfrm>
              <a:off x="9829054" y="4653068"/>
              <a:ext cx="880856" cy="711719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8601836" y="4095369"/>
              <a:ext cx="1353820" cy="905510"/>
            </a:xfrm>
            <a:custGeom>
              <a:avLst/>
              <a:gdLst/>
              <a:ahLst/>
              <a:cxnLst/>
              <a:rect l="l" t="t" r="r" b="b"/>
              <a:pathLst>
                <a:path w="1353820" h="905510">
                  <a:moveTo>
                    <a:pt x="0" y="0"/>
                  </a:moveTo>
                  <a:lnTo>
                    <a:pt x="1353693" y="905255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98704" y="1610867"/>
              <a:ext cx="3136900" cy="1887220"/>
            </a:xfrm>
            <a:custGeom>
              <a:avLst/>
              <a:gdLst/>
              <a:ahLst/>
              <a:cxnLst/>
              <a:rect l="l" t="t" r="r" b="b"/>
              <a:pathLst>
                <a:path w="3136900" h="1887220">
                  <a:moveTo>
                    <a:pt x="989076" y="0"/>
                  </a:moveTo>
                  <a:lnTo>
                    <a:pt x="0" y="0"/>
                  </a:lnTo>
                  <a:lnTo>
                    <a:pt x="0" y="679704"/>
                  </a:lnTo>
                  <a:lnTo>
                    <a:pt x="576961" y="679704"/>
                  </a:lnTo>
                  <a:lnTo>
                    <a:pt x="888898" y="1115441"/>
                  </a:lnTo>
                  <a:lnTo>
                    <a:pt x="824230" y="679704"/>
                  </a:lnTo>
                  <a:lnTo>
                    <a:pt x="989076" y="679704"/>
                  </a:lnTo>
                  <a:lnTo>
                    <a:pt x="989076" y="0"/>
                  </a:lnTo>
                  <a:close/>
                </a:path>
                <a:path w="3136900" h="1887220">
                  <a:moveTo>
                    <a:pt x="3136392" y="950976"/>
                  </a:moveTo>
                  <a:lnTo>
                    <a:pt x="2147316" y="950976"/>
                  </a:lnTo>
                  <a:lnTo>
                    <a:pt x="2147316" y="1630680"/>
                  </a:lnTo>
                  <a:lnTo>
                    <a:pt x="2312162" y="1630680"/>
                  </a:lnTo>
                  <a:lnTo>
                    <a:pt x="2335149" y="1886839"/>
                  </a:lnTo>
                  <a:lnTo>
                    <a:pt x="2559431" y="1630680"/>
                  </a:lnTo>
                  <a:lnTo>
                    <a:pt x="3136392" y="1630680"/>
                  </a:lnTo>
                  <a:lnTo>
                    <a:pt x="3136392" y="950976"/>
                  </a:lnTo>
                  <a:close/>
                </a:path>
              </a:pathLst>
            </a:custGeom>
            <a:solidFill>
              <a:srgbClr val="00519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673353" y="866302"/>
            <a:ext cx="4766310" cy="2400300"/>
          </a:xfrm>
          <a:prstGeom prst="rect">
            <a:avLst/>
          </a:prstGeom>
        </p:spPr>
        <p:txBody>
          <a:bodyPr vert="horz" wrap="square" lIns="0" tIns="106045" rIns="0" bIns="0" rtlCol="0">
            <a:spAutoFit/>
          </a:bodyPr>
          <a:lstStyle/>
          <a:p>
            <a:pPr marL="441325" indent="-343535">
              <a:lnSpc>
                <a:spcPct val="100000"/>
              </a:lnSpc>
              <a:spcBef>
                <a:spcPts val="835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441325" algn="l"/>
                <a:tab pos="441959" algn="l"/>
              </a:tabLst>
            </a:pPr>
            <a:r>
              <a:rPr sz="2800" spc="-1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图：现实中常见结构</a:t>
            </a:r>
            <a:endParaRPr sz="28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790575" lvl="1" indent="-348615">
              <a:lnSpc>
                <a:spcPct val="100000"/>
              </a:lnSpc>
              <a:spcBef>
                <a:spcPts val="62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90575" algn="l"/>
                <a:tab pos="791210" algn="l"/>
              </a:tabLst>
            </a:pPr>
            <a:r>
              <a:rPr sz="2400" spc="-5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计算机网络：因特网，万维网</a:t>
            </a:r>
            <a:endParaRPr sz="24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12700">
              <a:lnSpc>
                <a:spcPct val="100000"/>
              </a:lnSpc>
              <a:spcBef>
                <a:spcPts val="245"/>
              </a:spcBef>
            </a:pPr>
            <a:r>
              <a:rPr sz="2800" dirty="0" err="1">
                <a:solidFill>
                  <a:srgbClr val="FFFFFF"/>
                </a:solidFill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点</a:t>
            </a:r>
            <a:endParaRPr sz="28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95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R="81280" algn="ctr">
              <a:lnSpc>
                <a:spcPct val="100000"/>
              </a:lnSpc>
            </a:pPr>
            <a:r>
              <a:rPr sz="2800" dirty="0" err="1">
                <a:solidFill>
                  <a:srgbClr val="FFFFFF"/>
                </a:solidFill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边</a:t>
            </a:r>
            <a:endParaRPr sz="28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</p:txBody>
      </p:sp>
      <p:sp>
        <p:nvSpPr>
          <p:cNvPr id="29" name="object 3">
            <a:extLst>
              <a:ext uri="{FF2B5EF4-FFF2-40B4-BE49-F238E27FC236}">
                <a16:creationId xmlns:a16="http://schemas.microsoft.com/office/drawing/2014/main" id="{EFFA6968-F05F-E947-A26A-C625D3DDE48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37308" y="195989"/>
            <a:ext cx="3031491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图的背</a:t>
            </a:r>
            <a:r>
              <a:rPr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景</a:t>
            </a:r>
            <a:endParaRPr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3454" y="935227"/>
            <a:ext cx="3765550" cy="991235"/>
          </a:xfrm>
          <a:prstGeom prst="rect">
            <a:avLst/>
          </a:prstGeom>
        </p:spPr>
        <p:txBody>
          <a:bodyPr vert="horz" wrap="square" lIns="0" tIns="10604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35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1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图：现实中常见结构</a:t>
            </a:r>
            <a:endParaRPr sz="28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62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spc="-5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交通出行：北京地铁图</a:t>
            </a:r>
            <a:endParaRPr sz="24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625089" y="1980184"/>
            <a:ext cx="6292850" cy="4442460"/>
            <a:chOff x="2625089" y="1837944"/>
            <a:chExt cx="6292850" cy="4442460"/>
          </a:xfrm>
        </p:grpSpPr>
        <p:pic>
          <p:nvPicPr>
            <p:cNvPr id="5" name="object 5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2625089" y="1837944"/>
              <a:ext cx="6292596" cy="444246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708909" y="2271522"/>
              <a:ext cx="988694" cy="1115695"/>
            </a:xfrm>
            <a:custGeom>
              <a:avLst/>
              <a:gdLst/>
              <a:ahLst/>
              <a:cxnLst/>
              <a:rect l="l" t="t" r="r" b="b"/>
              <a:pathLst>
                <a:path w="988694" h="1115695">
                  <a:moveTo>
                    <a:pt x="988313" y="0"/>
                  </a:moveTo>
                  <a:lnTo>
                    <a:pt x="0" y="0"/>
                  </a:lnTo>
                  <a:lnTo>
                    <a:pt x="0" y="679703"/>
                  </a:lnTo>
                  <a:lnTo>
                    <a:pt x="576452" y="679703"/>
                  </a:lnTo>
                  <a:lnTo>
                    <a:pt x="888238" y="1115440"/>
                  </a:lnTo>
                  <a:lnTo>
                    <a:pt x="823594" y="679703"/>
                  </a:lnTo>
                  <a:lnTo>
                    <a:pt x="988313" y="679703"/>
                  </a:lnTo>
                  <a:lnTo>
                    <a:pt x="988313" y="0"/>
                  </a:lnTo>
                  <a:close/>
                </a:path>
              </a:pathLst>
            </a:custGeom>
            <a:solidFill>
              <a:srgbClr val="00519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971545" y="2493010"/>
            <a:ext cx="3816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 err="1">
                <a:solidFill>
                  <a:srgbClr val="FFFFFF"/>
                </a:solidFill>
                <a:latin typeface="PMingLiU"/>
                <a:cs typeface="PMingLiU"/>
              </a:rPr>
              <a:t>点</a:t>
            </a:r>
            <a:endParaRPr sz="2800" dirty="0">
              <a:latin typeface="PMingLiU"/>
              <a:cs typeface="PMingLiU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044696" y="2407920"/>
            <a:ext cx="988694" cy="935990"/>
          </a:xfrm>
          <a:custGeom>
            <a:avLst/>
            <a:gdLst/>
            <a:ahLst/>
            <a:cxnLst/>
            <a:rect l="l" t="t" r="r" b="b"/>
            <a:pathLst>
              <a:path w="988694" h="935989">
                <a:moveTo>
                  <a:pt x="988313" y="0"/>
                </a:moveTo>
                <a:lnTo>
                  <a:pt x="0" y="0"/>
                </a:lnTo>
                <a:lnTo>
                  <a:pt x="0" y="679703"/>
                </a:lnTo>
                <a:lnTo>
                  <a:pt x="164718" y="679703"/>
                </a:lnTo>
                <a:lnTo>
                  <a:pt x="187705" y="935863"/>
                </a:lnTo>
                <a:lnTo>
                  <a:pt x="411733" y="679703"/>
                </a:lnTo>
                <a:lnTo>
                  <a:pt x="988313" y="679703"/>
                </a:lnTo>
                <a:lnTo>
                  <a:pt x="988313" y="0"/>
                </a:lnTo>
                <a:close/>
              </a:path>
            </a:pathLst>
          </a:custGeom>
          <a:solidFill>
            <a:srgbClr val="00519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347971" y="2477007"/>
            <a:ext cx="3816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 err="1">
                <a:solidFill>
                  <a:srgbClr val="FFFFFF"/>
                </a:solidFill>
                <a:latin typeface="PMingLiU"/>
                <a:cs typeface="PMingLiU"/>
              </a:rPr>
              <a:t>边</a:t>
            </a:r>
            <a:endParaRPr sz="2800" dirty="0">
              <a:latin typeface="PMingLiU"/>
              <a:cs typeface="PMingLiU"/>
            </a:endParaRPr>
          </a:p>
        </p:txBody>
      </p:sp>
      <p:sp>
        <p:nvSpPr>
          <p:cNvPr id="12" name="object 3">
            <a:extLst>
              <a:ext uri="{FF2B5EF4-FFF2-40B4-BE49-F238E27FC236}">
                <a16:creationId xmlns:a16="http://schemas.microsoft.com/office/drawing/2014/main" id="{A14335B0-DDC2-DD43-AAA3-723CF01316D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37308" y="195989"/>
            <a:ext cx="3031491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图的背</a:t>
            </a:r>
            <a:r>
              <a:rPr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景</a:t>
            </a:r>
            <a:endParaRPr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3"/>
          <a:stretch>
            <a:fillRect/>
          </a:stretch>
        </p:blipFill>
        <p:spPr>
          <a:xfrm>
            <a:off x="6127288" y="5412484"/>
            <a:ext cx="2824977" cy="1015691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883919" y="1968499"/>
            <a:ext cx="9511665" cy="3907154"/>
            <a:chOff x="883919" y="1744979"/>
            <a:chExt cx="9511665" cy="3907154"/>
          </a:xfrm>
        </p:grpSpPr>
        <p:pic>
          <p:nvPicPr>
            <p:cNvPr id="5" name="object 5"/>
            <p:cNvPicPr/>
            <p:nvPr/>
          </p:nvPicPr>
          <p:blipFill>
            <a:blip r:embed="rId4"/>
            <a:stretch>
              <a:fillRect/>
            </a:stretch>
          </p:blipFill>
          <p:spPr>
            <a:xfrm>
              <a:off x="9358898" y="4327381"/>
              <a:ext cx="624872" cy="75726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/>
            <a:stretch>
              <a:fillRect/>
            </a:stretch>
          </p:blipFill>
          <p:spPr>
            <a:xfrm>
              <a:off x="7321804" y="4025391"/>
              <a:ext cx="553720" cy="84073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6547104" y="2999231"/>
              <a:ext cx="814705" cy="1918970"/>
            </a:xfrm>
            <a:custGeom>
              <a:avLst/>
              <a:gdLst/>
              <a:ahLst/>
              <a:cxnLst/>
              <a:rect l="l" t="t" r="r" b="b"/>
              <a:pathLst>
                <a:path w="814703" h="1918970">
                  <a:moveTo>
                    <a:pt x="814704" y="1650491"/>
                  </a:moveTo>
                  <a:lnTo>
                    <a:pt x="0" y="1918969"/>
                  </a:lnTo>
                </a:path>
                <a:path w="814703" h="1918970">
                  <a:moveTo>
                    <a:pt x="12953" y="1918969"/>
                  </a:moveTo>
                  <a:lnTo>
                    <a:pt x="229362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759321" y="3003422"/>
              <a:ext cx="1833880" cy="1461135"/>
            </a:xfrm>
            <a:custGeom>
              <a:avLst/>
              <a:gdLst/>
              <a:ahLst/>
              <a:cxnLst/>
              <a:rect l="l" t="t" r="r" b="b"/>
              <a:pathLst>
                <a:path w="1833879" h="1461135">
                  <a:moveTo>
                    <a:pt x="1160272" y="317753"/>
                  </a:moveTo>
                  <a:lnTo>
                    <a:pt x="0" y="0"/>
                  </a:lnTo>
                </a:path>
                <a:path w="1833879" h="1461135">
                  <a:moveTo>
                    <a:pt x="1833626" y="1249679"/>
                  </a:moveTo>
                  <a:lnTo>
                    <a:pt x="1089659" y="1460881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919847" y="2988944"/>
              <a:ext cx="2466340" cy="1321435"/>
            </a:xfrm>
            <a:custGeom>
              <a:avLst/>
              <a:gdLst/>
              <a:ahLst/>
              <a:cxnLst/>
              <a:rect l="l" t="t" r="r" b="b"/>
              <a:pathLst>
                <a:path w="2466340" h="1321435">
                  <a:moveTo>
                    <a:pt x="651509" y="1129918"/>
                  </a:moveTo>
                  <a:lnTo>
                    <a:pt x="1328674" y="0"/>
                  </a:lnTo>
                </a:path>
                <a:path w="2466340" h="1321435">
                  <a:moveTo>
                    <a:pt x="1328166" y="0"/>
                  </a:moveTo>
                  <a:lnTo>
                    <a:pt x="1727707" y="1321180"/>
                  </a:lnTo>
                </a:path>
                <a:path w="2466340" h="1321435">
                  <a:moveTo>
                    <a:pt x="1328166" y="0"/>
                  </a:moveTo>
                  <a:lnTo>
                    <a:pt x="2466085" y="908557"/>
                  </a:lnTo>
                </a:path>
                <a:path w="2466340" h="1321435">
                  <a:moveTo>
                    <a:pt x="1328293" y="0"/>
                  </a:moveTo>
                  <a:lnTo>
                    <a:pt x="0" y="332231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6"/>
            <a:stretch>
              <a:fillRect/>
            </a:stretch>
          </p:blipFill>
          <p:spPr>
            <a:xfrm>
              <a:off x="6243828" y="2094737"/>
              <a:ext cx="746759" cy="943355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7919847" y="3321176"/>
              <a:ext cx="586740" cy="859155"/>
            </a:xfrm>
            <a:custGeom>
              <a:avLst/>
              <a:gdLst/>
              <a:ahLst/>
              <a:cxnLst/>
              <a:rect l="l" t="t" r="r" b="b"/>
              <a:pathLst>
                <a:path w="586740" h="859153">
                  <a:moveTo>
                    <a:pt x="0" y="0"/>
                  </a:moveTo>
                  <a:lnTo>
                    <a:pt x="586358" y="858774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7"/>
            <a:stretch>
              <a:fillRect/>
            </a:stretch>
          </p:blipFill>
          <p:spPr>
            <a:xfrm>
              <a:off x="7641336" y="2786633"/>
              <a:ext cx="556259" cy="635508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/>
            <a:stretch>
              <a:fillRect/>
            </a:stretch>
          </p:blipFill>
          <p:spPr>
            <a:xfrm>
              <a:off x="8848343" y="1847849"/>
              <a:ext cx="1129283" cy="1291589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/>
            <a:stretch>
              <a:fillRect/>
            </a:stretch>
          </p:blipFill>
          <p:spPr>
            <a:xfrm>
              <a:off x="8197596" y="3406901"/>
              <a:ext cx="831342" cy="1050036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/>
            <a:stretch>
              <a:fillRect/>
            </a:stretch>
          </p:blipFill>
          <p:spPr>
            <a:xfrm>
              <a:off x="4057870" y="2250185"/>
              <a:ext cx="501780" cy="614138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/>
            <a:stretch>
              <a:fillRect/>
            </a:stretch>
          </p:blipFill>
          <p:spPr>
            <a:xfrm>
              <a:off x="1755106" y="2302763"/>
              <a:ext cx="501780" cy="614138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2001392" y="2931032"/>
              <a:ext cx="596265" cy="654685"/>
            </a:xfrm>
            <a:custGeom>
              <a:avLst/>
              <a:gdLst/>
              <a:ahLst/>
              <a:cxnLst/>
              <a:rect l="l" t="t" r="r" b="b"/>
              <a:pathLst>
                <a:path w="596264" h="654685">
                  <a:moveTo>
                    <a:pt x="0" y="0"/>
                  </a:moveTo>
                  <a:lnTo>
                    <a:pt x="596138" y="65443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9"/>
            <a:stretch>
              <a:fillRect/>
            </a:stretch>
          </p:blipFill>
          <p:spPr>
            <a:xfrm>
              <a:off x="2859101" y="1879944"/>
              <a:ext cx="657844" cy="634769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3027806" y="2555366"/>
              <a:ext cx="160020" cy="353695"/>
            </a:xfrm>
            <a:custGeom>
              <a:avLst/>
              <a:gdLst/>
              <a:ahLst/>
              <a:cxnLst/>
              <a:rect l="l" t="t" r="r" b="b"/>
              <a:pathLst>
                <a:path w="160019" h="353694">
                  <a:moveTo>
                    <a:pt x="159766" y="0"/>
                  </a:moveTo>
                  <a:lnTo>
                    <a:pt x="0" y="353313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10"/>
            <a:stretch>
              <a:fillRect/>
            </a:stretch>
          </p:blipFill>
          <p:spPr>
            <a:xfrm>
              <a:off x="2402586" y="2612135"/>
              <a:ext cx="1407414" cy="1546859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9"/>
            <a:stretch>
              <a:fillRect/>
            </a:stretch>
          </p:blipFill>
          <p:spPr>
            <a:xfrm>
              <a:off x="2179720" y="4514266"/>
              <a:ext cx="806985" cy="778711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2001392" y="2555366"/>
              <a:ext cx="2024380" cy="1996439"/>
            </a:xfrm>
            <a:custGeom>
              <a:avLst/>
              <a:gdLst/>
              <a:ahLst/>
              <a:cxnLst/>
              <a:rect l="l" t="t" r="r" b="b"/>
              <a:pathLst>
                <a:path w="2024379" h="1996439">
                  <a:moveTo>
                    <a:pt x="360680" y="1995932"/>
                  </a:moveTo>
                  <a:lnTo>
                    <a:pt x="0" y="375666"/>
                  </a:lnTo>
                </a:path>
                <a:path w="2024379" h="1996439">
                  <a:moveTo>
                    <a:pt x="1185671" y="0"/>
                  </a:moveTo>
                  <a:lnTo>
                    <a:pt x="2024126" y="9144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347084" y="2564510"/>
              <a:ext cx="678815" cy="540385"/>
            </a:xfrm>
            <a:custGeom>
              <a:avLst/>
              <a:gdLst/>
              <a:ahLst/>
              <a:cxnLst/>
              <a:rect l="l" t="t" r="r" b="b"/>
              <a:pathLst>
                <a:path w="678814" h="540385">
                  <a:moveTo>
                    <a:pt x="0" y="540385"/>
                  </a:moveTo>
                  <a:lnTo>
                    <a:pt x="678688" y="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11"/>
            <a:stretch>
              <a:fillRect/>
            </a:stretch>
          </p:blipFill>
          <p:spPr>
            <a:xfrm>
              <a:off x="4507533" y="2930651"/>
              <a:ext cx="485858" cy="726013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4786122" y="3678935"/>
              <a:ext cx="450850" cy="1148715"/>
            </a:xfrm>
            <a:custGeom>
              <a:avLst/>
              <a:gdLst/>
              <a:ahLst/>
              <a:cxnLst/>
              <a:rect l="l" t="t" r="r" b="b"/>
              <a:pathLst>
                <a:path w="450850" h="1148714">
                  <a:moveTo>
                    <a:pt x="450723" y="1148461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106293" y="3679316"/>
              <a:ext cx="1680210" cy="480059"/>
            </a:xfrm>
            <a:custGeom>
              <a:avLst/>
              <a:gdLst/>
              <a:ahLst/>
              <a:cxnLst/>
              <a:rect l="l" t="t" r="r" b="b"/>
              <a:pathLst>
                <a:path w="1680210" h="480059">
                  <a:moveTo>
                    <a:pt x="0" y="479551"/>
                  </a:moveTo>
                  <a:lnTo>
                    <a:pt x="1680209" y="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559808" y="4942331"/>
              <a:ext cx="669290" cy="155575"/>
            </a:xfrm>
            <a:custGeom>
              <a:avLst/>
              <a:gdLst/>
              <a:ahLst/>
              <a:cxnLst/>
              <a:rect l="l" t="t" r="r" b="b"/>
              <a:pathLst>
                <a:path w="669289" h="155575">
                  <a:moveTo>
                    <a:pt x="669036" y="0"/>
                  </a:moveTo>
                  <a:lnTo>
                    <a:pt x="0" y="155194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5"/>
            <a:stretch>
              <a:fillRect/>
            </a:stretch>
          </p:blipFill>
          <p:spPr>
            <a:xfrm>
              <a:off x="3728027" y="4549702"/>
              <a:ext cx="725312" cy="1102051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3105912" y="4158995"/>
              <a:ext cx="2141220" cy="603250"/>
            </a:xfrm>
            <a:custGeom>
              <a:avLst/>
              <a:gdLst/>
              <a:ahLst/>
              <a:cxnLst/>
              <a:rect l="l" t="t" r="r" b="b"/>
              <a:pathLst>
                <a:path w="2141220" h="603250">
                  <a:moveTo>
                    <a:pt x="0" y="0"/>
                  </a:moveTo>
                  <a:lnTo>
                    <a:pt x="2140966" y="602741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734437" y="4159376"/>
              <a:ext cx="372110" cy="624205"/>
            </a:xfrm>
            <a:custGeom>
              <a:avLst/>
              <a:gdLst/>
              <a:ahLst/>
              <a:cxnLst/>
              <a:rect l="l" t="t" r="r" b="b"/>
              <a:pathLst>
                <a:path w="372110" h="624204">
                  <a:moveTo>
                    <a:pt x="0" y="623824"/>
                  </a:moveTo>
                  <a:lnTo>
                    <a:pt x="37211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6"/>
            <a:stretch>
              <a:fillRect/>
            </a:stretch>
          </p:blipFill>
          <p:spPr>
            <a:xfrm>
              <a:off x="5049773" y="2908553"/>
              <a:ext cx="1893570" cy="2391918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883919" y="1744979"/>
              <a:ext cx="989330" cy="943610"/>
            </a:xfrm>
            <a:custGeom>
              <a:avLst/>
              <a:gdLst/>
              <a:ahLst/>
              <a:cxnLst/>
              <a:rect l="l" t="t" r="r" b="b"/>
              <a:pathLst>
                <a:path w="989330" h="943610">
                  <a:moveTo>
                    <a:pt x="989076" y="0"/>
                  </a:moveTo>
                  <a:lnTo>
                    <a:pt x="0" y="0"/>
                  </a:lnTo>
                  <a:lnTo>
                    <a:pt x="0" y="678942"/>
                  </a:lnTo>
                  <a:lnTo>
                    <a:pt x="576961" y="678942"/>
                  </a:lnTo>
                  <a:lnTo>
                    <a:pt x="888873" y="943356"/>
                  </a:lnTo>
                  <a:lnTo>
                    <a:pt x="824230" y="678942"/>
                  </a:lnTo>
                  <a:lnTo>
                    <a:pt x="989076" y="678942"/>
                  </a:lnTo>
                  <a:lnTo>
                    <a:pt x="989076" y="0"/>
                  </a:lnTo>
                  <a:close/>
                </a:path>
              </a:pathLst>
            </a:custGeom>
            <a:solidFill>
              <a:srgbClr val="00519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688340" y="888775"/>
            <a:ext cx="3571240" cy="1591310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94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1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图：现实中常见结构</a:t>
            </a:r>
            <a:endParaRPr sz="28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68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spc="-1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社交网络：微博</a:t>
            </a:r>
            <a:endParaRPr sz="24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511809">
              <a:lnSpc>
                <a:spcPct val="100000"/>
              </a:lnSpc>
              <a:spcBef>
                <a:spcPts val="1245"/>
              </a:spcBef>
            </a:pPr>
            <a:r>
              <a:rPr sz="2800" dirty="0" err="1">
                <a:solidFill>
                  <a:srgbClr val="FFFFFF"/>
                </a:solidFill>
                <a:latin typeface="PMingLiU"/>
                <a:cs typeface="PMingLiU"/>
              </a:rPr>
              <a:t>点</a:t>
            </a:r>
            <a:endParaRPr sz="2800" dirty="0">
              <a:latin typeface="PMingLiU"/>
              <a:cs typeface="PMingLiU"/>
            </a:endParaRPr>
          </a:p>
        </p:txBody>
      </p:sp>
      <p:pic>
        <p:nvPicPr>
          <p:cNvPr id="34" name="object 34"/>
          <p:cNvPicPr/>
          <p:nvPr/>
        </p:nvPicPr>
        <p:blipFill>
          <a:blip r:embed="rId4"/>
          <a:stretch>
            <a:fillRect/>
          </a:stretch>
        </p:blipFill>
        <p:spPr>
          <a:xfrm>
            <a:off x="10463201" y="3740746"/>
            <a:ext cx="655141" cy="793153"/>
          </a:xfrm>
          <a:prstGeom prst="rect">
            <a:avLst/>
          </a:prstGeom>
        </p:spPr>
      </p:pic>
      <p:sp>
        <p:nvSpPr>
          <p:cNvPr id="35" name="object 35"/>
          <p:cNvSpPr/>
          <p:nvPr/>
        </p:nvSpPr>
        <p:spPr>
          <a:xfrm>
            <a:off x="1073658" y="3162300"/>
            <a:ext cx="1137285" cy="986155"/>
          </a:xfrm>
          <a:custGeom>
            <a:avLst/>
            <a:gdLst/>
            <a:ahLst/>
            <a:cxnLst/>
            <a:rect l="l" t="t" r="r" b="b"/>
            <a:pathLst>
              <a:path w="1137285" h="986153">
                <a:moveTo>
                  <a:pt x="989075" y="0"/>
                </a:moveTo>
                <a:lnTo>
                  <a:pt x="0" y="0"/>
                </a:lnTo>
                <a:lnTo>
                  <a:pt x="0" y="678942"/>
                </a:lnTo>
                <a:lnTo>
                  <a:pt x="576960" y="678942"/>
                </a:lnTo>
                <a:lnTo>
                  <a:pt x="1136904" y="986155"/>
                </a:lnTo>
                <a:lnTo>
                  <a:pt x="824229" y="678942"/>
                </a:lnTo>
                <a:lnTo>
                  <a:pt x="989075" y="678942"/>
                </a:lnTo>
                <a:lnTo>
                  <a:pt x="989075" y="0"/>
                </a:lnTo>
                <a:close/>
              </a:path>
            </a:pathLst>
          </a:custGeom>
          <a:solidFill>
            <a:srgbClr val="00519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1377188" y="3230880"/>
            <a:ext cx="3816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>
                <a:solidFill>
                  <a:srgbClr val="FFFFFF"/>
                </a:solidFill>
                <a:latin typeface="PMingLiU"/>
                <a:cs typeface="PMingLiU"/>
              </a:rPr>
              <a:t>边</a:t>
            </a:r>
            <a:endParaRPr sz="2800">
              <a:latin typeface="PMingLiU"/>
              <a:cs typeface="PMingLiU"/>
            </a:endParaRPr>
          </a:p>
        </p:txBody>
      </p:sp>
      <p:sp>
        <p:nvSpPr>
          <p:cNvPr id="39" name="object 3">
            <a:extLst>
              <a:ext uri="{FF2B5EF4-FFF2-40B4-BE49-F238E27FC236}">
                <a16:creationId xmlns:a16="http://schemas.microsoft.com/office/drawing/2014/main" id="{2F47BF89-7B4A-C745-867C-3122298D99B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37308" y="195989"/>
            <a:ext cx="3031491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图的背</a:t>
            </a:r>
            <a:r>
              <a:rPr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景</a:t>
            </a:r>
            <a:endParaRPr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53870" y="2530094"/>
            <a:ext cx="808355" cy="329565"/>
          </a:xfrm>
          <a:custGeom>
            <a:avLst/>
            <a:gdLst/>
            <a:ahLst/>
            <a:cxnLst/>
            <a:rect l="l" t="t" r="r" b="b"/>
            <a:pathLst>
              <a:path w="808355" h="329564">
                <a:moveTo>
                  <a:pt x="703199" y="0"/>
                </a:moveTo>
                <a:lnTo>
                  <a:pt x="698500" y="13334"/>
                </a:lnTo>
                <a:lnTo>
                  <a:pt x="717569" y="21669"/>
                </a:lnTo>
                <a:lnTo>
                  <a:pt x="733996" y="33146"/>
                </a:lnTo>
                <a:lnTo>
                  <a:pt x="758825" y="65531"/>
                </a:lnTo>
                <a:lnTo>
                  <a:pt x="773398" y="109362"/>
                </a:lnTo>
                <a:lnTo>
                  <a:pt x="778256" y="163194"/>
                </a:lnTo>
                <a:lnTo>
                  <a:pt x="777039" y="192246"/>
                </a:lnTo>
                <a:lnTo>
                  <a:pt x="767272" y="242347"/>
                </a:lnTo>
                <a:lnTo>
                  <a:pt x="747621" y="281493"/>
                </a:lnTo>
                <a:lnTo>
                  <a:pt x="717800" y="307921"/>
                </a:lnTo>
                <a:lnTo>
                  <a:pt x="699007" y="316229"/>
                </a:lnTo>
                <a:lnTo>
                  <a:pt x="703199" y="329564"/>
                </a:lnTo>
                <a:lnTo>
                  <a:pt x="748141" y="308514"/>
                </a:lnTo>
                <a:lnTo>
                  <a:pt x="781176" y="272033"/>
                </a:lnTo>
                <a:lnTo>
                  <a:pt x="801576" y="223154"/>
                </a:lnTo>
                <a:lnTo>
                  <a:pt x="808355" y="164845"/>
                </a:lnTo>
                <a:lnTo>
                  <a:pt x="806644" y="134651"/>
                </a:lnTo>
                <a:lnTo>
                  <a:pt x="793031" y="81121"/>
                </a:lnTo>
                <a:lnTo>
                  <a:pt x="766081" y="37522"/>
                </a:lnTo>
                <a:lnTo>
                  <a:pt x="727080" y="8618"/>
                </a:lnTo>
                <a:lnTo>
                  <a:pt x="703199" y="0"/>
                </a:lnTo>
                <a:close/>
              </a:path>
              <a:path w="808355" h="329564">
                <a:moveTo>
                  <a:pt x="105156" y="0"/>
                </a:moveTo>
                <a:lnTo>
                  <a:pt x="60309" y="21129"/>
                </a:lnTo>
                <a:lnTo>
                  <a:pt x="27177" y="57784"/>
                </a:lnTo>
                <a:lnTo>
                  <a:pt x="6826" y="106743"/>
                </a:lnTo>
                <a:lnTo>
                  <a:pt x="0" y="164845"/>
                </a:lnTo>
                <a:lnTo>
                  <a:pt x="1692" y="195185"/>
                </a:lnTo>
                <a:lnTo>
                  <a:pt x="15269" y="248767"/>
                </a:lnTo>
                <a:lnTo>
                  <a:pt x="42201" y="292203"/>
                </a:lnTo>
                <a:lnTo>
                  <a:pt x="81202" y="320968"/>
                </a:lnTo>
                <a:lnTo>
                  <a:pt x="105156" y="329564"/>
                </a:lnTo>
                <a:lnTo>
                  <a:pt x="109347" y="316229"/>
                </a:lnTo>
                <a:lnTo>
                  <a:pt x="90537" y="307921"/>
                </a:lnTo>
                <a:lnTo>
                  <a:pt x="74310" y="296338"/>
                </a:lnTo>
                <a:lnTo>
                  <a:pt x="49656" y="263397"/>
                </a:lnTo>
                <a:lnTo>
                  <a:pt x="34972" y="218630"/>
                </a:lnTo>
                <a:lnTo>
                  <a:pt x="30099" y="163194"/>
                </a:lnTo>
                <a:lnTo>
                  <a:pt x="31315" y="135022"/>
                </a:lnTo>
                <a:lnTo>
                  <a:pt x="41082" y="86203"/>
                </a:lnTo>
                <a:lnTo>
                  <a:pt x="60723" y="47767"/>
                </a:lnTo>
                <a:lnTo>
                  <a:pt x="90858" y="21669"/>
                </a:lnTo>
                <a:lnTo>
                  <a:pt x="109855" y="13334"/>
                </a:lnTo>
                <a:lnTo>
                  <a:pt x="10515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678180" y="984920"/>
            <a:ext cx="7675880" cy="2886710"/>
          </a:xfrm>
          <a:prstGeom prst="rect">
            <a:avLst/>
          </a:prstGeom>
        </p:spPr>
        <p:txBody>
          <a:bodyPr vert="horz" wrap="square" lIns="0" tIns="106045" rIns="0" bIns="0" rtlCol="0">
            <a:spAutoFit/>
          </a:bodyPr>
          <a:lstStyle/>
          <a:p>
            <a:pPr marL="406400" indent="-342900">
              <a:lnSpc>
                <a:spcPct val="100000"/>
              </a:lnSpc>
              <a:spcBef>
                <a:spcPts val="835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405765" algn="l"/>
                <a:tab pos="406400" algn="l"/>
              </a:tabLst>
            </a:pPr>
            <a:r>
              <a:rPr sz="2800" spc="-5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图可以表示为一个二元组</a:t>
            </a:r>
            <a:r>
              <a:rPr sz="2800" dirty="0">
                <a:latin typeface="Cambria Math"/>
                <a:cs typeface="Cambria Math"/>
              </a:rPr>
              <a:t>𝑮</a:t>
            </a:r>
            <a:r>
              <a:rPr sz="2800" spc="75" dirty="0">
                <a:latin typeface="Cambria Math"/>
                <a:cs typeface="Cambria Math"/>
              </a:rPr>
              <a:t> =&lt; </a:t>
            </a:r>
            <a:r>
              <a:rPr sz="2800" spc="-10" dirty="0">
                <a:latin typeface="Cambria Math"/>
                <a:cs typeface="Cambria Math"/>
              </a:rPr>
              <a:t>𝑽</a:t>
            </a:r>
            <a:r>
              <a:rPr sz="2800" spc="-80" dirty="0">
                <a:latin typeface="Cambria Math"/>
                <a:cs typeface="Cambria Math"/>
              </a:rPr>
              <a:t>, </a:t>
            </a:r>
            <a:r>
              <a:rPr sz="2800" dirty="0">
                <a:latin typeface="Cambria Math"/>
                <a:cs typeface="Cambria Math"/>
              </a:rPr>
              <a:t>𝑬</a:t>
            </a:r>
            <a:r>
              <a:rPr sz="2800" spc="80" dirty="0">
                <a:latin typeface="Cambria Math"/>
                <a:cs typeface="Cambria Math"/>
              </a:rPr>
              <a:t> &gt;</a:t>
            </a:r>
            <a:r>
              <a:rPr sz="2800" spc="-20" dirty="0">
                <a:latin typeface="PMingLiU"/>
                <a:cs typeface="PMingLiU"/>
              </a:rPr>
              <a:t>，</a:t>
            </a:r>
            <a:r>
              <a:rPr sz="2800" spc="-2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其中</a:t>
            </a:r>
            <a:endParaRPr sz="28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755015" lvl="1" indent="-347980">
              <a:lnSpc>
                <a:spcPct val="100000"/>
              </a:lnSpc>
              <a:spcBef>
                <a:spcPts val="62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55015" algn="l"/>
                <a:tab pos="755650" algn="l"/>
              </a:tabLst>
            </a:pP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𝑽</a:t>
            </a:r>
            <a:r>
              <a:rPr sz="2400" spc="-5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表示非空顶点集，其元素称为顶点</a:t>
            </a:r>
            <a:r>
              <a:rPr sz="2400" b="1" spc="-10" dirty="0">
                <a:latin typeface="SimSun" panose="02010600030101010101" pitchFamily="2" charset="-122"/>
                <a:ea typeface="SimSun" panose="02010600030101010101" pitchFamily="2" charset="-122"/>
                <a:cs typeface="Times New Roman"/>
              </a:rPr>
              <a:t>(Vertex)</a:t>
            </a:r>
            <a:endParaRPr sz="2400" dirty="0">
              <a:latin typeface="SimSun" panose="02010600030101010101" pitchFamily="2" charset="-122"/>
              <a:ea typeface="SimSun" panose="02010600030101010101" pitchFamily="2" charset="-122"/>
              <a:cs typeface="Times New Roman"/>
            </a:endParaRPr>
          </a:p>
          <a:p>
            <a:pPr marL="755015" lvl="1" indent="-347980">
              <a:lnSpc>
                <a:spcPct val="100000"/>
              </a:lnSpc>
              <a:spcBef>
                <a:spcPts val="57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55015" algn="l"/>
                <a:tab pos="755650" algn="l"/>
              </a:tabLst>
            </a:pP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𝑬</a:t>
            </a:r>
            <a:r>
              <a:rPr sz="2400" spc="-5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表示边集，其元素称为边</a:t>
            </a:r>
            <a:r>
              <a:rPr sz="2400" b="1" spc="-10" dirty="0">
                <a:latin typeface="SimSun" panose="02010600030101010101" pitchFamily="2" charset="-122"/>
                <a:ea typeface="SimSun" panose="02010600030101010101" pitchFamily="2" charset="-122"/>
                <a:cs typeface="Times New Roman"/>
              </a:rPr>
              <a:t>(Edge)</a:t>
            </a:r>
            <a:endParaRPr sz="2400" dirty="0">
              <a:latin typeface="SimSun" panose="02010600030101010101" pitchFamily="2" charset="-122"/>
              <a:ea typeface="SimSun" panose="02010600030101010101" pitchFamily="2" charset="-122"/>
              <a:cs typeface="Times New Roman"/>
            </a:endParaRPr>
          </a:p>
          <a:p>
            <a:pPr marL="406400" indent="-342900">
              <a:lnSpc>
                <a:spcPct val="100000"/>
              </a:lnSpc>
              <a:spcBef>
                <a:spcPts val="62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405765" algn="l"/>
                <a:tab pos="406400" algn="l"/>
                <a:tab pos="1212215" algn="l"/>
                <a:tab pos="1935480" algn="l"/>
              </a:tabLst>
            </a:pPr>
            <a:r>
              <a:rPr sz="2800" dirty="0">
                <a:latin typeface="Cambria Math"/>
                <a:cs typeface="Cambria Math"/>
              </a:rPr>
              <a:t>𝒆</a:t>
            </a:r>
            <a:r>
              <a:rPr sz="2800" spc="55" dirty="0">
                <a:latin typeface="Cambria Math"/>
                <a:cs typeface="Cambria Math"/>
              </a:rPr>
              <a:t> =</a:t>
            </a:r>
            <a:r>
              <a:rPr sz="2800" dirty="0">
                <a:latin typeface="Cambria Math"/>
                <a:cs typeface="Cambria Math"/>
              </a:rPr>
              <a:t>	</a:t>
            </a:r>
            <a:r>
              <a:rPr sz="2800" spc="-10" dirty="0">
                <a:latin typeface="Cambria Math"/>
                <a:cs typeface="Cambria Math"/>
              </a:rPr>
              <a:t>𝒖</a:t>
            </a:r>
            <a:r>
              <a:rPr sz="2800" spc="-75" dirty="0">
                <a:latin typeface="Cambria Math"/>
                <a:cs typeface="Cambria Math"/>
              </a:rPr>
              <a:t>, </a:t>
            </a:r>
            <a:r>
              <a:rPr sz="2800" spc="-50" dirty="0">
                <a:latin typeface="Cambria Math"/>
                <a:cs typeface="Cambria Math"/>
              </a:rPr>
              <a:t>𝒗</a:t>
            </a:r>
            <a:r>
              <a:rPr sz="2800" dirty="0">
                <a:latin typeface="Cambria Math"/>
                <a:cs typeface="Cambria Math"/>
              </a:rPr>
              <a:t>	</a:t>
            </a:r>
            <a:r>
              <a:rPr sz="2800" spc="-1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表示一条边，其中</a:t>
            </a:r>
            <a:r>
              <a:rPr sz="2800" dirty="0">
                <a:latin typeface="Cambria Math"/>
                <a:cs typeface="Cambria Math"/>
              </a:rPr>
              <a:t>𝒖</a:t>
            </a:r>
            <a:r>
              <a:rPr sz="2800" spc="105" dirty="0">
                <a:latin typeface="Cambria Math"/>
                <a:cs typeface="Cambria Math"/>
              </a:rPr>
              <a:t> ∈ </a:t>
            </a:r>
            <a:r>
              <a:rPr sz="2800" spc="-10" dirty="0">
                <a:latin typeface="Cambria Math"/>
                <a:cs typeface="Cambria Math"/>
              </a:rPr>
              <a:t>𝑽</a:t>
            </a:r>
            <a:r>
              <a:rPr sz="2800" spc="-80" dirty="0">
                <a:latin typeface="Cambria Math"/>
                <a:cs typeface="Cambria Math"/>
              </a:rPr>
              <a:t>, </a:t>
            </a:r>
            <a:r>
              <a:rPr sz="2800" dirty="0">
                <a:latin typeface="Cambria Math"/>
                <a:cs typeface="Cambria Math"/>
              </a:rPr>
              <a:t>𝒗</a:t>
            </a:r>
            <a:r>
              <a:rPr sz="2800" spc="105" dirty="0">
                <a:latin typeface="Cambria Math"/>
                <a:cs typeface="Cambria Math"/>
              </a:rPr>
              <a:t> ∈ </a:t>
            </a:r>
            <a:r>
              <a:rPr sz="2800" spc="-10" dirty="0">
                <a:latin typeface="Cambria Math"/>
                <a:cs typeface="Cambria Math"/>
              </a:rPr>
              <a:t>𝑽</a:t>
            </a:r>
            <a:r>
              <a:rPr sz="2800" spc="-80" dirty="0">
                <a:latin typeface="Cambria Math"/>
                <a:cs typeface="Cambria Math"/>
              </a:rPr>
              <a:t>, </a:t>
            </a:r>
            <a:r>
              <a:rPr sz="2800" dirty="0">
                <a:latin typeface="Cambria Math"/>
                <a:cs typeface="Cambria Math"/>
              </a:rPr>
              <a:t>𝒆</a:t>
            </a:r>
            <a:r>
              <a:rPr sz="2800" spc="105" dirty="0">
                <a:latin typeface="Cambria Math"/>
                <a:cs typeface="Cambria Math"/>
              </a:rPr>
              <a:t> ∈ </a:t>
            </a:r>
            <a:r>
              <a:rPr sz="2800" spc="-50" dirty="0">
                <a:latin typeface="Cambria Math"/>
                <a:cs typeface="Cambria Math"/>
              </a:rPr>
              <a:t>𝑬</a:t>
            </a:r>
            <a:endParaRPr sz="2800" dirty="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Clr>
                <a:srgbClr val="8092F0"/>
              </a:buClr>
              <a:buFont typeface="Wingdings"/>
              <a:buChar char=""/>
            </a:pPr>
            <a:endParaRPr sz="3500" dirty="0">
              <a:latin typeface="Cambria Math"/>
              <a:cs typeface="Cambria Math"/>
            </a:endParaRPr>
          </a:p>
          <a:p>
            <a:pPr marL="406400" indent="-342900">
              <a:lnSpc>
                <a:spcPct val="100000"/>
              </a:lnSpc>
              <a:buClr>
                <a:srgbClr val="8092F0"/>
              </a:buClr>
              <a:buSzPct val="69642"/>
              <a:buFont typeface="Wingdings"/>
              <a:buChar char=""/>
              <a:tabLst>
                <a:tab pos="405765" algn="l"/>
                <a:tab pos="406400" algn="l"/>
              </a:tabLst>
            </a:pPr>
            <a:r>
              <a:rPr sz="28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无向图</a:t>
            </a:r>
            <a:r>
              <a:rPr sz="2800" dirty="0">
                <a:latin typeface="Cambria Math"/>
                <a:cs typeface="Cambria Math"/>
              </a:rPr>
              <a:t>𝑮</a:t>
            </a:r>
            <a:r>
              <a:rPr sz="3075" baseline="-14905" dirty="0">
                <a:latin typeface="Cambria Math"/>
                <a:cs typeface="Cambria Math"/>
              </a:rPr>
              <a:t>𝟏</a:t>
            </a:r>
            <a:r>
              <a:rPr sz="3075" spc="667" baseline="-14905" dirty="0">
                <a:latin typeface="Cambria Math"/>
                <a:cs typeface="Cambria Math"/>
              </a:rPr>
              <a:t> </a:t>
            </a:r>
            <a:r>
              <a:rPr sz="2800" spc="50" dirty="0">
                <a:latin typeface="Cambria Math"/>
                <a:cs typeface="Cambria Math"/>
              </a:rPr>
              <a:t>=&lt; </a:t>
            </a:r>
            <a:r>
              <a:rPr sz="2800" dirty="0">
                <a:latin typeface="Cambria Math"/>
                <a:cs typeface="Cambria Math"/>
              </a:rPr>
              <a:t>𝑽</a:t>
            </a:r>
            <a:r>
              <a:rPr sz="3075" baseline="-14905" dirty="0">
                <a:latin typeface="Cambria Math"/>
                <a:cs typeface="Cambria Math"/>
              </a:rPr>
              <a:t>𝟏</a:t>
            </a:r>
            <a:r>
              <a:rPr sz="2800" spc="-75" dirty="0">
                <a:latin typeface="Cambria Math"/>
                <a:cs typeface="Cambria Math"/>
              </a:rPr>
              <a:t>, </a:t>
            </a:r>
            <a:r>
              <a:rPr sz="2800" dirty="0">
                <a:latin typeface="Cambria Math"/>
                <a:cs typeface="Cambria Math"/>
              </a:rPr>
              <a:t>𝑬</a:t>
            </a:r>
            <a:r>
              <a:rPr sz="3075" baseline="-14905" dirty="0">
                <a:latin typeface="Cambria Math"/>
                <a:cs typeface="Cambria Math"/>
              </a:rPr>
              <a:t>𝟏</a:t>
            </a:r>
            <a:r>
              <a:rPr sz="3075" spc="705" baseline="-14905" dirty="0">
                <a:latin typeface="Cambria Math"/>
                <a:cs typeface="Cambria Math"/>
              </a:rPr>
              <a:t> </a:t>
            </a:r>
            <a:r>
              <a:rPr sz="2800" spc="-50" dirty="0">
                <a:latin typeface="Cambria Math"/>
                <a:cs typeface="Cambria Math"/>
              </a:rPr>
              <a:t>&gt;</a:t>
            </a:r>
            <a:endParaRPr sz="2800" dirty="0">
              <a:latin typeface="Cambria Math"/>
              <a:cs typeface="Cambria Math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246505" y="269768"/>
            <a:ext cx="4222242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00"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图的概念：图的定</a:t>
            </a:r>
            <a:r>
              <a:rPr sz="3600" spc="-60" dirty="0" err="1">
                <a:latin typeface="SimSun" panose="02010600030101010101" pitchFamily="2" charset="-122"/>
                <a:ea typeface="SimSun" panose="02010600030101010101" pitchFamily="2" charset="-122"/>
              </a:rPr>
              <a:t>义</a:t>
            </a:r>
            <a:endParaRPr sz="3600" spc="-6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726692" y="4122420"/>
            <a:ext cx="596265" cy="596265"/>
          </a:xfrm>
          <a:custGeom>
            <a:avLst/>
            <a:gdLst/>
            <a:ahLst/>
            <a:cxnLst/>
            <a:rect l="l" t="t" r="r" b="b"/>
            <a:pathLst>
              <a:path w="596264" h="596264">
                <a:moveTo>
                  <a:pt x="0" y="297941"/>
                </a:moveTo>
                <a:lnTo>
                  <a:pt x="3898" y="249603"/>
                </a:lnTo>
                <a:lnTo>
                  <a:pt x="15185" y="203752"/>
                </a:lnTo>
                <a:lnTo>
                  <a:pt x="33247" y="161001"/>
                </a:lnTo>
                <a:lnTo>
                  <a:pt x="57473" y="121962"/>
                </a:lnTo>
                <a:lnTo>
                  <a:pt x="87249" y="87248"/>
                </a:lnTo>
                <a:lnTo>
                  <a:pt x="121962" y="57473"/>
                </a:lnTo>
                <a:lnTo>
                  <a:pt x="161001" y="33247"/>
                </a:lnTo>
                <a:lnTo>
                  <a:pt x="203752" y="15185"/>
                </a:lnTo>
                <a:lnTo>
                  <a:pt x="249603" y="3898"/>
                </a:lnTo>
                <a:lnTo>
                  <a:pt x="297941" y="0"/>
                </a:lnTo>
                <a:lnTo>
                  <a:pt x="346280" y="3898"/>
                </a:lnTo>
                <a:lnTo>
                  <a:pt x="392131" y="15185"/>
                </a:lnTo>
                <a:lnTo>
                  <a:pt x="434882" y="33247"/>
                </a:lnTo>
                <a:lnTo>
                  <a:pt x="473921" y="57473"/>
                </a:lnTo>
                <a:lnTo>
                  <a:pt x="508635" y="87248"/>
                </a:lnTo>
                <a:lnTo>
                  <a:pt x="538410" y="121962"/>
                </a:lnTo>
                <a:lnTo>
                  <a:pt x="562636" y="161001"/>
                </a:lnTo>
                <a:lnTo>
                  <a:pt x="580698" y="203752"/>
                </a:lnTo>
                <a:lnTo>
                  <a:pt x="591985" y="249603"/>
                </a:lnTo>
                <a:lnTo>
                  <a:pt x="595883" y="297941"/>
                </a:lnTo>
                <a:lnTo>
                  <a:pt x="591985" y="346280"/>
                </a:lnTo>
                <a:lnTo>
                  <a:pt x="580698" y="392131"/>
                </a:lnTo>
                <a:lnTo>
                  <a:pt x="562636" y="434882"/>
                </a:lnTo>
                <a:lnTo>
                  <a:pt x="538410" y="473921"/>
                </a:lnTo>
                <a:lnTo>
                  <a:pt x="508634" y="508635"/>
                </a:lnTo>
                <a:lnTo>
                  <a:pt x="473921" y="538410"/>
                </a:lnTo>
                <a:lnTo>
                  <a:pt x="434882" y="562636"/>
                </a:lnTo>
                <a:lnTo>
                  <a:pt x="392131" y="580698"/>
                </a:lnTo>
                <a:lnTo>
                  <a:pt x="346280" y="591985"/>
                </a:lnTo>
                <a:lnTo>
                  <a:pt x="297941" y="595883"/>
                </a:lnTo>
                <a:lnTo>
                  <a:pt x="249603" y="591985"/>
                </a:lnTo>
                <a:lnTo>
                  <a:pt x="203752" y="580698"/>
                </a:lnTo>
                <a:lnTo>
                  <a:pt x="161001" y="562636"/>
                </a:lnTo>
                <a:lnTo>
                  <a:pt x="121962" y="538410"/>
                </a:lnTo>
                <a:lnTo>
                  <a:pt x="87248" y="508634"/>
                </a:lnTo>
                <a:lnTo>
                  <a:pt x="57473" y="473921"/>
                </a:lnTo>
                <a:lnTo>
                  <a:pt x="33247" y="434882"/>
                </a:lnTo>
                <a:lnTo>
                  <a:pt x="15185" y="392131"/>
                </a:lnTo>
                <a:lnTo>
                  <a:pt x="3898" y="346280"/>
                </a:lnTo>
                <a:lnTo>
                  <a:pt x="0" y="297941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879600" y="4214621"/>
            <a:ext cx="2152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𝒂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195827" y="4122420"/>
            <a:ext cx="596265" cy="596265"/>
          </a:xfrm>
          <a:custGeom>
            <a:avLst/>
            <a:gdLst/>
            <a:ahLst/>
            <a:cxnLst/>
            <a:rect l="l" t="t" r="r" b="b"/>
            <a:pathLst>
              <a:path w="596264" h="596264">
                <a:moveTo>
                  <a:pt x="0" y="297941"/>
                </a:moveTo>
                <a:lnTo>
                  <a:pt x="3898" y="249603"/>
                </a:lnTo>
                <a:lnTo>
                  <a:pt x="15185" y="203752"/>
                </a:lnTo>
                <a:lnTo>
                  <a:pt x="33247" y="161001"/>
                </a:lnTo>
                <a:lnTo>
                  <a:pt x="57473" y="121962"/>
                </a:lnTo>
                <a:lnTo>
                  <a:pt x="87249" y="87248"/>
                </a:lnTo>
                <a:lnTo>
                  <a:pt x="121962" y="57473"/>
                </a:lnTo>
                <a:lnTo>
                  <a:pt x="161001" y="33247"/>
                </a:lnTo>
                <a:lnTo>
                  <a:pt x="203752" y="15185"/>
                </a:lnTo>
                <a:lnTo>
                  <a:pt x="249603" y="3898"/>
                </a:lnTo>
                <a:lnTo>
                  <a:pt x="297942" y="0"/>
                </a:lnTo>
                <a:lnTo>
                  <a:pt x="346280" y="3898"/>
                </a:lnTo>
                <a:lnTo>
                  <a:pt x="392131" y="15185"/>
                </a:lnTo>
                <a:lnTo>
                  <a:pt x="434882" y="33247"/>
                </a:lnTo>
                <a:lnTo>
                  <a:pt x="473921" y="57473"/>
                </a:lnTo>
                <a:lnTo>
                  <a:pt x="508635" y="87248"/>
                </a:lnTo>
                <a:lnTo>
                  <a:pt x="538410" y="121962"/>
                </a:lnTo>
                <a:lnTo>
                  <a:pt x="562636" y="161001"/>
                </a:lnTo>
                <a:lnTo>
                  <a:pt x="580698" y="203752"/>
                </a:lnTo>
                <a:lnTo>
                  <a:pt x="591985" y="249603"/>
                </a:lnTo>
                <a:lnTo>
                  <a:pt x="595884" y="297941"/>
                </a:lnTo>
                <a:lnTo>
                  <a:pt x="591985" y="346280"/>
                </a:lnTo>
                <a:lnTo>
                  <a:pt x="580698" y="392131"/>
                </a:lnTo>
                <a:lnTo>
                  <a:pt x="562636" y="434882"/>
                </a:lnTo>
                <a:lnTo>
                  <a:pt x="538410" y="473921"/>
                </a:lnTo>
                <a:lnTo>
                  <a:pt x="508635" y="508635"/>
                </a:lnTo>
                <a:lnTo>
                  <a:pt x="473921" y="538410"/>
                </a:lnTo>
                <a:lnTo>
                  <a:pt x="434882" y="562636"/>
                </a:lnTo>
                <a:lnTo>
                  <a:pt x="392131" y="580698"/>
                </a:lnTo>
                <a:lnTo>
                  <a:pt x="346280" y="591985"/>
                </a:lnTo>
                <a:lnTo>
                  <a:pt x="297942" y="595883"/>
                </a:lnTo>
                <a:lnTo>
                  <a:pt x="249603" y="591985"/>
                </a:lnTo>
                <a:lnTo>
                  <a:pt x="203752" y="580698"/>
                </a:lnTo>
                <a:lnTo>
                  <a:pt x="161001" y="562636"/>
                </a:lnTo>
                <a:lnTo>
                  <a:pt x="121962" y="538410"/>
                </a:lnTo>
                <a:lnTo>
                  <a:pt x="87249" y="508634"/>
                </a:lnTo>
                <a:lnTo>
                  <a:pt x="57473" y="473921"/>
                </a:lnTo>
                <a:lnTo>
                  <a:pt x="33247" y="434882"/>
                </a:lnTo>
                <a:lnTo>
                  <a:pt x="15185" y="392131"/>
                </a:lnTo>
                <a:lnTo>
                  <a:pt x="3898" y="346280"/>
                </a:lnTo>
                <a:lnTo>
                  <a:pt x="0" y="297941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350005" y="4214621"/>
            <a:ext cx="2108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𝒃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726692" y="5756909"/>
            <a:ext cx="596265" cy="596900"/>
          </a:xfrm>
          <a:custGeom>
            <a:avLst/>
            <a:gdLst/>
            <a:ahLst/>
            <a:cxnLst/>
            <a:rect l="l" t="t" r="r" b="b"/>
            <a:pathLst>
              <a:path w="596264" h="596900">
                <a:moveTo>
                  <a:pt x="0" y="298322"/>
                </a:moveTo>
                <a:lnTo>
                  <a:pt x="3898" y="249933"/>
                </a:lnTo>
                <a:lnTo>
                  <a:pt x="15185" y="204030"/>
                </a:lnTo>
                <a:lnTo>
                  <a:pt x="33247" y="161227"/>
                </a:lnTo>
                <a:lnTo>
                  <a:pt x="57473" y="122138"/>
                </a:lnTo>
                <a:lnTo>
                  <a:pt x="87249" y="87377"/>
                </a:lnTo>
                <a:lnTo>
                  <a:pt x="121962" y="57559"/>
                </a:lnTo>
                <a:lnTo>
                  <a:pt x="161001" y="33298"/>
                </a:lnTo>
                <a:lnTo>
                  <a:pt x="203752" y="15208"/>
                </a:lnTo>
                <a:lnTo>
                  <a:pt x="249603" y="3904"/>
                </a:lnTo>
                <a:lnTo>
                  <a:pt x="297941" y="0"/>
                </a:lnTo>
                <a:lnTo>
                  <a:pt x="346280" y="3904"/>
                </a:lnTo>
                <a:lnTo>
                  <a:pt x="392131" y="15208"/>
                </a:lnTo>
                <a:lnTo>
                  <a:pt x="434882" y="33298"/>
                </a:lnTo>
                <a:lnTo>
                  <a:pt x="473921" y="57559"/>
                </a:lnTo>
                <a:lnTo>
                  <a:pt x="508635" y="87377"/>
                </a:lnTo>
                <a:lnTo>
                  <a:pt x="538410" y="122138"/>
                </a:lnTo>
                <a:lnTo>
                  <a:pt x="562636" y="161227"/>
                </a:lnTo>
                <a:lnTo>
                  <a:pt x="580698" y="204030"/>
                </a:lnTo>
                <a:lnTo>
                  <a:pt x="591985" y="249933"/>
                </a:lnTo>
                <a:lnTo>
                  <a:pt x="595883" y="298322"/>
                </a:lnTo>
                <a:lnTo>
                  <a:pt x="591985" y="346712"/>
                </a:lnTo>
                <a:lnTo>
                  <a:pt x="580698" y="392615"/>
                </a:lnTo>
                <a:lnTo>
                  <a:pt x="562636" y="435418"/>
                </a:lnTo>
                <a:lnTo>
                  <a:pt x="538410" y="474507"/>
                </a:lnTo>
                <a:lnTo>
                  <a:pt x="508634" y="509268"/>
                </a:lnTo>
                <a:lnTo>
                  <a:pt x="473921" y="539086"/>
                </a:lnTo>
                <a:lnTo>
                  <a:pt x="434882" y="563347"/>
                </a:lnTo>
                <a:lnTo>
                  <a:pt x="392131" y="581437"/>
                </a:lnTo>
                <a:lnTo>
                  <a:pt x="346280" y="592741"/>
                </a:lnTo>
                <a:lnTo>
                  <a:pt x="297941" y="596645"/>
                </a:lnTo>
                <a:lnTo>
                  <a:pt x="249603" y="592741"/>
                </a:lnTo>
                <a:lnTo>
                  <a:pt x="203752" y="581437"/>
                </a:lnTo>
                <a:lnTo>
                  <a:pt x="161001" y="563347"/>
                </a:lnTo>
                <a:lnTo>
                  <a:pt x="121962" y="539086"/>
                </a:lnTo>
                <a:lnTo>
                  <a:pt x="87248" y="509268"/>
                </a:lnTo>
                <a:lnTo>
                  <a:pt x="57473" y="474507"/>
                </a:lnTo>
                <a:lnTo>
                  <a:pt x="33247" y="435418"/>
                </a:lnTo>
                <a:lnTo>
                  <a:pt x="15185" y="392615"/>
                </a:lnTo>
                <a:lnTo>
                  <a:pt x="3898" y="346712"/>
                </a:lnTo>
                <a:lnTo>
                  <a:pt x="0" y="298322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875535" y="5849620"/>
            <a:ext cx="2216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𝒅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195827" y="5756909"/>
            <a:ext cx="596265" cy="596900"/>
          </a:xfrm>
          <a:custGeom>
            <a:avLst/>
            <a:gdLst/>
            <a:ahLst/>
            <a:cxnLst/>
            <a:rect l="l" t="t" r="r" b="b"/>
            <a:pathLst>
              <a:path w="596264" h="596900">
                <a:moveTo>
                  <a:pt x="0" y="298322"/>
                </a:moveTo>
                <a:lnTo>
                  <a:pt x="3898" y="249933"/>
                </a:lnTo>
                <a:lnTo>
                  <a:pt x="15185" y="204030"/>
                </a:lnTo>
                <a:lnTo>
                  <a:pt x="33247" y="161227"/>
                </a:lnTo>
                <a:lnTo>
                  <a:pt x="57473" y="122138"/>
                </a:lnTo>
                <a:lnTo>
                  <a:pt x="87249" y="87377"/>
                </a:lnTo>
                <a:lnTo>
                  <a:pt x="121962" y="57559"/>
                </a:lnTo>
                <a:lnTo>
                  <a:pt x="161001" y="33298"/>
                </a:lnTo>
                <a:lnTo>
                  <a:pt x="203752" y="15208"/>
                </a:lnTo>
                <a:lnTo>
                  <a:pt x="249603" y="3904"/>
                </a:lnTo>
                <a:lnTo>
                  <a:pt x="297942" y="0"/>
                </a:lnTo>
                <a:lnTo>
                  <a:pt x="346280" y="3904"/>
                </a:lnTo>
                <a:lnTo>
                  <a:pt x="392131" y="15208"/>
                </a:lnTo>
                <a:lnTo>
                  <a:pt x="434882" y="33298"/>
                </a:lnTo>
                <a:lnTo>
                  <a:pt x="473921" y="57559"/>
                </a:lnTo>
                <a:lnTo>
                  <a:pt x="508635" y="87377"/>
                </a:lnTo>
                <a:lnTo>
                  <a:pt x="538410" y="122138"/>
                </a:lnTo>
                <a:lnTo>
                  <a:pt x="562636" y="161227"/>
                </a:lnTo>
                <a:lnTo>
                  <a:pt x="580698" y="204030"/>
                </a:lnTo>
                <a:lnTo>
                  <a:pt x="591985" y="249933"/>
                </a:lnTo>
                <a:lnTo>
                  <a:pt x="595884" y="298322"/>
                </a:lnTo>
                <a:lnTo>
                  <a:pt x="591985" y="346712"/>
                </a:lnTo>
                <a:lnTo>
                  <a:pt x="580698" y="392615"/>
                </a:lnTo>
                <a:lnTo>
                  <a:pt x="562636" y="435418"/>
                </a:lnTo>
                <a:lnTo>
                  <a:pt x="538410" y="474507"/>
                </a:lnTo>
                <a:lnTo>
                  <a:pt x="508635" y="509268"/>
                </a:lnTo>
                <a:lnTo>
                  <a:pt x="473921" y="539086"/>
                </a:lnTo>
                <a:lnTo>
                  <a:pt x="434882" y="563347"/>
                </a:lnTo>
                <a:lnTo>
                  <a:pt x="392131" y="581437"/>
                </a:lnTo>
                <a:lnTo>
                  <a:pt x="346280" y="592741"/>
                </a:lnTo>
                <a:lnTo>
                  <a:pt x="297942" y="596645"/>
                </a:lnTo>
                <a:lnTo>
                  <a:pt x="249603" y="592741"/>
                </a:lnTo>
                <a:lnTo>
                  <a:pt x="203752" y="581437"/>
                </a:lnTo>
                <a:lnTo>
                  <a:pt x="161001" y="563347"/>
                </a:lnTo>
                <a:lnTo>
                  <a:pt x="121962" y="539086"/>
                </a:lnTo>
                <a:lnTo>
                  <a:pt x="87249" y="509268"/>
                </a:lnTo>
                <a:lnTo>
                  <a:pt x="57473" y="474507"/>
                </a:lnTo>
                <a:lnTo>
                  <a:pt x="33247" y="435418"/>
                </a:lnTo>
                <a:lnTo>
                  <a:pt x="15185" y="392615"/>
                </a:lnTo>
                <a:lnTo>
                  <a:pt x="3898" y="346712"/>
                </a:lnTo>
                <a:lnTo>
                  <a:pt x="0" y="298322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3357626" y="5849620"/>
            <a:ext cx="1974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𝒇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664202" y="4122420"/>
            <a:ext cx="596900" cy="596265"/>
          </a:xfrm>
          <a:custGeom>
            <a:avLst/>
            <a:gdLst/>
            <a:ahLst/>
            <a:cxnLst/>
            <a:rect l="l" t="t" r="r" b="b"/>
            <a:pathLst>
              <a:path w="596900" h="596264">
                <a:moveTo>
                  <a:pt x="0" y="297941"/>
                </a:moveTo>
                <a:lnTo>
                  <a:pt x="3905" y="249603"/>
                </a:lnTo>
                <a:lnTo>
                  <a:pt x="15212" y="203752"/>
                </a:lnTo>
                <a:lnTo>
                  <a:pt x="33305" y="161001"/>
                </a:lnTo>
                <a:lnTo>
                  <a:pt x="57570" y="121962"/>
                </a:lnTo>
                <a:lnTo>
                  <a:pt x="87391" y="87248"/>
                </a:lnTo>
                <a:lnTo>
                  <a:pt x="122154" y="57473"/>
                </a:lnTo>
                <a:lnTo>
                  <a:pt x="161244" y="33247"/>
                </a:lnTo>
                <a:lnTo>
                  <a:pt x="204045" y="15185"/>
                </a:lnTo>
                <a:lnTo>
                  <a:pt x="249943" y="3898"/>
                </a:lnTo>
                <a:lnTo>
                  <a:pt x="298323" y="0"/>
                </a:lnTo>
                <a:lnTo>
                  <a:pt x="346702" y="3898"/>
                </a:lnTo>
                <a:lnTo>
                  <a:pt x="392600" y="15185"/>
                </a:lnTo>
                <a:lnTo>
                  <a:pt x="435401" y="33247"/>
                </a:lnTo>
                <a:lnTo>
                  <a:pt x="474491" y="57473"/>
                </a:lnTo>
                <a:lnTo>
                  <a:pt x="509254" y="87248"/>
                </a:lnTo>
                <a:lnTo>
                  <a:pt x="539075" y="121962"/>
                </a:lnTo>
                <a:lnTo>
                  <a:pt x="563340" y="161001"/>
                </a:lnTo>
                <a:lnTo>
                  <a:pt x="581433" y="203752"/>
                </a:lnTo>
                <a:lnTo>
                  <a:pt x="592740" y="249603"/>
                </a:lnTo>
                <a:lnTo>
                  <a:pt x="596646" y="297941"/>
                </a:lnTo>
                <a:lnTo>
                  <a:pt x="592740" y="346280"/>
                </a:lnTo>
                <a:lnTo>
                  <a:pt x="581433" y="392131"/>
                </a:lnTo>
                <a:lnTo>
                  <a:pt x="563340" y="434882"/>
                </a:lnTo>
                <a:lnTo>
                  <a:pt x="539075" y="473921"/>
                </a:lnTo>
                <a:lnTo>
                  <a:pt x="509254" y="508635"/>
                </a:lnTo>
                <a:lnTo>
                  <a:pt x="474491" y="538410"/>
                </a:lnTo>
                <a:lnTo>
                  <a:pt x="435401" y="562636"/>
                </a:lnTo>
                <a:lnTo>
                  <a:pt x="392600" y="580698"/>
                </a:lnTo>
                <a:lnTo>
                  <a:pt x="346702" y="591985"/>
                </a:lnTo>
                <a:lnTo>
                  <a:pt x="298323" y="595883"/>
                </a:lnTo>
                <a:lnTo>
                  <a:pt x="249943" y="591985"/>
                </a:lnTo>
                <a:lnTo>
                  <a:pt x="204045" y="580698"/>
                </a:lnTo>
                <a:lnTo>
                  <a:pt x="161244" y="562636"/>
                </a:lnTo>
                <a:lnTo>
                  <a:pt x="122154" y="538410"/>
                </a:lnTo>
                <a:lnTo>
                  <a:pt x="87391" y="508634"/>
                </a:lnTo>
                <a:lnTo>
                  <a:pt x="57570" y="473921"/>
                </a:lnTo>
                <a:lnTo>
                  <a:pt x="33305" y="434882"/>
                </a:lnTo>
                <a:lnTo>
                  <a:pt x="15212" y="392131"/>
                </a:lnTo>
                <a:lnTo>
                  <a:pt x="3905" y="346280"/>
                </a:lnTo>
                <a:lnTo>
                  <a:pt x="0" y="297941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4834890" y="4214621"/>
            <a:ext cx="1797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𝒄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024633" y="4420361"/>
            <a:ext cx="2640330" cy="1635760"/>
          </a:xfrm>
          <a:custGeom>
            <a:avLst/>
            <a:gdLst/>
            <a:ahLst/>
            <a:cxnLst/>
            <a:rect l="l" t="t" r="r" b="b"/>
            <a:pathLst>
              <a:path w="2640329" h="1635760">
                <a:moveTo>
                  <a:pt x="297942" y="0"/>
                </a:moveTo>
                <a:lnTo>
                  <a:pt x="1170686" y="0"/>
                </a:lnTo>
              </a:path>
              <a:path w="2640329" h="1635760">
                <a:moveTo>
                  <a:pt x="0" y="297942"/>
                </a:moveTo>
                <a:lnTo>
                  <a:pt x="0" y="1336789"/>
                </a:lnTo>
              </a:path>
              <a:path w="2640329" h="1635760">
                <a:moveTo>
                  <a:pt x="1258443" y="211074"/>
                </a:moveTo>
                <a:lnTo>
                  <a:pt x="211074" y="1424495"/>
                </a:lnTo>
              </a:path>
              <a:path w="2640329" h="1635760">
                <a:moveTo>
                  <a:pt x="1170686" y="1635252"/>
                </a:moveTo>
                <a:lnTo>
                  <a:pt x="297942" y="1635252"/>
                </a:lnTo>
              </a:path>
              <a:path w="2640329" h="1635760">
                <a:moveTo>
                  <a:pt x="1469136" y="297942"/>
                </a:moveTo>
                <a:lnTo>
                  <a:pt x="1469136" y="1336789"/>
                </a:lnTo>
              </a:path>
              <a:path w="2640329" h="1635760">
                <a:moveTo>
                  <a:pt x="1767078" y="0"/>
                </a:moveTo>
                <a:lnTo>
                  <a:pt x="2639822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993257" y="5477509"/>
            <a:ext cx="685800" cy="282575"/>
          </a:xfrm>
          <a:custGeom>
            <a:avLst/>
            <a:gdLst/>
            <a:ahLst/>
            <a:cxnLst/>
            <a:rect l="l" t="t" r="r" b="b"/>
            <a:pathLst>
              <a:path w="685800" h="282575">
                <a:moveTo>
                  <a:pt x="595502" y="0"/>
                </a:moveTo>
                <a:lnTo>
                  <a:pt x="591565" y="11556"/>
                </a:lnTo>
                <a:lnTo>
                  <a:pt x="607873" y="18631"/>
                </a:lnTo>
                <a:lnTo>
                  <a:pt x="621918" y="28432"/>
                </a:lnTo>
                <a:lnTo>
                  <a:pt x="650462" y="73925"/>
                </a:lnTo>
                <a:lnTo>
                  <a:pt x="658844" y="115727"/>
                </a:lnTo>
                <a:lnTo>
                  <a:pt x="659891" y="139814"/>
                </a:lnTo>
                <a:lnTo>
                  <a:pt x="658844" y="164712"/>
                </a:lnTo>
                <a:lnTo>
                  <a:pt x="650462" y="207645"/>
                </a:lnTo>
                <a:lnTo>
                  <a:pt x="621966" y="253885"/>
                </a:lnTo>
                <a:lnTo>
                  <a:pt x="591946" y="270929"/>
                </a:lnTo>
                <a:lnTo>
                  <a:pt x="595502" y="282384"/>
                </a:lnTo>
                <a:lnTo>
                  <a:pt x="634063" y="264325"/>
                </a:lnTo>
                <a:lnTo>
                  <a:pt x="662432" y="233044"/>
                </a:lnTo>
                <a:lnTo>
                  <a:pt x="679799" y="191173"/>
                </a:lnTo>
                <a:lnTo>
                  <a:pt x="685545" y="141300"/>
                </a:lnTo>
                <a:lnTo>
                  <a:pt x="684093" y="115445"/>
                </a:lnTo>
                <a:lnTo>
                  <a:pt x="672472" y="69555"/>
                </a:lnTo>
                <a:lnTo>
                  <a:pt x="649420" y="32218"/>
                </a:lnTo>
                <a:lnTo>
                  <a:pt x="616031" y="7453"/>
                </a:lnTo>
                <a:lnTo>
                  <a:pt x="595502" y="0"/>
                </a:lnTo>
                <a:close/>
              </a:path>
              <a:path w="685800" h="282575">
                <a:moveTo>
                  <a:pt x="90042" y="0"/>
                </a:moveTo>
                <a:lnTo>
                  <a:pt x="51657" y="18192"/>
                </a:lnTo>
                <a:lnTo>
                  <a:pt x="23367" y="49529"/>
                </a:lnTo>
                <a:lnTo>
                  <a:pt x="5826" y="91528"/>
                </a:lnTo>
                <a:lnTo>
                  <a:pt x="0" y="141300"/>
                </a:lnTo>
                <a:lnTo>
                  <a:pt x="1452" y="167236"/>
                </a:lnTo>
                <a:lnTo>
                  <a:pt x="13073" y="213109"/>
                </a:lnTo>
                <a:lnTo>
                  <a:pt x="36125" y="250337"/>
                </a:lnTo>
                <a:lnTo>
                  <a:pt x="69514" y="275007"/>
                </a:lnTo>
                <a:lnTo>
                  <a:pt x="90042" y="282384"/>
                </a:lnTo>
                <a:lnTo>
                  <a:pt x="93598" y="270929"/>
                </a:lnTo>
                <a:lnTo>
                  <a:pt x="77549" y="263801"/>
                </a:lnTo>
                <a:lnTo>
                  <a:pt x="63690" y="253885"/>
                </a:lnTo>
                <a:lnTo>
                  <a:pt x="35210" y="207645"/>
                </a:lnTo>
                <a:lnTo>
                  <a:pt x="26828" y="164712"/>
                </a:lnTo>
                <a:lnTo>
                  <a:pt x="25780" y="139814"/>
                </a:lnTo>
                <a:lnTo>
                  <a:pt x="26828" y="115727"/>
                </a:lnTo>
                <a:lnTo>
                  <a:pt x="35210" y="73925"/>
                </a:lnTo>
                <a:lnTo>
                  <a:pt x="63801" y="28432"/>
                </a:lnTo>
                <a:lnTo>
                  <a:pt x="94106" y="11556"/>
                </a:lnTo>
                <a:lnTo>
                  <a:pt x="9004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845934" y="5477509"/>
            <a:ext cx="697230" cy="282575"/>
          </a:xfrm>
          <a:custGeom>
            <a:avLst/>
            <a:gdLst/>
            <a:ahLst/>
            <a:cxnLst/>
            <a:rect l="l" t="t" r="r" b="b"/>
            <a:pathLst>
              <a:path w="697229" h="282575">
                <a:moveTo>
                  <a:pt x="606933" y="0"/>
                </a:moveTo>
                <a:lnTo>
                  <a:pt x="602996" y="11556"/>
                </a:lnTo>
                <a:lnTo>
                  <a:pt x="619303" y="18631"/>
                </a:lnTo>
                <a:lnTo>
                  <a:pt x="633349" y="28432"/>
                </a:lnTo>
                <a:lnTo>
                  <a:pt x="661892" y="73925"/>
                </a:lnTo>
                <a:lnTo>
                  <a:pt x="670274" y="115727"/>
                </a:lnTo>
                <a:lnTo>
                  <a:pt x="671322" y="139814"/>
                </a:lnTo>
                <a:lnTo>
                  <a:pt x="670274" y="164712"/>
                </a:lnTo>
                <a:lnTo>
                  <a:pt x="661892" y="207645"/>
                </a:lnTo>
                <a:lnTo>
                  <a:pt x="633396" y="253885"/>
                </a:lnTo>
                <a:lnTo>
                  <a:pt x="603376" y="270929"/>
                </a:lnTo>
                <a:lnTo>
                  <a:pt x="606933" y="282384"/>
                </a:lnTo>
                <a:lnTo>
                  <a:pt x="645493" y="264325"/>
                </a:lnTo>
                <a:lnTo>
                  <a:pt x="673862" y="233044"/>
                </a:lnTo>
                <a:lnTo>
                  <a:pt x="691229" y="191173"/>
                </a:lnTo>
                <a:lnTo>
                  <a:pt x="696976" y="141300"/>
                </a:lnTo>
                <a:lnTo>
                  <a:pt x="695523" y="115445"/>
                </a:lnTo>
                <a:lnTo>
                  <a:pt x="683902" y="69555"/>
                </a:lnTo>
                <a:lnTo>
                  <a:pt x="660850" y="32218"/>
                </a:lnTo>
                <a:lnTo>
                  <a:pt x="627461" y="7453"/>
                </a:lnTo>
                <a:lnTo>
                  <a:pt x="606933" y="0"/>
                </a:lnTo>
                <a:close/>
              </a:path>
              <a:path w="697229" h="282575">
                <a:moveTo>
                  <a:pt x="90043" y="0"/>
                </a:moveTo>
                <a:lnTo>
                  <a:pt x="51657" y="18192"/>
                </a:lnTo>
                <a:lnTo>
                  <a:pt x="23368" y="49529"/>
                </a:lnTo>
                <a:lnTo>
                  <a:pt x="5826" y="91528"/>
                </a:lnTo>
                <a:lnTo>
                  <a:pt x="0" y="141300"/>
                </a:lnTo>
                <a:lnTo>
                  <a:pt x="1452" y="167236"/>
                </a:lnTo>
                <a:lnTo>
                  <a:pt x="13073" y="213109"/>
                </a:lnTo>
                <a:lnTo>
                  <a:pt x="36125" y="250337"/>
                </a:lnTo>
                <a:lnTo>
                  <a:pt x="69514" y="275007"/>
                </a:lnTo>
                <a:lnTo>
                  <a:pt x="90043" y="282384"/>
                </a:lnTo>
                <a:lnTo>
                  <a:pt x="93599" y="270929"/>
                </a:lnTo>
                <a:lnTo>
                  <a:pt x="77549" y="263801"/>
                </a:lnTo>
                <a:lnTo>
                  <a:pt x="63690" y="253885"/>
                </a:lnTo>
                <a:lnTo>
                  <a:pt x="35210" y="207645"/>
                </a:lnTo>
                <a:lnTo>
                  <a:pt x="26828" y="164712"/>
                </a:lnTo>
                <a:lnTo>
                  <a:pt x="25781" y="139814"/>
                </a:lnTo>
                <a:lnTo>
                  <a:pt x="26828" y="115727"/>
                </a:lnTo>
                <a:lnTo>
                  <a:pt x="35210" y="73925"/>
                </a:lnTo>
                <a:lnTo>
                  <a:pt x="63801" y="28432"/>
                </a:lnTo>
                <a:lnTo>
                  <a:pt x="94107" y="11556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7710043" y="5477509"/>
            <a:ext cx="652145" cy="282575"/>
          </a:xfrm>
          <a:custGeom>
            <a:avLst/>
            <a:gdLst/>
            <a:ahLst/>
            <a:cxnLst/>
            <a:rect l="l" t="t" r="r" b="b"/>
            <a:pathLst>
              <a:path w="652145" h="282575">
                <a:moveTo>
                  <a:pt x="561975" y="0"/>
                </a:moveTo>
                <a:lnTo>
                  <a:pt x="558037" y="11556"/>
                </a:lnTo>
                <a:lnTo>
                  <a:pt x="574345" y="18631"/>
                </a:lnTo>
                <a:lnTo>
                  <a:pt x="588390" y="28432"/>
                </a:lnTo>
                <a:lnTo>
                  <a:pt x="616934" y="73925"/>
                </a:lnTo>
                <a:lnTo>
                  <a:pt x="625316" y="115727"/>
                </a:lnTo>
                <a:lnTo>
                  <a:pt x="626363" y="139814"/>
                </a:lnTo>
                <a:lnTo>
                  <a:pt x="625316" y="164712"/>
                </a:lnTo>
                <a:lnTo>
                  <a:pt x="616934" y="207645"/>
                </a:lnTo>
                <a:lnTo>
                  <a:pt x="588438" y="253885"/>
                </a:lnTo>
                <a:lnTo>
                  <a:pt x="558418" y="270929"/>
                </a:lnTo>
                <a:lnTo>
                  <a:pt x="561975" y="282384"/>
                </a:lnTo>
                <a:lnTo>
                  <a:pt x="600535" y="264325"/>
                </a:lnTo>
                <a:lnTo>
                  <a:pt x="628903" y="233044"/>
                </a:lnTo>
                <a:lnTo>
                  <a:pt x="646271" y="191173"/>
                </a:lnTo>
                <a:lnTo>
                  <a:pt x="652017" y="141300"/>
                </a:lnTo>
                <a:lnTo>
                  <a:pt x="650565" y="115445"/>
                </a:lnTo>
                <a:lnTo>
                  <a:pt x="638944" y="69555"/>
                </a:lnTo>
                <a:lnTo>
                  <a:pt x="615892" y="32218"/>
                </a:lnTo>
                <a:lnTo>
                  <a:pt x="582503" y="7453"/>
                </a:lnTo>
                <a:lnTo>
                  <a:pt x="561975" y="0"/>
                </a:lnTo>
                <a:close/>
              </a:path>
              <a:path w="652145" h="282575">
                <a:moveTo>
                  <a:pt x="90042" y="0"/>
                </a:moveTo>
                <a:lnTo>
                  <a:pt x="51657" y="18192"/>
                </a:lnTo>
                <a:lnTo>
                  <a:pt x="23367" y="49529"/>
                </a:lnTo>
                <a:lnTo>
                  <a:pt x="5826" y="91528"/>
                </a:lnTo>
                <a:lnTo>
                  <a:pt x="0" y="141300"/>
                </a:lnTo>
                <a:lnTo>
                  <a:pt x="1452" y="167236"/>
                </a:lnTo>
                <a:lnTo>
                  <a:pt x="13073" y="213109"/>
                </a:lnTo>
                <a:lnTo>
                  <a:pt x="36125" y="250337"/>
                </a:lnTo>
                <a:lnTo>
                  <a:pt x="69514" y="275007"/>
                </a:lnTo>
                <a:lnTo>
                  <a:pt x="90042" y="282384"/>
                </a:lnTo>
                <a:lnTo>
                  <a:pt x="93599" y="270929"/>
                </a:lnTo>
                <a:lnTo>
                  <a:pt x="77549" y="263801"/>
                </a:lnTo>
                <a:lnTo>
                  <a:pt x="63690" y="253885"/>
                </a:lnTo>
                <a:lnTo>
                  <a:pt x="35210" y="207645"/>
                </a:lnTo>
                <a:lnTo>
                  <a:pt x="26828" y="164712"/>
                </a:lnTo>
                <a:lnTo>
                  <a:pt x="25780" y="139814"/>
                </a:lnTo>
                <a:lnTo>
                  <a:pt x="26828" y="115727"/>
                </a:lnTo>
                <a:lnTo>
                  <a:pt x="35210" y="73925"/>
                </a:lnTo>
                <a:lnTo>
                  <a:pt x="63801" y="28432"/>
                </a:lnTo>
                <a:lnTo>
                  <a:pt x="94106" y="11556"/>
                </a:lnTo>
                <a:lnTo>
                  <a:pt x="9004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8528431" y="5477509"/>
            <a:ext cx="694055" cy="282575"/>
          </a:xfrm>
          <a:custGeom>
            <a:avLst/>
            <a:gdLst/>
            <a:ahLst/>
            <a:cxnLst/>
            <a:rect l="l" t="t" r="r" b="b"/>
            <a:pathLst>
              <a:path w="694054" h="282575">
                <a:moveTo>
                  <a:pt x="603885" y="0"/>
                </a:moveTo>
                <a:lnTo>
                  <a:pt x="599948" y="11556"/>
                </a:lnTo>
                <a:lnTo>
                  <a:pt x="616255" y="18631"/>
                </a:lnTo>
                <a:lnTo>
                  <a:pt x="630301" y="28432"/>
                </a:lnTo>
                <a:lnTo>
                  <a:pt x="658844" y="73925"/>
                </a:lnTo>
                <a:lnTo>
                  <a:pt x="667226" y="115727"/>
                </a:lnTo>
                <a:lnTo>
                  <a:pt x="668274" y="139814"/>
                </a:lnTo>
                <a:lnTo>
                  <a:pt x="667226" y="164712"/>
                </a:lnTo>
                <a:lnTo>
                  <a:pt x="658844" y="207645"/>
                </a:lnTo>
                <a:lnTo>
                  <a:pt x="630348" y="253885"/>
                </a:lnTo>
                <a:lnTo>
                  <a:pt x="600328" y="270929"/>
                </a:lnTo>
                <a:lnTo>
                  <a:pt x="603885" y="282384"/>
                </a:lnTo>
                <a:lnTo>
                  <a:pt x="642445" y="264325"/>
                </a:lnTo>
                <a:lnTo>
                  <a:pt x="670814" y="233044"/>
                </a:lnTo>
                <a:lnTo>
                  <a:pt x="688181" y="191173"/>
                </a:lnTo>
                <a:lnTo>
                  <a:pt x="693927" y="141300"/>
                </a:lnTo>
                <a:lnTo>
                  <a:pt x="692475" y="115445"/>
                </a:lnTo>
                <a:lnTo>
                  <a:pt x="680854" y="69555"/>
                </a:lnTo>
                <a:lnTo>
                  <a:pt x="657802" y="32218"/>
                </a:lnTo>
                <a:lnTo>
                  <a:pt x="624413" y="7453"/>
                </a:lnTo>
                <a:lnTo>
                  <a:pt x="603885" y="0"/>
                </a:lnTo>
                <a:close/>
              </a:path>
              <a:path w="694054" h="282575">
                <a:moveTo>
                  <a:pt x="90043" y="0"/>
                </a:moveTo>
                <a:lnTo>
                  <a:pt x="51657" y="18192"/>
                </a:lnTo>
                <a:lnTo>
                  <a:pt x="23368" y="49529"/>
                </a:lnTo>
                <a:lnTo>
                  <a:pt x="5826" y="91528"/>
                </a:lnTo>
                <a:lnTo>
                  <a:pt x="0" y="141300"/>
                </a:lnTo>
                <a:lnTo>
                  <a:pt x="1452" y="167236"/>
                </a:lnTo>
                <a:lnTo>
                  <a:pt x="13073" y="213109"/>
                </a:lnTo>
                <a:lnTo>
                  <a:pt x="36125" y="250337"/>
                </a:lnTo>
                <a:lnTo>
                  <a:pt x="69514" y="275007"/>
                </a:lnTo>
                <a:lnTo>
                  <a:pt x="90043" y="282384"/>
                </a:lnTo>
                <a:lnTo>
                  <a:pt x="93599" y="270929"/>
                </a:lnTo>
                <a:lnTo>
                  <a:pt x="77549" y="263801"/>
                </a:lnTo>
                <a:lnTo>
                  <a:pt x="63690" y="253885"/>
                </a:lnTo>
                <a:lnTo>
                  <a:pt x="35210" y="207645"/>
                </a:lnTo>
                <a:lnTo>
                  <a:pt x="26828" y="164712"/>
                </a:lnTo>
                <a:lnTo>
                  <a:pt x="25780" y="139814"/>
                </a:lnTo>
                <a:lnTo>
                  <a:pt x="26828" y="115727"/>
                </a:lnTo>
                <a:lnTo>
                  <a:pt x="35210" y="73925"/>
                </a:lnTo>
                <a:lnTo>
                  <a:pt x="63801" y="28432"/>
                </a:lnTo>
                <a:lnTo>
                  <a:pt x="94107" y="11556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9389491" y="5477509"/>
            <a:ext cx="669290" cy="282575"/>
          </a:xfrm>
          <a:custGeom>
            <a:avLst/>
            <a:gdLst/>
            <a:ahLst/>
            <a:cxnLst/>
            <a:rect l="l" t="t" r="r" b="b"/>
            <a:pathLst>
              <a:path w="669290" h="282575">
                <a:moveTo>
                  <a:pt x="578738" y="0"/>
                </a:moveTo>
                <a:lnTo>
                  <a:pt x="574801" y="11556"/>
                </a:lnTo>
                <a:lnTo>
                  <a:pt x="591109" y="18631"/>
                </a:lnTo>
                <a:lnTo>
                  <a:pt x="605154" y="28432"/>
                </a:lnTo>
                <a:lnTo>
                  <a:pt x="633698" y="73925"/>
                </a:lnTo>
                <a:lnTo>
                  <a:pt x="642080" y="115727"/>
                </a:lnTo>
                <a:lnTo>
                  <a:pt x="643127" y="139814"/>
                </a:lnTo>
                <a:lnTo>
                  <a:pt x="642080" y="164712"/>
                </a:lnTo>
                <a:lnTo>
                  <a:pt x="633698" y="207645"/>
                </a:lnTo>
                <a:lnTo>
                  <a:pt x="605202" y="253885"/>
                </a:lnTo>
                <a:lnTo>
                  <a:pt x="575182" y="270929"/>
                </a:lnTo>
                <a:lnTo>
                  <a:pt x="578738" y="282384"/>
                </a:lnTo>
                <a:lnTo>
                  <a:pt x="617299" y="264325"/>
                </a:lnTo>
                <a:lnTo>
                  <a:pt x="645667" y="233044"/>
                </a:lnTo>
                <a:lnTo>
                  <a:pt x="663035" y="191173"/>
                </a:lnTo>
                <a:lnTo>
                  <a:pt x="668781" y="141300"/>
                </a:lnTo>
                <a:lnTo>
                  <a:pt x="667329" y="115445"/>
                </a:lnTo>
                <a:lnTo>
                  <a:pt x="655708" y="69555"/>
                </a:lnTo>
                <a:lnTo>
                  <a:pt x="632656" y="32218"/>
                </a:lnTo>
                <a:lnTo>
                  <a:pt x="599267" y="7453"/>
                </a:lnTo>
                <a:lnTo>
                  <a:pt x="578738" y="0"/>
                </a:lnTo>
                <a:close/>
              </a:path>
              <a:path w="669290" h="282575">
                <a:moveTo>
                  <a:pt x="90042" y="0"/>
                </a:moveTo>
                <a:lnTo>
                  <a:pt x="51657" y="18192"/>
                </a:lnTo>
                <a:lnTo>
                  <a:pt x="23367" y="49529"/>
                </a:lnTo>
                <a:lnTo>
                  <a:pt x="5826" y="91528"/>
                </a:lnTo>
                <a:lnTo>
                  <a:pt x="0" y="141300"/>
                </a:lnTo>
                <a:lnTo>
                  <a:pt x="1452" y="167236"/>
                </a:lnTo>
                <a:lnTo>
                  <a:pt x="13073" y="213109"/>
                </a:lnTo>
                <a:lnTo>
                  <a:pt x="36125" y="250337"/>
                </a:lnTo>
                <a:lnTo>
                  <a:pt x="69514" y="275007"/>
                </a:lnTo>
                <a:lnTo>
                  <a:pt x="90042" y="282384"/>
                </a:lnTo>
                <a:lnTo>
                  <a:pt x="93599" y="270929"/>
                </a:lnTo>
                <a:lnTo>
                  <a:pt x="77549" y="263801"/>
                </a:lnTo>
                <a:lnTo>
                  <a:pt x="63690" y="253885"/>
                </a:lnTo>
                <a:lnTo>
                  <a:pt x="35210" y="207645"/>
                </a:lnTo>
                <a:lnTo>
                  <a:pt x="26828" y="164712"/>
                </a:lnTo>
                <a:lnTo>
                  <a:pt x="25780" y="139814"/>
                </a:lnTo>
                <a:lnTo>
                  <a:pt x="26828" y="115727"/>
                </a:lnTo>
                <a:lnTo>
                  <a:pt x="35210" y="73925"/>
                </a:lnTo>
                <a:lnTo>
                  <a:pt x="63801" y="28432"/>
                </a:lnTo>
                <a:lnTo>
                  <a:pt x="94106" y="11556"/>
                </a:lnTo>
                <a:lnTo>
                  <a:pt x="9004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7642352" y="4615941"/>
            <a:ext cx="1555115" cy="283845"/>
          </a:xfrm>
          <a:custGeom>
            <a:avLst/>
            <a:gdLst/>
            <a:ahLst/>
            <a:cxnLst/>
            <a:rect l="l" t="t" r="r" b="b"/>
            <a:pathLst>
              <a:path w="1555115" h="283845">
                <a:moveTo>
                  <a:pt x="1464055" y="0"/>
                </a:moveTo>
                <a:lnTo>
                  <a:pt x="1460119" y="0"/>
                </a:lnTo>
                <a:lnTo>
                  <a:pt x="1460119" y="11302"/>
                </a:lnTo>
                <a:lnTo>
                  <a:pt x="1462404" y="11302"/>
                </a:lnTo>
                <a:lnTo>
                  <a:pt x="1472594" y="12015"/>
                </a:lnTo>
                <a:lnTo>
                  <a:pt x="1505331" y="37480"/>
                </a:lnTo>
                <a:lnTo>
                  <a:pt x="1508378" y="59689"/>
                </a:lnTo>
                <a:lnTo>
                  <a:pt x="1508188" y="65218"/>
                </a:lnTo>
                <a:lnTo>
                  <a:pt x="1507617" y="71342"/>
                </a:lnTo>
                <a:lnTo>
                  <a:pt x="1506664" y="78085"/>
                </a:lnTo>
                <a:lnTo>
                  <a:pt x="1505330" y="85470"/>
                </a:lnTo>
                <a:lnTo>
                  <a:pt x="1503426" y="95630"/>
                </a:lnTo>
                <a:lnTo>
                  <a:pt x="1502409" y="102996"/>
                </a:lnTo>
                <a:lnTo>
                  <a:pt x="1502409" y="115823"/>
                </a:lnTo>
                <a:lnTo>
                  <a:pt x="1504823" y="122681"/>
                </a:lnTo>
                <a:lnTo>
                  <a:pt x="1514855" y="133476"/>
                </a:lnTo>
                <a:lnTo>
                  <a:pt x="1520698" y="137540"/>
                </a:lnTo>
                <a:lnTo>
                  <a:pt x="1527555" y="140080"/>
                </a:lnTo>
                <a:lnTo>
                  <a:pt x="1527555" y="142747"/>
                </a:lnTo>
                <a:lnTo>
                  <a:pt x="1520698" y="145287"/>
                </a:lnTo>
                <a:lnTo>
                  <a:pt x="1514855" y="149351"/>
                </a:lnTo>
                <a:lnTo>
                  <a:pt x="1504823" y="160146"/>
                </a:lnTo>
                <a:lnTo>
                  <a:pt x="1502409" y="167004"/>
                </a:lnTo>
                <a:lnTo>
                  <a:pt x="1502409" y="179831"/>
                </a:lnTo>
                <a:lnTo>
                  <a:pt x="1503426" y="187197"/>
                </a:lnTo>
                <a:lnTo>
                  <a:pt x="1505330" y="197357"/>
                </a:lnTo>
                <a:lnTo>
                  <a:pt x="1506664" y="204743"/>
                </a:lnTo>
                <a:lnTo>
                  <a:pt x="1507617" y="211486"/>
                </a:lnTo>
                <a:lnTo>
                  <a:pt x="1508188" y="217610"/>
                </a:lnTo>
                <a:lnTo>
                  <a:pt x="1508378" y="223138"/>
                </a:lnTo>
                <a:lnTo>
                  <a:pt x="1507616" y="235592"/>
                </a:lnTo>
                <a:lnTo>
                  <a:pt x="1481629" y="269700"/>
                </a:lnTo>
                <a:lnTo>
                  <a:pt x="1462404" y="272541"/>
                </a:lnTo>
                <a:lnTo>
                  <a:pt x="1460119" y="272541"/>
                </a:lnTo>
                <a:lnTo>
                  <a:pt x="1460119" y="283844"/>
                </a:lnTo>
                <a:lnTo>
                  <a:pt x="1464055" y="283844"/>
                </a:lnTo>
                <a:lnTo>
                  <a:pt x="1480391" y="282630"/>
                </a:lnTo>
                <a:lnTo>
                  <a:pt x="1516252" y="267842"/>
                </a:lnTo>
                <a:lnTo>
                  <a:pt x="1533652" y="220471"/>
                </a:lnTo>
                <a:lnTo>
                  <a:pt x="1533435" y="214066"/>
                </a:lnTo>
                <a:lnTo>
                  <a:pt x="1532778" y="207232"/>
                </a:lnTo>
                <a:lnTo>
                  <a:pt x="1531669" y="199969"/>
                </a:lnTo>
                <a:lnTo>
                  <a:pt x="1530096" y="192277"/>
                </a:lnTo>
                <a:lnTo>
                  <a:pt x="1527809" y="181736"/>
                </a:lnTo>
                <a:lnTo>
                  <a:pt x="1526667" y="174751"/>
                </a:lnTo>
                <a:lnTo>
                  <a:pt x="1526667" y="164337"/>
                </a:lnTo>
                <a:lnTo>
                  <a:pt x="1528952" y="158749"/>
                </a:lnTo>
                <a:lnTo>
                  <a:pt x="1533778" y="154431"/>
                </a:lnTo>
                <a:lnTo>
                  <a:pt x="1538477" y="150113"/>
                </a:lnTo>
                <a:lnTo>
                  <a:pt x="1545590" y="147827"/>
                </a:lnTo>
                <a:lnTo>
                  <a:pt x="1555115" y="147573"/>
                </a:lnTo>
                <a:lnTo>
                  <a:pt x="1555115" y="135254"/>
                </a:lnTo>
                <a:lnTo>
                  <a:pt x="1545590" y="135000"/>
                </a:lnTo>
                <a:lnTo>
                  <a:pt x="1538477" y="132714"/>
                </a:lnTo>
                <a:lnTo>
                  <a:pt x="1533778" y="128396"/>
                </a:lnTo>
                <a:lnTo>
                  <a:pt x="1528952" y="124078"/>
                </a:lnTo>
                <a:lnTo>
                  <a:pt x="1526667" y="118490"/>
                </a:lnTo>
                <a:lnTo>
                  <a:pt x="1526667" y="108076"/>
                </a:lnTo>
                <a:lnTo>
                  <a:pt x="1527809" y="101091"/>
                </a:lnTo>
                <a:lnTo>
                  <a:pt x="1530096" y="90550"/>
                </a:lnTo>
                <a:lnTo>
                  <a:pt x="1531669" y="82859"/>
                </a:lnTo>
                <a:lnTo>
                  <a:pt x="1532778" y="75596"/>
                </a:lnTo>
                <a:lnTo>
                  <a:pt x="1533435" y="68762"/>
                </a:lnTo>
                <a:lnTo>
                  <a:pt x="1533652" y="62356"/>
                </a:lnTo>
                <a:lnTo>
                  <a:pt x="1532576" y="47880"/>
                </a:lnTo>
                <a:lnTo>
                  <a:pt x="1506489" y="9215"/>
                </a:lnTo>
                <a:lnTo>
                  <a:pt x="1480391" y="1214"/>
                </a:lnTo>
                <a:lnTo>
                  <a:pt x="1464055" y="0"/>
                </a:lnTo>
                <a:close/>
              </a:path>
              <a:path w="1555115" h="283845">
                <a:moveTo>
                  <a:pt x="94996" y="0"/>
                </a:moveTo>
                <a:lnTo>
                  <a:pt x="91058" y="0"/>
                </a:lnTo>
                <a:lnTo>
                  <a:pt x="74703" y="1214"/>
                </a:lnTo>
                <a:lnTo>
                  <a:pt x="38734" y="16001"/>
                </a:lnTo>
                <a:lnTo>
                  <a:pt x="21661" y="59562"/>
                </a:lnTo>
                <a:lnTo>
                  <a:pt x="21558" y="65091"/>
                </a:lnTo>
                <a:lnTo>
                  <a:pt x="21677" y="68635"/>
                </a:lnTo>
                <a:lnTo>
                  <a:pt x="22320" y="75469"/>
                </a:lnTo>
                <a:lnTo>
                  <a:pt x="23391" y="82732"/>
                </a:lnTo>
                <a:lnTo>
                  <a:pt x="24892" y="90423"/>
                </a:lnTo>
                <a:lnTo>
                  <a:pt x="27304" y="100837"/>
                </a:lnTo>
                <a:lnTo>
                  <a:pt x="28448" y="107949"/>
                </a:lnTo>
                <a:lnTo>
                  <a:pt x="28448" y="118363"/>
                </a:lnTo>
                <a:lnTo>
                  <a:pt x="26034" y="123951"/>
                </a:lnTo>
                <a:lnTo>
                  <a:pt x="16637" y="132587"/>
                </a:lnTo>
                <a:lnTo>
                  <a:pt x="9525" y="134873"/>
                </a:lnTo>
                <a:lnTo>
                  <a:pt x="0" y="135127"/>
                </a:lnTo>
                <a:lnTo>
                  <a:pt x="0" y="147319"/>
                </a:lnTo>
                <a:lnTo>
                  <a:pt x="9525" y="147700"/>
                </a:lnTo>
                <a:lnTo>
                  <a:pt x="16637" y="149986"/>
                </a:lnTo>
                <a:lnTo>
                  <a:pt x="26034" y="158622"/>
                </a:lnTo>
                <a:lnTo>
                  <a:pt x="28448" y="164210"/>
                </a:lnTo>
                <a:lnTo>
                  <a:pt x="28448" y="174624"/>
                </a:lnTo>
                <a:lnTo>
                  <a:pt x="27304" y="181609"/>
                </a:lnTo>
                <a:lnTo>
                  <a:pt x="24892" y="192150"/>
                </a:lnTo>
                <a:lnTo>
                  <a:pt x="23391" y="199842"/>
                </a:lnTo>
                <a:lnTo>
                  <a:pt x="22320" y="207105"/>
                </a:lnTo>
                <a:lnTo>
                  <a:pt x="21677" y="213939"/>
                </a:lnTo>
                <a:lnTo>
                  <a:pt x="21463" y="220344"/>
                </a:lnTo>
                <a:lnTo>
                  <a:pt x="22536" y="235321"/>
                </a:lnTo>
                <a:lnTo>
                  <a:pt x="48517" y="274629"/>
                </a:lnTo>
                <a:lnTo>
                  <a:pt x="91058" y="283844"/>
                </a:lnTo>
                <a:lnTo>
                  <a:pt x="94996" y="283844"/>
                </a:lnTo>
                <a:lnTo>
                  <a:pt x="94996" y="272541"/>
                </a:lnTo>
                <a:lnTo>
                  <a:pt x="92709" y="272541"/>
                </a:lnTo>
                <a:lnTo>
                  <a:pt x="82520" y="271829"/>
                </a:lnTo>
                <a:lnTo>
                  <a:pt x="49783" y="246078"/>
                </a:lnTo>
                <a:lnTo>
                  <a:pt x="46736" y="223011"/>
                </a:lnTo>
                <a:lnTo>
                  <a:pt x="46926" y="217465"/>
                </a:lnTo>
                <a:lnTo>
                  <a:pt x="47498" y="211312"/>
                </a:lnTo>
                <a:lnTo>
                  <a:pt x="48450" y="204563"/>
                </a:lnTo>
                <a:lnTo>
                  <a:pt x="49783" y="197230"/>
                </a:lnTo>
                <a:lnTo>
                  <a:pt x="51689" y="187070"/>
                </a:lnTo>
                <a:lnTo>
                  <a:pt x="52704" y="179704"/>
                </a:lnTo>
                <a:lnTo>
                  <a:pt x="52704" y="166877"/>
                </a:lnTo>
                <a:lnTo>
                  <a:pt x="50165" y="160019"/>
                </a:lnTo>
                <a:lnTo>
                  <a:pt x="45212" y="154558"/>
                </a:lnTo>
                <a:lnTo>
                  <a:pt x="40258" y="149224"/>
                </a:lnTo>
                <a:lnTo>
                  <a:pt x="34417" y="145160"/>
                </a:lnTo>
                <a:lnTo>
                  <a:pt x="27558" y="142620"/>
                </a:lnTo>
                <a:lnTo>
                  <a:pt x="27558" y="139953"/>
                </a:lnTo>
                <a:lnTo>
                  <a:pt x="34417" y="137286"/>
                </a:lnTo>
                <a:lnTo>
                  <a:pt x="40258" y="133349"/>
                </a:lnTo>
                <a:lnTo>
                  <a:pt x="45212" y="127888"/>
                </a:lnTo>
                <a:lnTo>
                  <a:pt x="50165" y="122554"/>
                </a:lnTo>
                <a:lnTo>
                  <a:pt x="52704" y="115569"/>
                </a:lnTo>
                <a:lnTo>
                  <a:pt x="52704" y="102869"/>
                </a:lnTo>
                <a:lnTo>
                  <a:pt x="51689" y="95503"/>
                </a:lnTo>
                <a:lnTo>
                  <a:pt x="49783" y="85343"/>
                </a:lnTo>
                <a:lnTo>
                  <a:pt x="48450" y="77958"/>
                </a:lnTo>
                <a:lnTo>
                  <a:pt x="47498" y="71215"/>
                </a:lnTo>
                <a:lnTo>
                  <a:pt x="46926" y="65091"/>
                </a:lnTo>
                <a:lnTo>
                  <a:pt x="46736" y="59562"/>
                </a:lnTo>
                <a:lnTo>
                  <a:pt x="47498" y="47609"/>
                </a:lnTo>
                <a:lnTo>
                  <a:pt x="73485" y="14144"/>
                </a:lnTo>
                <a:lnTo>
                  <a:pt x="92709" y="11302"/>
                </a:lnTo>
                <a:lnTo>
                  <a:pt x="94996" y="11302"/>
                </a:lnTo>
                <a:lnTo>
                  <a:pt x="9499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5055615" y="4527550"/>
            <a:ext cx="6047740" cy="12522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168910" algn="ctr">
              <a:lnSpc>
                <a:spcPct val="100000"/>
              </a:lnSpc>
              <a:spcBef>
                <a:spcPts val="100"/>
              </a:spcBef>
              <a:tabLst>
                <a:tab pos="858519" algn="l"/>
              </a:tabLst>
            </a:pPr>
            <a:r>
              <a:rPr sz="2400">
                <a:latin typeface="Cambria Math"/>
                <a:cs typeface="Cambria Math"/>
              </a:rPr>
              <a:t>𝑽</a:t>
            </a:r>
            <a:r>
              <a:rPr sz="2625" baseline="-15873">
                <a:latin typeface="Cambria Math"/>
                <a:cs typeface="Cambria Math"/>
              </a:rPr>
              <a:t>𝟏</a:t>
            </a:r>
            <a:r>
              <a:rPr sz="2625" spc="569" baseline="-15873">
                <a:latin typeface="Cambria Math"/>
                <a:cs typeface="Cambria Math"/>
              </a:rPr>
              <a:t> </a:t>
            </a:r>
            <a:r>
              <a:rPr sz="2400" spc="-50">
                <a:latin typeface="Cambria Math"/>
                <a:cs typeface="Cambria Math"/>
              </a:rPr>
              <a:t>=</a:t>
            </a:r>
            <a:r>
              <a:rPr sz="2400">
                <a:latin typeface="Cambria Math"/>
                <a:cs typeface="Cambria Math"/>
              </a:rPr>
              <a:t>	</a:t>
            </a:r>
            <a:r>
              <a:rPr sz="2400" spc="-10">
                <a:latin typeface="Cambria Math"/>
                <a:cs typeface="Cambria Math"/>
              </a:rPr>
              <a:t>𝒂,</a:t>
            </a:r>
            <a:r>
              <a:rPr sz="2400" spc="-135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𝒃,</a:t>
            </a:r>
            <a:r>
              <a:rPr sz="2400" spc="-130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𝒄,</a:t>
            </a:r>
            <a:r>
              <a:rPr sz="2400" spc="-130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𝒅,</a:t>
            </a:r>
            <a:r>
              <a:rPr sz="2400" spc="-130">
                <a:latin typeface="Cambria Math"/>
                <a:cs typeface="Cambria Math"/>
              </a:rPr>
              <a:t> </a:t>
            </a:r>
            <a:r>
              <a:rPr sz="2400" spc="-50">
                <a:latin typeface="Cambria Math"/>
                <a:cs typeface="Cambria Math"/>
              </a:rPr>
              <a:t>𝒇</a:t>
            </a:r>
            <a:endParaRPr sz="24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3300">
              <a:latin typeface="Cambria Math"/>
              <a:cs typeface="Cambria Math"/>
            </a:endParaRPr>
          </a:p>
          <a:p>
            <a:pPr marL="50800">
              <a:lnSpc>
                <a:spcPct val="100000"/>
              </a:lnSpc>
              <a:tabLst>
                <a:tab pos="1651000" algn="l"/>
                <a:tab pos="1890395" algn="l"/>
                <a:tab pos="2753995" algn="l"/>
                <a:tab pos="3572510" algn="l"/>
                <a:tab pos="4194810" algn="l"/>
                <a:tab pos="4434205" algn="l"/>
              </a:tabLst>
            </a:pPr>
            <a:r>
              <a:rPr sz="2400">
                <a:latin typeface="Cambria Math"/>
                <a:cs typeface="Cambria Math"/>
              </a:rPr>
              <a:t>𝑬</a:t>
            </a:r>
            <a:r>
              <a:rPr sz="2625" baseline="-15873">
                <a:latin typeface="Cambria Math"/>
                <a:cs typeface="Cambria Math"/>
              </a:rPr>
              <a:t>𝟏</a:t>
            </a:r>
            <a:r>
              <a:rPr sz="2625" spc="555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5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{</a:t>
            </a:r>
            <a:r>
              <a:rPr sz="2400" spc="465">
                <a:latin typeface="Cambria Math"/>
                <a:cs typeface="Cambria Math"/>
              </a:rPr>
              <a:t> </a:t>
            </a:r>
            <a:r>
              <a:rPr sz="2400" spc="-10">
                <a:latin typeface="Cambria Math"/>
                <a:cs typeface="Cambria Math"/>
              </a:rPr>
              <a:t>𝒂,</a:t>
            </a:r>
            <a:r>
              <a:rPr sz="2400" spc="-135">
                <a:latin typeface="Cambria Math"/>
                <a:cs typeface="Cambria Math"/>
              </a:rPr>
              <a:t> </a:t>
            </a:r>
            <a:r>
              <a:rPr sz="2400" spc="-50">
                <a:latin typeface="Cambria Math"/>
                <a:cs typeface="Cambria Math"/>
              </a:rPr>
              <a:t>𝒃</a:t>
            </a:r>
            <a:r>
              <a:rPr sz="2400">
                <a:latin typeface="Cambria Math"/>
                <a:cs typeface="Cambria Math"/>
              </a:rPr>
              <a:t>	</a:t>
            </a:r>
            <a:r>
              <a:rPr sz="2400" spc="-50">
                <a:latin typeface="Cambria Math"/>
                <a:cs typeface="Cambria Math"/>
              </a:rPr>
              <a:t>,</a:t>
            </a:r>
            <a:r>
              <a:rPr sz="2400">
                <a:latin typeface="Cambria Math"/>
                <a:cs typeface="Cambria Math"/>
              </a:rPr>
              <a:t>	</a:t>
            </a:r>
            <a:r>
              <a:rPr sz="2400" spc="-10">
                <a:latin typeface="Cambria Math"/>
                <a:cs typeface="Cambria Math"/>
              </a:rPr>
              <a:t>𝒂,</a:t>
            </a:r>
            <a:r>
              <a:rPr sz="2400" spc="-135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𝒅</a:t>
            </a:r>
            <a:r>
              <a:rPr sz="2400" spc="480">
                <a:latin typeface="Cambria Math"/>
                <a:cs typeface="Cambria Math"/>
              </a:rPr>
              <a:t> </a:t>
            </a:r>
            <a:r>
              <a:rPr sz="2400" spc="-50">
                <a:latin typeface="Cambria Math"/>
                <a:cs typeface="Cambria Math"/>
              </a:rPr>
              <a:t>,</a:t>
            </a:r>
            <a:r>
              <a:rPr sz="2400">
                <a:latin typeface="Cambria Math"/>
                <a:cs typeface="Cambria Math"/>
              </a:rPr>
              <a:t>	𝒃,</a:t>
            </a:r>
            <a:r>
              <a:rPr sz="2400" spc="-135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𝒄</a:t>
            </a:r>
            <a:r>
              <a:rPr sz="2400" spc="465">
                <a:latin typeface="Cambria Math"/>
                <a:cs typeface="Cambria Math"/>
              </a:rPr>
              <a:t> </a:t>
            </a:r>
            <a:r>
              <a:rPr sz="2400" spc="-50">
                <a:latin typeface="Cambria Math"/>
                <a:cs typeface="Cambria Math"/>
              </a:rPr>
              <a:t>,</a:t>
            </a:r>
            <a:r>
              <a:rPr sz="2400">
                <a:latin typeface="Cambria Math"/>
                <a:cs typeface="Cambria Math"/>
              </a:rPr>
              <a:t>	𝒃,</a:t>
            </a:r>
            <a:r>
              <a:rPr sz="2400" spc="-145">
                <a:latin typeface="Cambria Math"/>
                <a:cs typeface="Cambria Math"/>
              </a:rPr>
              <a:t> </a:t>
            </a:r>
            <a:r>
              <a:rPr sz="2400" spc="-50">
                <a:latin typeface="Cambria Math"/>
                <a:cs typeface="Cambria Math"/>
              </a:rPr>
              <a:t>𝒅</a:t>
            </a:r>
            <a:r>
              <a:rPr sz="2400">
                <a:latin typeface="Cambria Math"/>
                <a:cs typeface="Cambria Math"/>
              </a:rPr>
              <a:t>	</a:t>
            </a:r>
            <a:r>
              <a:rPr sz="2400" spc="-50">
                <a:latin typeface="Cambria Math"/>
                <a:cs typeface="Cambria Math"/>
              </a:rPr>
              <a:t>,</a:t>
            </a:r>
            <a:r>
              <a:rPr sz="2400">
                <a:latin typeface="Cambria Math"/>
                <a:cs typeface="Cambria Math"/>
              </a:rPr>
              <a:t>	𝒃,</a:t>
            </a:r>
            <a:r>
              <a:rPr sz="2400" spc="-145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𝒇</a:t>
            </a:r>
            <a:r>
              <a:rPr sz="2400" spc="459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,</a:t>
            </a:r>
            <a:r>
              <a:rPr sz="2400" spc="-135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(𝒅,</a:t>
            </a:r>
            <a:r>
              <a:rPr sz="2400" spc="-130">
                <a:latin typeface="Cambria Math"/>
                <a:cs typeface="Cambria Math"/>
              </a:rPr>
              <a:t> </a:t>
            </a:r>
            <a:r>
              <a:rPr sz="2400" spc="-25">
                <a:latin typeface="Cambria Math"/>
                <a:cs typeface="Cambria Math"/>
              </a:rPr>
              <a:t>𝒇)}</a:t>
            </a:r>
            <a:endParaRPr sz="24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53870" y="2530094"/>
            <a:ext cx="808355" cy="329565"/>
          </a:xfrm>
          <a:custGeom>
            <a:avLst/>
            <a:gdLst/>
            <a:ahLst/>
            <a:cxnLst/>
            <a:rect l="l" t="t" r="r" b="b"/>
            <a:pathLst>
              <a:path w="808355" h="329564">
                <a:moveTo>
                  <a:pt x="703199" y="0"/>
                </a:moveTo>
                <a:lnTo>
                  <a:pt x="698500" y="13334"/>
                </a:lnTo>
                <a:lnTo>
                  <a:pt x="717569" y="21669"/>
                </a:lnTo>
                <a:lnTo>
                  <a:pt x="733996" y="33146"/>
                </a:lnTo>
                <a:lnTo>
                  <a:pt x="758825" y="65531"/>
                </a:lnTo>
                <a:lnTo>
                  <a:pt x="773398" y="109362"/>
                </a:lnTo>
                <a:lnTo>
                  <a:pt x="778256" y="163194"/>
                </a:lnTo>
                <a:lnTo>
                  <a:pt x="777039" y="192246"/>
                </a:lnTo>
                <a:lnTo>
                  <a:pt x="767272" y="242347"/>
                </a:lnTo>
                <a:lnTo>
                  <a:pt x="747621" y="281493"/>
                </a:lnTo>
                <a:lnTo>
                  <a:pt x="717800" y="307921"/>
                </a:lnTo>
                <a:lnTo>
                  <a:pt x="699007" y="316229"/>
                </a:lnTo>
                <a:lnTo>
                  <a:pt x="703199" y="329564"/>
                </a:lnTo>
                <a:lnTo>
                  <a:pt x="748141" y="308514"/>
                </a:lnTo>
                <a:lnTo>
                  <a:pt x="781176" y="272033"/>
                </a:lnTo>
                <a:lnTo>
                  <a:pt x="801576" y="223154"/>
                </a:lnTo>
                <a:lnTo>
                  <a:pt x="808355" y="164845"/>
                </a:lnTo>
                <a:lnTo>
                  <a:pt x="806644" y="134651"/>
                </a:lnTo>
                <a:lnTo>
                  <a:pt x="793031" y="81121"/>
                </a:lnTo>
                <a:lnTo>
                  <a:pt x="766081" y="37522"/>
                </a:lnTo>
                <a:lnTo>
                  <a:pt x="727080" y="8618"/>
                </a:lnTo>
                <a:lnTo>
                  <a:pt x="703199" y="0"/>
                </a:lnTo>
                <a:close/>
              </a:path>
              <a:path w="808355" h="329564">
                <a:moveTo>
                  <a:pt x="105156" y="0"/>
                </a:moveTo>
                <a:lnTo>
                  <a:pt x="60309" y="21129"/>
                </a:lnTo>
                <a:lnTo>
                  <a:pt x="27177" y="57784"/>
                </a:lnTo>
                <a:lnTo>
                  <a:pt x="6826" y="106743"/>
                </a:lnTo>
                <a:lnTo>
                  <a:pt x="0" y="164845"/>
                </a:lnTo>
                <a:lnTo>
                  <a:pt x="1692" y="195185"/>
                </a:lnTo>
                <a:lnTo>
                  <a:pt x="15269" y="248767"/>
                </a:lnTo>
                <a:lnTo>
                  <a:pt x="42201" y="292203"/>
                </a:lnTo>
                <a:lnTo>
                  <a:pt x="81202" y="320968"/>
                </a:lnTo>
                <a:lnTo>
                  <a:pt x="105156" y="329564"/>
                </a:lnTo>
                <a:lnTo>
                  <a:pt x="109347" y="316229"/>
                </a:lnTo>
                <a:lnTo>
                  <a:pt x="90537" y="307921"/>
                </a:lnTo>
                <a:lnTo>
                  <a:pt x="74310" y="296338"/>
                </a:lnTo>
                <a:lnTo>
                  <a:pt x="49656" y="263397"/>
                </a:lnTo>
                <a:lnTo>
                  <a:pt x="34972" y="218630"/>
                </a:lnTo>
                <a:lnTo>
                  <a:pt x="30099" y="163194"/>
                </a:lnTo>
                <a:lnTo>
                  <a:pt x="31315" y="135022"/>
                </a:lnTo>
                <a:lnTo>
                  <a:pt x="41082" y="86203"/>
                </a:lnTo>
                <a:lnTo>
                  <a:pt x="60723" y="47767"/>
                </a:lnTo>
                <a:lnTo>
                  <a:pt x="90858" y="21669"/>
                </a:lnTo>
                <a:lnTo>
                  <a:pt x="109855" y="13334"/>
                </a:lnTo>
                <a:lnTo>
                  <a:pt x="10515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678180" y="984920"/>
            <a:ext cx="7675880" cy="2886710"/>
          </a:xfrm>
          <a:prstGeom prst="rect">
            <a:avLst/>
          </a:prstGeom>
        </p:spPr>
        <p:txBody>
          <a:bodyPr vert="horz" wrap="square" lIns="0" tIns="106045" rIns="0" bIns="0" rtlCol="0">
            <a:spAutoFit/>
          </a:bodyPr>
          <a:lstStyle/>
          <a:p>
            <a:pPr marL="406400" indent="-342900">
              <a:lnSpc>
                <a:spcPct val="100000"/>
              </a:lnSpc>
              <a:spcBef>
                <a:spcPts val="835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405765" algn="l"/>
                <a:tab pos="406400" algn="l"/>
              </a:tabLst>
            </a:pPr>
            <a:r>
              <a:rPr sz="2800" spc="-5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图可以表示为一个二元组</a:t>
            </a:r>
            <a:r>
              <a:rPr sz="2800" dirty="0">
                <a:latin typeface="Cambria Math"/>
                <a:cs typeface="Cambria Math"/>
              </a:rPr>
              <a:t>𝑮</a:t>
            </a:r>
            <a:r>
              <a:rPr sz="2800" spc="75" dirty="0">
                <a:latin typeface="Cambria Math"/>
                <a:cs typeface="Cambria Math"/>
              </a:rPr>
              <a:t> =&lt; </a:t>
            </a:r>
            <a:r>
              <a:rPr sz="2800" spc="-10" dirty="0">
                <a:latin typeface="Cambria Math"/>
                <a:cs typeface="Cambria Math"/>
              </a:rPr>
              <a:t>𝑽</a:t>
            </a:r>
            <a:r>
              <a:rPr sz="2800" spc="-80" dirty="0">
                <a:latin typeface="Cambria Math"/>
                <a:cs typeface="Cambria Math"/>
              </a:rPr>
              <a:t>, </a:t>
            </a:r>
            <a:r>
              <a:rPr sz="2800" dirty="0">
                <a:latin typeface="Cambria Math"/>
                <a:cs typeface="Cambria Math"/>
              </a:rPr>
              <a:t>𝑬</a:t>
            </a:r>
            <a:r>
              <a:rPr sz="2800" spc="80" dirty="0">
                <a:latin typeface="Cambria Math"/>
                <a:cs typeface="Cambria Math"/>
              </a:rPr>
              <a:t> &gt;</a:t>
            </a:r>
            <a:r>
              <a:rPr sz="2800" spc="-20" dirty="0">
                <a:latin typeface="PMingLiU"/>
                <a:cs typeface="PMingLiU"/>
              </a:rPr>
              <a:t>，</a:t>
            </a:r>
            <a:r>
              <a:rPr sz="2800" spc="-2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其中</a:t>
            </a:r>
            <a:endParaRPr sz="28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755015" lvl="1" indent="-347980">
              <a:lnSpc>
                <a:spcPct val="100000"/>
              </a:lnSpc>
              <a:spcBef>
                <a:spcPts val="62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55015" algn="l"/>
                <a:tab pos="755650" algn="l"/>
              </a:tabLst>
            </a:pP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𝑽</a:t>
            </a:r>
            <a:r>
              <a:rPr sz="2400" spc="-5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表示非空顶点集，其元素称为顶点</a:t>
            </a:r>
            <a:r>
              <a:rPr sz="2400" b="1" spc="-10" dirty="0">
                <a:latin typeface="SimSun" panose="02010600030101010101" pitchFamily="2" charset="-122"/>
                <a:ea typeface="SimSun" panose="02010600030101010101" pitchFamily="2" charset="-122"/>
                <a:cs typeface="Times New Roman"/>
              </a:rPr>
              <a:t>(Vertex)</a:t>
            </a:r>
            <a:endParaRPr sz="2400" dirty="0">
              <a:latin typeface="SimSun" panose="02010600030101010101" pitchFamily="2" charset="-122"/>
              <a:ea typeface="SimSun" panose="02010600030101010101" pitchFamily="2" charset="-122"/>
              <a:cs typeface="Times New Roman"/>
            </a:endParaRPr>
          </a:p>
          <a:p>
            <a:pPr marL="755015" lvl="1" indent="-347980">
              <a:lnSpc>
                <a:spcPct val="100000"/>
              </a:lnSpc>
              <a:spcBef>
                <a:spcPts val="57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55015" algn="l"/>
                <a:tab pos="755650" algn="l"/>
              </a:tabLst>
            </a:pP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𝑬</a:t>
            </a:r>
            <a:r>
              <a:rPr sz="2400" spc="-5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表示边集，其元素称为边</a:t>
            </a:r>
            <a:r>
              <a:rPr sz="2400" b="1" spc="-10" dirty="0">
                <a:latin typeface="SimSun" panose="02010600030101010101" pitchFamily="2" charset="-122"/>
                <a:ea typeface="SimSun" panose="02010600030101010101" pitchFamily="2" charset="-122"/>
                <a:cs typeface="Times New Roman"/>
              </a:rPr>
              <a:t>(Edge)</a:t>
            </a:r>
            <a:endParaRPr sz="2400" dirty="0">
              <a:latin typeface="SimSun" panose="02010600030101010101" pitchFamily="2" charset="-122"/>
              <a:ea typeface="SimSun" panose="02010600030101010101" pitchFamily="2" charset="-122"/>
              <a:cs typeface="Times New Roman"/>
            </a:endParaRPr>
          </a:p>
          <a:p>
            <a:pPr marL="406400" indent="-342900">
              <a:lnSpc>
                <a:spcPct val="100000"/>
              </a:lnSpc>
              <a:spcBef>
                <a:spcPts val="62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405765" algn="l"/>
                <a:tab pos="406400" algn="l"/>
                <a:tab pos="1212215" algn="l"/>
                <a:tab pos="1935480" algn="l"/>
              </a:tabLst>
            </a:pPr>
            <a:r>
              <a:rPr sz="2800" dirty="0">
                <a:latin typeface="Cambria Math"/>
                <a:cs typeface="Cambria Math"/>
              </a:rPr>
              <a:t>𝒆</a:t>
            </a:r>
            <a:r>
              <a:rPr sz="2800" spc="55" dirty="0">
                <a:latin typeface="Cambria Math"/>
                <a:cs typeface="Cambria Math"/>
              </a:rPr>
              <a:t> =</a:t>
            </a:r>
            <a:r>
              <a:rPr sz="2800" dirty="0">
                <a:latin typeface="Cambria Math"/>
                <a:cs typeface="Cambria Math"/>
              </a:rPr>
              <a:t>	</a:t>
            </a:r>
            <a:r>
              <a:rPr sz="2800" spc="-10" dirty="0">
                <a:latin typeface="Cambria Math"/>
                <a:cs typeface="Cambria Math"/>
              </a:rPr>
              <a:t>𝒖</a:t>
            </a:r>
            <a:r>
              <a:rPr sz="2800" spc="-75" dirty="0">
                <a:latin typeface="Cambria Math"/>
                <a:cs typeface="Cambria Math"/>
              </a:rPr>
              <a:t>, </a:t>
            </a:r>
            <a:r>
              <a:rPr sz="2800" spc="-50" dirty="0">
                <a:latin typeface="Cambria Math"/>
                <a:cs typeface="Cambria Math"/>
              </a:rPr>
              <a:t>𝒗</a:t>
            </a:r>
            <a:r>
              <a:rPr sz="2800" dirty="0">
                <a:latin typeface="Cambria Math"/>
                <a:cs typeface="Cambria Math"/>
              </a:rPr>
              <a:t>	</a:t>
            </a:r>
            <a:r>
              <a:rPr sz="2800" spc="-1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表示一条边，其中</a:t>
            </a:r>
            <a:r>
              <a:rPr sz="2800" dirty="0">
                <a:latin typeface="Cambria Math"/>
                <a:cs typeface="Cambria Math"/>
              </a:rPr>
              <a:t>𝒖</a:t>
            </a:r>
            <a:r>
              <a:rPr sz="2800" spc="105" dirty="0">
                <a:latin typeface="Cambria Math"/>
                <a:cs typeface="Cambria Math"/>
              </a:rPr>
              <a:t> ∈ </a:t>
            </a:r>
            <a:r>
              <a:rPr sz="2800" spc="-10" dirty="0">
                <a:latin typeface="Cambria Math"/>
                <a:cs typeface="Cambria Math"/>
              </a:rPr>
              <a:t>𝑽</a:t>
            </a:r>
            <a:r>
              <a:rPr sz="2800" spc="-80" dirty="0">
                <a:latin typeface="Cambria Math"/>
                <a:cs typeface="Cambria Math"/>
              </a:rPr>
              <a:t>, </a:t>
            </a:r>
            <a:r>
              <a:rPr sz="2800" dirty="0">
                <a:latin typeface="Cambria Math"/>
                <a:cs typeface="Cambria Math"/>
              </a:rPr>
              <a:t>𝒗</a:t>
            </a:r>
            <a:r>
              <a:rPr sz="2800" spc="105" dirty="0">
                <a:latin typeface="Cambria Math"/>
                <a:cs typeface="Cambria Math"/>
              </a:rPr>
              <a:t> ∈ </a:t>
            </a:r>
            <a:r>
              <a:rPr sz="2800" spc="-10" dirty="0">
                <a:latin typeface="Cambria Math"/>
                <a:cs typeface="Cambria Math"/>
              </a:rPr>
              <a:t>𝑽</a:t>
            </a:r>
            <a:r>
              <a:rPr sz="2800" spc="-80" dirty="0">
                <a:latin typeface="Cambria Math"/>
                <a:cs typeface="Cambria Math"/>
              </a:rPr>
              <a:t>, </a:t>
            </a:r>
            <a:r>
              <a:rPr sz="2800" dirty="0">
                <a:latin typeface="Cambria Math"/>
                <a:cs typeface="Cambria Math"/>
              </a:rPr>
              <a:t>𝒆</a:t>
            </a:r>
            <a:r>
              <a:rPr sz="2800" spc="105" dirty="0">
                <a:latin typeface="Cambria Math"/>
                <a:cs typeface="Cambria Math"/>
              </a:rPr>
              <a:t> ∈ </a:t>
            </a:r>
            <a:r>
              <a:rPr sz="2800" spc="-50" dirty="0">
                <a:latin typeface="Cambria Math"/>
                <a:cs typeface="Cambria Math"/>
              </a:rPr>
              <a:t>𝑬</a:t>
            </a:r>
            <a:endParaRPr sz="2800" dirty="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Clr>
                <a:srgbClr val="8092F0"/>
              </a:buClr>
              <a:buFont typeface="Wingdings"/>
              <a:buChar char=""/>
            </a:pPr>
            <a:endParaRPr sz="3500" dirty="0">
              <a:latin typeface="Cambria Math"/>
              <a:cs typeface="Cambria Math"/>
            </a:endParaRPr>
          </a:p>
          <a:p>
            <a:pPr marL="406400" indent="-342900">
              <a:lnSpc>
                <a:spcPct val="100000"/>
              </a:lnSpc>
              <a:buClr>
                <a:srgbClr val="8092F0"/>
              </a:buClr>
              <a:buSzPct val="69642"/>
              <a:buFont typeface="Wingdings"/>
              <a:buChar char=""/>
              <a:tabLst>
                <a:tab pos="405765" algn="l"/>
                <a:tab pos="406400" algn="l"/>
              </a:tabLst>
            </a:pPr>
            <a:r>
              <a:rPr sz="28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无向图</a:t>
            </a:r>
            <a:r>
              <a:rPr sz="2800" dirty="0">
                <a:latin typeface="Cambria Math"/>
                <a:cs typeface="Cambria Math"/>
              </a:rPr>
              <a:t>𝑮</a:t>
            </a:r>
            <a:r>
              <a:rPr sz="3075" baseline="-14905" dirty="0">
                <a:latin typeface="Cambria Math"/>
                <a:cs typeface="Cambria Math"/>
              </a:rPr>
              <a:t>𝟏</a:t>
            </a:r>
            <a:r>
              <a:rPr sz="3075" spc="667" baseline="-14905" dirty="0">
                <a:latin typeface="Cambria Math"/>
                <a:cs typeface="Cambria Math"/>
              </a:rPr>
              <a:t> </a:t>
            </a:r>
            <a:r>
              <a:rPr sz="2800" spc="50" dirty="0">
                <a:latin typeface="Cambria Math"/>
                <a:cs typeface="Cambria Math"/>
              </a:rPr>
              <a:t>=&lt; </a:t>
            </a:r>
            <a:r>
              <a:rPr sz="2800" dirty="0">
                <a:latin typeface="Cambria Math"/>
                <a:cs typeface="Cambria Math"/>
              </a:rPr>
              <a:t>𝑽</a:t>
            </a:r>
            <a:r>
              <a:rPr sz="3075" baseline="-14905" dirty="0">
                <a:latin typeface="Cambria Math"/>
                <a:cs typeface="Cambria Math"/>
              </a:rPr>
              <a:t>𝟏</a:t>
            </a:r>
            <a:r>
              <a:rPr sz="2800" spc="-75" dirty="0">
                <a:latin typeface="Cambria Math"/>
                <a:cs typeface="Cambria Math"/>
              </a:rPr>
              <a:t>, </a:t>
            </a:r>
            <a:r>
              <a:rPr sz="2800" dirty="0">
                <a:latin typeface="Cambria Math"/>
                <a:cs typeface="Cambria Math"/>
              </a:rPr>
              <a:t>𝑬</a:t>
            </a:r>
            <a:r>
              <a:rPr sz="3075" baseline="-14905" dirty="0">
                <a:latin typeface="Cambria Math"/>
                <a:cs typeface="Cambria Math"/>
              </a:rPr>
              <a:t>𝟏</a:t>
            </a:r>
            <a:r>
              <a:rPr sz="3075" spc="705" baseline="-14905" dirty="0">
                <a:latin typeface="Cambria Math"/>
                <a:cs typeface="Cambria Math"/>
              </a:rPr>
              <a:t> </a:t>
            </a:r>
            <a:r>
              <a:rPr sz="2800" spc="-50" dirty="0">
                <a:latin typeface="Cambria Math"/>
                <a:cs typeface="Cambria Math"/>
              </a:rPr>
              <a:t>&gt;</a:t>
            </a:r>
            <a:endParaRPr sz="2800" dirty="0">
              <a:latin typeface="Cambria Math"/>
              <a:cs typeface="Cambria Math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246505" y="269768"/>
            <a:ext cx="4222242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00"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图的概念：图的定</a:t>
            </a:r>
            <a:r>
              <a:rPr sz="3600" spc="-60" dirty="0" err="1">
                <a:latin typeface="SimSun" panose="02010600030101010101" pitchFamily="2" charset="-122"/>
                <a:ea typeface="SimSun" panose="02010600030101010101" pitchFamily="2" charset="-122"/>
              </a:rPr>
              <a:t>义</a:t>
            </a:r>
            <a:endParaRPr sz="3600" spc="-6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726692" y="4122420"/>
            <a:ext cx="596265" cy="596265"/>
          </a:xfrm>
          <a:custGeom>
            <a:avLst/>
            <a:gdLst/>
            <a:ahLst/>
            <a:cxnLst/>
            <a:rect l="l" t="t" r="r" b="b"/>
            <a:pathLst>
              <a:path w="596264" h="596264">
                <a:moveTo>
                  <a:pt x="0" y="297941"/>
                </a:moveTo>
                <a:lnTo>
                  <a:pt x="3898" y="249603"/>
                </a:lnTo>
                <a:lnTo>
                  <a:pt x="15185" y="203752"/>
                </a:lnTo>
                <a:lnTo>
                  <a:pt x="33247" y="161001"/>
                </a:lnTo>
                <a:lnTo>
                  <a:pt x="57473" y="121962"/>
                </a:lnTo>
                <a:lnTo>
                  <a:pt x="87249" y="87248"/>
                </a:lnTo>
                <a:lnTo>
                  <a:pt x="121962" y="57473"/>
                </a:lnTo>
                <a:lnTo>
                  <a:pt x="161001" y="33247"/>
                </a:lnTo>
                <a:lnTo>
                  <a:pt x="203752" y="15185"/>
                </a:lnTo>
                <a:lnTo>
                  <a:pt x="249603" y="3898"/>
                </a:lnTo>
                <a:lnTo>
                  <a:pt x="297941" y="0"/>
                </a:lnTo>
                <a:lnTo>
                  <a:pt x="346280" y="3898"/>
                </a:lnTo>
                <a:lnTo>
                  <a:pt x="392131" y="15185"/>
                </a:lnTo>
                <a:lnTo>
                  <a:pt x="434882" y="33247"/>
                </a:lnTo>
                <a:lnTo>
                  <a:pt x="473921" y="57473"/>
                </a:lnTo>
                <a:lnTo>
                  <a:pt x="508635" y="87248"/>
                </a:lnTo>
                <a:lnTo>
                  <a:pt x="538410" y="121962"/>
                </a:lnTo>
                <a:lnTo>
                  <a:pt x="562636" y="161001"/>
                </a:lnTo>
                <a:lnTo>
                  <a:pt x="580698" y="203752"/>
                </a:lnTo>
                <a:lnTo>
                  <a:pt x="591985" y="249603"/>
                </a:lnTo>
                <a:lnTo>
                  <a:pt x="595883" y="297941"/>
                </a:lnTo>
                <a:lnTo>
                  <a:pt x="591985" y="346280"/>
                </a:lnTo>
                <a:lnTo>
                  <a:pt x="580698" y="392131"/>
                </a:lnTo>
                <a:lnTo>
                  <a:pt x="562636" y="434882"/>
                </a:lnTo>
                <a:lnTo>
                  <a:pt x="538410" y="473921"/>
                </a:lnTo>
                <a:lnTo>
                  <a:pt x="508634" y="508635"/>
                </a:lnTo>
                <a:lnTo>
                  <a:pt x="473921" y="538410"/>
                </a:lnTo>
                <a:lnTo>
                  <a:pt x="434882" y="562636"/>
                </a:lnTo>
                <a:lnTo>
                  <a:pt x="392131" y="580698"/>
                </a:lnTo>
                <a:lnTo>
                  <a:pt x="346280" y="591985"/>
                </a:lnTo>
                <a:lnTo>
                  <a:pt x="297941" y="595883"/>
                </a:lnTo>
                <a:lnTo>
                  <a:pt x="249603" y="591985"/>
                </a:lnTo>
                <a:lnTo>
                  <a:pt x="203752" y="580698"/>
                </a:lnTo>
                <a:lnTo>
                  <a:pt x="161001" y="562636"/>
                </a:lnTo>
                <a:lnTo>
                  <a:pt x="121962" y="538410"/>
                </a:lnTo>
                <a:lnTo>
                  <a:pt x="87248" y="508634"/>
                </a:lnTo>
                <a:lnTo>
                  <a:pt x="57473" y="473921"/>
                </a:lnTo>
                <a:lnTo>
                  <a:pt x="33247" y="434882"/>
                </a:lnTo>
                <a:lnTo>
                  <a:pt x="15185" y="392131"/>
                </a:lnTo>
                <a:lnTo>
                  <a:pt x="3898" y="346280"/>
                </a:lnTo>
                <a:lnTo>
                  <a:pt x="0" y="297941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879600" y="4214621"/>
            <a:ext cx="2152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𝒂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195827" y="4122420"/>
            <a:ext cx="596265" cy="596265"/>
          </a:xfrm>
          <a:custGeom>
            <a:avLst/>
            <a:gdLst/>
            <a:ahLst/>
            <a:cxnLst/>
            <a:rect l="l" t="t" r="r" b="b"/>
            <a:pathLst>
              <a:path w="596264" h="596264">
                <a:moveTo>
                  <a:pt x="0" y="297941"/>
                </a:moveTo>
                <a:lnTo>
                  <a:pt x="3898" y="249603"/>
                </a:lnTo>
                <a:lnTo>
                  <a:pt x="15185" y="203752"/>
                </a:lnTo>
                <a:lnTo>
                  <a:pt x="33247" y="161001"/>
                </a:lnTo>
                <a:lnTo>
                  <a:pt x="57473" y="121962"/>
                </a:lnTo>
                <a:lnTo>
                  <a:pt x="87249" y="87248"/>
                </a:lnTo>
                <a:lnTo>
                  <a:pt x="121962" y="57473"/>
                </a:lnTo>
                <a:lnTo>
                  <a:pt x="161001" y="33247"/>
                </a:lnTo>
                <a:lnTo>
                  <a:pt x="203752" y="15185"/>
                </a:lnTo>
                <a:lnTo>
                  <a:pt x="249603" y="3898"/>
                </a:lnTo>
                <a:lnTo>
                  <a:pt x="297942" y="0"/>
                </a:lnTo>
                <a:lnTo>
                  <a:pt x="346280" y="3898"/>
                </a:lnTo>
                <a:lnTo>
                  <a:pt x="392131" y="15185"/>
                </a:lnTo>
                <a:lnTo>
                  <a:pt x="434882" y="33247"/>
                </a:lnTo>
                <a:lnTo>
                  <a:pt x="473921" y="57473"/>
                </a:lnTo>
                <a:lnTo>
                  <a:pt x="508635" y="87248"/>
                </a:lnTo>
                <a:lnTo>
                  <a:pt x="538410" y="121962"/>
                </a:lnTo>
                <a:lnTo>
                  <a:pt x="562636" y="161001"/>
                </a:lnTo>
                <a:lnTo>
                  <a:pt x="580698" y="203752"/>
                </a:lnTo>
                <a:lnTo>
                  <a:pt x="591985" y="249603"/>
                </a:lnTo>
                <a:lnTo>
                  <a:pt x="595884" y="297941"/>
                </a:lnTo>
                <a:lnTo>
                  <a:pt x="591985" y="346280"/>
                </a:lnTo>
                <a:lnTo>
                  <a:pt x="580698" y="392131"/>
                </a:lnTo>
                <a:lnTo>
                  <a:pt x="562636" y="434882"/>
                </a:lnTo>
                <a:lnTo>
                  <a:pt x="538410" y="473921"/>
                </a:lnTo>
                <a:lnTo>
                  <a:pt x="508635" y="508635"/>
                </a:lnTo>
                <a:lnTo>
                  <a:pt x="473921" y="538410"/>
                </a:lnTo>
                <a:lnTo>
                  <a:pt x="434882" y="562636"/>
                </a:lnTo>
                <a:lnTo>
                  <a:pt x="392131" y="580698"/>
                </a:lnTo>
                <a:lnTo>
                  <a:pt x="346280" y="591985"/>
                </a:lnTo>
                <a:lnTo>
                  <a:pt x="297942" y="595883"/>
                </a:lnTo>
                <a:lnTo>
                  <a:pt x="249603" y="591985"/>
                </a:lnTo>
                <a:lnTo>
                  <a:pt x="203752" y="580698"/>
                </a:lnTo>
                <a:lnTo>
                  <a:pt x="161001" y="562636"/>
                </a:lnTo>
                <a:lnTo>
                  <a:pt x="121962" y="538410"/>
                </a:lnTo>
                <a:lnTo>
                  <a:pt x="87249" y="508634"/>
                </a:lnTo>
                <a:lnTo>
                  <a:pt x="57473" y="473921"/>
                </a:lnTo>
                <a:lnTo>
                  <a:pt x="33247" y="434882"/>
                </a:lnTo>
                <a:lnTo>
                  <a:pt x="15185" y="392131"/>
                </a:lnTo>
                <a:lnTo>
                  <a:pt x="3898" y="346280"/>
                </a:lnTo>
                <a:lnTo>
                  <a:pt x="0" y="297941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350005" y="4214621"/>
            <a:ext cx="2108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𝒃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726692" y="5756909"/>
            <a:ext cx="596265" cy="596900"/>
          </a:xfrm>
          <a:custGeom>
            <a:avLst/>
            <a:gdLst/>
            <a:ahLst/>
            <a:cxnLst/>
            <a:rect l="l" t="t" r="r" b="b"/>
            <a:pathLst>
              <a:path w="596264" h="596900">
                <a:moveTo>
                  <a:pt x="0" y="298322"/>
                </a:moveTo>
                <a:lnTo>
                  <a:pt x="3898" y="249933"/>
                </a:lnTo>
                <a:lnTo>
                  <a:pt x="15185" y="204030"/>
                </a:lnTo>
                <a:lnTo>
                  <a:pt x="33247" y="161227"/>
                </a:lnTo>
                <a:lnTo>
                  <a:pt x="57473" y="122138"/>
                </a:lnTo>
                <a:lnTo>
                  <a:pt x="87249" y="87377"/>
                </a:lnTo>
                <a:lnTo>
                  <a:pt x="121962" y="57559"/>
                </a:lnTo>
                <a:lnTo>
                  <a:pt x="161001" y="33298"/>
                </a:lnTo>
                <a:lnTo>
                  <a:pt x="203752" y="15208"/>
                </a:lnTo>
                <a:lnTo>
                  <a:pt x="249603" y="3904"/>
                </a:lnTo>
                <a:lnTo>
                  <a:pt x="297941" y="0"/>
                </a:lnTo>
                <a:lnTo>
                  <a:pt x="346280" y="3904"/>
                </a:lnTo>
                <a:lnTo>
                  <a:pt x="392131" y="15208"/>
                </a:lnTo>
                <a:lnTo>
                  <a:pt x="434882" y="33298"/>
                </a:lnTo>
                <a:lnTo>
                  <a:pt x="473921" y="57559"/>
                </a:lnTo>
                <a:lnTo>
                  <a:pt x="508635" y="87377"/>
                </a:lnTo>
                <a:lnTo>
                  <a:pt x="538410" y="122138"/>
                </a:lnTo>
                <a:lnTo>
                  <a:pt x="562636" y="161227"/>
                </a:lnTo>
                <a:lnTo>
                  <a:pt x="580698" y="204030"/>
                </a:lnTo>
                <a:lnTo>
                  <a:pt x="591985" y="249933"/>
                </a:lnTo>
                <a:lnTo>
                  <a:pt x="595883" y="298322"/>
                </a:lnTo>
                <a:lnTo>
                  <a:pt x="591985" y="346712"/>
                </a:lnTo>
                <a:lnTo>
                  <a:pt x="580698" y="392615"/>
                </a:lnTo>
                <a:lnTo>
                  <a:pt x="562636" y="435418"/>
                </a:lnTo>
                <a:lnTo>
                  <a:pt x="538410" y="474507"/>
                </a:lnTo>
                <a:lnTo>
                  <a:pt x="508634" y="509268"/>
                </a:lnTo>
                <a:lnTo>
                  <a:pt x="473921" y="539086"/>
                </a:lnTo>
                <a:lnTo>
                  <a:pt x="434882" y="563347"/>
                </a:lnTo>
                <a:lnTo>
                  <a:pt x="392131" y="581437"/>
                </a:lnTo>
                <a:lnTo>
                  <a:pt x="346280" y="592741"/>
                </a:lnTo>
                <a:lnTo>
                  <a:pt x="297941" y="596645"/>
                </a:lnTo>
                <a:lnTo>
                  <a:pt x="249603" y="592741"/>
                </a:lnTo>
                <a:lnTo>
                  <a:pt x="203752" y="581437"/>
                </a:lnTo>
                <a:lnTo>
                  <a:pt x="161001" y="563347"/>
                </a:lnTo>
                <a:lnTo>
                  <a:pt x="121962" y="539086"/>
                </a:lnTo>
                <a:lnTo>
                  <a:pt x="87248" y="509268"/>
                </a:lnTo>
                <a:lnTo>
                  <a:pt x="57473" y="474507"/>
                </a:lnTo>
                <a:lnTo>
                  <a:pt x="33247" y="435418"/>
                </a:lnTo>
                <a:lnTo>
                  <a:pt x="15185" y="392615"/>
                </a:lnTo>
                <a:lnTo>
                  <a:pt x="3898" y="346712"/>
                </a:lnTo>
                <a:lnTo>
                  <a:pt x="0" y="298322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875535" y="5849620"/>
            <a:ext cx="2216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𝒅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195827" y="5756909"/>
            <a:ext cx="596265" cy="596900"/>
          </a:xfrm>
          <a:custGeom>
            <a:avLst/>
            <a:gdLst/>
            <a:ahLst/>
            <a:cxnLst/>
            <a:rect l="l" t="t" r="r" b="b"/>
            <a:pathLst>
              <a:path w="596264" h="596900">
                <a:moveTo>
                  <a:pt x="0" y="298322"/>
                </a:moveTo>
                <a:lnTo>
                  <a:pt x="3898" y="249933"/>
                </a:lnTo>
                <a:lnTo>
                  <a:pt x="15185" y="204030"/>
                </a:lnTo>
                <a:lnTo>
                  <a:pt x="33247" y="161227"/>
                </a:lnTo>
                <a:lnTo>
                  <a:pt x="57473" y="122138"/>
                </a:lnTo>
                <a:lnTo>
                  <a:pt x="87249" y="87377"/>
                </a:lnTo>
                <a:lnTo>
                  <a:pt x="121962" y="57559"/>
                </a:lnTo>
                <a:lnTo>
                  <a:pt x="161001" y="33298"/>
                </a:lnTo>
                <a:lnTo>
                  <a:pt x="203752" y="15208"/>
                </a:lnTo>
                <a:lnTo>
                  <a:pt x="249603" y="3904"/>
                </a:lnTo>
                <a:lnTo>
                  <a:pt x="297942" y="0"/>
                </a:lnTo>
                <a:lnTo>
                  <a:pt x="346280" y="3904"/>
                </a:lnTo>
                <a:lnTo>
                  <a:pt x="392131" y="15208"/>
                </a:lnTo>
                <a:lnTo>
                  <a:pt x="434882" y="33298"/>
                </a:lnTo>
                <a:lnTo>
                  <a:pt x="473921" y="57559"/>
                </a:lnTo>
                <a:lnTo>
                  <a:pt x="508635" y="87377"/>
                </a:lnTo>
                <a:lnTo>
                  <a:pt x="538410" y="122138"/>
                </a:lnTo>
                <a:lnTo>
                  <a:pt x="562636" y="161227"/>
                </a:lnTo>
                <a:lnTo>
                  <a:pt x="580698" y="204030"/>
                </a:lnTo>
                <a:lnTo>
                  <a:pt x="591985" y="249933"/>
                </a:lnTo>
                <a:lnTo>
                  <a:pt x="595884" y="298322"/>
                </a:lnTo>
                <a:lnTo>
                  <a:pt x="591985" y="346712"/>
                </a:lnTo>
                <a:lnTo>
                  <a:pt x="580698" y="392615"/>
                </a:lnTo>
                <a:lnTo>
                  <a:pt x="562636" y="435418"/>
                </a:lnTo>
                <a:lnTo>
                  <a:pt x="538410" y="474507"/>
                </a:lnTo>
                <a:lnTo>
                  <a:pt x="508635" y="509268"/>
                </a:lnTo>
                <a:lnTo>
                  <a:pt x="473921" y="539086"/>
                </a:lnTo>
                <a:lnTo>
                  <a:pt x="434882" y="563347"/>
                </a:lnTo>
                <a:lnTo>
                  <a:pt x="392131" y="581437"/>
                </a:lnTo>
                <a:lnTo>
                  <a:pt x="346280" y="592741"/>
                </a:lnTo>
                <a:lnTo>
                  <a:pt x="297942" y="596645"/>
                </a:lnTo>
                <a:lnTo>
                  <a:pt x="249603" y="592741"/>
                </a:lnTo>
                <a:lnTo>
                  <a:pt x="203752" y="581437"/>
                </a:lnTo>
                <a:lnTo>
                  <a:pt x="161001" y="563347"/>
                </a:lnTo>
                <a:lnTo>
                  <a:pt x="121962" y="539086"/>
                </a:lnTo>
                <a:lnTo>
                  <a:pt x="87249" y="509268"/>
                </a:lnTo>
                <a:lnTo>
                  <a:pt x="57473" y="474507"/>
                </a:lnTo>
                <a:lnTo>
                  <a:pt x="33247" y="435418"/>
                </a:lnTo>
                <a:lnTo>
                  <a:pt x="15185" y="392615"/>
                </a:lnTo>
                <a:lnTo>
                  <a:pt x="3898" y="346712"/>
                </a:lnTo>
                <a:lnTo>
                  <a:pt x="0" y="298322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3357626" y="5849620"/>
            <a:ext cx="1974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𝒇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664202" y="4122420"/>
            <a:ext cx="596900" cy="596265"/>
          </a:xfrm>
          <a:custGeom>
            <a:avLst/>
            <a:gdLst/>
            <a:ahLst/>
            <a:cxnLst/>
            <a:rect l="l" t="t" r="r" b="b"/>
            <a:pathLst>
              <a:path w="596900" h="596264">
                <a:moveTo>
                  <a:pt x="0" y="297941"/>
                </a:moveTo>
                <a:lnTo>
                  <a:pt x="3905" y="249603"/>
                </a:lnTo>
                <a:lnTo>
                  <a:pt x="15212" y="203752"/>
                </a:lnTo>
                <a:lnTo>
                  <a:pt x="33305" y="161001"/>
                </a:lnTo>
                <a:lnTo>
                  <a:pt x="57570" y="121962"/>
                </a:lnTo>
                <a:lnTo>
                  <a:pt x="87391" y="87248"/>
                </a:lnTo>
                <a:lnTo>
                  <a:pt x="122154" y="57473"/>
                </a:lnTo>
                <a:lnTo>
                  <a:pt x="161244" y="33247"/>
                </a:lnTo>
                <a:lnTo>
                  <a:pt x="204045" y="15185"/>
                </a:lnTo>
                <a:lnTo>
                  <a:pt x="249943" y="3898"/>
                </a:lnTo>
                <a:lnTo>
                  <a:pt x="298323" y="0"/>
                </a:lnTo>
                <a:lnTo>
                  <a:pt x="346702" y="3898"/>
                </a:lnTo>
                <a:lnTo>
                  <a:pt x="392600" y="15185"/>
                </a:lnTo>
                <a:lnTo>
                  <a:pt x="435401" y="33247"/>
                </a:lnTo>
                <a:lnTo>
                  <a:pt x="474491" y="57473"/>
                </a:lnTo>
                <a:lnTo>
                  <a:pt x="509254" y="87248"/>
                </a:lnTo>
                <a:lnTo>
                  <a:pt x="539075" y="121962"/>
                </a:lnTo>
                <a:lnTo>
                  <a:pt x="563340" y="161001"/>
                </a:lnTo>
                <a:lnTo>
                  <a:pt x="581433" y="203752"/>
                </a:lnTo>
                <a:lnTo>
                  <a:pt x="592740" y="249603"/>
                </a:lnTo>
                <a:lnTo>
                  <a:pt x="596646" y="297941"/>
                </a:lnTo>
                <a:lnTo>
                  <a:pt x="592740" y="346280"/>
                </a:lnTo>
                <a:lnTo>
                  <a:pt x="581433" y="392131"/>
                </a:lnTo>
                <a:lnTo>
                  <a:pt x="563340" y="434882"/>
                </a:lnTo>
                <a:lnTo>
                  <a:pt x="539075" y="473921"/>
                </a:lnTo>
                <a:lnTo>
                  <a:pt x="509254" y="508635"/>
                </a:lnTo>
                <a:lnTo>
                  <a:pt x="474491" y="538410"/>
                </a:lnTo>
                <a:lnTo>
                  <a:pt x="435401" y="562636"/>
                </a:lnTo>
                <a:lnTo>
                  <a:pt x="392600" y="580698"/>
                </a:lnTo>
                <a:lnTo>
                  <a:pt x="346702" y="591985"/>
                </a:lnTo>
                <a:lnTo>
                  <a:pt x="298323" y="595883"/>
                </a:lnTo>
                <a:lnTo>
                  <a:pt x="249943" y="591985"/>
                </a:lnTo>
                <a:lnTo>
                  <a:pt x="204045" y="580698"/>
                </a:lnTo>
                <a:lnTo>
                  <a:pt x="161244" y="562636"/>
                </a:lnTo>
                <a:lnTo>
                  <a:pt x="122154" y="538410"/>
                </a:lnTo>
                <a:lnTo>
                  <a:pt x="87391" y="508634"/>
                </a:lnTo>
                <a:lnTo>
                  <a:pt x="57570" y="473921"/>
                </a:lnTo>
                <a:lnTo>
                  <a:pt x="33305" y="434882"/>
                </a:lnTo>
                <a:lnTo>
                  <a:pt x="15212" y="392131"/>
                </a:lnTo>
                <a:lnTo>
                  <a:pt x="3905" y="346280"/>
                </a:lnTo>
                <a:lnTo>
                  <a:pt x="0" y="297941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4834890" y="4214621"/>
            <a:ext cx="1797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𝒄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5993257" y="5477509"/>
            <a:ext cx="685800" cy="282575"/>
          </a:xfrm>
          <a:custGeom>
            <a:avLst/>
            <a:gdLst/>
            <a:ahLst/>
            <a:cxnLst/>
            <a:rect l="l" t="t" r="r" b="b"/>
            <a:pathLst>
              <a:path w="685800" h="282575">
                <a:moveTo>
                  <a:pt x="595502" y="0"/>
                </a:moveTo>
                <a:lnTo>
                  <a:pt x="591565" y="11556"/>
                </a:lnTo>
                <a:lnTo>
                  <a:pt x="607873" y="18631"/>
                </a:lnTo>
                <a:lnTo>
                  <a:pt x="621918" y="28432"/>
                </a:lnTo>
                <a:lnTo>
                  <a:pt x="650462" y="73925"/>
                </a:lnTo>
                <a:lnTo>
                  <a:pt x="658844" y="115727"/>
                </a:lnTo>
                <a:lnTo>
                  <a:pt x="659891" y="139814"/>
                </a:lnTo>
                <a:lnTo>
                  <a:pt x="658844" y="164712"/>
                </a:lnTo>
                <a:lnTo>
                  <a:pt x="650462" y="207645"/>
                </a:lnTo>
                <a:lnTo>
                  <a:pt x="621966" y="253885"/>
                </a:lnTo>
                <a:lnTo>
                  <a:pt x="591946" y="270929"/>
                </a:lnTo>
                <a:lnTo>
                  <a:pt x="595502" y="282384"/>
                </a:lnTo>
                <a:lnTo>
                  <a:pt x="634063" y="264325"/>
                </a:lnTo>
                <a:lnTo>
                  <a:pt x="662432" y="233044"/>
                </a:lnTo>
                <a:lnTo>
                  <a:pt x="679799" y="191173"/>
                </a:lnTo>
                <a:lnTo>
                  <a:pt x="685545" y="141300"/>
                </a:lnTo>
                <a:lnTo>
                  <a:pt x="684093" y="115445"/>
                </a:lnTo>
                <a:lnTo>
                  <a:pt x="672472" y="69555"/>
                </a:lnTo>
                <a:lnTo>
                  <a:pt x="649420" y="32218"/>
                </a:lnTo>
                <a:lnTo>
                  <a:pt x="616031" y="7453"/>
                </a:lnTo>
                <a:lnTo>
                  <a:pt x="595502" y="0"/>
                </a:lnTo>
                <a:close/>
              </a:path>
              <a:path w="685800" h="282575">
                <a:moveTo>
                  <a:pt x="90042" y="0"/>
                </a:moveTo>
                <a:lnTo>
                  <a:pt x="51657" y="18192"/>
                </a:lnTo>
                <a:lnTo>
                  <a:pt x="23367" y="49529"/>
                </a:lnTo>
                <a:lnTo>
                  <a:pt x="5826" y="91528"/>
                </a:lnTo>
                <a:lnTo>
                  <a:pt x="0" y="141300"/>
                </a:lnTo>
                <a:lnTo>
                  <a:pt x="1452" y="167236"/>
                </a:lnTo>
                <a:lnTo>
                  <a:pt x="13073" y="213109"/>
                </a:lnTo>
                <a:lnTo>
                  <a:pt x="36125" y="250337"/>
                </a:lnTo>
                <a:lnTo>
                  <a:pt x="69514" y="275007"/>
                </a:lnTo>
                <a:lnTo>
                  <a:pt x="90042" y="282384"/>
                </a:lnTo>
                <a:lnTo>
                  <a:pt x="93598" y="270929"/>
                </a:lnTo>
                <a:lnTo>
                  <a:pt x="77549" y="263801"/>
                </a:lnTo>
                <a:lnTo>
                  <a:pt x="63690" y="253885"/>
                </a:lnTo>
                <a:lnTo>
                  <a:pt x="35210" y="207645"/>
                </a:lnTo>
                <a:lnTo>
                  <a:pt x="26828" y="164712"/>
                </a:lnTo>
                <a:lnTo>
                  <a:pt x="25780" y="139814"/>
                </a:lnTo>
                <a:lnTo>
                  <a:pt x="26828" y="115727"/>
                </a:lnTo>
                <a:lnTo>
                  <a:pt x="35210" y="73925"/>
                </a:lnTo>
                <a:lnTo>
                  <a:pt x="63801" y="28432"/>
                </a:lnTo>
                <a:lnTo>
                  <a:pt x="94106" y="11556"/>
                </a:lnTo>
                <a:lnTo>
                  <a:pt x="9004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845934" y="5477509"/>
            <a:ext cx="697230" cy="282575"/>
          </a:xfrm>
          <a:custGeom>
            <a:avLst/>
            <a:gdLst/>
            <a:ahLst/>
            <a:cxnLst/>
            <a:rect l="l" t="t" r="r" b="b"/>
            <a:pathLst>
              <a:path w="697229" h="282575">
                <a:moveTo>
                  <a:pt x="606933" y="0"/>
                </a:moveTo>
                <a:lnTo>
                  <a:pt x="602996" y="11556"/>
                </a:lnTo>
                <a:lnTo>
                  <a:pt x="619303" y="18631"/>
                </a:lnTo>
                <a:lnTo>
                  <a:pt x="633349" y="28432"/>
                </a:lnTo>
                <a:lnTo>
                  <a:pt x="661892" y="73925"/>
                </a:lnTo>
                <a:lnTo>
                  <a:pt x="670274" y="115727"/>
                </a:lnTo>
                <a:lnTo>
                  <a:pt x="671322" y="139814"/>
                </a:lnTo>
                <a:lnTo>
                  <a:pt x="670274" y="164712"/>
                </a:lnTo>
                <a:lnTo>
                  <a:pt x="661892" y="207645"/>
                </a:lnTo>
                <a:lnTo>
                  <a:pt x="633396" y="253885"/>
                </a:lnTo>
                <a:lnTo>
                  <a:pt x="603376" y="270929"/>
                </a:lnTo>
                <a:lnTo>
                  <a:pt x="606933" y="282384"/>
                </a:lnTo>
                <a:lnTo>
                  <a:pt x="645493" y="264325"/>
                </a:lnTo>
                <a:lnTo>
                  <a:pt x="673862" y="233044"/>
                </a:lnTo>
                <a:lnTo>
                  <a:pt x="691229" y="191173"/>
                </a:lnTo>
                <a:lnTo>
                  <a:pt x="696976" y="141300"/>
                </a:lnTo>
                <a:lnTo>
                  <a:pt x="695523" y="115445"/>
                </a:lnTo>
                <a:lnTo>
                  <a:pt x="683902" y="69555"/>
                </a:lnTo>
                <a:lnTo>
                  <a:pt x="660850" y="32218"/>
                </a:lnTo>
                <a:lnTo>
                  <a:pt x="627461" y="7453"/>
                </a:lnTo>
                <a:lnTo>
                  <a:pt x="606933" y="0"/>
                </a:lnTo>
                <a:close/>
              </a:path>
              <a:path w="697229" h="282575">
                <a:moveTo>
                  <a:pt x="90043" y="0"/>
                </a:moveTo>
                <a:lnTo>
                  <a:pt x="51657" y="18192"/>
                </a:lnTo>
                <a:lnTo>
                  <a:pt x="23368" y="49529"/>
                </a:lnTo>
                <a:lnTo>
                  <a:pt x="5826" y="91528"/>
                </a:lnTo>
                <a:lnTo>
                  <a:pt x="0" y="141300"/>
                </a:lnTo>
                <a:lnTo>
                  <a:pt x="1452" y="167236"/>
                </a:lnTo>
                <a:lnTo>
                  <a:pt x="13073" y="213109"/>
                </a:lnTo>
                <a:lnTo>
                  <a:pt x="36125" y="250337"/>
                </a:lnTo>
                <a:lnTo>
                  <a:pt x="69514" y="275007"/>
                </a:lnTo>
                <a:lnTo>
                  <a:pt x="90043" y="282384"/>
                </a:lnTo>
                <a:lnTo>
                  <a:pt x="93599" y="270929"/>
                </a:lnTo>
                <a:lnTo>
                  <a:pt x="77549" y="263801"/>
                </a:lnTo>
                <a:lnTo>
                  <a:pt x="63690" y="253885"/>
                </a:lnTo>
                <a:lnTo>
                  <a:pt x="35210" y="207645"/>
                </a:lnTo>
                <a:lnTo>
                  <a:pt x="26828" y="164712"/>
                </a:lnTo>
                <a:lnTo>
                  <a:pt x="25781" y="139814"/>
                </a:lnTo>
                <a:lnTo>
                  <a:pt x="26828" y="115727"/>
                </a:lnTo>
                <a:lnTo>
                  <a:pt x="35210" y="73925"/>
                </a:lnTo>
                <a:lnTo>
                  <a:pt x="63801" y="28432"/>
                </a:lnTo>
                <a:lnTo>
                  <a:pt x="94107" y="11556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7710043" y="5477509"/>
            <a:ext cx="652145" cy="282575"/>
          </a:xfrm>
          <a:custGeom>
            <a:avLst/>
            <a:gdLst/>
            <a:ahLst/>
            <a:cxnLst/>
            <a:rect l="l" t="t" r="r" b="b"/>
            <a:pathLst>
              <a:path w="652145" h="282575">
                <a:moveTo>
                  <a:pt x="561975" y="0"/>
                </a:moveTo>
                <a:lnTo>
                  <a:pt x="558037" y="11556"/>
                </a:lnTo>
                <a:lnTo>
                  <a:pt x="574345" y="18631"/>
                </a:lnTo>
                <a:lnTo>
                  <a:pt x="588390" y="28432"/>
                </a:lnTo>
                <a:lnTo>
                  <a:pt x="616934" y="73925"/>
                </a:lnTo>
                <a:lnTo>
                  <a:pt x="625316" y="115727"/>
                </a:lnTo>
                <a:lnTo>
                  <a:pt x="626363" y="139814"/>
                </a:lnTo>
                <a:lnTo>
                  <a:pt x="625316" y="164712"/>
                </a:lnTo>
                <a:lnTo>
                  <a:pt x="616934" y="207645"/>
                </a:lnTo>
                <a:lnTo>
                  <a:pt x="588438" y="253885"/>
                </a:lnTo>
                <a:lnTo>
                  <a:pt x="558418" y="270929"/>
                </a:lnTo>
                <a:lnTo>
                  <a:pt x="561975" y="282384"/>
                </a:lnTo>
                <a:lnTo>
                  <a:pt x="600535" y="264325"/>
                </a:lnTo>
                <a:lnTo>
                  <a:pt x="628903" y="233044"/>
                </a:lnTo>
                <a:lnTo>
                  <a:pt x="646271" y="191173"/>
                </a:lnTo>
                <a:lnTo>
                  <a:pt x="652017" y="141300"/>
                </a:lnTo>
                <a:lnTo>
                  <a:pt x="650565" y="115445"/>
                </a:lnTo>
                <a:lnTo>
                  <a:pt x="638944" y="69555"/>
                </a:lnTo>
                <a:lnTo>
                  <a:pt x="615892" y="32218"/>
                </a:lnTo>
                <a:lnTo>
                  <a:pt x="582503" y="7453"/>
                </a:lnTo>
                <a:lnTo>
                  <a:pt x="561975" y="0"/>
                </a:lnTo>
                <a:close/>
              </a:path>
              <a:path w="652145" h="282575">
                <a:moveTo>
                  <a:pt x="90042" y="0"/>
                </a:moveTo>
                <a:lnTo>
                  <a:pt x="51657" y="18192"/>
                </a:lnTo>
                <a:lnTo>
                  <a:pt x="23367" y="49529"/>
                </a:lnTo>
                <a:lnTo>
                  <a:pt x="5826" y="91528"/>
                </a:lnTo>
                <a:lnTo>
                  <a:pt x="0" y="141300"/>
                </a:lnTo>
                <a:lnTo>
                  <a:pt x="1452" y="167236"/>
                </a:lnTo>
                <a:lnTo>
                  <a:pt x="13073" y="213109"/>
                </a:lnTo>
                <a:lnTo>
                  <a:pt x="36125" y="250337"/>
                </a:lnTo>
                <a:lnTo>
                  <a:pt x="69514" y="275007"/>
                </a:lnTo>
                <a:lnTo>
                  <a:pt x="90042" y="282384"/>
                </a:lnTo>
                <a:lnTo>
                  <a:pt x="93599" y="270929"/>
                </a:lnTo>
                <a:lnTo>
                  <a:pt x="77549" y="263801"/>
                </a:lnTo>
                <a:lnTo>
                  <a:pt x="63690" y="253885"/>
                </a:lnTo>
                <a:lnTo>
                  <a:pt x="35210" y="207645"/>
                </a:lnTo>
                <a:lnTo>
                  <a:pt x="26828" y="164712"/>
                </a:lnTo>
                <a:lnTo>
                  <a:pt x="25780" y="139814"/>
                </a:lnTo>
                <a:lnTo>
                  <a:pt x="26828" y="115727"/>
                </a:lnTo>
                <a:lnTo>
                  <a:pt x="35210" y="73925"/>
                </a:lnTo>
                <a:lnTo>
                  <a:pt x="63801" y="28432"/>
                </a:lnTo>
                <a:lnTo>
                  <a:pt x="94106" y="11556"/>
                </a:lnTo>
                <a:lnTo>
                  <a:pt x="9004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8528431" y="5477509"/>
            <a:ext cx="694055" cy="282575"/>
          </a:xfrm>
          <a:custGeom>
            <a:avLst/>
            <a:gdLst/>
            <a:ahLst/>
            <a:cxnLst/>
            <a:rect l="l" t="t" r="r" b="b"/>
            <a:pathLst>
              <a:path w="694054" h="282575">
                <a:moveTo>
                  <a:pt x="603885" y="0"/>
                </a:moveTo>
                <a:lnTo>
                  <a:pt x="599948" y="11556"/>
                </a:lnTo>
                <a:lnTo>
                  <a:pt x="616255" y="18631"/>
                </a:lnTo>
                <a:lnTo>
                  <a:pt x="630301" y="28432"/>
                </a:lnTo>
                <a:lnTo>
                  <a:pt x="658844" y="73925"/>
                </a:lnTo>
                <a:lnTo>
                  <a:pt x="667226" y="115727"/>
                </a:lnTo>
                <a:lnTo>
                  <a:pt x="668274" y="139814"/>
                </a:lnTo>
                <a:lnTo>
                  <a:pt x="667226" y="164712"/>
                </a:lnTo>
                <a:lnTo>
                  <a:pt x="658844" y="207645"/>
                </a:lnTo>
                <a:lnTo>
                  <a:pt x="630348" y="253885"/>
                </a:lnTo>
                <a:lnTo>
                  <a:pt x="600328" y="270929"/>
                </a:lnTo>
                <a:lnTo>
                  <a:pt x="603885" y="282384"/>
                </a:lnTo>
                <a:lnTo>
                  <a:pt x="642445" y="264325"/>
                </a:lnTo>
                <a:lnTo>
                  <a:pt x="670814" y="233044"/>
                </a:lnTo>
                <a:lnTo>
                  <a:pt x="688181" y="191173"/>
                </a:lnTo>
                <a:lnTo>
                  <a:pt x="693927" y="141300"/>
                </a:lnTo>
                <a:lnTo>
                  <a:pt x="692475" y="115445"/>
                </a:lnTo>
                <a:lnTo>
                  <a:pt x="680854" y="69555"/>
                </a:lnTo>
                <a:lnTo>
                  <a:pt x="657802" y="32218"/>
                </a:lnTo>
                <a:lnTo>
                  <a:pt x="624413" y="7453"/>
                </a:lnTo>
                <a:lnTo>
                  <a:pt x="603885" y="0"/>
                </a:lnTo>
                <a:close/>
              </a:path>
              <a:path w="694054" h="282575">
                <a:moveTo>
                  <a:pt x="90043" y="0"/>
                </a:moveTo>
                <a:lnTo>
                  <a:pt x="51657" y="18192"/>
                </a:lnTo>
                <a:lnTo>
                  <a:pt x="23368" y="49529"/>
                </a:lnTo>
                <a:lnTo>
                  <a:pt x="5826" y="91528"/>
                </a:lnTo>
                <a:lnTo>
                  <a:pt x="0" y="141300"/>
                </a:lnTo>
                <a:lnTo>
                  <a:pt x="1452" y="167236"/>
                </a:lnTo>
                <a:lnTo>
                  <a:pt x="13073" y="213109"/>
                </a:lnTo>
                <a:lnTo>
                  <a:pt x="36125" y="250337"/>
                </a:lnTo>
                <a:lnTo>
                  <a:pt x="69514" y="275007"/>
                </a:lnTo>
                <a:lnTo>
                  <a:pt x="90043" y="282384"/>
                </a:lnTo>
                <a:lnTo>
                  <a:pt x="93599" y="270929"/>
                </a:lnTo>
                <a:lnTo>
                  <a:pt x="77549" y="263801"/>
                </a:lnTo>
                <a:lnTo>
                  <a:pt x="63690" y="253885"/>
                </a:lnTo>
                <a:lnTo>
                  <a:pt x="35210" y="207645"/>
                </a:lnTo>
                <a:lnTo>
                  <a:pt x="26828" y="164712"/>
                </a:lnTo>
                <a:lnTo>
                  <a:pt x="25780" y="139814"/>
                </a:lnTo>
                <a:lnTo>
                  <a:pt x="26828" y="115727"/>
                </a:lnTo>
                <a:lnTo>
                  <a:pt x="35210" y="73925"/>
                </a:lnTo>
                <a:lnTo>
                  <a:pt x="63801" y="28432"/>
                </a:lnTo>
                <a:lnTo>
                  <a:pt x="94107" y="11556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9389491" y="5477509"/>
            <a:ext cx="669290" cy="282575"/>
          </a:xfrm>
          <a:custGeom>
            <a:avLst/>
            <a:gdLst/>
            <a:ahLst/>
            <a:cxnLst/>
            <a:rect l="l" t="t" r="r" b="b"/>
            <a:pathLst>
              <a:path w="669290" h="282575">
                <a:moveTo>
                  <a:pt x="578738" y="0"/>
                </a:moveTo>
                <a:lnTo>
                  <a:pt x="574801" y="11556"/>
                </a:lnTo>
                <a:lnTo>
                  <a:pt x="591109" y="18631"/>
                </a:lnTo>
                <a:lnTo>
                  <a:pt x="605154" y="28432"/>
                </a:lnTo>
                <a:lnTo>
                  <a:pt x="633698" y="73925"/>
                </a:lnTo>
                <a:lnTo>
                  <a:pt x="642080" y="115727"/>
                </a:lnTo>
                <a:lnTo>
                  <a:pt x="643127" y="139814"/>
                </a:lnTo>
                <a:lnTo>
                  <a:pt x="642080" y="164712"/>
                </a:lnTo>
                <a:lnTo>
                  <a:pt x="633698" y="207645"/>
                </a:lnTo>
                <a:lnTo>
                  <a:pt x="605202" y="253885"/>
                </a:lnTo>
                <a:lnTo>
                  <a:pt x="575182" y="270929"/>
                </a:lnTo>
                <a:lnTo>
                  <a:pt x="578738" y="282384"/>
                </a:lnTo>
                <a:lnTo>
                  <a:pt x="617299" y="264325"/>
                </a:lnTo>
                <a:lnTo>
                  <a:pt x="645667" y="233044"/>
                </a:lnTo>
                <a:lnTo>
                  <a:pt x="663035" y="191173"/>
                </a:lnTo>
                <a:lnTo>
                  <a:pt x="668781" y="141300"/>
                </a:lnTo>
                <a:lnTo>
                  <a:pt x="667329" y="115445"/>
                </a:lnTo>
                <a:lnTo>
                  <a:pt x="655708" y="69555"/>
                </a:lnTo>
                <a:lnTo>
                  <a:pt x="632656" y="32218"/>
                </a:lnTo>
                <a:lnTo>
                  <a:pt x="599267" y="7453"/>
                </a:lnTo>
                <a:lnTo>
                  <a:pt x="578738" y="0"/>
                </a:lnTo>
                <a:close/>
              </a:path>
              <a:path w="669290" h="282575">
                <a:moveTo>
                  <a:pt x="90042" y="0"/>
                </a:moveTo>
                <a:lnTo>
                  <a:pt x="51657" y="18192"/>
                </a:lnTo>
                <a:lnTo>
                  <a:pt x="23367" y="49529"/>
                </a:lnTo>
                <a:lnTo>
                  <a:pt x="5826" y="91528"/>
                </a:lnTo>
                <a:lnTo>
                  <a:pt x="0" y="141300"/>
                </a:lnTo>
                <a:lnTo>
                  <a:pt x="1452" y="167236"/>
                </a:lnTo>
                <a:lnTo>
                  <a:pt x="13073" y="213109"/>
                </a:lnTo>
                <a:lnTo>
                  <a:pt x="36125" y="250337"/>
                </a:lnTo>
                <a:lnTo>
                  <a:pt x="69514" y="275007"/>
                </a:lnTo>
                <a:lnTo>
                  <a:pt x="90042" y="282384"/>
                </a:lnTo>
                <a:lnTo>
                  <a:pt x="93599" y="270929"/>
                </a:lnTo>
                <a:lnTo>
                  <a:pt x="77549" y="263801"/>
                </a:lnTo>
                <a:lnTo>
                  <a:pt x="63690" y="253885"/>
                </a:lnTo>
                <a:lnTo>
                  <a:pt x="35210" y="207645"/>
                </a:lnTo>
                <a:lnTo>
                  <a:pt x="26828" y="164712"/>
                </a:lnTo>
                <a:lnTo>
                  <a:pt x="25780" y="139814"/>
                </a:lnTo>
                <a:lnTo>
                  <a:pt x="26828" y="115727"/>
                </a:lnTo>
                <a:lnTo>
                  <a:pt x="35210" y="73925"/>
                </a:lnTo>
                <a:lnTo>
                  <a:pt x="63801" y="28432"/>
                </a:lnTo>
                <a:lnTo>
                  <a:pt x="94106" y="11556"/>
                </a:lnTo>
                <a:lnTo>
                  <a:pt x="9004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7642352" y="4615941"/>
            <a:ext cx="1555115" cy="283845"/>
          </a:xfrm>
          <a:custGeom>
            <a:avLst/>
            <a:gdLst/>
            <a:ahLst/>
            <a:cxnLst/>
            <a:rect l="l" t="t" r="r" b="b"/>
            <a:pathLst>
              <a:path w="1555115" h="283845">
                <a:moveTo>
                  <a:pt x="1464055" y="0"/>
                </a:moveTo>
                <a:lnTo>
                  <a:pt x="1460119" y="0"/>
                </a:lnTo>
                <a:lnTo>
                  <a:pt x="1460119" y="11302"/>
                </a:lnTo>
                <a:lnTo>
                  <a:pt x="1462404" y="11302"/>
                </a:lnTo>
                <a:lnTo>
                  <a:pt x="1472594" y="12015"/>
                </a:lnTo>
                <a:lnTo>
                  <a:pt x="1505331" y="37480"/>
                </a:lnTo>
                <a:lnTo>
                  <a:pt x="1508378" y="59689"/>
                </a:lnTo>
                <a:lnTo>
                  <a:pt x="1508188" y="65218"/>
                </a:lnTo>
                <a:lnTo>
                  <a:pt x="1507617" y="71342"/>
                </a:lnTo>
                <a:lnTo>
                  <a:pt x="1506664" y="78085"/>
                </a:lnTo>
                <a:lnTo>
                  <a:pt x="1505330" y="85470"/>
                </a:lnTo>
                <a:lnTo>
                  <a:pt x="1503426" y="95630"/>
                </a:lnTo>
                <a:lnTo>
                  <a:pt x="1502409" y="102996"/>
                </a:lnTo>
                <a:lnTo>
                  <a:pt x="1502409" y="115823"/>
                </a:lnTo>
                <a:lnTo>
                  <a:pt x="1504823" y="122681"/>
                </a:lnTo>
                <a:lnTo>
                  <a:pt x="1514855" y="133476"/>
                </a:lnTo>
                <a:lnTo>
                  <a:pt x="1520698" y="137540"/>
                </a:lnTo>
                <a:lnTo>
                  <a:pt x="1527555" y="140080"/>
                </a:lnTo>
                <a:lnTo>
                  <a:pt x="1527555" y="142747"/>
                </a:lnTo>
                <a:lnTo>
                  <a:pt x="1520698" y="145287"/>
                </a:lnTo>
                <a:lnTo>
                  <a:pt x="1514855" y="149351"/>
                </a:lnTo>
                <a:lnTo>
                  <a:pt x="1504823" y="160146"/>
                </a:lnTo>
                <a:lnTo>
                  <a:pt x="1502409" y="167004"/>
                </a:lnTo>
                <a:lnTo>
                  <a:pt x="1502409" y="179831"/>
                </a:lnTo>
                <a:lnTo>
                  <a:pt x="1503426" y="187197"/>
                </a:lnTo>
                <a:lnTo>
                  <a:pt x="1505330" y="197357"/>
                </a:lnTo>
                <a:lnTo>
                  <a:pt x="1506664" y="204743"/>
                </a:lnTo>
                <a:lnTo>
                  <a:pt x="1507617" y="211486"/>
                </a:lnTo>
                <a:lnTo>
                  <a:pt x="1508188" y="217610"/>
                </a:lnTo>
                <a:lnTo>
                  <a:pt x="1508378" y="223138"/>
                </a:lnTo>
                <a:lnTo>
                  <a:pt x="1507616" y="235592"/>
                </a:lnTo>
                <a:lnTo>
                  <a:pt x="1481629" y="269700"/>
                </a:lnTo>
                <a:lnTo>
                  <a:pt x="1462404" y="272541"/>
                </a:lnTo>
                <a:lnTo>
                  <a:pt x="1460119" y="272541"/>
                </a:lnTo>
                <a:lnTo>
                  <a:pt x="1460119" y="283844"/>
                </a:lnTo>
                <a:lnTo>
                  <a:pt x="1464055" y="283844"/>
                </a:lnTo>
                <a:lnTo>
                  <a:pt x="1480391" y="282630"/>
                </a:lnTo>
                <a:lnTo>
                  <a:pt x="1516252" y="267842"/>
                </a:lnTo>
                <a:lnTo>
                  <a:pt x="1533652" y="220471"/>
                </a:lnTo>
                <a:lnTo>
                  <a:pt x="1533435" y="214066"/>
                </a:lnTo>
                <a:lnTo>
                  <a:pt x="1532778" y="207232"/>
                </a:lnTo>
                <a:lnTo>
                  <a:pt x="1531669" y="199969"/>
                </a:lnTo>
                <a:lnTo>
                  <a:pt x="1530096" y="192277"/>
                </a:lnTo>
                <a:lnTo>
                  <a:pt x="1527809" y="181736"/>
                </a:lnTo>
                <a:lnTo>
                  <a:pt x="1526667" y="174751"/>
                </a:lnTo>
                <a:lnTo>
                  <a:pt x="1526667" y="164337"/>
                </a:lnTo>
                <a:lnTo>
                  <a:pt x="1528952" y="158749"/>
                </a:lnTo>
                <a:lnTo>
                  <a:pt x="1533778" y="154431"/>
                </a:lnTo>
                <a:lnTo>
                  <a:pt x="1538477" y="150113"/>
                </a:lnTo>
                <a:lnTo>
                  <a:pt x="1545590" y="147827"/>
                </a:lnTo>
                <a:lnTo>
                  <a:pt x="1555115" y="147573"/>
                </a:lnTo>
                <a:lnTo>
                  <a:pt x="1555115" y="135254"/>
                </a:lnTo>
                <a:lnTo>
                  <a:pt x="1545590" y="135000"/>
                </a:lnTo>
                <a:lnTo>
                  <a:pt x="1538477" y="132714"/>
                </a:lnTo>
                <a:lnTo>
                  <a:pt x="1533778" y="128396"/>
                </a:lnTo>
                <a:lnTo>
                  <a:pt x="1528952" y="124078"/>
                </a:lnTo>
                <a:lnTo>
                  <a:pt x="1526667" y="118490"/>
                </a:lnTo>
                <a:lnTo>
                  <a:pt x="1526667" y="108076"/>
                </a:lnTo>
                <a:lnTo>
                  <a:pt x="1527809" y="101091"/>
                </a:lnTo>
                <a:lnTo>
                  <a:pt x="1530096" y="90550"/>
                </a:lnTo>
                <a:lnTo>
                  <a:pt x="1531669" y="82859"/>
                </a:lnTo>
                <a:lnTo>
                  <a:pt x="1532778" y="75596"/>
                </a:lnTo>
                <a:lnTo>
                  <a:pt x="1533435" y="68762"/>
                </a:lnTo>
                <a:lnTo>
                  <a:pt x="1533652" y="62356"/>
                </a:lnTo>
                <a:lnTo>
                  <a:pt x="1532576" y="47880"/>
                </a:lnTo>
                <a:lnTo>
                  <a:pt x="1506489" y="9215"/>
                </a:lnTo>
                <a:lnTo>
                  <a:pt x="1480391" y="1214"/>
                </a:lnTo>
                <a:lnTo>
                  <a:pt x="1464055" y="0"/>
                </a:lnTo>
                <a:close/>
              </a:path>
              <a:path w="1555115" h="283845">
                <a:moveTo>
                  <a:pt x="94996" y="0"/>
                </a:moveTo>
                <a:lnTo>
                  <a:pt x="91058" y="0"/>
                </a:lnTo>
                <a:lnTo>
                  <a:pt x="74703" y="1214"/>
                </a:lnTo>
                <a:lnTo>
                  <a:pt x="38734" y="16001"/>
                </a:lnTo>
                <a:lnTo>
                  <a:pt x="21661" y="59562"/>
                </a:lnTo>
                <a:lnTo>
                  <a:pt x="21558" y="65091"/>
                </a:lnTo>
                <a:lnTo>
                  <a:pt x="21677" y="68635"/>
                </a:lnTo>
                <a:lnTo>
                  <a:pt x="22320" y="75469"/>
                </a:lnTo>
                <a:lnTo>
                  <a:pt x="23391" y="82732"/>
                </a:lnTo>
                <a:lnTo>
                  <a:pt x="24892" y="90423"/>
                </a:lnTo>
                <a:lnTo>
                  <a:pt x="27304" y="100837"/>
                </a:lnTo>
                <a:lnTo>
                  <a:pt x="28448" y="107949"/>
                </a:lnTo>
                <a:lnTo>
                  <a:pt x="28448" y="118363"/>
                </a:lnTo>
                <a:lnTo>
                  <a:pt x="26034" y="123951"/>
                </a:lnTo>
                <a:lnTo>
                  <a:pt x="16637" y="132587"/>
                </a:lnTo>
                <a:lnTo>
                  <a:pt x="9525" y="134873"/>
                </a:lnTo>
                <a:lnTo>
                  <a:pt x="0" y="135127"/>
                </a:lnTo>
                <a:lnTo>
                  <a:pt x="0" y="147319"/>
                </a:lnTo>
                <a:lnTo>
                  <a:pt x="9525" y="147700"/>
                </a:lnTo>
                <a:lnTo>
                  <a:pt x="16637" y="149986"/>
                </a:lnTo>
                <a:lnTo>
                  <a:pt x="26034" y="158622"/>
                </a:lnTo>
                <a:lnTo>
                  <a:pt x="28448" y="164210"/>
                </a:lnTo>
                <a:lnTo>
                  <a:pt x="28448" y="174624"/>
                </a:lnTo>
                <a:lnTo>
                  <a:pt x="27304" y="181609"/>
                </a:lnTo>
                <a:lnTo>
                  <a:pt x="24892" y="192150"/>
                </a:lnTo>
                <a:lnTo>
                  <a:pt x="23391" y="199842"/>
                </a:lnTo>
                <a:lnTo>
                  <a:pt x="22320" y="207105"/>
                </a:lnTo>
                <a:lnTo>
                  <a:pt x="21677" y="213939"/>
                </a:lnTo>
                <a:lnTo>
                  <a:pt x="21463" y="220344"/>
                </a:lnTo>
                <a:lnTo>
                  <a:pt x="22536" y="235321"/>
                </a:lnTo>
                <a:lnTo>
                  <a:pt x="48517" y="274629"/>
                </a:lnTo>
                <a:lnTo>
                  <a:pt x="91058" y="283844"/>
                </a:lnTo>
                <a:lnTo>
                  <a:pt x="94996" y="283844"/>
                </a:lnTo>
                <a:lnTo>
                  <a:pt x="94996" y="272541"/>
                </a:lnTo>
                <a:lnTo>
                  <a:pt x="92709" y="272541"/>
                </a:lnTo>
                <a:lnTo>
                  <a:pt x="82520" y="271829"/>
                </a:lnTo>
                <a:lnTo>
                  <a:pt x="49783" y="246078"/>
                </a:lnTo>
                <a:lnTo>
                  <a:pt x="46736" y="223011"/>
                </a:lnTo>
                <a:lnTo>
                  <a:pt x="46926" y="217465"/>
                </a:lnTo>
                <a:lnTo>
                  <a:pt x="47498" y="211312"/>
                </a:lnTo>
                <a:lnTo>
                  <a:pt x="48450" y="204563"/>
                </a:lnTo>
                <a:lnTo>
                  <a:pt x="49783" y="197230"/>
                </a:lnTo>
                <a:lnTo>
                  <a:pt x="51689" y="187070"/>
                </a:lnTo>
                <a:lnTo>
                  <a:pt x="52704" y="179704"/>
                </a:lnTo>
                <a:lnTo>
                  <a:pt x="52704" y="166877"/>
                </a:lnTo>
                <a:lnTo>
                  <a:pt x="50165" y="160019"/>
                </a:lnTo>
                <a:lnTo>
                  <a:pt x="45212" y="154558"/>
                </a:lnTo>
                <a:lnTo>
                  <a:pt x="40258" y="149224"/>
                </a:lnTo>
                <a:lnTo>
                  <a:pt x="34417" y="145160"/>
                </a:lnTo>
                <a:lnTo>
                  <a:pt x="27558" y="142620"/>
                </a:lnTo>
                <a:lnTo>
                  <a:pt x="27558" y="139953"/>
                </a:lnTo>
                <a:lnTo>
                  <a:pt x="34417" y="137286"/>
                </a:lnTo>
                <a:lnTo>
                  <a:pt x="40258" y="133349"/>
                </a:lnTo>
                <a:lnTo>
                  <a:pt x="45212" y="127888"/>
                </a:lnTo>
                <a:lnTo>
                  <a:pt x="50165" y="122554"/>
                </a:lnTo>
                <a:lnTo>
                  <a:pt x="52704" y="115569"/>
                </a:lnTo>
                <a:lnTo>
                  <a:pt x="52704" y="102869"/>
                </a:lnTo>
                <a:lnTo>
                  <a:pt x="51689" y="95503"/>
                </a:lnTo>
                <a:lnTo>
                  <a:pt x="49783" y="85343"/>
                </a:lnTo>
                <a:lnTo>
                  <a:pt x="48450" y="77958"/>
                </a:lnTo>
                <a:lnTo>
                  <a:pt x="47498" y="71215"/>
                </a:lnTo>
                <a:lnTo>
                  <a:pt x="46926" y="65091"/>
                </a:lnTo>
                <a:lnTo>
                  <a:pt x="46736" y="59562"/>
                </a:lnTo>
                <a:lnTo>
                  <a:pt x="47498" y="47609"/>
                </a:lnTo>
                <a:lnTo>
                  <a:pt x="73485" y="14144"/>
                </a:lnTo>
                <a:lnTo>
                  <a:pt x="92709" y="11302"/>
                </a:lnTo>
                <a:lnTo>
                  <a:pt x="94996" y="11302"/>
                </a:lnTo>
                <a:lnTo>
                  <a:pt x="9499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5055615" y="4527550"/>
            <a:ext cx="6047740" cy="12522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168910" algn="ctr">
              <a:lnSpc>
                <a:spcPct val="100000"/>
              </a:lnSpc>
              <a:spcBef>
                <a:spcPts val="100"/>
              </a:spcBef>
              <a:tabLst>
                <a:tab pos="858519" algn="l"/>
              </a:tabLst>
            </a:pPr>
            <a:r>
              <a:rPr sz="2400" dirty="0">
                <a:latin typeface="Cambria Math"/>
                <a:cs typeface="Cambria Math"/>
              </a:rPr>
              <a:t>𝑽</a:t>
            </a:r>
            <a:r>
              <a:rPr sz="2625" baseline="-15873" dirty="0">
                <a:latin typeface="Cambria Math"/>
                <a:cs typeface="Cambria Math"/>
              </a:rPr>
              <a:t>𝟏</a:t>
            </a:r>
            <a:r>
              <a:rPr sz="2625" spc="569" baseline="-15873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=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10" dirty="0">
                <a:latin typeface="Cambria Math"/>
                <a:cs typeface="Cambria Math"/>
              </a:rPr>
              <a:t>𝒂,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𝒃,</a:t>
            </a:r>
            <a:r>
              <a:rPr sz="2400" spc="-13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𝒄,</a:t>
            </a:r>
            <a:r>
              <a:rPr sz="2400" spc="-13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𝒅,</a:t>
            </a:r>
            <a:r>
              <a:rPr sz="2400" spc="-130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𝒇</a:t>
            </a:r>
            <a:endParaRPr sz="2400" dirty="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3300" dirty="0">
              <a:latin typeface="Cambria Math"/>
              <a:cs typeface="Cambria Math"/>
            </a:endParaRPr>
          </a:p>
          <a:p>
            <a:pPr marL="50800">
              <a:lnSpc>
                <a:spcPct val="100000"/>
              </a:lnSpc>
              <a:tabLst>
                <a:tab pos="1651000" algn="l"/>
                <a:tab pos="1890395" algn="l"/>
                <a:tab pos="2753995" algn="l"/>
                <a:tab pos="3572510" algn="l"/>
                <a:tab pos="4194810" algn="l"/>
                <a:tab pos="4434205" algn="l"/>
              </a:tabLst>
            </a:pPr>
            <a:r>
              <a:rPr sz="2400" dirty="0">
                <a:latin typeface="Cambria Math"/>
                <a:cs typeface="Cambria Math"/>
              </a:rPr>
              <a:t>𝑬</a:t>
            </a:r>
            <a:r>
              <a:rPr sz="2625" baseline="-15873" dirty="0">
                <a:latin typeface="Cambria Math"/>
                <a:cs typeface="Cambria Math"/>
              </a:rPr>
              <a:t>𝟏</a:t>
            </a:r>
            <a:r>
              <a:rPr sz="2625" spc="555" baseline="-15873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=</a:t>
            </a:r>
            <a:r>
              <a:rPr sz="2400" spc="13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{</a:t>
            </a:r>
            <a:r>
              <a:rPr sz="2400" spc="465" dirty="0">
                <a:latin typeface="Cambria Math"/>
                <a:cs typeface="Cambria Math"/>
              </a:rPr>
              <a:t> </a:t>
            </a:r>
            <a:r>
              <a:rPr sz="2400" spc="-10" dirty="0">
                <a:latin typeface="Cambria Math"/>
                <a:cs typeface="Cambria Math"/>
              </a:rPr>
              <a:t>𝒂,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𝒃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,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10" dirty="0">
                <a:latin typeface="Cambria Math"/>
                <a:cs typeface="Cambria Math"/>
              </a:rPr>
              <a:t>𝒂,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𝒅</a:t>
            </a:r>
            <a:r>
              <a:rPr sz="2400" spc="480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,</a:t>
            </a:r>
            <a:r>
              <a:rPr sz="2400" dirty="0">
                <a:latin typeface="Cambria Math"/>
                <a:cs typeface="Cambria Math"/>
              </a:rPr>
              <a:t>	𝒃,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𝒄</a:t>
            </a:r>
            <a:r>
              <a:rPr sz="2400" spc="465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,</a:t>
            </a:r>
            <a:r>
              <a:rPr sz="2400" dirty="0">
                <a:latin typeface="Cambria Math"/>
                <a:cs typeface="Cambria Math"/>
              </a:rPr>
              <a:t>	𝒃,</a:t>
            </a:r>
            <a:r>
              <a:rPr sz="2400" spc="-145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𝒅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,</a:t>
            </a:r>
            <a:r>
              <a:rPr sz="2400" dirty="0">
                <a:latin typeface="Cambria Math"/>
                <a:cs typeface="Cambria Math"/>
              </a:rPr>
              <a:t>	𝒃,</a:t>
            </a:r>
            <a:r>
              <a:rPr sz="2400" spc="-14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𝒇</a:t>
            </a:r>
            <a:r>
              <a:rPr sz="2400" spc="459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,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(𝒅,</a:t>
            </a:r>
            <a:r>
              <a:rPr sz="2400" spc="-130" dirty="0">
                <a:latin typeface="Cambria Math"/>
                <a:cs typeface="Cambria Math"/>
              </a:rPr>
              <a:t> </a:t>
            </a:r>
            <a:r>
              <a:rPr sz="2400" spc="-25" dirty="0">
                <a:latin typeface="Cambria Math"/>
                <a:cs typeface="Cambria Math"/>
              </a:rPr>
              <a:t>𝒇)}</a:t>
            </a:r>
            <a:endParaRPr sz="2400" dirty="0">
              <a:latin typeface="Cambria Math"/>
              <a:cs typeface="Cambria Math"/>
            </a:endParaRPr>
          </a:p>
        </p:txBody>
      </p:sp>
      <p:grpSp>
        <p:nvGrpSpPr>
          <p:cNvPr id="23" name="object 15">
            <a:extLst>
              <a:ext uri="{FF2B5EF4-FFF2-40B4-BE49-F238E27FC236}">
                <a16:creationId xmlns:a16="http://schemas.microsoft.com/office/drawing/2014/main" id="{C77725DC-23F1-8249-A5CB-9ACA2A6FC572}"/>
              </a:ext>
            </a:extLst>
          </p:cNvPr>
          <p:cNvGrpSpPr/>
          <p:nvPr/>
        </p:nvGrpSpPr>
        <p:grpSpPr>
          <a:xfrm>
            <a:off x="2001328" y="4371340"/>
            <a:ext cx="2659380" cy="1673860"/>
            <a:chOff x="2005583" y="4401311"/>
            <a:chExt cx="2659380" cy="1673860"/>
          </a:xfrm>
        </p:grpSpPr>
        <p:sp>
          <p:nvSpPr>
            <p:cNvPr id="24" name="object 16">
              <a:extLst>
                <a:ext uri="{FF2B5EF4-FFF2-40B4-BE49-F238E27FC236}">
                  <a16:creationId xmlns:a16="http://schemas.microsoft.com/office/drawing/2014/main" id="{346E5229-E49D-CB4D-A62F-E30AD9FEA294}"/>
                </a:ext>
              </a:extLst>
            </p:cNvPr>
            <p:cNvSpPr/>
            <p:nvPr/>
          </p:nvSpPr>
          <p:spPr>
            <a:xfrm>
              <a:off x="2322575" y="4420361"/>
              <a:ext cx="873125" cy="0"/>
            </a:xfrm>
            <a:custGeom>
              <a:avLst/>
              <a:gdLst/>
              <a:ahLst/>
              <a:cxnLst/>
              <a:rect l="l" t="t" r="r" b="b"/>
              <a:pathLst>
                <a:path w="873125">
                  <a:moveTo>
                    <a:pt x="0" y="0"/>
                  </a:moveTo>
                  <a:lnTo>
                    <a:pt x="872744" y="0"/>
                  </a:lnTo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17">
              <a:extLst>
                <a:ext uri="{FF2B5EF4-FFF2-40B4-BE49-F238E27FC236}">
                  <a16:creationId xmlns:a16="http://schemas.microsoft.com/office/drawing/2014/main" id="{0E545ACC-C5A3-F047-9B9A-D55066D9030F}"/>
                </a:ext>
              </a:extLst>
            </p:cNvPr>
            <p:cNvSpPr/>
            <p:nvPr/>
          </p:nvSpPr>
          <p:spPr>
            <a:xfrm>
              <a:off x="2024633" y="4420361"/>
              <a:ext cx="2640330" cy="1635760"/>
            </a:xfrm>
            <a:custGeom>
              <a:avLst/>
              <a:gdLst/>
              <a:ahLst/>
              <a:cxnLst/>
              <a:rect l="l" t="t" r="r" b="b"/>
              <a:pathLst>
                <a:path w="2640329" h="1635760">
                  <a:moveTo>
                    <a:pt x="0" y="297942"/>
                  </a:moveTo>
                  <a:lnTo>
                    <a:pt x="0" y="1336789"/>
                  </a:lnTo>
                </a:path>
                <a:path w="2640329" h="1635760">
                  <a:moveTo>
                    <a:pt x="1258443" y="211074"/>
                  </a:moveTo>
                  <a:lnTo>
                    <a:pt x="211074" y="1424495"/>
                  </a:lnTo>
                </a:path>
                <a:path w="2640329" h="1635760">
                  <a:moveTo>
                    <a:pt x="1170686" y="1635252"/>
                  </a:moveTo>
                  <a:lnTo>
                    <a:pt x="297942" y="1635252"/>
                  </a:lnTo>
                </a:path>
                <a:path w="2640329" h="1635760">
                  <a:moveTo>
                    <a:pt x="1469136" y="297942"/>
                  </a:moveTo>
                  <a:lnTo>
                    <a:pt x="1469136" y="1336789"/>
                  </a:lnTo>
                </a:path>
                <a:path w="2640329" h="1635760">
                  <a:moveTo>
                    <a:pt x="1767078" y="0"/>
                  </a:moveTo>
                  <a:lnTo>
                    <a:pt x="2639822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文本框 26">
            <a:extLst>
              <a:ext uri="{FF2B5EF4-FFF2-40B4-BE49-F238E27FC236}">
                <a16:creationId xmlns:a16="http://schemas.microsoft.com/office/drawing/2014/main" id="{5846BCA1-4B7E-3045-ACBE-74A78DC86B93}"/>
              </a:ext>
            </a:extLst>
          </p:cNvPr>
          <p:cNvSpPr txBox="1"/>
          <p:nvPr/>
        </p:nvSpPr>
        <p:spPr>
          <a:xfrm>
            <a:off x="4976333" y="5968475"/>
            <a:ext cx="373920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FF0000"/>
                </a:solidFill>
                <a:latin typeface="Cambria Math"/>
                <a:cs typeface="Cambria Math"/>
              </a:rPr>
              <a:t>(𝒂</a:t>
            </a:r>
            <a:r>
              <a:rPr lang="en-US" altLang="zh-CN" sz="2000" spc="-65" dirty="0">
                <a:solidFill>
                  <a:srgbClr val="FF0000"/>
                </a:solidFill>
                <a:latin typeface="Cambria Math"/>
                <a:cs typeface="Cambria Math"/>
              </a:rPr>
              <a:t>, </a:t>
            </a:r>
            <a:r>
              <a:rPr lang="zh-CN" altLang="en-US" sz="2000" dirty="0">
                <a:solidFill>
                  <a:srgbClr val="FF0000"/>
                </a:solidFill>
                <a:latin typeface="Cambria Math"/>
                <a:cs typeface="Cambria Math"/>
              </a:rPr>
              <a:t>𝒃</a:t>
            </a:r>
            <a:r>
              <a:rPr lang="en-US" altLang="zh-CN" sz="2000" dirty="0">
                <a:solidFill>
                  <a:srgbClr val="FF0000"/>
                </a:solidFill>
                <a:latin typeface="Cambria Math"/>
                <a:cs typeface="Cambria Math"/>
              </a:rPr>
              <a:t>)</a:t>
            </a:r>
            <a:r>
              <a:rPr lang="zh-CN" altLang="en-US" sz="2000" dirty="0">
                <a:solidFill>
                  <a:srgbClr val="FF0000"/>
                </a:solidFill>
                <a:latin typeface="PMingLiU"/>
                <a:cs typeface="PMingLiU"/>
              </a:rPr>
              <a:t>和</a:t>
            </a:r>
            <a:r>
              <a:rPr lang="en-US" altLang="zh-CN" sz="2000" dirty="0">
                <a:solidFill>
                  <a:srgbClr val="FF0000"/>
                </a:solidFill>
                <a:latin typeface="Cambria Math"/>
                <a:cs typeface="Cambria Math"/>
              </a:rPr>
              <a:t>(𝒃,</a:t>
            </a:r>
            <a:r>
              <a:rPr lang="zh-CN" altLang="en-US" sz="2000" spc="-13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lang="zh-CN" altLang="en-US" sz="2000" dirty="0">
                <a:solidFill>
                  <a:srgbClr val="FF0000"/>
                </a:solidFill>
                <a:latin typeface="Cambria Math"/>
                <a:cs typeface="Cambria Math"/>
              </a:rPr>
              <a:t>𝒂</a:t>
            </a:r>
            <a:r>
              <a:rPr lang="en-US" altLang="zh-CN" sz="2000" dirty="0">
                <a:solidFill>
                  <a:srgbClr val="FF0000"/>
                </a:solidFill>
                <a:latin typeface="Cambria Math"/>
                <a:cs typeface="Cambria Math"/>
              </a:rPr>
              <a:t>)</a:t>
            </a:r>
            <a:r>
              <a:rPr lang="zh-CN" altLang="en-US" sz="2000" spc="-10" dirty="0">
                <a:solidFill>
                  <a:srgbClr val="FF0000"/>
                </a:solidFill>
                <a:latin typeface="PMingLiU"/>
                <a:cs typeface="PMingLiU"/>
              </a:rPr>
              <a:t>被视作同一条边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62514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74190" y="2611374"/>
            <a:ext cx="808355" cy="329565"/>
          </a:xfrm>
          <a:custGeom>
            <a:avLst/>
            <a:gdLst/>
            <a:ahLst/>
            <a:cxnLst/>
            <a:rect l="l" t="t" r="r" b="b"/>
            <a:pathLst>
              <a:path w="808355" h="329564">
                <a:moveTo>
                  <a:pt x="703199" y="0"/>
                </a:moveTo>
                <a:lnTo>
                  <a:pt x="698500" y="13334"/>
                </a:lnTo>
                <a:lnTo>
                  <a:pt x="717569" y="21669"/>
                </a:lnTo>
                <a:lnTo>
                  <a:pt x="733996" y="33146"/>
                </a:lnTo>
                <a:lnTo>
                  <a:pt x="758825" y="65531"/>
                </a:lnTo>
                <a:lnTo>
                  <a:pt x="773398" y="109362"/>
                </a:lnTo>
                <a:lnTo>
                  <a:pt x="778256" y="163194"/>
                </a:lnTo>
                <a:lnTo>
                  <a:pt x="777039" y="192246"/>
                </a:lnTo>
                <a:lnTo>
                  <a:pt x="767272" y="242347"/>
                </a:lnTo>
                <a:lnTo>
                  <a:pt x="747621" y="281493"/>
                </a:lnTo>
                <a:lnTo>
                  <a:pt x="717800" y="307921"/>
                </a:lnTo>
                <a:lnTo>
                  <a:pt x="699007" y="316229"/>
                </a:lnTo>
                <a:lnTo>
                  <a:pt x="703199" y="329564"/>
                </a:lnTo>
                <a:lnTo>
                  <a:pt x="748141" y="308514"/>
                </a:lnTo>
                <a:lnTo>
                  <a:pt x="781176" y="272033"/>
                </a:lnTo>
                <a:lnTo>
                  <a:pt x="801576" y="223154"/>
                </a:lnTo>
                <a:lnTo>
                  <a:pt x="808355" y="164845"/>
                </a:lnTo>
                <a:lnTo>
                  <a:pt x="806644" y="134651"/>
                </a:lnTo>
                <a:lnTo>
                  <a:pt x="793031" y="81121"/>
                </a:lnTo>
                <a:lnTo>
                  <a:pt x="766081" y="37522"/>
                </a:lnTo>
                <a:lnTo>
                  <a:pt x="727080" y="8618"/>
                </a:lnTo>
                <a:lnTo>
                  <a:pt x="703199" y="0"/>
                </a:lnTo>
                <a:close/>
              </a:path>
              <a:path w="808355" h="329564">
                <a:moveTo>
                  <a:pt x="105156" y="0"/>
                </a:moveTo>
                <a:lnTo>
                  <a:pt x="60309" y="21129"/>
                </a:lnTo>
                <a:lnTo>
                  <a:pt x="27177" y="57784"/>
                </a:lnTo>
                <a:lnTo>
                  <a:pt x="6826" y="106743"/>
                </a:lnTo>
                <a:lnTo>
                  <a:pt x="0" y="164845"/>
                </a:lnTo>
                <a:lnTo>
                  <a:pt x="1692" y="195185"/>
                </a:lnTo>
                <a:lnTo>
                  <a:pt x="15269" y="248767"/>
                </a:lnTo>
                <a:lnTo>
                  <a:pt x="42201" y="292203"/>
                </a:lnTo>
                <a:lnTo>
                  <a:pt x="81202" y="320968"/>
                </a:lnTo>
                <a:lnTo>
                  <a:pt x="105156" y="329564"/>
                </a:lnTo>
                <a:lnTo>
                  <a:pt x="109347" y="316229"/>
                </a:lnTo>
                <a:lnTo>
                  <a:pt x="90537" y="307921"/>
                </a:lnTo>
                <a:lnTo>
                  <a:pt x="74310" y="296338"/>
                </a:lnTo>
                <a:lnTo>
                  <a:pt x="49656" y="263397"/>
                </a:lnTo>
                <a:lnTo>
                  <a:pt x="34972" y="218630"/>
                </a:lnTo>
                <a:lnTo>
                  <a:pt x="30099" y="163194"/>
                </a:lnTo>
                <a:lnTo>
                  <a:pt x="31315" y="135022"/>
                </a:lnTo>
                <a:lnTo>
                  <a:pt x="41082" y="86203"/>
                </a:lnTo>
                <a:lnTo>
                  <a:pt x="60723" y="47767"/>
                </a:lnTo>
                <a:lnTo>
                  <a:pt x="90858" y="21669"/>
                </a:lnTo>
                <a:lnTo>
                  <a:pt x="109855" y="13334"/>
                </a:lnTo>
                <a:lnTo>
                  <a:pt x="10515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678179" y="1045880"/>
            <a:ext cx="7952997" cy="2907847"/>
          </a:xfrm>
          <a:prstGeom prst="rect">
            <a:avLst/>
          </a:prstGeom>
        </p:spPr>
        <p:txBody>
          <a:bodyPr vert="horz" wrap="square" lIns="0" tIns="106045" rIns="0" bIns="0" rtlCol="0">
            <a:spAutoFit/>
          </a:bodyPr>
          <a:lstStyle/>
          <a:p>
            <a:pPr marL="406400" indent="-342900">
              <a:lnSpc>
                <a:spcPct val="100000"/>
              </a:lnSpc>
              <a:spcBef>
                <a:spcPts val="835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405765" algn="l"/>
                <a:tab pos="406400" algn="l"/>
              </a:tabLst>
            </a:pPr>
            <a:r>
              <a:rPr sz="2800" spc="-5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图可以表示为一个二元组</a:t>
            </a:r>
            <a:r>
              <a:rPr sz="2800" dirty="0">
                <a:latin typeface="Cambria Math"/>
                <a:cs typeface="Cambria Math"/>
              </a:rPr>
              <a:t>𝑮</a:t>
            </a:r>
            <a:r>
              <a:rPr sz="2800" spc="75" dirty="0">
                <a:latin typeface="Cambria Math"/>
                <a:cs typeface="Cambria Math"/>
              </a:rPr>
              <a:t> =&lt; </a:t>
            </a:r>
            <a:r>
              <a:rPr sz="2800" spc="-10" dirty="0">
                <a:latin typeface="Cambria Math"/>
                <a:cs typeface="Cambria Math"/>
              </a:rPr>
              <a:t>𝑽</a:t>
            </a:r>
            <a:r>
              <a:rPr sz="2800" spc="-80" dirty="0">
                <a:latin typeface="Cambria Math"/>
                <a:cs typeface="Cambria Math"/>
              </a:rPr>
              <a:t>, </a:t>
            </a:r>
            <a:r>
              <a:rPr sz="2800" dirty="0">
                <a:latin typeface="Cambria Math"/>
                <a:cs typeface="Cambria Math"/>
              </a:rPr>
              <a:t>𝑬</a:t>
            </a:r>
            <a:r>
              <a:rPr sz="2800" spc="80" dirty="0">
                <a:latin typeface="Cambria Math"/>
                <a:cs typeface="Cambria Math"/>
              </a:rPr>
              <a:t> &gt;</a:t>
            </a:r>
            <a:r>
              <a:rPr sz="2800" spc="-20" dirty="0">
                <a:latin typeface="PMingLiU"/>
                <a:cs typeface="PMingLiU"/>
              </a:rPr>
              <a:t>，</a:t>
            </a:r>
            <a:r>
              <a:rPr sz="2800" spc="-2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其中</a:t>
            </a:r>
            <a:endParaRPr sz="28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755015" lvl="1" indent="-347980">
              <a:lnSpc>
                <a:spcPct val="100000"/>
              </a:lnSpc>
              <a:spcBef>
                <a:spcPts val="62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55015" algn="l"/>
                <a:tab pos="755650" algn="l"/>
              </a:tabLst>
            </a:pP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𝑽</a:t>
            </a:r>
            <a:r>
              <a:rPr sz="2400" spc="-5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表示非空顶点集，其元素称为顶点</a:t>
            </a:r>
            <a:r>
              <a:rPr sz="2400" b="1" spc="-10" dirty="0">
                <a:latin typeface="SimSun" panose="02010600030101010101" pitchFamily="2" charset="-122"/>
                <a:ea typeface="SimSun" panose="02010600030101010101" pitchFamily="2" charset="-122"/>
                <a:cs typeface="Times New Roman"/>
              </a:rPr>
              <a:t>(Vertex)</a:t>
            </a:r>
            <a:endParaRPr sz="2400" dirty="0">
              <a:latin typeface="SimSun" panose="02010600030101010101" pitchFamily="2" charset="-122"/>
              <a:ea typeface="SimSun" panose="02010600030101010101" pitchFamily="2" charset="-122"/>
              <a:cs typeface="Times New Roman"/>
            </a:endParaRPr>
          </a:p>
          <a:p>
            <a:pPr marL="755015" lvl="1" indent="-347980">
              <a:lnSpc>
                <a:spcPct val="100000"/>
              </a:lnSpc>
              <a:spcBef>
                <a:spcPts val="57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55015" algn="l"/>
                <a:tab pos="755650" algn="l"/>
              </a:tabLst>
            </a:pP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𝑬</a:t>
            </a:r>
            <a:r>
              <a:rPr sz="2400" spc="-5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表示边集，其元素称为边</a:t>
            </a:r>
            <a:r>
              <a:rPr sz="2400" b="1" spc="-10" dirty="0">
                <a:latin typeface="SimSun" panose="02010600030101010101" pitchFamily="2" charset="-122"/>
                <a:ea typeface="SimSun" panose="02010600030101010101" pitchFamily="2" charset="-122"/>
                <a:cs typeface="Times New Roman"/>
              </a:rPr>
              <a:t>(Edge)</a:t>
            </a:r>
            <a:endParaRPr sz="2400" dirty="0">
              <a:latin typeface="SimSun" panose="02010600030101010101" pitchFamily="2" charset="-122"/>
              <a:ea typeface="SimSun" panose="02010600030101010101" pitchFamily="2" charset="-122"/>
              <a:cs typeface="Times New Roman"/>
            </a:endParaRPr>
          </a:p>
          <a:p>
            <a:pPr marL="406400" indent="-342900">
              <a:lnSpc>
                <a:spcPct val="100000"/>
              </a:lnSpc>
              <a:spcBef>
                <a:spcPts val="62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405765" algn="l"/>
                <a:tab pos="406400" algn="l"/>
                <a:tab pos="1212215" algn="l"/>
                <a:tab pos="1935480" algn="l"/>
              </a:tabLst>
            </a:pPr>
            <a:r>
              <a:rPr sz="2800" dirty="0">
                <a:latin typeface="Cambria Math"/>
                <a:cs typeface="Cambria Math"/>
              </a:rPr>
              <a:t>𝒆</a:t>
            </a:r>
            <a:r>
              <a:rPr sz="2800" spc="55" dirty="0">
                <a:latin typeface="Cambria Math"/>
                <a:cs typeface="Cambria Math"/>
              </a:rPr>
              <a:t> =</a:t>
            </a:r>
            <a:r>
              <a:rPr sz="2800" dirty="0">
                <a:latin typeface="Cambria Math"/>
                <a:cs typeface="Cambria Math"/>
              </a:rPr>
              <a:t>	</a:t>
            </a:r>
            <a:r>
              <a:rPr sz="2800" spc="-10" dirty="0">
                <a:latin typeface="Cambria Math"/>
                <a:cs typeface="Cambria Math"/>
              </a:rPr>
              <a:t>𝒖</a:t>
            </a:r>
            <a:r>
              <a:rPr sz="2800" spc="-75" dirty="0">
                <a:latin typeface="Cambria Math"/>
                <a:cs typeface="Cambria Math"/>
              </a:rPr>
              <a:t>, </a:t>
            </a:r>
            <a:r>
              <a:rPr sz="2800" spc="-50" dirty="0">
                <a:latin typeface="Cambria Math"/>
                <a:cs typeface="Cambria Math"/>
              </a:rPr>
              <a:t>𝒗</a:t>
            </a:r>
            <a:r>
              <a:rPr sz="2800" dirty="0">
                <a:latin typeface="Cambria Math"/>
                <a:cs typeface="Cambria Math"/>
              </a:rPr>
              <a:t>	</a:t>
            </a:r>
            <a:r>
              <a:rPr sz="2800" spc="-1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表示一条边，其中</a:t>
            </a:r>
            <a:r>
              <a:rPr sz="28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𝒖</a:t>
            </a:r>
            <a:r>
              <a:rPr sz="2800" spc="10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 </a:t>
            </a:r>
            <a:r>
              <a:rPr sz="2800" spc="105" dirty="0">
                <a:latin typeface="Cambria Math"/>
                <a:cs typeface="Cambria Math"/>
              </a:rPr>
              <a:t>∈ </a:t>
            </a:r>
            <a:r>
              <a:rPr sz="2800" spc="-10" dirty="0">
                <a:latin typeface="Cambria Math"/>
                <a:cs typeface="Cambria Math"/>
              </a:rPr>
              <a:t>𝑽</a:t>
            </a:r>
            <a:r>
              <a:rPr sz="2800" spc="-80" dirty="0">
                <a:latin typeface="Cambria Math"/>
                <a:cs typeface="Cambria Math"/>
              </a:rPr>
              <a:t>, </a:t>
            </a:r>
            <a:r>
              <a:rPr sz="2800" dirty="0">
                <a:latin typeface="Cambria Math"/>
                <a:cs typeface="Cambria Math"/>
              </a:rPr>
              <a:t>𝒗</a:t>
            </a:r>
            <a:r>
              <a:rPr sz="2800" spc="105" dirty="0">
                <a:latin typeface="Cambria Math"/>
                <a:cs typeface="Cambria Math"/>
              </a:rPr>
              <a:t> ∈ </a:t>
            </a:r>
            <a:r>
              <a:rPr sz="2800" spc="-10" dirty="0">
                <a:latin typeface="Cambria Math"/>
                <a:cs typeface="Cambria Math"/>
              </a:rPr>
              <a:t>𝑽</a:t>
            </a:r>
            <a:r>
              <a:rPr sz="2800" spc="-80" dirty="0">
                <a:latin typeface="Cambria Math"/>
                <a:cs typeface="Cambria Math"/>
              </a:rPr>
              <a:t>, </a:t>
            </a:r>
            <a:r>
              <a:rPr sz="2800" dirty="0">
                <a:latin typeface="Cambria Math"/>
                <a:cs typeface="Cambria Math"/>
              </a:rPr>
              <a:t>𝒆</a:t>
            </a:r>
            <a:r>
              <a:rPr sz="2800" spc="105" dirty="0">
                <a:latin typeface="Cambria Math"/>
                <a:cs typeface="Cambria Math"/>
              </a:rPr>
              <a:t> ∈ </a:t>
            </a:r>
            <a:r>
              <a:rPr sz="2800" spc="-50" dirty="0">
                <a:latin typeface="Cambria Math"/>
                <a:cs typeface="Cambria Math"/>
              </a:rPr>
              <a:t>𝑬</a:t>
            </a:r>
            <a:endParaRPr sz="2800" dirty="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Clr>
                <a:srgbClr val="8092F0"/>
              </a:buClr>
              <a:buFont typeface="Wingdings"/>
              <a:buChar char=""/>
            </a:pPr>
            <a:endParaRPr sz="3500" dirty="0">
              <a:latin typeface="Cambria Math"/>
              <a:cs typeface="Cambria Math"/>
            </a:endParaRPr>
          </a:p>
          <a:p>
            <a:pPr marL="406400" indent="-342900">
              <a:lnSpc>
                <a:spcPct val="100000"/>
              </a:lnSpc>
              <a:buClr>
                <a:srgbClr val="8092F0"/>
              </a:buClr>
              <a:buSzPct val="69642"/>
              <a:buFont typeface="Wingdings"/>
              <a:buChar char=""/>
              <a:tabLst>
                <a:tab pos="405765" algn="l"/>
                <a:tab pos="406400" algn="l"/>
              </a:tabLst>
            </a:pPr>
            <a:r>
              <a:rPr sz="2800" dirty="0" err="1">
                <a:latin typeface="PMingLiU"/>
                <a:cs typeface="PMingLiU"/>
              </a:rPr>
              <a:t>有向图</a:t>
            </a:r>
            <a:r>
              <a:rPr sz="2800" dirty="0">
                <a:latin typeface="Cambria Math"/>
                <a:cs typeface="Cambria Math"/>
              </a:rPr>
              <a:t>𝑮</a:t>
            </a:r>
            <a:r>
              <a:rPr sz="3075" baseline="-14905" dirty="0">
                <a:latin typeface="Cambria Math"/>
                <a:cs typeface="Cambria Math"/>
              </a:rPr>
              <a:t>𝟐</a:t>
            </a:r>
            <a:r>
              <a:rPr sz="3075" spc="667" baseline="-14905" dirty="0">
                <a:latin typeface="Cambria Math"/>
                <a:cs typeface="Cambria Math"/>
              </a:rPr>
              <a:t> </a:t>
            </a:r>
            <a:r>
              <a:rPr sz="2800" spc="50" dirty="0">
                <a:latin typeface="Cambria Math"/>
                <a:cs typeface="Cambria Math"/>
              </a:rPr>
              <a:t>=&lt; </a:t>
            </a:r>
            <a:r>
              <a:rPr sz="2800" dirty="0">
                <a:latin typeface="Cambria Math"/>
                <a:cs typeface="Cambria Math"/>
              </a:rPr>
              <a:t>𝑽</a:t>
            </a:r>
            <a:r>
              <a:rPr sz="3075" baseline="-14905" dirty="0">
                <a:latin typeface="Cambria Math"/>
                <a:cs typeface="Cambria Math"/>
              </a:rPr>
              <a:t>𝟐</a:t>
            </a:r>
            <a:r>
              <a:rPr sz="2800" spc="-75" dirty="0">
                <a:latin typeface="Cambria Math"/>
                <a:cs typeface="Cambria Math"/>
              </a:rPr>
              <a:t>, </a:t>
            </a:r>
            <a:r>
              <a:rPr sz="2800" dirty="0">
                <a:latin typeface="Cambria Math"/>
                <a:cs typeface="Cambria Math"/>
              </a:rPr>
              <a:t>𝑬</a:t>
            </a:r>
            <a:r>
              <a:rPr sz="3075" baseline="-14905" dirty="0">
                <a:latin typeface="Cambria Math"/>
                <a:cs typeface="Cambria Math"/>
              </a:rPr>
              <a:t>𝟐</a:t>
            </a:r>
            <a:r>
              <a:rPr sz="3075" spc="705" baseline="-14905" dirty="0">
                <a:latin typeface="Cambria Math"/>
                <a:cs typeface="Cambria Math"/>
              </a:rPr>
              <a:t> </a:t>
            </a:r>
            <a:r>
              <a:rPr sz="2800" spc="-50" dirty="0">
                <a:latin typeface="Cambria Math"/>
                <a:cs typeface="Cambria Math"/>
              </a:rPr>
              <a:t>&gt;</a:t>
            </a:r>
            <a:endParaRPr sz="2800" dirty="0">
              <a:latin typeface="Cambria Math"/>
              <a:cs typeface="Cambria Math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726692" y="4122420"/>
            <a:ext cx="596265" cy="596265"/>
          </a:xfrm>
          <a:custGeom>
            <a:avLst/>
            <a:gdLst/>
            <a:ahLst/>
            <a:cxnLst/>
            <a:rect l="l" t="t" r="r" b="b"/>
            <a:pathLst>
              <a:path w="596264" h="596264">
                <a:moveTo>
                  <a:pt x="0" y="297941"/>
                </a:moveTo>
                <a:lnTo>
                  <a:pt x="3898" y="249603"/>
                </a:lnTo>
                <a:lnTo>
                  <a:pt x="15185" y="203752"/>
                </a:lnTo>
                <a:lnTo>
                  <a:pt x="33247" y="161001"/>
                </a:lnTo>
                <a:lnTo>
                  <a:pt x="57473" y="121962"/>
                </a:lnTo>
                <a:lnTo>
                  <a:pt x="87249" y="87248"/>
                </a:lnTo>
                <a:lnTo>
                  <a:pt x="121962" y="57473"/>
                </a:lnTo>
                <a:lnTo>
                  <a:pt x="161001" y="33247"/>
                </a:lnTo>
                <a:lnTo>
                  <a:pt x="203752" y="15185"/>
                </a:lnTo>
                <a:lnTo>
                  <a:pt x="249603" y="3898"/>
                </a:lnTo>
                <a:lnTo>
                  <a:pt x="297941" y="0"/>
                </a:lnTo>
                <a:lnTo>
                  <a:pt x="346280" y="3898"/>
                </a:lnTo>
                <a:lnTo>
                  <a:pt x="392131" y="15185"/>
                </a:lnTo>
                <a:lnTo>
                  <a:pt x="434882" y="33247"/>
                </a:lnTo>
                <a:lnTo>
                  <a:pt x="473921" y="57473"/>
                </a:lnTo>
                <a:lnTo>
                  <a:pt x="508635" y="87248"/>
                </a:lnTo>
                <a:lnTo>
                  <a:pt x="538410" y="121962"/>
                </a:lnTo>
                <a:lnTo>
                  <a:pt x="562636" y="161001"/>
                </a:lnTo>
                <a:lnTo>
                  <a:pt x="580698" y="203752"/>
                </a:lnTo>
                <a:lnTo>
                  <a:pt x="591985" y="249603"/>
                </a:lnTo>
                <a:lnTo>
                  <a:pt x="595883" y="297941"/>
                </a:lnTo>
                <a:lnTo>
                  <a:pt x="591985" y="346280"/>
                </a:lnTo>
                <a:lnTo>
                  <a:pt x="580698" y="392131"/>
                </a:lnTo>
                <a:lnTo>
                  <a:pt x="562636" y="434882"/>
                </a:lnTo>
                <a:lnTo>
                  <a:pt x="538410" y="473921"/>
                </a:lnTo>
                <a:lnTo>
                  <a:pt x="508634" y="508635"/>
                </a:lnTo>
                <a:lnTo>
                  <a:pt x="473921" y="538410"/>
                </a:lnTo>
                <a:lnTo>
                  <a:pt x="434882" y="562636"/>
                </a:lnTo>
                <a:lnTo>
                  <a:pt x="392131" y="580698"/>
                </a:lnTo>
                <a:lnTo>
                  <a:pt x="346280" y="591985"/>
                </a:lnTo>
                <a:lnTo>
                  <a:pt x="297941" y="595883"/>
                </a:lnTo>
                <a:lnTo>
                  <a:pt x="249603" y="591985"/>
                </a:lnTo>
                <a:lnTo>
                  <a:pt x="203752" y="580698"/>
                </a:lnTo>
                <a:lnTo>
                  <a:pt x="161001" y="562636"/>
                </a:lnTo>
                <a:lnTo>
                  <a:pt x="121962" y="538410"/>
                </a:lnTo>
                <a:lnTo>
                  <a:pt x="87248" y="508634"/>
                </a:lnTo>
                <a:lnTo>
                  <a:pt x="57473" y="473921"/>
                </a:lnTo>
                <a:lnTo>
                  <a:pt x="33247" y="434882"/>
                </a:lnTo>
                <a:lnTo>
                  <a:pt x="15185" y="392131"/>
                </a:lnTo>
                <a:lnTo>
                  <a:pt x="3898" y="346280"/>
                </a:lnTo>
                <a:lnTo>
                  <a:pt x="0" y="297941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879600" y="4214621"/>
            <a:ext cx="2152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𝒂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195827" y="4122420"/>
            <a:ext cx="596265" cy="596265"/>
          </a:xfrm>
          <a:custGeom>
            <a:avLst/>
            <a:gdLst/>
            <a:ahLst/>
            <a:cxnLst/>
            <a:rect l="l" t="t" r="r" b="b"/>
            <a:pathLst>
              <a:path w="596264" h="596264">
                <a:moveTo>
                  <a:pt x="0" y="297941"/>
                </a:moveTo>
                <a:lnTo>
                  <a:pt x="3898" y="249603"/>
                </a:lnTo>
                <a:lnTo>
                  <a:pt x="15185" y="203752"/>
                </a:lnTo>
                <a:lnTo>
                  <a:pt x="33247" y="161001"/>
                </a:lnTo>
                <a:lnTo>
                  <a:pt x="57473" y="121962"/>
                </a:lnTo>
                <a:lnTo>
                  <a:pt x="87249" y="87248"/>
                </a:lnTo>
                <a:lnTo>
                  <a:pt x="121962" y="57473"/>
                </a:lnTo>
                <a:lnTo>
                  <a:pt x="161001" y="33247"/>
                </a:lnTo>
                <a:lnTo>
                  <a:pt x="203752" y="15185"/>
                </a:lnTo>
                <a:lnTo>
                  <a:pt x="249603" y="3898"/>
                </a:lnTo>
                <a:lnTo>
                  <a:pt x="297942" y="0"/>
                </a:lnTo>
                <a:lnTo>
                  <a:pt x="346280" y="3898"/>
                </a:lnTo>
                <a:lnTo>
                  <a:pt x="392131" y="15185"/>
                </a:lnTo>
                <a:lnTo>
                  <a:pt x="434882" y="33247"/>
                </a:lnTo>
                <a:lnTo>
                  <a:pt x="473921" y="57473"/>
                </a:lnTo>
                <a:lnTo>
                  <a:pt x="508635" y="87248"/>
                </a:lnTo>
                <a:lnTo>
                  <a:pt x="538410" y="121962"/>
                </a:lnTo>
                <a:lnTo>
                  <a:pt x="562636" y="161001"/>
                </a:lnTo>
                <a:lnTo>
                  <a:pt x="580698" y="203752"/>
                </a:lnTo>
                <a:lnTo>
                  <a:pt x="591985" y="249603"/>
                </a:lnTo>
                <a:lnTo>
                  <a:pt x="595884" y="297941"/>
                </a:lnTo>
                <a:lnTo>
                  <a:pt x="591985" y="346280"/>
                </a:lnTo>
                <a:lnTo>
                  <a:pt x="580698" y="392131"/>
                </a:lnTo>
                <a:lnTo>
                  <a:pt x="562636" y="434882"/>
                </a:lnTo>
                <a:lnTo>
                  <a:pt x="538410" y="473921"/>
                </a:lnTo>
                <a:lnTo>
                  <a:pt x="508635" y="508635"/>
                </a:lnTo>
                <a:lnTo>
                  <a:pt x="473921" y="538410"/>
                </a:lnTo>
                <a:lnTo>
                  <a:pt x="434882" y="562636"/>
                </a:lnTo>
                <a:lnTo>
                  <a:pt x="392131" y="580698"/>
                </a:lnTo>
                <a:lnTo>
                  <a:pt x="346280" y="591985"/>
                </a:lnTo>
                <a:lnTo>
                  <a:pt x="297942" y="595883"/>
                </a:lnTo>
                <a:lnTo>
                  <a:pt x="249603" y="591985"/>
                </a:lnTo>
                <a:lnTo>
                  <a:pt x="203752" y="580698"/>
                </a:lnTo>
                <a:lnTo>
                  <a:pt x="161001" y="562636"/>
                </a:lnTo>
                <a:lnTo>
                  <a:pt x="121962" y="538410"/>
                </a:lnTo>
                <a:lnTo>
                  <a:pt x="87249" y="508634"/>
                </a:lnTo>
                <a:lnTo>
                  <a:pt x="57473" y="473921"/>
                </a:lnTo>
                <a:lnTo>
                  <a:pt x="33247" y="434882"/>
                </a:lnTo>
                <a:lnTo>
                  <a:pt x="15185" y="392131"/>
                </a:lnTo>
                <a:lnTo>
                  <a:pt x="3898" y="346280"/>
                </a:lnTo>
                <a:lnTo>
                  <a:pt x="0" y="297941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350005" y="4214621"/>
            <a:ext cx="2108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𝒃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458973" y="5699759"/>
            <a:ext cx="596265" cy="596265"/>
          </a:xfrm>
          <a:custGeom>
            <a:avLst/>
            <a:gdLst/>
            <a:ahLst/>
            <a:cxnLst/>
            <a:rect l="l" t="t" r="r" b="b"/>
            <a:pathLst>
              <a:path w="596264" h="596264">
                <a:moveTo>
                  <a:pt x="0" y="297941"/>
                </a:moveTo>
                <a:lnTo>
                  <a:pt x="3898" y="249613"/>
                </a:lnTo>
                <a:lnTo>
                  <a:pt x="15185" y="203767"/>
                </a:lnTo>
                <a:lnTo>
                  <a:pt x="33247" y="161018"/>
                </a:lnTo>
                <a:lnTo>
                  <a:pt x="57473" y="121979"/>
                </a:lnTo>
                <a:lnTo>
                  <a:pt x="87249" y="87263"/>
                </a:lnTo>
                <a:lnTo>
                  <a:pt x="121962" y="57484"/>
                </a:lnTo>
                <a:lnTo>
                  <a:pt x="161001" y="33254"/>
                </a:lnTo>
                <a:lnTo>
                  <a:pt x="203752" y="15188"/>
                </a:lnTo>
                <a:lnTo>
                  <a:pt x="249603" y="3899"/>
                </a:lnTo>
                <a:lnTo>
                  <a:pt x="297942" y="0"/>
                </a:lnTo>
                <a:lnTo>
                  <a:pt x="346280" y="3899"/>
                </a:lnTo>
                <a:lnTo>
                  <a:pt x="392131" y="15188"/>
                </a:lnTo>
                <a:lnTo>
                  <a:pt x="434882" y="33254"/>
                </a:lnTo>
                <a:lnTo>
                  <a:pt x="473921" y="57484"/>
                </a:lnTo>
                <a:lnTo>
                  <a:pt x="508635" y="87263"/>
                </a:lnTo>
                <a:lnTo>
                  <a:pt x="538410" y="121979"/>
                </a:lnTo>
                <a:lnTo>
                  <a:pt x="562636" y="161018"/>
                </a:lnTo>
                <a:lnTo>
                  <a:pt x="580698" y="203767"/>
                </a:lnTo>
                <a:lnTo>
                  <a:pt x="591985" y="249613"/>
                </a:lnTo>
                <a:lnTo>
                  <a:pt x="595883" y="297941"/>
                </a:lnTo>
                <a:lnTo>
                  <a:pt x="591985" y="346270"/>
                </a:lnTo>
                <a:lnTo>
                  <a:pt x="580698" y="392116"/>
                </a:lnTo>
                <a:lnTo>
                  <a:pt x="562636" y="434865"/>
                </a:lnTo>
                <a:lnTo>
                  <a:pt x="538410" y="473904"/>
                </a:lnTo>
                <a:lnTo>
                  <a:pt x="508634" y="508620"/>
                </a:lnTo>
                <a:lnTo>
                  <a:pt x="473921" y="538399"/>
                </a:lnTo>
                <a:lnTo>
                  <a:pt x="434882" y="562629"/>
                </a:lnTo>
                <a:lnTo>
                  <a:pt x="392131" y="580695"/>
                </a:lnTo>
                <a:lnTo>
                  <a:pt x="346280" y="591984"/>
                </a:lnTo>
                <a:lnTo>
                  <a:pt x="297942" y="595883"/>
                </a:lnTo>
                <a:lnTo>
                  <a:pt x="249603" y="591984"/>
                </a:lnTo>
                <a:lnTo>
                  <a:pt x="203752" y="580695"/>
                </a:lnTo>
                <a:lnTo>
                  <a:pt x="161001" y="562629"/>
                </a:lnTo>
                <a:lnTo>
                  <a:pt x="121962" y="538399"/>
                </a:lnTo>
                <a:lnTo>
                  <a:pt x="87248" y="508620"/>
                </a:lnTo>
                <a:lnTo>
                  <a:pt x="57473" y="473904"/>
                </a:lnTo>
                <a:lnTo>
                  <a:pt x="33247" y="434865"/>
                </a:lnTo>
                <a:lnTo>
                  <a:pt x="15185" y="392116"/>
                </a:lnTo>
                <a:lnTo>
                  <a:pt x="3898" y="346270"/>
                </a:lnTo>
                <a:lnTo>
                  <a:pt x="0" y="297941"/>
                </a:lnTo>
                <a:close/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628900" y="5791453"/>
            <a:ext cx="17970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𝒄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007489" y="4363211"/>
            <a:ext cx="1487170" cy="1431925"/>
          </a:xfrm>
          <a:custGeom>
            <a:avLst/>
            <a:gdLst/>
            <a:ahLst/>
            <a:cxnLst/>
            <a:rect l="l" t="t" r="r" b="b"/>
            <a:pathLst>
              <a:path w="1487170" h="1431925">
                <a:moveTo>
                  <a:pt x="539623" y="1295679"/>
                </a:moveTo>
                <a:lnTo>
                  <a:pt x="505358" y="1312392"/>
                </a:lnTo>
                <a:lnTo>
                  <a:pt x="34290" y="346710"/>
                </a:lnTo>
                <a:lnTo>
                  <a:pt x="0" y="363474"/>
                </a:lnTo>
                <a:lnTo>
                  <a:pt x="471081" y="1329118"/>
                </a:lnTo>
                <a:lnTo>
                  <a:pt x="436880" y="1345793"/>
                </a:lnTo>
                <a:lnTo>
                  <a:pt x="538353" y="1423466"/>
                </a:lnTo>
                <a:lnTo>
                  <a:pt x="539115" y="1346212"/>
                </a:lnTo>
                <a:lnTo>
                  <a:pt x="539623" y="1295679"/>
                </a:lnTo>
                <a:close/>
              </a:path>
              <a:path w="1487170" h="1431925">
                <a:moveTo>
                  <a:pt x="766572" y="1328254"/>
                </a:moveTo>
                <a:lnTo>
                  <a:pt x="295503" y="362597"/>
                </a:lnTo>
                <a:lnTo>
                  <a:pt x="329692" y="345948"/>
                </a:lnTo>
                <a:lnTo>
                  <a:pt x="329018" y="345440"/>
                </a:lnTo>
                <a:lnTo>
                  <a:pt x="228219" y="268224"/>
                </a:lnTo>
                <a:lnTo>
                  <a:pt x="226949" y="395986"/>
                </a:lnTo>
                <a:lnTo>
                  <a:pt x="261188" y="379310"/>
                </a:lnTo>
                <a:lnTo>
                  <a:pt x="732282" y="1344955"/>
                </a:lnTo>
                <a:lnTo>
                  <a:pt x="766572" y="1328254"/>
                </a:lnTo>
                <a:close/>
              </a:path>
              <a:path w="1487170" h="1431925">
                <a:moveTo>
                  <a:pt x="1187831" y="57150"/>
                </a:moveTo>
                <a:lnTo>
                  <a:pt x="1149731" y="38100"/>
                </a:lnTo>
                <a:lnTo>
                  <a:pt x="1073531" y="0"/>
                </a:lnTo>
                <a:lnTo>
                  <a:pt x="1073531" y="38100"/>
                </a:lnTo>
                <a:lnTo>
                  <a:pt x="315087" y="38100"/>
                </a:lnTo>
                <a:lnTo>
                  <a:pt x="315087" y="76200"/>
                </a:lnTo>
                <a:lnTo>
                  <a:pt x="1073531" y="76200"/>
                </a:lnTo>
                <a:lnTo>
                  <a:pt x="1073531" y="114300"/>
                </a:lnTo>
                <a:lnTo>
                  <a:pt x="1149731" y="76200"/>
                </a:lnTo>
                <a:lnTo>
                  <a:pt x="1187831" y="57150"/>
                </a:lnTo>
                <a:close/>
              </a:path>
              <a:path w="1487170" h="1431925">
                <a:moveTo>
                  <a:pt x="1486662" y="482854"/>
                </a:moveTo>
                <a:lnTo>
                  <a:pt x="1486357" y="432181"/>
                </a:lnTo>
                <a:lnTo>
                  <a:pt x="1485900" y="355092"/>
                </a:lnTo>
                <a:lnTo>
                  <a:pt x="1384173" y="432435"/>
                </a:lnTo>
                <a:lnTo>
                  <a:pt x="1418310" y="449237"/>
                </a:lnTo>
                <a:lnTo>
                  <a:pt x="942594" y="1415059"/>
                </a:lnTo>
                <a:lnTo>
                  <a:pt x="976884" y="1431886"/>
                </a:lnTo>
                <a:lnTo>
                  <a:pt x="1452460" y="466039"/>
                </a:lnTo>
                <a:lnTo>
                  <a:pt x="1486662" y="48285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692010" y="5477509"/>
            <a:ext cx="685800" cy="282575"/>
          </a:xfrm>
          <a:custGeom>
            <a:avLst/>
            <a:gdLst/>
            <a:ahLst/>
            <a:cxnLst/>
            <a:rect l="l" t="t" r="r" b="b"/>
            <a:pathLst>
              <a:path w="685800" h="282575">
                <a:moveTo>
                  <a:pt x="595503" y="0"/>
                </a:moveTo>
                <a:lnTo>
                  <a:pt x="591566" y="11556"/>
                </a:lnTo>
                <a:lnTo>
                  <a:pt x="607873" y="18631"/>
                </a:lnTo>
                <a:lnTo>
                  <a:pt x="621919" y="28432"/>
                </a:lnTo>
                <a:lnTo>
                  <a:pt x="650462" y="73925"/>
                </a:lnTo>
                <a:lnTo>
                  <a:pt x="658844" y="115727"/>
                </a:lnTo>
                <a:lnTo>
                  <a:pt x="659892" y="139814"/>
                </a:lnTo>
                <a:lnTo>
                  <a:pt x="658844" y="164712"/>
                </a:lnTo>
                <a:lnTo>
                  <a:pt x="650462" y="207645"/>
                </a:lnTo>
                <a:lnTo>
                  <a:pt x="621966" y="253885"/>
                </a:lnTo>
                <a:lnTo>
                  <a:pt x="591947" y="270929"/>
                </a:lnTo>
                <a:lnTo>
                  <a:pt x="595503" y="282384"/>
                </a:lnTo>
                <a:lnTo>
                  <a:pt x="634063" y="264325"/>
                </a:lnTo>
                <a:lnTo>
                  <a:pt x="662432" y="233044"/>
                </a:lnTo>
                <a:lnTo>
                  <a:pt x="679799" y="191173"/>
                </a:lnTo>
                <a:lnTo>
                  <a:pt x="685546" y="141300"/>
                </a:lnTo>
                <a:lnTo>
                  <a:pt x="684093" y="115445"/>
                </a:lnTo>
                <a:lnTo>
                  <a:pt x="672472" y="69555"/>
                </a:lnTo>
                <a:lnTo>
                  <a:pt x="649420" y="32218"/>
                </a:lnTo>
                <a:lnTo>
                  <a:pt x="616031" y="7453"/>
                </a:lnTo>
                <a:lnTo>
                  <a:pt x="595503" y="0"/>
                </a:lnTo>
                <a:close/>
              </a:path>
              <a:path w="685800" h="282575">
                <a:moveTo>
                  <a:pt x="90043" y="0"/>
                </a:moveTo>
                <a:lnTo>
                  <a:pt x="51657" y="18192"/>
                </a:lnTo>
                <a:lnTo>
                  <a:pt x="23368" y="49529"/>
                </a:lnTo>
                <a:lnTo>
                  <a:pt x="5826" y="91528"/>
                </a:lnTo>
                <a:lnTo>
                  <a:pt x="0" y="141300"/>
                </a:lnTo>
                <a:lnTo>
                  <a:pt x="1452" y="167236"/>
                </a:lnTo>
                <a:lnTo>
                  <a:pt x="13073" y="213109"/>
                </a:lnTo>
                <a:lnTo>
                  <a:pt x="36125" y="250337"/>
                </a:lnTo>
                <a:lnTo>
                  <a:pt x="69514" y="275007"/>
                </a:lnTo>
                <a:lnTo>
                  <a:pt x="90043" y="282384"/>
                </a:lnTo>
                <a:lnTo>
                  <a:pt x="93599" y="270929"/>
                </a:lnTo>
                <a:lnTo>
                  <a:pt x="77549" y="263801"/>
                </a:lnTo>
                <a:lnTo>
                  <a:pt x="63690" y="253885"/>
                </a:lnTo>
                <a:lnTo>
                  <a:pt x="35210" y="207645"/>
                </a:lnTo>
                <a:lnTo>
                  <a:pt x="26828" y="164712"/>
                </a:lnTo>
                <a:lnTo>
                  <a:pt x="25781" y="139814"/>
                </a:lnTo>
                <a:lnTo>
                  <a:pt x="26828" y="115727"/>
                </a:lnTo>
                <a:lnTo>
                  <a:pt x="35210" y="73925"/>
                </a:lnTo>
                <a:lnTo>
                  <a:pt x="63801" y="28432"/>
                </a:lnTo>
                <a:lnTo>
                  <a:pt x="94107" y="11556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543927" y="5477509"/>
            <a:ext cx="655320" cy="282575"/>
          </a:xfrm>
          <a:custGeom>
            <a:avLst/>
            <a:gdLst/>
            <a:ahLst/>
            <a:cxnLst/>
            <a:rect l="l" t="t" r="r" b="b"/>
            <a:pathLst>
              <a:path w="655320" h="282575">
                <a:moveTo>
                  <a:pt x="565023" y="0"/>
                </a:moveTo>
                <a:lnTo>
                  <a:pt x="561086" y="11556"/>
                </a:lnTo>
                <a:lnTo>
                  <a:pt x="577393" y="18631"/>
                </a:lnTo>
                <a:lnTo>
                  <a:pt x="591438" y="28432"/>
                </a:lnTo>
                <a:lnTo>
                  <a:pt x="619982" y="73925"/>
                </a:lnTo>
                <a:lnTo>
                  <a:pt x="628364" y="115727"/>
                </a:lnTo>
                <a:lnTo>
                  <a:pt x="629412" y="139814"/>
                </a:lnTo>
                <a:lnTo>
                  <a:pt x="628364" y="164712"/>
                </a:lnTo>
                <a:lnTo>
                  <a:pt x="619982" y="207645"/>
                </a:lnTo>
                <a:lnTo>
                  <a:pt x="591486" y="253885"/>
                </a:lnTo>
                <a:lnTo>
                  <a:pt x="561467" y="270929"/>
                </a:lnTo>
                <a:lnTo>
                  <a:pt x="565023" y="282384"/>
                </a:lnTo>
                <a:lnTo>
                  <a:pt x="603583" y="264325"/>
                </a:lnTo>
                <a:lnTo>
                  <a:pt x="631951" y="233044"/>
                </a:lnTo>
                <a:lnTo>
                  <a:pt x="649319" y="191173"/>
                </a:lnTo>
                <a:lnTo>
                  <a:pt x="655066" y="141300"/>
                </a:lnTo>
                <a:lnTo>
                  <a:pt x="653613" y="115445"/>
                </a:lnTo>
                <a:lnTo>
                  <a:pt x="641992" y="69555"/>
                </a:lnTo>
                <a:lnTo>
                  <a:pt x="618940" y="32218"/>
                </a:lnTo>
                <a:lnTo>
                  <a:pt x="585551" y="7453"/>
                </a:lnTo>
                <a:lnTo>
                  <a:pt x="565023" y="0"/>
                </a:lnTo>
                <a:close/>
              </a:path>
              <a:path w="655320" h="282575">
                <a:moveTo>
                  <a:pt x="90043" y="0"/>
                </a:moveTo>
                <a:lnTo>
                  <a:pt x="51657" y="18192"/>
                </a:lnTo>
                <a:lnTo>
                  <a:pt x="23368" y="49529"/>
                </a:lnTo>
                <a:lnTo>
                  <a:pt x="5826" y="91528"/>
                </a:lnTo>
                <a:lnTo>
                  <a:pt x="0" y="141300"/>
                </a:lnTo>
                <a:lnTo>
                  <a:pt x="1452" y="167236"/>
                </a:lnTo>
                <a:lnTo>
                  <a:pt x="13073" y="213109"/>
                </a:lnTo>
                <a:lnTo>
                  <a:pt x="36125" y="250337"/>
                </a:lnTo>
                <a:lnTo>
                  <a:pt x="69514" y="275007"/>
                </a:lnTo>
                <a:lnTo>
                  <a:pt x="90043" y="282384"/>
                </a:lnTo>
                <a:lnTo>
                  <a:pt x="93599" y="270929"/>
                </a:lnTo>
                <a:lnTo>
                  <a:pt x="77549" y="263801"/>
                </a:lnTo>
                <a:lnTo>
                  <a:pt x="63690" y="253885"/>
                </a:lnTo>
                <a:lnTo>
                  <a:pt x="35210" y="207645"/>
                </a:lnTo>
                <a:lnTo>
                  <a:pt x="26828" y="164712"/>
                </a:lnTo>
                <a:lnTo>
                  <a:pt x="25780" y="139814"/>
                </a:lnTo>
                <a:lnTo>
                  <a:pt x="26828" y="115727"/>
                </a:lnTo>
                <a:lnTo>
                  <a:pt x="35210" y="73925"/>
                </a:lnTo>
                <a:lnTo>
                  <a:pt x="63801" y="28432"/>
                </a:lnTo>
                <a:lnTo>
                  <a:pt x="94106" y="11556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8365363" y="5477509"/>
            <a:ext cx="655320" cy="282575"/>
          </a:xfrm>
          <a:custGeom>
            <a:avLst/>
            <a:gdLst/>
            <a:ahLst/>
            <a:cxnLst/>
            <a:rect l="l" t="t" r="r" b="b"/>
            <a:pathLst>
              <a:path w="655320" h="282575">
                <a:moveTo>
                  <a:pt x="565022" y="0"/>
                </a:moveTo>
                <a:lnTo>
                  <a:pt x="561085" y="11556"/>
                </a:lnTo>
                <a:lnTo>
                  <a:pt x="577393" y="18631"/>
                </a:lnTo>
                <a:lnTo>
                  <a:pt x="591438" y="28432"/>
                </a:lnTo>
                <a:lnTo>
                  <a:pt x="619982" y="73925"/>
                </a:lnTo>
                <a:lnTo>
                  <a:pt x="628364" y="115727"/>
                </a:lnTo>
                <a:lnTo>
                  <a:pt x="629411" y="139814"/>
                </a:lnTo>
                <a:lnTo>
                  <a:pt x="628364" y="164712"/>
                </a:lnTo>
                <a:lnTo>
                  <a:pt x="619982" y="207645"/>
                </a:lnTo>
                <a:lnTo>
                  <a:pt x="591486" y="253885"/>
                </a:lnTo>
                <a:lnTo>
                  <a:pt x="561466" y="270929"/>
                </a:lnTo>
                <a:lnTo>
                  <a:pt x="565022" y="282384"/>
                </a:lnTo>
                <a:lnTo>
                  <a:pt x="603583" y="264325"/>
                </a:lnTo>
                <a:lnTo>
                  <a:pt x="631951" y="233044"/>
                </a:lnTo>
                <a:lnTo>
                  <a:pt x="649319" y="191173"/>
                </a:lnTo>
                <a:lnTo>
                  <a:pt x="655065" y="141300"/>
                </a:lnTo>
                <a:lnTo>
                  <a:pt x="653613" y="115445"/>
                </a:lnTo>
                <a:lnTo>
                  <a:pt x="641992" y="69555"/>
                </a:lnTo>
                <a:lnTo>
                  <a:pt x="618940" y="32218"/>
                </a:lnTo>
                <a:lnTo>
                  <a:pt x="585551" y="7453"/>
                </a:lnTo>
                <a:lnTo>
                  <a:pt x="565022" y="0"/>
                </a:lnTo>
                <a:close/>
              </a:path>
              <a:path w="655320" h="282575">
                <a:moveTo>
                  <a:pt x="90042" y="0"/>
                </a:moveTo>
                <a:lnTo>
                  <a:pt x="51657" y="18192"/>
                </a:lnTo>
                <a:lnTo>
                  <a:pt x="23367" y="49529"/>
                </a:lnTo>
                <a:lnTo>
                  <a:pt x="5826" y="91528"/>
                </a:lnTo>
                <a:lnTo>
                  <a:pt x="0" y="141300"/>
                </a:lnTo>
                <a:lnTo>
                  <a:pt x="1452" y="167236"/>
                </a:lnTo>
                <a:lnTo>
                  <a:pt x="13073" y="213109"/>
                </a:lnTo>
                <a:lnTo>
                  <a:pt x="36125" y="250337"/>
                </a:lnTo>
                <a:lnTo>
                  <a:pt x="69514" y="275007"/>
                </a:lnTo>
                <a:lnTo>
                  <a:pt x="90042" y="282384"/>
                </a:lnTo>
                <a:lnTo>
                  <a:pt x="93598" y="270929"/>
                </a:lnTo>
                <a:lnTo>
                  <a:pt x="77549" y="263801"/>
                </a:lnTo>
                <a:lnTo>
                  <a:pt x="63690" y="253885"/>
                </a:lnTo>
                <a:lnTo>
                  <a:pt x="35210" y="207645"/>
                </a:lnTo>
                <a:lnTo>
                  <a:pt x="26828" y="164712"/>
                </a:lnTo>
                <a:lnTo>
                  <a:pt x="25780" y="139814"/>
                </a:lnTo>
                <a:lnTo>
                  <a:pt x="26828" y="115727"/>
                </a:lnTo>
                <a:lnTo>
                  <a:pt x="35210" y="73925"/>
                </a:lnTo>
                <a:lnTo>
                  <a:pt x="63801" y="28432"/>
                </a:lnTo>
                <a:lnTo>
                  <a:pt x="94106" y="11556"/>
                </a:lnTo>
                <a:lnTo>
                  <a:pt x="9004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9186798" y="5477509"/>
            <a:ext cx="651510" cy="282575"/>
          </a:xfrm>
          <a:custGeom>
            <a:avLst/>
            <a:gdLst/>
            <a:ahLst/>
            <a:cxnLst/>
            <a:rect l="l" t="t" r="r" b="b"/>
            <a:pathLst>
              <a:path w="651509" h="282575">
                <a:moveTo>
                  <a:pt x="561212" y="0"/>
                </a:moveTo>
                <a:lnTo>
                  <a:pt x="557276" y="11556"/>
                </a:lnTo>
                <a:lnTo>
                  <a:pt x="573583" y="18631"/>
                </a:lnTo>
                <a:lnTo>
                  <a:pt x="587628" y="28432"/>
                </a:lnTo>
                <a:lnTo>
                  <a:pt x="616172" y="73925"/>
                </a:lnTo>
                <a:lnTo>
                  <a:pt x="624554" y="115727"/>
                </a:lnTo>
                <a:lnTo>
                  <a:pt x="625601" y="139814"/>
                </a:lnTo>
                <a:lnTo>
                  <a:pt x="624554" y="164712"/>
                </a:lnTo>
                <a:lnTo>
                  <a:pt x="616172" y="207645"/>
                </a:lnTo>
                <a:lnTo>
                  <a:pt x="587676" y="253885"/>
                </a:lnTo>
                <a:lnTo>
                  <a:pt x="557656" y="270929"/>
                </a:lnTo>
                <a:lnTo>
                  <a:pt x="561212" y="282384"/>
                </a:lnTo>
                <a:lnTo>
                  <a:pt x="599773" y="264325"/>
                </a:lnTo>
                <a:lnTo>
                  <a:pt x="628142" y="233044"/>
                </a:lnTo>
                <a:lnTo>
                  <a:pt x="645509" y="191173"/>
                </a:lnTo>
                <a:lnTo>
                  <a:pt x="651255" y="141300"/>
                </a:lnTo>
                <a:lnTo>
                  <a:pt x="649803" y="115445"/>
                </a:lnTo>
                <a:lnTo>
                  <a:pt x="638182" y="69555"/>
                </a:lnTo>
                <a:lnTo>
                  <a:pt x="615130" y="32218"/>
                </a:lnTo>
                <a:lnTo>
                  <a:pt x="581741" y="7453"/>
                </a:lnTo>
                <a:lnTo>
                  <a:pt x="561212" y="0"/>
                </a:lnTo>
                <a:close/>
              </a:path>
              <a:path w="651509" h="282575">
                <a:moveTo>
                  <a:pt x="90043" y="0"/>
                </a:moveTo>
                <a:lnTo>
                  <a:pt x="51657" y="18192"/>
                </a:lnTo>
                <a:lnTo>
                  <a:pt x="23368" y="49529"/>
                </a:lnTo>
                <a:lnTo>
                  <a:pt x="5826" y="91528"/>
                </a:lnTo>
                <a:lnTo>
                  <a:pt x="0" y="141300"/>
                </a:lnTo>
                <a:lnTo>
                  <a:pt x="1452" y="167236"/>
                </a:lnTo>
                <a:lnTo>
                  <a:pt x="13073" y="213109"/>
                </a:lnTo>
                <a:lnTo>
                  <a:pt x="36125" y="250337"/>
                </a:lnTo>
                <a:lnTo>
                  <a:pt x="69514" y="275007"/>
                </a:lnTo>
                <a:lnTo>
                  <a:pt x="90043" y="282384"/>
                </a:lnTo>
                <a:lnTo>
                  <a:pt x="93599" y="270929"/>
                </a:lnTo>
                <a:lnTo>
                  <a:pt x="77549" y="263801"/>
                </a:lnTo>
                <a:lnTo>
                  <a:pt x="63690" y="253885"/>
                </a:lnTo>
                <a:lnTo>
                  <a:pt x="35210" y="207645"/>
                </a:lnTo>
                <a:lnTo>
                  <a:pt x="26828" y="164712"/>
                </a:lnTo>
                <a:lnTo>
                  <a:pt x="25780" y="139814"/>
                </a:lnTo>
                <a:lnTo>
                  <a:pt x="26828" y="115727"/>
                </a:lnTo>
                <a:lnTo>
                  <a:pt x="35210" y="73925"/>
                </a:lnTo>
                <a:lnTo>
                  <a:pt x="63801" y="28432"/>
                </a:lnTo>
                <a:lnTo>
                  <a:pt x="94106" y="11556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675118" y="4615941"/>
            <a:ext cx="962660" cy="283845"/>
          </a:xfrm>
          <a:custGeom>
            <a:avLst/>
            <a:gdLst/>
            <a:ahLst/>
            <a:cxnLst/>
            <a:rect l="l" t="t" r="r" b="b"/>
            <a:pathLst>
              <a:path w="962659" h="283845">
                <a:moveTo>
                  <a:pt x="871220" y="0"/>
                </a:moveTo>
                <a:lnTo>
                  <a:pt x="867282" y="0"/>
                </a:lnTo>
                <a:lnTo>
                  <a:pt x="867282" y="11302"/>
                </a:lnTo>
                <a:lnTo>
                  <a:pt x="869568" y="11302"/>
                </a:lnTo>
                <a:lnTo>
                  <a:pt x="879758" y="12015"/>
                </a:lnTo>
                <a:lnTo>
                  <a:pt x="912495" y="37480"/>
                </a:lnTo>
                <a:lnTo>
                  <a:pt x="915542" y="59689"/>
                </a:lnTo>
                <a:lnTo>
                  <a:pt x="915352" y="65218"/>
                </a:lnTo>
                <a:lnTo>
                  <a:pt x="914780" y="71342"/>
                </a:lnTo>
                <a:lnTo>
                  <a:pt x="913828" y="78085"/>
                </a:lnTo>
                <a:lnTo>
                  <a:pt x="912495" y="85470"/>
                </a:lnTo>
                <a:lnTo>
                  <a:pt x="910589" y="95630"/>
                </a:lnTo>
                <a:lnTo>
                  <a:pt x="909574" y="102996"/>
                </a:lnTo>
                <a:lnTo>
                  <a:pt x="909574" y="115823"/>
                </a:lnTo>
                <a:lnTo>
                  <a:pt x="911986" y="122681"/>
                </a:lnTo>
                <a:lnTo>
                  <a:pt x="922020" y="133476"/>
                </a:lnTo>
                <a:lnTo>
                  <a:pt x="927861" y="137540"/>
                </a:lnTo>
                <a:lnTo>
                  <a:pt x="934720" y="140080"/>
                </a:lnTo>
                <a:lnTo>
                  <a:pt x="934720" y="142747"/>
                </a:lnTo>
                <a:lnTo>
                  <a:pt x="927861" y="145287"/>
                </a:lnTo>
                <a:lnTo>
                  <a:pt x="922020" y="149351"/>
                </a:lnTo>
                <a:lnTo>
                  <a:pt x="911986" y="160146"/>
                </a:lnTo>
                <a:lnTo>
                  <a:pt x="909574" y="167004"/>
                </a:lnTo>
                <a:lnTo>
                  <a:pt x="909574" y="179831"/>
                </a:lnTo>
                <a:lnTo>
                  <a:pt x="910589" y="187197"/>
                </a:lnTo>
                <a:lnTo>
                  <a:pt x="912495" y="197357"/>
                </a:lnTo>
                <a:lnTo>
                  <a:pt x="913828" y="204743"/>
                </a:lnTo>
                <a:lnTo>
                  <a:pt x="914780" y="211486"/>
                </a:lnTo>
                <a:lnTo>
                  <a:pt x="915352" y="217610"/>
                </a:lnTo>
                <a:lnTo>
                  <a:pt x="915542" y="223138"/>
                </a:lnTo>
                <a:lnTo>
                  <a:pt x="914780" y="235592"/>
                </a:lnTo>
                <a:lnTo>
                  <a:pt x="888793" y="269700"/>
                </a:lnTo>
                <a:lnTo>
                  <a:pt x="869568" y="272541"/>
                </a:lnTo>
                <a:lnTo>
                  <a:pt x="867282" y="272541"/>
                </a:lnTo>
                <a:lnTo>
                  <a:pt x="867282" y="283844"/>
                </a:lnTo>
                <a:lnTo>
                  <a:pt x="871220" y="283844"/>
                </a:lnTo>
                <a:lnTo>
                  <a:pt x="887555" y="282630"/>
                </a:lnTo>
                <a:lnTo>
                  <a:pt x="923416" y="267842"/>
                </a:lnTo>
                <a:lnTo>
                  <a:pt x="940815" y="220471"/>
                </a:lnTo>
                <a:lnTo>
                  <a:pt x="940599" y="214066"/>
                </a:lnTo>
                <a:lnTo>
                  <a:pt x="939942" y="207232"/>
                </a:lnTo>
                <a:lnTo>
                  <a:pt x="938833" y="199969"/>
                </a:lnTo>
                <a:lnTo>
                  <a:pt x="937259" y="192277"/>
                </a:lnTo>
                <a:lnTo>
                  <a:pt x="934974" y="181736"/>
                </a:lnTo>
                <a:lnTo>
                  <a:pt x="933830" y="174751"/>
                </a:lnTo>
                <a:lnTo>
                  <a:pt x="933830" y="164337"/>
                </a:lnTo>
                <a:lnTo>
                  <a:pt x="936116" y="158749"/>
                </a:lnTo>
                <a:lnTo>
                  <a:pt x="940942" y="154431"/>
                </a:lnTo>
                <a:lnTo>
                  <a:pt x="945641" y="150113"/>
                </a:lnTo>
                <a:lnTo>
                  <a:pt x="952753" y="147827"/>
                </a:lnTo>
                <a:lnTo>
                  <a:pt x="962278" y="147573"/>
                </a:lnTo>
                <a:lnTo>
                  <a:pt x="962278" y="135254"/>
                </a:lnTo>
                <a:lnTo>
                  <a:pt x="952753" y="135000"/>
                </a:lnTo>
                <a:lnTo>
                  <a:pt x="945641" y="132714"/>
                </a:lnTo>
                <a:lnTo>
                  <a:pt x="940942" y="128396"/>
                </a:lnTo>
                <a:lnTo>
                  <a:pt x="936116" y="124078"/>
                </a:lnTo>
                <a:lnTo>
                  <a:pt x="933830" y="118490"/>
                </a:lnTo>
                <a:lnTo>
                  <a:pt x="933830" y="108076"/>
                </a:lnTo>
                <a:lnTo>
                  <a:pt x="934974" y="101091"/>
                </a:lnTo>
                <a:lnTo>
                  <a:pt x="937259" y="90550"/>
                </a:lnTo>
                <a:lnTo>
                  <a:pt x="938833" y="82859"/>
                </a:lnTo>
                <a:lnTo>
                  <a:pt x="939942" y="75596"/>
                </a:lnTo>
                <a:lnTo>
                  <a:pt x="940599" y="68762"/>
                </a:lnTo>
                <a:lnTo>
                  <a:pt x="940815" y="62356"/>
                </a:lnTo>
                <a:lnTo>
                  <a:pt x="939722" y="47880"/>
                </a:lnTo>
                <a:lnTo>
                  <a:pt x="913653" y="9215"/>
                </a:lnTo>
                <a:lnTo>
                  <a:pt x="887555" y="1214"/>
                </a:lnTo>
                <a:lnTo>
                  <a:pt x="871220" y="0"/>
                </a:lnTo>
                <a:close/>
              </a:path>
              <a:path w="962659" h="283845">
                <a:moveTo>
                  <a:pt x="94996" y="0"/>
                </a:moveTo>
                <a:lnTo>
                  <a:pt x="91058" y="0"/>
                </a:lnTo>
                <a:lnTo>
                  <a:pt x="74703" y="1214"/>
                </a:lnTo>
                <a:lnTo>
                  <a:pt x="38734" y="16001"/>
                </a:lnTo>
                <a:lnTo>
                  <a:pt x="21661" y="59562"/>
                </a:lnTo>
                <a:lnTo>
                  <a:pt x="21558" y="65091"/>
                </a:lnTo>
                <a:lnTo>
                  <a:pt x="21677" y="68635"/>
                </a:lnTo>
                <a:lnTo>
                  <a:pt x="22320" y="75469"/>
                </a:lnTo>
                <a:lnTo>
                  <a:pt x="23391" y="82732"/>
                </a:lnTo>
                <a:lnTo>
                  <a:pt x="24891" y="90423"/>
                </a:lnTo>
                <a:lnTo>
                  <a:pt x="27304" y="100837"/>
                </a:lnTo>
                <a:lnTo>
                  <a:pt x="28448" y="107949"/>
                </a:lnTo>
                <a:lnTo>
                  <a:pt x="28448" y="118363"/>
                </a:lnTo>
                <a:lnTo>
                  <a:pt x="26034" y="123951"/>
                </a:lnTo>
                <a:lnTo>
                  <a:pt x="16636" y="132587"/>
                </a:lnTo>
                <a:lnTo>
                  <a:pt x="9525" y="134873"/>
                </a:lnTo>
                <a:lnTo>
                  <a:pt x="0" y="135127"/>
                </a:lnTo>
                <a:lnTo>
                  <a:pt x="0" y="147319"/>
                </a:lnTo>
                <a:lnTo>
                  <a:pt x="9525" y="147700"/>
                </a:lnTo>
                <a:lnTo>
                  <a:pt x="16636" y="149986"/>
                </a:lnTo>
                <a:lnTo>
                  <a:pt x="26034" y="158622"/>
                </a:lnTo>
                <a:lnTo>
                  <a:pt x="28448" y="164210"/>
                </a:lnTo>
                <a:lnTo>
                  <a:pt x="28448" y="174624"/>
                </a:lnTo>
                <a:lnTo>
                  <a:pt x="27304" y="181609"/>
                </a:lnTo>
                <a:lnTo>
                  <a:pt x="24891" y="192150"/>
                </a:lnTo>
                <a:lnTo>
                  <a:pt x="23391" y="199842"/>
                </a:lnTo>
                <a:lnTo>
                  <a:pt x="22320" y="207105"/>
                </a:lnTo>
                <a:lnTo>
                  <a:pt x="21677" y="213939"/>
                </a:lnTo>
                <a:lnTo>
                  <a:pt x="21462" y="220344"/>
                </a:lnTo>
                <a:lnTo>
                  <a:pt x="22536" y="235321"/>
                </a:lnTo>
                <a:lnTo>
                  <a:pt x="48517" y="274629"/>
                </a:lnTo>
                <a:lnTo>
                  <a:pt x="91058" y="283844"/>
                </a:lnTo>
                <a:lnTo>
                  <a:pt x="94996" y="283844"/>
                </a:lnTo>
                <a:lnTo>
                  <a:pt x="94996" y="272541"/>
                </a:lnTo>
                <a:lnTo>
                  <a:pt x="92709" y="272541"/>
                </a:lnTo>
                <a:lnTo>
                  <a:pt x="82520" y="271829"/>
                </a:lnTo>
                <a:lnTo>
                  <a:pt x="49784" y="246078"/>
                </a:lnTo>
                <a:lnTo>
                  <a:pt x="46735" y="223011"/>
                </a:lnTo>
                <a:lnTo>
                  <a:pt x="46926" y="217465"/>
                </a:lnTo>
                <a:lnTo>
                  <a:pt x="47497" y="211312"/>
                </a:lnTo>
                <a:lnTo>
                  <a:pt x="48450" y="204563"/>
                </a:lnTo>
                <a:lnTo>
                  <a:pt x="49783" y="197230"/>
                </a:lnTo>
                <a:lnTo>
                  <a:pt x="51688" y="187070"/>
                </a:lnTo>
                <a:lnTo>
                  <a:pt x="52704" y="179704"/>
                </a:lnTo>
                <a:lnTo>
                  <a:pt x="52704" y="166877"/>
                </a:lnTo>
                <a:lnTo>
                  <a:pt x="50164" y="160019"/>
                </a:lnTo>
                <a:lnTo>
                  <a:pt x="45211" y="154558"/>
                </a:lnTo>
                <a:lnTo>
                  <a:pt x="40258" y="149224"/>
                </a:lnTo>
                <a:lnTo>
                  <a:pt x="34416" y="145160"/>
                </a:lnTo>
                <a:lnTo>
                  <a:pt x="27558" y="142620"/>
                </a:lnTo>
                <a:lnTo>
                  <a:pt x="27558" y="139953"/>
                </a:lnTo>
                <a:lnTo>
                  <a:pt x="34416" y="137286"/>
                </a:lnTo>
                <a:lnTo>
                  <a:pt x="40258" y="133349"/>
                </a:lnTo>
                <a:lnTo>
                  <a:pt x="45211" y="127888"/>
                </a:lnTo>
                <a:lnTo>
                  <a:pt x="50164" y="122554"/>
                </a:lnTo>
                <a:lnTo>
                  <a:pt x="52704" y="115569"/>
                </a:lnTo>
                <a:lnTo>
                  <a:pt x="52704" y="102869"/>
                </a:lnTo>
                <a:lnTo>
                  <a:pt x="51688" y="95503"/>
                </a:lnTo>
                <a:lnTo>
                  <a:pt x="49783" y="85343"/>
                </a:lnTo>
                <a:lnTo>
                  <a:pt x="48450" y="77958"/>
                </a:lnTo>
                <a:lnTo>
                  <a:pt x="47497" y="71215"/>
                </a:lnTo>
                <a:lnTo>
                  <a:pt x="46926" y="65091"/>
                </a:lnTo>
                <a:lnTo>
                  <a:pt x="46735" y="59562"/>
                </a:lnTo>
                <a:lnTo>
                  <a:pt x="47497" y="47609"/>
                </a:lnTo>
                <a:lnTo>
                  <a:pt x="73485" y="14144"/>
                </a:lnTo>
                <a:lnTo>
                  <a:pt x="92709" y="11302"/>
                </a:lnTo>
                <a:lnTo>
                  <a:pt x="94996" y="11302"/>
                </a:lnTo>
                <a:lnTo>
                  <a:pt x="9499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5754623" y="4527550"/>
            <a:ext cx="4281170" cy="12522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65860">
              <a:lnSpc>
                <a:spcPct val="100000"/>
              </a:lnSpc>
              <a:spcBef>
                <a:spcPts val="100"/>
              </a:spcBef>
              <a:tabLst>
                <a:tab pos="2024380" algn="l"/>
              </a:tabLst>
            </a:pPr>
            <a:r>
              <a:rPr sz="2400">
                <a:latin typeface="Cambria Math"/>
                <a:cs typeface="Cambria Math"/>
              </a:rPr>
              <a:t>𝑽</a:t>
            </a:r>
            <a:r>
              <a:rPr sz="2625" baseline="-15873">
                <a:latin typeface="Cambria Math"/>
                <a:cs typeface="Cambria Math"/>
              </a:rPr>
              <a:t>𝟐</a:t>
            </a:r>
            <a:r>
              <a:rPr sz="2625" spc="569" baseline="-15873">
                <a:latin typeface="Cambria Math"/>
                <a:cs typeface="Cambria Math"/>
              </a:rPr>
              <a:t> </a:t>
            </a:r>
            <a:r>
              <a:rPr sz="2400" spc="-50">
                <a:latin typeface="Cambria Math"/>
                <a:cs typeface="Cambria Math"/>
              </a:rPr>
              <a:t>=</a:t>
            </a:r>
            <a:r>
              <a:rPr sz="2400">
                <a:latin typeface="Cambria Math"/>
                <a:cs typeface="Cambria Math"/>
              </a:rPr>
              <a:t>	</a:t>
            </a:r>
            <a:r>
              <a:rPr sz="2400" spc="-10">
                <a:latin typeface="Cambria Math"/>
                <a:cs typeface="Cambria Math"/>
              </a:rPr>
              <a:t>𝒂,</a:t>
            </a:r>
            <a:r>
              <a:rPr sz="2400" spc="-125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𝒃,</a:t>
            </a:r>
            <a:r>
              <a:rPr sz="2400" spc="-125">
                <a:latin typeface="Cambria Math"/>
                <a:cs typeface="Cambria Math"/>
              </a:rPr>
              <a:t> </a:t>
            </a:r>
            <a:r>
              <a:rPr sz="2400" spc="-60">
                <a:latin typeface="Cambria Math"/>
                <a:cs typeface="Cambria Math"/>
              </a:rPr>
              <a:t>𝒄</a:t>
            </a:r>
            <a:endParaRPr sz="24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3300">
              <a:latin typeface="Cambria Math"/>
              <a:cs typeface="Cambria Math"/>
            </a:endParaRPr>
          </a:p>
          <a:p>
            <a:pPr marL="50800">
              <a:lnSpc>
                <a:spcPct val="100000"/>
              </a:lnSpc>
              <a:tabLst>
                <a:tab pos="1650364" algn="l"/>
                <a:tab pos="1889125" algn="l"/>
                <a:tab pos="2710815" algn="l"/>
                <a:tab pos="3532504" algn="l"/>
                <a:tab pos="4111625" algn="l"/>
              </a:tabLst>
            </a:pPr>
            <a:r>
              <a:rPr sz="2400">
                <a:latin typeface="Cambria Math"/>
                <a:cs typeface="Cambria Math"/>
              </a:rPr>
              <a:t>𝑬</a:t>
            </a:r>
            <a:r>
              <a:rPr sz="2625" baseline="-15873">
                <a:latin typeface="Cambria Math"/>
                <a:cs typeface="Cambria Math"/>
              </a:rPr>
              <a:t>𝟐</a:t>
            </a:r>
            <a:r>
              <a:rPr sz="2625" spc="555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5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{</a:t>
            </a:r>
            <a:r>
              <a:rPr sz="2400" spc="459">
                <a:latin typeface="Cambria Math"/>
                <a:cs typeface="Cambria Math"/>
              </a:rPr>
              <a:t> </a:t>
            </a:r>
            <a:r>
              <a:rPr sz="2400" spc="-10">
                <a:latin typeface="Cambria Math"/>
                <a:cs typeface="Cambria Math"/>
              </a:rPr>
              <a:t>𝒂,</a:t>
            </a:r>
            <a:r>
              <a:rPr sz="2400" spc="-135">
                <a:latin typeface="Cambria Math"/>
                <a:cs typeface="Cambria Math"/>
              </a:rPr>
              <a:t> </a:t>
            </a:r>
            <a:r>
              <a:rPr sz="2400" spc="-50">
                <a:latin typeface="Cambria Math"/>
                <a:cs typeface="Cambria Math"/>
              </a:rPr>
              <a:t>𝒃</a:t>
            </a:r>
            <a:r>
              <a:rPr sz="2400">
                <a:latin typeface="Cambria Math"/>
                <a:cs typeface="Cambria Math"/>
              </a:rPr>
              <a:t>	</a:t>
            </a:r>
            <a:r>
              <a:rPr sz="2400" spc="-50">
                <a:latin typeface="Cambria Math"/>
                <a:cs typeface="Cambria Math"/>
              </a:rPr>
              <a:t>,</a:t>
            </a:r>
            <a:r>
              <a:rPr sz="2400">
                <a:latin typeface="Cambria Math"/>
                <a:cs typeface="Cambria Math"/>
              </a:rPr>
              <a:t>	</a:t>
            </a:r>
            <a:r>
              <a:rPr sz="2400" spc="-10">
                <a:latin typeface="Cambria Math"/>
                <a:cs typeface="Cambria Math"/>
              </a:rPr>
              <a:t>𝒂,</a:t>
            </a:r>
            <a:r>
              <a:rPr sz="2400" spc="-145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𝒄</a:t>
            </a:r>
            <a:r>
              <a:rPr sz="2400" spc="475">
                <a:latin typeface="Cambria Math"/>
                <a:cs typeface="Cambria Math"/>
              </a:rPr>
              <a:t> </a:t>
            </a:r>
            <a:r>
              <a:rPr sz="2400" spc="-50">
                <a:latin typeface="Cambria Math"/>
                <a:cs typeface="Cambria Math"/>
              </a:rPr>
              <a:t>,</a:t>
            </a:r>
            <a:r>
              <a:rPr sz="2400">
                <a:latin typeface="Cambria Math"/>
                <a:cs typeface="Cambria Math"/>
              </a:rPr>
              <a:t>	𝒄,</a:t>
            </a:r>
            <a:r>
              <a:rPr sz="2400" spc="-145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𝒂</a:t>
            </a:r>
            <a:r>
              <a:rPr sz="2400" spc="459">
                <a:latin typeface="Cambria Math"/>
                <a:cs typeface="Cambria Math"/>
              </a:rPr>
              <a:t> </a:t>
            </a:r>
            <a:r>
              <a:rPr sz="2400" spc="-50">
                <a:latin typeface="Cambria Math"/>
                <a:cs typeface="Cambria Math"/>
              </a:rPr>
              <a:t>,</a:t>
            </a:r>
            <a:r>
              <a:rPr sz="2400">
                <a:latin typeface="Cambria Math"/>
                <a:cs typeface="Cambria Math"/>
              </a:rPr>
              <a:t>	𝒄,</a:t>
            </a:r>
            <a:r>
              <a:rPr sz="2400" spc="-145">
                <a:latin typeface="Cambria Math"/>
                <a:cs typeface="Cambria Math"/>
              </a:rPr>
              <a:t> </a:t>
            </a:r>
            <a:r>
              <a:rPr sz="2400" spc="-50">
                <a:latin typeface="Cambria Math"/>
                <a:cs typeface="Cambria Math"/>
              </a:rPr>
              <a:t>𝒃</a:t>
            </a:r>
            <a:r>
              <a:rPr sz="2400">
                <a:latin typeface="Cambria Math"/>
                <a:cs typeface="Cambria Math"/>
              </a:rPr>
              <a:t>	</a:t>
            </a:r>
            <a:r>
              <a:rPr sz="2400" spc="-50">
                <a:latin typeface="Cambria Math"/>
                <a:cs typeface="Cambria Math"/>
              </a:rPr>
              <a:t>}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0" name="object 4">
            <a:extLst>
              <a:ext uri="{FF2B5EF4-FFF2-40B4-BE49-F238E27FC236}">
                <a16:creationId xmlns:a16="http://schemas.microsoft.com/office/drawing/2014/main" id="{D499A750-6653-C341-88C3-0B4FD1FE1D4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46505" y="269768"/>
            <a:ext cx="4222242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00"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图的概念：图的定</a:t>
            </a:r>
            <a:r>
              <a:rPr sz="3600" spc="-60" dirty="0" err="1">
                <a:latin typeface="SimSun" panose="02010600030101010101" pitchFamily="2" charset="-122"/>
                <a:ea typeface="SimSun" panose="02010600030101010101" pitchFamily="2" charset="-122"/>
              </a:rPr>
              <a:t>义</a:t>
            </a:r>
            <a:endParaRPr sz="3600" spc="-6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74190" y="2611374"/>
            <a:ext cx="808355" cy="329565"/>
          </a:xfrm>
          <a:custGeom>
            <a:avLst/>
            <a:gdLst/>
            <a:ahLst/>
            <a:cxnLst/>
            <a:rect l="l" t="t" r="r" b="b"/>
            <a:pathLst>
              <a:path w="808355" h="329564">
                <a:moveTo>
                  <a:pt x="703199" y="0"/>
                </a:moveTo>
                <a:lnTo>
                  <a:pt x="698500" y="13334"/>
                </a:lnTo>
                <a:lnTo>
                  <a:pt x="717569" y="21669"/>
                </a:lnTo>
                <a:lnTo>
                  <a:pt x="733996" y="33146"/>
                </a:lnTo>
                <a:lnTo>
                  <a:pt x="758825" y="65531"/>
                </a:lnTo>
                <a:lnTo>
                  <a:pt x="773398" y="109362"/>
                </a:lnTo>
                <a:lnTo>
                  <a:pt x="778256" y="163194"/>
                </a:lnTo>
                <a:lnTo>
                  <a:pt x="777039" y="192246"/>
                </a:lnTo>
                <a:lnTo>
                  <a:pt x="767272" y="242347"/>
                </a:lnTo>
                <a:lnTo>
                  <a:pt x="747621" y="281493"/>
                </a:lnTo>
                <a:lnTo>
                  <a:pt x="717800" y="307921"/>
                </a:lnTo>
                <a:lnTo>
                  <a:pt x="699007" y="316229"/>
                </a:lnTo>
                <a:lnTo>
                  <a:pt x="703199" y="329564"/>
                </a:lnTo>
                <a:lnTo>
                  <a:pt x="748141" y="308514"/>
                </a:lnTo>
                <a:lnTo>
                  <a:pt x="781176" y="272033"/>
                </a:lnTo>
                <a:lnTo>
                  <a:pt x="801576" y="223154"/>
                </a:lnTo>
                <a:lnTo>
                  <a:pt x="808355" y="164845"/>
                </a:lnTo>
                <a:lnTo>
                  <a:pt x="806644" y="134651"/>
                </a:lnTo>
                <a:lnTo>
                  <a:pt x="793031" y="81121"/>
                </a:lnTo>
                <a:lnTo>
                  <a:pt x="766081" y="37522"/>
                </a:lnTo>
                <a:lnTo>
                  <a:pt x="727080" y="8618"/>
                </a:lnTo>
                <a:lnTo>
                  <a:pt x="703199" y="0"/>
                </a:lnTo>
                <a:close/>
              </a:path>
              <a:path w="808355" h="329564">
                <a:moveTo>
                  <a:pt x="105156" y="0"/>
                </a:moveTo>
                <a:lnTo>
                  <a:pt x="60309" y="21129"/>
                </a:lnTo>
                <a:lnTo>
                  <a:pt x="27177" y="57784"/>
                </a:lnTo>
                <a:lnTo>
                  <a:pt x="6826" y="106743"/>
                </a:lnTo>
                <a:lnTo>
                  <a:pt x="0" y="164845"/>
                </a:lnTo>
                <a:lnTo>
                  <a:pt x="1692" y="195185"/>
                </a:lnTo>
                <a:lnTo>
                  <a:pt x="15269" y="248767"/>
                </a:lnTo>
                <a:lnTo>
                  <a:pt x="42201" y="292203"/>
                </a:lnTo>
                <a:lnTo>
                  <a:pt x="81202" y="320968"/>
                </a:lnTo>
                <a:lnTo>
                  <a:pt x="105156" y="329564"/>
                </a:lnTo>
                <a:lnTo>
                  <a:pt x="109347" y="316229"/>
                </a:lnTo>
                <a:lnTo>
                  <a:pt x="90537" y="307921"/>
                </a:lnTo>
                <a:lnTo>
                  <a:pt x="74310" y="296338"/>
                </a:lnTo>
                <a:lnTo>
                  <a:pt x="49656" y="263397"/>
                </a:lnTo>
                <a:lnTo>
                  <a:pt x="34972" y="218630"/>
                </a:lnTo>
                <a:lnTo>
                  <a:pt x="30099" y="163194"/>
                </a:lnTo>
                <a:lnTo>
                  <a:pt x="31315" y="135022"/>
                </a:lnTo>
                <a:lnTo>
                  <a:pt x="41082" y="86203"/>
                </a:lnTo>
                <a:lnTo>
                  <a:pt x="60723" y="47767"/>
                </a:lnTo>
                <a:lnTo>
                  <a:pt x="90858" y="21669"/>
                </a:lnTo>
                <a:lnTo>
                  <a:pt x="109855" y="13334"/>
                </a:lnTo>
                <a:lnTo>
                  <a:pt x="10515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678179" y="1045880"/>
            <a:ext cx="7952997" cy="2907847"/>
          </a:xfrm>
          <a:prstGeom prst="rect">
            <a:avLst/>
          </a:prstGeom>
        </p:spPr>
        <p:txBody>
          <a:bodyPr vert="horz" wrap="square" lIns="0" tIns="106045" rIns="0" bIns="0" rtlCol="0">
            <a:spAutoFit/>
          </a:bodyPr>
          <a:lstStyle/>
          <a:p>
            <a:pPr marL="406400" indent="-342900">
              <a:lnSpc>
                <a:spcPct val="100000"/>
              </a:lnSpc>
              <a:spcBef>
                <a:spcPts val="835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405765" algn="l"/>
                <a:tab pos="406400" algn="l"/>
              </a:tabLst>
            </a:pPr>
            <a:r>
              <a:rPr sz="2800" spc="-5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图可以表示为一个二元组</a:t>
            </a:r>
            <a:r>
              <a:rPr sz="2800" dirty="0">
                <a:latin typeface="Cambria Math"/>
                <a:cs typeface="Cambria Math"/>
              </a:rPr>
              <a:t>𝑮</a:t>
            </a:r>
            <a:r>
              <a:rPr sz="2800" spc="75" dirty="0">
                <a:latin typeface="Cambria Math"/>
                <a:cs typeface="Cambria Math"/>
              </a:rPr>
              <a:t> =&lt; </a:t>
            </a:r>
            <a:r>
              <a:rPr sz="2800" spc="-10" dirty="0">
                <a:latin typeface="Cambria Math"/>
                <a:cs typeface="Cambria Math"/>
              </a:rPr>
              <a:t>𝑽</a:t>
            </a:r>
            <a:r>
              <a:rPr sz="2800" spc="-80" dirty="0">
                <a:latin typeface="Cambria Math"/>
                <a:cs typeface="Cambria Math"/>
              </a:rPr>
              <a:t>, </a:t>
            </a:r>
            <a:r>
              <a:rPr sz="2800" dirty="0">
                <a:latin typeface="Cambria Math"/>
                <a:cs typeface="Cambria Math"/>
              </a:rPr>
              <a:t>𝑬</a:t>
            </a:r>
            <a:r>
              <a:rPr sz="2800" spc="80" dirty="0">
                <a:latin typeface="Cambria Math"/>
                <a:cs typeface="Cambria Math"/>
              </a:rPr>
              <a:t> &gt;</a:t>
            </a:r>
            <a:r>
              <a:rPr sz="2800" spc="-20" dirty="0">
                <a:latin typeface="PMingLiU"/>
                <a:cs typeface="PMingLiU"/>
              </a:rPr>
              <a:t>，</a:t>
            </a:r>
            <a:r>
              <a:rPr sz="2800" spc="-2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其中</a:t>
            </a:r>
            <a:endParaRPr sz="28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755015" lvl="1" indent="-347980">
              <a:lnSpc>
                <a:spcPct val="100000"/>
              </a:lnSpc>
              <a:spcBef>
                <a:spcPts val="62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55015" algn="l"/>
                <a:tab pos="755650" algn="l"/>
              </a:tabLst>
            </a:pP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𝑽</a:t>
            </a:r>
            <a:r>
              <a:rPr sz="2400" spc="-5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表示非空顶点集，其元素称为顶点</a:t>
            </a:r>
            <a:r>
              <a:rPr sz="2400" b="1" spc="-10" dirty="0">
                <a:latin typeface="SimSun" panose="02010600030101010101" pitchFamily="2" charset="-122"/>
                <a:ea typeface="SimSun" panose="02010600030101010101" pitchFamily="2" charset="-122"/>
                <a:cs typeface="Times New Roman"/>
              </a:rPr>
              <a:t>(Vertex)</a:t>
            </a:r>
            <a:endParaRPr sz="2400" dirty="0">
              <a:latin typeface="SimSun" panose="02010600030101010101" pitchFamily="2" charset="-122"/>
              <a:ea typeface="SimSun" panose="02010600030101010101" pitchFamily="2" charset="-122"/>
              <a:cs typeface="Times New Roman"/>
            </a:endParaRPr>
          </a:p>
          <a:p>
            <a:pPr marL="755015" lvl="1" indent="-347980">
              <a:lnSpc>
                <a:spcPct val="100000"/>
              </a:lnSpc>
              <a:spcBef>
                <a:spcPts val="57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55015" algn="l"/>
                <a:tab pos="755650" algn="l"/>
              </a:tabLst>
            </a:pP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𝑬</a:t>
            </a:r>
            <a:r>
              <a:rPr sz="2400" spc="-5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表示边集，其元素称为边</a:t>
            </a:r>
            <a:r>
              <a:rPr sz="2400" b="1" spc="-10" dirty="0">
                <a:latin typeface="SimSun" panose="02010600030101010101" pitchFamily="2" charset="-122"/>
                <a:ea typeface="SimSun" panose="02010600030101010101" pitchFamily="2" charset="-122"/>
                <a:cs typeface="Times New Roman"/>
              </a:rPr>
              <a:t>(Edge)</a:t>
            </a:r>
            <a:endParaRPr sz="2400" dirty="0">
              <a:latin typeface="SimSun" panose="02010600030101010101" pitchFamily="2" charset="-122"/>
              <a:ea typeface="SimSun" panose="02010600030101010101" pitchFamily="2" charset="-122"/>
              <a:cs typeface="Times New Roman"/>
            </a:endParaRPr>
          </a:p>
          <a:p>
            <a:pPr marL="406400" indent="-342900">
              <a:lnSpc>
                <a:spcPct val="100000"/>
              </a:lnSpc>
              <a:spcBef>
                <a:spcPts val="62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405765" algn="l"/>
                <a:tab pos="406400" algn="l"/>
                <a:tab pos="1212215" algn="l"/>
                <a:tab pos="1935480" algn="l"/>
              </a:tabLst>
            </a:pPr>
            <a:r>
              <a:rPr sz="2800" dirty="0">
                <a:latin typeface="Cambria Math"/>
                <a:cs typeface="Cambria Math"/>
              </a:rPr>
              <a:t>𝒆</a:t>
            </a:r>
            <a:r>
              <a:rPr sz="2800" spc="55" dirty="0">
                <a:latin typeface="Cambria Math"/>
                <a:cs typeface="Cambria Math"/>
              </a:rPr>
              <a:t> =</a:t>
            </a:r>
            <a:r>
              <a:rPr sz="2800" dirty="0">
                <a:latin typeface="Cambria Math"/>
                <a:cs typeface="Cambria Math"/>
              </a:rPr>
              <a:t>	</a:t>
            </a:r>
            <a:r>
              <a:rPr sz="2800" spc="-10" dirty="0">
                <a:latin typeface="Cambria Math"/>
                <a:cs typeface="Cambria Math"/>
              </a:rPr>
              <a:t>𝒖</a:t>
            </a:r>
            <a:r>
              <a:rPr sz="2800" spc="-75" dirty="0">
                <a:latin typeface="Cambria Math"/>
                <a:cs typeface="Cambria Math"/>
              </a:rPr>
              <a:t>, </a:t>
            </a:r>
            <a:r>
              <a:rPr sz="2800" spc="-50" dirty="0">
                <a:latin typeface="Cambria Math"/>
                <a:cs typeface="Cambria Math"/>
              </a:rPr>
              <a:t>𝒗</a:t>
            </a:r>
            <a:r>
              <a:rPr sz="2800" dirty="0">
                <a:latin typeface="Cambria Math"/>
                <a:cs typeface="Cambria Math"/>
              </a:rPr>
              <a:t>	</a:t>
            </a:r>
            <a:r>
              <a:rPr sz="2800" spc="-1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表示一条边，其中</a:t>
            </a:r>
            <a:r>
              <a:rPr sz="28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𝒖</a:t>
            </a:r>
            <a:r>
              <a:rPr sz="2800" spc="10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 </a:t>
            </a:r>
            <a:r>
              <a:rPr sz="2800" spc="105" dirty="0">
                <a:latin typeface="Cambria Math"/>
                <a:cs typeface="Cambria Math"/>
              </a:rPr>
              <a:t>∈ </a:t>
            </a:r>
            <a:r>
              <a:rPr sz="2800" spc="-10" dirty="0">
                <a:latin typeface="Cambria Math"/>
                <a:cs typeface="Cambria Math"/>
              </a:rPr>
              <a:t>𝑽</a:t>
            </a:r>
            <a:r>
              <a:rPr sz="2800" spc="-80" dirty="0">
                <a:latin typeface="Cambria Math"/>
                <a:cs typeface="Cambria Math"/>
              </a:rPr>
              <a:t>, </a:t>
            </a:r>
            <a:r>
              <a:rPr sz="2800" dirty="0">
                <a:latin typeface="Cambria Math"/>
                <a:cs typeface="Cambria Math"/>
              </a:rPr>
              <a:t>𝒗</a:t>
            </a:r>
            <a:r>
              <a:rPr sz="2800" spc="105" dirty="0">
                <a:latin typeface="Cambria Math"/>
                <a:cs typeface="Cambria Math"/>
              </a:rPr>
              <a:t> ∈ </a:t>
            </a:r>
            <a:r>
              <a:rPr sz="2800" spc="-10" dirty="0">
                <a:latin typeface="Cambria Math"/>
                <a:cs typeface="Cambria Math"/>
              </a:rPr>
              <a:t>𝑽</a:t>
            </a:r>
            <a:r>
              <a:rPr sz="2800" spc="-80" dirty="0">
                <a:latin typeface="Cambria Math"/>
                <a:cs typeface="Cambria Math"/>
              </a:rPr>
              <a:t>, </a:t>
            </a:r>
            <a:r>
              <a:rPr sz="2800" dirty="0">
                <a:latin typeface="Cambria Math"/>
                <a:cs typeface="Cambria Math"/>
              </a:rPr>
              <a:t>𝒆</a:t>
            </a:r>
            <a:r>
              <a:rPr sz="2800" spc="105" dirty="0">
                <a:latin typeface="Cambria Math"/>
                <a:cs typeface="Cambria Math"/>
              </a:rPr>
              <a:t> ∈ </a:t>
            </a:r>
            <a:r>
              <a:rPr sz="2800" spc="-50" dirty="0">
                <a:latin typeface="Cambria Math"/>
                <a:cs typeface="Cambria Math"/>
              </a:rPr>
              <a:t>𝑬</a:t>
            </a:r>
            <a:endParaRPr sz="2800" dirty="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Clr>
                <a:srgbClr val="8092F0"/>
              </a:buClr>
              <a:buFont typeface="Wingdings"/>
              <a:buChar char=""/>
            </a:pPr>
            <a:endParaRPr sz="3500" dirty="0">
              <a:latin typeface="Cambria Math"/>
              <a:cs typeface="Cambria Math"/>
            </a:endParaRPr>
          </a:p>
          <a:p>
            <a:pPr marL="406400" indent="-342900">
              <a:lnSpc>
                <a:spcPct val="100000"/>
              </a:lnSpc>
              <a:buClr>
                <a:srgbClr val="8092F0"/>
              </a:buClr>
              <a:buSzPct val="69642"/>
              <a:buFont typeface="Wingdings"/>
              <a:buChar char=""/>
              <a:tabLst>
                <a:tab pos="405765" algn="l"/>
                <a:tab pos="406400" algn="l"/>
              </a:tabLst>
            </a:pPr>
            <a:r>
              <a:rPr sz="2800" dirty="0" err="1">
                <a:latin typeface="PMingLiU"/>
                <a:cs typeface="PMingLiU"/>
              </a:rPr>
              <a:t>有向图</a:t>
            </a:r>
            <a:r>
              <a:rPr sz="2800" dirty="0">
                <a:latin typeface="Cambria Math"/>
                <a:cs typeface="Cambria Math"/>
              </a:rPr>
              <a:t>𝑮</a:t>
            </a:r>
            <a:r>
              <a:rPr sz="3075" baseline="-14905" dirty="0">
                <a:latin typeface="Cambria Math"/>
                <a:cs typeface="Cambria Math"/>
              </a:rPr>
              <a:t>𝟐</a:t>
            </a:r>
            <a:r>
              <a:rPr sz="3075" spc="667" baseline="-14905" dirty="0">
                <a:latin typeface="Cambria Math"/>
                <a:cs typeface="Cambria Math"/>
              </a:rPr>
              <a:t> </a:t>
            </a:r>
            <a:r>
              <a:rPr sz="2800" spc="50" dirty="0">
                <a:latin typeface="Cambria Math"/>
                <a:cs typeface="Cambria Math"/>
              </a:rPr>
              <a:t>=&lt; </a:t>
            </a:r>
            <a:r>
              <a:rPr sz="2800" dirty="0">
                <a:latin typeface="Cambria Math"/>
                <a:cs typeface="Cambria Math"/>
              </a:rPr>
              <a:t>𝑽</a:t>
            </a:r>
            <a:r>
              <a:rPr sz="3075" baseline="-14905" dirty="0">
                <a:latin typeface="Cambria Math"/>
                <a:cs typeface="Cambria Math"/>
              </a:rPr>
              <a:t>𝟐</a:t>
            </a:r>
            <a:r>
              <a:rPr sz="2800" spc="-75" dirty="0">
                <a:latin typeface="Cambria Math"/>
                <a:cs typeface="Cambria Math"/>
              </a:rPr>
              <a:t>, </a:t>
            </a:r>
            <a:r>
              <a:rPr sz="2800" dirty="0">
                <a:latin typeface="Cambria Math"/>
                <a:cs typeface="Cambria Math"/>
              </a:rPr>
              <a:t>𝑬</a:t>
            </a:r>
            <a:r>
              <a:rPr sz="3075" baseline="-14905" dirty="0">
                <a:latin typeface="Cambria Math"/>
                <a:cs typeface="Cambria Math"/>
              </a:rPr>
              <a:t>𝟐</a:t>
            </a:r>
            <a:r>
              <a:rPr sz="3075" spc="705" baseline="-14905" dirty="0">
                <a:latin typeface="Cambria Math"/>
                <a:cs typeface="Cambria Math"/>
              </a:rPr>
              <a:t> </a:t>
            </a:r>
            <a:r>
              <a:rPr sz="2800" spc="-50" dirty="0">
                <a:latin typeface="Cambria Math"/>
                <a:cs typeface="Cambria Math"/>
              </a:rPr>
              <a:t>&gt;</a:t>
            </a:r>
            <a:endParaRPr sz="2800" dirty="0">
              <a:latin typeface="Cambria Math"/>
              <a:cs typeface="Cambria Math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726692" y="4122420"/>
            <a:ext cx="596265" cy="596265"/>
          </a:xfrm>
          <a:custGeom>
            <a:avLst/>
            <a:gdLst/>
            <a:ahLst/>
            <a:cxnLst/>
            <a:rect l="l" t="t" r="r" b="b"/>
            <a:pathLst>
              <a:path w="596264" h="596264">
                <a:moveTo>
                  <a:pt x="0" y="297941"/>
                </a:moveTo>
                <a:lnTo>
                  <a:pt x="3898" y="249603"/>
                </a:lnTo>
                <a:lnTo>
                  <a:pt x="15185" y="203752"/>
                </a:lnTo>
                <a:lnTo>
                  <a:pt x="33247" y="161001"/>
                </a:lnTo>
                <a:lnTo>
                  <a:pt x="57473" y="121962"/>
                </a:lnTo>
                <a:lnTo>
                  <a:pt x="87249" y="87248"/>
                </a:lnTo>
                <a:lnTo>
                  <a:pt x="121962" y="57473"/>
                </a:lnTo>
                <a:lnTo>
                  <a:pt x="161001" y="33247"/>
                </a:lnTo>
                <a:lnTo>
                  <a:pt x="203752" y="15185"/>
                </a:lnTo>
                <a:lnTo>
                  <a:pt x="249603" y="3898"/>
                </a:lnTo>
                <a:lnTo>
                  <a:pt x="297941" y="0"/>
                </a:lnTo>
                <a:lnTo>
                  <a:pt x="346280" y="3898"/>
                </a:lnTo>
                <a:lnTo>
                  <a:pt x="392131" y="15185"/>
                </a:lnTo>
                <a:lnTo>
                  <a:pt x="434882" y="33247"/>
                </a:lnTo>
                <a:lnTo>
                  <a:pt x="473921" y="57473"/>
                </a:lnTo>
                <a:lnTo>
                  <a:pt x="508635" y="87248"/>
                </a:lnTo>
                <a:lnTo>
                  <a:pt x="538410" y="121962"/>
                </a:lnTo>
                <a:lnTo>
                  <a:pt x="562636" y="161001"/>
                </a:lnTo>
                <a:lnTo>
                  <a:pt x="580698" y="203752"/>
                </a:lnTo>
                <a:lnTo>
                  <a:pt x="591985" y="249603"/>
                </a:lnTo>
                <a:lnTo>
                  <a:pt x="595883" y="297941"/>
                </a:lnTo>
                <a:lnTo>
                  <a:pt x="591985" y="346280"/>
                </a:lnTo>
                <a:lnTo>
                  <a:pt x="580698" y="392131"/>
                </a:lnTo>
                <a:lnTo>
                  <a:pt x="562636" y="434882"/>
                </a:lnTo>
                <a:lnTo>
                  <a:pt x="538410" y="473921"/>
                </a:lnTo>
                <a:lnTo>
                  <a:pt x="508634" y="508635"/>
                </a:lnTo>
                <a:lnTo>
                  <a:pt x="473921" y="538410"/>
                </a:lnTo>
                <a:lnTo>
                  <a:pt x="434882" y="562636"/>
                </a:lnTo>
                <a:lnTo>
                  <a:pt x="392131" y="580698"/>
                </a:lnTo>
                <a:lnTo>
                  <a:pt x="346280" y="591985"/>
                </a:lnTo>
                <a:lnTo>
                  <a:pt x="297941" y="595883"/>
                </a:lnTo>
                <a:lnTo>
                  <a:pt x="249603" y="591985"/>
                </a:lnTo>
                <a:lnTo>
                  <a:pt x="203752" y="580698"/>
                </a:lnTo>
                <a:lnTo>
                  <a:pt x="161001" y="562636"/>
                </a:lnTo>
                <a:lnTo>
                  <a:pt x="121962" y="538410"/>
                </a:lnTo>
                <a:lnTo>
                  <a:pt x="87248" y="508634"/>
                </a:lnTo>
                <a:lnTo>
                  <a:pt x="57473" y="473921"/>
                </a:lnTo>
                <a:lnTo>
                  <a:pt x="33247" y="434882"/>
                </a:lnTo>
                <a:lnTo>
                  <a:pt x="15185" y="392131"/>
                </a:lnTo>
                <a:lnTo>
                  <a:pt x="3898" y="346280"/>
                </a:lnTo>
                <a:lnTo>
                  <a:pt x="0" y="297941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879600" y="4214621"/>
            <a:ext cx="2152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𝒂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195827" y="4122420"/>
            <a:ext cx="596265" cy="596265"/>
          </a:xfrm>
          <a:custGeom>
            <a:avLst/>
            <a:gdLst/>
            <a:ahLst/>
            <a:cxnLst/>
            <a:rect l="l" t="t" r="r" b="b"/>
            <a:pathLst>
              <a:path w="596264" h="596264">
                <a:moveTo>
                  <a:pt x="0" y="297941"/>
                </a:moveTo>
                <a:lnTo>
                  <a:pt x="3898" y="249603"/>
                </a:lnTo>
                <a:lnTo>
                  <a:pt x="15185" y="203752"/>
                </a:lnTo>
                <a:lnTo>
                  <a:pt x="33247" y="161001"/>
                </a:lnTo>
                <a:lnTo>
                  <a:pt x="57473" y="121962"/>
                </a:lnTo>
                <a:lnTo>
                  <a:pt x="87249" y="87248"/>
                </a:lnTo>
                <a:lnTo>
                  <a:pt x="121962" y="57473"/>
                </a:lnTo>
                <a:lnTo>
                  <a:pt x="161001" y="33247"/>
                </a:lnTo>
                <a:lnTo>
                  <a:pt x="203752" y="15185"/>
                </a:lnTo>
                <a:lnTo>
                  <a:pt x="249603" y="3898"/>
                </a:lnTo>
                <a:lnTo>
                  <a:pt x="297942" y="0"/>
                </a:lnTo>
                <a:lnTo>
                  <a:pt x="346280" y="3898"/>
                </a:lnTo>
                <a:lnTo>
                  <a:pt x="392131" y="15185"/>
                </a:lnTo>
                <a:lnTo>
                  <a:pt x="434882" y="33247"/>
                </a:lnTo>
                <a:lnTo>
                  <a:pt x="473921" y="57473"/>
                </a:lnTo>
                <a:lnTo>
                  <a:pt x="508635" y="87248"/>
                </a:lnTo>
                <a:lnTo>
                  <a:pt x="538410" y="121962"/>
                </a:lnTo>
                <a:lnTo>
                  <a:pt x="562636" y="161001"/>
                </a:lnTo>
                <a:lnTo>
                  <a:pt x="580698" y="203752"/>
                </a:lnTo>
                <a:lnTo>
                  <a:pt x="591985" y="249603"/>
                </a:lnTo>
                <a:lnTo>
                  <a:pt x="595884" y="297941"/>
                </a:lnTo>
                <a:lnTo>
                  <a:pt x="591985" y="346280"/>
                </a:lnTo>
                <a:lnTo>
                  <a:pt x="580698" y="392131"/>
                </a:lnTo>
                <a:lnTo>
                  <a:pt x="562636" y="434882"/>
                </a:lnTo>
                <a:lnTo>
                  <a:pt x="538410" y="473921"/>
                </a:lnTo>
                <a:lnTo>
                  <a:pt x="508635" y="508635"/>
                </a:lnTo>
                <a:lnTo>
                  <a:pt x="473921" y="538410"/>
                </a:lnTo>
                <a:lnTo>
                  <a:pt x="434882" y="562636"/>
                </a:lnTo>
                <a:lnTo>
                  <a:pt x="392131" y="580698"/>
                </a:lnTo>
                <a:lnTo>
                  <a:pt x="346280" y="591985"/>
                </a:lnTo>
                <a:lnTo>
                  <a:pt x="297942" y="595883"/>
                </a:lnTo>
                <a:lnTo>
                  <a:pt x="249603" y="591985"/>
                </a:lnTo>
                <a:lnTo>
                  <a:pt x="203752" y="580698"/>
                </a:lnTo>
                <a:lnTo>
                  <a:pt x="161001" y="562636"/>
                </a:lnTo>
                <a:lnTo>
                  <a:pt x="121962" y="538410"/>
                </a:lnTo>
                <a:lnTo>
                  <a:pt x="87249" y="508634"/>
                </a:lnTo>
                <a:lnTo>
                  <a:pt x="57473" y="473921"/>
                </a:lnTo>
                <a:lnTo>
                  <a:pt x="33247" y="434882"/>
                </a:lnTo>
                <a:lnTo>
                  <a:pt x="15185" y="392131"/>
                </a:lnTo>
                <a:lnTo>
                  <a:pt x="3898" y="346280"/>
                </a:lnTo>
                <a:lnTo>
                  <a:pt x="0" y="297941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350005" y="4214621"/>
            <a:ext cx="2108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𝒃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458973" y="5699759"/>
            <a:ext cx="596265" cy="596265"/>
          </a:xfrm>
          <a:custGeom>
            <a:avLst/>
            <a:gdLst/>
            <a:ahLst/>
            <a:cxnLst/>
            <a:rect l="l" t="t" r="r" b="b"/>
            <a:pathLst>
              <a:path w="596264" h="596264">
                <a:moveTo>
                  <a:pt x="0" y="297941"/>
                </a:moveTo>
                <a:lnTo>
                  <a:pt x="3898" y="249613"/>
                </a:lnTo>
                <a:lnTo>
                  <a:pt x="15185" y="203767"/>
                </a:lnTo>
                <a:lnTo>
                  <a:pt x="33247" y="161018"/>
                </a:lnTo>
                <a:lnTo>
                  <a:pt x="57473" y="121979"/>
                </a:lnTo>
                <a:lnTo>
                  <a:pt x="87249" y="87263"/>
                </a:lnTo>
                <a:lnTo>
                  <a:pt x="121962" y="57484"/>
                </a:lnTo>
                <a:lnTo>
                  <a:pt x="161001" y="33254"/>
                </a:lnTo>
                <a:lnTo>
                  <a:pt x="203752" y="15188"/>
                </a:lnTo>
                <a:lnTo>
                  <a:pt x="249603" y="3899"/>
                </a:lnTo>
                <a:lnTo>
                  <a:pt x="297942" y="0"/>
                </a:lnTo>
                <a:lnTo>
                  <a:pt x="346280" y="3899"/>
                </a:lnTo>
                <a:lnTo>
                  <a:pt x="392131" y="15188"/>
                </a:lnTo>
                <a:lnTo>
                  <a:pt x="434882" y="33254"/>
                </a:lnTo>
                <a:lnTo>
                  <a:pt x="473921" y="57484"/>
                </a:lnTo>
                <a:lnTo>
                  <a:pt x="508635" y="87263"/>
                </a:lnTo>
                <a:lnTo>
                  <a:pt x="538410" y="121979"/>
                </a:lnTo>
                <a:lnTo>
                  <a:pt x="562636" y="161018"/>
                </a:lnTo>
                <a:lnTo>
                  <a:pt x="580698" y="203767"/>
                </a:lnTo>
                <a:lnTo>
                  <a:pt x="591985" y="249613"/>
                </a:lnTo>
                <a:lnTo>
                  <a:pt x="595883" y="297941"/>
                </a:lnTo>
                <a:lnTo>
                  <a:pt x="591985" y="346270"/>
                </a:lnTo>
                <a:lnTo>
                  <a:pt x="580698" y="392116"/>
                </a:lnTo>
                <a:lnTo>
                  <a:pt x="562636" y="434865"/>
                </a:lnTo>
                <a:lnTo>
                  <a:pt x="538410" y="473904"/>
                </a:lnTo>
                <a:lnTo>
                  <a:pt x="508634" y="508620"/>
                </a:lnTo>
                <a:lnTo>
                  <a:pt x="473921" y="538399"/>
                </a:lnTo>
                <a:lnTo>
                  <a:pt x="434882" y="562629"/>
                </a:lnTo>
                <a:lnTo>
                  <a:pt x="392131" y="580695"/>
                </a:lnTo>
                <a:lnTo>
                  <a:pt x="346280" y="591984"/>
                </a:lnTo>
                <a:lnTo>
                  <a:pt x="297942" y="595883"/>
                </a:lnTo>
                <a:lnTo>
                  <a:pt x="249603" y="591984"/>
                </a:lnTo>
                <a:lnTo>
                  <a:pt x="203752" y="580695"/>
                </a:lnTo>
                <a:lnTo>
                  <a:pt x="161001" y="562629"/>
                </a:lnTo>
                <a:lnTo>
                  <a:pt x="121962" y="538399"/>
                </a:lnTo>
                <a:lnTo>
                  <a:pt x="87248" y="508620"/>
                </a:lnTo>
                <a:lnTo>
                  <a:pt x="57473" y="473904"/>
                </a:lnTo>
                <a:lnTo>
                  <a:pt x="33247" y="434865"/>
                </a:lnTo>
                <a:lnTo>
                  <a:pt x="15185" y="392116"/>
                </a:lnTo>
                <a:lnTo>
                  <a:pt x="3898" y="346270"/>
                </a:lnTo>
                <a:lnTo>
                  <a:pt x="0" y="297941"/>
                </a:lnTo>
                <a:close/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628900" y="5791453"/>
            <a:ext cx="17970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𝒄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692010" y="5477509"/>
            <a:ext cx="685800" cy="282575"/>
          </a:xfrm>
          <a:custGeom>
            <a:avLst/>
            <a:gdLst/>
            <a:ahLst/>
            <a:cxnLst/>
            <a:rect l="l" t="t" r="r" b="b"/>
            <a:pathLst>
              <a:path w="685800" h="282575">
                <a:moveTo>
                  <a:pt x="595503" y="0"/>
                </a:moveTo>
                <a:lnTo>
                  <a:pt x="591566" y="11556"/>
                </a:lnTo>
                <a:lnTo>
                  <a:pt x="607873" y="18631"/>
                </a:lnTo>
                <a:lnTo>
                  <a:pt x="621919" y="28432"/>
                </a:lnTo>
                <a:lnTo>
                  <a:pt x="650462" y="73925"/>
                </a:lnTo>
                <a:lnTo>
                  <a:pt x="658844" y="115727"/>
                </a:lnTo>
                <a:lnTo>
                  <a:pt x="659892" y="139814"/>
                </a:lnTo>
                <a:lnTo>
                  <a:pt x="658844" y="164712"/>
                </a:lnTo>
                <a:lnTo>
                  <a:pt x="650462" y="207645"/>
                </a:lnTo>
                <a:lnTo>
                  <a:pt x="621966" y="253885"/>
                </a:lnTo>
                <a:lnTo>
                  <a:pt x="591947" y="270929"/>
                </a:lnTo>
                <a:lnTo>
                  <a:pt x="595503" y="282384"/>
                </a:lnTo>
                <a:lnTo>
                  <a:pt x="634063" y="264325"/>
                </a:lnTo>
                <a:lnTo>
                  <a:pt x="662432" y="233044"/>
                </a:lnTo>
                <a:lnTo>
                  <a:pt x="679799" y="191173"/>
                </a:lnTo>
                <a:lnTo>
                  <a:pt x="685546" y="141300"/>
                </a:lnTo>
                <a:lnTo>
                  <a:pt x="684093" y="115445"/>
                </a:lnTo>
                <a:lnTo>
                  <a:pt x="672472" y="69555"/>
                </a:lnTo>
                <a:lnTo>
                  <a:pt x="649420" y="32218"/>
                </a:lnTo>
                <a:lnTo>
                  <a:pt x="616031" y="7453"/>
                </a:lnTo>
                <a:lnTo>
                  <a:pt x="595503" y="0"/>
                </a:lnTo>
                <a:close/>
              </a:path>
              <a:path w="685800" h="282575">
                <a:moveTo>
                  <a:pt x="90043" y="0"/>
                </a:moveTo>
                <a:lnTo>
                  <a:pt x="51657" y="18192"/>
                </a:lnTo>
                <a:lnTo>
                  <a:pt x="23368" y="49529"/>
                </a:lnTo>
                <a:lnTo>
                  <a:pt x="5826" y="91528"/>
                </a:lnTo>
                <a:lnTo>
                  <a:pt x="0" y="141300"/>
                </a:lnTo>
                <a:lnTo>
                  <a:pt x="1452" y="167236"/>
                </a:lnTo>
                <a:lnTo>
                  <a:pt x="13073" y="213109"/>
                </a:lnTo>
                <a:lnTo>
                  <a:pt x="36125" y="250337"/>
                </a:lnTo>
                <a:lnTo>
                  <a:pt x="69514" y="275007"/>
                </a:lnTo>
                <a:lnTo>
                  <a:pt x="90043" y="282384"/>
                </a:lnTo>
                <a:lnTo>
                  <a:pt x="93599" y="270929"/>
                </a:lnTo>
                <a:lnTo>
                  <a:pt x="77549" y="263801"/>
                </a:lnTo>
                <a:lnTo>
                  <a:pt x="63690" y="253885"/>
                </a:lnTo>
                <a:lnTo>
                  <a:pt x="35210" y="207645"/>
                </a:lnTo>
                <a:lnTo>
                  <a:pt x="26828" y="164712"/>
                </a:lnTo>
                <a:lnTo>
                  <a:pt x="25781" y="139814"/>
                </a:lnTo>
                <a:lnTo>
                  <a:pt x="26828" y="115727"/>
                </a:lnTo>
                <a:lnTo>
                  <a:pt x="35210" y="73925"/>
                </a:lnTo>
                <a:lnTo>
                  <a:pt x="63801" y="28432"/>
                </a:lnTo>
                <a:lnTo>
                  <a:pt x="94107" y="11556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543927" y="5477509"/>
            <a:ext cx="655320" cy="282575"/>
          </a:xfrm>
          <a:custGeom>
            <a:avLst/>
            <a:gdLst/>
            <a:ahLst/>
            <a:cxnLst/>
            <a:rect l="l" t="t" r="r" b="b"/>
            <a:pathLst>
              <a:path w="655320" h="282575">
                <a:moveTo>
                  <a:pt x="565023" y="0"/>
                </a:moveTo>
                <a:lnTo>
                  <a:pt x="561086" y="11556"/>
                </a:lnTo>
                <a:lnTo>
                  <a:pt x="577393" y="18631"/>
                </a:lnTo>
                <a:lnTo>
                  <a:pt x="591438" y="28432"/>
                </a:lnTo>
                <a:lnTo>
                  <a:pt x="619982" y="73925"/>
                </a:lnTo>
                <a:lnTo>
                  <a:pt x="628364" y="115727"/>
                </a:lnTo>
                <a:lnTo>
                  <a:pt x="629412" y="139814"/>
                </a:lnTo>
                <a:lnTo>
                  <a:pt x="628364" y="164712"/>
                </a:lnTo>
                <a:lnTo>
                  <a:pt x="619982" y="207645"/>
                </a:lnTo>
                <a:lnTo>
                  <a:pt x="591486" y="253885"/>
                </a:lnTo>
                <a:lnTo>
                  <a:pt x="561467" y="270929"/>
                </a:lnTo>
                <a:lnTo>
                  <a:pt x="565023" y="282384"/>
                </a:lnTo>
                <a:lnTo>
                  <a:pt x="603583" y="264325"/>
                </a:lnTo>
                <a:lnTo>
                  <a:pt x="631951" y="233044"/>
                </a:lnTo>
                <a:lnTo>
                  <a:pt x="649319" y="191173"/>
                </a:lnTo>
                <a:lnTo>
                  <a:pt x="655066" y="141300"/>
                </a:lnTo>
                <a:lnTo>
                  <a:pt x="653613" y="115445"/>
                </a:lnTo>
                <a:lnTo>
                  <a:pt x="641992" y="69555"/>
                </a:lnTo>
                <a:lnTo>
                  <a:pt x="618940" y="32218"/>
                </a:lnTo>
                <a:lnTo>
                  <a:pt x="585551" y="7453"/>
                </a:lnTo>
                <a:lnTo>
                  <a:pt x="565023" y="0"/>
                </a:lnTo>
                <a:close/>
              </a:path>
              <a:path w="655320" h="282575">
                <a:moveTo>
                  <a:pt x="90043" y="0"/>
                </a:moveTo>
                <a:lnTo>
                  <a:pt x="51657" y="18192"/>
                </a:lnTo>
                <a:lnTo>
                  <a:pt x="23368" y="49529"/>
                </a:lnTo>
                <a:lnTo>
                  <a:pt x="5826" y="91528"/>
                </a:lnTo>
                <a:lnTo>
                  <a:pt x="0" y="141300"/>
                </a:lnTo>
                <a:lnTo>
                  <a:pt x="1452" y="167236"/>
                </a:lnTo>
                <a:lnTo>
                  <a:pt x="13073" y="213109"/>
                </a:lnTo>
                <a:lnTo>
                  <a:pt x="36125" y="250337"/>
                </a:lnTo>
                <a:lnTo>
                  <a:pt x="69514" y="275007"/>
                </a:lnTo>
                <a:lnTo>
                  <a:pt x="90043" y="282384"/>
                </a:lnTo>
                <a:lnTo>
                  <a:pt x="93599" y="270929"/>
                </a:lnTo>
                <a:lnTo>
                  <a:pt x="77549" y="263801"/>
                </a:lnTo>
                <a:lnTo>
                  <a:pt x="63690" y="253885"/>
                </a:lnTo>
                <a:lnTo>
                  <a:pt x="35210" y="207645"/>
                </a:lnTo>
                <a:lnTo>
                  <a:pt x="26828" y="164712"/>
                </a:lnTo>
                <a:lnTo>
                  <a:pt x="25780" y="139814"/>
                </a:lnTo>
                <a:lnTo>
                  <a:pt x="26828" y="115727"/>
                </a:lnTo>
                <a:lnTo>
                  <a:pt x="35210" y="73925"/>
                </a:lnTo>
                <a:lnTo>
                  <a:pt x="63801" y="28432"/>
                </a:lnTo>
                <a:lnTo>
                  <a:pt x="94106" y="11556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8365363" y="5477509"/>
            <a:ext cx="655320" cy="282575"/>
          </a:xfrm>
          <a:custGeom>
            <a:avLst/>
            <a:gdLst/>
            <a:ahLst/>
            <a:cxnLst/>
            <a:rect l="l" t="t" r="r" b="b"/>
            <a:pathLst>
              <a:path w="655320" h="282575">
                <a:moveTo>
                  <a:pt x="565022" y="0"/>
                </a:moveTo>
                <a:lnTo>
                  <a:pt x="561085" y="11556"/>
                </a:lnTo>
                <a:lnTo>
                  <a:pt x="577393" y="18631"/>
                </a:lnTo>
                <a:lnTo>
                  <a:pt x="591438" y="28432"/>
                </a:lnTo>
                <a:lnTo>
                  <a:pt x="619982" y="73925"/>
                </a:lnTo>
                <a:lnTo>
                  <a:pt x="628364" y="115727"/>
                </a:lnTo>
                <a:lnTo>
                  <a:pt x="629411" y="139814"/>
                </a:lnTo>
                <a:lnTo>
                  <a:pt x="628364" y="164712"/>
                </a:lnTo>
                <a:lnTo>
                  <a:pt x="619982" y="207645"/>
                </a:lnTo>
                <a:lnTo>
                  <a:pt x="591486" y="253885"/>
                </a:lnTo>
                <a:lnTo>
                  <a:pt x="561466" y="270929"/>
                </a:lnTo>
                <a:lnTo>
                  <a:pt x="565022" y="282384"/>
                </a:lnTo>
                <a:lnTo>
                  <a:pt x="603583" y="264325"/>
                </a:lnTo>
                <a:lnTo>
                  <a:pt x="631951" y="233044"/>
                </a:lnTo>
                <a:lnTo>
                  <a:pt x="649319" y="191173"/>
                </a:lnTo>
                <a:lnTo>
                  <a:pt x="655065" y="141300"/>
                </a:lnTo>
                <a:lnTo>
                  <a:pt x="653613" y="115445"/>
                </a:lnTo>
                <a:lnTo>
                  <a:pt x="641992" y="69555"/>
                </a:lnTo>
                <a:lnTo>
                  <a:pt x="618940" y="32218"/>
                </a:lnTo>
                <a:lnTo>
                  <a:pt x="585551" y="7453"/>
                </a:lnTo>
                <a:lnTo>
                  <a:pt x="565022" y="0"/>
                </a:lnTo>
                <a:close/>
              </a:path>
              <a:path w="655320" h="282575">
                <a:moveTo>
                  <a:pt x="90042" y="0"/>
                </a:moveTo>
                <a:lnTo>
                  <a:pt x="51657" y="18192"/>
                </a:lnTo>
                <a:lnTo>
                  <a:pt x="23367" y="49529"/>
                </a:lnTo>
                <a:lnTo>
                  <a:pt x="5826" y="91528"/>
                </a:lnTo>
                <a:lnTo>
                  <a:pt x="0" y="141300"/>
                </a:lnTo>
                <a:lnTo>
                  <a:pt x="1452" y="167236"/>
                </a:lnTo>
                <a:lnTo>
                  <a:pt x="13073" y="213109"/>
                </a:lnTo>
                <a:lnTo>
                  <a:pt x="36125" y="250337"/>
                </a:lnTo>
                <a:lnTo>
                  <a:pt x="69514" y="275007"/>
                </a:lnTo>
                <a:lnTo>
                  <a:pt x="90042" y="282384"/>
                </a:lnTo>
                <a:lnTo>
                  <a:pt x="93598" y="270929"/>
                </a:lnTo>
                <a:lnTo>
                  <a:pt x="77549" y="263801"/>
                </a:lnTo>
                <a:lnTo>
                  <a:pt x="63690" y="253885"/>
                </a:lnTo>
                <a:lnTo>
                  <a:pt x="35210" y="207645"/>
                </a:lnTo>
                <a:lnTo>
                  <a:pt x="26828" y="164712"/>
                </a:lnTo>
                <a:lnTo>
                  <a:pt x="25780" y="139814"/>
                </a:lnTo>
                <a:lnTo>
                  <a:pt x="26828" y="115727"/>
                </a:lnTo>
                <a:lnTo>
                  <a:pt x="35210" y="73925"/>
                </a:lnTo>
                <a:lnTo>
                  <a:pt x="63801" y="28432"/>
                </a:lnTo>
                <a:lnTo>
                  <a:pt x="94106" y="11556"/>
                </a:lnTo>
                <a:lnTo>
                  <a:pt x="9004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9186798" y="5477509"/>
            <a:ext cx="651510" cy="282575"/>
          </a:xfrm>
          <a:custGeom>
            <a:avLst/>
            <a:gdLst/>
            <a:ahLst/>
            <a:cxnLst/>
            <a:rect l="l" t="t" r="r" b="b"/>
            <a:pathLst>
              <a:path w="651509" h="282575">
                <a:moveTo>
                  <a:pt x="561212" y="0"/>
                </a:moveTo>
                <a:lnTo>
                  <a:pt x="557276" y="11556"/>
                </a:lnTo>
                <a:lnTo>
                  <a:pt x="573583" y="18631"/>
                </a:lnTo>
                <a:lnTo>
                  <a:pt x="587628" y="28432"/>
                </a:lnTo>
                <a:lnTo>
                  <a:pt x="616172" y="73925"/>
                </a:lnTo>
                <a:lnTo>
                  <a:pt x="624554" y="115727"/>
                </a:lnTo>
                <a:lnTo>
                  <a:pt x="625601" y="139814"/>
                </a:lnTo>
                <a:lnTo>
                  <a:pt x="624554" y="164712"/>
                </a:lnTo>
                <a:lnTo>
                  <a:pt x="616172" y="207645"/>
                </a:lnTo>
                <a:lnTo>
                  <a:pt x="587676" y="253885"/>
                </a:lnTo>
                <a:lnTo>
                  <a:pt x="557656" y="270929"/>
                </a:lnTo>
                <a:lnTo>
                  <a:pt x="561212" y="282384"/>
                </a:lnTo>
                <a:lnTo>
                  <a:pt x="599773" y="264325"/>
                </a:lnTo>
                <a:lnTo>
                  <a:pt x="628142" y="233044"/>
                </a:lnTo>
                <a:lnTo>
                  <a:pt x="645509" y="191173"/>
                </a:lnTo>
                <a:lnTo>
                  <a:pt x="651255" y="141300"/>
                </a:lnTo>
                <a:lnTo>
                  <a:pt x="649803" y="115445"/>
                </a:lnTo>
                <a:lnTo>
                  <a:pt x="638182" y="69555"/>
                </a:lnTo>
                <a:lnTo>
                  <a:pt x="615130" y="32218"/>
                </a:lnTo>
                <a:lnTo>
                  <a:pt x="581741" y="7453"/>
                </a:lnTo>
                <a:lnTo>
                  <a:pt x="561212" y="0"/>
                </a:lnTo>
                <a:close/>
              </a:path>
              <a:path w="651509" h="282575">
                <a:moveTo>
                  <a:pt x="90043" y="0"/>
                </a:moveTo>
                <a:lnTo>
                  <a:pt x="51657" y="18192"/>
                </a:lnTo>
                <a:lnTo>
                  <a:pt x="23368" y="49529"/>
                </a:lnTo>
                <a:lnTo>
                  <a:pt x="5826" y="91528"/>
                </a:lnTo>
                <a:lnTo>
                  <a:pt x="0" y="141300"/>
                </a:lnTo>
                <a:lnTo>
                  <a:pt x="1452" y="167236"/>
                </a:lnTo>
                <a:lnTo>
                  <a:pt x="13073" y="213109"/>
                </a:lnTo>
                <a:lnTo>
                  <a:pt x="36125" y="250337"/>
                </a:lnTo>
                <a:lnTo>
                  <a:pt x="69514" y="275007"/>
                </a:lnTo>
                <a:lnTo>
                  <a:pt x="90043" y="282384"/>
                </a:lnTo>
                <a:lnTo>
                  <a:pt x="93599" y="270929"/>
                </a:lnTo>
                <a:lnTo>
                  <a:pt x="77549" y="263801"/>
                </a:lnTo>
                <a:lnTo>
                  <a:pt x="63690" y="253885"/>
                </a:lnTo>
                <a:lnTo>
                  <a:pt x="35210" y="207645"/>
                </a:lnTo>
                <a:lnTo>
                  <a:pt x="26828" y="164712"/>
                </a:lnTo>
                <a:lnTo>
                  <a:pt x="25780" y="139814"/>
                </a:lnTo>
                <a:lnTo>
                  <a:pt x="26828" y="115727"/>
                </a:lnTo>
                <a:lnTo>
                  <a:pt x="35210" y="73925"/>
                </a:lnTo>
                <a:lnTo>
                  <a:pt x="63801" y="28432"/>
                </a:lnTo>
                <a:lnTo>
                  <a:pt x="94106" y="11556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675118" y="4615941"/>
            <a:ext cx="962660" cy="283845"/>
          </a:xfrm>
          <a:custGeom>
            <a:avLst/>
            <a:gdLst/>
            <a:ahLst/>
            <a:cxnLst/>
            <a:rect l="l" t="t" r="r" b="b"/>
            <a:pathLst>
              <a:path w="962659" h="283845">
                <a:moveTo>
                  <a:pt x="871220" y="0"/>
                </a:moveTo>
                <a:lnTo>
                  <a:pt x="867282" y="0"/>
                </a:lnTo>
                <a:lnTo>
                  <a:pt x="867282" y="11302"/>
                </a:lnTo>
                <a:lnTo>
                  <a:pt x="869568" y="11302"/>
                </a:lnTo>
                <a:lnTo>
                  <a:pt x="879758" y="12015"/>
                </a:lnTo>
                <a:lnTo>
                  <a:pt x="912495" y="37480"/>
                </a:lnTo>
                <a:lnTo>
                  <a:pt x="915542" y="59689"/>
                </a:lnTo>
                <a:lnTo>
                  <a:pt x="915352" y="65218"/>
                </a:lnTo>
                <a:lnTo>
                  <a:pt x="914780" y="71342"/>
                </a:lnTo>
                <a:lnTo>
                  <a:pt x="913828" y="78085"/>
                </a:lnTo>
                <a:lnTo>
                  <a:pt x="912495" y="85470"/>
                </a:lnTo>
                <a:lnTo>
                  <a:pt x="910589" y="95630"/>
                </a:lnTo>
                <a:lnTo>
                  <a:pt x="909574" y="102996"/>
                </a:lnTo>
                <a:lnTo>
                  <a:pt x="909574" y="115823"/>
                </a:lnTo>
                <a:lnTo>
                  <a:pt x="911986" y="122681"/>
                </a:lnTo>
                <a:lnTo>
                  <a:pt x="922020" y="133476"/>
                </a:lnTo>
                <a:lnTo>
                  <a:pt x="927861" y="137540"/>
                </a:lnTo>
                <a:lnTo>
                  <a:pt x="934720" y="140080"/>
                </a:lnTo>
                <a:lnTo>
                  <a:pt x="934720" y="142747"/>
                </a:lnTo>
                <a:lnTo>
                  <a:pt x="927861" y="145287"/>
                </a:lnTo>
                <a:lnTo>
                  <a:pt x="922020" y="149351"/>
                </a:lnTo>
                <a:lnTo>
                  <a:pt x="911986" y="160146"/>
                </a:lnTo>
                <a:lnTo>
                  <a:pt x="909574" y="167004"/>
                </a:lnTo>
                <a:lnTo>
                  <a:pt x="909574" y="179831"/>
                </a:lnTo>
                <a:lnTo>
                  <a:pt x="910589" y="187197"/>
                </a:lnTo>
                <a:lnTo>
                  <a:pt x="912495" y="197357"/>
                </a:lnTo>
                <a:lnTo>
                  <a:pt x="913828" y="204743"/>
                </a:lnTo>
                <a:lnTo>
                  <a:pt x="914780" y="211486"/>
                </a:lnTo>
                <a:lnTo>
                  <a:pt x="915352" y="217610"/>
                </a:lnTo>
                <a:lnTo>
                  <a:pt x="915542" y="223138"/>
                </a:lnTo>
                <a:lnTo>
                  <a:pt x="914780" y="235592"/>
                </a:lnTo>
                <a:lnTo>
                  <a:pt x="888793" y="269700"/>
                </a:lnTo>
                <a:lnTo>
                  <a:pt x="869568" y="272541"/>
                </a:lnTo>
                <a:lnTo>
                  <a:pt x="867282" y="272541"/>
                </a:lnTo>
                <a:lnTo>
                  <a:pt x="867282" y="283844"/>
                </a:lnTo>
                <a:lnTo>
                  <a:pt x="871220" y="283844"/>
                </a:lnTo>
                <a:lnTo>
                  <a:pt x="887555" y="282630"/>
                </a:lnTo>
                <a:lnTo>
                  <a:pt x="923416" y="267842"/>
                </a:lnTo>
                <a:lnTo>
                  <a:pt x="940815" y="220471"/>
                </a:lnTo>
                <a:lnTo>
                  <a:pt x="940599" y="214066"/>
                </a:lnTo>
                <a:lnTo>
                  <a:pt x="939942" y="207232"/>
                </a:lnTo>
                <a:lnTo>
                  <a:pt x="938833" y="199969"/>
                </a:lnTo>
                <a:lnTo>
                  <a:pt x="937259" y="192277"/>
                </a:lnTo>
                <a:lnTo>
                  <a:pt x="934974" y="181736"/>
                </a:lnTo>
                <a:lnTo>
                  <a:pt x="933830" y="174751"/>
                </a:lnTo>
                <a:lnTo>
                  <a:pt x="933830" y="164337"/>
                </a:lnTo>
                <a:lnTo>
                  <a:pt x="936116" y="158749"/>
                </a:lnTo>
                <a:lnTo>
                  <a:pt x="940942" y="154431"/>
                </a:lnTo>
                <a:lnTo>
                  <a:pt x="945641" y="150113"/>
                </a:lnTo>
                <a:lnTo>
                  <a:pt x="952753" y="147827"/>
                </a:lnTo>
                <a:lnTo>
                  <a:pt x="962278" y="147573"/>
                </a:lnTo>
                <a:lnTo>
                  <a:pt x="962278" y="135254"/>
                </a:lnTo>
                <a:lnTo>
                  <a:pt x="952753" y="135000"/>
                </a:lnTo>
                <a:lnTo>
                  <a:pt x="945641" y="132714"/>
                </a:lnTo>
                <a:lnTo>
                  <a:pt x="940942" y="128396"/>
                </a:lnTo>
                <a:lnTo>
                  <a:pt x="936116" y="124078"/>
                </a:lnTo>
                <a:lnTo>
                  <a:pt x="933830" y="118490"/>
                </a:lnTo>
                <a:lnTo>
                  <a:pt x="933830" y="108076"/>
                </a:lnTo>
                <a:lnTo>
                  <a:pt x="934974" y="101091"/>
                </a:lnTo>
                <a:lnTo>
                  <a:pt x="937259" y="90550"/>
                </a:lnTo>
                <a:lnTo>
                  <a:pt x="938833" y="82859"/>
                </a:lnTo>
                <a:lnTo>
                  <a:pt x="939942" y="75596"/>
                </a:lnTo>
                <a:lnTo>
                  <a:pt x="940599" y="68762"/>
                </a:lnTo>
                <a:lnTo>
                  <a:pt x="940815" y="62356"/>
                </a:lnTo>
                <a:lnTo>
                  <a:pt x="939722" y="47880"/>
                </a:lnTo>
                <a:lnTo>
                  <a:pt x="913653" y="9215"/>
                </a:lnTo>
                <a:lnTo>
                  <a:pt x="887555" y="1214"/>
                </a:lnTo>
                <a:lnTo>
                  <a:pt x="871220" y="0"/>
                </a:lnTo>
                <a:close/>
              </a:path>
              <a:path w="962659" h="283845">
                <a:moveTo>
                  <a:pt x="94996" y="0"/>
                </a:moveTo>
                <a:lnTo>
                  <a:pt x="91058" y="0"/>
                </a:lnTo>
                <a:lnTo>
                  <a:pt x="74703" y="1214"/>
                </a:lnTo>
                <a:lnTo>
                  <a:pt x="38734" y="16001"/>
                </a:lnTo>
                <a:lnTo>
                  <a:pt x="21661" y="59562"/>
                </a:lnTo>
                <a:lnTo>
                  <a:pt x="21558" y="65091"/>
                </a:lnTo>
                <a:lnTo>
                  <a:pt x="21677" y="68635"/>
                </a:lnTo>
                <a:lnTo>
                  <a:pt x="22320" y="75469"/>
                </a:lnTo>
                <a:lnTo>
                  <a:pt x="23391" y="82732"/>
                </a:lnTo>
                <a:lnTo>
                  <a:pt x="24891" y="90423"/>
                </a:lnTo>
                <a:lnTo>
                  <a:pt x="27304" y="100837"/>
                </a:lnTo>
                <a:lnTo>
                  <a:pt x="28448" y="107949"/>
                </a:lnTo>
                <a:lnTo>
                  <a:pt x="28448" y="118363"/>
                </a:lnTo>
                <a:lnTo>
                  <a:pt x="26034" y="123951"/>
                </a:lnTo>
                <a:lnTo>
                  <a:pt x="16636" y="132587"/>
                </a:lnTo>
                <a:lnTo>
                  <a:pt x="9525" y="134873"/>
                </a:lnTo>
                <a:lnTo>
                  <a:pt x="0" y="135127"/>
                </a:lnTo>
                <a:lnTo>
                  <a:pt x="0" y="147319"/>
                </a:lnTo>
                <a:lnTo>
                  <a:pt x="9525" y="147700"/>
                </a:lnTo>
                <a:lnTo>
                  <a:pt x="16636" y="149986"/>
                </a:lnTo>
                <a:lnTo>
                  <a:pt x="26034" y="158622"/>
                </a:lnTo>
                <a:lnTo>
                  <a:pt x="28448" y="164210"/>
                </a:lnTo>
                <a:lnTo>
                  <a:pt x="28448" y="174624"/>
                </a:lnTo>
                <a:lnTo>
                  <a:pt x="27304" y="181609"/>
                </a:lnTo>
                <a:lnTo>
                  <a:pt x="24891" y="192150"/>
                </a:lnTo>
                <a:lnTo>
                  <a:pt x="23391" y="199842"/>
                </a:lnTo>
                <a:lnTo>
                  <a:pt x="22320" y="207105"/>
                </a:lnTo>
                <a:lnTo>
                  <a:pt x="21677" y="213939"/>
                </a:lnTo>
                <a:lnTo>
                  <a:pt x="21462" y="220344"/>
                </a:lnTo>
                <a:lnTo>
                  <a:pt x="22536" y="235321"/>
                </a:lnTo>
                <a:lnTo>
                  <a:pt x="48517" y="274629"/>
                </a:lnTo>
                <a:lnTo>
                  <a:pt x="91058" y="283844"/>
                </a:lnTo>
                <a:lnTo>
                  <a:pt x="94996" y="283844"/>
                </a:lnTo>
                <a:lnTo>
                  <a:pt x="94996" y="272541"/>
                </a:lnTo>
                <a:lnTo>
                  <a:pt x="92709" y="272541"/>
                </a:lnTo>
                <a:lnTo>
                  <a:pt x="82520" y="271829"/>
                </a:lnTo>
                <a:lnTo>
                  <a:pt x="49784" y="246078"/>
                </a:lnTo>
                <a:lnTo>
                  <a:pt x="46735" y="223011"/>
                </a:lnTo>
                <a:lnTo>
                  <a:pt x="46926" y="217465"/>
                </a:lnTo>
                <a:lnTo>
                  <a:pt x="47497" y="211312"/>
                </a:lnTo>
                <a:lnTo>
                  <a:pt x="48450" y="204563"/>
                </a:lnTo>
                <a:lnTo>
                  <a:pt x="49783" y="197230"/>
                </a:lnTo>
                <a:lnTo>
                  <a:pt x="51688" y="187070"/>
                </a:lnTo>
                <a:lnTo>
                  <a:pt x="52704" y="179704"/>
                </a:lnTo>
                <a:lnTo>
                  <a:pt x="52704" y="166877"/>
                </a:lnTo>
                <a:lnTo>
                  <a:pt x="50164" y="160019"/>
                </a:lnTo>
                <a:lnTo>
                  <a:pt x="45211" y="154558"/>
                </a:lnTo>
                <a:lnTo>
                  <a:pt x="40258" y="149224"/>
                </a:lnTo>
                <a:lnTo>
                  <a:pt x="34416" y="145160"/>
                </a:lnTo>
                <a:lnTo>
                  <a:pt x="27558" y="142620"/>
                </a:lnTo>
                <a:lnTo>
                  <a:pt x="27558" y="139953"/>
                </a:lnTo>
                <a:lnTo>
                  <a:pt x="34416" y="137286"/>
                </a:lnTo>
                <a:lnTo>
                  <a:pt x="40258" y="133349"/>
                </a:lnTo>
                <a:lnTo>
                  <a:pt x="45211" y="127888"/>
                </a:lnTo>
                <a:lnTo>
                  <a:pt x="50164" y="122554"/>
                </a:lnTo>
                <a:lnTo>
                  <a:pt x="52704" y="115569"/>
                </a:lnTo>
                <a:lnTo>
                  <a:pt x="52704" y="102869"/>
                </a:lnTo>
                <a:lnTo>
                  <a:pt x="51688" y="95503"/>
                </a:lnTo>
                <a:lnTo>
                  <a:pt x="49783" y="85343"/>
                </a:lnTo>
                <a:lnTo>
                  <a:pt x="48450" y="77958"/>
                </a:lnTo>
                <a:lnTo>
                  <a:pt x="47497" y="71215"/>
                </a:lnTo>
                <a:lnTo>
                  <a:pt x="46926" y="65091"/>
                </a:lnTo>
                <a:lnTo>
                  <a:pt x="46735" y="59562"/>
                </a:lnTo>
                <a:lnTo>
                  <a:pt x="47497" y="47609"/>
                </a:lnTo>
                <a:lnTo>
                  <a:pt x="73485" y="14144"/>
                </a:lnTo>
                <a:lnTo>
                  <a:pt x="92709" y="11302"/>
                </a:lnTo>
                <a:lnTo>
                  <a:pt x="94996" y="11302"/>
                </a:lnTo>
                <a:lnTo>
                  <a:pt x="9499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5754623" y="4527550"/>
            <a:ext cx="4281170" cy="12522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65860">
              <a:lnSpc>
                <a:spcPct val="100000"/>
              </a:lnSpc>
              <a:spcBef>
                <a:spcPts val="100"/>
              </a:spcBef>
              <a:tabLst>
                <a:tab pos="2024380" algn="l"/>
              </a:tabLst>
            </a:pPr>
            <a:r>
              <a:rPr sz="2400">
                <a:latin typeface="Cambria Math"/>
                <a:cs typeface="Cambria Math"/>
              </a:rPr>
              <a:t>𝑽</a:t>
            </a:r>
            <a:r>
              <a:rPr sz="2625" baseline="-15873">
                <a:latin typeface="Cambria Math"/>
                <a:cs typeface="Cambria Math"/>
              </a:rPr>
              <a:t>𝟐</a:t>
            </a:r>
            <a:r>
              <a:rPr sz="2625" spc="569" baseline="-15873">
                <a:latin typeface="Cambria Math"/>
                <a:cs typeface="Cambria Math"/>
              </a:rPr>
              <a:t> </a:t>
            </a:r>
            <a:r>
              <a:rPr sz="2400" spc="-50">
                <a:latin typeface="Cambria Math"/>
                <a:cs typeface="Cambria Math"/>
              </a:rPr>
              <a:t>=</a:t>
            </a:r>
            <a:r>
              <a:rPr sz="2400">
                <a:latin typeface="Cambria Math"/>
                <a:cs typeface="Cambria Math"/>
              </a:rPr>
              <a:t>	</a:t>
            </a:r>
            <a:r>
              <a:rPr sz="2400" spc="-10">
                <a:latin typeface="Cambria Math"/>
                <a:cs typeface="Cambria Math"/>
              </a:rPr>
              <a:t>𝒂,</a:t>
            </a:r>
            <a:r>
              <a:rPr sz="2400" spc="-125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𝒃,</a:t>
            </a:r>
            <a:r>
              <a:rPr sz="2400" spc="-125">
                <a:latin typeface="Cambria Math"/>
                <a:cs typeface="Cambria Math"/>
              </a:rPr>
              <a:t> </a:t>
            </a:r>
            <a:r>
              <a:rPr sz="2400" spc="-60">
                <a:latin typeface="Cambria Math"/>
                <a:cs typeface="Cambria Math"/>
              </a:rPr>
              <a:t>𝒄</a:t>
            </a:r>
            <a:endParaRPr sz="24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3300">
              <a:latin typeface="Cambria Math"/>
              <a:cs typeface="Cambria Math"/>
            </a:endParaRPr>
          </a:p>
          <a:p>
            <a:pPr marL="50800">
              <a:lnSpc>
                <a:spcPct val="100000"/>
              </a:lnSpc>
              <a:tabLst>
                <a:tab pos="1650364" algn="l"/>
                <a:tab pos="1889125" algn="l"/>
                <a:tab pos="2710815" algn="l"/>
                <a:tab pos="3532504" algn="l"/>
                <a:tab pos="4111625" algn="l"/>
              </a:tabLst>
            </a:pPr>
            <a:r>
              <a:rPr sz="2400">
                <a:latin typeface="Cambria Math"/>
                <a:cs typeface="Cambria Math"/>
              </a:rPr>
              <a:t>𝑬</a:t>
            </a:r>
            <a:r>
              <a:rPr sz="2625" baseline="-15873">
                <a:latin typeface="Cambria Math"/>
                <a:cs typeface="Cambria Math"/>
              </a:rPr>
              <a:t>𝟐</a:t>
            </a:r>
            <a:r>
              <a:rPr sz="2625" spc="555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5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{</a:t>
            </a:r>
            <a:r>
              <a:rPr sz="2400" spc="459">
                <a:latin typeface="Cambria Math"/>
                <a:cs typeface="Cambria Math"/>
              </a:rPr>
              <a:t> </a:t>
            </a:r>
            <a:r>
              <a:rPr sz="2400" spc="-10">
                <a:latin typeface="Cambria Math"/>
                <a:cs typeface="Cambria Math"/>
              </a:rPr>
              <a:t>𝒂,</a:t>
            </a:r>
            <a:r>
              <a:rPr sz="2400" spc="-135">
                <a:latin typeface="Cambria Math"/>
                <a:cs typeface="Cambria Math"/>
              </a:rPr>
              <a:t> </a:t>
            </a:r>
            <a:r>
              <a:rPr sz="2400" spc="-50">
                <a:latin typeface="Cambria Math"/>
                <a:cs typeface="Cambria Math"/>
              </a:rPr>
              <a:t>𝒃</a:t>
            </a:r>
            <a:r>
              <a:rPr sz="2400">
                <a:latin typeface="Cambria Math"/>
                <a:cs typeface="Cambria Math"/>
              </a:rPr>
              <a:t>	</a:t>
            </a:r>
            <a:r>
              <a:rPr sz="2400" spc="-50">
                <a:latin typeface="Cambria Math"/>
                <a:cs typeface="Cambria Math"/>
              </a:rPr>
              <a:t>,</a:t>
            </a:r>
            <a:r>
              <a:rPr sz="2400">
                <a:latin typeface="Cambria Math"/>
                <a:cs typeface="Cambria Math"/>
              </a:rPr>
              <a:t>	</a:t>
            </a:r>
            <a:r>
              <a:rPr sz="2400" spc="-10">
                <a:latin typeface="Cambria Math"/>
                <a:cs typeface="Cambria Math"/>
              </a:rPr>
              <a:t>𝒂,</a:t>
            </a:r>
            <a:r>
              <a:rPr sz="2400" spc="-145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𝒄</a:t>
            </a:r>
            <a:r>
              <a:rPr sz="2400" spc="475">
                <a:latin typeface="Cambria Math"/>
                <a:cs typeface="Cambria Math"/>
              </a:rPr>
              <a:t> </a:t>
            </a:r>
            <a:r>
              <a:rPr sz="2400" spc="-50">
                <a:latin typeface="Cambria Math"/>
                <a:cs typeface="Cambria Math"/>
              </a:rPr>
              <a:t>,</a:t>
            </a:r>
            <a:r>
              <a:rPr sz="2400">
                <a:latin typeface="Cambria Math"/>
                <a:cs typeface="Cambria Math"/>
              </a:rPr>
              <a:t>	𝒄,</a:t>
            </a:r>
            <a:r>
              <a:rPr sz="2400" spc="-145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𝒂</a:t>
            </a:r>
            <a:r>
              <a:rPr sz="2400" spc="459">
                <a:latin typeface="Cambria Math"/>
                <a:cs typeface="Cambria Math"/>
              </a:rPr>
              <a:t> </a:t>
            </a:r>
            <a:r>
              <a:rPr sz="2400" spc="-50">
                <a:latin typeface="Cambria Math"/>
                <a:cs typeface="Cambria Math"/>
              </a:rPr>
              <a:t>,</a:t>
            </a:r>
            <a:r>
              <a:rPr sz="2400">
                <a:latin typeface="Cambria Math"/>
                <a:cs typeface="Cambria Math"/>
              </a:rPr>
              <a:t>	𝒄,</a:t>
            </a:r>
            <a:r>
              <a:rPr sz="2400" spc="-145">
                <a:latin typeface="Cambria Math"/>
                <a:cs typeface="Cambria Math"/>
              </a:rPr>
              <a:t> </a:t>
            </a:r>
            <a:r>
              <a:rPr sz="2400" spc="-50">
                <a:latin typeface="Cambria Math"/>
                <a:cs typeface="Cambria Math"/>
              </a:rPr>
              <a:t>𝒃</a:t>
            </a:r>
            <a:r>
              <a:rPr sz="2400">
                <a:latin typeface="Cambria Math"/>
                <a:cs typeface="Cambria Math"/>
              </a:rPr>
              <a:t>	</a:t>
            </a:r>
            <a:r>
              <a:rPr sz="2400" spc="-50">
                <a:latin typeface="Cambria Math"/>
                <a:cs typeface="Cambria Math"/>
              </a:rPr>
              <a:t>}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0" name="object 4">
            <a:extLst>
              <a:ext uri="{FF2B5EF4-FFF2-40B4-BE49-F238E27FC236}">
                <a16:creationId xmlns:a16="http://schemas.microsoft.com/office/drawing/2014/main" id="{D499A750-6653-C341-88C3-0B4FD1FE1D4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46505" y="269768"/>
            <a:ext cx="4222242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00"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图的概念：图的定</a:t>
            </a:r>
            <a:r>
              <a:rPr sz="3600" spc="-60" dirty="0" err="1">
                <a:latin typeface="SimSun" panose="02010600030101010101" pitchFamily="2" charset="-122"/>
                <a:ea typeface="SimSun" panose="02010600030101010101" pitchFamily="2" charset="-122"/>
              </a:rPr>
              <a:t>义</a:t>
            </a:r>
            <a:endParaRPr sz="3600" spc="-6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grpSp>
        <p:nvGrpSpPr>
          <p:cNvPr id="19" name="object 17">
            <a:extLst>
              <a:ext uri="{FF2B5EF4-FFF2-40B4-BE49-F238E27FC236}">
                <a16:creationId xmlns:a16="http://schemas.microsoft.com/office/drawing/2014/main" id="{DB33F4BC-9028-7644-B7EA-EBCE24B4C40C}"/>
              </a:ext>
            </a:extLst>
          </p:cNvPr>
          <p:cNvGrpSpPr/>
          <p:nvPr/>
        </p:nvGrpSpPr>
        <p:grpSpPr>
          <a:xfrm>
            <a:off x="2007489" y="4363211"/>
            <a:ext cx="1487170" cy="1431925"/>
            <a:chOff x="2007489" y="4363211"/>
            <a:chExt cx="1487170" cy="1431925"/>
          </a:xfrm>
        </p:grpSpPr>
        <p:sp>
          <p:nvSpPr>
            <p:cNvPr id="21" name="object 18">
              <a:extLst>
                <a:ext uri="{FF2B5EF4-FFF2-40B4-BE49-F238E27FC236}">
                  <a16:creationId xmlns:a16="http://schemas.microsoft.com/office/drawing/2014/main" id="{7F170074-9D0B-A948-AE90-D9741440413C}"/>
                </a:ext>
              </a:extLst>
            </p:cNvPr>
            <p:cNvSpPr/>
            <p:nvPr/>
          </p:nvSpPr>
          <p:spPr>
            <a:xfrm>
              <a:off x="2322576" y="4363211"/>
              <a:ext cx="873125" cy="114300"/>
            </a:xfrm>
            <a:custGeom>
              <a:avLst/>
              <a:gdLst/>
              <a:ahLst/>
              <a:cxnLst/>
              <a:rect l="l" t="t" r="r" b="b"/>
              <a:pathLst>
                <a:path w="873125" h="114300">
                  <a:moveTo>
                    <a:pt x="758444" y="0"/>
                  </a:moveTo>
                  <a:lnTo>
                    <a:pt x="758444" y="114300"/>
                  </a:lnTo>
                  <a:lnTo>
                    <a:pt x="834644" y="76200"/>
                  </a:lnTo>
                  <a:lnTo>
                    <a:pt x="777494" y="76200"/>
                  </a:lnTo>
                  <a:lnTo>
                    <a:pt x="777494" y="38100"/>
                  </a:lnTo>
                  <a:lnTo>
                    <a:pt x="834644" y="38100"/>
                  </a:lnTo>
                  <a:lnTo>
                    <a:pt x="758444" y="0"/>
                  </a:lnTo>
                  <a:close/>
                </a:path>
                <a:path w="873125" h="114300">
                  <a:moveTo>
                    <a:pt x="758444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758444" y="76200"/>
                  </a:lnTo>
                  <a:lnTo>
                    <a:pt x="758444" y="38100"/>
                  </a:lnTo>
                  <a:close/>
                </a:path>
                <a:path w="873125" h="114300">
                  <a:moveTo>
                    <a:pt x="834644" y="38100"/>
                  </a:moveTo>
                  <a:lnTo>
                    <a:pt x="777494" y="38100"/>
                  </a:lnTo>
                  <a:lnTo>
                    <a:pt x="777494" y="76200"/>
                  </a:lnTo>
                  <a:lnTo>
                    <a:pt x="834644" y="76200"/>
                  </a:lnTo>
                  <a:lnTo>
                    <a:pt x="872744" y="57150"/>
                  </a:lnTo>
                  <a:lnTo>
                    <a:pt x="834644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19">
              <a:extLst>
                <a:ext uri="{FF2B5EF4-FFF2-40B4-BE49-F238E27FC236}">
                  <a16:creationId xmlns:a16="http://schemas.microsoft.com/office/drawing/2014/main" id="{579C4DD6-4625-B041-8888-E4339EC683A1}"/>
                </a:ext>
              </a:extLst>
            </p:cNvPr>
            <p:cNvSpPr/>
            <p:nvPr/>
          </p:nvSpPr>
          <p:spPr>
            <a:xfrm>
              <a:off x="2007489" y="4631435"/>
              <a:ext cx="767080" cy="1155700"/>
            </a:xfrm>
            <a:custGeom>
              <a:avLst/>
              <a:gdLst/>
              <a:ahLst/>
              <a:cxnLst/>
              <a:rect l="l" t="t" r="r" b="b"/>
              <a:pathLst>
                <a:path w="767080" h="1155700">
                  <a:moveTo>
                    <a:pt x="539623" y="1027455"/>
                  </a:moveTo>
                  <a:lnTo>
                    <a:pt x="505358" y="1044168"/>
                  </a:lnTo>
                  <a:lnTo>
                    <a:pt x="34290" y="78486"/>
                  </a:lnTo>
                  <a:lnTo>
                    <a:pt x="0" y="95250"/>
                  </a:lnTo>
                  <a:lnTo>
                    <a:pt x="471081" y="1060894"/>
                  </a:lnTo>
                  <a:lnTo>
                    <a:pt x="436880" y="1077569"/>
                  </a:lnTo>
                  <a:lnTo>
                    <a:pt x="538353" y="1155242"/>
                  </a:lnTo>
                  <a:lnTo>
                    <a:pt x="539115" y="1077988"/>
                  </a:lnTo>
                  <a:lnTo>
                    <a:pt x="539623" y="1027455"/>
                  </a:lnTo>
                  <a:close/>
                </a:path>
                <a:path w="767080" h="1155700">
                  <a:moveTo>
                    <a:pt x="766572" y="1060030"/>
                  </a:moveTo>
                  <a:lnTo>
                    <a:pt x="295503" y="94373"/>
                  </a:lnTo>
                  <a:lnTo>
                    <a:pt x="329692" y="77724"/>
                  </a:lnTo>
                  <a:lnTo>
                    <a:pt x="329018" y="77216"/>
                  </a:lnTo>
                  <a:lnTo>
                    <a:pt x="228219" y="0"/>
                  </a:lnTo>
                  <a:lnTo>
                    <a:pt x="226949" y="127762"/>
                  </a:lnTo>
                  <a:lnTo>
                    <a:pt x="261188" y="111086"/>
                  </a:lnTo>
                  <a:lnTo>
                    <a:pt x="732282" y="1076731"/>
                  </a:lnTo>
                  <a:lnTo>
                    <a:pt x="766572" y="106003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0">
              <a:extLst>
                <a:ext uri="{FF2B5EF4-FFF2-40B4-BE49-F238E27FC236}">
                  <a16:creationId xmlns:a16="http://schemas.microsoft.com/office/drawing/2014/main" id="{CF03D58D-1D0C-304F-9B40-0EF6E51937F1}"/>
                </a:ext>
              </a:extLst>
            </p:cNvPr>
            <p:cNvSpPr/>
            <p:nvPr/>
          </p:nvSpPr>
          <p:spPr>
            <a:xfrm>
              <a:off x="2950083" y="4718303"/>
              <a:ext cx="544195" cy="1076960"/>
            </a:xfrm>
            <a:custGeom>
              <a:avLst/>
              <a:gdLst/>
              <a:ahLst/>
              <a:cxnLst/>
              <a:rect l="l" t="t" r="r" b="b"/>
              <a:pathLst>
                <a:path w="544195" h="1076960">
                  <a:moveTo>
                    <a:pt x="475724" y="94140"/>
                  </a:moveTo>
                  <a:lnTo>
                    <a:pt x="0" y="1059967"/>
                  </a:lnTo>
                  <a:lnTo>
                    <a:pt x="34290" y="1076794"/>
                  </a:lnTo>
                  <a:lnTo>
                    <a:pt x="509873" y="110940"/>
                  </a:lnTo>
                  <a:lnTo>
                    <a:pt x="475724" y="94140"/>
                  </a:lnTo>
                  <a:close/>
                </a:path>
                <a:path w="544195" h="1076960">
                  <a:moveTo>
                    <a:pt x="543765" y="77089"/>
                  </a:moveTo>
                  <a:lnTo>
                    <a:pt x="484124" y="77089"/>
                  </a:lnTo>
                  <a:lnTo>
                    <a:pt x="518287" y="93853"/>
                  </a:lnTo>
                  <a:lnTo>
                    <a:pt x="509873" y="110940"/>
                  </a:lnTo>
                  <a:lnTo>
                    <a:pt x="544068" y="127762"/>
                  </a:lnTo>
                  <a:lnTo>
                    <a:pt x="543765" y="77089"/>
                  </a:lnTo>
                  <a:close/>
                </a:path>
                <a:path w="544195" h="1076960">
                  <a:moveTo>
                    <a:pt x="484124" y="77089"/>
                  </a:moveTo>
                  <a:lnTo>
                    <a:pt x="475724" y="94140"/>
                  </a:lnTo>
                  <a:lnTo>
                    <a:pt x="509873" y="110940"/>
                  </a:lnTo>
                  <a:lnTo>
                    <a:pt x="518287" y="93853"/>
                  </a:lnTo>
                  <a:lnTo>
                    <a:pt x="484124" y="77089"/>
                  </a:lnTo>
                  <a:close/>
                </a:path>
                <a:path w="544195" h="1076960">
                  <a:moveTo>
                    <a:pt x="543306" y="0"/>
                  </a:moveTo>
                  <a:lnTo>
                    <a:pt x="441579" y="77343"/>
                  </a:lnTo>
                  <a:lnTo>
                    <a:pt x="475724" y="94140"/>
                  </a:lnTo>
                  <a:lnTo>
                    <a:pt x="484124" y="77089"/>
                  </a:lnTo>
                  <a:lnTo>
                    <a:pt x="543765" y="77089"/>
                  </a:lnTo>
                  <a:lnTo>
                    <a:pt x="54330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文本框 23">
            <a:extLst>
              <a:ext uri="{FF2B5EF4-FFF2-40B4-BE49-F238E27FC236}">
                <a16:creationId xmlns:a16="http://schemas.microsoft.com/office/drawing/2014/main" id="{47DA89EA-7F46-EE49-B337-7F2AE7168D61}"/>
              </a:ext>
            </a:extLst>
          </p:cNvPr>
          <p:cNvSpPr txBox="1"/>
          <p:nvPr/>
        </p:nvSpPr>
        <p:spPr>
          <a:xfrm>
            <a:off x="4439920" y="5883965"/>
            <a:ext cx="3312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srgbClr val="FF0000"/>
                </a:solidFill>
                <a:latin typeface="Cambria Math"/>
                <a:cs typeface="Cambria Math"/>
              </a:rPr>
              <a:t>(𝒂</a:t>
            </a:r>
            <a:r>
              <a:rPr lang="en-US" altLang="zh-CN" sz="1800" spc="-60" dirty="0">
                <a:solidFill>
                  <a:srgbClr val="FF0000"/>
                </a:solidFill>
                <a:latin typeface="Cambria Math"/>
                <a:cs typeface="Cambria Math"/>
              </a:rPr>
              <a:t>, </a:t>
            </a:r>
            <a:r>
              <a:rPr lang="zh-CN" altLang="en-US" sz="1800" spc="-10" dirty="0">
                <a:solidFill>
                  <a:srgbClr val="FF0000"/>
                </a:solidFill>
                <a:latin typeface="Cambria Math"/>
                <a:cs typeface="Cambria Math"/>
              </a:rPr>
              <a:t>𝒄</a:t>
            </a:r>
            <a:r>
              <a:rPr lang="en-US" altLang="zh-CN" sz="1800" spc="-10" dirty="0">
                <a:solidFill>
                  <a:srgbClr val="FF0000"/>
                </a:solidFill>
                <a:latin typeface="Cambria Math"/>
                <a:cs typeface="Cambria Math"/>
              </a:rPr>
              <a:t>)</a:t>
            </a:r>
            <a:r>
              <a:rPr lang="zh-CN" altLang="en-US" sz="1800" dirty="0">
                <a:solidFill>
                  <a:srgbClr val="FF0000"/>
                </a:solidFill>
                <a:latin typeface="PMingLiU"/>
                <a:cs typeface="PMingLiU"/>
              </a:rPr>
              <a:t>和</a:t>
            </a:r>
            <a:r>
              <a:rPr lang="en-US" altLang="zh-CN" sz="1800" dirty="0">
                <a:solidFill>
                  <a:srgbClr val="FF0000"/>
                </a:solidFill>
                <a:latin typeface="Cambria Math"/>
                <a:cs typeface="Cambria Math"/>
              </a:rPr>
              <a:t>(𝒄,</a:t>
            </a:r>
            <a:r>
              <a:rPr lang="zh-CN" altLang="en-US" sz="1800" spc="-114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lang="zh-CN" altLang="en-US" sz="1800" spc="-10" dirty="0">
                <a:solidFill>
                  <a:srgbClr val="FF0000"/>
                </a:solidFill>
                <a:latin typeface="Cambria Math"/>
                <a:cs typeface="Cambria Math"/>
              </a:rPr>
              <a:t>𝒂</a:t>
            </a:r>
            <a:r>
              <a:rPr lang="en-US" altLang="zh-CN" sz="1800" spc="-10" dirty="0">
                <a:solidFill>
                  <a:srgbClr val="FF0000"/>
                </a:solidFill>
                <a:latin typeface="Cambria Math"/>
                <a:cs typeface="Cambria Math"/>
              </a:rPr>
              <a:t>)</a:t>
            </a:r>
            <a:r>
              <a:rPr lang="zh-CN" altLang="en-US" sz="1800" spc="-10" dirty="0">
                <a:solidFill>
                  <a:srgbClr val="FF0000"/>
                </a:solidFill>
                <a:latin typeface="PMingLiU"/>
                <a:cs typeface="PMingLiU"/>
              </a:rPr>
              <a:t>是两条不同的边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77341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897252" y="1703831"/>
            <a:ext cx="692785" cy="282575"/>
          </a:xfrm>
          <a:custGeom>
            <a:avLst/>
            <a:gdLst/>
            <a:ahLst/>
            <a:cxnLst/>
            <a:rect l="l" t="t" r="r" b="b"/>
            <a:pathLst>
              <a:path w="692785" h="282575">
                <a:moveTo>
                  <a:pt x="602361" y="0"/>
                </a:moveTo>
                <a:lnTo>
                  <a:pt x="598424" y="11429"/>
                </a:lnTo>
                <a:lnTo>
                  <a:pt x="614731" y="18504"/>
                </a:lnTo>
                <a:lnTo>
                  <a:pt x="628776" y="28305"/>
                </a:lnTo>
                <a:lnTo>
                  <a:pt x="657300" y="73852"/>
                </a:lnTo>
                <a:lnTo>
                  <a:pt x="665595" y="115623"/>
                </a:lnTo>
                <a:lnTo>
                  <a:pt x="666623" y="139700"/>
                </a:lnTo>
                <a:lnTo>
                  <a:pt x="665577" y="164580"/>
                </a:lnTo>
                <a:lnTo>
                  <a:pt x="657246" y="207529"/>
                </a:lnTo>
                <a:lnTo>
                  <a:pt x="628824" y="253730"/>
                </a:lnTo>
                <a:lnTo>
                  <a:pt x="598805" y="270763"/>
                </a:lnTo>
                <a:lnTo>
                  <a:pt x="602361" y="282321"/>
                </a:lnTo>
                <a:lnTo>
                  <a:pt x="640857" y="264191"/>
                </a:lnTo>
                <a:lnTo>
                  <a:pt x="669163" y="232917"/>
                </a:lnTo>
                <a:lnTo>
                  <a:pt x="686593" y="191023"/>
                </a:lnTo>
                <a:lnTo>
                  <a:pt x="692404" y="141224"/>
                </a:lnTo>
                <a:lnTo>
                  <a:pt x="690951" y="115339"/>
                </a:lnTo>
                <a:lnTo>
                  <a:pt x="679330" y="69429"/>
                </a:lnTo>
                <a:lnTo>
                  <a:pt x="656207" y="32093"/>
                </a:lnTo>
                <a:lnTo>
                  <a:pt x="622817" y="7379"/>
                </a:lnTo>
                <a:lnTo>
                  <a:pt x="602361" y="0"/>
                </a:lnTo>
                <a:close/>
              </a:path>
              <a:path w="692785" h="282575">
                <a:moveTo>
                  <a:pt x="90043" y="0"/>
                </a:moveTo>
                <a:lnTo>
                  <a:pt x="51641" y="18081"/>
                </a:lnTo>
                <a:lnTo>
                  <a:pt x="23241" y="49402"/>
                </a:lnTo>
                <a:lnTo>
                  <a:pt x="5810" y="91408"/>
                </a:lnTo>
                <a:lnTo>
                  <a:pt x="0" y="141224"/>
                </a:lnTo>
                <a:lnTo>
                  <a:pt x="1452" y="167106"/>
                </a:lnTo>
                <a:lnTo>
                  <a:pt x="13073" y="212965"/>
                </a:lnTo>
                <a:lnTo>
                  <a:pt x="36125" y="250209"/>
                </a:lnTo>
                <a:lnTo>
                  <a:pt x="69514" y="274887"/>
                </a:lnTo>
                <a:lnTo>
                  <a:pt x="90043" y="282321"/>
                </a:lnTo>
                <a:lnTo>
                  <a:pt x="93599" y="270763"/>
                </a:lnTo>
                <a:lnTo>
                  <a:pt x="77531" y="263646"/>
                </a:lnTo>
                <a:lnTo>
                  <a:pt x="63642" y="253730"/>
                </a:lnTo>
                <a:lnTo>
                  <a:pt x="35210" y="207529"/>
                </a:lnTo>
                <a:lnTo>
                  <a:pt x="26828" y="164580"/>
                </a:lnTo>
                <a:lnTo>
                  <a:pt x="25781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753" y="28305"/>
                </a:lnTo>
                <a:lnTo>
                  <a:pt x="94106" y="11429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887092" y="2635250"/>
            <a:ext cx="692785" cy="282575"/>
          </a:xfrm>
          <a:custGeom>
            <a:avLst/>
            <a:gdLst/>
            <a:ahLst/>
            <a:cxnLst/>
            <a:rect l="l" t="t" r="r" b="b"/>
            <a:pathLst>
              <a:path w="692785" h="282575">
                <a:moveTo>
                  <a:pt x="602361" y="0"/>
                </a:moveTo>
                <a:lnTo>
                  <a:pt x="598424" y="11429"/>
                </a:lnTo>
                <a:lnTo>
                  <a:pt x="614731" y="18504"/>
                </a:lnTo>
                <a:lnTo>
                  <a:pt x="628776" y="28305"/>
                </a:lnTo>
                <a:lnTo>
                  <a:pt x="657300" y="73852"/>
                </a:lnTo>
                <a:lnTo>
                  <a:pt x="665595" y="115623"/>
                </a:lnTo>
                <a:lnTo>
                  <a:pt x="666623" y="139700"/>
                </a:lnTo>
                <a:lnTo>
                  <a:pt x="665577" y="164580"/>
                </a:lnTo>
                <a:lnTo>
                  <a:pt x="657246" y="207529"/>
                </a:lnTo>
                <a:lnTo>
                  <a:pt x="628824" y="253730"/>
                </a:lnTo>
                <a:lnTo>
                  <a:pt x="598805" y="270763"/>
                </a:lnTo>
                <a:lnTo>
                  <a:pt x="602361" y="282321"/>
                </a:lnTo>
                <a:lnTo>
                  <a:pt x="640857" y="264191"/>
                </a:lnTo>
                <a:lnTo>
                  <a:pt x="669163" y="232917"/>
                </a:lnTo>
                <a:lnTo>
                  <a:pt x="686593" y="191023"/>
                </a:lnTo>
                <a:lnTo>
                  <a:pt x="692404" y="141224"/>
                </a:lnTo>
                <a:lnTo>
                  <a:pt x="690951" y="115339"/>
                </a:lnTo>
                <a:lnTo>
                  <a:pt x="679330" y="69429"/>
                </a:lnTo>
                <a:lnTo>
                  <a:pt x="656207" y="32093"/>
                </a:lnTo>
                <a:lnTo>
                  <a:pt x="622817" y="7379"/>
                </a:lnTo>
                <a:lnTo>
                  <a:pt x="602361" y="0"/>
                </a:lnTo>
                <a:close/>
              </a:path>
              <a:path w="692785" h="282575">
                <a:moveTo>
                  <a:pt x="90043" y="0"/>
                </a:moveTo>
                <a:lnTo>
                  <a:pt x="51641" y="18081"/>
                </a:lnTo>
                <a:lnTo>
                  <a:pt x="23241" y="49402"/>
                </a:lnTo>
                <a:lnTo>
                  <a:pt x="5810" y="91408"/>
                </a:lnTo>
                <a:lnTo>
                  <a:pt x="0" y="141224"/>
                </a:lnTo>
                <a:lnTo>
                  <a:pt x="1452" y="167106"/>
                </a:lnTo>
                <a:lnTo>
                  <a:pt x="13073" y="212965"/>
                </a:lnTo>
                <a:lnTo>
                  <a:pt x="36125" y="250209"/>
                </a:lnTo>
                <a:lnTo>
                  <a:pt x="69514" y="274887"/>
                </a:lnTo>
                <a:lnTo>
                  <a:pt x="90043" y="282321"/>
                </a:lnTo>
                <a:lnTo>
                  <a:pt x="93599" y="270763"/>
                </a:lnTo>
                <a:lnTo>
                  <a:pt x="77531" y="263646"/>
                </a:lnTo>
                <a:lnTo>
                  <a:pt x="63642" y="253730"/>
                </a:lnTo>
                <a:lnTo>
                  <a:pt x="35210" y="207529"/>
                </a:lnTo>
                <a:lnTo>
                  <a:pt x="26828" y="164580"/>
                </a:lnTo>
                <a:lnTo>
                  <a:pt x="25781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753" y="28305"/>
                </a:lnTo>
                <a:lnTo>
                  <a:pt x="94106" y="11429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306129" y="245578"/>
            <a:ext cx="4694620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00"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图的概念：相邻与关</a:t>
            </a:r>
            <a:r>
              <a:rPr sz="3600"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联</a:t>
            </a:r>
            <a:endParaRPr sz="3600"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350511" y="3217925"/>
            <a:ext cx="2103120" cy="634365"/>
            <a:chOff x="4309871" y="2974085"/>
            <a:chExt cx="2103120" cy="634365"/>
          </a:xfrm>
        </p:grpSpPr>
        <p:sp>
          <p:nvSpPr>
            <p:cNvPr id="6" name="object 6"/>
            <p:cNvSpPr/>
            <p:nvPr/>
          </p:nvSpPr>
          <p:spPr>
            <a:xfrm>
              <a:off x="4328921" y="2993135"/>
              <a:ext cx="596265" cy="596265"/>
            </a:xfrm>
            <a:custGeom>
              <a:avLst/>
              <a:gdLst/>
              <a:ahLst/>
              <a:cxnLst/>
              <a:rect l="l" t="t" r="r" b="b"/>
              <a:pathLst>
                <a:path w="596264" h="596264">
                  <a:moveTo>
                    <a:pt x="0" y="297941"/>
                  </a:moveTo>
                  <a:lnTo>
                    <a:pt x="3898" y="249603"/>
                  </a:lnTo>
                  <a:lnTo>
                    <a:pt x="15185" y="203752"/>
                  </a:lnTo>
                  <a:lnTo>
                    <a:pt x="33247" y="161001"/>
                  </a:lnTo>
                  <a:lnTo>
                    <a:pt x="57473" y="121962"/>
                  </a:lnTo>
                  <a:lnTo>
                    <a:pt x="87248" y="87249"/>
                  </a:lnTo>
                  <a:lnTo>
                    <a:pt x="121962" y="57473"/>
                  </a:lnTo>
                  <a:lnTo>
                    <a:pt x="161001" y="33247"/>
                  </a:lnTo>
                  <a:lnTo>
                    <a:pt x="203752" y="15185"/>
                  </a:lnTo>
                  <a:lnTo>
                    <a:pt x="249603" y="3898"/>
                  </a:lnTo>
                  <a:lnTo>
                    <a:pt x="297941" y="0"/>
                  </a:lnTo>
                  <a:lnTo>
                    <a:pt x="346280" y="3898"/>
                  </a:lnTo>
                  <a:lnTo>
                    <a:pt x="392131" y="15185"/>
                  </a:lnTo>
                  <a:lnTo>
                    <a:pt x="434882" y="33247"/>
                  </a:lnTo>
                  <a:lnTo>
                    <a:pt x="473921" y="57473"/>
                  </a:lnTo>
                  <a:lnTo>
                    <a:pt x="508634" y="87248"/>
                  </a:lnTo>
                  <a:lnTo>
                    <a:pt x="538410" y="121962"/>
                  </a:lnTo>
                  <a:lnTo>
                    <a:pt x="562636" y="161001"/>
                  </a:lnTo>
                  <a:lnTo>
                    <a:pt x="580698" y="203752"/>
                  </a:lnTo>
                  <a:lnTo>
                    <a:pt x="591985" y="249603"/>
                  </a:lnTo>
                  <a:lnTo>
                    <a:pt x="595883" y="297941"/>
                  </a:lnTo>
                  <a:lnTo>
                    <a:pt x="591985" y="346280"/>
                  </a:lnTo>
                  <a:lnTo>
                    <a:pt x="580698" y="392131"/>
                  </a:lnTo>
                  <a:lnTo>
                    <a:pt x="562636" y="434882"/>
                  </a:lnTo>
                  <a:lnTo>
                    <a:pt x="538410" y="473921"/>
                  </a:lnTo>
                  <a:lnTo>
                    <a:pt x="508635" y="508635"/>
                  </a:lnTo>
                  <a:lnTo>
                    <a:pt x="473921" y="538410"/>
                  </a:lnTo>
                  <a:lnTo>
                    <a:pt x="434882" y="562636"/>
                  </a:lnTo>
                  <a:lnTo>
                    <a:pt x="392131" y="580698"/>
                  </a:lnTo>
                  <a:lnTo>
                    <a:pt x="346280" y="591985"/>
                  </a:lnTo>
                  <a:lnTo>
                    <a:pt x="297941" y="595884"/>
                  </a:lnTo>
                  <a:lnTo>
                    <a:pt x="249603" y="591985"/>
                  </a:lnTo>
                  <a:lnTo>
                    <a:pt x="203752" y="580698"/>
                  </a:lnTo>
                  <a:lnTo>
                    <a:pt x="161001" y="562636"/>
                  </a:lnTo>
                  <a:lnTo>
                    <a:pt x="121962" y="538410"/>
                  </a:lnTo>
                  <a:lnTo>
                    <a:pt x="87249" y="508635"/>
                  </a:lnTo>
                  <a:lnTo>
                    <a:pt x="57473" y="473921"/>
                  </a:lnTo>
                  <a:lnTo>
                    <a:pt x="33247" y="434882"/>
                  </a:lnTo>
                  <a:lnTo>
                    <a:pt x="15185" y="392131"/>
                  </a:lnTo>
                  <a:lnTo>
                    <a:pt x="3898" y="346280"/>
                  </a:lnTo>
                  <a:lnTo>
                    <a:pt x="0" y="297941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798057" y="2993135"/>
              <a:ext cx="596265" cy="596265"/>
            </a:xfrm>
            <a:custGeom>
              <a:avLst/>
              <a:gdLst/>
              <a:ahLst/>
              <a:cxnLst/>
              <a:rect l="l" t="t" r="r" b="b"/>
              <a:pathLst>
                <a:path w="596264" h="596264">
                  <a:moveTo>
                    <a:pt x="297941" y="0"/>
                  </a:moveTo>
                  <a:lnTo>
                    <a:pt x="249603" y="3898"/>
                  </a:lnTo>
                  <a:lnTo>
                    <a:pt x="203752" y="15185"/>
                  </a:lnTo>
                  <a:lnTo>
                    <a:pt x="161001" y="33247"/>
                  </a:lnTo>
                  <a:lnTo>
                    <a:pt x="121962" y="57473"/>
                  </a:lnTo>
                  <a:lnTo>
                    <a:pt x="87248" y="87249"/>
                  </a:lnTo>
                  <a:lnTo>
                    <a:pt x="57473" y="121962"/>
                  </a:lnTo>
                  <a:lnTo>
                    <a:pt x="33247" y="161001"/>
                  </a:lnTo>
                  <a:lnTo>
                    <a:pt x="15185" y="203752"/>
                  </a:lnTo>
                  <a:lnTo>
                    <a:pt x="3898" y="249603"/>
                  </a:lnTo>
                  <a:lnTo>
                    <a:pt x="0" y="297941"/>
                  </a:lnTo>
                  <a:lnTo>
                    <a:pt x="3898" y="346280"/>
                  </a:lnTo>
                  <a:lnTo>
                    <a:pt x="15185" y="392131"/>
                  </a:lnTo>
                  <a:lnTo>
                    <a:pt x="33247" y="434882"/>
                  </a:lnTo>
                  <a:lnTo>
                    <a:pt x="57473" y="473921"/>
                  </a:lnTo>
                  <a:lnTo>
                    <a:pt x="87249" y="508635"/>
                  </a:lnTo>
                  <a:lnTo>
                    <a:pt x="121962" y="538410"/>
                  </a:lnTo>
                  <a:lnTo>
                    <a:pt x="161001" y="562636"/>
                  </a:lnTo>
                  <a:lnTo>
                    <a:pt x="203752" y="580698"/>
                  </a:lnTo>
                  <a:lnTo>
                    <a:pt x="249603" y="591985"/>
                  </a:lnTo>
                  <a:lnTo>
                    <a:pt x="297941" y="595884"/>
                  </a:lnTo>
                  <a:lnTo>
                    <a:pt x="346280" y="591985"/>
                  </a:lnTo>
                  <a:lnTo>
                    <a:pt x="392131" y="580698"/>
                  </a:lnTo>
                  <a:lnTo>
                    <a:pt x="434882" y="562636"/>
                  </a:lnTo>
                  <a:lnTo>
                    <a:pt x="473921" y="538410"/>
                  </a:lnTo>
                  <a:lnTo>
                    <a:pt x="508635" y="508635"/>
                  </a:lnTo>
                  <a:lnTo>
                    <a:pt x="538410" y="473921"/>
                  </a:lnTo>
                  <a:lnTo>
                    <a:pt x="562636" y="434882"/>
                  </a:lnTo>
                  <a:lnTo>
                    <a:pt x="580698" y="392131"/>
                  </a:lnTo>
                  <a:lnTo>
                    <a:pt x="591985" y="346280"/>
                  </a:lnTo>
                  <a:lnTo>
                    <a:pt x="595883" y="297941"/>
                  </a:lnTo>
                  <a:lnTo>
                    <a:pt x="591985" y="249603"/>
                  </a:lnTo>
                  <a:lnTo>
                    <a:pt x="580698" y="203752"/>
                  </a:lnTo>
                  <a:lnTo>
                    <a:pt x="562636" y="161001"/>
                  </a:lnTo>
                  <a:lnTo>
                    <a:pt x="538410" y="121962"/>
                  </a:lnTo>
                  <a:lnTo>
                    <a:pt x="508634" y="87248"/>
                  </a:lnTo>
                  <a:lnTo>
                    <a:pt x="473921" y="57473"/>
                  </a:lnTo>
                  <a:lnTo>
                    <a:pt x="434882" y="33247"/>
                  </a:lnTo>
                  <a:lnTo>
                    <a:pt x="392131" y="15185"/>
                  </a:lnTo>
                  <a:lnTo>
                    <a:pt x="346280" y="3898"/>
                  </a:lnTo>
                  <a:lnTo>
                    <a:pt x="297941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798057" y="2993135"/>
              <a:ext cx="596265" cy="596265"/>
            </a:xfrm>
            <a:custGeom>
              <a:avLst/>
              <a:gdLst/>
              <a:ahLst/>
              <a:cxnLst/>
              <a:rect l="l" t="t" r="r" b="b"/>
              <a:pathLst>
                <a:path w="596264" h="596264">
                  <a:moveTo>
                    <a:pt x="0" y="297941"/>
                  </a:moveTo>
                  <a:lnTo>
                    <a:pt x="3898" y="249603"/>
                  </a:lnTo>
                  <a:lnTo>
                    <a:pt x="15185" y="203752"/>
                  </a:lnTo>
                  <a:lnTo>
                    <a:pt x="33247" y="161001"/>
                  </a:lnTo>
                  <a:lnTo>
                    <a:pt x="57473" y="121962"/>
                  </a:lnTo>
                  <a:lnTo>
                    <a:pt x="87248" y="87249"/>
                  </a:lnTo>
                  <a:lnTo>
                    <a:pt x="121962" y="57473"/>
                  </a:lnTo>
                  <a:lnTo>
                    <a:pt x="161001" y="33247"/>
                  </a:lnTo>
                  <a:lnTo>
                    <a:pt x="203752" y="15185"/>
                  </a:lnTo>
                  <a:lnTo>
                    <a:pt x="249603" y="3898"/>
                  </a:lnTo>
                  <a:lnTo>
                    <a:pt x="297941" y="0"/>
                  </a:lnTo>
                  <a:lnTo>
                    <a:pt x="346280" y="3898"/>
                  </a:lnTo>
                  <a:lnTo>
                    <a:pt x="392131" y="15185"/>
                  </a:lnTo>
                  <a:lnTo>
                    <a:pt x="434882" y="33247"/>
                  </a:lnTo>
                  <a:lnTo>
                    <a:pt x="473921" y="57473"/>
                  </a:lnTo>
                  <a:lnTo>
                    <a:pt x="508634" y="87248"/>
                  </a:lnTo>
                  <a:lnTo>
                    <a:pt x="538410" y="121962"/>
                  </a:lnTo>
                  <a:lnTo>
                    <a:pt x="562636" y="161001"/>
                  </a:lnTo>
                  <a:lnTo>
                    <a:pt x="580698" y="203752"/>
                  </a:lnTo>
                  <a:lnTo>
                    <a:pt x="591985" y="249603"/>
                  </a:lnTo>
                  <a:lnTo>
                    <a:pt x="595883" y="297941"/>
                  </a:lnTo>
                  <a:lnTo>
                    <a:pt x="591985" y="346280"/>
                  </a:lnTo>
                  <a:lnTo>
                    <a:pt x="580698" y="392131"/>
                  </a:lnTo>
                  <a:lnTo>
                    <a:pt x="562636" y="434882"/>
                  </a:lnTo>
                  <a:lnTo>
                    <a:pt x="538410" y="473921"/>
                  </a:lnTo>
                  <a:lnTo>
                    <a:pt x="508635" y="508635"/>
                  </a:lnTo>
                  <a:lnTo>
                    <a:pt x="473921" y="538410"/>
                  </a:lnTo>
                  <a:lnTo>
                    <a:pt x="434882" y="562636"/>
                  </a:lnTo>
                  <a:lnTo>
                    <a:pt x="392131" y="580698"/>
                  </a:lnTo>
                  <a:lnTo>
                    <a:pt x="346280" y="591985"/>
                  </a:lnTo>
                  <a:lnTo>
                    <a:pt x="297941" y="595884"/>
                  </a:lnTo>
                  <a:lnTo>
                    <a:pt x="249603" y="591985"/>
                  </a:lnTo>
                  <a:lnTo>
                    <a:pt x="203752" y="580698"/>
                  </a:lnTo>
                  <a:lnTo>
                    <a:pt x="161001" y="562636"/>
                  </a:lnTo>
                  <a:lnTo>
                    <a:pt x="121962" y="538410"/>
                  </a:lnTo>
                  <a:lnTo>
                    <a:pt x="87249" y="508635"/>
                  </a:lnTo>
                  <a:lnTo>
                    <a:pt x="57473" y="473921"/>
                  </a:lnTo>
                  <a:lnTo>
                    <a:pt x="33247" y="434882"/>
                  </a:lnTo>
                  <a:lnTo>
                    <a:pt x="15185" y="392131"/>
                  </a:lnTo>
                  <a:lnTo>
                    <a:pt x="3898" y="346280"/>
                  </a:lnTo>
                  <a:lnTo>
                    <a:pt x="0" y="297941"/>
                  </a:lnTo>
                  <a:close/>
                </a:path>
              </a:pathLst>
            </a:custGeom>
            <a:ln w="3810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770952" y="1039978"/>
            <a:ext cx="7001448" cy="272510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1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相邻</a:t>
            </a:r>
            <a:r>
              <a:rPr sz="2800" b="1" spc="-10" dirty="0">
                <a:latin typeface="SimSun" panose="02010600030101010101" pitchFamily="2" charset="-122"/>
                <a:ea typeface="SimSun" panose="02010600030101010101" pitchFamily="2" charset="-122"/>
                <a:cs typeface="Times New Roman"/>
              </a:rPr>
              <a:t>(Adjacent)</a:t>
            </a:r>
            <a:endParaRPr sz="2800" dirty="0">
              <a:latin typeface="SimSun" panose="02010600030101010101" pitchFamily="2" charset="-122"/>
              <a:ea typeface="SimSun" panose="02010600030101010101" pitchFamily="2" charset="-122"/>
              <a:cs typeface="Times New Roman"/>
            </a:endParaRPr>
          </a:p>
          <a:p>
            <a:pPr marL="704215" lvl="1" indent="-347980">
              <a:lnSpc>
                <a:spcPct val="100000"/>
              </a:lnSpc>
              <a:spcBef>
                <a:spcPts val="610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spc="18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边</a:t>
            </a:r>
            <a:r>
              <a:rPr sz="2400" spc="18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 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𝒖,𝒗</a:t>
            </a:r>
            <a:r>
              <a:rPr sz="2400" spc="459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 </a:t>
            </a:r>
            <a:r>
              <a:rPr sz="24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连接的顶点</a:t>
            </a:r>
            <a:r>
              <a:rPr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𝒖</a:t>
            </a:r>
            <a:r>
              <a:rPr sz="24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和</a:t>
            </a:r>
            <a:r>
              <a:rPr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𝒗</a:t>
            </a:r>
            <a:r>
              <a:rPr sz="2400" spc="-25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相邻</a:t>
            </a:r>
            <a:endParaRPr sz="24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355600" indent="-342900">
              <a:lnSpc>
                <a:spcPct val="100000"/>
              </a:lnSpc>
              <a:spcBef>
                <a:spcPts val="64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关联</a:t>
            </a:r>
            <a:r>
              <a:rPr sz="2800" b="1" spc="-10" dirty="0">
                <a:latin typeface="SimSun" panose="02010600030101010101" pitchFamily="2" charset="-122"/>
                <a:ea typeface="SimSun" panose="02010600030101010101" pitchFamily="2" charset="-122"/>
                <a:cs typeface="Times New Roman"/>
              </a:rPr>
              <a:t>(Incident)</a:t>
            </a:r>
            <a:endParaRPr sz="2800" dirty="0">
              <a:latin typeface="SimSun" panose="02010600030101010101" pitchFamily="2" charset="-122"/>
              <a:ea typeface="SimSun" panose="02010600030101010101" pitchFamily="2" charset="-122"/>
              <a:cs typeface="Times New Roman"/>
            </a:endParaRPr>
          </a:p>
          <a:p>
            <a:pPr marL="704215" lvl="1" indent="-347980">
              <a:lnSpc>
                <a:spcPct val="100000"/>
              </a:lnSpc>
              <a:spcBef>
                <a:spcPts val="61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spc="185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边</a:t>
            </a:r>
            <a:r>
              <a:rPr sz="2400" spc="185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 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𝒖,𝒗</a:t>
            </a:r>
            <a:r>
              <a:rPr sz="2400" spc="47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 </a:t>
            </a:r>
            <a:r>
              <a:rPr sz="24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和其连接的顶点</a:t>
            </a:r>
            <a:r>
              <a:rPr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𝒖(</a:t>
            </a:r>
            <a:r>
              <a:rPr sz="24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或</a:t>
            </a:r>
            <a:r>
              <a:rPr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𝒗)</a:t>
            </a:r>
            <a:r>
              <a:rPr sz="2400" spc="-15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相互关联</a:t>
            </a:r>
            <a:endParaRPr sz="24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2650" dirty="0">
              <a:latin typeface="PMingLiU"/>
              <a:cs typeface="PMingLiU"/>
            </a:endParaRPr>
          </a:p>
          <a:p>
            <a:pPr marL="3806190">
              <a:lnSpc>
                <a:spcPct val="100000"/>
              </a:lnSpc>
              <a:tabLst>
                <a:tab pos="5276215" algn="l"/>
              </a:tabLst>
            </a:pPr>
            <a:r>
              <a:rPr sz="2400" spc="-50" dirty="0">
                <a:latin typeface="Cambria Math"/>
                <a:cs typeface="Cambria Math"/>
              </a:rPr>
              <a:t>𝒂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𝒃</a:t>
            </a:r>
            <a:endParaRPr sz="2400" dirty="0">
              <a:latin typeface="Cambria Math"/>
              <a:cs typeface="Cambria Math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350511" y="4852416"/>
            <a:ext cx="634365" cy="635000"/>
            <a:chOff x="4309871" y="4608576"/>
            <a:chExt cx="634365" cy="635000"/>
          </a:xfrm>
        </p:grpSpPr>
        <p:sp>
          <p:nvSpPr>
            <p:cNvPr id="11" name="object 11"/>
            <p:cNvSpPr/>
            <p:nvPr/>
          </p:nvSpPr>
          <p:spPr>
            <a:xfrm>
              <a:off x="4328921" y="4627626"/>
              <a:ext cx="596265" cy="596900"/>
            </a:xfrm>
            <a:custGeom>
              <a:avLst/>
              <a:gdLst/>
              <a:ahLst/>
              <a:cxnLst/>
              <a:rect l="l" t="t" r="r" b="b"/>
              <a:pathLst>
                <a:path w="596264" h="596900">
                  <a:moveTo>
                    <a:pt x="297941" y="0"/>
                  </a:moveTo>
                  <a:lnTo>
                    <a:pt x="249603" y="3905"/>
                  </a:lnTo>
                  <a:lnTo>
                    <a:pt x="203752" y="15212"/>
                  </a:lnTo>
                  <a:lnTo>
                    <a:pt x="161001" y="33305"/>
                  </a:lnTo>
                  <a:lnTo>
                    <a:pt x="121962" y="57570"/>
                  </a:lnTo>
                  <a:lnTo>
                    <a:pt x="87248" y="87391"/>
                  </a:lnTo>
                  <a:lnTo>
                    <a:pt x="57473" y="122154"/>
                  </a:lnTo>
                  <a:lnTo>
                    <a:pt x="33247" y="161244"/>
                  </a:lnTo>
                  <a:lnTo>
                    <a:pt x="15185" y="204045"/>
                  </a:lnTo>
                  <a:lnTo>
                    <a:pt x="3898" y="249943"/>
                  </a:lnTo>
                  <a:lnTo>
                    <a:pt x="0" y="298323"/>
                  </a:lnTo>
                  <a:lnTo>
                    <a:pt x="3898" y="346702"/>
                  </a:lnTo>
                  <a:lnTo>
                    <a:pt x="15185" y="392600"/>
                  </a:lnTo>
                  <a:lnTo>
                    <a:pt x="33247" y="435401"/>
                  </a:lnTo>
                  <a:lnTo>
                    <a:pt x="57473" y="474491"/>
                  </a:lnTo>
                  <a:lnTo>
                    <a:pt x="87249" y="509254"/>
                  </a:lnTo>
                  <a:lnTo>
                    <a:pt x="121962" y="539075"/>
                  </a:lnTo>
                  <a:lnTo>
                    <a:pt x="161001" y="563340"/>
                  </a:lnTo>
                  <a:lnTo>
                    <a:pt x="203752" y="581433"/>
                  </a:lnTo>
                  <a:lnTo>
                    <a:pt x="249603" y="592740"/>
                  </a:lnTo>
                  <a:lnTo>
                    <a:pt x="297941" y="596646"/>
                  </a:lnTo>
                  <a:lnTo>
                    <a:pt x="346280" y="592740"/>
                  </a:lnTo>
                  <a:lnTo>
                    <a:pt x="392131" y="581433"/>
                  </a:lnTo>
                  <a:lnTo>
                    <a:pt x="434882" y="563340"/>
                  </a:lnTo>
                  <a:lnTo>
                    <a:pt x="473921" y="539075"/>
                  </a:lnTo>
                  <a:lnTo>
                    <a:pt x="508635" y="509254"/>
                  </a:lnTo>
                  <a:lnTo>
                    <a:pt x="538410" y="474491"/>
                  </a:lnTo>
                  <a:lnTo>
                    <a:pt x="562636" y="435401"/>
                  </a:lnTo>
                  <a:lnTo>
                    <a:pt x="580698" y="392600"/>
                  </a:lnTo>
                  <a:lnTo>
                    <a:pt x="591985" y="346702"/>
                  </a:lnTo>
                  <a:lnTo>
                    <a:pt x="595883" y="298323"/>
                  </a:lnTo>
                  <a:lnTo>
                    <a:pt x="591985" y="249943"/>
                  </a:lnTo>
                  <a:lnTo>
                    <a:pt x="580698" y="204045"/>
                  </a:lnTo>
                  <a:lnTo>
                    <a:pt x="562636" y="161244"/>
                  </a:lnTo>
                  <a:lnTo>
                    <a:pt x="538410" y="122154"/>
                  </a:lnTo>
                  <a:lnTo>
                    <a:pt x="508634" y="87391"/>
                  </a:lnTo>
                  <a:lnTo>
                    <a:pt x="473921" y="57570"/>
                  </a:lnTo>
                  <a:lnTo>
                    <a:pt x="434882" y="33305"/>
                  </a:lnTo>
                  <a:lnTo>
                    <a:pt x="392131" y="15212"/>
                  </a:lnTo>
                  <a:lnTo>
                    <a:pt x="346280" y="3905"/>
                  </a:lnTo>
                  <a:lnTo>
                    <a:pt x="297941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328921" y="4627626"/>
              <a:ext cx="596265" cy="596900"/>
            </a:xfrm>
            <a:custGeom>
              <a:avLst/>
              <a:gdLst/>
              <a:ahLst/>
              <a:cxnLst/>
              <a:rect l="l" t="t" r="r" b="b"/>
              <a:pathLst>
                <a:path w="596264" h="596900">
                  <a:moveTo>
                    <a:pt x="0" y="298323"/>
                  </a:moveTo>
                  <a:lnTo>
                    <a:pt x="3898" y="249943"/>
                  </a:lnTo>
                  <a:lnTo>
                    <a:pt x="15185" y="204045"/>
                  </a:lnTo>
                  <a:lnTo>
                    <a:pt x="33247" y="161244"/>
                  </a:lnTo>
                  <a:lnTo>
                    <a:pt x="57473" y="122154"/>
                  </a:lnTo>
                  <a:lnTo>
                    <a:pt x="87248" y="87391"/>
                  </a:lnTo>
                  <a:lnTo>
                    <a:pt x="121962" y="57570"/>
                  </a:lnTo>
                  <a:lnTo>
                    <a:pt x="161001" y="33305"/>
                  </a:lnTo>
                  <a:lnTo>
                    <a:pt x="203752" y="15212"/>
                  </a:lnTo>
                  <a:lnTo>
                    <a:pt x="249603" y="3905"/>
                  </a:lnTo>
                  <a:lnTo>
                    <a:pt x="297941" y="0"/>
                  </a:lnTo>
                  <a:lnTo>
                    <a:pt x="346280" y="3905"/>
                  </a:lnTo>
                  <a:lnTo>
                    <a:pt x="392131" y="15212"/>
                  </a:lnTo>
                  <a:lnTo>
                    <a:pt x="434882" y="33305"/>
                  </a:lnTo>
                  <a:lnTo>
                    <a:pt x="473921" y="57570"/>
                  </a:lnTo>
                  <a:lnTo>
                    <a:pt x="508634" y="87391"/>
                  </a:lnTo>
                  <a:lnTo>
                    <a:pt x="538410" y="122154"/>
                  </a:lnTo>
                  <a:lnTo>
                    <a:pt x="562636" y="161244"/>
                  </a:lnTo>
                  <a:lnTo>
                    <a:pt x="580698" y="204045"/>
                  </a:lnTo>
                  <a:lnTo>
                    <a:pt x="591985" y="249943"/>
                  </a:lnTo>
                  <a:lnTo>
                    <a:pt x="595883" y="298323"/>
                  </a:lnTo>
                  <a:lnTo>
                    <a:pt x="591985" y="346702"/>
                  </a:lnTo>
                  <a:lnTo>
                    <a:pt x="580698" y="392600"/>
                  </a:lnTo>
                  <a:lnTo>
                    <a:pt x="562636" y="435401"/>
                  </a:lnTo>
                  <a:lnTo>
                    <a:pt x="538410" y="474491"/>
                  </a:lnTo>
                  <a:lnTo>
                    <a:pt x="508635" y="509254"/>
                  </a:lnTo>
                  <a:lnTo>
                    <a:pt x="473921" y="539075"/>
                  </a:lnTo>
                  <a:lnTo>
                    <a:pt x="434882" y="563340"/>
                  </a:lnTo>
                  <a:lnTo>
                    <a:pt x="392131" y="581433"/>
                  </a:lnTo>
                  <a:lnTo>
                    <a:pt x="346280" y="592740"/>
                  </a:lnTo>
                  <a:lnTo>
                    <a:pt x="297941" y="596646"/>
                  </a:lnTo>
                  <a:lnTo>
                    <a:pt x="249603" y="592740"/>
                  </a:lnTo>
                  <a:lnTo>
                    <a:pt x="203752" y="581433"/>
                  </a:lnTo>
                  <a:lnTo>
                    <a:pt x="161001" y="563340"/>
                  </a:lnTo>
                  <a:lnTo>
                    <a:pt x="121962" y="539075"/>
                  </a:lnTo>
                  <a:lnTo>
                    <a:pt x="87249" y="509254"/>
                  </a:lnTo>
                  <a:lnTo>
                    <a:pt x="57473" y="474491"/>
                  </a:lnTo>
                  <a:lnTo>
                    <a:pt x="33247" y="435401"/>
                  </a:lnTo>
                  <a:lnTo>
                    <a:pt x="15185" y="392600"/>
                  </a:lnTo>
                  <a:lnTo>
                    <a:pt x="3898" y="346702"/>
                  </a:lnTo>
                  <a:lnTo>
                    <a:pt x="0" y="298323"/>
                  </a:lnTo>
                  <a:close/>
                </a:path>
              </a:pathLst>
            </a:custGeom>
            <a:ln w="3810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4518913" y="4963922"/>
            <a:ext cx="2216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𝒅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838698" y="4871466"/>
            <a:ext cx="596265" cy="596900"/>
          </a:xfrm>
          <a:custGeom>
            <a:avLst/>
            <a:gdLst/>
            <a:ahLst/>
            <a:cxnLst/>
            <a:rect l="l" t="t" r="r" b="b"/>
            <a:pathLst>
              <a:path w="596264" h="596900">
                <a:moveTo>
                  <a:pt x="0" y="298323"/>
                </a:moveTo>
                <a:lnTo>
                  <a:pt x="3898" y="249943"/>
                </a:lnTo>
                <a:lnTo>
                  <a:pt x="15185" y="204045"/>
                </a:lnTo>
                <a:lnTo>
                  <a:pt x="33247" y="161244"/>
                </a:lnTo>
                <a:lnTo>
                  <a:pt x="57473" y="122154"/>
                </a:lnTo>
                <a:lnTo>
                  <a:pt x="87248" y="87391"/>
                </a:lnTo>
                <a:lnTo>
                  <a:pt x="121962" y="57570"/>
                </a:lnTo>
                <a:lnTo>
                  <a:pt x="161001" y="33305"/>
                </a:lnTo>
                <a:lnTo>
                  <a:pt x="203752" y="15212"/>
                </a:lnTo>
                <a:lnTo>
                  <a:pt x="249603" y="3905"/>
                </a:lnTo>
                <a:lnTo>
                  <a:pt x="297941" y="0"/>
                </a:lnTo>
                <a:lnTo>
                  <a:pt x="346280" y="3905"/>
                </a:lnTo>
                <a:lnTo>
                  <a:pt x="392131" y="15212"/>
                </a:lnTo>
                <a:lnTo>
                  <a:pt x="434882" y="33305"/>
                </a:lnTo>
                <a:lnTo>
                  <a:pt x="473921" y="57570"/>
                </a:lnTo>
                <a:lnTo>
                  <a:pt x="508634" y="87391"/>
                </a:lnTo>
                <a:lnTo>
                  <a:pt x="538410" y="122154"/>
                </a:lnTo>
                <a:lnTo>
                  <a:pt x="562636" y="161244"/>
                </a:lnTo>
                <a:lnTo>
                  <a:pt x="580698" y="204045"/>
                </a:lnTo>
                <a:lnTo>
                  <a:pt x="591985" y="249943"/>
                </a:lnTo>
                <a:lnTo>
                  <a:pt x="595883" y="298323"/>
                </a:lnTo>
                <a:lnTo>
                  <a:pt x="591985" y="346702"/>
                </a:lnTo>
                <a:lnTo>
                  <a:pt x="580698" y="392600"/>
                </a:lnTo>
                <a:lnTo>
                  <a:pt x="562636" y="435401"/>
                </a:lnTo>
                <a:lnTo>
                  <a:pt x="538410" y="474491"/>
                </a:lnTo>
                <a:lnTo>
                  <a:pt x="508635" y="509254"/>
                </a:lnTo>
                <a:lnTo>
                  <a:pt x="473921" y="539075"/>
                </a:lnTo>
                <a:lnTo>
                  <a:pt x="434882" y="563340"/>
                </a:lnTo>
                <a:lnTo>
                  <a:pt x="392131" y="581433"/>
                </a:lnTo>
                <a:lnTo>
                  <a:pt x="346280" y="592740"/>
                </a:lnTo>
                <a:lnTo>
                  <a:pt x="297941" y="596646"/>
                </a:lnTo>
                <a:lnTo>
                  <a:pt x="249603" y="592740"/>
                </a:lnTo>
                <a:lnTo>
                  <a:pt x="203752" y="581433"/>
                </a:lnTo>
                <a:lnTo>
                  <a:pt x="161001" y="563340"/>
                </a:lnTo>
                <a:lnTo>
                  <a:pt x="121962" y="539075"/>
                </a:lnTo>
                <a:lnTo>
                  <a:pt x="87249" y="509254"/>
                </a:lnTo>
                <a:lnTo>
                  <a:pt x="57473" y="474491"/>
                </a:lnTo>
                <a:lnTo>
                  <a:pt x="33247" y="435401"/>
                </a:lnTo>
                <a:lnTo>
                  <a:pt x="15185" y="392600"/>
                </a:lnTo>
                <a:lnTo>
                  <a:pt x="3898" y="346702"/>
                </a:lnTo>
                <a:lnTo>
                  <a:pt x="0" y="298323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6000749" y="4963922"/>
            <a:ext cx="1974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𝒇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7307833" y="3236975"/>
            <a:ext cx="596265" cy="596265"/>
          </a:xfrm>
          <a:custGeom>
            <a:avLst/>
            <a:gdLst/>
            <a:ahLst/>
            <a:cxnLst/>
            <a:rect l="l" t="t" r="r" b="b"/>
            <a:pathLst>
              <a:path w="596265" h="596264">
                <a:moveTo>
                  <a:pt x="0" y="297941"/>
                </a:moveTo>
                <a:lnTo>
                  <a:pt x="3898" y="249603"/>
                </a:lnTo>
                <a:lnTo>
                  <a:pt x="15185" y="203752"/>
                </a:lnTo>
                <a:lnTo>
                  <a:pt x="33247" y="161001"/>
                </a:lnTo>
                <a:lnTo>
                  <a:pt x="57473" y="121962"/>
                </a:lnTo>
                <a:lnTo>
                  <a:pt x="87249" y="87249"/>
                </a:lnTo>
                <a:lnTo>
                  <a:pt x="121962" y="57473"/>
                </a:lnTo>
                <a:lnTo>
                  <a:pt x="161001" y="33247"/>
                </a:lnTo>
                <a:lnTo>
                  <a:pt x="203752" y="15185"/>
                </a:lnTo>
                <a:lnTo>
                  <a:pt x="249603" y="3898"/>
                </a:lnTo>
                <a:lnTo>
                  <a:pt x="297941" y="0"/>
                </a:lnTo>
                <a:lnTo>
                  <a:pt x="346280" y="3898"/>
                </a:lnTo>
                <a:lnTo>
                  <a:pt x="392131" y="15185"/>
                </a:lnTo>
                <a:lnTo>
                  <a:pt x="434882" y="33247"/>
                </a:lnTo>
                <a:lnTo>
                  <a:pt x="473921" y="57473"/>
                </a:lnTo>
                <a:lnTo>
                  <a:pt x="508634" y="87248"/>
                </a:lnTo>
                <a:lnTo>
                  <a:pt x="538410" y="121962"/>
                </a:lnTo>
                <a:lnTo>
                  <a:pt x="562636" y="161001"/>
                </a:lnTo>
                <a:lnTo>
                  <a:pt x="580698" y="203752"/>
                </a:lnTo>
                <a:lnTo>
                  <a:pt x="591985" y="249603"/>
                </a:lnTo>
                <a:lnTo>
                  <a:pt x="595883" y="297941"/>
                </a:lnTo>
                <a:lnTo>
                  <a:pt x="591985" y="346280"/>
                </a:lnTo>
                <a:lnTo>
                  <a:pt x="580698" y="392131"/>
                </a:lnTo>
                <a:lnTo>
                  <a:pt x="562636" y="434882"/>
                </a:lnTo>
                <a:lnTo>
                  <a:pt x="538410" y="473921"/>
                </a:lnTo>
                <a:lnTo>
                  <a:pt x="508634" y="508635"/>
                </a:lnTo>
                <a:lnTo>
                  <a:pt x="473921" y="538410"/>
                </a:lnTo>
                <a:lnTo>
                  <a:pt x="434882" y="562636"/>
                </a:lnTo>
                <a:lnTo>
                  <a:pt x="392131" y="580698"/>
                </a:lnTo>
                <a:lnTo>
                  <a:pt x="346280" y="591985"/>
                </a:lnTo>
                <a:lnTo>
                  <a:pt x="297941" y="595884"/>
                </a:lnTo>
                <a:lnTo>
                  <a:pt x="249603" y="591985"/>
                </a:lnTo>
                <a:lnTo>
                  <a:pt x="203752" y="580698"/>
                </a:lnTo>
                <a:lnTo>
                  <a:pt x="161001" y="562636"/>
                </a:lnTo>
                <a:lnTo>
                  <a:pt x="121962" y="538410"/>
                </a:lnTo>
                <a:lnTo>
                  <a:pt x="87249" y="508635"/>
                </a:lnTo>
                <a:lnTo>
                  <a:pt x="57473" y="473921"/>
                </a:lnTo>
                <a:lnTo>
                  <a:pt x="33247" y="434882"/>
                </a:lnTo>
                <a:lnTo>
                  <a:pt x="15185" y="392131"/>
                </a:lnTo>
                <a:lnTo>
                  <a:pt x="3898" y="346280"/>
                </a:lnTo>
                <a:lnTo>
                  <a:pt x="0" y="297941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7456678" y="3328924"/>
            <a:ext cx="2216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𝒅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4648454" y="3515868"/>
            <a:ext cx="2659380" cy="1672589"/>
            <a:chOff x="4607814" y="3272028"/>
            <a:chExt cx="2659380" cy="1672589"/>
          </a:xfrm>
        </p:grpSpPr>
        <p:sp>
          <p:nvSpPr>
            <p:cNvPr id="19" name="object 19"/>
            <p:cNvSpPr/>
            <p:nvPr/>
          </p:nvSpPr>
          <p:spPr>
            <a:xfrm>
              <a:off x="4626864" y="3291078"/>
              <a:ext cx="1170940" cy="1337310"/>
            </a:xfrm>
            <a:custGeom>
              <a:avLst/>
              <a:gdLst/>
              <a:ahLst/>
              <a:cxnLst/>
              <a:rect l="l" t="t" r="r" b="b"/>
              <a:pathLst>
                <a:path w="1170939" h="1337310">
                  <a:moveTo>
                    <a:pt x="297941" y="0"/>
                  </a:moveTo>
                  <a:lnTo>
                    <a:pt x="1170686" y="0"/>
                  </a:lnTo>
                </a:path>
                <a:path w="1170939" h="1337310">
                  <a:moveTo>
                    <a:pt x="0" y="297942"/>
                  </a:moveTo>
                  <a:lnTo>
                    <a:pt x="0" y="1336802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837938" y="3502152"/>
              <a:ext cx="1047750" cy="1213485"/>
            </a:xfrm>
            <a:custGeom>
              <a:avLst/>
              <a:gdLst/>
              <a:ahLst/>
              <a:cxnLst/>
              <a:rect l="l" t="t" r="r" b="b"/>
              <a:pathLst>
                <a:path w="1047750" h="1213485">
                  <a:moveTo>
                    <a:pt x="1047369" y="0"/>
                  </a:moveTo>
                  <a:lnTo>
                    <a:pt x="0" y="1213485"/>
                  </a:lnTo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924806" y="3291078"/>
              <a:ext cx="2341880" cy="1634489"/>
            </a:xfrm>
            <a:custGeom>
              <a:avLst/>
              <a:gdLst/>
              <a:ahLst/>
              <a:cxnLst/>
              <a:rect l="l" t="t" r="r" b="b"/>
              <a:pathLst>
                <a:path w="2341879" h="1634489">
                  <a:moveTo>
                    <a:pt x="872744" y="1634490"/>
                  </a:moveTo>
                  <a:lnTo>
                    <a:pt x="0" y="1634490"/>
                  </a:lnTo>
                </a:path>
                <a:path w="2341879" h="1634489">
                  <a:moveTo>
                    <a:pt x="1171194" y="297942"/>
                  </a:moveTo>
                  <a:lnTo>
                    <a:pt x="1171194" y="1336802"/>
                  </a:lnTo>
                </a:path>
                <a:path w="2341879" h="1634489">
                  <a:moveTo>
                    <a:pt x="1469136" y="0"/>
                  </a:moveTo>
                  <a:lnTo>
                    <a:pt x="2341879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/>
          <p:nvPr/>
        </p:nvSpPr>
        <p:spPr>
          <a:xfrm>
            <a:off x="4663312" y="6118669"/>
            <a:ext cx="694055" cy="282575"/>
          </a:xfrm>
          <a:custGeom>
            <a:avLst/>
            <a:gdLst/>
            <a:ahLst/>
            <a:cxnLst/>
            <a:rect l="l" t="t" r="r" b="b"/>
            <a:pathLst>
              <a:path w="694054" h="282575">
                <a:moveTo>
                  <a:pt x="603885" y="0"/>
                </a:moveTo>
                <a:lnTo>
                  <a:pt x="599821" y="11468"/>
                </a:lnTo>
                <a:lnTo>
                  <a:pt x="616184" y="18556"/>
                </a:lnTo>
                <a:lnTo>
                  <a:pt x="630237" y="28373"/>
                </a:lnTo>
                <a:lnTo>
                  <a:pt x="658770" y="73880"/>
                </a:lnTo>
                <a:lnTo>
                  <a:pt x="667101" y="115661"/>
                </a:lnTo>
                <a:lnTo>
                  <a:pt x="668147" y="139750"/>
                </a:lnTo>
                <a:lnTo>
                  <a:pt x="667099" y="164649"/>
                </a:lnTo>
                <a:lnTo>
                  <a:pt x="658717" y="207587"/>
                </a:lnTo>
                <a:lnTo>
                  <a:pt x="630237" y="253828"/>
                </a:lnTo>
                <a:lnTo>
                  <a:pt x="600329" y="270865"/>
                </a:lnTo>
                <a:lnTo>
                  <a:pt x="603885" y="282333"/>
                </a:lnTo>
                <a:lnTo>
                  <a:pt x="642381" y="264264"/>
                </a:lnTo>
                <a:lnTo>
                  <a:pt x="670687" y="232994"/>
                </a:lnTo>
                <a:lnTo>
                  <a:pt x="688117" y="191115"/>
                </a:lnTo>
                <a:lnTo>
                  <a:pt x="693928" y="141236"/>
                </a:lnTo>
                <a:lnTo>
                  <a:pt x="692475" y="115357"/>
                </a:lnTo>
                <a:lnTo>
                  <a:pt x="680854" y="69484"/>
                </a:lnTo>
                <a:lnTo>
                  <a:pt x="657731" y="32139"/>
                </a:lnTo>
                <a:lnTo>
                  <a:pt x="624341" y="7393"/>
                </a:lnTo>
                <a:lnTo>
                  <a:pt x="603885" y="0"/>
                </a:lnTo>
                <a:close/>
              </a:path>
              <a:path w="694054" h="282575">
                <a:moveTo>
                  <a:pt x="90043" y="0"/>
                </a:moveTo>
                <a:lnTo>
                  <a:pt x="51593" y="18107"/>
                </a:lnTo>
                <a:lnTo>
                  <a:pt x="23241" y="49491"/>
                </a:lnTo>
                <a:lnTo>
                  <a:pt x="5810" y="91439"/>
                </a:lnTo>
                <a:lnTo>
                  <a:pt x="0" y="141236"/>
                </a:lnTo>
                <a:lnTo>
                  <a:pt x="1450" y="167175"/>
                </a:lnTo>
                <a:lnTo>
                  <a:pt x="13019" y="213056"/>
                </a:lnTo>
                <a:lnTo>
                  <a:pt x="36018" y="250279"/>
                </a:lnTo>
                <a:lnTo>
                  <a:pt x="69494" y="274949"/>
                </a:lnTo>
                <a:lnTo>
                  <a:pt x="90043" y="282333"/>
                </a:lnTo>
                <a:lnTo>
                  <a:pt x="93599" y="270865"/>
                </a:lnTo>
                <a:lnTo>
                  <a:pt x="77475" y="263743"/>
                </a:lnTo>
                <a:lnTo>
                  <a:pt x="63579" y="253828"/>
                </a:lnTo>
                <a:lnTo>
                  <a:pt x="35083" y="207587"/>
                </a:lnTo>
                <a:lnTo>
                  <a:pt x="26701" y="164649"/>
                </a:lnTo>
                <a:lnTo>
                  <a:pt x="25654" y="139750"/>
                </a:lnTo>
                <a:lnTo>
                  <a:pt x="26701" y="115661"/>
                </a:lnTo>
                <a:lnTo>
                  <a:pt x="35083" y="73880"/>
                </a:lnTo>
                <a:lnTo>
                  <a:pt x="63674" y="28373"/>
                </a:lnTo>
                <a:lnTo>
                  <a:pt x="93980" y="11468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4730240" y="5328666"/>
            <a:ext cx="3265679" cy="1115690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412750">
              <a:lnSpc>
                <a:spcPct val="100000"/>
              </a:lnSpc>
              <a:spcBef>
                <a:spcPts val="1540"/>
              </a:spcBef>
            </a:pPr>
            <a:r>
              <a:rPr sz="24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顶点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𝒃</a:t>
            </a:r>
            <a:r>
              <a:rPr sz="24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和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𝒅</a:t>
            </a:r>
            <a:r>
              <a:rPr sz="2400" spc="-25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相邻</a:t>
            </a:r>
            <a:endParaRPr sz="24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𝒃</a:t>
            </a:r>
            <a:r>
              <a:rPr sz="2400" spc="-7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,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𝒅</a:t>
            </a:r>
            <a:r>
              <a:rPr sz="2400" spc="47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 </a:t>
            </a:r>
            <a:r>
              <a:rPr sz="24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与顶点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𝒃</a:t>
            </a:r>
            <a:r>
              <a:rPr sz="24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和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𝒅</a:t>
            </a:r>
            <a:r>
              <a:rPr sz="2400" spc="-25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关联</a:t>
            </a:r>
            <a:endParaRPr sz="24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839164" y="4659171"/>
            <a:ext cx="388620" cy="282575"/>
          </a:xfrm>
          <a:custGeom>
            <a:avLst/>
            <a:gdLst/>
            <a:ahLst/>
            <a:cxnLst/>
            <a:rect l="l" t="t" r="r" b="b"/>
            <a:pathLst>
              <a:path w="388620" h="282575">
                <a:moveTo>
                  <a:pt x="298323" y="0"/>
                </a:moveTo>
                <a:lnTo>
                  <a:pt x="294385" y="11556"/>
                </a:lnTo>
                <a:lnTo>
                  <a:pt x="310693" y="18631"/>
                </a:lnTo>
                <a:lnTo>
                  <a:pt x="324738" y="28432"/>
                </a:lnTo>
                <a:lnTo>
                  <a:pt x="353282" y="73925"/>
                </a:lnTo>
                <a:lnTo>
                  <a:pt x="361664" y="115732"/>
                </a:lnTo>
                <a:lnTo>
                  <a:pt x="362711" y="139826"/>
                </a:lnTo>
                <a:lnTo>
                  <a:pt x="361664" y="164707"/>
                </a:lnTo>
                <a:lnTo>
                  <a:pt x="353282" y="207656"/>
                </a:lnTo>
                <a:lnTo>
                  <a:pt x="324786" y="253857"/>
                </a:lnTo>
                <a:lnTo>
                  <a:pt x="294766" y="270891"/>
                </a:lnTo>
                <a:lnTo>
                  <a:pt x="298323" y="282320"/>
                </a:lnTo>
                <a:lnTo>
                  <a:pt x="336883" y="264302"/>
                </a:lnTo>
                <a:lnTo>
                  <a:pt x="365251" y="233044"/>
                </a:lnTo>
                <a:lnTo>
                  <a:pt x="382619" y="191134"/>
                </a:lnTo>
                <a:lnTo>
                  <a:pt x="388365" y="141224"/>
                </a:lnTo>
                <a:lnTo>
                  <a:pt x="386913" y="115359"/>
                </a:lnTo>
                <a:lnTo>
                  <a:pt x="375292" y="69536"/>
                </a:lnTo>
                <a:lnTo>
                  <a:pt x="352240" y="32146"/>
                </a:lnTo>
                <a:lnTo>
                  <a:pt x="318851" y="7381"/>
                </a:lnTo>
                <a:lnTo>
                  <a:pt x="298323" y="0"/>
                </a:lnTo>
                <a:close/>
              </a:path>
              <a:path w="388620" h="282575">
                <a:moveTo>
                  <a:pt x="90042" y="0"/>
                </a:moveTo>
                <a:lnTo>
                  <a:pt x="51657" y="18097"/>
                </a:lnTo>
                <a:lnTo>
                  <a:pt x="23367" y="49530"/>
                </a:lnTo>
                <a:lnTo>
                  <a:pt x="5826" y="91471"/>
                </a:lnTo>
                <a:lnTo>
                  <a:pt x="0" y="141224"/>
                </a:lnTo>
                <a:lnTo>
                  <a:pt x="1452" y="167179"/>
                </a:lnTo>
                <a:lnTo>
                  <a:pt x="13073" y="213090"/>
                </a:lnTo>
                <a:lnTo>
                  <a:pt x="36125" y="250334"/>
                </a:lnTo>
                <a:lnTo>
                  <a:pt x="69514" y="274960"/>
                </a:lnTo>
                <a:lnTo>
                  <a:pt x="90042" y="282320"/>
                </a:lnTo>
                <a:lnTo>
                  <a:pt x="93599" y="270891"/>
                </a:lnTo>
                <a:lnTo>
                  <a:pt x="77549" y="263773"/>
                </a:lnTo>
                <a:lnTo>
                  <a:pt x="63690" y="253857"/>
                </a:lnTo>
                <a:lnTo>
                  <a:pt x="35210" y="207656"/>
                </a:lnTo>
                <a:lnTo>
                  <a:pt x="26828" y="164707"/>
                </a:lnTo>
                <a:lnTo>
                  <a:pt x="25780" y="139826"/>
                </a:lnTo>
                <a:lnTo>
                  <a:pt x="26828" y="115732"/>
                </a:lnTo>
                <a:lnTo>
                  <a:pt x="35210" y="73925"/>
                </a:lnTo>
                <a:lnTo>
                  <a:pt x="63801" y="28432"/>
                </a:lnTo>
                <a:lnTo>
                  <a:pt x="94106" y="11556"/>
                </a:lnTo>
                <a:lnTo>
                  <a:pt x="9004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16803" y="268308"/>
            <a:ext cx="4077971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00"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图的概念：</a:t>
            </a:r>
            <a:r>
              <a:rPr sz="3600"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度</a:t>
            </a:r>
            <a:endParaRPr sz="3600"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106929" y="4182501"/>
            <a:ext cx="2103120" cy="2269490"/>
            <a:chOff x="2106929" y="4008882"/>
            <a:chExt cx="2103120" cy="2269490"/>
          </a:xfrm>
        </p:grpSpPr>
        <p:sp>
          <p:nvSpPr>
            <p:cNvPr id="5" name="object 5"/>
            <p:cNvSpPr/>
            <p:nvPr/>
          </p:nvSpPr>
          <p:spPr>
            <a:xfrm>
              <a:off x="2125979" y="4027932"/>
              <a:ext cx="596265" cy="596900"/>
            </a:xfrm>
            <a:custGeom>
              <a:avLst/>
              <a:gdLst/>
              <a:ahLst/>
              <a:cxnLst/>
              <a:rect l="l" t="t" r="r" b="b"/>
              <a:pathLst>
                <a:path w="596264" h="596900">
                  <a:moveTo>
                    <a:pt x="297942" y="0"/>
                  </a:moveTo>
                  <a:lnTo>
                    <a:pt x="249603" y="3905"/>
                  </a:lnTo>
                  <a:lnTo>
                    <a:pt x="203752" y="15212"/>
                  </a:lnTo>
                  <a:lnTo>
                    <a:pt x="161001" y="33305"/>
                  </a:lnTo>
                  <a:lnTo>
                    <a:pt x="121962" y="57570"/>
                  </a:lnTo>
                  <a:lnTo>
                    <a:pt x="87249" y="87391"/>
                  </a:lnTo>
                  <a:lnTo>
                    <a:pt x="57473" y="122154"/>
                  </a:lnTo>
                  <a:lnTo>
                    <a:pt x="33247" y="161244"/>
                  </a:lnTo>
                  <a:lnTo>
                    <a:pt x="15185" y="204045"/>
                  </a:lnTo>
                  <a:lnTo>
                    <a:pt x="3898" y="249943"/>
                  </a:lnTo>
                  <a:lnTo>
                    <a:pt x="0" y="298323"/>
                  </a:lnTo>
                  <a:lnTo>
                    <a:pt x="3898" y="346702"/>
                  </a:lnTo>
                  <a:lnTo>
                    <a:pt x="15185" y="392600"/>
                  </a:lnTo>
                  <a:lnTo>
                    <a:pt x="33247" y="435401"/>
                  </a:lnTo>
                  <a:lnTo>
                    <a:pt x="57473" y="474491"/>
                  </a:lnTo>
                  <a:lnTo>
                    <a:pt x="87248" y="509254"/>
                  </a:lnTo>
                  <a:lnTo>
                    <a:pt x="121962" y="539075"/>
                  </a:lnTo>
                  <a:lnTo>
                    <a:pt x="161001" y="563340"/>
                  </a:lnTo>
                  <a:lnTo>
                    <a:pt x="203752" y="581433"/>
                  </a:lnTo>
                  <a:lnTo>
                    <a:pt x="249603" y="592740"/>
                  </a:lnTo>
                  <a:lnTo>
                    <a:pt x="297942" y="596646"/>
                  </a:lnTo>
                  <a:lnTo>
                    <a:pt x="346280" y="592740"/>
                  </a:lnTo>
                  <a:lnTo>
                    <a:pt x="392131" y="581433"/>
                  </a:lnTo>
                  <a:lnTo>
                    <a:pt x="434882" y="563340"/>
                  </a:lnTo>
                  <a:lnTo>
                    <a:pt x="473921" y="539075"/>
                  </a:lnTo>
                  <a:lnTo>
                    <a:pt x="508634" y="509254"/>
                  </a:lnTo>
                  <a:lnTo>
                    <a:pt x="538410" y="474491"/>
                  </a:lnTo>
                  <a:lnTo>
                    <a:pt x="562636" y="435401"/>
                  </a:lnTo>
                  <a:lnTo>
                    <a:pt x="580698" y="392600"/>
                  </a:lnTo>
                  <a:lnTo>
                    <a:pt x="591985" y="346702"/>
                  </a:lnTo>
                  <a:lnTo>
                    <a:pt x="595883" y="298323"/>
                  </a:lnTo>
                  <a:lnTo>
                    <a:pt x="591985" y="249943"/>
                  </a:lnTo>
                  <a:lnTo>
                    <a:pt x="580698" y="204045"/>
                  </a:lnTo>
                  <a:lnTo>
                    <a:pt x="562636" y="161244"/>
                  </a:lnTo>
                  <a:lnTo>
                    <a:pt x="538410" y="122154"/>
                  </a:lnTo>
                  <a:lnTo>
                    <a:pt x="508635" y="87391"/>
                  </a:lnTo>
                  <a:lnTo>
                    <a:pt x="473921" y="57570"/>
                  </a:lnTo>
                  <a:lnTo>
                    <a:pt x="434882" y="33305"/>
                  </a:lnTo>
                  <a:lnTo>
                    <a:pt x="392131" y="15212"/>
                  </a:lnTo>
                  <a:lnTo>
                    <a:pt x="346280" y="3905"/>
                  </a:lnTo>
                  <a:lnTo>
                    <a:pt x="297942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125979" y="4027932"/>
              <a:ext cx="596265" cy="596900"/>
            </a:xfrm>
            <a:custGeom>
              <a:avLst/>
              <a:gdLst/>
              <a:ahLst/>
              <a:cxnLst/>
              <a:rect l="l" t="t" r="r" b="b"/>
              <a:pathLst>
                <a:path w="596264" h="596900">
                  <a:moveTo>
                    <a:pt x="0" y="298323"/>
                  </a:moveTo>
                  <a:lnTo>
                    <a:pt x="3898" y="249943"/>
                  </a:lnTo>
                  <a:lnTo>
                    <a:pt x="15185" y="204045"/>
                  </a:lnTo>
                  <a:lnTo>
                    <a:pt x="33247" y="161244"/>
                  </a:lnTo>
                  <a:lnTo>
                    <a:pt x="57473" y="122154"/>
                  </a:lnTo>
                  <a:lnTo>
                    <a:pt x="87249" y="87391"/>
                  </a:lnTo>
                  <a:lnTo>
                    <a:pt x="121962" y="57570"/>
                  </a:lnTo>
                  <a:lnTo>
                    <a:pt x="161001" y="33305"/>
                  </a:lnTo>
                  <a:lnTo>
                    <a:pt x="203752" y="15212"/>
                  </a:lnTo>
                  <a:lnTo>
                    <a:pt x="249603" y="3905"/>
                  </a:lnTo>
                  <a:lnTo>
                    <a:pt x="297942" y="0"/>
                  </a:lnTo>
                  <a:lnTo>
                    <a:pt x="346280" y="3905"/>
                  </a:lnTo>
                  <a:lnTo>
                    <a:pt x="392131" y="15212"/>
                  </a:lnTo>
                  <a:lnTo>
                    <a:pt x="434882" y="33305"/>
                  </a:lnTo>
                  <a:lnTo>
                    <a:pt x="473921" y="57570"/>
                  </a:lnTo>
                  <a:lnTo>
                    <a:pt x="508635" y="87391"/>
                  </a:lnTo>
                  <a:lnTo>
                    <a:pt x="538410" y="122154"/>
                  </a:lnTo>
                  <a:lnTo>
                    <a:pt x="562636" y="161244"/>
                  </a:lnTo>
                  <a:lnTo>
                    <a:pt x="580698" y="204045"/>
                  </a:lnTo>
                  <a:lnTo>
                    <a:pt x="591985" y="249943"/>
                  </a:lnTo>
                  <a:lnTo>
                    <a:pt x="595883" y="298323"/>
                  </a:lnTo>
                  <a:lnTo>
                    <a:pt x="591985" y="346702"/>
                  </a:lnTo>
                  <a:lnTo>
                    <a:pt x="580698" y="392600"/>
                  </a:lnTo>
                  <a:lnTo>
                    <a:pt x="562636" y="435401"/>
                  </a:lnTo>
                  <a:lnTo>
                    <a:pt x="538410" y="474491"/>
                  </a:lnTo>
                  <a:lnTo>
                    <a:pt x="508634" y="509254"/>
                  </a:lnTo>
                  <a:lnTo>
                    <a:pt x="473921" y="539075"/>
                  </a:lnTo>
                  <a:lnTo>
                    <a:pt x="434882" y="563340"/>
                  </a:lnTo>
                  <a:lnTo>
                    <a:pt x="392131" y="581433"/>
                  </a:lnTo>
                  <a:lnTo>
                    <a:pt x="346280" y="592740"/>
                  </a:lnTo>
                  <a:lnTo>
                    <a:pt x="297942" y="596646"/>
                  </a:lnTo>
                  <a:lnTo>
                    <a:pt x="249603" y="592740"/>
                  </a:lnTo>
                  <a:lnTo>
                    <a:pt x="203752" y="581433"/>
                  </a:lnTo>
                  <a:lnTo>
                    <a:pt x="161001" y="563340"/>
                  </a:lnTo>
                  <a:lnTo>
                    <a:pt x="121962" y="539075"/>
                  </a:lnTo>
                  <a:lnTo>
                    <a:pt x="87248" y="509254"/>
                  </a:lnTo>
                  <a:lnTo>
                    <a:pt x="57473" y="474491"/>
                  </a:lnTo>
                  <a:lnTo>
                    <a:pt x="33247" y="435401"/>
                  </a:lnTo>
                  <a:lnTo>
                    <a:pt x="15185" y="392600"/>
                  </a:lnTo>
                  <a:lnTo>
                    <a:pt x="3898" y="346702"/>
                  </a:lnTo>
                  <a:lnTo>
                    <a:pt x="0" y="298323"/>
                  </a:lnTo>
                  <a:close/>
                </a:path>
              </a:pathLst>
            </a:custGeom>
            <a:ln w="3810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125979" y="4027932"/>
              <a:ext cx="2065020" cy="2231390"/>
            </a:xfrm>
            <a:custGeom>
              <a:avLst/>
              <a:gdLst/>
              <a:ahLst/>
              <a:cxnLst/>
              <a:rect l="l" t="t" r="r" b="b"/>
              <a:pathLst>
                <a:path w="2065020" h="2231390">
                  <a:moveTo>
                    <a:pt x="1469135" y="298323"/>
                  </a:moveTo>
                  <a:lnTo>
                    <a:pt x="1473034" y="249943"/>
                  </a:lnTo>
                  <a:lnTo>
                    <a:pt x="1484321" y="204045"/>
                  </a:lnTo>
                  <a:lnTo>
                    <a:pt x="1502383" y="161244"/>
                  </a:lnTo>
                  <a:lnTo>
                    <a:pt x="1526609" y="122154"/>
                  </a:lnTo>
                  <a:lnTo>
                    <a:pt x="1556384" y="87391"/>
                  </a:lnTo>
                  <a:lnTo>
                    <a:pt x="1591098" y="57570"/>
                  </a:lnTo>
                  <a:lnTo>
                    <a:pt x="1630137" y="33305"/>
                  </a:lnTo>
                  <a:lnTo>
                    <a:pt x="1672888" y="15212"/>
                  </a:lnTo>
                  <a:lnTo>
                    <a:pt x="1718739" y="3905"/>
                  </a:lnTo>
                  <a:lnTo>
                    <a:pt x="1767078" y="0"/>
                  </a:lnTo>
                  <a:lnTo>
                    <a:pt x="1815416" y="3905"/>
                  </a:lnTo>
                  <a:lnTo>
                    <a:pt x="1861267" y="15212"/>
                  </a:lnTo>
                  <a:lnTo>
                    <a:pt x="1904018" y="33305"/>
                  </a:lnTo>
                  <a:lnTo>
                    <a:pt x="1943057" y="57570"/>
                  </a:lnTo>
                  <a:lnTo>
                    <a:pt x="1977770" y="87391"/>
                  </a:lnTo>
                  <a:lnTo>
                    <a:pt x="2007546" y="122154"/>
                  </a:lnTo>
                  <a:lnTo>
                    <a:pt x="2031772" y="161244"/>
                  </a:lnTo>
                  <a:lnTo>
                    <a:pt x="2049834" y="204045"/>
                  </a:lnTo>
                  <a:lnTo>
                    <a:pt x="2061121" y="249943"/>
                  </a:lnTo>
                  <a:lnTo>
                    <a:pt x="2065020" y="298323"/>
                  </a:lnTo>
                  <a:lnTo>
                    <a:pt x="2061121" y="346702"/>
                  </a:lnTo>
                  <a:lnTo>
                    <a:pt x="2049834" y="392600"/>
                  </a:lnTo>
                  <a:lnTo>
                    <a:pt x="2031772" y="435401"/>
                  </a:lnTo>
                  <a:lnTo>
                    <a:pt x="2007546" y="474491"/>
                  </a:lnTo>
                  <a:lnTo>
                    <a:pt x="1977771" y="509254"/>
                  </a:lnTo>
                  <a:lnTo>
                    <a:pt x="1943057" y="539075"/>
                  </a:lnTo>
                  <a:lnTo>
                    <a:pt x="1904018" y="563340"/>
                  </a:lnTo>
                  <a:lnTo>
                    <a:pt x="1861267" y="581433"/>
                  </a:lnTo>
                  <a:lnTo>
                    <a:pt x="1815416" y="592740"/>
                  </a:lnTo>
                  <a:lnTo>
                    <a:pt x="1767078" y="596646"/>
                  </a:lnTo>
                  <a:lnTo>
                    <a:pt x="1718739" y="592740"/>
                  </a:lnTo>
                  <a:lnTo>
                    <a:pt x="1672888" y="581433"/>
                  </a:lnTo>
                  <a:lnTo>
                    <a:pt x="1630137" y="563340"/>
                  </a:lnTo>
                  <a:lnTo>
                    <a:pt x="1591098" y="539075"/>
                  </a:lnTo>
                  <a:lnTo>
                    <a:pt x="1556384" y="509254"/>
                  </a:lnTo>
                  <a:lnTo>
                    <a:pt x="1526609" y="474491"/>
                  </a:lnTo>
                  <a:lnTo>
                    <a:pt x="1502383" y="435401"/>
                  </a:lnTo>
                  <a:lnTo>
                    <a:pt x="1484321" y="392600"/>
                  </a:lnTo>
                  <a:lnTo>
                    <a:pt x="1473034" y="346702"/>
                  </a:lnTo>
                  <a:lnTo>
                    <a:pt x="1469135" y="298323"/>
                  </a:lnTo>
                  <a:close/>
                </a:path>
                <a:path w="2065020" h="2231390">
                  <a:moveTo>
                    <a:pt x="0" y="1933194"/>
                  </a:moveTo>
                  <a:lnTo>
                    <a:pt x="3898" y="1884865"/>
                  </a:lnTo>
                  <a:lnTo>
                    <a:pt x="15185" y="1839019"/>
                  </a:lnTo>
                  <a:lnTo>
                    <a:pt x="33247" y="1796270"/>
                  </a:lnTo>
                  <a:lnTo>
                    <a:pt x="57473" y="1757231"/>
                  </a:lnTo>
                  <a:lnTo>
                    <a:pt x="87249" y="1722515"/>
                  </a:lnTo>
                  <a:lnTo>
                    <a:pt x="121962" y="1692736"/>
                  </a:lnTo>
                  <a:lnTo>
                    <a:pt x="161001" y="1668506"/>
                  </a:lnTo>
                  <a:lnTo>
                    <a:pt x="203752" y="1650440"/>
                  </a:lnTo>
                  <a:lnTo>
                    <a:pt x="249603" y="1639151"/>
                  </a:lnTo>
                  <a:lnTo>
                    <a:pt x="297942" y="1635252"/>
                  </a:lnTo>
                  <a:lnTo>
                    <a:pt x="346280" y="1639151"/>
                  </a:lnTo>
                  <a:lnTo>
                    <a:pt x="392131" y="1650440"/>
                  </a:lnTo>
                  <a:lnTo>
                    <a:pt x="434882" y="1668506"/>
                  </a:lnTo>
                  <a:lnTo>
                    <a:pt x="473921" y="1692736"/>
                  </a:lnTo>
                  <a:lnTo>
                    <a:pt x="508635" y="1722515"/>
                  </a:lnTo>
                  <a:lnTo>
                    <a:pt x="538410" y="1757231"/>
                  </a:lnTo>
                  <a:lnTo>
                    <a:pt x="562636" y="1796270"/>
                  </a:lnTo>
                  <a:lnTo>
                    <a:pt x="580698" y="1839019"/>
                  </a:lnTo>
                  <a:lnTo>
                    <a:pt x="591985" y="1884865"/>
                  </a:lnTo>
                  <a:lnTo>
                    <a:pt x="595883" y="1933194"/>
                  </a:lnTo>
                  <a:lnTo>
                    <a:pt x="591985" y="1981522"/>
                  </a:lnTo>
                  <a:lnTo>
                    <a:pt x="580698" y="2027368"/>
                  </a:lnTo>
                  <a:lnTo>
                    <a:pt x="562636" y="2070117"/>
                  </a:lnTo>
                  <a:lnTo>
                    <a:pt x="538410" y="2109156"/>
                  </a:lnTo>
                  <a:lnTo>
                    <a:pt x="508634" y="2143872"/>
                  </a:lnTo>
                  <a:lnTo>
                    <a:pt x="473921" y="2173651"/>
                  </a:lnTo>
                  <a:lnTo>
                    <a:pt x="434882" y="2197881"/>
                  </a:lnTo>
                  <a:lnTo>
                    <a:pt x="392131" y="2215947"/>
                  </a:lnTo>
                  <a:lnTo>
                    <a:pt x="346280" y="2227236"/>
                  </a:lnTo>
                  <a:lnTo>
                    <a:pt x="297942" y="2231136"/>
                  </a:lnTo>
                  <a:lnTo>
                    <a:pt x="249603" y="2227236"/>
                  </a:lnTo>
                  <a:lnTo>
                    <a:pt x="203752" y="2215947"/>
                  </a:lnTo>
                  <a:lnTo>
                    <a:pt x="161001" y="2197881"/>
                  </a:lnTo>
                  <a:lnTo>
                    <a:pt x="121962" y="2173651"/>
                  </a:lnTo>
                  <a:lnTo>
                    <a:pt x="87248" y="2143872"/>
                  </a:lnTo>
                  <a:lnTo>
                    <a:pt x="57473" y="2109156"/>
                  </a:lnTo>
                  <a:lnTo>
                    <a:pt x="33247" y="2070117"/>
                  </a:lnTo>
                  <a:lnTo>
                    <a:pt x="15185" y="2027368"/>
                  </a:lnTo>
                  <a:lnTo>
                    <a:pt x="3898" y="1981522"/>
                  </a:lnTo>
                  <a:lnTo>
                    <a:pt x="0" y="1933194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2275077" y="5929004"/>
            <a:ext cx="2216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𝒅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595115" y="5836803"/>
            <a:ext cx="596265" cy="596265"/>
          </a:xfrm>
          <a:custGeom>
            <a:avLst/>
            <a:gdLst/>
            <a:ahLst/>
            <a:cxnLst/>
            <a:rect l="l" t="t" r="r" b="b"/>
            <a:pathLst>
              <a:path w="596264" h="596264">
                <a:moveTo>
                  <a:pt x="0" y="297941"/>
                </a:moveTo>
                <a:lnTo>
                  <a:pt x="3898" y="249613"/>
                </a:lnTo>
                <a:lnTo>
                  <a:pt x="15185" y="203767"/>
                </a:lnTo>
                <a:lnTo>
                  <a:pt x="33247" y="161018"/>
                </a:lnTo>
                <a:lnTo>
                  <a:pt x="57473" y="121979"/>
                </a:lnTo>
                <a:lnTo>
                  <a:pt x="87248" y="87263"/>
                </a:lnTo>
                <a:lnTo>
                  <a:pt x="121962" y="57484"/>
                </a:lnTo>
                <a:lnTo>
                  <a:pt x="161001" y="33254"/>
                </a:lnTo>
                <a:lnTo>
                  <a:pt x="203752" y="15188"/>
                </a:lnTo>
                <a:lnTo>
                  <a:pt x="249603" y="3899"/>
                </a:lnTo>
                <a:lnTo>
                  <a:pt x="297942" y="0"/>
                </a:lnTo>
                <a:lnTo>
                  <a:pt x="346280" y="3899"/>
                </a:lnTo>
                <a:lnTo>
                  <a:pt x="392131" y="15188"/>
                </a:lnTo>
                <a:lnTo>
                  <a:pt x="434882" y="33254"/>
                </a:lnTo>
                <a:lnTo>
                  <a:pt x="473921" y="57484"/>
                </a:lnTo>
                <a:lnTo>
                  <a:pt x="508635" y="87263"/>
                </a:lnTo>
                <a:lnTo>
                  <a:pt x="538410" y="121979"/>
                </a:lnTo>
                <a:lnTo>
                  <a:pt x="562636" y="161018"/>
                </a:lnTo>
                <a:lnTo>
                  <a:pt x="580698" y="203767"/>
                </a:lnTo>
                <a:lnTo>
                  <a:pt x="591985" y="249613"/>
                </a:lnTo>
                <a:lnTo>
                  <a:pt x="595884" y="297941"/>
                </a:lnTo>
                <a:lnTo>
                  <a:pt x="591985" y="346270"/>
                </a:lnTo>
                <a:lnTo>
                  <a:pt x="580698" y="392116"/>
                </a:lnTo>
                <a:lnTo>
                  <a:pt x="562636" y="434865"/>
                </a:lnTo>
                <a:lnTo>
                  <a:pt x="538410" y="473904"/>
                </a:lnTo>
                <a:lnTo>
                  <a:pt x="508635" y="508620"/>
                </a:lnTo>
                <a:lnTo>
                  <a:pt x="473921" y="538399"/>
                </a:lnTo>
                <a:lnTo>
                  <a:pt x="434882" y="562629"/>
                </a:lnTo>
                <a:lnTo>
                  <a:pt x="392131" y="580695"/>
                </a:lnTo>
                <a:lnTo>
                  <a:pt x="346280" y="591984"/>
                </a:lnTo>
                <a:lnTo>
                  <a:pt x="297942" y="595883"/>
                </a:lnTo>
                <a:lnTo>
                  <a:pt x="249603" y="591984"/>
                </a:lnTo>
                <a:lnTo>
                  <a:pt x="203752" y="580695"/>
                </a:lnTo>
                <a:lnTo>
                  <a:pt x="161001" y="562629"/>
                </a:lnTo>
                <a:lnTo>
                  <a:pt x="121962" y="538399"/>
                </a:lnTo>
                <a:lnTo>
                  <a:pt x="87249" y="508620"/>
                </a:lnTo>
                <a:lnTo>
                  <a:pt x="57473" y="473904"/>
                </a:lnTo>
                <a:lnTo>
                  <a:pt x="33247" y="434865"/>
                </a:lnTo>
                <a:lnTo>
                  <a:pt x="15185" y="392116"/>
                </a:lnTo>
                <a:lnTo>
                  <a:pt x="3898" y="346270"/>
                </a:lnTo>
                <a:lnTo>
                  <a:pt x="0" y="297941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3756914" y="5929004"/>
            <a:ext cx="1974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𝒇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404872" y="4182501"/>
            <a:ext cx="3274695" cy="1971675"/>
            <a:chOff x="2404872" y="4008882"/>
            <a:chExt cx="3274695" cy="1971675"/>
          </a:xfrm>
        </p:grpSpPr>
        <p:sp>
          <p:nvSpPr>
            <p:cNvPr id="12" name="object 12"/>
            <p:cNvSpPr/>
            <p:nvPr/>
          </p:nvSpPr>
          <p:spPr>
            <a:xfrm>
              <a:off x="2423922" y="4326636"/>
              <a:ext cx="1170940" cy="1337310"/>
            </a:xfrm>
            <a:custGeom>
              <a:avLst/>
              <a:gdLst/>
              <a:ahLst/>
              <a:cxnLst/>
              <a:rect l="l" t="t" r="r" b="b"/>
              <a:pathLst>
                <a:path w="1170939" h="1337310">
                  <a:moveTo>
                    <a:pt x="297941" y="0"/>
                  </a:moveTo>
                  <a:lnTo>
                    <a:pt x="1170686" y="0"/>
                  </a:lnTo>
                </a:path>
                <a:path w="1170939" h="1337310">
                  <a:moveTo>
                    <a:pt x="0" y="297941"/>
                  </a:moveTo>
                  <a:lnTo>
                    <a:pt x="0" y="1336789"/>
                  </a:lnTo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634996" y="4027932"/>
              <a:ext cx="3025140" cy="1933575"/>
            </a:xfrm>
            <a:custGeom>
              <a:avLst/>
              <a:gdLst/>
              <a:ahLst/>
              <a:cxnLst/>
              <a:rect l="l" t="t" r="r" b="b"/>
              <a:pathLst>
                <a:path w="3025140" h="1933575">
                  <a:moveTo>
                    <a:pt x="1047369" y="509016"/>
                  </a:moveTo>
                  <a:lnTo>
                    <a:pt x="0" y="1722437"/>
                  </a:lnTo>
                </a:path>
                <a:path w="3025140" h="1933575">
                  <a:moveTo>
                    <a:pt x="959612" y="1933194"/>
                  </a:moveTo>
                  <a:lnTo>
                    <a:pt x="86868" y="1933194"/>
                  </a:lnTo>
                </a:path>
                <a:path w="3025140" h="1933575">
                  <a:moveTo>
                    <a:pt x="1258062" y="596646"/>
                  </a:moveTo>
                  <a:lnTo>
                    <a:pt x="1258062" y="1635493"/>
                  </a:lnTo>
                </a:path>
                <a:path w="3025140" h="1933575">
                  <a:moveTo>
                    <a:pt x="2428494" y="298323"/>
                  </a:moveTo>
                  <a:lnTo>
                    <a:pt x="2432399" y="249943"/>
                  </a:lnTo>
                  <a:lnTo>
                    <a:pt x="2443706" y="204045"/>
                  </a:lnTo>
                  <a:lnTo>
                    <a:pt x="2461799" y="161244"/>
                  </a:lnTo>
                  <a:lnTo>
                    <a:pt x="2486064" y="122154"/>
                  </a:lnTo>
                  <a:lnTo>
                    <a:pt x="2515885" y="87391"/>
                  </a:lnTo>
                  <a:lnTo>
                    <a:pt x="2550648" y="57570"/>
                  </a:lnTo>
                  <a:lnTo>
                    <a:pt x="2589738" y="33305"/>
                  </a:lnTo>
                  <a:lnTo>
                    <a:pt x="2632539" y="15212"/>
                  </a:lnTo>
                  <a:lnTo>
                    <a:pt x="2678437" y="3905"/>
                  </a:lnTo>
                  <a:lnTo>
                    <a:pt x="2726817" y="0"/>
                  </a:lnTo>
                  <a:lnTo>
                    <a:pt x="2775196" y="3905"/>
                  </a:lnTo>
                  <a:lnTo>
                    <a:pt x="2821094" y="15212"/>
                  </a:lnTo>
                  <a:lnTo>
                    <a:pt x="2863895" y="33305"/>
                  </a:lnTo>
                  <a:lnTo>
                    <a:pt x="2902985" y="57570"/>
                  </a:lnTo>
                  <a:lnTo>
                    <a:pt x="2937748" y="87391"/>
                  </a:lnTo>
                  <a:lnTo>
                    <a:pt x="2967569" y="122154"/>
                  </a:lnTo>
                  <a:lnTo>
                    <a:pt x="2991834" y="161244"/>
                  </a:lnTo>
                  <a:lnTo>
                    <a:pt x="3009927" y="204045"/>
                  </a:lnTo>
                  <a:lnTo>
                    <a:pt x="3021234" y="249943"/>
                  </a:lnTo>
                  <a:lnTo>
                    <a:pt x="3025140" y="298323"/>
                  </a:lnTo>
                  <a:lnTo>
                    <a:pt x="3021234" y="346702"/>
                  </a:lnTo>
                  <a:lnTo>
                    <a:pt x="3009927" y="392600"/>
                  </a:lnTo>
                  <a:lnTo>
                    <a:pt x="2991834" y="435401"/>
                  </a:lnTo>
                  <a:lnTo>
                    <a:pt x="2967569" y="474491"/>
                  </a:lnTo>
                  <a:lnTo>
                    <a:pt x="2937748" y="509254"/>
                  </a:lnTo>
                  <a:lnTo>
                    <a:pt x="2902985" y="539075"/>
                  </a:lnTo>
                  <a:lnTo>
                    <a:pt x="2863895" y="563340"/>
                  </a:lnTo>
                  <a:lnTo>
                    <a:pt x="2821094" y="581433"/>
                  </a:lnTo>
                  <a:lnTo>
                    <a:pt x="2775196" y="592740"/>
                  </a:lnTo>
                  <a:lnTo>
                    <a:pt x="2726817" y="596646"/>
                  </a:lnTo>
                  <a:lnTo>
                    <a:pt x="2678437" y="592740"/>
                  </a:lnTo>
                  <a:lnTo>
                    <a:pt x="2632539" y="581433"/>
                  </a:lnTo>
                  <a:lnTo>
                    <a:pt x="2589738" y="563340"/>
                  </a:lnTo>
                  <a:lnTo>
                    <a:pt x="2550648" y="539075"/>
                  </a:lnTo>
                  <a:lnTo>
                    <a:pt x="2515885" y="509254"/>
                  </a:lnTo>
                  <a:lnTo>
                    <a:pt x="2486064" y="474491"/>
                  </a:lnTo>
                  <a:lnTo>
                    <a:pt x="2461799" y="435401"/>
                  </a:lnTo>
                  <a:lnTo>
                    <a:pt x="2443706" y="392600"/>
                  </a:lnTo>
                  <a:lnTo>
                    <a:pt x="2432399" y="346702"/>
                  </a:lnTo>
                  <a:lnTo>
                    <a:pt x="2428494" y="298323"/>
                  </a:lnTo>
                  <a:close/>
                </a:path>
                <a:path w="3025140" h="1933575">
                  <a:moveTo>
                    <a:pt x="1556004" y="298704"/>
                  </a:moveTo>
                  <a:lnTo>
                    <a:pt x="2428748" y="298704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/>
          <p:nvPr/>
        </p:nvSpPr>
        <p:spPr>
          <a:xfrm>
            <a:off x="7797527" y="3860813"/>
            <a:ext cx="1555115" cy="283845"/>
          </a:xfrm>
          <a:custGeom>
            <a:avLst/>
            <a:gdLst/>
            <a:ahLst/>
            <a:cxnLst/>
            <a:rect l="l" t="t" r="r" b="b"/>
            <a:pathLst>
              <a:path w="1555115" h="283845">
                <a:moveTo>
                  <a:pt x="1464055" y="0"/>
                </a:moveTo>
                <a:lnTo>
                  <a:pt x="1460119" y="0"/>
                </a:lnTo>
                <a:lnTo>
                  <a:pt x="1460119" y="11302"/>
                </a:lnTo>
                <a:lnTo>
                  <a:pt x="1462404" y="11302"/>
                </a:lnTo>
                <a:lnTo>
                  <a:pt x="1472594" y="12015"/>
                </a:lnTo>
                <a:lnTo>
                  <a:pt x="1505331" y="37480"/>
                </a:lnTo>
                <a:lnTo>
                  <a:pt x="1508378" y="59689"/>
                </a:lnTo>
                <a:lnTo>
                  <a:pt x="1508188" y="65218"/>
                </a:lnTo>
                <a:lnTo>
                  <a:pt x="1507617" y="71342"/>
                </a:lnTo>
                <a:lnTo>
                  <a:pt x="1506664" y="78085"/>
                </a:lnTo>
                <a:lnTo>
                  <a:pt x="1505330" y="85470"/>
                </a:lnTo>
                <a:lnTo>
                  <a:pt x="1503426" y="95630"/>
                </a:lnTo>
                <a:lnTo>
                  <a:pt x="1502409" y="102996"/>
                </a:lnTo>
                <a:lnTo>
                  <a:pt x="1502409" y="115823"/>
                </a:lnTo>
                <a:lnTo>
                  <a:pt x="1504823" y="122681"/>
                </a:lnTo>
                <a:lnTo>
                  <a:pt x="1514855" y="133476"/>
                </a:lnTo>
                <a:lnTo>
                  <a:pt x="1520698" y="137540"/>
                </a:lnTo>
                <a:lnTo>
                  <a:pt x="1527555" y="140080"/>
                </a:lnTo>
                <a:lnTo>
                  <a:pt x="1527555" y="142747"/>
                </a:lnTo>
                <a:lnTo>
                  <a:pt x="1520698" y="145287"/>
                </a:lnTo>
                <a:lnTo>
                  <a:pt x="1514855" y="149351"/>
                </a:lnTo>
                <a:lnTo>
                  <a:pt x="1504823" y="160146"/>
                </a:lnTo>
                <a:lnTo>
                  <a:pt x="1502409" y="167004"/>
                </a:lnTo>
                <a:lnTo>
                  <a:pt x="1502409" y="179831"/>
                </a:lnTo>
                <a:lnTo>
                  <a:pt x="1503426" y="187197"/>
                </a:lnTo>
                <a:lnTo>
                  <a:pt x="1505330" y="197357"/>
                </a:lnTo>
                <a:lnTo>
                  <a:pt x="1506664" y="204743"/>
                </a:lnTo>
                <a:lnTo>
                  <a:pt x="1507617" y="211486"/>
                </a:lnTo>
                <a:lnTo>
                  <a:pt x="1508188" y="217610"/>
                </a:lnTo>
                <a:lnTo>
                  <a:pt x="1508378" y="223138"/>
                </a:lnTo>
                <a:lnTo>
                  <a:pt x="1507616" y="235592"/>
                </a:lnTo>
                <a:lnTo>
                  <a:pt x="1481629" y="269700"/>
                </a:lnTo>
                <a:lnTo>
                  <a:pt x="1462404" y="272541"/>
                </a:lnTo>
                <a:lnTo>
                  <a:pt x="1460119" y="272541"/>
                </a:lnTo>
                <a:lnTo>
                  <a:pt x="1460119" y="283844"/>
                </a:lnTo>
                <a:lnTo>
                  <a:pt x="1464055" y="283844"/>
                </a:lnTo>
                <a:lnTo>
                  <a:pt x="1480391" y="282630"/>
                </a:lnTo>
                <a:lnTo>
                  <a:pt x="1516252" y="267842"/>
                </a:lnTo>
                <a:lnTo>
                  <a:pt x="1533652" y="220471"/>
                </a:lnTo>
                <a:lnTo>
                  <a:pt x="1533435" y="214066"/>
                </a:lnTo>
                <a:lnTo>
                  <a:pt x="1532778" y="207232"/>
                </a:lnTo>
                <a:lnTo>
                  <a:pt x="1531669" y="199969"/>
                </a:lnTo>
                <a:lnTo>
                  <a:pt x="1530096" y="192277"/>
                </a:lnTo>
                <a:lnTo>
                  <a:pt x="1527809" y="181736"/>
                </a:lnTo>
                <a:lnTo>
                  <a:pt x="1526667" y="174751"/>
                </a:lnTo>
                <a:lnTo>
                  <a:pt x="1526667" y="164337"/>
                </a:lnTo>
                <a:lnTo>
                  <a:pt x="1528952" y="158749"/>
                </a:lnTo>
                <a:lnTo>
                  <a:pt x="1533778" y="154431"/>
                </a:lnTo>
                <a:lnTo>
                  <a:pt x="1538477" y="150113"/>
                </a:lnTo>
                <a:lnTo>
                  <a:pt x="1545590" y="147827"/>
                </a:lnTo>
                <a:lnTo>
                  <a:pt x="1555115" y="147573"/>
                </a:lnTo>
                <a:lnTo>
                  <a:pt x="1555115" y="135254"/>
                </a:lnTo>
                <a:lnTo>
                  <a:pt x="1545590" y="135000"/>
                </a:lnTo>
                <a:lnTo>
                  <a:pt x="1538477" y="132714"/>
                </a:lnTo>
                <a:lnTo>
                  <a:pt x="1533778" y="128396"/>
                </a:lnTo>
                <a:lnTo>
                  <a:pt x="1528952" y="124078"/>
                </a:lnTo>
                <a:lnTo>
                  <a:pt x="1526667" y="118490"/>
                </a:lnTo>
                <a:lnTo>
                  <a:pt x="1526667" y="108076"/>
                </a:lnTo>
                <a:lnTo>
                  <a:pt x="1527809" y="101091"/>
                </a:lnTo>
                <a:lnTo>
                  <a:pt x="1530096" y="90550"/>
                </a:lnTo>
                <a:lnTo>
                  <a:pt x="1531669" y="82859"/>
                </a:lnTo>
                <a:lnTo>
                  <a:pt x="1532778" y="75596"/>
                </a:lnTo>
                <a:lnTo>
                  <a:pt x="1533435" y="68762"/>
                </a:lnTo>
                <a:lnTo>
                  <a:pt x="1533652" y="62356"/>
                </a:lnTo>
                <a:lnTo>
                  <a:pt x="1532576" y="47880"/>
                </a:lnTo>
                <a:lnTo>
                  <a:pt x="1506489" y="9215"/>
                </a:lnTo>
                <a:lnTo>
                  <a:pt x="1480391" y="1214"/>
                </a:lnTo>
                <a:lnTo>
                  <a:pt x="1464055" y="0"/>
                </a:lnTo>
                <a:close/>
              </a:path>
              <a:path w="1555115" h="283845">
                <a:moveTo>
                  <a:pt x="94996" y="0"/>
                </a:moveTo>
                <a:lnTo>
                  <a:pt x="91058" y="0"/>
                </a:lnTo>
                <a:lnTo>
                  <a:pt x="74703" y="1214"/>
                </a:lnTo>
                <a:lnTo>
                  <a:pt x="38734" y="16001"/>
                </a:lnTo>
                <a:lnTo>
                  <a:pt x="21661" y="59562"/>
                </a:lnTo>
                <a:lnTo>
                  <a:pt x="21558" y="65091"/>
                </a:lnTo>
                <a:lnTo>
                  <a:pt x="21677" y="68635"/>
                </a:lnTo>
                <a:lnTo>
                  <a:pt x="22320" y="75469"/>
                </a:lnTo>
                <a:lnTo>
                  <a:pt x="23391" y="82732"/>
                </a:lnTo>
                <a:lnTo>
                  <a:pt x="24892" y="90423"/>
                </a:lnTo>
                <a:lnTo>
                  <a:pt x="27304" y="100837"/>
                </a:lnTo>
                <a:lnTo>
                  <a:pt x="28448" y="107949"/>
                </a:lnTo>
                <a:lnTo>
                  <a:pt x="28448" y="118363"/>
                </a:lnTo>
                <a:lnTo>
                  <a:pt x="26034" y="123951"/>
                </a:lnTo>
                <a:lnTo>
                  <a:pt x="16637" y="132587"/>
                </a:lnTo>
                <a:lnTo>
                  <a:pt x="9525" y="134873"/>
                </a:lnTo>
                <a:lnTo>
                  <a:pt x="0" y="135127"/>
                </a:lnTo>
                <a:lnTo>
                  <a:pt x="0" y="147319"/>
                </a:lnTo>
                <a:lnTo>
                  <a:pt x="9525" y="147700"/>
                </a:lnTo>
                <a:lnTo>
                  <a:pt x="16637" y="149986"/>
                </a:lnTo>
                <a:lnTo>
                  <a:pt x="26034" y="158622"/>
                </a:lnTo>
                <a:lnTo>
                  <a:pt x="28448" y="164210"/>
                </a:lnTo>
                <a:lnTo>
                  <a:pt x="28448" y="174624"/>
                </a:lnTo>
                <a:lnTo>
                  <a:pt x="27304" y="181609"/>
                </a:lnTo>
                <a:lnTo>
                  <a:pt x="24892" y="192150"/>
                </a:lnTo>
                <a:lnTo>
                  <a:pt x="23391" y="199842"/>
                </a:lnTo>
                <a:lnTo>
                  <a:pt x="22320" y="207105"/>
                </a:lnTo>
                <a:lnTo>
                  <a:pt x="21677" y="213939"/>
                </a:lnTo>
                <a:lnTo>
                  <a:pt x="21463" y="220344"/>
                </a:lnTo>
                <a:lnTo>
                  <a:pt x="22536" y="235321"/>
                </a:lnTo>
                <a:lnTo>
                  <a:pt x="48517" y="274629"/>
                </a:lnTo>
                <a:lnTo>
                  <a:pt x="91058" y="283844"/>
                </a:lnTo>
                <a:lnTo>
                  <a:pt x="94996" y="283844"/>
                </a:lnTo>
                <a:lnTo>
                  <a:pt x="94996" y="272541"/>
                </a:lnTo>
                <a:lnTo>
                  <a:pt x="92709" y="272541"/>
                </a:lnTo>
                <a:lnTo>
                  <a:pt x="82520" y="271829"/>
                </a:lnTo>
                <a:lnTo>
                  <a:pt x="49783" y="246078"/>
                </a:lnTo>
                <a:lnTo>
                  <a:pt x="46736" y="223011"/>
                </a:lnTo>
                <a:lnTo>
                  <a:pt x="46926" y="217465"/>
                </a:lnTo>
                <a:lnTo>
                  <a:pt x="47498" y="211312"/>
                </a:lnTo>
                <a:lnTo>
                  <a:pt x="48450" y="204563"/>
                </a:lnTo>
                <a:lnTo>
                  <a:pt x="49783" y="197230"/>
                </a:lnTo>
                <a:lnTo>
                  <a:pt x="51689" y="187070"/>
                </a:lnTo>
                <a:lnTo>
                  <a:pt x="52704" y="179704"/>
                </a:lnTo>
                <a:lnTo>
                  <a:pt x="52704" y="166877"/>
                </a:lnTo>
                <a:lnTo>
                  <a:pt x="50165" y="160019"/>
                </a:lnTo>
                <a:lnTo>
                  <a:pt x="45212" y="154558"/>
                </a:lnTo>
                <a:lnTo>
                  <a:pt x="40258" y="149224"/>
                </a:lnTo>
                <a:lnTo>
                  <a:pt x="34417" y="145160"/>
                </a:lnTo>
                <a:lnTo>
                  <a:pt x="27558" y="142620"/>
                </a:lnTo>
                <a:lnTo>
                  <a:pt x="27558" y="139953"/>
                </a:lnTo>
                <a:lnTo>
                  <a:pt x="34417" y="137286"/>
                </a:lnTo>
                <a:lnTo>
                  <a:pt x="40258" y="133349"/>
                </a:lnTo>
                <a:lnTo>
                  <a:pt x="45212" y="127888"/>
                </a:lnTo>
                <a:lnTo>
                  <a:pt x="50165" y="122554"/>
                </a:lnTo>
                <a:lnTo>
                  <a:pt x="52704" y="115569"/>
                </a:lnTo>
                <a:lnTo>
                  <a:pt x="52704" y="102869"/>
                </a:lnTo>
                <a:lnTo>
                  <a:pt x="51689" y="95503"/>
                </a:lnTo>
                <a:lnTo>
                  <a:pt x="49783" y="85343"/>
                </a:lnTo>
                <a:lnTo>
                  <a:pt x="48450" y="77958"/>
                </a:lnTo>
                <a:lnTo>
                  <a:pt x="47498" y="71215"/>
                </a:lnTo>
                <a:lnTo>
                  <a:pt x="46926" y="65091"/>
                </a:lnTo>
                <a:lnTo>
                  <a:pt x="46736" y="59562"/>
                </a:lnTo>
                <a:lnTo>
                  <a:pt x="47498" y="47609"/>
                </a:lnTo>
                <a:lnTo>
                  <a:pt x="73485" y="14144"/>
                </a:lnTo>
                <a:lnTo>
                  <a:pt x="92709" y="11302"/>
                </a:lnTo>
                <a:lnTo>
                  <a:pt x="94996" y="11302"/>
                </a:lnTo>
                <a:lnTo>
                  <a:pt x="9499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bject 15"/>
              <p:cNvSpPr txBox="1"/>
              <p:nvPr/>
            </p:nvSpPr>
            <p:spPr>
              <a:xfrm>
                <a:off x="657315" y="983841"/>
                <a:ext cx="10523829" cy="4012637"/>
              </a:xfrm>
              <a:prstGeom prst="rect">
                <a:avLst/>
              </a:prstGeom>
            </p:spPr>
            <p:txBody>
              <a:bodyPr vert="horz" wrap="square" lIns="0" tIns="102870" rIns="0" bIns="0" rtlCol="0">
                <a:spAutoFit/>
              </a:bodyPr>
              <a:lstStyle/>
              <a:p>
                <a:pPr marL="444500" indent="-342900">
                  <a:lnSpc>
                    <a:spcPct val="100000"/>
                  </a:lnSpc>
                  <a:spcBef>
                    <a:spcPts val="810"/>
                  </a:spcBef>
                  <a:buClr>
                    <a:srgbClr val="8092F0"/>
                  </a:buClr>
                  <a:buSzPct val="69642"/>
                  <a:buFont typeface="Wingdings"/>
                  <a:buChar char=""/>
                  <a:tabLst>
                    <a:tab pos="443865" algn="l"/>
                    <a:tab pos="444500" algn="l"/>
                  </a:tabLst>
                </a:pPr>
                <a:r>
                  <a:rPr sz="2800" dirty="0" err="1">
                    <a:latin typeface="SimSun" panose="02010600030101010101" pitchFamily="2" charset="-122"/>
                    <a:ea typeface="SimSun" panose="02010600030101010101" pitchFamily="2" charset="-122"/>
                    <a:cs typeface="PMingLiU"/>
                  </a:rPr>
                  <a:t>顶点的度</a:t>
                </a:r>
                <a:r>
                  <a:rPr sz="2800" b="1" dirty="0">
                    <a:latin typeface="SimSun" panose="02010600030101010101" pitchFamily="2" charset="-122"/>
                    <a:ea typeface="SimSun" panose="02010600030101010101" pitchFamily="2" charset="-122"/>
                    <a:cs typeface="Times New Roman"/>
                  </a:rPr>
                  <a:t>(Degree</a:t>
                </a:r>
                <a:r>
                  <a:rPr sz="2800" b="1" spc="-35" dirty="0">
                    <a:latin typeface="SimSun" panose="02010600030101010101" pitchFamily="2" charset="-122"/>
                    <a:ea typeface="SimSun" panose="02010600030101010101" pitchFamily="2" charset="-122"/>
                    <a:cs typeface="Times New Roman"/>
                  </a:rPr>
                  <a:t> </a:t>
                </a:r>
                <a:r>
                  <a:rPr sz="2800" b="1" dirty="0">
                    <a:latin typeface="SimSun" panose="02010600030101010101" pitchFamily="2" charset="-122"/>
                    <a:ea typeface="SimSun" panose="02010600030101010101" pitchFamily="2" charset="-122"/>
                    <a:cs typeface="Times New Roman"/>
                  </a:rPr>
                  <a:t>of a</a:t>
                </a:r>
                <a:r>
                  <a:rPr sz="2800" b="1" spc="5" dirty="0">
                    <a:latin typeface="SimSun" panose="02010600030101010101" pitchFamily="2" charset="-122"/>
                    <a:ea typeface="SimSun" panose="02010600030101010101" pitchFamily="2" charset="-122"/>
                    <a:cs typeface="Times New Roman"/>
                  </a:rPr>
                  <a:t> </a:t>
                </a:r>
                <a:r>
                  <a:rPr sz="2800" b="1" spc="-10" dirty="0">
                    <a:latin typeface="SimSun" panose="02010600030101010101" pitchFamily="2" charset="-122"/>
                    <a:ea typeface="SimSun" panose="02010600030101010101" pitchFamily="2" charset="-122"/>
                    <a:cs typeface="Times New Roman"/>
                  </a:rPr>
                  <a:t>Vertex)</a:t>
                </a:r>
                <a:endParaRPr sz="2800" dirty="0">
                  <a:latin typeface="SimSun" panose="02010600030101010101" pitchFamily="2" charset="-122"/>
                  <a:ea typeface="SimSun" panose="02010600030101010101" pitchFamily="2" charset="-122"/>
                  <a:cs typeface="Times New Roman"/>
                </a:endParaRPr>
              </a:p>
              <a:p>
                <a:pPr marL="793115" lvl="1" indent="-347980">
                  <a:lnSpc>
                    <a:spcPct val="100000"/>
                  </a:lnSpc>
                  <a:spcBef>
                    <a:spcPts val="610"/>
                  </a:spcBef>
                  <a:buClr>
                    <a:srgbClr val="DAB6FB"/>
                  </a:buClr>
                  <a:buSzPct val="68750"/>
                  <a:buFont typeface="Wingdings"/>
                  <a:buChar char=""/>
                  <a:tabLst>
                    <a:tab pos="793115" algn="l"/>
                    <a:tab pos="793750" algn="l"/>
                  </a:tabLst>
                </a:pPr>
                <a:r>
                  <a:rPr sz="2400" dirty="0" err="1">
                    <a:latin typeface="PMingLiU"/>
                    <a:cs typeface="PMingLiU"/>
                  </a:rPr>
                  <a:t>顶点</a:t>
                </a:r>
                <a:r>
                  <a:rPr sz="2400" spc="-10" dirty="0">
                    <a:latin typeface="Cambria Math"/>
                    <a:cs typeface="Cambria Math"/>
                  </a:rPr>
                  <a:t>𝒗</a:t>
                </a:r>
                <a:r>
                  <a:rPr sz="2400" dirty="0" err="1">
                    <a:latin typeface="PMingLiU"/>
                    <a:cs typeface="PMingLiU"/>
                  </a:rPr>
                  <a:t>的度</a:t>
                </a:r>
                <a:r>
                  <a:rPr sz="2400" spc="-10" dirty="0">
                    <a:latin typeface="Cambria Math"/>
                    <a:cs typeface="Cambria Math"/>
                  </a:rPr>
                  <a:t>𝒅𝒆𝒈(𝒗)</a:t>
                </a:r>
                <a:r>
                  <a:rPr sz="2400" dirty="0" err="1">
                    <a:latin typeface="PMingLiU"/>
                    <a:cs typeface="PMingLiU"/>
                  </a:rPr>
                  <a:t>是</a:t>
                </a:r>
                <a:r>
                  <a:rPr sz="2400" spc="-10" dirty="0">
                    <a:latin typeface="Cambria Math"/>
                    <a:cs typeface="Cambria Math"/>
                  </a:rPr>
                  <a:t>𝒗</a:t>
                </a:r>
                <a:r>
                  <a:rPr sz="2400" spc="-10" dirty="0" err="1">
                    <a:latin typeface="PMingLiU"/>
                    <a:cs typeface="PMingLiU"/>
                  </a:rPr>
                  <a:t>关联的边数</a:t>
                </a:r>
                <a:endParaRPr sz="2400" dirty="0">
                  <a:latin typeface="PMingLiU"/>
                  <a:cs typeface="PMingLiU"/>
                </a:endParaRPr>
              </a:p>
              <a:p>
                <a:pPr marL="444500" indent="-342900">
                  <a:lnSpc>
                    <a:spcPct val="100000"/>
                  </a:lnSpc>
                  <a:spcBef>
                    <a:spcPts val="640"/>
                  </a:spcBef>
                  <a:buClr>
                    <a:srgbClr val="8092F0"/>
                  </a:buClr>
                  <a:buSzPct val="69642"/>
                  <a:buFont typeface="Wingdings"/>
                  <a:buChar char=""/>
                  <a:tabLst>
                    <a:tab pos="443865" algn="l"/>
                    <a:tab pos="444500" algn="l"/>
                  </a:tabLst>
                </a:pPr>
                <a:r>
                  <a:rPr sz="2800" dirty="0" err="1">
                    <a:latin typeface="SimSun" panose="02010600030101010101" pitchFamily="2" charset="-122"/>
                    <a:ea typeface="SimSun" panose="02010600030101010101" pitchFamily="2" charset="-122"/>
                    <a:cs typeface="PMingLiU"/>
                  </a:rPr>
                  <a:t>图的度</a:t>
                </a:r>
                <a:r>
                  <a:rPr sz="2800" b="1" dirty="0">
                    <a:latin typeface="SimSun" panose="02010600030101010101" pitchFamily="2" charset="-122"/>
                    <a:ea typeface="SimSun" panose="02010600030101010101" pitchFamily="2" charset="-122"/>
                    <a:cs typeface="Times New Roman"/>
                  </a:rPr>
                  <a:t>(Degree</a:t>
                </a:r>
                <a:r>
                  <a:rPr sz="2800" b="1" spc="-25" dirty="0">
                    <a:latin typeface="SimSun" panose="02010600030101010101" pitchFamily="2" charset="-122"/>
                    <a:ea typeface="SimSun" panose="02010600030101010101" pitchFamily="2" charset="-122"/>
                    <a:cs typeface="Times New Roman"/>
                  </a:rPr>
                  <a:t> </a:t>
                </a:r>
                <a:r>
                  <a:rPr sz="2800" b="1" dirty="0">
                    <a:latin typeface="SimSun" panose="02010600030101010101" pitchFamily="2" charset="-122"/>
                    <a:ea typeface="SimSun" panose="02010600030101010101" pitchFamily="2" charset="-122"/>
                    <a:cs typeface="Times New Roman"/>
                  </a:rPr>
                  <a:t>of a </a:t>
                </a:r>
                <a:r>
                  <a:rPr sz="2800" b="1" spc="-10" dirty="0">
                    <a:latin typeface="SimSun" panose="02010600030101010101" pitchFamily="2" charset="-122"/>
                    <a:ea typeface="SimSun" panose="02010600030101010101" pitchFamily="2" charset="-122"/>
                    <a:cs typeface="Times New Roman"/>
                  </a:rPr>
                  <a:t>Graph)</a:t>
                </a:r>
                <a:endParaRPr sz="2800" dirty="0">
                  <a:latin typeface="SimSun" panose="02010600030101010101" pitchFamily="2" charset="-122"/>
                  <a:ea typeface="SimSun" panose="02010600030101010101" pitchFamily="2" charset="-122"/>
                  <a:cs typeface="Times New Roman"/>
                </a:endParaRPr>
              </a:p>
              <a:p>
                <a:pPr marL="793115" lvl="1" indent="-347980">
                  <a:lnSpc>
                    <a:spcPct val="100000"/>
                  </a:lnSpc>
                  <a:spcBef>
                    <a:spcPts val="610"/>
                  </a:spcBef>
                  <a:buClr>
                    <a:srgbClr val="DAB6FB"/>
                  </a:buClr>
                  <a:buSzPct val="68750"/>
                  <a:buFont typeface="Wingdings"/>
                  <a:buChar char=""/>
                  <a:tabLst>
                    <a:tab pos="793115" algn="l"/>
                    <a:tab pos="793750" algn="l"/>
                  </a:tabLst>
                </a:pPr>
                <a:r>
                  <a:rPr sz="2400" dirty="0" err="1">
                    <a:latin typeface="PMingLiU"/>
                    <a:cs typeface="PMingLiU"/>
                  </a:rPr>
                  <a:t>图</a:t>
                </a:r>
                <a:r>
                  <a:rPr sz="2400" dirty="0">
                    <a:latin typeface="Cambria Math"/>
                    <a:cs typeface="Cambria Math"/>
                  </a:rPr>
                  <a:t>𝑮</a:t>
                </a:r>
                <a:r>
                  <a:rPr sz="2400" spc="65" dirty="0">
                    <a:latin typeface="Cambria Math"/>
                    <a:cs typeface="Cambria Math"/>
                  </a:rPr>
                  <a:t> =&lt; </a:t>
                </a:r>
                <a:r>
                  <a:rPr sz="2400" dirty="0">
                    <a:latin typeface="Cambria Math"/>
                    <a:cs typeface="Cambria Math"/>
                  </a:rPr>
                  <a:t>𝑽</a:t>
                </a:r>
                <a:r>
                  <a:rPr sz="2400" spc="-70" dirty="0">
                    <a:latin typeface="Cambria Math"/>
                    <a:cs typeface="Cambria Math"/>
                  </a:rPr>
                  <a:t>, </a:t>
                </a:r>
                <a:r>
                  <a:rPr sz="2400" dirty="0">
                    <a:latin typeface="Cambria Math"/>
                    <a:cs typeface="Cambria Math"/>
                  </a:rPr>
                  <a:t>𝑬</a:t>
                </a:r>
                <a:r>
                  <a:rPr sz="2400" spc="65" dirty="0">
                    <a:latin typeface="Cambria Math"/>
                    <a:cs typeface="Cambria Math"/>
                  </a:rPr>
                  <a:t> &gt;</a:t>
                </a:r>
                <a:r>
                  <a:rPr sz="2400" dirty="0" err="1">
                    <a:latin typeface="SimSun" panose="02010600030101010101" pitchFamily="2" charset="-122"/>
                    <a:ea typeface="SimSun" panose="02010600030101010101" pitchFamily="2" charset="-122"/>
                    <a:cs typeface="PMingLiU"/>
                  </a:rPr>
                  <a:t>的度，是图各顶点的度之和</a:t>
                </a:r>
                <a:r>
                  <a:rPr sz="2400" dirty="0">
                    <a:latin typeface="SimSun" panose="02010600030101010101" pitchFamily="2" charset="-122"/>
                    <a:ea typeface="SimSun" panose="02010600030101010101" pitchFamily="2" charset="-122"/>
                    <a:cs typeface="PMingLiU"/>
                  </a:rPr>
                  <a:t>，</a:t>
                </a:r>
                <a:r>
                  <a:rPr sz="2400" dirty="0">
                    <a:latin typeface="Cambria Math"/>
                    <a:cs typeface="Cambria Math"/>
                  </a:rPr>
                  <a:t>𝒅𝒆𝒈(𝑮)</a:t>
                </a:r>
                <a:r>
                  <a:rPr sz="2400" spc="90" dirty="0">
                    <a:latin typeface="Cambria Math"/>
                    <a:cs typeface="Cambria Math"/>
                  </a:rPr>
                  <a:t> 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zh-CN" altLang="en-US" sz="2400" i="1" spc="90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m:rPr>
                            <m:nor/>
                          </m:rPr>
                          <a:rPr lang="zh-CN" altLang="en-US" sz="2625" spc="112" baseline="-17460" dirty="0">
                            <a:latin typeface="Cambria Math"/>
                            <a:cs typeface="Cambria Math"/>
                          </a:rPr>
                          <m:t>𝒗</m:t>
                        </m:r>
                        <m:r>
                          <m:rPr>
                            <m:nor/>
                          </m:rPr>
                          <a:rPr lang="zh-CN" altLang="en-US" sz="2625" spc="112" baseline="-17460" dirty="0">
                            <a:latin typeface="Cambria Math"/>
                            <a:cs typeface="Cambria Math"/>
                          </a:rPr>
                          <m:t>∈</m:t>
                        </m:r>
                        <m:r>
                          <m:rPr>
                            <m:nor/>
                          </m:rPr>
                          <a:rPr lang="zh-CN" altLang="en-US" sz="2625" spc="112" baseline="-17460" dirty="0">
                            <a:latin typeface="Cambria Math"/>
                            <a:cs typeface="Cambria Math"/>
                          </a:rPr>
                          <m:t>𝑽</m:t>
                        </m:r>
                        <m:r>
                          <m:rPr>
                            <m:nor/>
                          </m:rPr>
                          <a:rPr lang="zh-CN" altLang="en-US" sz="2625" spc="15" baseline="-17460" dirty="0">
                            <a:latin typeface="Cambria Math"/>
                            <a:cs typeface="Cambria Math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zh-CN" altLang="en-US" sz="2400" spc="-10" dirty="0">
                            <a:latin typeface="Cambria Math"/>
                            <a:cs typeface="Cambria Math"/>
                          </a:rPr>
                          <m:t>𝒅𝒆𝒈</m:t>
                        </m:r>
                        <m:r>
                          <m:rPr>
                            <m:nor/>
                          </m:rPr>
                          <a:rPr lang="en-US" altLang="zh-CN" sz="2400" spc="-10" dirty="0">
                            <a:latin typeface="Cambria Math"/>
                            <a:cs typeface="Cambria Math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altLang="zh-CN" sz="2400" spc="-10" dirty="0">
                            <a:latin typeface="Cambria Math"/>
                            <a:cs typeface="Cambria Math"/>
                          </a:rPr>
                          <m:t>𝒗</m:t>
                        </m:r>
                        <m:r>
                          <m:rPr>
                            <m:nor/>
                          </m:rPr>
                          <a:rPr lang="en-US" altLang="zh-CN" sz="2400" spc="-10" dirty="0">
                            <a:latin typeface="Cambria Math"/>
                            <a:cs typeface="Cambria Math"/>
                          </a:rPr>
                          <m:t>)</m:t>
                        </m:r>
                        <m:r>
                          <m:rPr>
                            <m:nor/>
                          </m:rPr>
                          <a:rPr lang="zh-CN" altLang="en-US" sz="2400" dirty="0">
                            <a:latin typeface="Cambria Math"/>
                            <a:cs typeface="Cambria Math"/>
                          </a:rPr>
                          <m:t> </m:t>
                        </m:r>
                      </m:e>
                    </m:nary>
                  </m:oMath>
                </a14:m>
                <a:endParaRPr sz="3950" dirty="0">
                  <a:latin typeface="Cambria Math"/>
                  <a:cs typeface="Cambria Math"/>
                </a:endParaRPr>
              </a:p>
              <a:p>
                <a:pPr marL="444500" indent="-342900">
                  <a:lnSpc>
                    <a:spcPct val="100000"/>
                  </a:lnSpc>
                  <a:buClr>
                    <a:srgbClr val="8092F0"/>
                  </a:buClr>
                  <a:buSzPct val="69642"/>
                  <a:buFont typeface="Wingdings"/>
                  <a:buChar char=""/>
                  <a:tabLst>
                    <a:tab pos="443865" algn="l"/>
                    <a:tab pos="444500" algn="l"/>
                  </a:tabLst>
                </a:pPr>
                <a:endParaRPr lang="en-US" sz="2800" dirty="0">
                  <a:latin typeface="PMingLiU"/>
                  <a:cs typeface="PMingLiU"/>
                </a:endParaRPr>
              </a:p>
              <a:p>
                <a:pPr marL="444500" indent="-342900">
                  <a:lnSpc>
                    <a:spcPct val="100000"/>
                  </a:lnSpc>
                  <a:buClr>
                    <a:srgbClr val="8092F0"/>
                  </a:buClr>
                  <a:buSzPct val="69642"/>
                  <a:buFont typeface="Wingdings"/>
                  <a:buChar char=""/>
                  <a:tabLst>
                    <a:tab pos="443865" algn="l"/>
                    <a:tab pos="444500" algn="l"/>
                  </a:tabLst>
                </a:pPr>
                <a:r>
                  <a:rPr sz="2800" dirty="0" err="1">
                    <a:latin typeface="PMingLiU"/>
                    <a:cs typeface="PMingLiU"/>
                  </a:rPr>
                  <a:t>图</a:t>
                </a:r>
                <a:r>
                  <a:rPr sz="2800" dirty="0">
                    <a:latin typeface="Cambria Math"/>
                    <a:cs typeface="Cambria Math"/>
                  </a:rPr>
                  <a:t>𝑮</a:t>
                </a:r>
                <a:r>
                  <a:rPr sz="3075" baseline="-14905" dirty="0">
                    <a:latin typeface="Cambria Math"/>
                    <a:cs typeface="Cambria Math"/>
                  </a:rPr>
                  <a:t>𝟏</a:t>
                </a:r>
                <a:r>
                  <a:rPr sz="3075" spc="660" baseline="-14905" dirty="0">
                    <a:latin typeface="Cambria Math"/>
                    <a:cs typeface="Cambria Math"/>
                  </a:rPr>
                  <a:t> </a:t>
                </a:r>
                <a:r>
                  <a:rPr sz="2800" spc="55" dirty="0">
                    <a:latin typeface="Cambria Math"/>
                    <a:cs typeface="Cambria Math"/>
                  </a:rPr>
                  <a:t>=&lt; </a:t>
                </a:r>
                <a:r>
                  <a:rPr sz="2800" dirty="0">
                    <a:latin typeface="Cambria Math"/>
                    <a:cs typeface="Cambria Math"/>
                  </a:rPr>
                  <a:t>𝑽</a:t>
                </a:r>
                <a:r>
                  <a:rPr sz="3075" baseline="-14905" dirty="0">
                    <a:latin typeface="Cambria Math"/>
                    <a:cs typeface="Cambria Math"/>
                  </a:rPr>
                  <a:t>𝟏</a:t>
                </a:r>
                <a:r>
                  <a:rPr sz="2800" spc="-75" dirty="0">
                    <a:latin typeface="Cambria Math"/>
                    <a:cs typeface="Cambria Math"/>
                  </a:rPr>
                  <a:t>, </a:t>
                </a:r>
                <a:r>
                  <a:rPr sz="2800" dirty="0">
                    <a:latin typeface="Cambria Math"/>
                    <a:cs typeface="Cambria Math"/>
                  </a:rPr>
                  <a:t>𝑬</a:t>
                </a:r>
                <a:r>
                  <a:rPr sz="3075" baseline="-14905" dirty="0">
                    <a:latin typeface="Cambria Math"/>
                    <a:cs typeface="Cambria Math"/>
                  </a:rPr>
                  <a:t>𝟏</a:t>
                </a:r>
                <a:r>
                  <a:rPr sz="3075" spc="697" baseline="-14905" dirty="0">
                    <a:latin typeface="Cambria Math"/>
                    <a:cs typeface="Cambria Math"/>
                  </a:rPr>
                  <a:t> </a:t>
                </a:r>
                <a:r>
                  <a:rPr sz="2800" spc="-50" dirty="0">
                    <a:latin typeface="Cambria Math"/>
                    <a:cs typeface="Cambria Math"/>
                  </a:rPr>
                  <a:t>&gt;</a:t>
                </a:r>
                <a:endParaRPr sz="2800" dirty="0">
                  <a:latin typeface="Cambria Math"/>
                  <a:cs typeface="Cambria Math"/>
                </a:endParaRPr>
              </a:p>
              <a:p>
                <a:pPr marL="6374130">
                  <a:lnSpc>
                    <a:spcPct val="100000"/>
                  </a:lnSpc>
                  <a:spcBef>
                    <a:spcPts val="434"/>
                  </a:spcBef>
                  <a:tabLst>
                    <a:tab pos="7232650" algn="l"/>
                  </a:tabLst>
                </a:pPr>
                <a:r>
                  <a:rPr sz="2400" dirty="0">
                    <a:latin typeface="Cambria Math"/>
                    <a:cs typeface="Cambria Math"/>
                  </a:rPr>
                  <a:t>𝑽</a:t>
                </a:r>
                <a:r>
                  <a:rPr sz="2625" baseline="-15873" dirty="0">
                    <a:latin typeface="Cambria Math"/>
                    <a:cs typeface="Cambria Math"/>
                  </a:rPr>
                  <a:t>𝟏</a:t>
                </a:r>
                <a:r>
                  <a:rPr sz="2625" spc="569" baseline="-15873" dirty="0">
                    <a:latin typeface="Cambria Math"/>
                    <a:cs typeface="Cambria Math"/>
                  </a:rPr>
                  <a:t> </a:t>
                </a:r>
                <a:r>
                  <a:rPr sz="2400" spc="-50" dirty="0">
                    <a:latin typeface="Cambria Math"/>
                    <a:cs typeface="Cambria Math"/>
                  </a:rPr>
                  <a:t>=</a:t>
                </a:r>
                <a:r>
                  <a:rPr sz="2400" dirty="0">
                    <a:latin typeface="Cambria Math"/>
                    <a:cs typeface="Cambria Math"/>
                  </a:rPr>
                  <a:t>	</a:t>
                </a:r>
                <a:r>
                  <a:rPr sz="2400" spc="-10" dirty="0">
                    <a:latin typeface="Cambria Math"/>
                    <a:cs typeface="Cambria Math"/>
                  </a:rPr>
                  <a:t>𝒂,</a:t>
                </a:r>
                <a:r>
                  <a:rPr sz="2400" spc="-135" dirty="0">
                    <a:latin typeface="Cambria Math"/>
                    <a:cs typeface="Cambria Math"/>
                  </a:rPr>
                  <a:t> </a:t>
                </a:r>
                <a:r>
                  <a:rPr sz="2400" dirty="0">
                    <a:latin typeface="Cambria Math"/>
                    <a:cs typeface="Cambria Math"/>
                  </a:rPr>
                  <a:t>𝒃,</a:t>
                </a:r>
                <a:r>
                  <a:rPr sz="2400" spc="-130" dirty="0">
                    <a:latin typeface="Cambria Math"/>
                    <a:cs typeface="Cambria Math"/>
                  </a:rPr>
                  <a:t> </a:t>
                </a:r>
                <a:r>
                  <a:rPr sz="2400" dirty="0">
                    <a:latin typeface="Cambria Math"/>
                    <a:cs typeface="Cambria Math"/>
                  </a:rPr>
                  <a:t>𝒄,</a:t>
                </a:r>
                <a:r>
                  <a:rPr sz="2400" spc="-130" dirty="0">
                    <a:latin typeface="Cambria Math"/>
                    <a:cs typeface="Cambria Math"/>
                  </a:rPr>
                  <a:t> </a:t>
                </a:r>
                <a:r>
                  <a:rPr sz="2400" dirty="0">
                    <a:latin typeface="Cambria Math"/>
                    <a:cs typeface="Cambria Math"/>
                  </a:rPr>
                  <a:t>𝒅,</a:t>
                </a:r>
                <a:r>
                  <a:rPr sz="2400" spc="-130" dirty="0">
                    <a:latin typeface="Cambria Math"/>
                    <a:cs typeface="Cambria Math"/>
                  </a:rPr>
                  <a:t> </a:t>
                </a:r>
                <a:r>
                  <a:rPr sz="2400" spc="-50" dirty="0">
                    <a:latin typeface="Cambria Math"/>
                    <a:cs typeface="Cambria Math"/>
                  </a:rPr>
                  <a:t>𝒇</a:t>
                </a:r>
                <a:endParaRPr sz="2400" dirty="0">
                  <a:latin typeface="Cambria Math"/>
                  <a:cs typeface="Cambria Math"/>
                </a:endParaRPr>
              </a:p>
              <a:p>
                <a:pPr marL="1691639">
                  <a:lnSpc>
                    <a:spcPts val="2755"/>
                  </a:lnSpc>
                  <a:spcBef>
                    <a:spcPts val="590"/>
                  </a:spcBef>
                  <a:tabLst>
                    <a:tab pos="3162300" algn="l"/>
                    <a:tab pos="4646930" algn="l"/>
                  </a:tabLst>
                </a:pPr>
                <a:r>
                  <a:rPr sz="2400" spc="-50" dirty="0">
                    <a:latin typeface="Cambria Math"/>
                    <a:cs typeface="Cambria Math"/>
                  </a:rPr>
                  <a:t>𝒂</a:t>
                </a:r>
                <a:r>
                  <a:rPr sz="2400" dirty="0">
                    <a:latin typeface="Cambria Math"/>
                    <a:cs typeface="Cambria Math"/>
                  </a:rPr>
                  <a:t>	</a:t>
                </a:r>
                <a:r>
                  <a:rPr sz="2400" spc="-50" dirty="0">
                    <a:latin typeface="Cambria Math"/>
                    <a:cs typeface="Cambria Math"/>
                  </a:rPr>
                  <a:t>𝒃</a:t>
                </a:r>
                <a:r>
                  <a:rPr sz="2400" dirty="0">
                    <a:latin typeface="Cambria Math"/>
                    <a:cs typeface="Cambria Math"/>
                  </a:rPr>
                  <a:t>	</a:t>
                </a:r>
                <a:r>
                  <a:rPr sz="2400" spc="-50" dirty="0">
                    <a:latin typeface="Cambria Math"/>
                    <a:cs typeface="Cambria Math"/>
                  </a:rPr>
                  <a:t>𝒄</a:t>
                </a:r>
                <a:endParaRPr sz="2400" dirty="0">
                  <a:latin typeface="Cambria Math"/>
                  <a:cs typeface="Cambria Math"/>
                </a:endParaRPr>
              </a:p>
              <a:p>
                <a:pPr marL="6585584">
                  <a:lnSpc>
                    <a:spcPts val="2755"/>
                  </a:lnSpc>
                  <a:tabLst>
                    <a:tab pos="7681595" algn="l"/>
                  </a:tabLst>
                </a:pPr>
                <a:r>
                  <a:rPr sz="2400" dirty="0">
                    <a:latin typeface="Cambria Math"/>
                    <a:cs typeface="Cambria Math"/>
                  </a:rPr>
                  <a:t>𝒅𝒆𝒈</a:t>
                </a:r>
                <a:r>
                  <a:rPr sz="2400" spc="455" dirty="0">
                    <a:latin typeface="Cambria Math"/>
                    <a:cs typeface="Cambria Math"/>
                  </a:rPr>
                  <a:t> </a:t>
                </a:r>
                <a:r>
                  <a:rPr sz="2400" spc="-50" dirty="0">
                    <a:latin typeface="Cambria Math"/>
                    <a:cs typeface="Cambria Math"/>
                  </a:rPr>
                  <a:t>𝒂</a:t>
                </a:r>
                <a:r>
                  <a:rPr sz="2400" dirty="0">
                    <a:latin typeface="Cambria Math"/>
                    <a:cs typeface="Cambria Math"/>
                  </a:rPr>
                  <a:t>	=</a:t>
                </a:r>
                <a:r>
                  <a:rPr sz="2400" spc="130" dirty="0">
                    <a:latin typeface="Cambria Math"/>
                    <a:cs typeface="Cambria Math"/>
                  </a:rPr>
                  <a:t> </a:t>
                </a:r>
                <a:r>
                  <a:rPr sz="2400" spc="-50" dirty="0">
                    <a:latin typeface="Cambria Math"/>
                    <a:cs typeface="Cambria Math"/>
                  </a:rPr>
                  <a:t>𝟐</a:t>
                </a:r>
                <a:endParaRPr sz="2400" dirty="0">
                  <a:latin typeface="Cambria Math"/>
                  <a:cs typeface="Cambria Math"/>
                </a:endParaRPr>
              </a:p>
            </p:txBody>
          </p:sp>
        </mc:Choice>
        <mc:Fallback xmlns="">
          <p:sp>
            <p:nvSpPr>
              <p:cNvPr id="15" name="object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315" y="983841"/>
                <a:ext cx="10523829" cy="4012637"/>
              </a:xfrm>
              <a:prstGeom prst="rect">
                <a:avLst/>
              </a:prstGeom>
              <a:blipFill>
                <a:blip r:embed="rId2"/>
                <a:stretch>
                  <a:fillRect l="-361" t="-315" b="-34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object 5">
            <a:extLst>
              <a:ext uri="{FF2B5EF4-FFF2-40B4-BE49-F238E27FC236}">
                <a16:creationId xmlns:a16="http://schemas.microsoft.com/office/drawing/2014/main" id="{A25528A2-4083-2640-A281-0FA85CE1D773}"/>
              </a:ext>
            </a:extLst>
          </p:cNvPr>
          <p:cNvGrpSpPr/>
          <p:nvPr/>
        </p:nvGrpSpPr>
        <p:grpSpPr>
          <a:xfrm>
            <a:off x="2117678" y="4125267"/>
            <a:ext cx="2103120" cy="2269490"/>
            <a:chOff x="2106929" y="4008882"/>
            <a:chExt cx="2103120" cy="2269490"/>
          </a:xfrm>
        </p:grpSpPr>
        <p:sp>
          <p:nvSpPr>
            <p:cNvPr id="17" name="object 6">
              <a:extLst>
                <a:ext uri="{FF2B5EF4-FFF2-40B4-BE49-F238E27FC236}">
                  <a16:creationId xmlns:a16="http://schemas.microsoft.com/office/drawing/2014/main" id="{17C8F6C7-6362-534B-B452-9F6656208C53}"/>
                </a:ext>
              </a:extLst>
            </p:cNvPr>
            <p:cNvSpPr/>
            <p:nvPr/>
          </p:nvSpPr>
          <p:spPr>
            <a:xfrm>
              <a:off x="2125979" y="4027932"/>
              <a:ext cx="596265" cy="596900"/>
            </a:xfrm>
            <a:custGeom>
              <a:avLst/>
              <a:gdLst/>
              <a:ahLst/>
              <a:cxnLst/>
              <a:rect l="l" t="t" r="r" b="b"/>
              <a:pathLst>
                <a:path w="596264" h="596900">
                  <a:moveTo>
                    <a:pt x="0" y="298323"/>
                  </a:moveTo>
                  <a:lnTo>
                    <a:pt x="3898" y="249943"/>
                  </a:lnTo>
                  <a:lnTo>
                    <a:pt x="15185" y="204045"/>
                  </a:lnTo>
                  <a:lnTo>
                    <a:pt x="33247" y="161244"/>
                  </a:lnTo>
                  <a:lnTo>
                    <a:pt x="57473" y="122154"/>
                  </a:lnTo>
                  <a:lnTo>
                    <a:pt x="87249" y="87391"/>
                  </a:lnTo>
                  <a:lnTo>
                    <a:pt x="121962" y="57570"/>
                  </a:lnTo>
                  <a:lnTo>
                    <a:pt x="161001" y="33305"/>
                  </a:lnTo>
                  <a:lnTo>
                    <a:pt x="203752" y="15212"/>
                  </a:lnTo>
                  <a:lnTo>
                    <a:pt x="249603" y="3905"/>
                  </a:lnTo>
                  <a:lnTo>
                    <a:pt x="297942" y="0"/>
                  </a:lnTo>
                  <a:lnTo>
                    <a:pt x="346280" y="3905"/>
                  </a:lnTo>
                  <a:lnTo>
                    <a:pt x="392131" y="15212"/>
                  </a:lnTo>
                  <a:lnTo>
                    <a:pt x="434882" y="33305"/>
                  </a:lnTo>
                  <a:lnTo>
                    <a:pt x="473921" y="57570"/>
                  </a:lnTo>
                  <a:lnTo>
                    <a:pt x="508635" y="87391"/>
                  </a:lnTo>
                  <a:lnTo>
                    <a:pt x="538410" y="122154"/>
                  </a:lnTo>
                  <a:lnTo>
                    <a:pt x="562636" y="161244"/>
                  </a:lnTo>
                  <a:lnTo>
                    <a:pt x="580698" y="204045"/>
                  </a:lnTo>
                  <a:lnTo>
                    <a:pt x="591985" y="249943"/>
                  </a:lnTo>
                  <a:lnTo>
                    <a:pt x="595883" y="298323"/>
                  </a:lnTo>
                  <a:lnTo>
                    <a:pt x="591985" y="346702"/>
                  </a:lnTo>
                  <a:lnTo>
                    <a:pt x="580698" y="392600"/>
                  </a:lnTo>
                  <a:lnTo>
                    <a:pt x="562636" y="435401"/>
                  </a:lnTo>
                  <a:lnTo>
                    <a:pt x="538410" y="474491"/>
                  </a:lnTo>
                  <a:lnTo>
                    <a:pt x="508634" y="509254"/>
                  </a:lnTo>
                  <a:lnTo>
                    <a:pt x="473921" y="539075"/>
                  </a:lnTo>
                  <a:lnTo>
                    <a:pt x="434882" y="563340"/>
                  </a:lnTo>
                  <a:lnTo>
                    <a:pt x="392131" y="581433"/>
                  </a:lnTo>
                  <a:lnTo>
                    <a:pt x="346280" y="592740"/>
                  </a:lnTo>
                  <a:lnTo>
                    <a:pt x="297942" y="596646"/>
                  </a:lnTo>
                  <a:lnTo>
                    <a:pt x="249603" y="592740"/>
                  </a:lnTo>
                  <a:lnTo>
                    <a:pt x="203752" y="581433"/>
                  </a:lnTo>
                  <a:lnTo>
                    <a:pt x="161001" y="563340"/>
                  </a:lnTo>
                  <a:lnTo>
                    <a:pt x="121962" y="539075"/>
                  </a:lnTo>
                  <a:lnTo>
                    <a:pt x="87248" y="509254"/>
                  </a:lnTo>
                  <a:lnTo>
                    <a:pt x="57473" y="474491"/>
                  </a:lnTo>
                  <a:lnTo>
                    <a:pt x="33247" y="435401"/>
                  </a:lnTo>
                  <a:lnTo>
                    <a:pt x="15185" y="392600"/>
                  </a:lnTo>
                  <a:lnTo>
                    <a:pt x="3898" y="346702"/>
                  </a:lnTo>
                  <a:lnTo>
                    <a:pt x="0" y="298323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7">
              <a:extLst>
                <a:ext uri="{FF2B5EF4-FFF2-40B4-BE49-F238E27FC236}">
                  <a16:creationId xmlns:a16="http://schemas.microsoft.com/office/drawing/2014/main" id="{6280992C-9689-8A41-894C-0A418DC33448}"/>
                </a:ext>
              </a:extLst>
            </p:cNvPr>
            <p:cNvSpPr/>
            <p:nvPr/>
          </p:nvSpPr>
          <p:spPr>
            <a:xfrm>
              <a:off x="3595115" y="4027932"/>
              <a:ext cx="596265" cy="596900"/>
            </a:xfrm>
            <a:custGeom>
              <a:avLst/>
              <a:gdLst/>
              <a:ahLst/>
              <a:cxnLst/>
              <a:rect l="l" t="t" r="r" b="b"/>
              <a:pathLst>
                <a:path w="596264" h="596900">
                  <a:moveTo>
                    <a:pt x="297942" y="0"/>
                  </a:moveTo>
                  <a:lnTo>
                    <a:pt x="249603" y="3905"/>
                  </a:lnTo>
                  <a:lnTo>
                    <a:pt x="203752" y="15212"/>
                  </a:lnTo>
                  <a:lnTo>
                    <a:pt x="161001" y="33305"/>
                  </a:lnTo>
                  <a:lnTo>
                    <a:pt x="121962" y="57570"/>
                  </a:lnTo>
                  <a:lnTo>
                    <a:pt x="87248" y="87391"/>
                  </a:lnTo>
                  <a:lnTo>
                    <a:pt x="57473" y="122154"/>
                  </a:lnTo>
                  <a:lnTo>
                    <a:pt x="33247" y="161244"/>
                  </a:lnTo>
                  <a:lnTo>
                    <a:pt x="15185" y="204045"/>
                  </a:lnTo>
                  <a:lnTo>
                    <a:pt x="3898" y="249943"/>
                  </a:lnTo>
                  <a:lnTo>
                    <a:pt x="0" y="298323"/>
                  </a:lnTo>
                  <a:lnTo>
                    <a:pt x="3898" y="346702"/>
                  </a:lnTo>
                  <a:lnTo>
                    <a:pt x="15185" y="392600"/>
                  </a:lnTo>
                  <a:lnTo>
                    <a:pt x="33247" y="435401"/>
                  </a:lnTo>
                  <a:lnTo>
                    <a:pt x="57473" y="474491"/>
                  </a:lnTo>
                  <a:lnTo>
                    <a:pt x="87249" y="509254"/>
                  </a:lnTo>
                  <a:lnTo>
                    <a:pt x="121962" y="539075"/>
                  </a:lnTo>
                  <a:lnTo>
                    <a:pt x="161001" y="563340"/>
                  </a:lnTo>
                  <a:lnTo>
                    <a:pt x="203752" y="581433"/>
                  </a:lnTo>
                  <a:lnTo>
                    <a:pt x="249603" y="592740"/>
                  </a:lnTo>
                  <a:lnTo>
                    <a:pt x="297942" y="596646"/>
                  </a:lnTo>
                  <a:lnTo>
                    <a:pt x="346280" y="592740"/>
                  </a:lnTo>
                  <a:lnTo>
                    <a:pt x="392131" y="581433"/>
                  </a:lnTo>
                  <a:lnTo>
                    <a:pt x="434882" y="563340"/>
                  </a:lnTo>
                  <a:lnTo>
                    <a:pt x="473921" y="539075"/>
                  </a:lnTo>
                  <a:lnTo>
                    <a:pt x="508635" y="509254"/>
                  </a:lnTo>
                  <a:lnTo>
                    <a:pt x="538410" y="474491"/>
                  </a:lnTo>
                  <a:lnTo>
                    <a:pt x="562636" y="435401"/>
                  </a:lnTo>
                  <a:lnTo>
                    <a:pt x="580698" y="392600"/>
                  </a:lnTo>
                  <a:lnTo>
                    <a:pt x="591985" y="346702"/>
                  </a:lnTo>
                  <a:lnTo>
                    <a:pt x="595884" y="298323"/>
                  </a:lnTo>
                  <a:lnTo>
                    <a:pt x="591985" y="249943"/>
                  </a:lnTo>
                  <a:lnTo>
                    <a:pt x="580698" y="204045"/>
                  </a:lnTo>
                  <a:lnTo>
                    <a:pt x="562636" y="161244"/>
                  </a:lnTo>
                  <a:lnTo>
                    <a:pt x="538410" y="122154"/>
                  </a:lnTo>
                  <a:lnTo>
                    <a:pt x="508635" y="87391"/>
                  </a:lnTo>
                  <a:lnTo>
                    <a:pt x="473921" y="57570"/>
                  </a:lnTo>
                  <a:lnTo>
                    <a:pt x="434882" y="33305"/>
                  </a:lnTo>
                  <a:lnTo>
                    <a:pt x="392131" y="15212"/>
                  </a:lnTo>
                  <a:lnTo>
                    <a:pt x="346280" y="3905"/>
                  </a:lnTo>
                  <a:lnTo>
                    <a:pt x="297942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8">
              <a:extLst>
                <a:ext uri="{FF2B5EF4-FFF2-40B4-BE49-F238E27FC236}">
                  <a16:creationId xmlns:a16="http://schemas.microsoft.com/office/drawing/2014/main" id="{6934AC97-BC07-6249-93D6-36CBD8D40364}"/>
                </a:ext>
              </a:extLst>
            </p:cNvPr>
            <p:cNvSpPr/>
            <p:nvPr/>
          </p:nvSpPr>
          <p:spPr>
            <a:xfrm>
              <a:off x="3595115" y="4027932"/>
              <a:ext cx="596265" cy="596900"/>
            </a:xfrm>
            <a:custGeom>
              <a:avLst/>
              <a:gdLst/>
              <a:ahLst/>
              <a:cxnLst/>
              <a:rect l="l" t="t" r="r" b="b"/>
              <a:pathLst>
                <a:path w="596264" h="596900">
                  <a:moveTo>
                    <a:pt x="0" y="298323"/>
                  </a:moveTo>
                  <a:lnTo>
                    <a:pt x="3898" y="249943"/>
                  </a:lnTo>
                  <a:lnTo>
                    <a:pt x="15185" y="204045"/>
                  </a:lnTo>
                  <a:lnTo>
                    <a:pt x="33247" y="161244"/>
                  </a:lnTo>
                  <a:lnTo>
                    <a:pt x="57473" y="122154"/>
                  </a:lnTo>
                  <a:lnTo>
                    <a:pt x="87248" y="87391"/>
                  </a:lnTo>
                  <a:lnTo>
                    <a:pt x="121962" y="57570"/>
                  </a:lnTo>
                  <a:lnTo>
                    <a:pt x="161001" y="33305"/>
                  </a:lnTo>
                  <a:lnTo>
                    <a:pt x="203752" y="15212"/>
                  </a:lnTo>
                  <a:lnTo>
                    <a:pt x="249603" y="3905"/>
                  </a:lnTo>
                  <a:lnTo>
                    <a:pt x="297942" y="0"/>
                  </a:lnTo>
                  <a:lnTo>
                    <a:pt x="346280" y="3905"/>
                  </a:lnTo>
                  <a:lnTo>
                    <a:pt x="392131" y="15212"/>
                  </a:lnTo>
                  <a:lnTo>
                    <a:pt x="434882" y="33305"/>
                  </a:lnTo>
                  <a:lnTo>
                    <a:pt x="473921" y="57570"/>
                  </a:lnTo>
                  <a:lnTo>
                    <a:pt x="508635" y="87391"/>
                  </a:lnTo>
                  <a:lnTo>
                    <a:pt x="538410" y="122154"/>
                  </a:lnTo>
                  <a:lnTo>
                    <a:pt x="562636" y="161244"/>
                  </a:lnTo>
                  <a:lnTo>
                    <a:pt x="580698" y="204045"/>
                  </a:lnTo>
                  <a:lnTo>
                    <a:pt x="591985" y="249943"/>
                  </a:lnTo>
                  <a:lnTo>
                    <a:pt x="595884" y="298323"/>
                  </a:lnTo>
                  <a:lnTo>
                    <a:pt x="591985" y="346702"/>
                  </a:lnTo>
                  <a:lnTo>
                    <a:pt x="580698" y="392600"/>
                  </a:lnTo>
                  <a:lnTo>
                    <a:pt x="562636" y="435401"/>
                  </a:lnTo>
                  <a:lnTo>
                    <a:pt x="538410" y="474491"/>
                  </a:lnTo>
                  <a:lnTo>
                    <a:pt x="508635" y="509254"/>
                  </a:lnTo>
                  <a:lnTo>
                    <a:pt x="473921" y="539075"/>
                  </a:lnTo>
                  <a:lnTo>
                    <a:pt x="434882" y="563340"/>
                  </a:lnTo>
                  <a:lnTo>
                    <a:pt x="392131" y="581433"/>
                  </a:lnTo>
                  <a:lnTo>
                    <a:pt x="346280" y="592740"/>
                  </a:lnTo>
                  <a:lnTo>
                    <a:pt x="297942" y="596646"/>
                  </a:lnTo>
                  <a:lnTo>
                    <a:pt x="249603" y="592740"/>
                  </a:lnTo>
                  <a:lnTo>
                    <a:pt x="203752" y="581433"/>
                  </a:lnTo>
                  <a:lnTo>
                    <a:pt x="161001" y="563340"/>
                  </a:lnTo>
                  <a:lnTo>
                    <a:pt x="121962" y="539075"/>
                  </a:lnTo>
                  <a:lnTo>
                    <a:pt x="87249" y="509254"/>
                  </a:lnTo>
                  <a:lnTo>
                    <a:pt x="57473" y="474491"/>
                  </a:lnTo>
                  <a:lnTo>
                    <a:pt x="33247" y="435401"/>
                  </a:lnTo>
                  <a:lnTo>
                    <a:pt x="15185" y="392600"/>
                  </a:lnTo>
                  <a:lnTo>
                    <a:pt x="3898" y="346702"/>
                  </a:lnTo>
                  <a:lnTo>
                    <a:pt x="0" y="298323"/>
                  </a:lnTo>
                  <a:close/>
                </a:path>
              </a:pathLst>
            </a:custGeom>
            <a:ln w="3810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9">
              <a:extLst>
                <a:ext uri="{FF2B5EF4-FFF2-40B4-BE49-F238E27FC236}">
                  <a16:creationId xmlns:a16="http://schemas.microsoft.com/office/drawing/2014/main" id="{3111D1B3-81FE-F840-96F6-5C6AE5C81AA1}"/>
                </a:ext>
              </a:extLst>
            </p:cNvPr>
            <p:cNvSpPr/>
            <p:nvPr/>
          </p:nvSpPr>
          <p:spPr>
            <a:xfrm>
              <a:off x="2125979" y="5663183"/>
              <a:ext cx="596265" cy="596265"/>
            </a:xfrm>
            <a:custGeom>
              <a:avLst/>
              <a:gdLst/>
              <a:ahLst/>
              <a:cxnLst/>
              <a:rect l="l" t="t" r="r" b="b"/>
              <a:pathLst>
                <a:path w="596264" h="596264">
                  <a:moveTo>
                    <a:pt x="0" y="297941"/>
                  </a:moveTo>
                  <a:lnTo>
                    <a:pt x="3898" y="249613"/>
                  </a:lnTo>
                  <a:lnTo>
                    <a:pt x="15185" y="203767"/>
                  </a:lnTo>
                  <a:lnTo>
                    <a:pt x="33247" y="161018"/>
                  </a:lnTo>
                  <a:lnTo>
                    <a:pt x="57473" y="121979"/>
                  </a:lnTo>
                  <a:lnTo>
                    <a:pt x="87249" y="87263"/>
                  </a:lnTo>
                  <a:lnTo>
                    <a:pt x="121962" y="57484"/>
                  </a:lnTo>
                  <a:lnTo>
                    <a:pt x="161001" y="33254"/>
                  </a:lnTo>
                  <a:lnTo>
                    <a:pt x="203752" y="15188"/>
                  </a:lnTo>
                  <a:lnTo>
                    <a:pt x="249603" y="3899"/>
                  </a:lnTo>
                  <a:lnTo>
                    <a:pt x="297942" y="0"/>
                  </a:lnTo>
                  <a:lnTo>
                    <a:pt x="346280" y="3899"/>
                  </a:lnTo>
                  <a:lnTo>
                    <a:pt x="392131" y="15188"/>
                  </a:lnTo>
                  <a:lnTo>
                    <a:pt x="434882" y="33254"/>
                  </a:lnTo>
                  <a:lnTo>
                    <a:pt x="473921" y="57484"/>
                  </a:lnTo>
                  <a:lnTo>
                    <a:pt x="508635" y="87263"/>
                  </a:lnTo>
                  <a:lnTo>
                    <a:pt x="538410" y="121979"/>
                  </a:lnTo>
                  <a:lnTo>
                    <a:pt x="562636" y="161018"/>
                  </a:lnTo>
                  <a:lnTo>
                    <a:pt x="580698" y="203767"/>
                  </a:lnTo>
                  <a:lnTo>
                    <a:pt x="591985" y="249613"/>
                  </a:lnTo>
                  <a:lnTo>
                    <a:pt x="595883" y="297941"/>
                  </a:lnTo>
                  <a:lnTo>
                    <a:pt x="591985" y="346270"/>
                  </a:lnTo>
                  <a:lnTo>
                    <a:pt x="580698" y="392116"/>
                  </a:lnTo>
                  <a:lnTo>
                    <a:pt x="562636" y="434865"/>
                  </a:lnTo>
                  <a:lnTo>
                    <a:pt x="538410" y="473904"/>
                  </a:lnTo>
                  <a:lnTo>
                    <a:pt x="508634" y="508620"/>
                  </a:lnTo>
                  <a:lnTo>
                    <a:pt x="473921" y="538399"/>
                  </a:lnTo>
                  <a:lnTo>
                    <a:pt x="434882" y="562629"/>
                  </a:lnTo>
                  <a:lnTo>
                    <a:pt x="392131" y="580695"/>
                  </a:lnTo>
                  <a:lnTo>
                    <a:pt x="346280" y="591984"/>
                  </a:lnTo>
                  <a:lnTo>
                    <a:pt x="297942" y="595883"/>
                  </a:lnTo>
                  <a:lnTo>
                    <a:pt x="249603" y="591984"/>
                  </a:lnTo>
                  <a:lnTo>
                    <a:pt x="203752" y="580695"/>
                  </a:lnTo>
                  <a:lnTo>
                    <a:pt x="161001" y="562629"/>
                  </a:lnTo>
                  <a:lnTo>
                    <a:pt x="121962" y="538399"/>
                  </a:lnTo>
                  <a:lnTo>
                    <a:pt x="87248" y="508620"/>
                  </a:lnTo>
                  <a:lnTo>
                    <a:pt x="57473" y="473904"/>
                  </a:lnTo>
                  <a:lnTo>
                    <a:pt x="33247" y="434865"/>
                  </a:lnTo>
                  <a:lnTo>
                    <a:pt x="15185" y="392116"/>
                  </a:lnTo>
                  <a:lnTo>
                    <a:pt x="3898" y="346270"/>
                  </a:lnTo>
                  <a:lnTo>
                    <a:pt x="0" y="297941"/>
                  </a:lnTo>
                  <a:close/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10">
            <a:extLst>
              <a:ext uri="{FF2B5EF4-FFF2-40B4-BE49-F238E27FC236}">
                <a16:creationId xmlns:a16="http://schemas.microsoft.com/office/drawing/2014/main" id="{EF3DCEC9-CB96-B147-B7C9-CCE580675263}"/>
              </a:ext>
            </a:extLst>
          </p:cNvPr>
          <p:cNvSpPr txBox="1"/>
          <p:nvPr/>
        </p:nvSpPr>
        <p:spPr>
          <a:xfrm>
            <a:off x="2285826" y="5871770"/>
            <a:ext cx="2216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𝒅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2" name="object 11">
            <a:extLst>
              <a:ext uri="{FF2B5EF4-FFF2-40B4-BE49-F238E27FC236}">
                <a16:creationId xmlns:a16="http://schemas.microsoft.com/office/drawing/2014/main" id="{507F8316-4587-5D4B-9B9C-17B060DBA06D}"/>
              </a:ext>
            </a:extLst>
          </p:cNvPr>
          <p:cNvSpPr/>
          <p:nvPr/>
        </p:nvSpPr>
        <p:spPr>
          <a:xfrm>
            <a:off x="3605864" y="5779569"/>
            <a:ext cx="596265" cy="596265"/>
          </a:xfrm>
          <a:custGeom>
            <a:avLst/>
            <a:gdLst/>
            <a:ahLst/>
            <a:cxnLst/>
            <a:rect l="l" t="t" r="r" b="b"/>
            <a:pathLst>
              <a:path w="596264" h="596264">
                <a:moveTo>
                  <a:pt x="0" y="297941"/>
                </a:moveTo>
                <a:lnTo>
                  <a:pt x="3898" y="249613"/>
                </a:lnTo>
                <a:lnTo>
                  <a:pt x="15185" y="203767"/>
                </a:lnTo>
                <a:lnTo>
                  <a:pt x="33247" y="161018"/>
                </a:lnTo>
                <a:lnTo>
                  <a:pt x="57473" y="121979"/>
                </a:lnTo>
                <a:lnTo>
                  <a:pt x="87248" y="87263"/>
                </a:lnTo>
                <a:lnTo>
                  <a:pt x="121962" y="57484"/>
                </a:lnTo>
                <a:lnTo>
                  <a:pt x="161001" y="33254"/>
                </a:lnTo>
                <a:lnTo>
                  <a:pt x="203752" y="15188"/>
                </a:lnTo>
                <a:lnTo>
                  <a:pt x="249603" y="3899"/>
                </a:lnTo>
                <a:lnTo>
                  <a:pt x="297942" y="0"/>
                </a:lnTo>
                <a:lnTo>
                  <a:pt x="346280" y="3899"/>
                </a:lnTo>
                <a:lnTo>
                  <a:pt x="392131" y="15188"/>
                </a:lnTo>
                <a:lnTo>
                  <a:pt x="434882" y="33254"/>
                </a:lnTo>
                <a:lnTo>
                  <a:pt x="473921" y="57484"/>
                </a:lnTo>
                <a:lnTo>
                  <a:pt x="508635" y="87263"/>
                </a:lnTo>
                <a:lnTo>
                  <a:pt x="538410" y="121979"/>
                </a:lnTo>
                <a:lnTo>
                  <a:pt x="562636" y="161018"/>
                </a:lnTo>
                <a:lnTo>
                  <a:pt x="580698" y="203767"/>
                </a:lnTo>
                <a:lnTo>
                  <a:pt x="591985" y="249613"/>
                </a:lnTo>
                <a:lnTo>
                  <a:pt x="595884" y="297941"/>
                </a:lnTo>
                <a:lnTo>
                  <a:pt x="591985" y="346270"/>
                </a:lnTo>
                <a:lnTo>
                  <a:pt x="580698" y="392116"/>
                </a:lnTo>
                <a:lnTo>
                  <a:pt x="562636" y="434865"/>
                </a:lnTo>
                <a:lnTo>
                  <a:pt x="538410" y="473904"/>
                </a:lnTo>
                <a:lnTo>
                  <a:pt x="508635" y="508620"/>
                </a:lnTo>
                <a:lnTo>
                  <a:pt x="473921" y="538399"/>
                </a:lnTo>
                <a:lnTo>
                  <a:pt x="434882" y="562629"/>
                </a:lnTo>
                <a:lnTo>
                  <a:pt x="392131" y="580695"/>
                </a:lnTo>
                <a:lnTo>
                  <a:pt x="346280" y="591984"/>
                </a:lnTo>
                <a:lnTo>
                  <a:pt x="297942" y="595883"/>
                </a:lnTo>
                <a:lnTo>
                  <a:pt x="249603" y="591984"/>
                </a:lnTo>
                <a:lnTo>
                  <a:pt x="203752" y="580695"/>
                </a:lnTo>
                <a:lnTo>
                  <a:pt x="161001" y="562629"/>
                </a:lnTo>
                <a:lnTo>
                  <a:pt x="121962" y="538399"/>
                </a:lnTo>
                <a:lnTo>
                  <a:pt x="87249" y="508620"/>
                </a:lnTo>
                <a:lnTo>
                  <a:pt x="57473" y="473904"/>
                </a:lnTo>
                <a:lnTo>
                  <a:pt x="33247" y="434865"/>
                </a:lnTo>
                <a:lnTo>
                  <a:pt x="15185" y="392116"/>
                </a:lnTo>
                <a:lnTo>
                  <a:pt x="3898" y="346270"/>
                </a:lnTo>
                <a:lnTo>
                  <a:pt x="0" y="297941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12">
            <a:extLst>
              <a:ext uri="{FF2B5EF4-FFF2-40B4-BE49-F238E27FC236}">
                <a16:creationId xmlns:a16="http://schemas.microsoft.com/office/drawing/2014/main" id="{BDE67875-B785-F94A-93C5-0A021798FE7C}"/>
              </a:ext>
            </a:extLst>
          </p:cNvPr>
          <p:cNvSpPr txBox="1"/>
          <p:nvPr/>
        </p:nvSpPr>
        <p:spPr>
          <a:xfrm>
            <a:off x="3767663" y="5871770"/>
            <a:ext cx="1974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𝒇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24" name="object 13">
            <a:extLst>
              <a:ext uri="{FF2B5EF4-FFF2-40B4-BE49-F238E27FC236}">
                <a16:creationId xmlns:a16="http://schemas.microsoft.com/office/drawing/2014/main" id="{DAF47C15-C76A-4849-8D09-4933879A621E}"/>
              </a:ext>
            </a:extLst>
          </p:cNvPr>
          <p:cNvGrpSpPr/>
          <p:nvPr/>
        </p:nvGrpSpPr>
        <p:grpSpPr>
          <a:xfrm>
            <a:off x="2415621" y="4125267"/>
            <a:ext cx="3274695" cy="1971675"/>
            <a:chOff x="2404872" y="4008882"/>
            <a:chExt cx="3274695" cy="1971675"/>
          </a:xfrm>
        </p:grpSpPr>
        <p:sp>
          <p:nvSpPr>
            <p:cNvPr id="25" name="object 14">
              <a:extLst>
                <a:ext uri="{FF2B5EF4-FFF2-40B4-BE49-F238E27FC236}">
                  <a16:creationId xmlns:a16="http://schemas.microsoft.com/office/drawing/2014/main" id="{BEB54276-151E-DD49-A4D1-C04DAAFEDC09}"/>
                </a:ext>
              </a:extLst>
            </p:cNvPr>
            <p:cNvSpPr/>
            <p:nvPr/>
          </p:nvSpPr>
          <p:spPr>
            <a:xfrm>
              <a:off x="2721863" y="4326636"/>
              <a:ext cx="873125" cy="0"/>
            </a:xfrm>
            <a:custGeom>
              <a:avLst/>
              <a:gdLst/>
              <a:ahLst/>
              <a:cxnLst/>
              <a:rect l="l" t="t" r="r" b="b"/>
              <a:pathLst>
                <a:path w="873125">
                  <a:moveTo>
                    <a:pt x="0" y="0"/>
                  </a:moveTo>
                  <a:lnTo>
                    <a:pt x="872744" y="0"/>
                  </a:lnTo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15">
              <a:extLst>
                <a:ext uri="{FF2B5EF4-FFF2-40B4-BE49-F238E27FC236}">
                  <a16:creationId xmlns:a16="http://schemas.microsoft.com/office/drawing/2014/main" id="{0B01B6E5-FCFA-7648-ADD1-70F29503B1DD}"/>
                </a:ext>
              </a:extLst>
            </p:cNvPr>
            <p:cNvSpPr/>
            <p:nvPr/>
          </p:nvSpPr>
          <p:spPr>
            <a:xfrm flipH="1">
              <a:off x="2423922" y="4624578"/>
              <a:ext cx="0" cy="1038860"/>
            </a:xfrm>
            <a:custGeom>
              <a:avLst/>
              <a:gdLst/>
              <a:ahLst/>
              <a:cxnLst/>
              <a:rect l="l" t="t" r="r" b="b"/>
              <a:pathLst>
                <a:path h="1038860">
                  <a:moveTo>
                    <a:pt x="0" y="0"/>
                  </a:moveTo>
                  <a:lnTo>
                    <a:pt x="0" y="1038847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16">
              <a:extLst>
                <a:ext uri="{FF2B5EF4-FFF2-40B4-BE49-F238E27FC236}">
                  <a16:creationId xmlns:a16="http://schemas.microsoft.com/office/drawing/2014/main" id="{AA02F00E-F834-F14B-AEA9-F54EEC0114C3}"/>
                </a:ext>
              </a:extLst>
            </p:cNvPr>
            <p:cNvSpPr/>
            <p:nvPr/>
          </p:nvSpPr>
          <p:spPr>
            <a:xfrm>
              <a:off x="2634996" y="4536948"/>
              <a:ext cx="1047750" cy="1213485"/>
            </a:xfrm>
            <a:custGeom>
              <a:avLst/>
              <a:gdLst/>
              <a:ahLst/>
              <a:cxnLst/>
              <a:rect l="l" t="t" r="r" b="b"/>
              <a:pathLst>
                <a:path w="1047750" h="1213485">
                  <a:moveTo>
                    <a:pt x="1047369" y="0"/>
                  </a:moveTo>
                  <a:lnTo>
                    <a:pt x="0" y="1213421"/>
                  </a:lnTo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17">
              <a:extLst>
                <a:ext uri="{FF2B5EF4-FFF2-40B4-BE49-F238E27FC236}">
                  <a16:creationId xmlns:a16="http://schemas.microsoft.com/office/drawing/2014/main" id="{78C727F1-8869-1442-ABFD-5AF0EA5C7C98}"/>
                </a:ext>
              </a:extLst>
            </p:cNvPr>
            <p:cNvSpPr/>
            <p:nvPr/>
          </p:nvSpPr>
          <p:spPr>
            <a:xfrm>
              <a:off x="2721863" y="5961126"/>
              <a:ext cx="873125" cy="0"/>
            </a:xfrm>
            <a:custGeom>
              <a:avLst/>
              <a:gdLst/>
              <a:ahLst/>
              <a:cxnLst/>
              <a:rect l="l" t="t" r="r" b="b"/>
              <a:pathLst>
                <a:path w="873125">
                  <a:moveTo>
                    <a:pt x="872744" y="0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18">
              <a:extLst>
                <a:ext uri="{FF2B5EF4-FFF2-40B4-BE49-F238E27FC236}">
                  <a16:creationId xmlns:a16="http://schemas.microsoft.com/office/drawing/2014/main" id="{EC111630-A8C0-A84E-B36F-B47C6C8D0204}"/>
                </a:ext>
              </a:extLst>
            </p:cNvPr>
            <p:cNvSpPr/>
            <p:nvPr/>
          </p:nvSpPr>
          <p:spPr>
            <a:xfrm flipH="1">
              <a:off x="3893058" y="4624578"/>
              <a:ext cx="0" cy="1038860"/>
            </a:xfrm>
            <a:custGeom>
              <a:avLst/>
              <a:gdLst/>
              <a:ahLst/>
              <a:cxnLst/>
              <a:rect l="l" t="t" r="r" b="b"/>
              <a:pathLst>
                <a:path h="1038860">
                  <a:moveTo>
                    <a:pt x="0" y="0"/>
                  </a:moveTo>
                  <a:lnTo>
                    <a:pt x="0" y="1038847"/>
                  </a:lnTo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19">
              <a:extLst>
                <a:ext uri="{FF2B5EF4-FFF2-40B4-BE49-F238E27FC236}">
                  <a16:creationId xmlns:a16="http://schemas.microsoft.com/office/drawing/2014/main" id="{7D24EFAC-46C5-504A-BA67-447465F85FBD}"/>
                </a:ext>
              </a:extLst>
            </p:cNvPr>
            <p:cNvSpPr/>
            <p:nvPr/>
          </p:nvSpPr>
          <p:spPr>
            <a:xfrm>
              <a:off x="5063489" y="4027932"/>
              <a:ext cx="596900" cy="596900"/>
            </a:xfrm>
            <a:custGeom>
              <a:avLst/>
              <a:gdLst/>
              <a:ahLst/>
              <a:cxnLst/>
              <a:rect l="l" t="t" r="r" b="b"/>
              <a:pathLst>
                <a:path w="596900" h="596900">
                  <a:moveTo>
                    <a:pt x="0" y="298323"/>
                  </a:moveTo>
                  <a:lnTo>
                    <a:pt x="3905" y="249943"/>
                  </a:lnTo>
                  <a:lnTo>
                    <a:pt x="15212" y="204045"/>
                  </a:lnTo>
                  <a:lnTo>
                    <a:pt x="33305" y="161244"/>
                  </a:lnTo>
                  <a:lnTo>
                    <a:pt x="57570" y="122154"/>
                  </a:lnTo>
                  <a:lnTo>
                    <a:pt x="87391" y="87391"/>
                  </a:lnTo>
                  <a:lnTo>
                    <a:pt x="122154" y="57570"/>
                  </a:lnTo>
                  <a:lnTo>
                    <a:pt x="161244" y="33305"/>
                  </a:lnTo>
                  <a:lnTo>
                    <a:pt x="204045" y="15212"/>
                  </a:lnTo>
                  <a:lnTo>
                    <a:pt x="249943" y="3905"/>
                  </a:lnTo>
                  <a:lnTo>
                    <a:pt x="298323" y="0"/>
                  </a:lnTo>
                  <a:lnTo>
                    <a:pt x="346702" y="3905"/>
                  </a:lnTo>
                  <a:lnTo>
                    <a:pt x="392600" y="15212"/>
                  </a:lnTo>
                  <a:lnTo>
                    <a:pt x="435401" y="33305"/>
                  </a:lnTo>
                  <a:lnTo>
                    <a:pt x="474491" y="57570"/>
                  </a:lnTo>
                  <a:lnTo>
                    <a:pt x="509254" y="87391"/>
                  </a:lnTo>
                  <a:lnTo>
                    <a:pt x="539075" y="122154"/>
                  </a:lnTo>
                  <a:lnTo>
                    <a:pt x="563340" y="161244"/>
                  </a:lnTo>
                  <a:lnTo>
                    <a:pt x="581433" y="204045"/>
                  </a:lnTo>
                  <a:lnTo>
                    <a:pt x="592740" y="249943"/>
                  </a:lnTo>
                  <a:lnTo>
                    <a:pt x="596646" y="298323"/>
                  </a:lnTo>
                  <a:lnTo>
                    <a:pt x="592740" y="346702"/>
                  </a:lnTo>
                  <a:lnTo>
                    <a:pt x="581433" y="392600"/>
                  </a:lnTo>
                  <a:lnTo>
                    <a:pt x="563340" y="435401"/>
                  </a:lnTo>
                  <a:lnTo>
                    <a:pt x="539075" y="474491"/>
                  </a:lnTo>
                  <a:lnTo>
                    <a:pt x="509254" y="509254"/>
                  </a:lnTo>
                  <a:lnTo>
                    <a:pt x="474491" y="539075"/>
                  </a:lnTo>
                  <a:lnTo>
                    <a:pt x="435401" y="563340"/>
                  </a:lnTo>
                  <a:lnTo>
                    <a:pt x="392600" y="581433"/>
                  </a:lnTo>
                  <a:lnTo>
                    <a:pt x="346702" y="592740"/>
                  </a:lnTo>
                  <a:lnTo>
                    <a:pt x="298323" y="596646"/>
                  </a:lnTo>
                  <a:lnTo>
                    <a:pt x="249943" y="592740"/>
                  </a:lnTo>
                  <a:lnTo>
                    <a:pt x="204045" y="581433"/>
                  </a:lnTo>
                  <a:lnTo>
                    <a:pt x="161244" y="563340"/>
                  </a:lnTo>
                  <a:lnTo>
                    <a:pt x="122154" y="539075"/>
                  </a:lnTo>
                  <a:lnTo>
                    <a:pt x="87391" y="509254"/>
                  </a:lnTo>
                  <a:lnTo>
                    <a:pt x="57570" y="474491"/>
                  </a:lnTo>
                  <a:lnTo>
                    <a:pt x="33305" y="435401"/>
                  </a:lnTo>
                  <a:lnTo>
                    <a:pt x="15212" y="392600"/>
                  </a:lnTo>
                  <a:lnTo>
                    <a:pt x="3905" y="346702"/>
                  </a:lnTo>
                  <a:lnTo>
                    <a:pt x="0" y="298323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20">
              <a:extLst>
                <a:ext uri="{FF2B5EF4-FFF2-40B4-BE49-F238E27FC236}">
                  <a16:creationId xmlns:a16="http://schemas.microsoft.com/office/drawing/2014/main" id="{4A9BD4DB-4A72-E24E-850A-B3743B090816}"/>
                </a:ext>
              </a:extLst>
            </p:cNvPr>
            <p:cNvSpPr/>
            <p:nvPr/>
          </p:nvSpPr>
          <p:spPr>
            <a:xfrm>
              <a:off x="4191000" y="4326636"/>
              <a:ext cx="873125" cy="0"/>
            </a:xfrm>
            <a:custGeom>
              <a:avLst/>
              <a:gdLst/>
              <a:ahLst/>
              <a:cxnLst/>
              <a:rect l="l" t="t" r="r" b="b"/>
              <a:pathLst>
                <a:path w="873125">
                  <a:moveTo>
                    <a:pt x="0" y="0"/>
                  </a:moveTo>
                  <a:lnTo>
                    <a:pt x="872744" y="0"/>
                  </a:lnTo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" name="object 2"/>
          <p:cNvSpPr/>
          <p:nvPr/>
        </p:nvSpPr>
        <p:spPr>
          <a:xfrm>
            <a:off x="7839164" y="4659171"/>
            <a:ext cx="388620" cy="282575"/>
          </a:xfrm>
          <a:custGeom>
            <a:avLst/>
            <a:gdLst/>
            <a:ahLst/>
            <a:cxnLst/>
            <a:rect l="l" t="t" r="r" b="b"/>
            <a:pathLst>
              <a:path w="388620" h="282575">
                <a:moveTo>
                  <a:pt x="298323" y="0"/>
                </a:moveTo>
                <a:lnTo>
                  <a:pt x="294385" y="11556"/>
                </a:lnTo>
                <a:lnTo>
                  <a:pt x="310693" y="18631"/>
                </a:lnTo>
                <a:lnTo>
                  <a:pt x="324738" y="28432"/>
                </a:lnTo>
                <a:lnTo>
                  <a:pt x="353282" y="73925"/>
                </a:lnTo>
                <a:lnTo>
                  <a:pt x="361664" y="115732"/>
                </a:lnTo>
                <a:lnTo>
                  <a:pt x="362711" y="139826"/>
                </a:lnTo>
                <a:lnTo>
                  <a:pt x="361664" y="164707"/>
                </a:lnTo>
                <a:lnTo>
                  <a:pt x="353282" y="207656"/>
                </a:lnTo>
                <a:lnTo>
                  <a:pt x="324786" y="253857"/>
                </a:lnTo>
                <a:lnTo>
                  <a:pt x="294766" y="270891"/>
                </a:lnTo>
                <a:lnTo>
                  <a:pt x="298323" y="282320"/>
                </a:lnTo>
                <a:lnTo>
                  <a:pt x="336883" y="264302"/>
                </a:lnTo>
                <a:lnTo>
                  <a:pt x="365251" y="233044"/>
                </a:lnTo>
                <a:lnTo>
                  <a:pt x="382619" y="191134"/>
                </a:lnTo>
                <a:lnTo>
                  <a:pt x="388365" y="141224"/>
                </a:lnTo>
                <a:lnTo>
                  <a:pt x="386913" y="115359"/>
                </a:lnTo>
                <a:lnTo>
                  <a:pt x="375292" y="69536"/>
                </a:lnTo>
                <a:lnTo>
                  <a:pt x="352240" y="32146"/>
                </a:lnTo>
                <a:lnTo>
                  <a:pt x="318851" y="7381"/>
                </a:lnTo>
                <a:lnTo>
                  <a:pt x="298323" y="0"/>
                </a:lnTo>
                <a:close/>
              </a:path>
              <a:path w="388620" h="282575">
                <a:moveTo>
                  <a:pt x="90042" y="0"/>
                </a:moveTo>
                <a:lnTo>
                  <a:pt x="51657" y="18097"/>
                </a:lnTo>
                <a:lnTo>
                  <a:pt x="23367" y="49530"/>
                </a:lnTo>
                <a:lnTo>
                  <a:pt x="5826" y="91471"/>
                </a:lnTo>
                <a:lnTo>
                  <a:pt x="0" y="141224"/>
                </a:lnTo>
                <a:lnTo>
                  <a:pt x="1452" y="167179"/>
                </a:lnTo>
                <a:lnTo>
                  <a:pt x="13073" y="213090"/>
                </a:lnTo>
                <a:lnTo>
                  <a:pt x="36125" y="250334"/>
                </a:lnTo>
                <a:lnTo>
                  <a:pt x="69514" y="274960"/>
                </a:lnTo>
                <a:lnTo>
                  <a:pt x="90042" y="282320"/>
                </a:lnTo>
                <a:lnTo>
                  <a:pt x="93599" y="270891"/>
                </a:lnTo>
                <a:lnTo>
                  <a:pt x="77549" y="263773"/>
                </a:lnTo>
                <a:lnTo>
                  <a:pt x="63690" y="253857"/>
                </a:lnTo>
                <a:lnTo>
                  <a:pt x="35210" y="207656"/>
                </a:lnTo>
                <a:lnTo>
                  <a:pt x="26828" y="164707"/>
                </a:lnTo>
                <a:lnTo>
                  <a:pt x="25780" y="139826"/>
                </a:lnTo>
                <a:lnTo>
                  <a:pt x="26828" y="115732"/>
                </a:lnTo>
                <a:lnTo>
                  <a:pt x="35210" y="73925"/>
                </a:lnTo>
                <a:lnTo>
                  <a:pt x="63801" y="28432"/>
                </a:lnTo>
                <a:lnTo>
                  <a:pt x="94106" y="11556"/>
                </a:lnTo>
                <a:lnTo>
                  <a:pt x="9004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16803" y="268308"/>
            <a:ext cx="4077971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00"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图的概念：</a:t>
            </a:r>
            <a:r>
              <a:rPr sz="3600"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度</a:t>
            </a:r>
            <a:endParaRPr sz="3600"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7797527" y="3860813"/>
            <a:ext cx="1555115" cy="283845"/>
          </a:xfrm>
          <a:custGeom>
            <a:avLst/>
            <a:gdLst/>
            <a:ahLst/>
            <a:cxnLst/>
            <a:rect l="l" t="t" r="r" b="b"/>
            <a:pathLst>
              <a:path w="1555115" h="283845">
                <a:moveTo>
                  <a:pt x="1464055" y="0"/>
                </a:moveTo>
                <a:lnTo>
                  <a:pt x="1460119" y="0"/>
                </a:lnTo>
                <a:lnTo>
                  <a:pt x="1460119" y="11302"/>
                </a:lnTo>
                <a:lnTo>
                  <a:pt x="1462404" y="11302"/>
                </a:lnTo>
                <a:lnTo>
                  <a:pt x="1472594" y="12015"/>
                </a:lnTo>
                <a:lnTo>
                  <a:pt x="1505331" y="37480"/>
                </a:lnTo>
                <a:lnTo>
                  <a:pt x="1508378" y="59689"/>
                </a:lnTo>
                <a:lnTo>
                  <a:pt x="1508188" y="65218"/>
                </a:lnTo>
                <a:lnTo>
                  <a:pt x="1507617" y="71342"/>
                </a:lnTo>
                <a:lnTo>
                  <a:pt x="1506664" y="78085"/>
                </a:lnTo>
                <a:lnTo>
                  <a:pt x="1505330" y="85470"/>
                </a:lnTo>
                <a:lnTo>
                  <a:pt x="1503426" y="95630"/>
                </a:lnTo>
                <a:lnTo>
                  <a:pt x="1502409" y="102996"/>
                </a:lnTo>
                <a:lnTo>
                  <a:pt x="1502409" y="115823"/>
                </a:lnTo>
                <a:lnTo>
                  <a:pt x="1504823" y="122681"/>
                </a:lnTo>
                <a:lnTo>
                  <a:pt x="1514855" y="133476"/>
                </a:lnTo>
                <a:lnTo>
                  <a:pt x="1520698" y="137540"/>
                </a:lnTo>
                <a:lnTo>
                  <a:pt x="1527555" y="140080"/>
                </a:lnTo>
                <a:lnTo>
                  <a:pt x="1527555" y="142747"/>
                </a:lnTo>
                <a:lnTo>
                  <a:pt x="1520698" y="145287"/>
                </a:lnTo>
                <a:lnTo>
                  <a:pt x="1514855" y="149351"/>
                </a:lnTo>
                <a:lnTo>
                  <a:pt x="1504823" y="160146"/>
                </a:lnTo>
                <a:lnTo>
                  <a:pt x="1502409" y="167004"/>
                </a:lnTo>
                <a:lnTo>
                  <a:pt x="1502409" y="179831"/>
                </a:lnTo>
                <a:lnTo>
                  <a:pt x="1503426" y="187197"/>
                </a:lnTo>
                <a:lnTo>
                  <a:pt x="1505330" y="197357"/>
                </a:lnTo>
                <a:lnTo>
                  <a:pt x="1506664" y="204743"/>
                </a:lnTo>
                <a:lnTo>
                  <a:pt x="1507617" y="211486"/>
                </a:lnTo>
                <a:lnTo>
                  <a:pt x="1508188" y="217610"/>
                </a:lnTo>
                <a:lnTo>
                  <a:pt x="1508378" y="223138"/>
                </a:lnTo>
                <a:lnTo>
                  <a:pt x="1507616" y="235592"/>
                </a:lnTo>
                <a:lnTo>
                  <a:pt x="1481629" y="269700"/>
                </a:lnTo>
                <a:lnTo>
                  <a:pt x="1462404" y="272541"/>
                </a:lnTo>
                <a:lnTo>
                  <a:pt x="1460119" y="272541"/>
                </a:lnTo>
                <a:lnTo>
                  <a:pt x="1460119" y="283844"/>
                </a:lnTo>
                <a:lnTo>
                  <a:pt x="1464055" y="283844"/>
                </a:lnTo>
                <a:lnTo>
                  <a:pt x="1480391" y="282630"/>
                </a:lnTo>
                <a:lnTo>
                  <a:pt x="1516252" y="267842"/>
                </a:lnTo>
                <a:lnTo>
                  <a:pt x="1533652" y="220471"/>
                </a:lnTo>
                <a:lnTo>
                  <a:pt x="1533435" y="214066"/>
                </a:lnTo>
                <a:lnTo>
                  <a:pt x="1532778" y="207232"/>
                </a:lnTo>
                <a:lnTo>
                  <a:pt x="1531669" y="199969"/>
                </a:lnTo>
                <a:lnTo>
                  <a:pt x="1530096" y="192277"/>
                </a:lnTo>
                <a:lnTo>
                  <a:pt x="1527809" y="181736"/>
                </a:lnTo>
                <a:lnTo>
                  <a:pt x="1526667" y="174751"/>
                </a:lnTo>
                <a:lnTo>
                  <a:pt x="1526667" y="164337"/>
                </a:lnTo>
                <a:lnTo>
                  <a:pt x="1528952" y="158749"/>
                </a:lnTo>
                <a:lnTo>
                  <a:pt x="1533778" y="154431"/>
                </a:lnTo>
                <a:lnTo>
                  <a:pt x="1538477" y="150113"/>
                </a:lnTo>
                <a:lnTo>
                  <a:pt x="1545590" y="147827"/>
                </a:lnTo>
                <a:lnTo>
                  <a:pt x="1555115" y="147573"/>
                </a:lnTo>
                <a:lnTo>
                  <a:pt x="1555115" y="135254"/>
                </a:lnTo>
                <a:lnTo>
                  <a:pt x="1545590" y="135000"/>
                </a:lnTo>
                <a:lnTo>
                  <a:pt x="1538477" y="132714"/>
                </a:lnTo>
                <a:lnTo>
                  <a:pt x="1533778" y="128396"/>
                </a:lnTo>
                <a:lnTo>
                  <a:pt x="1528952" y="124078"/>
                </a:lnTo>
                <a:lnTo>
                  <a:pt x="1526667" y="118490"/>
                </a:lnTo>
                <a:lnTo>
                  <a:pt x="1526667" y="108076"/>
                </a:lnTo>
                <a:lnTo>
                  <a:pt x="1527809" y="101091"/>
                </a:lnTo>
                <a:lnTo>
                  <a:pt x="1530096" y="90550"/>
                </a:lnTo>
                <a:lnTo>
                  <a:pt x="1531669" y="82859"/>
                </a:lnTo>
                <a:lnTo>
                  <a:pt x="1532778" y="75596"/>
                </a:lnTo>
                <a:lnTo>
                  <a:pt x="1533435" y="68762"/>
                </a:lnTo>
                <a:lnTo>
                  <a:pt x="1533652" y="62356"/>
                </a:lnTo>
                <a:lnTo>
                  <a:pt x="1532576" y="47880"/>
                </a:lnTo>
                <a:lnTo>
                  <a:pt x="1506489" y="9215"/>
                </a:lnTo>
                <a:lnTo>
                  <a:pt x="1480391" y="1214"/>
                </a:lnTo>
                <a:lnTo>
                  <a:pt x="1464055" y="0"/>
                </a:lnTo>
                <a:close/>
              </a:path>
              <a:path w="1555115" h="283845">
                <a:moveTo>
                  <a:pt x="94996" y="0"/>
                </a:moveTo>
                <a:lnTo>
                  <a:pt x="91058" y="0"/>
                </a:lnTo>
                <a:lnTo>
                  <a:pt x="74703" y="1214"/>
                </a:lnTo>
                <a:lnTo>
                  <a:pt x="38734" y="16001"/>
                </a:lnTo>
                <a:lnTo>
                  <a:pt x="21661" y="59562"/>
                </a:lnTo>
                <a:lnTo>
                  <a:pt x="21558" y="65091"/>
                </a:lnTo>
                <a:lnTo>
                  <a:pt x="21677" y="68635"/>
                </a:lnTo>
                <a:lnTo>
                  <a:pt x="22320" y="75469"/>
                </a:lnTo>
                <a:lnTo>
                  <a:pt x="23391" y="82732"/>
                </a:lnTo>
                <a:lnTo>
                  <a:pt x="24892" y="90423"/>
                </a:lnTo>
                <a:lnTo>
                  <a:pt x="27304" y="100837"/>
                </a:lnTo>
                <a:lnTo>
                  <a:pt x="28448" y="107949"/>
                </a:lnTo>
                <a:lnTo>
                  <a:pt x="28448" y="118363"/>
                </a:lnTo>
                <a:lnTo>
                  <a:pt x="26034" y="123951"/>
                </a:lnTo>
                <a:lnTo>
                  <a:pt x="16637" y="132587"/>
                </a:lnTo>
                <a:lnTo>
                  <a:pt x="9525" y="134873"/>
                </a:lnTo>
                <a:lnTo>
                  <a:pt x="0" y="135127"/>
                </a:lnTo>
                <a:lnTo>
                  <a:pt x="0" y="147319"/>
                </a:lnTo>
                <a:lnTo>
                  <a:pt x="9525" y="147700"/>
                </a:lnTo>
                <a:lnTo>
                  <a:pt x="16637" y="149986"/>
                </a:lnTo>
                <a:lnTo>
                  <a:pt x="26034" y="158622"/>
                </a:lnTo>
                <a:lnTo>
                  <a:pt x="28448" y="164210"/>
                </a:lnTo>
                <a:lnTo>
                  <a:pt x="28448" y="174624"/>
                </a:lnTo>
                <a:lnTo>
                  <a:pt x="27304" y="181609"/>
                </a:lnTo>
                <a:lnTo>
                  <a:pt x="24892" y="192150"/>
                </a:lnTo>
                <a:lnTo>
                  <a:pt x="23391" y="199842"/>
                </a:lnTo>
                <a:lnTo>
                  <a:pt x="22320" y="207105"/>
                </a:lnTo>
                <a:lnTo>
                  <a:pt x="21677" y="213939"/>
                </a:lnTo>
                <a:lnTo>
                  <a:pt x="21463" y="220344"/>
                </a:lnTo>
                <a:lnTo>
                  <a:pt x="22536" y="235321"/>
                </a:lnTo>
                <a:lnTo>
                  <a:pt x="48517" y="274629"/>
                </a:lnTo>
                <a:lnTo>
                  <a:pt x="91058" y="283844"/>
                </a:lnTo>
                <a:lnTo>
                  <a:pt x="94996" y="283844"/>
                </a:lnTo>
                <a:lnTo>
                  <a:pt x="94996" y="272541"/>
                </a:lnTo>
                <a:lnTo>
                  <a:pt x="92709" y="272541"/>
                </a:lnTo>
                <a:lnTo>
                  <a:pt x="82520" y="271829"/>
                </a:lnTo>
                <a:lnTo>
                  <a:pt x="49783" y="246078"/>
                </a:lnTo>
                <a:lnTo>
                  <a:pt x="46736" y="223011"/>
                </a:lnTo>
                <a:lnTo>
                  <a:pt x="46926" y="217465"/>
                </a:lnTo>
                <a:lnTo>
                  <a:pt x="47498" y="211312"/>
                </a:lnTo>
                <a:lnTo>
                  <a:pt x="48450" y="204563"/>
                </a:lnTo>
                <a:lnTo>
                  <a:pt x="49783" y="197230"/>
                </a:lnTo>
                <a:lnTo>
                  <a:pt x="51689" y="187070"/>
                </a:lnTo>
                <a:lnTo>
                  <a:pt x="52704" y="179704"/>
                </a:lnTo>
                <a:lnTo>
                  <a:pt x="52704" y="166877"/>
                </a:lnTo>
                <a:lnTo>
                  <a:pt x="50165" y="160019"/>
                </a:lnTo>
                <a:lnTo>
                  <a:pt x="45212" y="154558"/>
                </a:lnTo>
                <a:lnTo>
                  <a:pt x="40258" y="149224"/>
                </a:lnTo>
                <a:lnTo>
                  <a:pt x="34417" y="145160"/>
                </a:lnTo>
                <a:lnTo>
                  <a:pt x="27558" y="142620"/>
                </a:lnTo>
                <a:lnTo>
                  <a:pt x="27558" y="139953"/>
                </a:lnTo>
                <a:lnTo>
                  <a:pt x="34417" y="137286"/>
                </a:lnTo>
                <a:lnTo>
                  <a:pt x="40258" y="133349"/>
                </a:lnTo>
                <a:lnTo>
                  <a:pt x="45212" y="127888"/>
                </a:lnTo>
                <a:lnTo>
                  <a:pt x="50165" y="122554"/>
                </a:lnTo>
                <a:lnTo>
                  <a:pt x="52704" y="115569"/>
                </a:lnTo>
                <a:lnTo>
                  <a:pt x="52704" y="102869"/>
                </a:lnTo>
                <a:lnTo>
                  <a:pt x="51689" y="95503"/>
                </a:lnTo>
                <a:lnTo>
                  <a:pt x="49783" y="85343"/>
                </a:lnTo>
                <a:lnTo>
                  <a:pt x="48450" y="77958"/>
                </a:lnTo>
                <a:lnTo>
                  <a:pt x="47498" y="71215"/>
                </a:lnTo>
                <a:lnTo>
                  <a:pt x="46926" y="65091"/>
                </a:lnTo>
                <a:lnTo>
                  <a:pt x="46736" y="59562"/>
                </a:lnTo>
                <a:lnTo>
                  <a:pt x="47498" y="47609"/>
                </a:lnTo>
                <a:lnTo>
                  <a:pt x="73485" y="14144"/>
                </a:lnTo>
                <a:lnTo>
                  <a:pt x="92709" y="11302"/>
                </a:lnTo>
                <a:lnTo>
                  <a:pt x="94996" y="11302"/>
                </a:lnTo>
                <a:lnTo>
                  <a:pt x="9499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bject 15"/>
              <p:cNvSpPr txBox="1"/>
              <p:nvPr/>
            </p:nvSpPr>
            <p:spPr>
              <a:xfrm>
                <a:off x="657315" y="983841"/>
                <a:ext cx="10523829" cy="4741041"/>
              </a:xfrm>
              <a:prstGeom prst="rect">
                <a:avLst/>
              </a:prstGeom>
            </p:spPr>
            <p:txBody>
              <a:bodyPr vert="horz" wrap="square" lIns="0" tIns="102870" rIns="0" bIns="0" rtlCol="0">
                <a:spAutoFit/>
              </a:bodyPr>
              <a:lstStyle/>
              <a:p>
                <a:pPr marL="444500" indent="-342900">
                  <a:lnSpc>
                    <a:spcPct val="100000"/>
                  </a:lnSpc>
                  <a:spcBef>
                    <a:spcPts val="810"/>
                  </a:spcBef>
                  <a:buClr>
                    <a:srgbClr val="8092F0"/>
                  </a:buClr>
                  <a:buSzPct val="69642"/>
                  <a:buFont typeface="Wingdings"/>
                  <a:buChar char=""/>
                  <a:tabLst>
                    <a:tab pos="443865" algn="l"/>
                    <a:tab pos="444500" algn="l"/>
                  </a:tabLst>
                </a:pPr>
                <a:r>
                  <a:rPr sz="2800" dirty="0" err="1">
                    <a:latin typeface="SimSun" panose="02010600030101010101" pitchFamily="2" charset="-122"/>
                    <a:ea typeface="SimSun" panose="02010600030101010101" pitchFamily="2" charset="-122"/>
                    <a:cs typeface="PMingLiU"/>
                  </a:rPr>
                  <a:t>顶点的度</a:t>
                </a:r>
                <a:r>
                  <a:rPr sz="2800" b="1" dirty="0">
                    <a:latin typeface="SimSun" panose="02010600030101010101" pitchFamily="2" charset="-122"/>
                    <a:ea typeface="SimSun" panose="02010600030101010101" pitchFamily="2" charset="-122"/>
                    <a:cs typeface="Times New Roman"/>
                  </a:rPr>
                  <a:t>(Degree</a:t>
                </a:r>
                <a:r>
                  <a:rPr sz="2800" b="1" spc="-35" dirty="0">
                    <a:latin typeface="SimSun" panose="02010600030101010101" pitchFamily="2" charset="-122"/>
                    <a:ea typeface="SimSun" panose="02010600030101010101" pitchFamily="2" charset="-122"/>
                    <a:cs typeface="Times New Roman"/>
                  </a:rPr>
                  <a:t> </a:t>
                </a:r>
                <a:r>
                  <a:rPr sz="2800" b="1" dirty="0">
                    <a:latin typeface="SimSun" panose="02010600030101010101" pitchFamily="2" charset="-122"/>
                    <a:ea typeface="SimSun" panose="02010600030101010101" pitchFamily="2" charset="-122"/>
                    <a:cs typeface="Times New Roman"/>
                  </a:rPr>
                  <a:t>of a</a:t>
                </a:r>
                <a:r>
                  <a:rPr sz="2800" b="1" spc="5" dirty="0">
                    <a:latin typeface="SimSun" panose="02010600030101010101" pitchFamily="2" charset="-122"/>
                    <a:ea typeface="SimSun" panose="02010600030101010101" pitchFamily="2" charset="-122"/>
                    <a:cs typeface="Times New Roman"/>
                  </a:rPr>
                  <a:t> </a:t>
                </a:r>
                <a:r>
                  <a:rPr sz="2800" b="1" spc="-10" dirty="0">
                    <a:latin typeface="SimSun" panose="02010600030101010101" pitchFamily="2" charset="-122"/>
                    <a:ea typeface="SimSun" panose="02010600030101010101" pitchFamily="2" charset="-122"/>
                    <a:cs typeface="Times New Roman"/>
                  </a:rPr>
                  <a:t>Vertex)</a:t>
                </a:r>
                <a:endParaRPr sz="2800" dirty="0">
                  <a:latin typeface="SimSun" panose="02010600030101010101" pitchFamily="2" charset="-122"/>
                  <a:ea typeface="SimSun" panose="02010600030101010101" pitchFamily="2" charset="-122"/>
                  <a:cs typeface="Times New Roman"/>
                </a:endParaRPr>
              </a:p>
              <a:p>
                <a:pPr marL="793115" lvl="1" indent="-347980">
                  <a:lnSpc>
                    <a:spcPct val="100000"/>
                  </a:lnSpc>
                  <a:spcBef>
                    <a:spcPts val="610"/>
                  </a:spcBef>
                  <a:buClr>
                    <a:srgbClr val="DAB6FB"/>
                  </a:buClr>
                  <a:buSzPct val="68750"/>
                  <a:buFont typeface="Wingdings"/>
                  <a:buChar char=""/>
                  <a:tabLst>
                    <a:tab pos="793115" algn="l"/>
                    <a:tab pos="793750" algn="l"/>
                  </a:tabLst>
                </a:pPr>
                <a:r>
                  <a:rPr sz="2400" dirty="0" err="1">
                    <a:latin typeface="PMingLiU"/>
                    <a:cs typeface="PMingLiU"/>
                  </a:rPr>
                  <a:t>顶点</a:t>
                </a:r>
                <a:r>
                  <a:rPr sz="2400" spc="-10" dirty="0">
                    <a:latin typeface="Cambria Math"/>
                    <a:cs typeface="Cambria Math"/>
                  </a:rPr>
                  <a:t>𝒗</a:t>
                </a:r>
                <a:r>
                  <a:rPr sz="2400" dirty="0" err="1">
                    <a:latin typeface="PMingLiU"/>
                    <a:cs typeface="PMingLiU"/>
                  </a:rPr>
                  <a:t>的度</a:t>
                </a:r>
                <a:r>
                  <a:rPr sz="2400" spc="-10" dirty="0">
                    <a:latin typeface="Cambria Math"/>
                    <a:cs typeface="Cambria Math"/>
                  </a:rPr>
                  <a:t>𝒅𝒆𝒈(𝒗)</a:t>
                </a:r>
                <a:r>
                  <a:rPr sz="2400" dirty="0" err="1">
                    <a:latin typeface="PMingLiU"/>
                    <a:cs typeface="PMingLiU"/>
                  </a:rPr>
                  <a:t>是</a:t>
                </a:r>
                <a:r>
                  <a:rPr sz="2400" spc="-10" dirty="0">
                    <a:latin typeface="Cambria Math"/>
                    <a:cs typeface="Cambria Math"/>
                  </a:rPr>
                  <a:t>𝒗</a:t>
                </a:r>
                <a:r>
                  <a:rPr sz="2400" spc="-10" dirty="0" err="1">
                    <a:latin typeface="PMingLiU"/>
                    <a:cs typeface="PMingLiU"/>
                  </a:rPr>
                  <a:t>关联的边数</a:t>
                </a:r>
                <a:endParaRPr sz="2400" dirty="0">
                  <a:latin typeface="PMingLiU"/>
                  <a:cs typeface="PMingLiU"/>
                </a:endParaRPr>
              </a:p>
              <a:p>
                <a:pPr marL="444500" indent="-342900">
                  <a:lnSpc>
                    <a:spcPct val="100000"/>
                  </a:lnSpc>
                  <a:spcBef>
                    <a:spcPts val="640"/>
                  </a:spcBef>
                  <a:buClr>
                    <a:srgbClr val="8092F0"/>
                  </a:buClr>
                  <a:buSzPct val="69642"/>
                  <a:buFont typeface="Wingdings"/>
                  <a:buChar char=""/>
                  <a:tabLst>
                    <a:tab pos="443865" algn="l"/>
                    <a:tab pos="444500" algn="l"/>
                  </a:tabLst>
                </a:pPr>
                <a:r>
                  <a:rPr sz="2800" dirty="0" err="1">
                    <a:latin typeface="SimSun" panose="02010600030101010101" pitchFamily="2" charset="-122"/>
                    <a:ea typeface="SimSun" panose="02010600030101010101" pitchFamily="2" charset="-122"/>
                    <a:cs typeface="PMingLiU"/>
                  </a:rPr>
                  <a:t>图的度</a:t>
                </a:r>
                <a:r>
                  <a:rPr sz="2800" b="1" dirty="0">
                    <a:latin typeface="SimSun" panose="02010600030101010101" pitchFamily="2" charset="-122"/>
                    <a:ea typeface="SimSun" panose="02010600030101010101" pitchFamily="2" charset="-122"/>
                    <a:cs typeface="Times New Roman"/>
                  </a:rPr>
                  <a:t>(Degree</a:t>
                </a:r>
                <a:r>
                  <a:rPr sz="2800" b="1" spc="-25" dirty="0">
                    <a:latin typeface="SimSun" panose="02010600030101010101" pitchFamily="2" charset="-122"/>
                    <a:ea typeface="SimSun" panose="02010600030101010101" pitchFamily="2" charset="-122"/>
                    <a:cs typeface="Times New Roman"/>
                  </a:rPr>
                  <a:t> </a:t>
                </a:r>
                <a:r>
                  <a:rPr sz="2800" b="1" dirty="0">
                    <a:latin typeface="SimSun" panose="02010600030101010101" pitchFamily="2" charset="-122"/>
                    <a:ea typeface="SimSun" panose="02010600030101010101" pitchFamily="2" charset="-122"/>
                    <a:cs typeface="Times New Roman"/>
                  </a:rPr>
                  <a:t>of a </a:t>
                </a:r>
                <a:r>
                  <a:rPr sz="2800" b="1" spc="-10" dirty="0">
                    <a:latin typeface="SimSun" panose="02010600030101010101" pitchFamily="2" charset="-122"/>
                    <a:ea typeface="SimSun" panose="02010600030101010101" pitchFamily="2" charset="-122"/>
                    <a:cs typeface="Times New Roman"/>
                  </a:rPr>
                  <a:t>Graph)</a:t>
                </a:r>
                <a:endParaRPr sz="2800" dirty="0">
                  <a:latin typeface="SimSun" panose="02010600030101010101" pitchFamily="2" charset="-122"/>
                  <a:ea typeface="SimSun" panose="02010600030101010101" pitchFamily="2" charset="-122"/>
                  <a:cs typeface="Times New Roman"/>
                </a:endParaRPr>
              </a:p>
              <a:p>
                <a:pPr marL="793115" lvl="1" indent="-347980">
                  <a:lnSpc>
                    <a:spcPct val="100000"/>
                  </a:lnSpc>
                  <a:spcBef>
                    <a:spcPts val="610"/>
                  </a:spcBef>
                  <a:buClr>
                    <a:srgbClr val="DAB6FB"/>
                  </a:buClr>
                  <a:buSzPct val="68750"/>
                  <a:buFont typeface="Wingdings"/>
                  <a:buChar char=""/>
                  <a:tabLst>
                    <a:tab pos="793115" algn="l"/>
                    <a:tab pos="793750" algn="l"/>
                  </a:tabLst>
                </a:pPr>
                <a:r>
                  <a:rPr sz="2400" dirty="0" err="1">
                    <a:latin typeface="PMingLiU"/>
                    <a:cs typeface="PMingLiU"/>
                  </a:rPr>
                  <a:t>图</a:t>
                </a:r>
                <a:r>
                  <a:rPr sz="2400" dirty="0">
                    <a:latin typeface="Cambria Math"/>
                    <a:cs typeface="Cambria Math"/>
                  </a:rPr>
                  <a:t>𝑮</a:t>
                </a:r>
                <a:r>
                  <a:rPr sz="2400" spc="65" dirty="0">
                    <a:latin typeface="Cambria Math"/>
                    <a:cs typeface="Cambria Math"/>
                  </a:rPr>
                  <a:t> =&lt; </a:t>
                </a:r>
                <a:r>
                  <a:rPr sz="2400" dirty="0">
                    <a:latin typeface="Cambria Math"/>
                    <a:cs typeface="Cambria Math"/>
                  </a:rPr>
                  <a:t>𝑽</a:t>
                </a:r>
                <a:r>
                  <a:rPr sz="2400" spc="-70" dirty="0">
                    <a:latin typeface="Cambria Math"/>
                    <a:cs typeface="Cambria Math"/>
                  </a:rPr>
                  <a:t>, </a:t>
                </a:r>
                <a:r>
                  <a:rPr sz="2400" dirty="0">
                    <a:latin typeface="Cambria Math"/>
                    <a:cs typeface="Cambria Math"/>
                  </a:rPr>
                  <a:t>𝑬</a:t>
                </a:r>
                <a:r>
                  <a:rPr sz="2400" spc="65" dirty="0">
                    <a:latin typeface="Cambria Math"/>
                    <a:cs typeface="Cambria Math"/>
                  </a:rPr>
                  <a:t> &gt;</a:t>
                </a:r>
                <a:r>
                  <a:rPr sz="2400" dirty="0" err="1">
                    <a:latin typeface="SimSun" panose="02010600030101010101" pitchFamily="2" charset="-122"/>
                    <a:ea typeface="SimSun" panose="02010600030101010101" pitchFamily="2" charset="-122"/>
                    <a:cs typeface="PMingLiU"/>
                  </a:rPr>
                  <a:t>的度，是图各顶点的度之和</a:t>
                </a:r>
                <a:r>
                  <a:rPr sz="2400" dirty="0">
                    <a:latin typeface="SimSun" panose="02010600030101010101" pitchFamily="2" charset="-122"/>
                    <a:ea typeface="SimSun" panose="02010600030101010101" pitchFamily="2" charset="-122"/>
                    <a:cs typeface="PMingLiU"/>
                  </a:rPr>
                  <a:t>，</a:t>
                </a:r>
                <a:r>
                  <a:rPr sz="2400" dirty="0">
                    <a:latin typeface="Cambria Math"/>
                    <a:cs typeface="Cambria Math"/>
                  </a:rPr>
                  <a:t>𝒅𝒆𝒈(𝑮)</a:t>
                </a:r>
                <a:r>
                  <a:rPr sz="2400" spc="90" dirty="0">
                    <a:latin typeface="Cambria Math"/>
                    <a:cs typeface="Cambria Math"/>
                  </a:rPr>
                  <a:t> 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zh-CN" altLang="en-US" sz="2400" i="1" spc="90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m:rPr>
                            <m:nor/>
                          </m:rPr>
                          <a:rPr lang="zh-CN" altLang="en-US" sz="2625" spc="112" baseline="-17460" dirty="0">
                            <a:latin typeface="Cambria Math"/>
                            <a:cs typeface="Cambria Math"/>
                          </a:rPr>
                          <m:t>𝒗</m:t>
                        </m:r>
                        <m:r>
                          <m:rPr>
                            <m:nor/>
                          </m:rPr>
                          <a:rPr lang="zh-CN" altLang="en-US" sz="2625" spc="112" baseline="-17460" dirty="0">
                            <a:latin typeface="Cambria Math"/>
                            <a:cs typeface="Cambria Math"/>
                          </a:rPr>
                          <m:t>∈</m:t>
                        </m:r>
                        <m:r>
                          <m:rPr>
                            <m:nor/>
                          </m:rPr>
                          <a:rPr lang="zh-CN" altLang="en-US" sz="2625" spc="112" baseline="-17460" dirty="0">
                            <a:latin typeface="Cambria Math"/>
                            <a:cs typeface="Cambria Math"/>
                          </a:rPr>
                          <m:t>𝑽</m:t>
                        </m:r>
                        <m:r>
                          <m:rPr>
                            <m:nor/>
                          </m:rPr>
                          <a:rPr lang="zh-CN" altLang="en-US" sz="2625" spc="15" baseline="-17460" dirty="0">
                            <a:latin typeface="Cambria Math"/>
                            <a:cs typeface="Cambria Math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zh-CN" altLang="en-US" sz="2400" spc="-10" dirty="0">
                            <a:latin typeface="Cambria Math"/>
                            <a:cs typeface="Cambria Math"/>
                          </a:rPr>
                          <m:t>𝒅𝒆𝒈</m:t>
                        </m:r>
                        <m:r>
                          <m:rPr>
                            <m:nor/>
                          </m:rPr>
                          <a:rPr lang="en-US" altLang="zh-CN" sz="2400" spc="-10" dirty="0">
                            <a:latin typeface="Cambria Math"/>
                            <a:cs typeface="Cambria Math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altLang="zh-CN" sz="2400" spc="-10" dirty="0">
                            <a:latin typeface="Cambria Math"/>
                            <a:cs typeface="Cambria Math"/>
                          </a:rPr>
                          <m:t>𝒗</m:t>
                        </m:r>
                        <m:r>
                          <m:rPr>
                            <m:nor/>
                          </m:rPr>
                          <a:rPr lang="en-US" altLang="zh-CN" sz="2400" spc="-10" dirty="0">
                            <a:latin typeface="Cambria Math"/>
                            <a:cs typeface="Cambria Math"/>
                          </a:rPr>
                          <m:t>)</m:t>
                        </m:r>
                        <m:r>
                          <m:rPr>
                            <m:nor/>
                          </m:rPr>
                          <a:rPr lang="zh-CN" altLang="en-US" sz="2400" dirty="0">
                            <a:latin typeface="Cambria Math"/>
                            <a:cs typeface="Cambria Math"/>
                          </a:rPr>
                          <m:t> </m:t>
                        </m:r>
                      </m:e>
                    </m:nary>
                  </m:oMath>
                </a14:m>
                <a:endParaRPr sz="3950" dirty="0">
                  <a:latin typeface="Cambria Math"/>
                  <a:cs typeface="Cambria Math"/>
                </a:endParaRPr>
              </a:p>
              <a:p>
                <a:pPr marL="444500" indent="-342900">
                  <a:lnSpc>
                    <a:spcPct val="100000"/>
                  </a:lnSpc>
                  <a:buClr>
                    <a:srgbClr val="8092F0"/>
                  </a:buClr>
                  <a:buSzPct val="69642"/>
                  <a:buFont typeface="Wingdings"/>
                  <a:buChar char=""/>
                  <a:tabLst>
                    <a:tab pos="443865" algn="l"/>
                    <a:tab pos="444500" algn="l"/>
                  </a:tabLst>
                </a:pPr>
                <a:endParaRPr lang="en-US" sz="2800" dirty="0">
                  <a:latin typeface="PMingLiU"/>
                  <a:cs typeface="PMingLiU"/>
                </a:endParaRPr>
              </a:p>
              <a:p>
                <a:pPr marL="444500" indent="-342900">
                  <a:lnSpc>
                    <a:spcPct val="100000"/>
                  </a:lnSpc>
                  <a:buClr>
                    <a:srgbClr val="8092F0"/>
                  </a:buClr>
                  <a:buSzPct val="69642"/>
                  <a:buFont typeface="Wingdings"/>
                  <a:buChar char=""/>
                  <a:tabLst>
                    <a:tab pos="443865" algn="l"/>
                    <a:tab pos="444500" algn="l"/>
                  </a:tabLst>
                </a:pPr>
                <a:r>
                  <a:rPr sz="2800" dirty="0" err="1">
                    <a:latin typeface="PMingLiU"/>
                    <a:cs typeface="PMingLiU"/>
                  </a:rPr>
                  <a:t>图</a:t>
                </a:r>
                <a:r>
                  <a:rPr sz="2800" dirty="0">
                    <a:latin typeface="Cambria Math"/>
                    <a:cs typeface="Cambria Math"/>
                  </a:rPr>
                  <a:t>𝑮</a:t>
                </a:r>
                <a:r>
                  <a:rPr sz="3075" baseline="-14905" dirty="0">
                    <a:latin typeface="Cambria Math"/>
                    <a:cs typeface="Cambria Math"/>
                  </a:rPr>
                  <a:t>𝟏</a:t>
                </a:r>
                <a:r>
                  <a:rPr sz="3075" spc="660" baseline="-14905" dirty="0">
                    <a:latin typeface="Cambria Math"/>
                    <a:cs typeface="Cambria Math"/>
                  </a:rPr>
                  <a:t> </a:t>
                </a:r>
                <a:r>
                  <a:rPr sz="2800" spc="55" dirty="0">
                    <a:latin typeface="Cambria Math"/>
                    <a:cs typeface="Cambria Math"/>
                  </a:rPr>
                  <a:t>=&lt; </a:t>
                </a:r>
                <a:r>
                  <a:rPr sz="2800" dirty="0">
                    <a:latin typeface="Cambria Math"/>
                    <a:cs typeface="Cambria Math"/>
                  </a:rPr>
                  <a:t>𝑽</a:t>
                </a:r>
                <a:r>
                  <a:rPr sz="3075" baseline="-14905" dirty="0">
                    <a:latin typeface="Cambria Math"/>
                    <a:cs typeface="Cambria Math"/>
                  </a:rPr>
                  <a:t>𝟏</a:t>
                </a:r>
                <a:r>
                  <a:rPr sz="2800" spc="-75" dirty="0">
                    <a:latin typeface="Cambria Math"/>
                    <a:cs typeface="Cambria Math"/>
                  </a:rPr>
                  <a:t>, </a:t>
                </a:r>
                <a:r>
                  <a:rPr sz="2800" dirty="0">
                    <a:latin typeface="Cambria Math"/>
                    <a:cs typeface="Cambria Math"/>
                  </a:rPr>
                  <a:t>𝑬</a:t>
                </a:r>
                <a:r>
                  <a:rPr sz="3075" baseline="-14905" dirty="0">
                    <a:latin typeface="Cambria Math"/>
                    <a:cs typeface="Cambria Math"/>
                  </a:rPr>
                  <a:t>𝟏</a:t>
                </a:r>
                <a:r>
                  <a:rPr sz="3075" spc="697" baseline="-14905" dirty="0">
                    <a:latin typeface="Cambria Math"/>
                    <a:cs typeface="Cambria Math"/>
                  </a:rPr>
                  <a:t> </a:t>
                </a:r>
                <a:r>
                  <a:rPr sz="2800" spc="-50" dirty="0">
                    <a:latin typeface="Cambria Math"/>
                    <a:cs typeface="Cambria Math"/>
                  </a:rPr>
                  <a:t>&gt;</a:t>
                </a:r>
                <a:endParaRPr sz="2800" dirty="0">
                  <a:latin typeface="Cambria Math"/>
                  <a:cs typeface="Cambria Math"/>
                </a:endParaRPr>
              </a:p>
              <a:p>
                <a:pPr marL="6374130">
                  <a:lnSpc>
                    <a:spcPct val="100000"/>
                  </a:lnSpc>
                  <a:spcBef>
                    <a:spcPts val="434"/>
                  </a:spcBef>
                  <a:tabLst>
                    <a:tab pos="7232650" algn="l"/>
                  </a:tabLst>
                </a:pPr>
                <a:r>
                  <a:rPr sz="2400" dirty="0">
                    <a:latin typeface="Cambria Math"/>
                    <a:cs typeface="Cambria Math"/>
                  </a:rPr>
                  <a:t>𝑽</a:t>
                </a:r>
                <a:r>
                  <a:rPr sz="2625" baseline="-15873" dirty="0">
                    <a:latin typeface="Cambria Math"/>
                    <a:cs typeface="Cambria Math"/>
                  </a:rPr>
                  <a:t>𝟏</a:t>
                </a:r>
                <a:r>
                  <a:rPr sz="2625" spc="569" baseline="-15873" dirty="0">
                    <a:latin typeface="Cambria Math"/>
                    <a:cs typeface="Cambria Math"/>
                  </a:rPr>
                  <a:t> </a:t>
                </a:r>
                <a:r>
                  <a:rPr sz="2400" spc="-50" dirty="0">
                    <a:latin typeface="Cambria Math"/>
                    <a:cs typeface="Cambria Math"/>
                  </a:rPr>
                  <a:t>=</a:t>
                </a:r>
                <a:r>
                  <a:rPr sz="2400" dirty="0">
                    <a:latin typeface="Cambria Math"/>
                    <a:cs typeface="Cambria Math"/>
                  </a:rPr>
                  <a:t>	</a:t>
                </a:r>
                <a:r>
                  <a:rPr sz="2400" spc="-10" dirty="0">
                    <a:latin typeface="Cambria Math"/>
                    <a:cs typeface="Cambria Math"/>
                  </a:rPr>
                  <a:t>𝒂,</a:t>
                </a:r>
                <a:r>
                  <a:rPr sz="2400" spc="-135" dirty="0">
                    <a:latin typeface="Cambria Math"/>
                    <a:cs typeface="Cambria Math"/>
                  </a:rPr>
                  <a:t> </a:t>
                </a:r>
                <a:r>
                  <a:rPr sz="2400" dirty="0">
                    <a:latin typeface="Cambria Math"/>
                    <a:cs typeface="Cambria Math"/>
                  </a:rPr>
                  <a:t>𝒃,</a:t>
                </a:r>
                <a:r>
                  <a:rPr sz="2400" spc="-130" dirty="0">
                    <a:latin typeface="Cambria Math"/>
                    <a:cs typeface="Cambria Math"/>
                  </a:rPr>
                  <a:t> </a:t>
                </a:r>
                <a:r>
                  <a:rPr sz="2400" dirty="0">
                    <a:latin typeface="Cambria Math"/>
                    <a:cs typeface="Cambria Math"/>
                  </a:rPr>
                  <a:t>𝒄,</a:t>
                </a:r>
                <a:r>
                  <a:rPr sz="2400" spc="-130" dirty="0">
                    <a:latin typeface="Cambria Math"/>
                    <a:cs typeface="Cambria Math"/>
                  </a:rPr>
                  <a:t> </a:t>
                </a:r>
                <a:r>
                  <a:rPr sz="2400" dirty="0">
                    <a:latin typeface="Cambria Math"/>
                    <a:cs typeface="Cambria Math"/>
                  </a:rPr>
                  <a:t>𝒅,</a:t>
                </a:r>
                <a:r>
                  <a:rPr sz="2400" spc="-130" dirty="0">
                    <a:latin typeface="Cambria Math"/>
                    <a:cs typeface="Cambria Math"/>
                  </a:rPr>
                  <a:t> </a:t>
                </a:r>
                <a:r>
                  <a:rPr sz="2400" spc="-50" dirty="0">
                    <a:latin typeface="Cambria Math"/>
                    <a:cs typeface="Cambria Math"/>
                  </a:rPr>
                  <a:t>𝒇</a:t>
                </a:r>
                <a:endParaRPr sz="2400" dirty="0">
                  <a:latin typeface="Cambria Math"/>
                  <a:cs typeface="Cambria Math"/>
                </a:endParaRPr>
              </a:p>
              <a:p>
                <a:pPr marL="1691639">
                  <a:lnSpc>
                    <a:spcPts val="2755"/>
                  </a:lnSpc>
                  <a:spcBef>
                    <a:spcPts val="590"/>
                  </a:spcBef>
                  <a:tabLst>
                    <a:tab pos="3162300" algn="l"/>
                    <a:tab pos="4646930" algn="l"/>
                  </a:tabLst>
                </a:pPr>
                <a:r>
                  <a:rPr sz="2400" spc="-50" dirty="0">
                    <a:latin typeface="Cambria Math"/>
                    <a:cs typeface="Cambria Math"/>
                  </a:rPr>
                  <a:t>𝒂</a:t>
                </a:r>
                <a:r>
                  <a:rPr sz="2400" dirty="0">
                    <a:latin typeface="Cambria Math"/>
                    <a:cs typeface="Cambria Math"/>
                  </a:rPr>
                  <a:t>	</a:t>
                </a:r>
                <a:r>
                  <a:rPr sz="2400" spc="-50" dirty="0">
                    <a:latin typeface="Cambria Math"/>
                    <a:cs typeface="Cambria Math"/>
                  </a:rPr>
                  <a:t>𝒃</a:t>
                </a:r>
                <a:r>
                  <a:rPr sz="2400" dirty="0">
                    <a:latin typeface="Cambria Math"/>
                    <a:cs typeface="Cambria Math"/>
                  </a:rPr>
                  <a:t>	</a:t>
                </a:r>
                <a:r>
                  <a:rPr sz="2400" spc="-50" dirty="0">
                    <a:latin typeface="Cambria Math"/>
                    <a:cs typeface="Cambria Math"/>
                  </a:rPr>
                  <a:t>𝒄</a:t>
                </a:r>
                <a:endParaRPr sz="2400" dirty="0">
                  <a:latin typeface="Cambria Math"/>
                  <a:cs typeface="Cambria Math"/>
                </a:endParaRPr>
              </a:p>
              <a:p>
                <a:pPr marL="6585584">
                  <a:lnSpc>
                    <a:spcPts val="2755"/>
                  </a:lnSpc>
                  <a:tabLst>
                    <a:tab pos="7681595" algn="l"/>
                  </a:tabLst>
                </a:pPr>
                <a:r>
                  <a:rPr sz="2400" dirty="0">
                    <a:latin typeface="Cambria Math"/>
                    <a:cs typeface="Cambria Math"/>
                  </a:rPr>
                  <a:t>𝒅𝒆𝒈</a:t>
                </a:r>
                <a:r>
                  <a:rPr sz="2400" spc="455" dirty="0">
                    <a:latin typeface="Cambria Math"/>
                    <a:cs typeface="Cambria Math"/>
                  </a:rPr>
                  <a:t> </a:t>
                </a:r>
                <a:r>
                  <a:rPr sz="2400" spc="-50" dirty="0">
                    <a:latin typeface="Cambria Math"/>
                    <a:cs typeface="Cambria Math"/>
                  </a:rPr>
                  <a:t>𝒂</a:t>
                </a:r>
                <a:r>
                  <a:rPr sz="2400" dirty="0">
                    <a:latin typeface="Cambria Math"/>
                    <a:cs typeface="Cambria Math"/>
                  </a:rPr>
                  <a:t>	=</a:t>
                </a:r>
                <a:r>
                  <a:rPr sz="2400" spc="130" dirty="0">
                    <a:latin typeface="Cambria Math"/>
                    <a:cs typeface="Cambria Math"/>
                  </a:rPr>
                  <a:t> </a:t>
                </a:r>
                <a:r>
                  <a:rPr sz="2400" spc="-50" dirty="0">
                    <a:latin typeface="Cambria Math"/>
                    <a:cs typeface="Cambria Math"/>
                  </a:rPr>
                  <a:t>𝟐</a:t>
                </a:r>
                <a:endParaRPr lang="en-US" sz="2400" spc="-50" dirty="0">
                  <a:latin typeface="Cambria Math"/>
                  <a:cs typeface="Cambria Math"/>
                </a:endParaRPr>
              </a:p>
              <a:p>
                <a:pPr marL="6585584">
                  <a:lnSpc>
                    <a:spcPts val="2755"/>
                  </a:lnSpc>
                  <a:tabLst>
                    <a:tab pos="7681595" algn="l"/>
                  </a:tabLst>
                </a:pPr>
                <a:r>
                  <a:rPr lang="zh-CN" altLang="en-US" sz="2400" dirty="0">
                    <a:latin typeface="Cambria Math"/>
                    <a:cs typeface="Cambria Math"/>
                  </a:rPr>
                  <a:t>𝒅𝒆𝒈</a:t>
                </a:r>
                <a:r>
                  <a:rPr lang="zh-CN" altLang="en-US" sz="2400" spc="455" dirty="0">
                    <a:latin typeface="Cambria Math"/>
                    <a:cs typeface="Cambria Math"/>
                  </a:rPr>
                  <a:t> </a:t>
                </a:r>
                <a:r>
                  <a:rPr lang="zh-CN" altLang="en-US" sz="2400" spc="-50" dirty="0">
                    <a:latin typeface="Cambria Math"/>
                    <a:cs typeface="Cambria Math"/>
                  </a:rPr>
                  <a:t>𝒃</a:t>
                </a:r>
                <a:r>
                  <a:rPr lang="zh-CN" altLang="en-US" sz="2400" dirty="0">
                    <a:latin typeface="Cambria Math"/>
                    <a:cs typeface="Cambria Math"/>
                  </a:rPr>
                  <a:t>	</a:t>
                </a:r>
                <a:r>
                  <a:rPr lang="en-US" altLang="zh-CN" sz="2400" dirty="0">
                    <a:latin typeface="Cambria Math"/>
                    <a:cs typeface="Cambria Math"/>
                  </a:rPr>
                  <a:t>=</a:t>
                </a:r>
                <a:r>
                  <a:rPr lang="zh-CN" altLang="en-US" sz="2400" spc="130" dirty="0">
                    <a:latin typeface="Cambria Math"/>
                    <a:cs typeface="Cambria Math"/>
                  </a:rPr>
                  <a:t> </a:t>
                </a:r>
                <a:r>
                  <a:rPr lang="zh-CN" altLang="en-US" sz="2400" spc="-50" dirty="0">
                    <a:latin typeface="Cambria Math"/>
                    <a:cs typeface="Cambria Math"/>
                  </a:rPr>
                  <a:t>𝟒</a:t>
                </a:r>
                <a:endParaRPr lang="zh-CN" altLang="en-US" sz="2400" dirty="0">
                  <a:latin typeface="Cambria Math"/>
                  <a:cs typeface="Cambria Math"/>
                </a:endParaRPr>
              </a:p>
              <a:p>
                <a:pPr marL="6585584">
                  <a:lnSpc>
                    <a:spcPts val="2755"/>
                  </a:lnSpc>
                  <a:tabLst>
                    <a:tab pos="7681595" algn="l"/>
                  </a:tabLst>
                </a:pPr>
                <a:endParaRPr sz="2400" dirty="0">
                  <a:latin typeface="Cambria Math"/>
                  <a:cs typeface="Cambria Math"/>
                </a:endParaRPr>
              </a:p>
            </p:txBody>
          </p:sp>
        </mc:Choice>
        <mc:Fallback xmlns="">
          <p:sp>
            <p:nvSpPr>
              <p:cNvPr id="15" name="object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315" y="983841"/>
                <a:ext cx="10523829" cy="4741041"/>
              </a:xfrm>
              <a:prstGeom prst="rect">
                <a:avLst/>
              </a:prstGeom>
              <a:blipFill>
                <a:blip r:embed="rId2"/>
                <a:stretch>
                  <a:fillRect l="-361" t="-2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object 3">
            <a:extLst>
              <a:ext uri="{FF2B5EF4-FFF2-40B4-BE49-F238E27FC236}">
                <a16:creationId xmlns:a16="http://schemas.microsoft.com/office/drawing/2014/main" id="{F72611D0-EA9D-F14A-A9BB-7FEBA9A7431D}"/>
              </a:ext>
            </a:extLst>
          </p:cNvPr>
          <p:cNvSpPr/>
          <p:nvPr/>
        </p:nvSpPr>
        <p:spPr>
          <a:xfrm>
            <a:off x="7829114" y="4978634"/>
            <a:ext cx="384810" cy="282575"/>
          </a:xfrm>
          <a:custGeom>
            <a:avLst/>
            <a:gdLst/>
            <a:ahLst/>
            <a:cxnLst/>
            <a:rect l="l" t="t" r="r" b="b"/>
            <a:pathLst>
              <a:path w="384809" h="282575">
                <a:moveTo>
                  <a:pt x="294512" y="0"/>
                </a:moveTo>
                <a:lnTo>
                  <a:pt x="290575" y="11556"/>
                </a:lnTo>
                <a:lnTo>
                  <a:pt x="306883" y="18631"/>
                </a:lnTo>
                <a:lnTo>
                  <a:pt x="320928" y="28432"/>
                </a:lnTo>
                <a:lnTo>
                  <a:pt x="349472" y="73925"/>
                </a:lnTo>
                <a:lnTo>
                  <a:pt x="357854" y="115732"/>
                </a:lnTo>
                <a:lnTo>
                  <a:pt x="358901" y="139826"/>
                </a:lnTo>
                <a:lnTo>
                  <a:pt x="357854" y="164707"/>
                </a:lnTo>
                <a:lnTo>
                  <a:pt x="349472" y="207656"/>
                </a:lnTo>
                <a:lnTo>
                  <a:pt x="320976" y="253857"/>
                </a:lnTo>
                <a:lnTo>
                  <a:pt x="290956" y="270890"/>
                </a:lnTo>
                <a:lnTo>
                  <a:pt x="294512" y="282320"/>
                </a:lnTo>
                <a:lnTo>
                  <a:pt x="333073" y="264302"/>
                </a:lnTo>
                <a:lnTo>
                  <a:pt x="361441" y="233044"/>
                </a:lnTo>
                <a:lnTo>
                  <a:pt x="378809" y="191134"/>
                </a:lnTo>
                <a:lnTo>
                  <a:pt x="384555" y="141223"/>
                </a:lnTo>
                <a:lnTo>
                  <a:pt x="383103" y="115359"/>
                </a:lnTo>
                <a:lnTo>
                  <a:pt x="371482" y="69536"/>
                </a:lnTo>
                <a:lnTo>
                  <a:pt x="348430" y="32146"/>
                </a:lnTo>
                <a:lnTo>
                  <a:pt x="315041" y="7381"/>
                </a:lnTo>
                <a:lnTo>
                  <a:pt x="294512" y="0"/>
                </a:lnTo>
                <a:close/>
              </a:path>
              <a:path w="384809" h="282575">
                <a:moveTo>
                  <a:pt x="90042" y="0"/>
                </a:moveTo>
                <a:lnTo>
                  <a:pt x="51657" y="18097"/>
                </a:lnTo>
                <a:lnTo>
                  <a:pt x="23367" y="49529"/>
                </a:lnTo>
                <a:lnTo>
                  <a:pt x="5826" y="91471"/>
                </a:lnTo>
                <a:lnTo>
                  <a:pt x="0" y="141223"/>
                </a:lnTo>
                <a:lnTo>
                  <a:pt x="1452" y="167179"/>
                </a:lnTo>
                <a:lnTo>
                  <a:pt x="13073" y="213090"/>
                </a:lnTo>
                <a:lnTo>
                  <a:pt x="36125" y="250334"/>
                </a:lnTo>
                <a:lnTo>
                  <a:pt x="69514" y="274960"/>
                </a:lnTo>
                <a:lnTo>
                  <a:pt x="90042" y="282320"/>
                </a:lnTo>
                <a:lnTo>
                  <a:pt x="93599" y="270890"/>
                </a:lnTo>
                <a:lnTo>
                  <a:pt x="77549" y="263773"/>
                </a:lnTo>
                <a:lnTo>
                  <a:pt x="63690" y="253857"/>
                </a:lnTo>
                <a:lnTo>
                  <a:pt x="35210" y="207656"/>
                </a:lnTo>
                <a:lnTo>
                  <a:pt x="26828" y="164707"/>
                </a:lnTo>
                <a:lnTo>
                  <a:pt x="25780" y="139826"/>
                </a:lnTo>
                <a:lnTo>
                  <a:pt x="26828" y="115732"/>
                </a:lnTo>
                <a:lnTo>
                  <a:pt x="35210" y="73925"/>
                </a:lnTo>
                <a:lnTo>
                  <a:pt x="63801" y="28432"/>
                </a:lnTo>
                <a:lnTo>
                  <a:pt x="94106" y="11556"/>
                </a:lnTo>
                <a:lnTo>
                  <a:pt x="9004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073671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object 3">
            <a:extLst>
              <a:ext uri="{FF2B5EF4-FFF2-40B4-BE49-F238E27FC236}">
                <a16:creationId xmlns:a16="http://schemas.microsoft.com/office/drawing/2014/main" id="{FE7BD46C-9F52-064B-8C68-F59A408718D4}"/>
              </a:ext>
            </a:extLst>
          </p:cNvPr>
          <p:cNvSpPr/>
          <p:nvPr/>
        </p:nvSpPr>
        <p:spPr>
          <a:xfrm>
            <a:off x="2149129" y="4108957"/>
            <a:ext cx="2065020" cy="2231390"/>
          </a:xfrm>
          <a:custGeom>
            <a:avLst/>
            <a:gdLst/>
            <a:ahLst/>
            <a:cxnLst/>
            <a:rect l="l" t="t" r="r" b="b"/>
            <a:pathLst>
              <a:path w="2065020" h="2231390">
                <a:moveTo>
                  <a:pt x="0" y="298323"/>
                </a:moveTo>
                <a:lnTo>
                  <a:pt x="3898" y="249943"/>
                </a:lnTo>
                <a:lnTo>
                  <a:pt x="15185" y="204045"/>
                </a:lnTo>
                <a:lnTo>
                  <a:pt x="33247" y="161244"/>
                </a:lnTo>
                <a:lnTo>
                  <a:pt x="57473" y="122154"/>
                </a:lnTo>
                <a:lnTo>
                  <a:pt x="87249" y="87391"/>
                </a:lnTo>
                <a:lnTo>
                  <a:pt x="121962" y="57570"/>
                </a:lnTo>
                <a:lnTo>
                  <a:pt x="161001" y="33305"/>
                </a:lnTo>
                <a:lnTo>
                  <a:pt x="203752" y="15212"/>
                </a:lnTo>
                <a:lnTo>
                  <a:pt x="249603" y="3905"/>
                </a:lnTo>
                <a:lnTo>
                  <a:pt x="297942" y="0"/>
                </a:lnTo>
                <a:lnTo>
                  <a:pt x="346280" y="3905"/>
                </a:lnTo>
                <a:lnTo>
                  <a:pt x="392131" y="15212"/>
                </a:lnTo>
                <a:lnTo>
                  <a:pt x="434882" y="33305"/>
                </a:lnTo>
                <a:lnTo>
                  <a:pt x="473921" y="57570"/>
                </a:lnTo>
                <a:lnTo>
                  <a:pt x="508635" y="87391"/>
                </a:lnTo>
                <a:lnTo>
                  <a:pt x="538410" y="122154"/>
                </a:lnTo>
                <a:lnTo>
                  <a:pt x="562636" y="161244"/>
                </a:lnTo>
                <a:lnTo>
                  <a:pt x="580698" y="204045"/>
                </a:lnTo>
                <a:lnTo>
                  <a:pt x="591985" y="249943"/>
                </a:lnTo>
                <a:lnTo>
                  <a:pt x="595883" y="298323"/>
                </a:lnTo>
                <a:lnTo>
                  <a:pt x="591985" y="346702"/>
                </a:lnTo>
                <a:lnTo>
                  <a:pt x="580698" y="392600"/>
                </a:lnTo>
                <a:lnTo>
                  <a:pt x="562636" y="435401"/>
                </a:lnTo>
                <a:lnTo>
                  <a:pt x="538410" y="474491"/>
                </a:lnTo>
                <a:lnTo>
                  <a:pt x="508634" y="509254"/>
                </a:lnTo>
                <a:lnTo>
                  <a:pt x="473921" y="539075"/>
                </a:lnTo>
                <a:lnTo>
                  <a:pt x="434882" y="563340"/>
                </a:lnTo>
                <a:lnTo>
                  <a:pt x="392131" y="581433"/>
                </a:lnTo>
                <a:lnTo>
                  <a:pt x="346280" y="592740"/>
                </a:lnTo>
                <a:lnTo>
                  <a:pt x="297942" y="596646"/>
                </a:lnTo>
                <a:lnTo>
                  <a:pt x="249603" y="592740"/>
                </a:lnTo>
                <a:lnTo>
                  <a:pt x="203752" y="581433"/>
                </a:lnTo>
                <a:lnTo>
                  <a:pt x="161001" y="563340"/>
                </a:lnTo>
                <a:lnTo>
                  <a:pt x="121962" y="539075"/>
                </a:lnTo>
                <a:lnTo>
                  <a:pt x="87248" y="509254"/>
                </a:lnTo>
                <a:lnTo>
                  <a:pt x="57473" y="474491"/>
                </a:lnTo>
                <a:lnTo>
                  <a:pt x="33247" y="435401"/>
                </a:lnTo>
                <a:lnTo>
                  <a:pt x="15185" y="392600"/>
                </a:lnTo>
                <a:lnTo>
                  <a:pt x="3898" y="346702"/>
                </a:lnTo>
                <a:lnTo>
                  <a:pt x="0" y="298323"/>
                </a:lnTo>
                <a:close/>
              </a:path>
              <a:path w="2065020" h="2231390">
                <a:moveTo>
                  <a:pt x="1469135" y="298323"/>
                </a:moveTo>
                <a:lnTo>
                  <a:pt x="1473034" y="249943"/>
                </a:lnTo>
                <a:lnTo>
                  <a:pt x="1484321" y="204045"/>
                </a:lnTo>
                <a:lnTo>
                  <a:pt x="1502383" y="161244"/>
                </a:lnTo>
                <a:lnTo>
                  <a:pt x="1526609" y="122154"/>
                </a:lnTo>
                <a:lnTo>
                  <a:pt x="1556384" y="87391"/>
                </a:lnTo>
                <a:lnTo>
                  <a:pt x="1591098" y="57570"/>
                </a:lnTo>
                <a:lnTo>
                  <a:pt x="1630137" y="33305"/>
                </a:lnTo>
                <a:lnTo>
                  <a:pt x="1672888" y="15212"/>
                </a:lnTo>
                <a:lnTo>
                  <a:pt x="1718739" y="3905"/>
                </a:lnTo>
                <a:lnTo>
                  <a:pt x="1767078" y="0"/>
                </a:lnTo>
                <a:lnTo>
                  <a:pt x="1815416" y="3905"/>
                </a:lnTo>
                <a:lnTo>
                  <a:pt x="1861267" y="15212"/>
                </a:lnTo>
                <a:lnTo>
                  <a:pt x="1904018" y="33305"/>
                </a:lnTo>
                <a:lnTo>
                  <a:pt x="1943057" y="57570"/>
                </a:lnTo>
                <a:lnTo>
                  <a:pt x="1977770" y="87391"/>
                </a:lnTo>
                <a:lnTo>
                  <a:pt x="2007546" y="122154"/>
                </a:lnTo>
                <a:lnTo>
                  <a:pt x="2031772" y="161244"/>
                </a:lnTo>
                <a:lnTo>
                  <a:pt x="2049834" y="204045"/>
                </a:lnTo>
                <a:lnTo>
                  <a:pt x="2061121" y="249943"/>
                </a:lnTo>
                <a:lnTo>
                  <a:pt x="2065020" y="298323"/>
                </a:lnTo>
                <a:lnTo>
                  <a:pt x="2061121" y="346702"/>
                </a:lnTo>
                <a:lnTo>
                  <a:pt x="2049834" y="392600"/>
                </a:lnTo>
                <a:lnTo>
                  <a:pt x="2031772" y="435401"/>
                </a:lnTo>
                <a:lnTo>
                  <a:pt x="2007546" y="474491"/>
                </a:lnTo>
                <a:lnTo>
                  <a:pt x="1977771" y="509254"/>
                </a:lnTo>
                <a:lnTo>
                  <a:pt x="1943057" y="539075"/>
                </a:lnTo>
                <a:lnTo>
                  <a:pt x="1904018" y="563340"/>
                </a:lnTo>
                <a:lnTo>
                  <a:pt x="1861267" y="581433"/>
                </a:lnTo>
                <a:lnTo>
                  <a:pt x="1815416" y="592740"/>
                </a:lnTo>
                <a:lnTo>
                  <a:pt x="1767078" y="596646"/>
                </a:lnTo>
                <a:lnTo>
                  <a:pt x="1718739" y="592740"/>
                </a:lnTo>
                <a:lnTo>
                  <a:pt x="1672888" y="581433"/>
                </a:lnTo>
                <a:lnTo>
                  <a:pt x="1630137" y="563340"/>
                </a:lnTo>
                <a:lnTo>
                  <a:pt x="1591098" y="539075"/>
                </a:lnTo>
                <a:lnTo>
                  <a:pt x="1556384" y="509254"/>
                </a:lnTo>
                <a:lnTo>
                  <a:pt x="1526609" y="474491"/>
                </a:lnTo>
                <a:lnTo>
                  <a:pt x="1502383" y="435401"/>
                </a:lnTo>
                <a:lnTo>
                  <a:pt x="1484321" y="392600"/>
                </a:lnTo>
                <a:lnTo>
                  <a:pt x="1473034" y="346702"/>
                </a:lnTo>
                <a:lnTo>
                  <a:pt x="1469135" y="298323"/>
                </a:lnTo>
                <a:close/>
              </a:path>
              <a:path w="2065020" h="2231390">
                <a:moveTo>
                  <a:pt x="0" y="1933194"/>
                </a:moveTo>
                <a:lnTo>
                  <a:pt x="3898" y="1884865"/>
                </a:lnTo>
                <a:lnTo>
                  <a:pt x="15185" y="1839019"/>
                </a:lnTo>
                <a:lnTo>
                  <a:pt x="33247" y="1796270"/>
                </a:lnTo>
                <a:lnTo>
                  <a:pt x="57473" y="1757231"/>
                </a:lnTo>
                <a:lnTo>
                  <a:pt x="87249" y="1722515"/>
                </a:lnTo>
                <a:lnTo>
                  <a:pt x="121962" y="1692736"/>
                </a:lnTo>
                <a:lnTo>
                  <a:pt x="161001" y="1668506"/>
                </a:lnTo>
                <a:lnTo>
                  <a:pt x="203752" y="1650440"/>
                </a:lnTo>
                <a:lnTo>
                  <a:pt x="249603" y="1639151"/>
                </a:lnTo>
                <a:lnTo>
                  <a:pt x="297942" y="1635252"/>
                </a:lnTo>
                <a:lnTo>
                  <a:pt x="346280" y="1639151"/>
                </a:lnTo>
                <a:lnTo>
                  <a:pt x="392131" y="1650440"/>
                </a:lnTo>
                <a:lnTo>
                  <a:pt x="434882" y="1668506"/>
                </a:lnTo>
                <a:lnTo>
                  <a:pt x="473921" y="1692736"/>
                </a:lnTo>
                <a:lnTo>
                  <a:pt x="508635" y="1722515"/>
                </a:lnTo>
                <a:lnTo>
                  <a:pt x="538410" y="1757231"/>
                </a:lnTo>
                <a:lnTo>
                  <a:pt x="562636" y="1796270"/>
                </a:lnTo>
                <a:lnTo>
                  <a:pt x="580698" y="1839019"/>
                </a:lnTo>
                <a:lnTo>
                  <a:pt x="591985" y="1884865"/>
                </a:lnTo>
                <a:lnTo>
                  <a:pt x="595883" y="1933194"/>
                </a:lnTo>
                <a:lnTo>
                  <a:pt x="591985" y="1981522"/>
                </a:lnTo>
                <a:lnTo>
                  <a:pt x="580698" y="2027368"/>
                </a:lnTo>
                <a:lnTo>
                  <a:pt x="562636" y="2070117"/>
                </a:lnTo>
                <a:lnTo>
                  <a:pt x="538410" y="2109156"/>
                </a:lnTo>
                <a:lnTo>
                  <a:pt x="508634" y="2143872"/>
                </a:lnTo>
                <a:lnTo>
                  <a:pt x="473921" y="2173651"/>
                </a:lnTo>
                <a:lnTo>
                  <a:pt x="434882" y="2197881"/>
                </a:lnTo>
                <a:lnTo>
                  <a:pt x="392131" y="2215947"/>
                </a:lnTo>
                <a:lnTo>
                  <a:pt x="346280" y="2227236"/>
                </a:lnTo>
                <a:lnTo>
                  <a:pt x="297942" y="2231136"/>
                </a:lnTo>
                <a:lnTo>
                  <a:pt x="249603" y="2227236"/>
                </a:lnTo>
                <a:lnTo>
                  <a:pt x="203752" y="2215947"/>
                </a:lnTo>
                <a:lnTo>
                  <a:pt x="161001" y="2197881"/>
                </a:lnTo>
                <a:lnTo>
                  <a:pt x="121962" y="2173651"/>
                </a:lnTo>
                <a:lnTo>
                  <a:pt x="87248" y="2143872"/>
                </a:lnTo>
                <a:lnTo>
                  <a:pt x="57473" y="2109156"/>
                </a:lnTo>
                <a:lnTo>
                  <a:pt x="33247" y="2070117"/>
                </a:lnTo>
                <a:lnTo>
                  <a:pt x="15185" y="2027368"/>
                </a:lnTo>
                <a:lnTo>
                  <a:pt x="3898" y="1981522"/>
                </a:lnTo>
                <a:lnTo>
                  <a:pt x="0" y="1933194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4">
            <a:extLst>
              <a:ext uri="{FF2B5EF4-FFF2-40B4-BE49-F238E27FC236}">
                <a16:creationId xmlns:a16="http://schemas.microsoft.com/office/drawing/2014/main" id="{0FACAE17-9CE8-264C-A0A3-5D629F11382C}"/>
              </a:ext>
            </a:extLst>
          </p:cNvPr>
          <p:cNvSpPr txBox="1"/>
          <p:nvPr/>
        </p:nvSpPr>
        <p:spPr>
          <a:xfrm>
            <a:off x="2298227" y="5836410"/>
            <a:ext cx="2216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𝒅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5" name="object 5">
            <a:extLst>
              <a:ext uri="{FF2B5EF4-FFF2-40B4-BE49-F238E27FC236}">
                <a16:creationId xmlns:a16="http://schemas.microsoft.com/office/drawing/2014/main" id="{ACB2963E-F145-ED41-8B91-4994A7ACC5A4}"/>
              </a:ext>
            </a:extLst>
          </p:cNvPr>
          <p:cNvSpPr/>
          <p:nvPr/>
        </p:nvSpPr>
        <p:spPr>
          <a:xfrm>
            <a:off x="3618265" y="5744209"/>
            <a:ext cx="596265" cy="596265"/>
          </a:xfrm>
          <a:custGeom>
            <a:avLst/>
            <a:gdLst/>
            <a:ahLst/>
            <a:cxnLst/>
            <a:rect l="l" t="t" r="r" b="b"/>
            <a:pathLst>
              <a:path w="596264" h="596264">
                <a:moveTo>
                  <a:pt x="0" y="297941"/>
                </a:moveTo>
                <a:lnTo>
                  <a:pt x="3898" y="249613"/>
                </a:lnTo>
                <a:lnTo>
                  <a:pt x="15185" y="203767"/>
                </a:lnTo>
                <a:lnTo>
                  <a:pt x="33247" y="161018"/>
                </a:lnTo>
                <a:lnTo>
                  <a:pt x="57473" y="121979"/>
                </a:lnTo>
                <a:lnTo>
                  <a:pt x="87248" y="87263"/>
                </a:lnTo>
                <a:lnTo>
                  <a:pt x="121962" y="57484"/>
                </a:lnTo>
                <a:lnTo>
                  <a:pt x="161001" y="33254"/>
                </a:lnTo>
                <a:lnTo>
                  <a:pt x="203752" y="15188"/>
                </a:lnTo>
                <a:lnTo>
                  <a:pt x="249603" y="3899"/>
                </a:lnTo>
                <a:lnTo>
                  <a:pt x="297942" y="0"/>
                </a:lnTo>
                <a:lnTo>
                  <a:pt x="346280" y="3899"/>
                </a:lnTo>
                <a:lnTo>
                  <a:pt x="392131" y="15188"/>
                </a:lnTo>
                <a:lnTo>
                  <a:pt x="434882" y="33254"/>
                </a:lnTo>
                <a:lnTo>
                  <a:pt x="473921" y="57484"/>
                </a:lnTo>
                <a:lnTo>
                  <a:pt x="508635" y="87263"/>
                </a:lnTo>
                <a:lnTo>
                  <a:pt x="538410" y="121979"/>
                </a:lnTo>
                <a:lnTo>
                  <a:pt x="562636" y="161018"/>
                </a:lnTo>
                <a:lnTo>
                  <a:pt x="580698" y="203767"/>
                </a:lnTo>
                <a:lnTo>
                  <a:pt x="591985" y="249613"/>
                </a:lnTo>
                <a:lnTo>
                  <a:pt x="595884" y="297941"/>
                </a:lnTo>
                <a:lnTo>
                  <a:pt x="591985" y="346270"/>
                </a:lnTo>
                <a:lnTo>
                  <a:pt x="580698" y="392116"/>
                </a:lnTo>
                <a:lnTo>
                  <a:pt x="562636" y="434865"/>
                </a:lnTo>
                <a:lnTo>
                  <a:pt x="538410" y="473904"/>
                </a:lnTo>
                <a:lnTo>
                  <a:pt x="508635" y="508620"/>
                </a:lnTo>
                <a:lnTo>
                  <a:pt x="473921" y="538399"/>
                </a:lnTo>
                <a:lnTo>
                  <a:pt x="434882" y="562629"/>
                </a:lnTo>
                <a:lnTo>
                  <a:pt x="392131" y="580695"/>
                </a:lnTo>
                <a:lnTo>
                  <a:pt x="346280" y="591984"/>
                </a:lnTo>
                <a:lnTo>
                  <a:pt x="297942" y="595883"/>
                </a:lnTo>
                <a:lnTo>
                  <a:pt x="249603" y="591984"/>
                </a:lnTo>
                <a:lnTo>
                  <a:pt x="203752" y="580695"/>
                </a:lnTo>
                <a:lnTo>
                  <a:pt x="161001" y="562629"/>
                </a:lnTo>
                <a:lnTo>
                  <a:pt x="121962" y="538399"/>
                </a:lnTo>
                <a:lnTo>
                  <a:pt x="87249" y="508620"/>
                </a:lnTo>
                <a:lnTo>
                  <a:pt x="57473" y="473904"/>
                </a:lnTo>
                <a:lnTo>
                  <a:pt x="33247" y="434865"/>
                </a:lnTo>
                <a:lnTo>
                  <a:pt x="15185" y="392116"/>
                </a:lnTo>
                <a:lnTo>
                  <a:pt x="3898" y="346270"/>
                </a:lnTo>
                <a:lnTo>
                  <a:pt x="0" y="297941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6">
            <a:extLst>
              <a:ext uri="{FF2B5EF4-FFF2-40B4-BE49-F238E27FC236}">
                <a16:creationId xmlns:a16="http://schemas.microsoft.com/office/drawing/2014/main" id="{2E867A07-C54C-C044-B235-FDFBABADE295}"/>
              </a:ext>
            </a:extLst>
          </p:cNvPr>
          <p:cNvSpPr txBox="1"/>
          <p:nvPr/>
        </p:nvSpPr>
        <p:spPr>
          <a:xfrm>
            <a:off x="3780064" y="5836410"/>
            <a:ext cx="1974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𝒇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37" name="object 7">
            <a:extLst>
              <a:ext uri="{FF2B5EF4-FFF2-40B4-BE49-F238E27FC236}">
                <a16:creationId xmlns:a16="http://schemas.microsoft.com/office/drawing/2014/main" id="{247F6645-32D7-B347-A866-981CC42A9175}"/>
              </a:ext>
            </a:extLst>
          </p:cNvPr>
          <p:cNvGrpSpPr/>
          <p:nvPr/>
        </p:nvGrpSpPr>
        <p:grpSpPr>
          <a:xfrm>
            <a:off x="2428022" y="4089907"/>
            <a:ext cx="3274695" cy="1971675"/>
            <a:chOff x="2404872" y="4008882"/>
            <a:chExt cx="3274695" cy="1971675"/>
          </a:xfrm>
        </p:grpSpPr>
        <p:sp>
          <p:nvSpPr>
            <p:cNvPr id="38" name="object 8">
              <a:extLst>
                <a:ext uri="{FF2B5EF4-FFF2-40B4-BE49-F238E27FC236}">
                  <a16:creationId xmlns:a16="http://schemas.microsoft.com/office/drawing/2014/main" id="{5C2A030E-FC3E-0146-8011-D3688121C02D}"/>
                </a:ext>
              </a:extLst>
            </p:cNvPr>
            <p:cNvSpPr/>
            <p:nvPr/>
          </p:nvSpPr>
          <p:spPr>
            <a:xfrm>
              <a:off x="2423922" y="4326636"/>
              <a:ext cx="1469390" cy="1634489"/>
            </a:xfrm>
            <a:custGeom>
              <a:avLst/>
              <a:gdLst/>
              <a:ahLst/>
              <a:cxnLst/>
              <a:rect l="l" t="t" r="r" b="b"/>
              <a:pathLst>
                <a:path w="1469389" h="1634489">
                  <a:moveTo>
                    <a:pt x="297941" y="0"/>
                  </a:moveTo>
                  <a:lnTo>
                    <a:pt x="1170686" y="0"/>
                  </a:lnTo>
                </a:path>
                <a:path w="1469389" h="1634489">
                  <a:moveTo>
                    <a:pt x="0" y="297941"/>
                  </a:moveTo>
                  <a:lnTo>
                    <a:pt x="0" y="1336789"/>
                  </a:lnTo>
                </a:path>
                <a:path w="1469389" h="1634489">
                  <a:moveTo>
                    <a:pt x="1258442" y="210312"/>
                  </a:moveTo>
                  <a:lnTo>
                    <a:pt x="211073" y="1423733"/>
                  </a:lnTo>
                </a:path>
                <a:path w="1469389" h="1634489">
                  <a:moveTo>
                    <a:pt x="1170686" y="1634489"/>
                  </a:moveTo>
                  <a:lnTo>
                    <a:pt x="297941" y="1634489"/>
                  </a:lnTo>
                </a:path>
                <a:path w="1469389" h="1634489">
                  <a:moveTo>
                    <a:pt x="1469136" y="297941"/>
                  </a:moveTo>
                  <a:lnTo>
                    <a:pt x="1469136" y="1336789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9">
              <a:extLst>
                <a:ext uri="{FF2B5EF4-FFF2-40B4-BE49-F238E27FC236}">
                  <a16:creationId xmlns:a16="http://schemas.microsoft.com/office/drawing/2014/main" id="{F25F4CBF-FDDD-C942-BAB3-BA4B8D9B2E6A}"/>
                </a:ext>
              </a:extLst>
            </p:cNvPr>
            <p:cNvSpPr/>
            <p:nvPr/>
          </p:nvSpPr>
          <p:spPr>
            <a:xfrm>
              <a:off x="5063489" y="4027932"/>
              <a:ext cx="596900" cy="596900"/>
            </a:xfrm>
            <a:custGeom>
              <a:avLst/>
              <a:gdLst/>
              <a:ahLst/>
              <a:cxnLst/>
              <a:rect l="l" t="t" r="r" b="b"/>
              <a:pathLst>
                <a:path w="596900" h="596900">
                  <a:moveTo>
                    <a:pt x="298323" y="0"/>
                  </a:moveTo>
                  <a:lnTo>
                    <a:pt x="249943" y="3905"/>
                  </a:lnTo>
                  <a:lnTo>
                    <a:pt x="204045" y="15212"/>
                  </a:lnTo>
                  <a:lnTo>
                    <a:pt x="161244" y="33305"/>
                  </a:lnTo>
                  <a:lnTo>
                    <a:pt x="122154" y="57570"/>
                  </a:lnTo>
                  <a:lnTo>
                    <a:pt x="87391" y="87391"/>
                  </a:lnTo>
                  <a:lnTo>
                    <a:pt x="57570" y="122154"/>
                  </a:lnTo>
                  <a:lnTo>
                    <a:pt x="33305" y="161244"/>
                  </a:lnTo>
                  <a:lnTo>
                    <a:pt x="15212" y="204045"/>
                  </a:lnTo>
                  <a:lnTo>
                    <a:pt x="3905" y="249943"/>
                  </a:lnTo>
                  <a:lnTo>
                    <a:pt x="0" y="298323"/>
                  </a:lnTo>
                  <a:lnTo>
                    <a:pt x="3905" y="346702"/>
                  </a:lnTo>
                  <a:lnTo>
                    <a:pt x="15212" y="392600"/>
                  </a:lnTo>
                  <a:lnTo>
                    <a:pt x="33305" y="435401"/>
                  </a:lnTo>
                  <a:lnTo>
                    <a:pt x="57570" y="474491"/>
                  </a:lnTo>
                  <a:lnTo>
                    <a:pt x="87391" y="509254"/>
                  </a:lnTo>
                  <a:lnTo>
                    <a:pt x="122154" y="539075"/>
                  </a:lnTo>
                  <a:lnTo>
                    <a:pt x="161244" y="563340"/>
                  </a:lnTo>
                  <a:lnTo>
                    <a:pt x="204045" y="581433"/>
                  </a:lnTo>
                  <a:lnTo>
                    <a:pt x="249943" y="592740"/>
                  </a:lnTo>
                  <a:lnTo>
                    <a:pt x="298323" y="596646"/>
                  </a:lnTo>
                  <a:lnTo>
                    <a:pt x="346702" y="592740"/>
                  </a:lnTo>
                  <a:lnTo>
                    <a:pt x="392600" y="581433"/>
                  </a:lnTo>
                  <a:lnTo>
                    <a:pt x="435401" y="563340"/>
                  </a:lnTo>
                  <a:lnTo>
                    <a:pt x="474491" y="539075"/>
                  </a:lnTo>
                  <a:lnTo>
                    <a:pt x="509254" y="509254"/>
                  </a:lnTo>
                  <a:lnTo>
                    <a:pt x="539075" y="474491"/>
                  </a:lnTo>
                  <a:lnTo>
                    <a:pt x="563340" y="435401"/>
                  </a:lnTo>
                  <a:lnTo>
                    <a:pt x="581433" y="392600"/>
                  </a:lnTo>
                  <a:lnTo>
                    <a:pt x="592740" y="346702"/>
                  </a:lnTo>
                  <a:lnTo>
                    <a:pt x="596646" y="298323"/>
                  </a:lnTo>
                  <a:lnTo>
                    <a:pt x="592740" y="249943"/>
                  </a:lnTo>
                  <a:lnTo>
                    <a:pt x="581433" y="204045"/>
                  </a:lnTo>
                  <a:lnTo>
                    <a:pt x="563340" y="161244"/>
                  </a:lnTo>
                  <a:lnTo>
                    <a:pt x="539075" y="122154"/>
                  </a:lnTo>
                  <a:lnTo>
                    <a:pt x="509254" y="87391"/>
                  </a:lnTo>
                  <a:lnTo>
                    <a:pt x="474491" y="57570"/>
                  </a:lnTo>
                  <a:lnTo>
                    <a:pt x="435401" y="33305"/>
                  </a:lnTo>
                  <a:lnTo>
                    <a:pt x="392600" y="15212"/>
                  </a:lnTo>
                  <a:lnTo>
                    <a:pt x="346702" y="3905"/>
                  </a:lnTo>
                  <a:lnTo>
                    <a:pt x="298323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10">
              <a:extLst>
                <a:ext uri="{FF2B5EF4-FFF2-40B4-BE49-F238E27FC236}">
                  <a16:creationId xmlns:a16="http://schemas.microsoft.com/office/drawing/2014/main" id="{673CA09D-7A99-3C48-A0B2-91771681003B}"/>
                </a:ext>
              </a:extLst>
            </p:cNvPr>
            <p:cNvSpPr/>
            <p:nvPr/>
          </p:nvSpPr>
          <p:spPr>
            <a:xfrm>
              <a:off x="5063489" y="4027932"/>
              <a:ext cx="596900" cy="596900"/>
            </a:xfrm>
            <a:custGeom>
              <a:avLst/>
              <a:gdLst/>
              <a:ahLst/>
              <a:cxnLst/>
              <a:rect l="l" t="t" r="r" b="b"/>
              <a:pathLst>
                <a:path w="596900" h="596900">
                  <a:moveTo>
                    <a:pt x="0" y="298323"/>
                  </a:moveTo>
                  <a:lnTo>
                    <a:pt x="3905" y="249943"/>
                  </a:lnTo>
                  <a:lnTo>
                    <a:pt x="15212" y="204045"/>
                  </a:lnTo>
                  <a:lnTo>
                    <a:pt x="33305" y="161244"/>
                  </a:lnTo>
                  <a:lnTo>
                    <a:pt x="57570" y="122154"/>
                  </a:lnTo>
                  <a:lnTo>
                    <a:pt x="87391" y="87391"/>
                  </a:lnTo>
                  <a:lnTo>
                    <a:pt x="122154" y="57570"/>
                  </a:lnTo>
                  <a:lnTo>
                    <a:pt x="161244" y="33305"/>
                  </a:lnTo>
                  <a:lnTo>
                    <a:pt x="204045" y="15212"/>
                  </a:lnTo>
                  <a:lnTo>
                    <a:pt x="249943" y="3905"/>
                  </a:lnTo>
                  <a:lnTo>
                    <a:pt x="298323" y="0"/>
                  </a:lnTo>
                  <a:lnTo>
                    <a:pt x="346702" y="3905"/>
                  </a:lnTo>
                  <a:lnTo>
                    <a:pt x="392600" y="15212"/>
                  </a:lnTo>
                  <a:lnTo>
                    <a:pt x="435401" y="33305"/>
                  </a:lnTo>
                  <a:lnTo>
                    <a:pt x="474491" y="57570"/>
                  </a:lnTo>
                  <a:lnTo>
                    <a:pt x="509254" y="87391"/>
                  </a:lnTo>
                  <a:lnTo>
                    <a:pt x="539075" y="122154"/>
                  </a:lnTo>
                  <a:lnTo>
                    <a:pt x="563340" y="161244"/>
                  </a:lnTo>
                  <a:lnTo>
                    <a:pt x="581433" y="204045"/>
                  </a:lnTo>
                  <a:lnTo>
                    <a:pt x="592740" y="249943"/>
                  </a:lnTo>
                  <a:lnTo>
                    <a:pt x="596646" y="298323"/>
                  </a:lnTo>
                  <a:lnTo>
                    <a:pt x="592740" y="346702"/>
                  </a:lnTo>
                  <a:lnTo>
                    <a:pt x="581433" y="392600"/>
                  </a:lnTo>
                  <a:lnTo>
                    <a:pt x="563340" y="435401"/>
                  </a:lnTo>
                  <a:lnTo>
                    <a:pt x="539075" y="474491"/>
                  </a:lnTo>
                  <a:lnTo>
                    <a:pt x="509254" y="509254"/>
                  </a:lnTo>
                  <a:lnTo>
                    <a:pt x="474491" y="539075"/>
                  </a:lnTo>
                  <a:lnTo>
                    <a:pt x="435401" y="563340"/>
                  </a:lnTo>
                  <a:lnTo>
                    <a:pt x="392600" y="581433"/>
                  </a:lnTo>
                  <a:lnTo>
                    <a:pt x="346702" y="592740"/>
                  </a:lnTo>
                  <a:lnTo>
                    <a:pt x="298323" y="596646"/>
                  </a:lnTo>
                  <a:lnTo>
                    <a:pt x="249943" y="592740"/>
                  </a:lnTo>
                  <a:lnTo>
                    <a:pt x="204045" y="581433"/>
                  </a:lnTo>
                  <a:lnTo>
                    <a:pt x="161244" y="563340"/>
                  </a:lnTo>
                  <a:lnTo>
                    <a:pt x="122154" y="539075"/>
                  </a:lnTo>
                  <a:lnTo>
                    <a:pt x="87391" y="509254"/>
                  </a:lnTo>
                  <a:lnTo>
                    <a:pt x="57570" y="474491"/>
                  </a:lnTo>
                  <a:lnTo>
                    <a:pt x="33305" y="435401"/>
                  </a:lnTo>
                  <a:lnTo>
                    <a:pt x="15212" y="392600"/>
                  </a:lnTo>
                  <a:lnTo>
                    <a:pt x="3905" y="346702"/>
                  </a:lnTo>
                  <a:lnTo>
                    <a:pt x="0" y="298323"/>
                  </a:lnTo>
                  <a:close/>
                </a:path>
              </a:pathLst>
            </a:custGeom>
            <a:ln w="3810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11">
              <a:extLst>
                <a:ext uri="{FF2B5EF4-FFF2-40B4-BE49-F238E27FC236}">
                  <a16:creationId xmlns:a16="http://schemas.microsoft.com/office/drawing/2014/main" id="{C7F58271-F0DF-0349-89AF-85B680E6EDCC}"/>
                </a:ext>
              </a:extLst>
            </p:cNvPr>
            <p:cNvSpPr/>
            <p:nvPr/>
          </p:nvSpPr>
          <p:spPr>
            <a:xfrm>
              <a:off x="4191000" y="4326636"/>
              <a:ext cx="873125" cy="0"/>
            </a:xfrm>
            <a:custGeom>
              <a:avLst/>
              <a:gdLst/>
              <a:ahLst/>
              <a:cxnLst/>
              <a:rect l="l" t="t" r="r" b="b"/>
              <a:pathLst>
                <a:path w="873125">
                  <a:moveTo>
                    <a:pt x="0" y="0"/>
                  </a:moveTo>
                  <a:lnTo>
                    <a:pt x="872744" y="0"/>
                  </a:lnTo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" name="object 2"/>
          <p:cNvSpPr/>
          <p:nvPr/>
        </p:nvSpPr>
        <p:spPr>
          <a:xfrm>
            <a:off x="7839164" y="4659171"/>
            <a:ext cx="388620" cy="282575"/>
          </a:xfrm>
          <a:custGeom>
            <a:avLst/>
            <a:gdLst/>
            <a:ahLst/>
            <a:cxnLst/>
            <a:rect l="l" t="t" r="r" b="b"/>
            <a:pathLst>
              <a:path w="388620" h="282575">
                <a:moveTo>
                  <a:pt x="298323" y="0"/>
                </a:moveTo>
                <a:lnTo>
                  <a:pt x="294385" y="11556"/>
                </a:lnTo>
                <a:lnTo>
                  <a:pt x="310693" y="18631"/>
                </a:lnTo>
                <a:lnTo>
                  <a:pt x="324738" y="28432"/>
                </a:lnTo>
                <a:lnTo>
                  <a:pt x="353282" y="73925"/>
                </a:lnTo>
                <a:lnTo>
                  <a:pt x="361664" y="115732"/>
                </a:lnTo>
                <a:lnTo>
                  <a:pt x="362711" y="139826"/>
                </a:lnTo>
                <a:lnTo>
                  <a:pt x="361664" y="164707"/>
                </a:lnTo>
                <a:lnTo>
                  <a:pt x="353282" y="207656"/>
                </a:lnTo>
                <a:lnTo>
                  <a:pt x="324786" y="253857"/>
                </a:lnTo>
                <a:lnTo>
                  <a:pt x="294766" y="270891"/>
                </a:lnTo>
                <a:lnTo>
                  <a:pt x="298323" y="282320"/>
                </a:lnTo>
                <a:lnTo>
                  <a:pt x="336883" y="264302"/>
                </a:lnTo>
                <a:lnTo>
                  <a:pt x="365251" y="233044"/>
                </a:lnTo>
                <a:lnTo>
                  <a:pt x="382619" y="191134"/>
                </a:lnTo>
                <a:lnTo>
                  <a:pt x="388365" y="141224"/>
                </a:lnTo>
                <a:lnTo>
                  <a:pt x="386913" y="115359"/>
                </a:lnTo>
                <a:lnTo>
                  <a:pt x="375292" y="69536"/>
                </a:lnTo>
                <a:lnTo>
                  <a:pt x="352240" y="32146"/>
                </a:lnTo>
                <a:lnTo>
                  <a:pt x="318851" y="7381"/>
                </a:lnTo>
                <a:lnTo>
                  <a:pt x="298323" y="0"/>
                </a:lnTo>
                <a:close/>
              </a:path>
              <a:path w="388620" h="282575">
                <a:moveTo>
                  <a:pt x="90042" y="0"/>
                </a:moveTo>
                <a:lnTo>
                  <a:pt x="51657" y="18097"/>
                </a:lnTo>
                <a:lnTo>
                  <a:pt x="23367" y="49530"/>
                </a:lnTo>
                <a:lnTo>
                  <a:pt x="5826" y="91471"/>
                </a:lnTo>
                <a:lnTo>
                  <a:pt x="0" y="141224"/>
                </a:lnTo>
                <a:lnTo>
                  <a:pt x="1452" y="167179"/>
                </a:lnTo>
                <a:lnTo>
                  <a:pt x="13073" y="213090"/>
                </a:lnTo>
                <a:lnTo>
                  <a:pt x="36125" y="250334"/>
                </a:lnTo>
                <a:lnTo>
                  <a:pt x="69514" y="274960"/>
                </a:lnTo>
                <a:lnTo>
                  <a:pt x="90042" y="282320"/>
                </a:lnTo>
                <a:lnTo>
                  <a:pt x="93599" y="270891"/>
                </a:lnTo>
                <a:lnTo>
                  <a:pt x="77549" y="263773"/>
                </a:lnTo>
                <a:lnTo>
                  <a:pt x="63690" y="253857"/>
                </a:lnTo>
                <a:lnTo>
                  <a:pt x="35210" y="207656"/>
                </a:lnTo>
                <a:lnTo>
                  <a:pt x="26828" y="164707"/>
                </a:lnTo>
                <a:lnTo>
                  <a:pt x="25780" y="139826"/>
                </a:lnTo>
                <a:lnTo>
                  <a:pt x="26828" y="115732"/>
                </a:lnTo>
                <a:lnTo>
                  <a:pt x="35210" y="73925"/>
                </a:lnTo>
                <a:lnTo>
                  <a:pt x="63801" y="28432"/>
                </a:lnTo>
                <a:lnTo>
                  <a:pt x="94106" y="11556"/>
                </a:lnTo>
                <a:lnTo>
                  <a:pt x="9004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16803" y="268308"/>
            <a:ext cx="4077971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00"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图的概念：</a:t>
            </a:r>
            <a:r>
              <a:rPr sz="3600"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度</a:t>
            </a:r>
            <a:endParaRPr sz="3600"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7797527" y="3860813"/>
            <a:ext cx="1555115" cy="283845"/>
          </a:xfrm>
          <a:custGeom>
            <a:avLst/>
            <a:gdLst/>
            <a:ahLst/>
            <a:cxnLst/>
            <a:rect l="l" t="t" r="r" b="b"/>
            <a:pathLst>
              <a:path w="1555115" h="283845">
                <a:moveTo>
                  <a:pt x="1464055" y="0"/>
                </a:moveTo>
                <a:lnTo>
                  <a:pt x="1460119" y="0"/>
                </a:lnTo>
                <a:lnTo>
                  <a:pt x="1460119" y="11302"/>
                </a:lnTo>
                <a:lnTo>
                  <a:pt x="1462404" y="11302"/>
                </a:lnTo>
                <a:lnTo>
                  <a:pt x="1472594" y="12015"/>
                </a:lnTo>
                <a:lnTo>
                  <a:pt x="1505331" y="37480"/>
                </a:lnTo>
                <a:lnTo>
                  <a:pt x="1508378" y="59689"/>
                </a:lnTo>
                <a:lnTo>
                  <a:pt x="1508188" y="65218"/>
                </a:lnTo>
                <a:lnTo>
                  <a:pt x="1507617" y="71342"/>
                </a:lnTo>
                <a:lnTo>
                  <a:pt x="1506664" y="78085"/>
                </a:lnTo>
                <a:lnTo>
                  <a:pt x="1505330" y="85470"/>
                </a:lnTo>
                <a:lnTo>
                  <a:pt x="1503426" y="95630"/>
                </a:lnTo>
                <a:lnTo>
                  <a:pt x="1502409" y="102996"/>
                </a:lnTo>
                <a:lnTo>
                  <a:pt x="1502409" y="115823"/>
                </a:lnTo>
                <a:lnTo>
                  <a:pt x="1504823" y="122681"/>
                </a:lnTo>
                <a:lnTo>
                  <a:pt x="1514855" y="133476"/>
                </a:lnTo>
                <a:lnTo>
                  <a:pt x="1520698" y="137540"/>
                </a:lnTo>
                <a:lnTo>
                  <a:pt x="1527555" y="140080"/>
                </a:lnTo>
                <a:lnTo>
                  <a:pt x="1527555" y="142747"/>
                </a:lnTo>
                <a:lnTo>
                  <a:pt x="1520698" y="145287"/>
                </a:lnTo>
                <a:lnTo>
                  <a:pt x="1514855" y="149351"/>
                </a:lnTo>
                <a:lnTo>
                  <a:pt x="1504823" y="160146"/>
                </a:lnTo>
                <a:lnTo>
                  <a:pt x="1502409" y="167004"/>
                </a:lnTo>
                <a:lnTo>
                  <a:pt x="1502409" y="179831"/>
                </a:lnTo>
                <a:lnTo>
                  <a:pt x="1503426" y="187197"/>
                </a:lnTo>
                <a:lnTo>
                  <a:pt x="1505330" y="197357"/>
                </a:lnTo>
                <a:lnTo>
                  <a:pt x="1506664" y="204743"/>
                </a:lnTo>
                <a:lnTo>
                  <a:pt x="1507617" y="211486"/>
                </a:lnTo>
                <a:lnTo>
                  <a:pt x="1508188" y="217610"/>
                </a:lnTo>
                <a:lnTo>
                  <a:pt x="1508378" y="223138"/>
                </a:lnTo>
                <a:lnTo>
                  <a:pt x="1507616" y="235592"/>
                </a:lnTo>
                <a:lnTo>
                  <a:pt x="1481629" y="269700"/>
                </a:lnTo>
                <a:lnTo>
                  <a:pt x="1462404" y="272541"/>
                </a:lnTo>
                <a:lnTo>
                  <a:pt x="1460119" y="272541"/>
                </a:lnTo>
                <a:lnTo>
                  <a:pt x="1460119" y="283844"/>
                </a:lnTo>
                <a:lnTo>
                  <a:pt x="1464055" y="283844"/>
                </a:lnTo>
                <a:lnTo>
                  <a:pt x="1480391" y="282630"/>
                </a:lnTo>
                <a:lnTo>
                  <a:pt x="1516252" y="267842"/>
                </a:lnTo>
                <a:lnTo>
                  <a:pt x="1533652" y="220471"/>
                </a:lnTo>
                <a:lnTo>
                  <a:pt x="1533435" y="214066"/>
                </a:lnTo>
                <a:lnTo>
                  <a:pt x="1532778" y="207232"/>
                </a:lnTo>
                <a:lnTo>
                  <a:pt x="1531669" y="199969"/>
                </a:lnTo>
                <a:lnTo>
                  <a:pt x="1530096" y="192277"/>
                </a:lnTo>
                <a:lnTo>
                  <a:pt x="1527809" y="181736"/>
                </a:lnTo>
                <a:lnTo>
                  <a:pt x="1526667" y="174751"/>
                </a:lnTo>
                <a:lnTo>
                  <a:pt x="1526667" y="164337"/>
                </a:lnTo>
                <a:lnTo>
                  <a:pt x="1528952" y="158749"/>
                </a:lnTo>
                <a:lnTo>
                  <a:pt x="1533778" y="154431"/>
                </a:lnTo>
                <a:lnTo>
                  <a:pt x="1538477" y="150113"/>
                </a:lnTo>
                <a:lnTo>
                  <a:pt x="1545590" y="147827"/>
                </a:lnTo>
                <a:lnTo>
                  <a:pt x="1555115" y="147573"/>
                </a:lnTo>
                <a:lnTo>
                  <a:pt x="1555115" y="135254"/>
                </a:lnTo>
                <a:lnTo>
                  <a:pt x="1545590" y="135000"/>
                </a:lnTo>
                <a:lnTo>
                  <a:pt x="1538477" y="132714"/>
                </a:lnTo>
                <a:lnTo>
                  <a:pt x="1533778" y="128396"/>
                </a:lnTo>
                <a:lnTo>
                  <a:pt x="1528952" y="124078"/>
                </a:lnTo>
                <a:lnTo>
                  <a:pt x="1526667" y="118490"/>
                </a:lnTo>
                <a:lnTo>
                  <a:pt x="1526667" y="108076"/>
                </a:lnTo>
                <a:lnTo>
                  <a:pt x="1527809" y="101091"/>
                </a:lnTo>
                <a:lnTo>
                  <a:pt x="1530096" y="90550"/>
                </a:lnTo>
                <a:lnTo>
                  <a:pt x="1531669" y="82859"/>
                </a:lnTo>
                <a:lnTo>
                  <a:pt x="1532778" y="75596"/>
                </a:lnTo>
                <a:lnTo>
                  <a:pt x="1533435" y="68762"/>
                </a:lnTo>
                <a:lnTo>
                  <a:pt x="1533652" y="62356"/>
                </a:lnTo>
                <a:lnTo>
                  <a:pt x="1532576" y="47880"/>
                </a:lnTo>
                <a:lnTo>
                  <a:pt x="1506489" y="9215"/>
                </a:lnTo>
                <a:lnTo>
                  <a:pt x="1480391" y="1214"/>
                </a:lnTo>
                <a:lnTo>
                  <a:pt x="1464055" y="0"/>
                </a:lnTo>
                <a:close/>
              </a:path>
              <a:path w="1555115" h="283845">
                <a:moveTo>
                  <a:pt x="94996" y="0"/>
                </a:moveTo>
                <a:lnTo>
                  <a:pt x="91058" y="0"/>
                </a:lnTo>
                <a:lnTo>
                  <a:pt x="74703" y="1214"/>
                </a:lnTo>
                <a:lnTo>
                  <a:pt x="38734" y="16001"/>
                </a:lnTo>
                <a:lnTo>
                  <a:pt x="21661" y="59562"/>
                </a:lnTo>
                <a:lnTo>
                  <a:pt x="21558" y="65091"/>
                </a:lnTo>
                <a:lnTo>
                  <a:pt x="21677" y="68635"/>
                </a:lnTo>
                <a:lnTo>
                  <a:pt x="22320" y="75469"/>
                </a:lnTo>
                <a:lnTo>
                  <a:pt x="23391" y="82732"/>
                </a:lnTo>
                <a:lnTo>
                  <a:pt x="24892" y="90423"/>
                </a:lnTo>
                <a:lnTo>
                  <a:pt x="27304" y="100837"/>
                </a:lnTo>
                <a:lnTo>
                  <a:pt x="28448" y="107949"/>
                </a:lnTo>
                <a:lnTo>
                  <a:pt x="28448" y="118363"/>
                </a:lnTo>
                <a:lnTo>
                  <a:pt x="26034" y="123951"/>
                </a:lnTo>
                <a:lnTo>
                  <a:pt x="16637" y="132587"/>
                </a:lnTo>
                <a:lnTo>
                  <a:pt x="9525" y="134873"/>
                </a:lnTo>
                <a:lnTo>
                  <a:pt x="0" y="135127"/>
                </a:lnTo>
                <a:lnTo>
                  <a:pt x="0" y="147319"/>
                </a:lnTo>
                <a:lnTo>
                  <a:pt x="9525" y="147700"/>
                </a:lnTo>
                <a:lnTo>
                  <a:pt x="16637" y="149986"/>
                </a:lnTo>
                <a:lnTo>
                  <a:pt x="26034" y="158622"/>
                </a:lnTo>
                <a:lnTo>
                  <a:pt x="28448" y="164210"/>
                </a:lnTo>
                <a:lnTo>
                  <a:pt x="28448" y="174624"/>
                </a:lnTo>
                <a:lnTo>
                  <a:pt x="27304" y="181609"/>
                </a:lnTo>
                <a:lnTo>
                  <a:pt x="24892" y="192150"/>
                </a:lnTo>
                <a:lnTo>
                  <a:pt x="23391" y="199842"/>
                </a:lnTo>
                <a:lnTo>
                  <a:pt x="22320" y="207105"/>
                </a:lnTo>
                <a:lnTo>
                  <a:pt x="21677" y="213939"/>
                </a:lnTo>
                <a:lnTo>
                  <a:pt x="21463" y="220344"/>
                </a:lnTo>
                <a:lnTo>
                  <a:pt x="22536" y="235321"/>
                </a:lnTo>
                <a:lnTo>
                  <a:pt x="48517" y="274629"/>
                </a:lnTo>
                <a:lnTo>
                  <a:pt x="91058" y="283844"/>
                </a:lnTo>
                <a:lnTo>
                  <a:pt x="94996" y="283844"/>
                </a:lnTo>
                <a:lnTo>
                  <a:pt x="94996" y="272541"/>
                </a:lnTo>
                <a:lnTo>
                  <a:pt x="92709" y="272541"/>
                </a:lnTo>
                <a:lnTo>
                  <a:pt x="82520" y="271829"/>
                </a:lnTo>
                <a:lnTo>
                  <a:pt x="49783" y="246078"/>
                </a:lnTo>
                <a:lnTo>
                  <a:pt x="46736" y="223011"/>
                </a:lnTo>
                <a:lnTo>
                  <a:pt x="46926" y="217465"/>
                </a:lnTo>
                <a:lnTo>
                  <a:pt x="47498" y="211312"/>
                </a:lnTo>
                <a:lnTo>
                  <a:pt x="48450" y="204563"/>
                </a:lnTo>
                <a:lnTo>
                  <a:pt x="49783" y="197230"/>
                </a:lnTo>
                <a:lnTo>
                  <a:pt x="51689" y="187070"/>
                </a:lnTo>
                <a:lnTo>
                  <a:pt x="52704" y="179704"/>
                </a:lnTo>
                <a:lnTo>
                  <a:pt x="52704" y="166877"/>
                </a:lnTo>
                <a:lnTo>
                  <a:pt x="50165" y="160019"/>
                </a:lnTo>
                <a:lnTo>
                  <a:pt x="45212" y="154558"/>
                </a:lnTo>
                <a:lnTo>
                  <a:pt x="40258" y="149224"/>
                </a:lnTo>
                <a:lnTo>
                  <a:pt x="34417" y="145160"/>
                </a:lnTo>
                <a:lnTo>
                  <a:pt x="27558" y="142620"/>
                </a:lnTo>
                <a:lnTo>
                  <a:pt x="27558" y="139953"/>
                </a:lnTo>
                <a:lnTo>
                  <a:pt x="34417" y="137286"/>
                </a:lnTo>
                <a:lnTo>
                  <a:pt x="40258" y="133349"/>
                </a:lnTo>
                <a:lnTo>
                  <a:pt x="45212" y="127888"/>
                </a:lnTo>
                <a:lnTo>
                  <a:pt x="50165" y="122554"/>
                </a:lnTo>
                <a:lnTo>
                  <a:pt x="52704" y="115569"/>
                </a:lnTo>
                <a:lnTo>
                  <a:pt x="52704" y="102869"/>
                </a:lnTo>
                <a:lnTo>
                  <a:pt x="51689" y="95503"/>
                </a:lnTo>
                <a:lnTo>
                  <a:pt x="49783" y="85343"/>
                </a:lnTo>
                <a:lnTo>
                  <a:pt x="48450" y="77958"/>
                </a:lnTo>
                <a:lnTo>
                  <a:pt x="47498" y="71215"/>
                </a:lnTo>
                <a:lnTo>
                  <a:pt x="46926" y="65091"/>
                </a:lnTo>
                <a:lnTo>
                  <a:pt x="46736" y="59562"/>
                </a:lnTo>
                <a:lnTo>
                  <a:pt x="47498" y="47609"/>
                </a:lnTo>
                <a:lnTo>
                  <a:pt x="73485" y="14144"/>
                </a:lnTo>
                <a:lnTo>
                  <a:pt x="92709" y="11302"/>
                </a:lnTo>
                <a:lnTo>
                  <a:pt x="94996" y="11302"/>
                </a:lnTo>
                <a:lnTo>
                  <a:pt x="9499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bject 15"/>
              <p:cNvSpPr txBox="1"/>
              <p:nvPr/>
            </p:nvSpPr>
            <p:spPr>
              <a:xfrm>
                <a:off x="657315" y="983841"/>
                <a:ext cx="10523829" cy="5459187"/>
              </a:xfrm>
              <a:prstGeom prst="rect">
                <a:avLst/>
              </a:prstGeom>
            </p:spPr>
            <p:txBody>
              <a:bodyPr vert="horz" wrap="square" lIns="0" tIns="102870" rIns="0" bIns="0" rtlCol="0">
                <a:spAutoFit/>
              </a:bodyPr>
              <a:lstStyle/>
              <a:p>
                <a:pPr marL="444500" indent="-342900">
                  <a:lnSpc>
                    <a:spcPct val="100000"/>
                  </a:lnSpc>
                  <a:spcBef>
                    <a:spcPts val="810"/>
                  </a:spcBef>
                  <a:buClr>
                    <a:srgbClr val="8092F0"/>
                  </a:buClr>
                  <a:buSzPct val="69642"/>
                  <a:buFont typeface="Wingdings"/>
                  <a:buChar char=""/>
                  <a:tabLst>
                    <a:tab pos="443865" algn="l"/>
                    <a:tab pos="444500" algn="l"/>
                  </a:tabLst>
                </a:pPr>
                <a:r>
                  <a:rPr sz="2800" dirty="0" err="1">
                    <a:latin typeface="SimSun" panose="02010600030101010101" pitchFamily="2" charset="-122"/>
                    <a:ea typeface="SimSun" panose="02010600030101010101" pitchFamily="2" charset="-122"/>
                    <a:cs typeface="PMingLiU"/>
                  </a:rPr>
                  <a:t>顶点的度</a:t>
                </a:r>
                <a:r>
                  <a:rPr sz="2800" b="1" dirty="0">
                    <a:latin typeface="SimSun" panose="02010600030101010101" pitchFamily="2" charset="-122"/>
                    <a:ea typeface="SimSun" panose="02010600030101010101" pitchFamily="2" charset="-122"/>
                    <a:cs typeface="Times New Roman"/>
                  </a:rPr>
                  <a:t>(Degree</a:t>
                </a:r>
                <a:r>
                  <a:rPr sz="2800" b="1" spc="-35" dirty="0">
                    <a:latin typeface="SimSun" panose="02010600030101010101" pitchFamily="2" charset="-122"/>
                    <a:ea typeface="SimSun" panose="02010600030101010101" pitchFamily="2" charset="-122"/>
                    <a:cs typeface="Times New Roman"/>
                  </a:rPr>
                  <a:t> </a:t>
                </a:r>
                <a:r>
                  <a:rPr sz="2800" b="1" dirty="0">
                    <a:latin typeface="SimSun" panose="02010600030101010101" pitchFamily="2" charset="-122"/>
                    <a:ea typeface="SimSun" panose="02010600030101010101" pitchFamily="2" charset="-122"/>
                    <a:cs typeface="Times New Roman"/>
                  </a:rPr>
                  <a:t>of a</a:t>
                </a:r>
                <a:r>
                  <a:rPr sz="2800" b="1" spc="5" dirty="0">
                    <a:latin typeface="SimSun" panose="02010600030101010101" pitchFamily="2" charset="-122"/>
                    <a:ea typeface="SimSun" panose="02010600030101010101" pitchFamily="2" charset="-122"/>
                    <a:cs typeface="Times New Roman"/>
                  </a:rPr>
                  <a:t> </a:t>
                </a:r>
                <a:r>
                  <a:rPr sz="2800" b="1" spc="-10" dirty="0">
                    <a:latin typeface="SimSun" panose="02010600030101010101" pitchFamily="2" charset="-122"/>
                    <a:ea typeface="SimSun" panose="02010600030101010101" pitchFamily="2" charset="-122"/>
                    <a:cs typeface="Times New Roman"/>
                  </a:rPr>
                  <a:t>Vertex)</a:t>
                </a:r>
                <a:endParaRPr sz="2800" dirty="0">
                  <a:latin typeface="SimSun" panose="02010600030101010101" pitchFamily="2" charset="-122"/>
                  <a:ea typeface="SimSun" panose="02010600030101010101" pitchFamily="2" charset="-122"/>
                  <a:cs typeface="Times New Roman"/>
                </a:endParaRPr>
              </a:p>
              <a:p>
                <a:pPr marL="793115" lvl="1" indent="-347980">
                  <a:lnSpc>
                    <a:spcPct val="100000"/>
                  </a:lnSpc>
                  <a:spcBef>
                    <a:spcPts val="610"/>
                  </a:spcBef>
                  <a:buClr>
                    <a:srgbClr val="DAB6FB"/>
                  </a:buClr>
                  <a:buSzPct val="68750"/>
                  <a:buFont typeface="Wingdings"/>
                  <a:buChar char=""/>
                  <a:tabLst>
                    <a:tab pos="793115" algn="l"/>
                    <a:tab pos="793750" algn="l"/>
                  </a:tabLst>
                </a:pPr>
                <a:r>
                  <a:rPr sz="2400" dirty="0" err="1">
                    <a:latin typeface="PMingLiU"/>
                    <a:cs typeface="PMingLiU"/>
                  </a:rPr>
                  <a:t>顶点</a:t>
                </a:r>
                <a:r>
                  <a:rPr sz="2400" spc="-10" dirty="0">
                    <a:latin typeface="Cambria Math"/>
                    <a:cs typeface="Cambria Math"/>
                  </a:rPr>
                  <a:t>𝒗</a:t>
                </a:r>
                <a:r>
                  <a:rPr sz="2400" dirty="0" err="1">
                    <a:latin typeface="PMingLiU"/>
                    <a:cs typeface="PMingLiU"/>
                  </a:rPr>
                  <a:t>的度</a:t>
                </a:r>
                <a:r>
                  <a:rPr sz="2400" spc="-10" dirty="0">
                    <a:latin typeface="Cambria Math"/>
                    <a:cs typeface="Cambria Math"/>
                  </a:rPr>
                  <a:t>𝒅𝒆𝒈(𝒗)</a:t>
                </a:r>
                <a:r>
                  <a:rPr sz="2400" dirty="0" err="1">
                    <a:latin typeface="PMingLiU"/>
                    <a:cs typeface="PMingLiU"/>
                  </a:rPr>
                  <a:t>是</a:t>
                </a:r>
                <a:r>
                  <a:rPr sz="2400" spc="-10" dirty="0">
                    <a:latin typeface="Cambria Math"/>
                    <a:cs typeface="Cambria Math"/>
                  </a:rPr>
                  <a:t>𝒗</a:t>
                </a:r>
                <a:r>
                  <a:rPr sz="2400" spc="-10" dirty="0" err="1">
                    <a:latin typeface="PMingLiU"/>
                    <a:cs typeface="PMingLiU"/>
                  </a:rPr>
                  <a:t>关联的边数</a:t>
                </a:r>
                <a:endParaRPr sz="2400" dirty="0">
                  <a:latin typeface="PMingLiU"/>
                  <a:cs typeface="PMingLiU"/>
                </a:endParaRPr>
              </a:p>
              <a:p>
                <a:pPr marL="444500" indent="-342900">
                  <a:lnSpc>
                    <a:spcPct val="100000"/>
                  </a:lnSpc>
                  <a:spcBef>
                    <a:spcPts val="640"/>
                  </a:spcBef>
                  <a:buClr>
                    <a:srgbClr val="8092F0"/>
                  </a:buClr>
                  <a:buSzPct val="69642"/>
                  <a:buFont typeface="Wingdings"/>
                  <a:buChar char=""/>
                  <a:tabLst>
                    <a:tab pos="443865" algn="l"/>
                    <a:tab pos="444500" algn="l"/>
                  </a:tabLst>
                </a:pPr>
                <a:r>
                  <a:rPr sz="2800" dirty="0" err="1">
                    <a:latin typeface="SimSun" panose="02010600030101010101" pitchFamily="2" charset="-122"/>
                    <a:ea typeface="SimSun" panose="02010600030101010101" pitchFamily="2" charset="-122"/>
                    <a:cs typeface="PMingLiU"/>
                  </a:rPr>
                  <a:t>图的度</a:t>
                </a:r>
                <a:r>
                  <a:rPr sz="2800" b="1" dirty="0">
                    <a:latin typeface="SimSun" panose="02010600030101010101" pitchFamily="2" charset="-122"/>
                    <a:ea typeface="SimSun" panose="02010600030101010101" pitchFamily="2" charset="-122"/>
                    <a:cs typeface="Times New Roman"/>
                  </a:rPr>
                  <a:t>(Degree</a:t>
                </a:r>
                <a:r>
                  <a:rPr sz="2800" b="1" spc="-25" dirty="0">
                    <a:latin typeface="SimSun" panose="02010600030101010101" pitchFamily="2" charset="-122"/>
                    <a:ea typeface="SimSun" panose="02010600030101010101" pitchFamily="2" charset="-122"/>
                    <a:cs typeface="Times New Roman"/>
                  </a:rPr>
                  <a:t> </a:t>
                </a:r>
                <a:r>
                  <a:rPr sz="2800" b="1" dirty="0">
                    <a:latin typeface="SimSun" panose="02010600030101010101" pitchFamily="2" charset="-122"/>
                    <a:ea typeface="SimSun" panose="02010600030101010101" pitchFamily="2" charset="-122"/>
                    <a:cs typeface="Times New Roman"/>
                  </a:rPr>
                  <a:t>of a </a:t>
                </a:r>
                <a:r>
                  <a:rPr sz="2800" b="1" spc="-10" dirty="0">
                    <a:latin typeface="SimSun" panose="02010600030101010101" pitchFamily="2" charset="-122"/>
                    <a:ea typeface="SimSun" panose="02010600030101010101" pitchFamily="2" charset="-122"/>
                    <a:cs typeface="Times New Roman"/>
                  </a:rPr>
                  <a:t>Graph)</a:t>
                </a:r>
                <a:endParaRPr sz="2800" dirty="0">
                  <a:latin typeface="SimSun" panose="02010600030101010101" pitchFamily="2" charset="-122"/>
                  <a:ea typeface="SimSun" panose="02010600030101010101" pitchFamily="2" charset="-122"/>
                  <a:cs typeface="Times New Roman"/>
                </a:endParaRPr>
              </a:p>
              <a:p>
                <a:pPr marL="793115" lvl="1" indent="-347980">
                  <a:lnSpc>
                    <a:spcPct val="100000"/>
                  </a:lnSpc>
                  <a:spcBef>
                    <a:spcPts val="610"/>
                  </a:spcBef>
                  <a:buClr>
                    <a:srgbClr val="DAB6FB"/>
                  </a:buClr>
                  <a:buSzPct val="68750"/>
                  <a:buFont typeface="Wingdings"/>
                  <a:buChar char=""/>
                  <a:tabLst>
                    <a:tab pos="793115" algn="l"/>
                    <a:tab pos="793750" algn="l"/>
                  </a:tabLst>
                </a:pPr>
                <a:r>
                  <a:rPr sz="2400" dirty="0" err="1">
                    <a:latin typeface="PMingLiU"/>
                    <a:cs typeface="PMingLiU"/>
                  </a:rPr>
                  <a:t>图</a:t>
                </a:r>
                <a:r>
                  <a:rPr sz="2400" dirty="0">
                    <a:latin typeface="Cambria Math"/>
                    <a:cs typeface="Cambria Math"/>
                  </a:rPr>
                  <a:t>𝑮</a:t>
                </a:r>
                <a:r>
                  <a:rPr sz="2400" spc="65" dirty="0">
                    <a:latin typeface="Cambria Math"/>
                    <a:cs typeface="Cambria Math"/>
                  </a:rPr>
                  <a:t> =&lt; </a:t>
                </a:r>
                <a:r>
                  <a:rPr sz="2400" dirty="0">
                    <a:latin typeface="Cambria Math"/>
                    <a:cs typeface="Cambria Math"/>
                  </a:rPr>
                  <a:t>𝑽</a:t>
                </a:r>
                <a:r>
                  <a:rPr sz="2400" spc="-70" dirty="0">
                    <a:latin typeface="Cambria Math"/>
                    <a:cs typeface="Cambria Math"/>
                  </a:rPr>
                  <a:t>, </a:t>
                </a:r>
                <a:r>
                  <a:rPr sz="2400" dirty="0">
                    <a:latin typeface="Cambria Math"/>
                    <a:cs typeface="Cambria Math"/>
                  </a:rPr>
                  <a:t>𝑬</a:t>
                </a:r>
                <a:r>
                  <a:rPr sz="2400" spc="65" dirty="0">
                    <a:latin typeface="Cambria Math"/>
                    <a:cs typeface="Cambria Math"/>
                  </a:rPr>
                  <a:t> &gt;</a:t>
                </a:r>
                <a:r>
                  <a:rPr sz="2400" dirty="0" err="1">
                    <a:latin typeface="SimSun" panose="02010600030101010101" pitchFamily="2" charset="-122"/>
                    <a:ea typeface="SimSun" panose="02010600030101010101" pitchFamily="2" charset="-122"/>
                    <a:cs typeface="PMingLiU"/>
                  </a:rPr>
                  <a:t>的度，是图各顶点的度之和</a:t>
                </a:r>
                <a:r>
                  <a:rPr sz="2400" dirty="0">
                    <a:latin typeface="SimSun" panose="02010600030101010101" pitchFamily="2" charset="-122"/>
                    <a:ea typeface="SimSun" panose="02010600030101010101" pitchFamily="2" charset="-122"/>
                    <a:cs typeface="PMingLiU"/>
                  </a:rPr>
                  <a:t>，</a:t>
                </a:r>
                <a:r>
                  <a:rPr sz="2400" dirty="0">
                    <a:latin typeface="Cambria Math"/>
                    <a:cs typeface="Cambria Math"/>
                  </a:rPr>
                  <a:t>𝒅𝒆𝒈(𝑮)</a:t>
                </a:r>
                <a:r>
                  <a:rPr sz="2400" spc="90" dirty="0">
                    <a:latin typeface="Cambria Math"/>
                    <a:cs typeface="Cambria Math"/>
                  </a:rPr>
                  <a:t> 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zh-CN" altLang="en-US" sz="2400" i="1" spc="90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m:rPr>
                            <m:nor/>
                          </m:rPr>
                          <a:rPr lang="zh-CN" altLang="en-US" sz="2625" spc="112" baseline="-17460" dirty="0">
                            <a:latin typeface="Cambria Math"/>
                            <a:cs typeface="Cambria Math"/>
                          </a:rPr>
                          <m:t>𝒗</m:t>
                        </m:r>
                        <m:r>
                          <m:rPr>
                            <m:nor/>
                          </m:rPr>
                          <a:rPr lang="zh-CN" altLang="en-US" sz="2625" spc="112" baseline="-17460" dirty="0">
                            <a:latin typeface="Cambria Math"/>
                            <a:cs typeface="Cambria Math"/>
                          </a:rPr>
                          <m:t>∈</m:t>
                        </m:r>
                        <m:r>
                          <m:rPr>
                            <m:nor/>
                          </m:rPr>
                          <a:rPr lang="zh-CN" altLang="en-US" sz="2625" spc="112" baseline="-17460" dirty="0">
                            <a:latin typeface="Cambria Math"/>
                            <a:cs typeface="Cambria Math"/>
                          </a:rPr>
                          <m:t>𝑽</m:t>
                        </m:r>
                        <m:r>
                          <m:rPr>
                            <m:nor/>
                          </m:rPr>
                          <a:rPr lang="zh-CN" altLang="en-US" sz="2625" spc="15" baseline="-17460" dirty="0">
                            <a:latin typeface="Cambria Math"/>
                            <a:cs typeface="Cambria Math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zh-CN" altLang="en-US" sz="2400" spc="-10" dirty="0">
                            <a:latin typeface="Cambria Math"/>
                            <a:cs typeface="Cambria Math"/>
                          </a:rPr>
                          <m:t>𝒅𝒆𝒈</m:t>
                        </m:r>
                        <m:r>
                          <m:rPr>
                            <m:nor/>
                          </m:rPr>
                          <a:rPr lang="en-US" altLang="zh-CN" sz="2400" spc="-10" dirty="0">
                            <a:latin typeface="Cambria Math"/>
                            <a:cs typeface="Cambria Math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altLang="zh-CN" sz="2400" spc="-10" dirty="0">
                            <a:latin typeface="Cambria Math"/>
                            <a:cs typeface="Cambria Math"/>
                          </a:rPr>
                          <m:t>𝒗</m:t>
                        </m:r>
                        <m:r>
                          <m:rPr>
                            <m:nor/>
                          </m:rPr>
                          <a:rPr lang="en-US" altLang="zh-CN" sz="2400" spc="-10" dirty="0">
                            <a:latin typeface="Cambria Math"/>
                            <a:cs typeface="Cambria Math"/>
                          </a:rPr>
                          <m:t>)</m:t>
                        </m:r>
                        <m:r>
                          <m:rPr>
                            <m:nor/>
                          </m:rPr>
                          <a:rPr lang="zh-CN" altLang="en-US" sz="2400" dirty="0">
                            <a:latin typeface="Cambria Math"/>
                            <a:cs typeface="Cambria Math"/>
                          </a:rPr>
                          <m:t> </m:t>
                        </m:r>
                      </m:e>
                    </m:nary>
                  </m:oMath>
                </a14:m>
                <a:endParaRPr sz="3950" dirty="0">
                  <a:latin typeface="Cambria Math"/>
                  <a:cs typeface="Cambria Math"/>
                </a:endParaRPr>
              </a:p>
              <a:p>
                <a:pPr marL="444500" indent="-342900">
                  <a:lnSpc>
                    <a:spcPct val="100000"/>
                  </a:lnSpc>
                  <a:buClr>
                    <a:srgbClr val="8092F0"/>
                  </a:buClr>
                  <a:buSzPct val="69642"/>
                  <a:buFont typeface="Wingdings"/>
                  <a:buChar char=""/>
                  <a:tabLst>
                    <a:tab pos="443865" algn="l"/>
                    <a:tab pos="444500" algn="l"/>
                  </a:tabLst>
                </a:pPr>
                <a:endParaRPr lang="en-US" sz="2800" dirty="0">
                  <a:latin typeface="PMingLiU"/>
                  <a:cs typeface="PMingLiU"/>
                </a:endParaRPr>
              </a:p>
              <a:p>
                <a:pPr marL="444500" indent="-342900">
                  <a:lnSpc>
                    <a:spcPct val="100000"/>
                  </a:lnSpc>
                  <a:buClr>
                    <a:srgbClr val="8092F0"/>
                  </a:buClr>
                  <a:buSzPct val="69642"/>
                  <a:buFont typeface="Wingdings"/>
                  <a:buChar char=""/>
                  <a:tabLst>
                    <a:tab pos="443865" algn="l"/>
                    <a:tab pos="444500" algn="l"/>
                  </a:tabLst>
                </a:pPr>
                <a:r>
                  <a:rPr sz="2800" dirty="0" err="1">
                    <a:latin typeface="PMingLiU"/>
                    <a:cs typeface="PMingLiU"/>
                  </a:rPr>
                  <a:t>图</a:t>
                </a:r>
                <a:r>
                  <a:rPr sz="2800" dirty="0">
                    <a:latin typeface="Cambria Math"/>
                    <a:cs typeface="Cambria Math"/>
                  </a:rPr>
                  <a:t>𝑮</a:t>
                </a:r>
                <a:r>
                  <a:rPr sz="3075" baseline="-14905" dirty="0">
                    <a:latin typeface="Cambria Math"/>
                    <a:cs typeface="Cambria Math"/>
                  </a:rPr>
                  <a:t>𝟏</a:t>
                </a:r>
                <a:r>
                  <a:rPr sz="3075" spc="660" baseline="-14905" dirty="0">
                    <a:latin typeface="Cambria Math"/>
                    <a:cs typeface="Cambria Math"/>
                  </a:rPr>
                  <a:t> </a:t>
                </a:r>
                <a:r>
                  <a:rPr sz="2800" spc="55" dirty="0">
                    <a:latin typeface="Cambria Math"/>
                    <a:cs typeface="Cambria Math"/>
                  </a:rPr>
                  <a:t>=&lt; </a:t>
                </a:r>
                <a:r>
                  <a:rPr sz="2800" dirty="0">
                    <a:latin typeface="Cambria Math"/>
                    <a:cs typeface="Cambria Math"/>
                  </a:rPr>
                  <a:t>𝑽</a:t>
                </a:r>
                <a:r>
                  <a:rPr sz="3075" baseline="-14905" dirty="0">
                    <a:latin typeface="Cambria Math"/>
                    <a:cs typeface="Cambria Math"/>
                  </a:rPr>
                  <a:t>𝟏</a:t>
                </a:r>
                <a:r>
                  <a:rPr sz="2800" spc="-75" dirty="0">
                    <a:latin typeface="Cambria Math"/>
                    <a:cs typeface="Cambria Math"/>
                  </a:rPr>
                  <a:t>, </a:t>
                </a:r>
                <a:r>
                  <a:rPr sz="2800" dirty="0">
                    <a:latin typeface="Cambria Math"/>
                    <a:cs typeface="Cambria Math"/>
                  </a:rPr>
                  <a:t>𝑬</a:t>
                </a:r>
                <a:r>
                  <a:rPr sz="3075" baseline="-14905" dirty="0">
                    <a:latin typeface="Cambria Math"/>
                    <a:cs typeface="Cambria Math"/>
                  </a:rPr>
                  <a:t>𝟏</a:t>
                </a:r>
                <a:r>
                  <a:rPr sz="3075" spc="697" baseline="-14905" dirty="0">
                    <a:latin typeface="Cambria Math"/>
                    <a:cs typeface="Cambria Math"/>
                  </a:rPr>
                  <a:t> </a:t>
                </a:r>
                <a:r>
                  <a:rPr sz="2800" spc="-50" dirty="0">
                    <a:latin typeface="Cambria Math"/>
                    <a:cs typeface="Cambria Math"/>
                  </a:rPr>
                  <a:t>&gt;</a:t>
                </a:r>
                <a:endParaRPr sz="2800" dirty="0">
                  <a:latin typeface="Cambria Math"/>
                  <a:cs typeface="Cambria Math"/>
                </a:endParaRPr>
              </a:p>
              <a:p>
                <a:pPr marL="6374130">
                  <a:lnSpc>
                    <a:spcPct val="100000"/>
                  </a:lnSpc>
                  <a:spcBef>
                    <a:spcPts val="434"/>
                  </a:spcBef>
                  <a:tabLst>
                    <a:tab pos="7232650" algn="l"/>
                  </a:tabLst>
                </a:pPr>
                <a:r>
                  <a:rPr sz="2400" dirty="0">
                    <a:latin typeface="Cambria Math"/>
                    <a:cs typeface="Cambria Math"/>
                  </a:rPr>
                  <a:t>𝑽</a:t>
                </a:r>
                <a:r>
                  <a:rPr sz="2625" baseline="-15873" dirty="0">
                    <a:latin typeface="Cambria Math"/>
                    <a:cs typeface="Cambria Math"/>
                  </a:rPr>
                  <a:t>𝟏</a:t>
                </a:r>
                <a:r>
                  <a:rPr sz="2625" spc="569" baseline="-15873" dirty="0">
                    <a:latin typeface="Cambria Math"/>
                    <a:cs typeface="Cambria Math"/>
                  </a:rPr>
                  <a:t> </a:t>
                </a:r>
                <a:r>
                  <a:rPr sz="2400" spc="-50" dirty="0">
                    <a:latin typeface="Cambria Math"/>
                    <a:cs typeface="Cambria Math"/>
                  </a:rPr>
                  <a:t>=</a:t>
                </a:r>
                <a:r>
                  <a:rPr sz="2400" dirty="0">
                    <a:latin typeface="Cambria Math"/>
                    <a:cs typeface="Cambria Math"/>
                  </a:rPr>
                  <a:t>	</a:t>
                </a:r>
                <a:r>
                  <a:rPr sz="2400" spc="-10" dirty="0">
                    <a:latin typeface="Cambria Math"/>
                    <a:cs typeface="Cambria Math"/>
                  </a:rPr>
                  <a:t>𝒂,</a:t>
                </a:r>
                <a:r>
                  <a:rPr sz="2400" spc="-135" dirty="0">
                    <a:latin typeface="Cambria Math"/>
                    <a:cs typeface="Cambria Math"/>
                  </a:rPr>
                  <a:t> </a:t>
                </a:r>
                <a:r>
                  <a:rPr sz="2400" dirty="0">
                    <a:latin typeface="Cambria Math"/>
                    <a:cs typeface="Cambria Math"/>
                  </a:rPr>
                  <a:t>𝒃,</a:t>
                </a:r>
                <a:r>
                  <a:rPr sz="2400" spc="-130" dirty="0">
                    <a:latin typeface="Cambria Math"/>
                    <a:cs typeface="Cambria Math"/>
                  </a:rPr>
                  <a:t> </a:t>
                </a:r>
                <a:r>
                  <a:rPr sz="2400" dirty="0">
                    <a:latin typeface="Cambria Math"/>
                    <a:cs typeface="Cambria Math"/>
                  </a:rPr>
                  <a:t>𝒄,</a:t>
                </a:r>
                <a:r>
                  <a:rPr sz="2400" spc="-130" dirty="0">
                    <a:latin typeface="Cambria Math"/>
                    <a:cs typeface="Cambria Math"/>
                  </a:rPr>
                  <a:t> </a:t>
                </a:r>
                <a:r>
                  <a:rPr sz="2400" dirty="0">
                    <a:latin typeface="Cambria Math"/>
                    <a:cs typeface="Cambria Math"/>
                  </a:rPr>
                  <a:t>𝒅,</a:t>
                </a:r>
                <a:r>
                  <a:rPr sz="2400" spc="-130" dirty="0">
                    <a:latin typeface="Cambria Math"/>
                    <a:cs typeface="Cambria Math"/>
                  </a:rPr>
                  <a:t> </a:t>
                </a:r>
                <a:r>
                  <a:rPr sz="2400" spc="-50" dirty="0">
                    <a:latin typeface="Cambria Math"/>
                    <a:cs typeface="Cambria Math"/>
                  </a:rPr>
                  <a:t>𝒇</a:t>
                </a:r>
                <a:endParaRPr sz="2400" dirty="0">
                  <a:latin typeface="Cambria Math"/>
                  <a:cs typeface="Cambria Math"/>
                </a:endParaRPr>
              </a:p>
              <a:p>
                <a:pPr marL="1691639">
                  <a:lnSpc>
                    <a:spcPts val="2755"/>
                  </a:lnSpc>
                  <a:spcBef>
                    <a:spcPts val="590"/>
                  </a:spcBef>
                  <a:tabLst>
                    <a:tab pos="3162300" algn="l"/>
                    <a:tab pos="4646930" algn="l"/>
                  </a:tabLst>
                </a:pPr>
                <a:r>
                  <a:rPr sz="2400" spc="-50" dirty="0">
                    <a:latin typeface="Cambria Math"/>
                    <a:cs typeface="Cambria Math"/>
                  </a:rPr>
                  <a:t>𝒂</a:t>
                </a:r>
                <a:r>
                  <a:rPr sz="2400" dirty="0">
                    <a:latin typeface="Cambria Math"/>
                    <a:cs typeface="Cambria Math"/>
                  </a:rPr>
                  <a:t>	</a:t>
                </a:r>
                <a:r>
                  <a:rPr sz="2400" spc="-50" dirty="0">
                    <a:latin typeface="Cambria Math"/>
                    <a:cs typeface="Cambria Math"/>
                  </a:rPr>
                  <a:t>𝒃</a:t>
                </a:r>
                <a:r>
                  <a:rPr sz="2400" dirty="0">
                    <a:latin typeface="Cambria Math"/>
                    <a:cs typeface="Cambria Math"/>
                  </a:rPr>
                  <a:t>	</a:t>
                </a:r>
                <a:r>
                  <a:rPr sz="2400" spc="-50" dirty="0">
                    <a:latin typeface="Cambria Math"/>
                    <a:cs typeface="Cambria Math"/>
                  </a:rPr>
                  <a:t>𝒄</a:t>
                </a:r>
                <a:endParaRPr sz="2400" dirty="0">
                  <a:latin typeface="Cambria Math"/>
                  <a:cs typeface="Cambria Math"/>
                </a:endParaRPr>
              </a:p>
              <a:p>
                <a:pPr marL="6585584">
                  <a:lnSpc>
                    <a:spcPts val="2755"/>
                  </a:lnSpc>
                  <a:tabLst>
                    <a:tab pos="7681595" algn="l"/>
                  </a:tabLst>
                </a:pPr>
                <a:r>
                  <a:rPr sz="2400" dirty="0">
                    <a:latin typeface="Cambria Math"/>
                    <a:cs typeface="Cambria Math"/>
                  </a:rPr>
                  <a:t>𝒅𝒆𝒈</a:t>
                </a:r>
                <a:r>
                  <a:rPr sz="2400" spc="455" dirty="0">
                    <a:latin typeface="Cambria Math"/>
                    <a:cs typeface="Cambria Math"/>
                  </a:rPr>
                  <a:t> </a:t>
                </a:r>
                <a:r>
                  <a:rPr sz="2400" spc="-50" dirty="0">
                    <a:latin typeface="Cambria Math"/>
                    <a:cs typeface="Cambria Math"/>
                  </a:rPr>
                  <a:t>𝒂</a:t>
                </a:r>
                <a:r>
                  <a:rPr sz="2400" dirty="0">
                    <a:latin typeface="Cambria Math"/>
                    <a:cs typeface="Cambria Math"/>
                  </a:rPr>
                  <a:t>	=</a:t>
                </a:r>
                <a:r>
                  <a:rPr sz="2400" spc="130" dirty="0">
                    <a:latin typeface="Cambria Math"/>
                    <a:cs typeface="Cambria Math"/>
                  </a:rPr>
                  <a:t> </a:t>
                </a:r>
                <a:r>
                  <a:rPr sz="2400" spc="-50" dirty="0">
                    <a:latin typeface="Cambria Math"/>
                    <a:cs typeface="Cambria Math"/>
                  </a:rPr>
                  <a:t>𝟐</a:t>
                </a:r>
                <a:endParaRPr lang="en-US" sz="2400" spc="-50" dirty="0">
                  <a:latin typeface="Cambria Math"/>
                  <a:cs typeface="Cambria Math"/>
                </a:endParaRPr>
              </a:p>
              <a:p>
                <a:pPr marL="6585584">
                  <a:lnSpc>
                    <a:spcPts val="2755"/>
                  </a:lnSpc>
                  <a:tabLst>
                    <a:tab pos="7681595" algn="l"/>
                  </a:tabLst>
                </a:pPr>
                <a:r>
                  <a:rPr lang="zh-CN" altLang="en-US" sz="2400" dirty="0">
                    <a:latin typeface="Cambria Math"/>
                    <a:cs typeface="Cambria Math"/>
                  </a:rPr>
                  <a:t>𝒅𝒆𝒈</a:t>
                </a:r>
                <a:r>
                  <a:rPr lang="zh-CN" altLang="en-US" sz="2400" spc="455" dirty="0">
                    <a:latin typeface="Cambria Math"/>
                    <a:cs typeface="Cambria Math"/>
                  </a:rPr>
                  <a:t> </a:t>
                </a:r>
                <a:r>
                  <a:rPr lang="zh-CN" altLang="en-US" sz="2400" spc="-50" dirty="0">
                    <a:latin typeface="Cambria Math"/>
                    <a:cs typeface="Cambria Math"/>
                  </a:rPr>
                  <a:t>𝒃</a:t>
                </a:r>
                <a:r>
                  <a:rPr lang="zh-CN" altLang="en-US" sz="2400" dirty="0">
                    <a:latin typeface="Cambria Math"/>
                    <a:cs typeface="Cambria Math"/>
                  </a:rPr>
                  <a:t>	</a:t>
                </a:r>
                <a:r>
                  <a:rPr lang="en-US" altLang="zh-CN" sz="2400" dirty="0">
                    <a:latin typeface="Cambria Math"/>
                    <a:cs typeface="Cambria Math"/>
                  </a:rPr>
                  <a:t>=</a:t>
                </a:r>
                <a:r>
                  <a:rPr lang="zh-CN" altLang="en-US" sz="2400" spc="130" dirty="0">
                    <a:latin typeface="Cambria Math"/>
                    <a:cs typeface="Cambria Math"/>
                  </a:rPr>
                  <a:t> </a:t>
                </a:r>
                <a:r>
                  <a:rPr lang="zh-CN" altLang="en-US" sz="2400" spc="-50" dirty="0">
                    <a:latin typeface="Cambria Math"/>
                    <a:cs typeface="Cambria Math"/>
                  </a:rPr>
                  <a:t>𝟒</a:t>
                </a:r>
                <a:endParaRPr lang="en-US" altLang="zh-CN" sz="2400" spc="-50" dirty="0">
                  <a:latin typeface="Cambria Math"/>
                  <a:cs typeface="Cambria Math"/>
                </a:endParaRPr>
              </a:p>
              <a:p>
                <a:pPr marL="6585584">
                  <a:lnSpc>
                    <a:spcPts val="2755"/>
                  </a:lnSpc>
                  <a:tabLst>
                    <a:tab pos="7681595" algn="l"/>
                  </a:tabLst>
                </a:pPr>
                <a:r>
                  <a:rPr lang="zh-CN" altLang="en-US" sz="2400" dirty="0">
                    <a:latin typeface="Cambria Math"/>
                    <a:cs typeface="Cambria Math"/>
                  </a:rPr>
                  <a:t>𝒅𝒆𝒈</a:t>
                </a:r>
                <a:r>
                  <a:rPr lang="zh-CN" altLang="en-US" sz="2400" spc="455" dirty="0">
                    <a:latin typeface="Cambria Math"/>
                    <a:cs typeface="Cambria Math"/>
                  </a:rPr>
                  <a:t> </a:t>
                </a:r>
                <a:r>
                  <a:rPr lang="zh-CN" altLang="en-US" sz="2400" spc="-50" dirty="0">
                    <a:latin typeface="Cambria Math"/>
                    <a:cs typeface="Cambria Math"/>
                  </a:rPr>
                  <a:t>𝒄</a:t>
                </a:r>
                <a:r>
                  <a:rPr lang="zh-CN" altLang="en-US" sz="2400" dirty="0">
                    <a:latin typeface="Cambria Math"/>
                    <a:cs typeface="Cambria Math"/>
                  </a:rPr>
                  <a:t>	</a:t>
                </a:r>
                <a:r>
                  <a:rPr lang="en-US" altLang="zh-CN" sz="2400" dirty="0">
                    <a:latin typeface="Cambria Math"/>
                    <a:cs typeface="Cambria Math"/>
                  </a:rPr>
                  <a:t>=</a:t>
                </a:r>
                <a:r>
                  <a:rPr lang="zh-CN" altLang="en-US" sz="2400" spc="130" dirty="0">
                    <a:latin typeface="Cambria Math"/>
                    <a:cs typeface="Cambria Math"/>
                  </a:rPr>
                  <a:t> </a:t>
                </a:r>
                <a:r>
                  <a:rPr lang="zh-CN" altLang="en-US" sz="2400" spc="-50" dirty="0">
                    <a:latin typeface="Cambria Math"/>
                    <a:cs typeface="Cambria Math"/>
                  </a:rPr>
                  <a:t>𝟏</a:t>
                </a:r>
                <a:endParaRPr lang="zh-CN" altLang="en-US" sz="2400" dirty="0">
                  <a:latin typeface="Cambria Math"/>
                  <a:cs typeface="Cambria Math"/>
                </a:endParaRPr>
              </a:p>
              <a:p>
                <a:pPr marL="6585584">
                  <a:lnSpc>
                    <a:spcPts val="2755"/>
                  </a:lnSpc>
                  <a:tabLst>
                    <a:tab pos="7681595" algn="l"/>
                  </a:tabLst>
                </a:pPr>
                <a:endParaRPr lang="zh-CN" altLang="en-US" sz="2400" dirty="0">
                  <a:latin typeface="Cambria Math"/>
                  <a:cs typeface="Cambria Math"/>
                </a:endParaRPr>
              </a:p>
              <a:p>
                <a:pPr marL="6585584">
                  <a:lnSpc>
                    <a:spcPts val="2755"/>
                  </a:lnSpc>
                  <a:tabLst>
                    <a:tab pos="7681595" algn="l"/>
                  </a:tabLst>
                </a:pPr>
                <a:endParaRPr sz="2400" dirty="0">
                  <a:latin typeface="Cambria Math"/>
                  <a:cs typeface="Cambria Math"/>
                </a:endParaRPr>
              </a:p>
            </p:txBody>
          </p:sp>
        </mc:Choice>
        <mc:Fallback xmlns="">
          <p:sp>
            <p:nvSpPr>
              <p:cNvPr id="15" name="object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315" y="983841"/>
                <a:ext cx="10523829" cy="5459187"/>
              </a:xfrm>
              <a:prstGeom prst="rect">
                <a:avLst/>
              </a:prstGeom>
              <a:blipFill>
                <a:blip r:embed="rId2"/>
                <a:stretch>
                  <a:fillRect l="-361" t="-2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object 3">
            <a:extLst>
              <a:ext uri="{FF2B5EF4-FFF2-40B4-BE49-F238E27FC236}">
                <a16:creationId xmlns:a16="http://schemas.microsoft.com/office/drawing/2014/main" id="{F72611D0-EA9D-F14A-A9BB-7FEBA9A7431D}"/>
              </a:ext>
            </a:extLst>
          </p:cNvPr>
          <p:cNvSpPr/>
          <p:nvPr/>
        </p:nvSpPr>
        <p:spPr>
          <a:xfrm>
            <a:off x="7829114" y="4978634"/>
            <a:ext cx="384810" cy="282575"/>
          </a:xfrm>
          <a:custGeom>
            <a:avLst/>
            <a:gdLst/>
            <a:ahLst/>
            <a:cxnLst/>
            <a:rect l="l" t="t" r="r" b="b"/>
            <a:pathLst>
              <a:path w="384809" h="282575">
                <a:moveTo>
                  <a:pt x="294512" y="0"/>
                </a:moveTo>
                <a:lnTo>
                  <a:pt x="290575" y="11556"/>
                </a:lnTo>
                <a:lnTo>
                  <a:pt x="306883" y="18631"/>
                </a:lnTo>
                <a:lnTo>
                  <a:pt x="320928" y="28432"/>
                </a:lnTo>
                <a:lnTo>
                  <a:pt x="349472" y="73925"/>
                </a:lnTo>
                <a:lnTo>
                  <a:pt x="357854" y="115732"/>
                </a:lnTo>
                <a:lnTo>
                  <a:pt x="358901" y="139826"/>
                </a:lnTo>
                <a:lnTo>
                  <a:pt x="357854" y="164707"/>
                </a:lnTo>
                <a:lnTo>
                  <a:pt x="349472" y="207656"/>
                </a:lnTo>
                <a:lnTo>
                  <a:pt x="320976" y="253857"/>
                </a:lnTo>
                <a:lnTo>
                  <a:pt x="290956" y="270890"/>
                </a:lnTo>
                <a:lnTo>
                  <a:pt x="294512" y="282320"/>
                </a:lnTo>
                <a:lnTo>
                  <a:pt x="333073" y="264302"/>
                </a:lnTo>
                <a:lnTo>
                  <a:pt x="361441" y="233044"/>
                </a:lnTo>
                <a:lnTo>
                  <a:pt x="378809" y="191134"/>
                </a:lnTo>
                <a:lnTo>
                  <a:pt x="384555" y="141223"/>
                </a:lnTo>
                <a:lnTo>
                  <a:pt x="383103" y="115359"/>
                </a:lnTo>
                <a:lnTo>
                  <a:pt x="371482" y="69536"/>
                </a:lnTo>
                <a:lnTo>
                  <a:pt x="348430" y="32146"/>
                </a:lnTo>
                <a:lnTo>
                  <a:pt x="315041" y="7381"/>
                </a:lnTo>
                <a:lnTo>
                  <a:pt x="294512" y="0"/>
                </a:lnTo>
                <a:close/>
              </a:path>
              <a:path w="384809" h="282575">
                <a:moveTo>
                  <a:pt x="90042" y="0"/>
                </a:moveTo>
                <a:lnTo>
                  <a:pt x="51657" y="18097"/>
                </a:lnTo>
                <a:lnTo>
                  <a:pt x="23367" y="49529"/>
                </a:lnTo>
                <a:lnTo>
                  <a:pt x="5826" y="91471"/>
                </a:lnTo>
                <a:lnTo>
                  <a:pt x="0" y="141223"/>
                </a:lnTo>
                <a:lnTo>
                  <a:pt x="1452" y="167179"/>
                </a:lnTo>
                <a:lnTo>
                  <a:pt x="13073" y="213090"/>
                </a:lnTo>
                <a:lnTo>
                  <a:pt x="36125" y="250334"/>
                </a:lnTo>
                <a:lnTo>
                  <a:pt x="69514" y="274960"/>
                </a:lnTo>
                <a:lnTo>
                  <a:pt x="90042" y="282320"/>
                </a:lnTo>
                <a:lnTo>
                  <a:pt x="93599" y="270890"/>
                </a:lnTo>
                <a:lnTo>
                  <a:pt x="77549" y="263773"/>
                </a:lnTo>
                <a:lnTo>
                  <a:pt x="63690" y="253857"/>
                </a:lnTo>
                <a:lnTo>
                  <a:pt x="35210" y="207656"/>
                </a:lnTo>
                <a:lnTo>
                  <a:pt x="26828" y="164707"/>
                </a:lnTo>
                <a:lnTo>
                  <a:pt x="25780" y="139826"/>
                </a:lnTo>
                <a:lnTo>
                  <a:pt x="26828" y="115732"/>
                </a:lnTo>
                <a:lnTo>
                  <a:pt x="35210" y="73925"/>
                </a:lnTo>
                <a:lnTo>
                  <a:pt x="63801" y="28432"/>
                </a:lnTo>
                <a:lnTo>
                  <a:pt x="94106" y="11556"/>
                </a:lnTo>
                <a:lnTo>
                  <a:pt x="9004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14">
            <a:extLst>
              <a:ext uri="{FF2B5EF4-FFF2-40B4-BE49-F238E27FC236}">
                <a16:creationId xmlns:a16="http://schemas.microsoft.com/office/drawing/2014/main" id="{47A4CBAF-845E-7A40-9CA6-70A4CF14E744}"/>
              </a:ext>
            </a:extLst>
          </p:cNvPr>
          <p:cNvSpPr/>
          <p:nvPr/>
        </p:nvSpPr>
        <p:spPr>
          <a:xfrm>
            <a:off x="7845116" y="5367545"/>
            <a:ext cx="353695" cy="282575"/>
          </a:xfrm>
          <a:custGeom>
            <a:avLst/>
            <a:gdLst/>
            <a:ahLst/>
            <a:cxnLst/>
            <a:rect l="l" t="t" r="r" b="b"/>
            <a:pathLst>
              <a:path w="353695" h="282575">
                <a:moveTo>
                  <a:pt x="263270" y="0"/>
                </a:moveTo>
                <a:lnTo>
                  <a:pt x="259333" y="11556"/>
                </a:lnTo>
                <a:lnTo>
                  <a:pt x="275641" y="18631"/>
                </a:lnTo>
                <a:lnTo>
                  <a:pt x="289686" y="28432"/>
                </a:lnTo>
                <a:lnTo>
                  <a:pt x="318230" y="73925"/>
                </a:lnTo>
                <a:lnTo>
                  <a:pt x="326612" y="115732"/>
                </a:lnTo>
                <a:lnTo>
                  <a:pt x="327659" y="139826"/>
                </a:lnTo>
                <a:lnTo>
                  <a:pt x="326612" y="164707"/>
                </a:lnTo>
                <a:lnTo>
                  <a:pt x="318230" y="207656"/>
                </a:lnTo>
                <a:lnTo>
                  <a:pt x="289734" y="253857"/>
                </a:lnTo>
                <a:lnTo>
                  <a:pt x="259714" y="270890"/>
                </a:lnTo>
                <a:lnTo>
                  <a:pt x="263270" y="282320"/>
                </a:lnTo>
                <a:lnTo>
                  <a:pt x="301831" y="264302"/>
                </a:lnTo>
                <a:lnTo>
                  <a:pt x="330200" y="233044"/>
                </a:lnTo>
                <a:lnTo>
                  <a:pt x="347567" y="191134"/>
                </a:lnTo>
                <a:lnTo>
                  <a:pt x="353313" y="141223"/>
                </a:lnTo>
                <a:lnTo>
                  <a:pt x="351861" y="115359"/>
                </a:lnTo>
                <a:lnTo>
                  <a:pt x="340240" y="69536"/>
                </a:lnTo>
                <a:lnTo>
                  <a:pt x="317188" y="32146"/>
                </a:lnTo>
                <a:lnTo>
                  <a:pt x="283799" y="7381"/>
                </a:lnTo>
                <a:lnTo>
                  <a:pt x="263270" y="0"/>
                </a:lnTo>
                <a:close/>
              </a:path>
              <a:path w="353695" h="282575">
                <a:moveTo>
                  <a:pt x="90042" y="0"/>
                </a:moveTo>
                <a:lnTo>
                  <a:pt x="51657" y="18097"/>
                </a:lnTo>
                <a:lnTo>
                  <a:pt x="23367" y="49529"/>
                </a:lnTo>
                <a:lnTo>
                  <a:pt x="5826" y="91471"/>
                </a:lnTo>
                <a:lnTo>
                  <a:pt x="0" y="141223"/>
                </a:lnTo>
                <a:lnTo>
                  <a:pt x="1452" y="167179"/>
                </a:lnTo>
                <a:lnTo>
                  <a:pt x="13073" y="213090"/>
                </a:lnTo>
                <a:lnTo>
                  <a:pt x="36125" y="250334"/>
                </a:lnTo>
                <a:lnTo>
                  <a:pt x="69514" y="274960"/>
                </a:lnTo>
                <a:lnTo>
                  <a:pt x="90042" y="282320"/>
                </a:lnTo>
                <a:lnTo>
                  <a:pt x="93599" y="270890"/>
                </a:lnTo>
                <a:lnTo>
                  <a:pt x="77549" y="263773"/>
                </a:lnTo>
                <a:lnTo>
                  <a:pt x="63690" y="253857"/>
                </a:lnTo>
                <a:lnTo>
                  <a:pt x="35210" y="207656"/>
                </a:lnTo>
                <a:lnTo>
                  <a:pt x="26828" y="164707"/>
                </a:lnTo>
                <a:lnTo>
                  <a:pt x="25780" y="139826"/>
                </a:lnTo>
                <a:lnTo>
                  <a:pt x="26828" y="115732"/>
                </a:lnTo>
                <a:lnTo>
                  <a:pt x="35210" y="73925"/>
                </a:lnTo>
                <a:lnTo>
                  <a:pt x="63801" y="28432"/>
                </a:lnTo>
                <a:lnTo>
                  <a:pt x="94106" y="11556"/>
                </a:lnTo>
                <a:lnTo>
                  <a:pt x="9004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439923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839164" y="4659171"/>
            <a:ext cx="388620" cy="282575"/>
          </a:xfrm>
          <a:custGeom>
            <a:avLst/>
            <a:gdLst/>
            <a:ahLst/>
            <a:cxnLst/>
            <a:rect l="l" t="t" r="r" b="b"/>
            <a:pathLst>
              <a:path w="388620" h="282575">
                <a:moveTo>
                  <a:pt x="298323" y="0"/>
                </a:moveTo>
                <a:lnTo>
                  <a:pt x="294385" y="11556"/>
                </a:lnTo>
                <a:lnTo>
                  <a:pt x="310693" y="18631"/>
                </a:lnTo>
                <a:lnTo>
                  <a:pt x="324738" y="28432"/>
                </a:lnTo>
                <a:lnTo>
                  <a:pt x="353282" y="73925"/>
                </a:lnTo>
                <a:lnTo>
                  <a:pt x="361664" y="115732"/>
                </a:lnTo>
                <a:lnTo>
                  <a:pt x="362711" y="139826"/>
                </a:lnTo>
                <a:lnTo>
                  <a:pt x="361664" y="164707"/>
                </a:lnTo>
                <a:lnTo>
                  <a:pt x="353282" y="207656"/>
                </a:lnTo>
                <a:lnTo>
                  <a:pt x="324786" y="253857"/>
                </a:lnTo>
                <a:lnTo>
                  <a:pt x="294766" y="270891"/>
                </a:lnTo>
                <a:lnTo>
                  <a:pt x="298323" y="282320"/>
                </a:lnTo>
                <a:lnTo>
                  <a:pt x="336883" y="264302"/>
                </a:lnTo>
                <a:lnTo>
                  <a:pt x="365251" y="233044"/>
                </a:lnTo>
                <a:lnTo>
                  <a:pt x="382619" y="191134"/>
                </a:lnTo>
                <a:lnTo>
                  <a:pt x="388365" y="141224"/>
                </a:lnTo>
                <a:lnTo>
                  <a:pt x="386913" y="115359"/>
                </a:lnTo>
                <a:lnTo>
                  <a:pt x="375292" y="69536"/>
                </a:lnTo>
                <a:lnTo>
                  <a:pt x="352240" y="32146"/>
                </a:lnTo>
                <a:lnTo>
                  <a:pt x="318851" y="7381"/>
                </a:lnTo>
                <a:lnTo>
                  <a:pt x="298323" y="0"/>
                </a:lnTo>
                <a:close/>
              </a:path>
              <a:path w="388620" h="282575">
                <a:moveTo>
                  <a:pt x="90042" y="0"/>
                </a:moveTo>
                <a:lnTo>
                  <a:pt x="51657" y="18097"/>
                </a:lnTo>
                <a:lnTo>
                  <a:pt x="23367" y="49530"/>
                </a:lnTo>
                <a:lnTo>
                  <a:pt x="5826" y="91471"/>
                </a:lnTo>
                <a:lnTo>
                  <a:pt x="0" y="141224"/>
                </a:lnTo>
                <a:lnTo>
                  <a:pt x="1452" y="167179"/>
                </a:lnTo>
                <a:lnTo>
                  <a:pt x="13073" y="213090"/>
                </a:lnTo>
                <a:lnTo>
                  <a:pt x="36125" y="250334"/>
                </a:lnTo>
                <a:lnTo>
                  <a:pt x="69514" y="274960"/>
                </a:lnTo>
                <a:lnTo>
                  <a:pt x="90042" y="282320"/>
                </a:lnTo>
                <a:lnTo>
                  <a:pt x="93599" y="270891"/>
                </a:lnTo>
                <a:lnTo>
                  <a:pt x="77549" y="263773"/>
                </a:lnTo>
                <a:lnTo>
                  <a:pt x="63690" y="253857"/>
                </a:lnTo>
                <a:lnTo>
                  <a:pt x="35210" y="207656"/>
                </a:lnTo>
                <a:lnTo>
                  <a:pt x="26828" y="164707"/>
                </a:lnTo>
                <a:lnTo>
                  <a:pt x="25780" y="139826"/>
                </a:lnTo>
                <a:lnTo>
                  <a:pt x="26828" y="115732"/>
                </a:lnTo>
                <a:lnTo>
                  <a:pt x="35210" y="73925"/>
                </a:lnTo>
                <a:lnTo>
                  <a:pt x="63801" y="28432"/>
                </a:lnTo>
                <a:lnTo>
                  <a:pt x="94106" y="11556"/>
                </a:lnTo>
                <a:lnTo>
                  <a:pt x="9004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16803" y="268308"/>
            <a:ext cx="4077971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00"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图的概念：</a:t>
            </a:r>
            <a:r>
              <a:rPr sz="3600"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度</a:t>
            </a:r>
            <a:endParaRPr sz="3600"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7797527" y="3860813"/>
            <a:ext cx="1555115" cy="283845"/>
          </a:xfrm>
          <a:custGeom>
            <a:avLst/>
            <a:gdLst/>
            <a:ahLst/>
            <a:cxnLst/>
            <a:rect l="l" t="t" r="r" b="b"/>
            <a:pathLst>
              <a:path w="1555115" h="283845">
                <a:moveTo>
                  <a:pt x="1464055" y="0"/>
                </a:moveTo>
                <a:lnTo>
                  <a:pt x="1460119" y="0"/>
                </a:lnTo>
                <a:lnTo>
                  <a:pt x="1460119" y="11302"/>
                </a:lnTo>
                <a:lnTo>
                  <a:pt x="1462404" y="11302"/>
                </a:lnTo>
                <a:lnTo>
                  <a:pt x="1472594" y="12015"/>
                </a:lnTo>
                <a:lnTo>
                  <a:pt x="1505331" y="37480"/>
                </a:lnTo>
                <a:lnTo>
                  <a:pt x="1508378" y="59689"/>
                </a:lnTo>
                <a:lnTo>
                  <a:pt x="1508188" y="65218"/>
                </a:lnTo>
                <a:lnTo>
                  <a:pt x="1507617" y="71342"/>
                </a:lnTo>
                <a:lnTo>
                  <a:pt x="1506664" y="78085"/>
                </a:lnTo>
                <a:lnTo>
                  <a:pt x="1505330" y="85470"/>
                </a:lnTo>
                <a:lnTo>
                  <a:pt x="1503426" y="95630"/>
                </a:lnTo>
                <a:lnTo>
                  <a:pt x="1502409" y="102996"/>
                </a:lnTo>
                <a:lnTo>
                  <a:pt x="1502409" y="115823"/>
                </a:lnTo>
                <a:lnTo>
                  <a:pt x="1504823" y="122681"/>
                </a:lnTo>
                <a:lnTo>
                  <a:pt x="1514855" y="133476"/>
                </a:lnTo>
                <a:lnTo>
                  <a:pt x="1520698" y="137540"/>
                </a:lnTo>
                <a:lnTo>
                  <a:pt x="1527555" y="140080"/>
                </a:lnTo>
                <a:lnTo>
                  <a:pt x="1527555" y="142747"/>
                </a:lnTo>
                <a:lnTo>
                  <a:pt x="1520698" y="145287"/>
                </a:lnTo>
                <a:lnTo>
                  <a:pt x="1514855" y="149351"/>
                </a:lnTo>
                <a:lnTo>
                  <a:pt x="1504823" y="160146"/>
                </a:lnTo>
                <a:lnTo>
                  <a:pt x="1502409" y="167004"/>
                </a:lnTo>
                <a:lnTo>
                  <a:pt x="1502409" y="179831"/>
                </a:lnTo>
                <a:lnTo>
                  <a:pt x="1503426" y="187197"/>
                </a:lnTo>
                <a:lnTo>
                  <a:pt x="1505330" y="197357"/>
                </a:lnTo>
                <a:lnTo>
                  <a:pt x="1506664" y="204743"/>
                </a:lnTo>
                <a:lnTo>
                  <a:pt x="1507617" y="211486"/>
                </a:lnTo>
                <a:lnTo>
                  <a:pt x="1508188" y="217610"/>
                </a:lnTo>
                <a:lnTo>
                  <a:pt x="1508378" y="223138"/>
                </a:lnTo>
                <a:lnTo>
                  <a:pt x="1507616" y="235592"/>
                </a:lnTo>
                <a:lnTo>
                  <a:pt x="1481629" y="269700"/>
                </a:lnTo>
                <a:lnTo>
                  <a:pt x="1462404" y="272541"/>
                </a:lnTo>
                <a:lnTo>
                  <a:pt x="1460119" y="272541"/>
                </a:lnTo>
                <a:lnTo>
                  <a:pt x="1460119" y="283844"/>
                </a:lnTo>
                <a:lnTo>
                  <a:pt x="1464055" y="283844"/>
                </a:lnTo>
                <a:lnTo>
                  <a:pt x="1480391" y="282630"/>
                </a:lnTo>
                <a:lnTo>
                  <a:pt x="1516252" y="267842"/>
                </a:lnTo>
                <a:lnTo>
                  <a:pt x="1533652" y="220471"/>
                </a:lnTo>
                <a:lnTo>
                  <a:pt x="1533435" y="214066"/>
                </a:lnTo>
                <a:lnTo>
                  <a:pt x="1532778" y="207232"/>
                </a:lnTo>
                <a:lnTo>
                  <a:pt x="1531669" y="199969"/>
                </a:lnTo>
                <a:lnTo>
                  <a:pt x="1530096" y="192277"/>
                </a:lnTo>
                <a:lnTo>
                  <a:pt x="1527809" y="181736"/>
                </a:lnTo>
                <a:lnTo>
                  <a:pt x="1526667" y="174751"/>
                </a:lnTo>
                <a:lnTo>
                  <a:pt x="1526667" y="164337"/>
                </a:lnTo>
                <a:lnTo>
                  <a:pt x="1528952" y="158749"/>
                </a:lnTo>
                <a:lnTo>
                  <a:pt x="1533778" y="154431"/>
                </a:lnTo>
                <a:lnTo>
                  <a:pt x="1538477" y="150113"/>
                </a:lnTo>
                <a:lnTo>
                  <a:pt x="1545590" y="147827"/>
                </a:lnTo>
                <a:lnTo>
                  <a:pt x="1555115" y="147573"/>
                </a:lnTo>
                <a:lnTo>
                  <a:pt x="1555115" y="135254"/>
                </a:lnTo>
                <a:lnTo>
                  <a:pt x="1545590" y="135000"/>
                </a:lnTo>
                <a:lnTo>
                  <a:pt x="1538477" y="132714"/>
                </a:lnTo>
                <a:lnTo>
                  <a:pt x="1533778" y="128396"/>
                </a:lnTo>
                <a:lnTo>
                  <a:pt x="1528952" y="124078"/>
                </a:lnTo>
                <a:lnTo>
                  <a:pt x="1526667" y="118490"/>
                </a:lnTo>
                <a:lnTo>
                  <a:pt x="1526667" y="108076"/>
                </a:lnTo>
                <a:lnTo>
                  <a:pt x="1527809" y="101091"/>
                </a:lnTo>
                <a:lnTo>
                  <a:pt x="1530096" y="90550"/>
                </a:lnTo>
                <a:lnTo>
                  <a:pt x="1531669" y="82859"/>
                </a:lnTo>
                <a:lnTo>
                  <a:pt x="1532778" y="75596"/>
                </a:lnTo>
                <a:lnTo>
                  <a:pt x="1533435" y="68762"/>
                </a:lnTo>
                <a:lnTo>
                  <a:pt x="1533652" y="62356"/>
                </a:lnTo>
                <a:lnTo>
                  <a:pt x="1532576" y="47880"/>
                </a:lnTo>
                <a:lnTo>
                  <a:pt x="1506489" y="9215"/>
                </a:lnTo>
                <a:lnTo>
                  <a:pt x="1480391" y="1214"/>
                </a:lnTo>
                <a:lnTo>
                  <a:pt x="1464055" y="0"/>
                </a:lnTo>
                <a:close/>
              </a:path>
              <a:path w="1555115" h="283845">
                <a:moveTo>
                  <a:pt x="94996" y="0"/>
                </a:moveTo>
                <a:lnTo>
                  <a:pt x="91058" y="0"/>
                </a:lnTo>
                <a:lnTo>
                  <a:pt x="74703" y="1214"/>
                </a:lnTo>
                <a:lnTo>
                  <a:pt x="38734" y="16001"/>
                </a:lnTo>
                <a:lnTo>
                  <a:pt x="21661" y="59562"/>
                </a:lnTo>
                <a:lnTo>
                  <a:pt x="21558" y="65091"/>
                </a:lnTo>
                <a:lnTo>
                  <a:pt x="21677" y="68635"/>
                </a:lnTo>
                <a:lnTo>
                  <a:pt x="22320" y="75469"/>
                </a:lnTo>
                <a:lnTo>
                  <a:pt x="23391" y="82732"/>
                </a:lnTo>
                <a:lnTo>
                  <a:pt x="24892" y="90423"/>
                </a:lnTo>
                <a:lnTo>
                  <a:pt x="27304" y="100837"/>
                </a:lnTo>
                <a:lnTo>
                  <a:pt x="28448" y="107949"/>
                </a:lnTo>
                <a:lnTo>
                  <a:pt x="28448" y="118363"/>
                </a:lnTo>
                <a:lnTo>
                  <a:pt x="26034" y="123951"/>
                </a:lnTo>
                <a:lnTo>
                  <a:pt x="16637" y="132587"/>
                </a:lnTo>
                <a:lnTo>
                  <a:pt x="9525" y="134873"/>
                </a:lnTo>
                <a:lnTo>
                  <a:pt x="0" y="135127"/>
                </a:lnTo>
                <a:lnTo>
                  <a:pt x="0" y="147319"/>
                </a:lnTo>
                <a:lnTo>
                  <a:pt x="9525" y="147700"/>
                </a:lnTo>
                <a:lnTo>
                  <a:pt x="16637" y="149986"/>
                </a:lnTo>
                <a:lnTo>
                  <a:pt x="26034" y="158622"/>
                </a:lnTo>
                <a:lnTo>
                  <a:pt x="28448" y="164210"/>
                </a:lnTo>
                <a:lnTo>
                  <a:pt x="28448" y="174624"/>
                </a:lnTo>
                <a:lnTo>
                  <a:pt x="27304" y="181609"/>
                </a:lnTo>
                <a:lnTo>
                  <a:pt x="24892" y="192150"/>
                </a:lnTo>
                <a:lnTo>
                  <a:pt x="23391" y="199842"/>
                </a:lnTo>
                <a:lnTo>
                  <a:pt x="22320" y="207105"/>
                </a:lnTo>
                <a:lnTo>
                  <a:pt x="21677" y="213939"/>
                </a:lnTo>
                <a:lnTo>
                  <a:pt x="21463" y="220344"/>
                </a:lnTo>
                <a:lnTo>
                  <a:pt x="22536" y="235321"/>
                </a:lnTo>
                <a:lnTo>
                  <a:pt x="48517" y="274629"/>
                </a:lnTo>
                <a:lnTo>
                  <a:pt x="91058" y="283844"/>
                </a:lnTo>
                <a:lnTo>
                  <a:pt x="94996" y="283844"/>
                </a:lnTo>
                <a:lnTo>
                  <a:pt x="94996" y="272541"/>
                </a:lnTo>
                <a:lnTo>
                  <a:pt x="92709" y="272541"/>
                </a:lnTo>
                <a:lnTo>
                  <a:pt x="82520" y="271829"/>
                </a:lnTo>
                <a:lnTo>
                  <a:pt x="49783" y="246078"/>
                </a:lnTo>
                <a:lnTo>
                  <a:pt x="46736" y="223011"/>
                </a:lnTo>
                <a:lnTo>
                  <a:pt x="46926" y="217465"/>
                </a:lnTo>
                <a:lnTo>
                  <a:pt x="47498" y="211312"/>
                </a:lnTo>
                <a:lnTo>
                  <a:pt x="48450" y="204563"/>
                </a:lnTo>
                <a:lnTo>
                  <a:pt x="49783" y="197230"/>
                </a:lnTo>
                <a:lnTo>
                  <a:pt x="51689" y="187070"/>
                </a:lnTo>
                <a:lnTo>
                  <a:pt x="52704" y="179704"/>
                </a:lnTo>
                <a:lnTo>
                  <a:pt x="52704" y="166877"/>
                </a:lnTo>
                <a:lnTo>
                  <a:pt x="50165" y="160019"/>
                </a:lnTo>
                <a:lnTo>
                  <a:pt x="45212" y="154558"/>
                </a:lnTo>
                <a:lnTo>
                  <a:pt x="40258" y="149224"/>
                </a:lnTo>
                <a:lnTo>
                  <a:pt x="34417" y="145160"/>
                </a:lnTo>
                <a:lnTo>
                  <a:pt x="27558" y="142620"/>
                </a:lnTo>
                <a:lnTo>
                  <a:pt x="27558" y="139953"/>
                </a:lnTo>
                <a:lnTo>
                  <a:pt x="34417" y="137286"/>
                </a:lnTo>
                <a:lnTo>
                  <a:pt x="40258" y="133349"/>
                </a:lnTo>
                <a:lnTo>
                  <a:pt x="45212" y="127888"/>
                </a:lnTo>
                <a:lnTo>
                  <a:pt x="50165" y="122554"/>
                </a:lnTo>
                <a:lnTo>
                  <a:pt x="52704" y="115569"/>
                </a:lnTo>
                <a:lnTo>
                  <a:pt x="52704" y="102869"/>
                </a:lnTo>
                <a:lnTo>
                  <a:pt x="51689" y="95503"/>
                </a:lnTo>
                <a:lnTo>
                  <a:pt x="49783" y="85343"/>
                </a:lnTo>
                <a:lnTo>
                  <a:pt x="48450" y="77958"/>
                </a:lnTo>
                <a:lnTo>
                  <a:pt x="47498" y="71215"/>
                </a:lnTo>
                <a:lnTo>
                  <a:pt x="46926" y="65091"/>
                </a:lnTo>
                <a:lnTo>
                  <a:pt x="46736" y="59562"/>
                </a:lnTo>
                <a:lnTo>
                  <a:pt x="47498" y="47609"/>
                </a:lnTo>
                <a:lnTo>
                  <a:pt x="73485" y="14144"/>
                </a:lnTo>
                <a:lnTo>
                  <a:pt x="92709" y="11302"/>
                </a:lnTo>
                <a:lnTo>
                  <a:pt x="94996" y="11302"/>
                </a:lnTo>
                <a:lnTo>
                  <a:pt x="9499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bject 15"/>
              <p:cNvSpPr txBox="1"/>
              <p:nvPr/>
            </p:nvSpPr>
            <p:spPr>
              <a:xfrm>
                <a:off x="657315" y="983841"/>
                <a:ext cx="10523829" cy="6177332"/>
              </a:xfrm>
              <a:prstGeom prst="rect">
                <a:avLst/>
              </a:prstGeom>
            </p:spPr>
            <p:txBody>
              <a:bodyPr vert="horz" wrap="square" lIns="0" tIns="102870" rIns="0" bIns="0" rtlCol="0">
                <a:spAutoFit/>
              </a:bodyPr>
              <a:lstStyle/>
              <a:p>
                <a:pPr marL="444500" indent="-342900">
                  <a:lnSpc>
                    <a:spcPct val="100000"/>
                  </a:lnSpc>
                  <a:spcBef>
                    <a:spcPts val="810"/>
                  </a:spcBef>
                  <a:buClr>
                    <a:srgbClr val="8092F0"/>
                  </a:buClr>
                  <a:buSzPct val="69642"/>
                  <a:buFont typeface="Wingdings"/>
                  <a:buChar char=""/>
                  <a:tabLst>
                    <a:tab pos="443865" algn="l"/>
                    <a:tab pos="444500" algn="l"/>
                  </a:tabLst>
                </a:pPr>
                <a:r>
                  <a:rPr sz="2800" dirty="0" err="1">
                    <a:latin typeface="SimSun" panose="02010600030101010101" pitchFamily="2" charset="-122"/>
                    <a:ea typeface="SimSun" panose="02010600030101010101" pitchFamily="2" charset="-122"/>
                    <a:cs typeface="PMingLiU"/>
                  </a:rPr>
                  <a:t>顶点的度</a:t>
                </a:r>
                <a:r>
                  <a:rPr sz="2800" b="1" dirty="0">
                    <a:latin typeface="SimSun" panose="02010600030101010101" pitchFamily="2" charset="-122"/>
                    <a:ea typeface="SimSun" panose="02010600030101010101" pitchFamily="2" charset="-122"/>
                    <a:cs typeface="Times New Roman"/>
                  </a:rPr>
                  <a:t>(Degree</a:t>
                </a:r>
                <a:r>
                  <a:rPr sz="2800" b="1" spc="-35" dirty="0">
                    <a:latin typeface="SimSun" panose="02010600030101010101" pitchFamily="2" charset="-122"/>
                    <a:ea typeface="SimSun" panose="02010600030101010101" pitchFamily="2" charset="-122"/>
                    <a:cs typeface="Times New Roman"/>
                  </a:rPr>
                  <a:t> </a:t>
                </a:r>
                <a:r>
                  <a:rPr sz="2800" b="1" dirty="0">
                    <a:latin typeface="SimSun" panose="02010600030101010101" pitchFamily="2" charset="-122"/>
                    <a:ea typeface="SimSun" panose="02010600030101010101" pitchFamily="2" charset="-122"/>
                    <a:cs typeface="Times New Roman"/>
                  </a:rPr>
                  <a:t>of a</a:t>
                </a:r>
                <a:r>
                  <a:rPr sz="2800" b="1" spc="5" dirty="0">
                    <a:latin typeface="SimSun" panose="02010600030101010101" pitchFamily="2" charset="-122"/>
                    <a:ea typeface="SimSun" panose="02010600030101010101" pitchFamily="2" charset="-122"/>
                    <a:cs typeface="Times New Roman"/>
                  </a:rPr>
                  <a:t> </a:t>
                </a:r>
                <a:r>
                  <a:rPr sz="2800" b="1" spc="-10" dirty="0">
                    <a:latin typeface="SimSun" panose="02010600030101010101" pitchFamily="2" charset="-122"/>
                    <a:ea typeface="SimSun" panose="02010600030101010101" pitchFamily="2" charset="-122"/>
                    <a:cs typeface="Times New Roman"/>
                  </a:rPr>
                  <a:t>Vertex)</a:t>
                </a:r>
                <a:endParaRPr sz="2800" dirty="0">
                  <a:latin typeface="SimSun" panose="02010600030101010101" pitchFamily="2" charset="-122"/>
                  <a:ea typeface="SimSun" panose="02010600030101010101" pitchFamily="2" charset="-122"/>
                  <a:cs typeface="Times New Roman"/>
                </a:endParaRPr>
              </a:p>
              <a:p>
                <a:pPr marL="793115" lvl="1" indent="-347980">
                  <a:lnSpc>
                    <a:spcPct val="100000"/>
                  </a:lnSpc>
                  <a:spcBef>
                    <a:spcPts val="610"/>
                  </a:spcBef>
                  <a:buClr>
                    <a:srgbClr val="DAB6FB"/>
                  </a:buClr>
                  <a:buSzPct val="68750"/>
                  <a:buFont typeface="Wingdings"/>
                  <a:buChar char=""/>
                  <a:tabLst>
                    <a:tab pos="793115" algn="l"/>
                    <a:tab pos="793750" algn="l"/>
                  </a:tabLst>
                </a:pPr>
                <a:r>
                  <a:rPr sz="2400" dirty="0" err="1">
                    <a:latin typeface="PMingLiU"/>
                    <a:cs typeface="PMingLiU"/>
                  </a:rPr>
                  <a:t>顶点</a:t>
                </a:r>
                <a:r>
                  <a:rPr sz="2400" spc="-10" dirty="0">
                    <a:latin typeface="Cambria Math"/>
                    <a:cs typeface="Cambria Math"/>
                  </a:rPr>
                  <a:t>𝒗</a:t>
                </a:r>
                <a:r>
                  <a:rPr sz="2400" dirty="0" err="1">
                    <a:latin typeface="PMingLiU"/>
                    <a:cs typeface="PMingLiU"/>
                  </a:rPr>
                  <a:t>的度</a:t>
                </a:r>
                <a:r>
                  <a:rPr sz="2400" spc="-10" dirty="0">
                    <a:latin typeface="Cambria Math"/>
                    <a:cs typeface="Cambria Math"/>
                  </a:rPr>
                  <a:t>𝒅𝒆𝒈(𝒗)</a:t>
                </a:r>
                <a:r>
                  <a:rPr sz="2400" dirty="0" err="1">
                    <a:latin typeface="PMingLiU"/>
                    <a:cs typeface="PMingLiU"/>
                  </a:rPr>
                  <a:t>是</a:t>
                </a:r>
                <a:r>
                  <a:rPr sz="2400" spc="-10" dirty="0">
                    <a:latin typeface="Cambria Math"/>
                    <a:cs typeface="Cambria Math"/>
                  </a:rPr>
                  <a:t>𝒗</a:t>
                </a:r>
                <a:r>
                  <a:rPr sz="2400" spc="-10" dirty="0" err="1">
                    <a:latin typeface="PMingLiU"/>
                    <a:cs typeface="PMingLiU"/>
                  </a:rPr>
                  <a:t>关联的边数</a:t>
                </a:r>
                <a:endParaRPr sz="2400" dirty="0">
                  <a:latin typeface="PMingLiU"/>
                  <a:cs typeface="PMingLiU"/>
                </a:endParaRPr>
              </a:p>
              <a:p>
                <a:pPr marL="444500" indent="-342900">
                  <a:lnSpc>
                    <a:spcPct val="100000"/>
                  </a:lnSpc>
                  <a:spcBef>
                    <a:spcPts val="640"/>
                  </a:spcBef>
                  <a:buClr>
                    <a:srgbClr val="8092F0"/>
                  </a:buClr>
                  <a:buSzPct val="69642"/>
                  <a:buFont typeface="Wingdings"/>
                  <a:buChar char=""/>
                  <a:tabLst>
                    <a:tab pos="443865" algn="l"/>
                    <a:tab pos="444500" algn="l"/>
                  </a:tabLst>
                </a:pPr>
                <a:r>
                  <a:rPr sz="2800" dirty="0" err="1">
                    <a:latin typeface="SimSun" panose="02010600030101010101" pitchFamily="2" charset="-122"/>
                    <a:ea typeface="SimSun" panose="02010600030101010101" pitchFamily="2" charset="-122"/>
                    <a:cs typeface="PMingLiU"/>
                  </a:rPr>
                  <a:t>图的度</a:t>
                </a:r>
                <a:r>
                  <a:rPr sz="2800" b="1" dirty="0">
                    <a:latin typeface="SimSun" panose="02010600030101010101" pitchFamily="2" charset="-122"/>
                    <a:ea typeface="SimSun" panose="02010600030101010101" pitchFamily="2" charset="-122"/>
                    <a:cs typeface="Times New Roman"/>
                  </a:rPr>
                  <a:t>(Degree</a:t>
                </a:r>
                <a:r>
                  <a:rPr sz="2800" b="1" spc="-25" dirty="0">
                    <a:latin typeface="SimSun" panose="02010600030101010101" pitchFamily="2" charset="-122"/>
                    <a:ea typeface="SimSun" panose="02010600030101010101" pitchFamily="2" charset="-122"/>
                    <a:cs typeface="Times New Roman"/>
                  </a:rPr>
                  <a:t> </a:t>
                </a:r>
                <a:r>
                  <a:rPr sz="2800" b="1" dirty="0">
                    <a:latin typeface="SimSun" panose="02010600030101010101" pitchFamily="2" charset="-122"/>
                    <a:ea typeface="SimSun" panose="02010600030101010101" pitchFamily="2" charset="-122"/>
                    <a:cs typeface="Times New Roman"/>
                  </a:rPr>
                  <a:t>of a </a:t>
                </a:r>
                <a:r>
                  <a:rPr sz="2800" b="1" spc="-10" dirty="0">
                    <a:latin typeface="SimSun" panose="02010600030101010101" pitchFamily="2" charset="-122"/>
                    <a:ea typeface="SimSun" panose="02010600030101010101" pitchFamily="2" charset="-122"/>
                    <a:cs typeface="Times New Roman"/>
                  </a:rPr>
                  <a:t>Graph)</a:t>
                </a:r>
                <a:endParaRPr sz="2800" dirty="0">
                  <a:latin typeface="SimSun" panose="02010600030101010101" pitchFamily="2" charset="-122"/>
                  <a:ea typeface="SimSun" panose="02010600030101010101" pitchFamily="2" charset="-122"/>
                  <a:cs typeface="Times New Roman"/>
                </a:endParaRPr>
              </a:p>
              <a:p>
                <a:pPr marL="793115" lvl="1" indent="-347980">
                  <a:lnSpc>
                    <a:spcPct val="100000"/>
                  </a:lnSpc>
                  <a:spcBef>
                    <a:spcPts val="610"/>
                  </a:spcBef>
                  <a:buClr>
                    <a:srgbClr val="DAB6FB"/>
                  </a:buClr>
                  <a:buSzPct val="68750"/>
                  <a:buFont typeface="Wingdings"/>
                  <a:buChar char=""/>
                  <a:tabLst>
                    <a:tab pos="793115" algn="l"/>
                    <a:tab pos="793750" algn="l"/>
                  </a:tabLst>
                </a:pPr>
                <a:r>
                  <a:rPr sz="2400" dirty="0" err="1">
                    <a:latin typeface="PMingLiU"/>
                    <a:cs typeface="PMingLiU"/>
                  </a:rPr>
                  <a:t>图</a:t>
                </a:r>
                <a:r>
                  <a:rPr sz="2400" dirty="0">
                    <a:latin typeface="Cambria Math"/>
                    <a:cs typeface="Cambria Math"/>
                  </a:rPr>
                  <a:t>𝑮</a:t>
                </a:r>
                <a:r>
                  <a:rPr sz="2400" spc="65" dirty="0">
                    <a:latin typeface="Cambria Math"/>
                    <a:cs typeface="Cambria Math"/>
                  </a:rPr>
                  <a:t> =&lt; </a:t>
                </a:r>
                <a:r>
                  <a:rPr sz="2400" dirty="0">
                    <a:latin typeface="Cambria Math"/>
                    <a:cs typeface="Cambria Math"/>
                  </a:rPr>
                  <a:t>𝑽</a:t>
                </a:r>
                <a:r>
                  <a:rPr sz="2400" spc="-70" dirty="0">
                    <a:latin typeface="Cambria Math"/>
                    <a:cs typeface="Cambria Math"/>
                  </a:rPr>
                  <a:t>, </a:t>
                </a:r>
                <a:r>
                  <a:rPr sz="2400" dirty="0">
                    <a:latin typeface="Cambria Math"/>
                    <a:cs typeface="Cambria Math"/>
                  </a:rPr>
                  <a:t>𝑬</a:t>
                </a:r>
                <a:r>
                  <a:rPr sz="2400" spc="65" dirty="0">
                    <a:latin typeface="Cambria Math"/>
                    <a:cs typeface="Cambria Math"/>
                  </a:rPr>
                  <a:t> &gt;</a:t>
                </a:r>
                <a:r>
                  <a:rPr sz="2400" dirty="0" err="1">
                    <a:latin typeface="SimSun" panose="02010600030101010101" pitchFamily="2" charset="-122"/>
                    <a:ea typeface="SimSun" panose="02010600030101010101" pitchFamily="2" charset="-122"/>
                    <a:cs typeface="PMingLiU"/>
                  </a:rPr>
                  <a:t>的度，是图各顶点的度之和</a:t>
                </a:r>
                <a:r>
                  <a:rPr sz="2400" dirty="0">
                    <a:latin typeface="SimSun" panose="02010600030101010101" pitchFamily="2" charset="-122"/>
                    <a:ea typeface="SimSun" panose="02010600030101010101" pitchFamily="2" charset="-122"/>
                    <a:cs typeface="PMingLiU"/>
                  </a:rPr>
                  <a:t>，</a:t>
                </a:r>
                <a:r>
                  <a:rPr sz="2400" dirty="0">
                    <a:latin typeface="Cambria Math"/>
                    <a:cs typeface="Cambria Math"/>
                  </a:rPr>
                  <a:t>𝒅𝒆𝒈(𝑮)</a:t>
                </a:r>
                <a:r>
                  <a:rPr sz="2400" spc="90" dirty="0">
                    <a:latin typeface="Cambria Math"/>
                    <a:cs typeface="Cambria Math"/>
                  </a:rPr>
                  <a:t> 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zh-CN" altLang="en-US" sz="2400" i="1" spc="90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m:rPr>
                            <m:nor/>
                          </m:rPr>
                          <a:rPr lang="zh-CN" altLang="en-US" sz="2625" spc="112" baseline="-17460" dirty="0">
                            <a:latin typeface="Cambria Math"/>
                            <a:cs typeface="Cambria Math"/>
                          </a:rPr>
                          <m:t>𝒗</m:t>
                        </m:r>
                        <m:r>
                          <m:rPr>
                            <m:nor/>
                          </m:rPr>
                          <a:rPr lang="zh-CN" altLang="en-US" sz="2625" spc="112" baseline="-17460" dirty="0">
                            <a:latin typeface="Cambria Math"/>
                            <a:cs typeface="Cambria Math"/>
                          </a:rPr>
                          <m:t>∈</m:t>
                        </m:r>
                        <m:r>
                          <m:rPr>
                            <m:nor/>
                          </m:rPr>
                          <a:rPr lang="zh-CN" altLang="en-US" sz="2625" spc="112" baseline="-17460" dirty="0">
                            <a:latin typeface="Cambria Math"/>
                            <a:cs typeface="Cambria Math"/>
                          </a:rPr>
                          <m:t>𝑽</m:t>
                        </m:r>
                        <m:r>
                          <m:rPr>
                            <m:nor/>
                          </m:rPr>
                          <a:rPr lang="zh-CN" altLang="en-US" sz="2625" spc="15" baseline="-17460" dirty="0">
                            <a:latin typeface="Cambria Math"/>
                            <a:cs typeface="Cambria Math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zh-CN" altLang="en-US" sz="2400" spc="-10" dirty="0">
                            <a:latin typeface="Cambria Math"/>
                            <a:cs typeface="Cambria Math"/>
                          </a:rPr>
                          <m:t>𝒅𝒆𝒈</m:t>
                        </m:r>
                        <m:r>
                          <m:rPr>
                            <m:nor/>
                          </m:rPr>
                          <a:rPr lang="en-US" altLang="zh-CN" sz="2400" spc="-10" dirty="0">
                            <a:latin typeface="Cambria Math"/>
                            <a:cs typeface="Cambria Math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altLang="zh-CN" sz="2400" spc="-10" dirty="0">
                            <a:latin typeface="Cambria Math"/>
                            <a:cs typeface="Cambria Math"/>
                          </a:rPr>
                          <m:t>𝒗</m:t>
                        </m:r>
                        <m:r>
                          <m:rPr>
                            <m:nor/>
                          </m:rPr>
                          <a:rPr lang="en-US" altLang="zh-CN" sz="2400" spc="-10" dirty="0">
                            <a:latin typeface="Cambria Math"/>
                            <a:cs typeface="Cambria Math"/>
                          </a:rPr>
                          <m:t>)</m:t>
                        </m:r>
                        <m:r>
                          <m:rPr>
                            <m:nor/>
                          </m:rPr>
                          <a:rPr lang="zh-CN" altLang="en-US" sz="2400" dirty="0">
                            <a:latin typeface="Cambria Math"/>
                            <a:cs typeface="Cambria Math"/>
                          </a:rPr>
                          <m:t> </m:t>
                        </m:r>
                      </m:e>
                    </m:nary>
                  </m:oMath>
                </a14:m>
                <a:endParaRPr sz="3950" dirty="0">
                  <a:latin typeface="Cambria Math"/>
                  <a:cs typeface="Cambria Math"/>
                </a:endParaRPr>
              </a:p>
              <a:p>
                <a:pPr marL="444500" indent="-342900">
                  <a:lnSpc>
                    <a:spcPct val="100000"/>
                  </a:lnSpc>
                  <a:buClr>
                    <a:srgbClr val="8092F0"/>
                  </a:buClr>
                  <a:buSzPct val="69642"/>
                  <a:buFont typeface="Wingdings"/>
                  <a:buChar char=""/>
                  <a:tabLst>
                    <a:tab pos="443865" algn="l"/>
                    <a:tab pos="444500" algn="l"/>
                  </a:tabLst>
                </a:pPr>
                <a:endParaRPr lang="en-US" sz="2800" dirty="0">
                  <a:latin typeface="PMingLiU"/>
                  <a:cs typeface="PMingLiU"/>
                </a:endParaRPr>
              </a:p>
              <a:p>
                <a:pPr marL="444500" indent="-342900">
                  <a:lnSpc>
                    <a:spcPct val="100000"/>
                  </a:lnSpc>
                  <a:buClr>
                    <a:srgbClr val="8092F0"/>
                  </a:buClr>
                  <a:buSzPct val="69642"/>
                  <a:buFont typeface="Wingdings"/>
                  <a:buChar char=""/>
                  <a:tabLst>
                    <a:tab pos="443865" algn="l"/>
                    <a:tab pos="444500" algn="l"/>
                  </a:tabLst>
                </a:pPr>
                <a:r>
                  <a:rPr sz="2800" dirty="0" err="1">
                    <a:latin typeface="PMingLiU"/>
                    <a:cs typeface="PMingLiU"/>
                  </a:rPr>
                  <a:t>图</a:t>
                </a:r>
                <a:r>
                  <a:rPr sz="2800" dirty="0">
                    <a:latin typeface="Cambria Math"/>
                    <a:cs typeface="Cambria Math"/>
                  </a:rPr>
                  <a:t>𝑮</a:t>
                </a:r>
                <a:r>
                  <a:rPr sz="3075" baseline="-14905" dirty="0">
                    <a:latin typeface="Cambria Math"/>
                    <a:cs typeface="Cambria Math"/>
                  </a:rPr>
                  <a:t>𝟏</a:t>
                </a:r>
                <a:r>
                  <a:rPr sz="3075" spc="660" baseline="-14905" dirty="0">
                    <a:latin typeface="Cambria Math"/>
                    <a:cs typeface="Cambria Math"/>
                  </a:rPr>
                  <a:t> </a:t>
                </a:r>
                <a:r>
                  <a:rPr sz="2800" spc="55" dirty="0">
                    <a:latin typeface="Cambria Math"/>
                    <a:cs typeface="Cambria Math"/>
                  </a:rPr>
                  <a:t>=&lt; </a:t>
                </a:r>
                <a:r>
                  <a:rPr sz="2800" dirty="0">
                    <a:latin typeface="Cambria Math"/>
                    <a:cs typeface="Cambria Math"/>
                  </a:rPr>
                  <a:t>𝑽</a:t>
                </a:r>
                <a:r>
                  <a:rPr sz="3075" baseline="-14905" dirty="0">
                    <a:latin typeface="Cambria Math"/>
                    <a:cs typeface="Cambria Math"/>
                  </a:rPr>
                  <a:t>𝟏</a:t>
                </a:r>
                <a:r>
                  <a:rPr sz="2800" spc="-75" dirty="0">
                    <a:latin typeface="Cambria Math"/>
                    <a:cs typeface="Cambria Math"/>
                  </a:rPr>
                  <a:t>, </a:t>
                </a:r>
                <a:r>
                  <a:rPr sz="2800" dirty="0">
                    <a:latin typeface="Cambria Math"/>
                    <a:cs typeface="Cambria Math"/>
                  </a:rPr>
                  <a:t>𝑬</a:t>
                </a:r>
                <a:r>
                  <a:rPr sz="3075" baseline="-14905" dirty="0">
                    <a:latin typeface="Cambria Math"/>
                    <a:cs typeface="Cambria Math"/>
                  </a:rPr>
                  <a:t>𝟏</a:t>
                </a:r>
                <a:r>
                  <a:rPr sz="3075" spc="697" baseline="-14905" dirty="0">
                    <a:latin typeface="Cambria Math"/>
                    <a:cs typeface="Cambria Math"/>
                  </a:rPr>
                  <a:t> </a:t>
                </a:r>
                <a:r>
                  <a:rPr sz="2800" spc="-50" dirty="0">
                    <a:latin typeface="Cambria Math"/>
                    <a:cs typeface="Cambria Math"/>
                  </a:rPr>
                  <a:t>&gt;</a:t>
                </a:r>
                <a:endParaRPr sz="2800" dirty="0">
                  <a:latin typeface="Cambria Math"/>
                  <a:cs typeface="Cambria Math"/>
                </a:endParaRPr>
              </a:p>
              <a:p>
                <a:pPr marL="6374130">
                  <a:lnSpc>
                    <a:spcPct val="100000"/>
                  </a:lnSpc>
                  <a:spcBef>
                    <a:spcPts val="434"/>
                  </a:spcBef>
                  <a:tabLst>
                    <a:tab pos="7232650" algn="l"/>
                  </a:tabLst>
                </a:pPr>
                <a:r>
                  <a:rPr sz="2400" dirty="0">
                    <a:latin typeface="Cambria Math"/>
                    <a:cs typeface="Cambria Math"/>
                  </a:rPr>
                  <a:t>𝑽</a:t>
                </a:r>
                <a:r>
                  <a:rPr sz="2625" baseline="-15873" dirty="0">
                    <a:latin typeface="Cambria Math"/>
                    <a:cs typeface="Cambria Math"/>
                  </a:rPr>
                  <a:t>𝟏</a:t>
                </a:r>
                <a:r>
                  <a:rPr sz="2625" spc="569" baseline="-15873" dirty="0">
                    <a:latin typeface="Cambria Math"/>
                    <a:cs typeface="Cambria Math"/>
                  </a:rPr>
                  <a:t> </a:t>
                </a:r>
                <a:r>
                  <a:rPr sz="2400" spc="-50" dirty="0">
                    <a:latin typeface="Cambria Math"/>
                    <a:cs typeface="Cambria Math"/>
                  </a:rPr>
                  <a:t>=</a:t>
                </a:r>
                <a:r>
                  <a:rPr sz="2400" dirty="0">
                    <a:latin typeface="Cambria Math"/>
                    <a:cs typeface="Cambria Math"/>
                  </a:rPr>
                  <a:t>	</a:t>
                </a:r>
                <a:r>
                  <a:rPr sz="2400" spc="-10" dirty="0">
                    <a:latin typeface="Cambria Math"/>
                    <a:cs typeface="Cambria Math"/>
                  </a:rPr>
                  <a:t>𝒂,</a:t>
                </a:r>
                <a:r>
                  <a:rPr sz="2400" spc="-135" dirty="0">
                    <a:latin typeface="Cambria Math"/>
                    <a:cs typeface="Cambria Math"/>
                  </a:rPr>
                  <a:t> </a:t>
                </a:r>
                <a:r>
                  <a:rPr sz="2400" dirty="0">
                    <a:latin typeface="Cambria Math"/>
                    <a:cs typeface="Cambria Math"/>
                  </a:rPr>
                  <a:t>𝒃,</a:t>
                </a:r>
                <a:r>
                  <a:rPr sz="2400" spc="-130" dirty="0">
                    <a:latin typeface="Cambria Math"/>
                    <a:cs typeface="Cambria Math"/>
                  </a:rPr>
                  <a:t> </a:t>
                </a:r>
                <a:r>
                  <a:rPr sz="2400" dirty="0">
                    <a:latin typeface="Cambria Math"/>
                    <a:cs typeface="Cambria Math"/>
                  </a:rPr>
                  <a:t>𝒄,</a:t>
                </a:r>
                <a:r>
                  <a:rPr sz="2400" spc="-130" dirty="0">
                    <a:latin typeface="Cambria Math"/>
                    <a:cs typeface="Cambria Math"/>
                  </a:rPr>
                  <a:t> </a:t>
                </a:r>
                <a:r>
                  <a:rPr sz="2400" dirty="0">
                    <a:latin typeface="Cambria Math"/>
                    <a:cs typeface="Cambria Math"/>
                  </a:rPr>
                  <a:t>𝒅,</a:t>
                </a:r>
                <a:r>
                  <a:rPr sz="2400" spc="-130" dirty="0">
                    <a:latin typeface="Cambria Math"/>
                    <a:cs typeface="Cambria Math"/>
                  </a:rPr>
                  <a:t> </a:t>
                </a:r>
                <a:r>
                  <a:rPr sz="2400" spc="-50" dirty="0">
                    <a:latin typeface="Cambria Math"/>
                    <a:cs typeface="Cambria Math"/>
                  </a:rPr>
                  <a:t>𝒇</a:t>
                </a:r>
                <a:endParaRPr sz="2400" dirty="0">
                  <a:latin typeface="Cambria Math"/>
                  <a:cs typeface="Cambria Math"/>
                </a:endParaRPr>
              </a:p>
              <a:p>
                <a:pPr marL="1691639">
                  <a:lnSpc>
                    <a:spcPts val="2755"/>
                  </a:lnSpc>
                  <a:spcBef>
                    <a:spcPts val="590"/>
                  </a:spcBef>
                  <a:tabLst>
                    <a:tab pos="3162300" algn="l"/>
                    <a:tab pos="4646930" algn="l"/>
                  </a:tabLst>
                </a:pPr>
                <a:r>
                  <a:rPr sz="2400" spc="-50" dirty="0">
                    <a:latin typeface="Cambria Math"/>
                    <a:cs typeface="Cambria Math"/>
                  </a:rPr>
                  <a:t>𝒂</a:t>
                </a:r>
                <a:r>
                  <a:rPr sz="2400" dirty="0">
                    <a:latin typeface="Cambria Math"/>
                    <a:cs typeface="Cambria Math"/>
                  </a:rPr>
                  <a:t>	</a:t>
                </a:r>
                <a:r>
                  <a:rPr sz="2400" spc="-50" dirty="0">
                    <a:latin typeface="Cambria Math"/>
                    <a:cs typeface="Cambria Math"/>
                  </a:rPr>
                  <a:t>𝒃</a:t>
                </a:r>
                <a:r>
                  <a:rPr sz="2400" dirty="0">
                    <a:latin typeface="Cambria Math"/>
                    <a:cs typeface="Cambria Math"/>
                  </a:rPr>
                  <a:t>	</a:t>
                </a:r>
                <a:r>
                  <a:rPr sz="2400" spc="-50" dirty="0">
                    <a:latin typeface="Cambria Math"/>
                    <a:cs typeface="Cambria Math"/>
                  </a:rPr>
                  <a:t>𝒄</a:t>
                </a:r>
                <a:endParaRPr sz="2400" dirty="0">
                  <a:latin typeface="Cambria Math"/>
                  <a:cs typeface="Cambria Math"/>
                </a:endParaRPr>
              </a:p>
              <a:p>
                <a:pPr marL="6585584">
                  <a:lnSpc>
                    <a:spcPts val="2755"/>
                  </a:lnSpc>
                  <a:tabLst>
                    <a:tab pos="7681595" algn="l"/>
                  </a:tabLst>
                </a:pPr>
                <a:r>
                  <a:rPr sz="2400" dirty="0">
                    <a:latin typeface="Cambria Math"/>
                    <a:cs typeface="Cambria Math"/>
                  </a:rPr>
                  <a:t>𝒅𝒆𝒈</a:t>
                </a:r>
                <a:r>
                  <a:rPr sz="2400" spc="455" dirty="0">
                    <a:latin typeface="Cambria Math"/>
                    <a:cs typeface="Cambria Math"/>
                  </a:rPr>
                  <a:t> </a:t>
                </a:r>
                <a:r>
                  <a:rPr sz="2400" spc="-50" dirty="0">
                    <a:latin typeface="Cambria Math"/>
                    <a:cs typeface="Cambria Math"/>
                  </a:rPr>
                  <a:t>𝒂</a:t>
                </a:r>
                <a:r>
                  <a:rPr sz="2400" dirty="0">
                    <a:latin typeface="Cambria Math"/>
                    <a:cs typeface="Cambria Math"/>
                  </a:rPr>
                  <a:t>	=</a:t>
                </a:r>
                <a:r>
                  <a:rPr sz="2400" spc="130" dirty="0">
                    <a:latin typeface="Cambria Math"/>
                    <a:cs typeface="Cambria Math"/>
                  </a:rPr>
                  <a:t> </a:t>
                </a:r>
                <a:r>
                  <a:rPr sz="2400" spc="-50" dirty="0">
                    <a:latin typeface="Cambria Math"/>
                    <a:cs typeface="Cambria Math"/>
                  </a:rPr>
                  <a:t>𝟐</a:t>
                </a:r>
                <a:endParaRPr lang="en-US" sz="2400" spc="-50" dirty="0">
                  <a:latin typeface="Cambria Math"/>
                  <a:cs typeface="Cambria Math"/>
                </a:endParaRPr>
              </a:p>
              <a:p>
                <a:pPr marL="6585584">
                  <a:lnSpc>
                    <a:spcPts val="2755"/>
                  </a:lnSpc>
                  <a:tabLst>
                    <a:tab pos="7681595" algn="l"/>
                  </a:tabLst>
                </a:pPr>
                <a:r>
                  <a:rPr lang="zh-CN" altLang="en-US" sz="2400" dirty="0">
                    <a:latin typeface="Cambria Math"/>
                    <a:cs typeface="Cambria Math"/>
                  </a:rPr>
                  <a:t>𝒅𝒆𝒈</a:t>
                </a:r>
                <a:r>
                  <a:rPr lang="zh-CN" altLang="en-US" sz="2400" spc="455" dirty="0">
                    <a:latin typeface="Cambria Math"/>
                    <a:cs typeface="Cambria Math"/>
                  </a:rPr>
                  <a:t> </a:t>
                </a:r>
                <a:r>
                  <a:rPr lang="zh-CN" altLang="en-US" sz="2400" spc="-50" dirty="0">
                    <a:latin typeface="Cambria Math"/>
                    <a:cs typeface="Cambria Math"/>
                  </a:rPr>
                  <a:t>𝒃</a:t>
                </a:r>
                <a:r>
                  <a:rPr lang="zh-CN" altLang="en-US" sz="2400" dirty="0">
                    <a:latin typeface="Cambria Math"/>
                    <a:cs typeface="Cambria Math"/>
                  </a:rPr>
                  <a:t>	</a:t>
                </a:r>
                <a:r>
                  <a:rPr lang="en-US" altLang="zh-CN" sz="2400" dirty="0">
                    <a:latin typeface="Cambria Math"/>
                    <a:cs typeface="Cambria Math"/>
                  </a:rPr>
                  <a:t>=</a:t>
                </a:r>
                <a:r>
                  <a:rPr lang="zh-CN" altLang="en-US" sz="2400" spc="130" dirty="0">
                    <a:latin typeface="Cambria Math"/>
                    <a:cs typeface="Cambria Math"/>
                  </a:rPr>
                  <a:t> </a:t>
                </a:r>
                <a:r>
                  <a:rPr lang="zh-CN" altLang="en-US" sz="2400" spc="-50" dirty="0">
                    <a:latin typeface="Cambria Math"/>
                    <a:cs typeface="Cambria Math"/>
                  </a:rPr>
                  <a:t>𝟒</a:t>
                </a:r>
                <a:endParaRPr lang="en-US" altLang="zh-CN" sz="2400" spc="-50" dirty="0">
                  <a:latin typeface="Cambria Math"/>
                  <a:cs typeface="Cambria Math"/>
                </a:endParaRPr>
              </a:p>
              <a:p>
                <a:pPr marL="6585584">
                  <a:lnSpc>
                    <a:spcPts val="2755"/>
                  </a:lnSpc>
                  <a:tabLst>
                    <a:tab pos="7681595" algn="l"/>
                  </a:tabLst>
                </a:pPr>
                <a:r>
                  <a:rPr lang="zh-CN" altLang="en-US" sz="2400" dirty="0">
                    <a:latin typeface="Cambria Math"/>
                    <a:cs typeface="Cambria Math"/>
                  </a:rPr>
                  <a:t>𝒅𝒆𝒈</a:t>
                </a:r>
                <a:r>
                  <a:rPr lang="zh-CN" altLang="en-US" sz="2400" spc="455" dirty="0">
                    <a:latin typeface="Cambria Math"/>
                    <a:cs typeface="Cambria Math"/>
                  </a:rPr>
                  <a:t> </a:t>
                </a:r>
                <a:r>
                  <a:rPr lang="zh-CN" altLang="en-US" sz="2400" spc="-50" dirty="0">
                    <a:latin typeface="Cambria Math"/>
                    <a:cs typeface="Cambria Math"/>
                  </a:rPr>
                  <a:t>𝒄</a:t>
                </a:r>
                <a:r>
                  <a:rPr lang="zh-CN" altLang="en-US" sz="2400" dirty="0">
                    <a:latin typeface="Cambria Math"/>
                    <a:cs typeface="Cambria Math"/>
                  </a:rPr>
                  <a:t>	</a:t>
                </a:r>
                <a:r>
                  <a:rPr lang="en-US" altLang="zh-CN" sz="2400" dirty="0">
                    <a:latin typeface="Cambria Math"/>
                    <a:cs typeface="Cambria Math"/>
                  </a:rPr>
                  <a:t>=</a:t>
                </a:r>
                <a:r>
                  <a:rPr lang="zh-CN" altLang="en-US" sz="2400" spc="130" dirty="0">
                    <a:latin typeface="Cambria Math"/>
                    <a:cs typeface="Cambria Math"/>
                  </a:rPr>
                  <a:t> </a:t>
                </a:r>
                <a:r>
                  <a:rPr lang="zh-CN" altLang="en-US" sz="2400" spc="-50" dirty="0">
                    <a:latin typeface="Cambria Math"/>
                    <a:cs typeface="Cambria Math"/>
                  </a:rPr>
                  <a:t>𝟏</a:t>
                </a:r>
                <a:endParaRPr lang="en-US" altLang="zh-CN" sz="2400" spc="-50" dirty="0">
                  <a:latin typeface="Cambria Math"/>
                  <a:cs typeface="Cambria Math"/>
                </a:endParaRPr>
              </a:p>
              <a:p>
                <a:pPr marL="6585584">
                  <a:lnSpc>
                    <a:spcPts val="2755"/>
                  </a:lnSpc>
                  <a:tabLst>
                    <a:tab pos="7681595" algn="l"/>
                  </a:tabLst>
                </a:pPr>
                <a:r>
                  <a:rPr lang="zh-CN" altLang="en-US" sz="2400" dirty="0">
                    <a:latin typeface="Cambria Math"/>
                    <a:cs typeface="Cambria Math"/>
                  </a:rPr>
                  <a:t>𝒅𝒆𝒈</a:t>
                </a:r>
                <a:r>
                  <a:rPr lang="zh-CN" altLang="en-US" sz="2400" spc="459" dirty="0">
                    <a:latin typeface="Cambria Math"/>
                    <a:cs typeface="Cambria Math"/>
                  </a:rPr>
                  <a:t> </a:t>
                </a:r>
                <a:r>
                  <a:rPr lang="zh-CN" altLang="en-US" sz="2400" spc="-50" dirty="0">
                    <a:latin typeface="Cambria Math"/>
                    <a:cs typeface="Cambria Math"/>
                  </a:rPr>
                  <a:t>𝒅</a:t>
                </a:r>
                <a:r>
                  <a:rPr lang="zh-CN" altLang="en-US" sz="2400" dirty="0">
                    <a:latin typeface="Cambria Math"/>
                    <a:cs typeface="Cambria Math"/>
                  </a:rPr>
                  <a:t>	</a:t>
                </a:r>
                <a:r>
                  <a:rPr lang="en-US" altLang="zh-CN" sz="2400" dirty="0">
                    <a:latin typeface="Cambria Math"/>
                    <a:cs typeface="Cambria Math"/>
                  </a:rPr>
                  <a:t>=</a:t>
                </a:r>
                <a:r>
                  <a:rPr lang="zh-CN" altLang="en-US" sz="2400" spc="130" dirty="0">
                    <a:latin typeface="Cambria Math"/>
                    <a:cs typeface="Cambria Math"/>
                  </a:rPr>
                  <a:t> </a:t>
                </a:r>
                <a:r>
                  <a:rPr lang="zh-CN" altLang="en-US" sz="2400" spc="-50" dirty="0">
                    <a:latin typeface="Cambria Math"/>
                    <a:cs typeface="Cambria Math"/>
                  </a:rPr>
                  <a:t>𝟑</a:t>
                </a:r>
                <a:endParaRPr lang="zh-CN" altLang="en-US" sz="2400" dirty="0">
                  <a:latin typeface="Cambria Math"/>
                  <a:cs typeface="Cambria Math"/>
                </a:endParaRPr>
              </a:p>
              <a:p>
                <a:pPr marL="6585584">
                  <a:lnSpc>
                    <a:spcPts val="2755"/>
                  </a:lnSpc>
                  <a:tabLst>
                    <a:tab pos="7681595" algn="l"/>
                  </a:tabLst>
                </a:pPr>
                <a:endParaRPr lang="zh-CN" altLang="en-US" sz="2400" dirty="0">
                  <a:latin typeface="Cambria Math"/>
                  <a:cs typeface="Cambria Math"/>
                </a:endParaRPr>
              </a:p>
              <a:p>
                <a:pPr marL="6585584">
                  <a:lnSpc>
                    <a:spcPts val="2755"/>
                  </a:lnSpc>
                  <a:tabLst>
                    <a:tab pos="7681595" algn="l"/>
                  </a:tabLst>
                </a:pPr>
                <a:endParaRPr lang="zh-CN" altLang="en-US" sz="2400" dirty="0">
                  <a:latin typeface="Cambria Math"/>
                  <a:cs typeface="Cambria Math"/>
                </a:endParaRPr>
              </a:p>
              <a:p>
                <a:pPr marL="6585584">
                  <a:lnSpc>
                    <a:spcPts val="2755"/>
                  </a:lnSpc>
                  <a:tabLst>
                    <a:tab pos="7681595" algn="l"/>
                  </a:tabLst>
                </a:pPr>
                <a:endParaRPr sz="2400" dirty="0">
                  <a:latin typeface="Cambria Math"/>
                  <a:cs typeface="Cambria Math"/>
                </a:endParaRPr>
              </a:p>
            </p:txBody>
          </p:sp>
        </mc:Choice>
        <mc:Fallback xmlns="">
          <p:sp>
            <p:nvSpPr>
              <p:cNvPr id="15" name="object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315" y="983841"/>
                <a:ext cx="10523829" cy="6177332"/>
              </a:xfrm>
              <a:prstGeom prst="rect">
                <a:avLst/>
              </a:prstGeom>
              <a:blipFill>
                <a:blip r:embed="rId2"/>
                <a:stretch>
                  <a:fillRect l="-361" t="-2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object 3">
            <a:extLst>
              <a:ext uri="{FF2B5EF4-FFF2-40B4-BE49-F238E27FC236}">
                <a16:creationId xmlns:a16="http://schemas.microsoft.com/office/drawing/2014/main" id="{F72611D0-EA9D-F14A-A9BB-7FEBA9A7431D}"/>
              </a:ext>
            </a:extLst>
          </p:cNvPr>
          <p:cNvSpPr/>
          <p:nvPr/>
        </p:nvSpPr>
        <p:spPr>
          <a:xfrm>
            <a:off x="7829114" y="4978634"/>
            <a:ext cx="384810" cy="282575"/>
          </a:xfrm>
          <a:custGeom>
            <a:avLst/>
            <a:gdLst/>
            <a:ahLst/>
            <a:cxnLst/>
            <a:rect l="l" t="t" r="r" b="b"/>
            <a:pathLst>
              <a:path w="384809" h="282575">
                <a:moveTo>
                  <a:pt x="294512" y="0"/>
                </a:moveTo>
                <a:lnTo>
                  <a:pt x="290575" y="11556"/>
                </a:lnTo>
                <a:lnTo>
                  <a:pt x="306883" y="18631"/>
                </a:lnTo>
                <a:lnTo>
                  <a:pt x="320928" y="28432"/>
                </a:lnTo>
                <a:lnTo>
                  <a:pt x="349472" y="73925"/>
                </a:lnTo>
                <a:lnTo>
                  <a:pt x="357854" y="115732"/>
                </a:lnTo>
                <a:lnTo>
                  <a:pt x="358901" y="139826"/>
                </a:lnTo>
                <a:lnTo>
                  <a:pt x="357854" y="164707"/>
                </a:lnTo>
                <a:lnTo>
                  <a:pt x="349472" y="207656"/>
                </a:lnTo>
                <a:lnTo>
                  <a:pt x="320976" y="253857"/>
                </a:lnTo>
                <a:lnTo>
                  <a:pt x="290956" y="270890"/>
                </a:lnTo>
                <a:lnTo>
                  <a:pt x="294512" y="282320"/>
                </a:lnTo>
                <a:lnTo>
                  <a:pt x="333073" y="264302"/>
                </a:lnTo>
                <a:lnTo>
                  <a:pt x="361441" y="233044"/>
                </a:lnTo>
                <a:lnTo>
                  <a:pt x="378809" y="191134"/>
                </a:lnTo>
                <a:lnTo>
                  <a:pt x="384555" y="141223"/>
                </a:lnTo>
                <a:lnTo>
                  <a:pt x="383103" y="115359"/>
                </a:lnTo>
                <a:lnTo>
                  <a:pt x="371482" y="69536"/>
                </a:lnTo>
                <a:lnTo>
                  <a:pt x="348430" y="32146"/>
                </a:lnTo>
                <a:lnTo>
                  <a:pt x="315041" y="7381"/>
                </a:lnTo>
                <a:lnTo>
                  <a:pt x="294512" y="0"/>
                </a:lnTo>
                <a:close/>
              </a:path>
              <a:path w="384809" h="282575">
                <a:moveTo>
                  <a:pt x="90042" y="0"/>
                </a:moveTo>
                <a:lnTo>
                  <a:pt x="51657" y="18097"/>
                </a:lnTo>
                <a:lnTo>
                  <a:pt x="23367" y="49529"/>
                </a:lnTo>
                <a:lnTo>
                  <a:pt x="5826" y="91471"/>
                </a:lnTo>
                <a:lnTo>
                  <a:pt x="0" y="141223"/>
                </a:lnTo>
                <a:lnTo>
                  <a:pt x="1452" y="167179"/>
                </a:lnTo>
                <a:lnTo>
                  <a:pt x="13073" y="213090"/>
                </a:lnTo>
                <a:lnTo>
                  <a:pt x="36125" y="250334"/>
                </a:lnTo>
                <a:lnTo>
                  <a:pt x="69514" y="274960"/>
                </a:lnTo>
                <a:lnTo>
                  <a:pt x="90042" y="282320"/>
                </a:lnTo>
                <a:lnTo>
                  <a:pt x="93599" y="270890"/>
                </a:lnTo>
                <a:lnTo>
                  <a:pt x="77549" y="263773"/>
                </a:lnTo>
                <a:lnTo>
                  <a:pt x="63690" y="253857"/>
                </a:lnTo>
                <a:lnTo>
                  <a:pt x="35210" y="207656"/>
                </a:lnTo>
                <a:lnTo>
                  <a:pt x="26828" y="164707"/>
                </a:lnTo>
                <a:lnTo>
                  <a:pt x="25780" y="139826"/>
                </a:lnTo>
                <a:lnTo>
                  <a:pt x="26828" y="115732"/>
                </a:lnTo>
                <a:lnTo>
                  <a:pt x="35210" y="73925"/>
                </a:lnTo>
                <a:lnTo>
                  <a:pt x="63801" y="28432"/>
                </a:lnTo>
                <a:lnTo>
                  <a:pt x="94106" y="11556"/>
                </a:lnTo>
                <a:lnTo>
                  <a:pt x="9004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14">
            <a:extLst>
              <a:ext uri="{FF2B5EF4-FFF2-40B4-BE49-F238E27FC236}">
                <a16:creationId xmlns:a16="http://schemas.microsoft.com/office/drawing/2014/main" id="{47A4CBAF-845E-7A40-9CA6-70A4CF14E744}"/>
              </a:ext>
            </a:extLst>
          </p:cNvPr>
          <p:cNvSpPr/>
          <p:nvPr/>
        </p:nvSpPr>
        <p:spPr>
          <a:xfrm>
            <a:off x="7845116" y="5367545"/>
            <a:ext cx="353695" cy="282575"/>
          </a:xfrm>
          <a:custGeom>
            <a:avLst/>
            <a:gdLst/>
            <a:ahLst/>
            <a:cxnLst/>
            <a:rect l="l" t="t" r="r" b="b"/>
            <a:pathLst>
              <a:path w="353695" h="282575">
                <a:moveTo>
                  <a:pt x="263270" y="0"/>
                </a:moveTo>
                <a:lnTo>
                  <a:pt x="259333" y="11556"/>
                </a:lnTo>
                <a:lnTo>
                  <a:pt x="275641" y="18631"/>
                </a:lnTo>
                <a:lnTo>
                  <a:pt x="289686" y="28432"/>
                </a:lnTo>
                <a:lnTo>
                  <a:pt x="318230" y="73925"/>
                </a:lnTo>
                <a:lnTo>
                  <a:pt x="326612" y="115732"/>
                </a:lnTo>
                <a:lnTo>
                  <a:pt x="327659" y="139826"/>
                </a:lnTo>
                <a:lnTo>
                  <a:pt x="326612" y="164707"/>
                </a:lnTo>
                <a:lnTo>
                  <a:pt x="318230" y="207656"/>
                </a:lnTo>
                <a:lnTo>
                  <a:pt x="289734" y="253857"/>
                </a:lnTo>
                <a:lnTo>
                  <a:pt x="259714" y="270890"/>
                </a:lnTo>
                <a:lnTo>
                  <a:pt x="263270" y="282320"/>
                </a:lnTo>
                <a:lnTo>
                  <a:pt x="301831" y="264302"/>
                </a:lnTo>
                <a:lnTo>
                  <a:pt x="330200" y="233044"/>
                </a:lnTo>
                <a:lnTo>
                  <a:pt x="347567" y="191134"/>
                </a:lnTo>
                <a:lnTo>
                  <a:pt x="353313" y="141223"/>
                </a:lnTo>
                <a:lnTo>
                  <a:pt x="351861" y="115359"/>
                </a:lnTo>
                <a:lnTo>
                  <a:pt x="340240" y="69536"/>
                </a:lnTo>
                <a:lnTo>
                  <a:pt x="317188" y="32146"/>
                </a:lnTo>
                <a:lnTo>
                  <a:pt x="283799" y="7381"/>
                </a:lnTo>
                <a:lnTo>
                  <a:pt x="263270" y="0"/>
                </a:lnTo>
                <a:close/>
              </a:path>
              <a:path w="353695" h="282575">
                <a:moveTo>
                  <a:pt x="90042" y="0"/>
                </a:moveTo>
                <a:lnTo>
                  <a:pt x="51657" y="18097"/>
                </a:lnTo>
                <a:lnTo>
                  <a:pt x="23367" y="49529"/>
                </a:lnTo>
                <a:lnTo>
                  <a:pt x="5826" y="91471"/>
                </a:lnTo>
                <a:lnTo>
                  <a:pt x="0" y="141223"/>
                </a:lnTo>
                <a:lnTo>
                  <a:pt x="1452" y="167179"/>
                </a:lnTo>
                <a:lnTo>
                  <a:pt x="13073" y="213090"/>
                </a:lnTo>
                <a:lnTo>
                  <a:pt x="36125" y="250334"/>
                </a:lnTo>
                <a:lnTo>
                  <a:pt x="69514" y="274960"/>
                </a:lnTo>
                <a:lnTo>
                  <a:pt x="90042" y="282320"/>
                </a:lnTo>
                <a:lnTo>
                  <a:pt x="93599" y="270890"/>
                </a:lnTo>
                <a:lnTo>
                  <a:pt x="77549" y="263773"/>
                </a:lnTo>
                <a:lnTo>
                  <a:pt x="63690" y="253857"/>
                </a:lnTo>
                <a:lnTo>
                  <a:pt x="35210" y="207656"/>
                </a:lnTo>
                <a:lnTo>
                  <a:pt x="26828" y="164707"/>
                </a:lnTo>
                <a:lnTo>
                  <a:pt x="25780" y="139826"/>
                </a:lnTo>
                <a:lnTo>
                  <a:pt x="26828" y="115732"/>
                </a:lnTo>
                <a:lnTo>
                  <a:pt x="35210" y="73925"/>
                </a:lnTo>
                <a:lnTo>
                  <a:pt x="63801" y="28432"/>
                </a:lnTo>
                <a:lnTo>
                  <a:pt x="94106" y="11556"/>
                </a:lnTo>
                <a:lnTo>
                  <a:pt x="9004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7" name="object 8">
            <a:extLst>
              <a:ext uri="{FF2B5EF4-FFF2-40B4-BE49-F238E27FC236}">
                <a16:creationId xmlns:a16="http://schemas.microsoft.com/office/drawing/2014/main" id="{0CB30279-A4B3-C347-9CA7-4173F15682C5}"/>
              </a:ext>
            </a:extLst>
          </p:cNvPr>
          <p:cNvGrpSpPr/>
          <p:nvPr/>
        </p:nvGrpSpPr>
        <p:grpSpPr>
          <a:xfrm>
            <a:off x="2106929" y="4078332"/>
            <a:ext cx="2103120" cy="2269490"/>
            <a:chOff x="2106929" y="4008882"/>
            <a:chExt cx="2103120" cy="2269490"/>
          </a:xfrm>
        </p:grpSpPr>
        <p:sp>
          <p:nvSpPr>
            <p:cNvPr id="18" name="object 9">
              <a:extLst>
                <a:ext uri="{FF2B5EF4-FFF2-40B4-BE49-F238E27FC236}">
                  <a16:creationId xmlns:a16="http://schemas.microsoft.com/office/drawing/2014/main" id="{E0DB463C-9270-DC46-B47B-4E463F93FBBD}"/>
                </a:ext>
              </a:extLst>
            </p:cNvPr>
            <p:cNvSpPr/>
            <p:nvPr/>
          </p:nvSpPr>
          <p:spPr>
            <a:xfrm>
              <a:off x="2125979" y="4027932"/>
              <a:ext cx="2065020" cy="596900"/>
            </a:xfrm>
            <a:custGeom>
              <a:avLst/>
              <a:gdLst/>
              <a:ahLst/>
              <a:cxnLst/>
              <a:rect l="l" t="t" r="r" b="b"/>
              <a:pathLst>
                <a:path w="2065020" h="596900">
                  <a:moveTo>
                    <a:pt x="0" y="298323"/>
                  </a:moveTo>
                  <a:lnTo>
                    <a:pt x="3898" y="249943"/>
                  </a:lnTo>
                  <a:lnTo>
                    <a:pt x="15185" y="204045"/>
                  </a:lnTo>
                  <a:lnTo>
                    <a:pt x="33247" y="161244"/>
                  </a:lnTo>
                  <a:lnTo>
                    <a:pt x="57473" y="122154"/>
                  </a:lnTo>
                  <a:lnTo>
                    <a:pt x="87249" y="87391"/>
                  </a:lnTo>
                  <a:lnTo>
                    <a:pt x="121962" y="57570"/>
                  </a:lnTo>
                  <a:lnTo>
                    <a:pt x="161001" y="33305"/>
                  </a:lnTo>
                  <a:lnTo>
                    <a:pt x="203752" y="15212"/>
                  </a:lnTo>
                  <a:lnTo>
                    <a:pt x="249603" y="3905"/>
                  </a:lnTo>
                  <a:lnTo>
                    <a:pt x="297942" y="0"/>
                  </a:lnTo>
                  <a:lnTo>
                    <a:pt x="346280" y="3905"/>
                  </a:lnTo>
                  <a:lnTo>
                    <a:pt x="392131" y="15212"/>
                  </a:lnTo>
                  <a:lnTo>
                    <a:pt x="434882" y="33305"/>
                  </a:lnTo>
                  <a:lnTo>
                    <a:pt x="473921" y="57570"/>
                  </a:lnTo>
                  <a:lnTo>
                    <a:pt x="508635" y="87391"/>
                  </a:lnTo>
                  <a:lnTo>
                    <a:pt x="538410" y="122154"/>
                  </a:lnTo>
                  <a:lnTo>
                    <a:pt x="562636" y="161244"/>
                  </a:lnTo>
                  <a:lnTo>
                    <a:pt x="580698" y="204045"/>
                  </a:lnTo>
                  <a:lnTo>
                    <a:pt x="591985" y="249943"/>
                  </a:lnTo>
                  <a:lnTo>
                    <a:pt x="595883" y="298323"/>
                  </a:lnTo>
                  <a:lnTo>
                    <a:pt x="591985" y="346702"/>
                  </a:lnTo>
                  <a:lnTo>
                    <a:pt x="580698" y="392600"/>
                  </a:lnTo>
                  <a:lnTo>
                    <a:pt x="562636" y="435401"/>
                  </a:lnTo>
                  <a:lnTo>
                    <a:pt x="538410" y="474491"/>
                  </a:lnTo>
                  <a:lnTo>
                    <a:pt x="508634" y="509254"/>
                  </a:lnTo>
                  <a:lnTo>
                    <a:pt x="473921" y="539075"/>
                  </a:lnTo>
                  <a:lnTo>
                    <a:pt x="434882" y="563340"/>
                  </a:lnTo>
                  <a:lnTo>
                    <a:pt x="392131" y="581433"/>
                  </a:lnTo>
                  <a:lnTo>
                    <a:pt x="346280" y="592740"/>
                  </a:lnTo>
                  <a:lnTo>
                    <a:pt x="297942" y="596646"/>
                  </a:lnTo>
                  <a:lnTo>
                    <a:pt x="249603" y="592740"/>
                  </a:lnTo>
                  <a:lnTo>
                    <a:pt x="203752" y="581433"/>
                  </a:lnTo>
                  <a:lnTo>
                    <a:pt x="161001" y="563340"/>
                  </a:lnTo>
                  <a:lnTo>
                    <a:pt x="121962" y="539075"/>
                  </a:lnTo>
                  <a:lnTo>
                    <a:pt x="87248" y="509254"/>
                  </a:lnTo>
                  <a:lnTo>
                    <a:pt x="57473" y="474491"/>
                  </a:lnTo>
                  <a:lnTo>
                    <a:pt x="33247" y="435401"/>
                  </a:lnTo>
                  <a:lnTo>
                    <a:pt x="15185" y="392600"/>
                  </a:lnTo>
                  <a:lnTo>
                    <a:pt x="3898" y="346702"/>
                  </a:lnTo>
                  <a:lnTo>
                    <a:pt x="0" y="298323"/>
                  </a:lnTo>
                  <a:close/>
                </a:path>
                <a:path w="2065020" h="596900">
                  <a:moveTo>
                    <a:pt x="1469135" y="298323"/>
                  </a:moveTo>
                  <a:lnTo>
                    <a:pt x="1473034" y="249943"/>
                  </a:lnTo>
                  <a:lnTo>
                    <a:pt x="1484321" y="204045"/>
                  </a:lnTo>
                  <a:lnTo>
                    <a:pt x="1502383" y="161244"/>
                  </a:lnTo>
                  <a:lnTo>
                    <a:pt x="1526609" y="122154"/>
                  </a:lnTo>
                  <a:lnTo>
                    <a:pt x="1556384" y="87391"/>
                  </a:lnTo>
                  <a:lnTo>
                    <a:pt x="1591098" y="57570"/>
                  </a:lnTo>
                  <a:lnTo>
                    <a:pt x="1630137" y="33305"/>
                  </a:lnTo>
                  <a:lnTo>
                    <a:pt x="1672888" y="15212"/>
                  </a:lnTo>
                  <a:lnTo>
                    <a:pt x="1718739" y="3905"/>
                  </a:lnTo>
                  <a:lnTo>
                    <a:pt x="1767078" y="0"/>
                  </a:lnTo>
                  <a:lnTo>
                    <a:pt x="1815416" y="3905"/>
                  </a:lnTo>
                  <a:lnTo>
                    <a:pt x="1861267" y="15212"/>
                  </a:lnTo>
                  <a:lnTo>
                    <a:pt x="1904018" y="33305"/>
                  </a:lnTo>
                  <a:lnTo>
                    <a:pt x="1943057" y="57570"/>
                  </a:lnTo>
                  <a:lnTo>
                    <a:pt x="1977770" y="87391"/>
                  </a:lnTo>
                  <a:lnTo>
                    <a:pt x="2007546" y="122154"/>
                  </a:lnTo>
                  <a:lnTo>
                    <a:pt x="2031772" y="161244"/>
                  </a:lnTo>
                  <a:lnTo>
                    <a:pt x="2049834" y="204045"/>
                  </a:lnTo>
                  <a:lnTo>
                    <a:pt x="2061121" y="249943"/>
                  </a:lnTo>
                  <a:lnTo>
                    <a:pt x="2065020" y="298323"/>
                  </a:lnTo>
                  <a:lnTo>
                    <a:pt x="2061121" y="346702"/>
                  </a:lnTo>
                  <a:lnTo>
                    <a:pt x="2049834" y="392600"/>
                  </a:lnTo>
                  <a:lnTo>
                    <a:pt x="2031772" y="435401"/>
                  </a:lnTo>
                  <a:lnTo>
                    <a:pt x="2007546" y="474491"/>
                  </a:lnTo>
                  <a:lnTo>
                    <a:pt x="1977771" y="509254"/>
                  </a:lnTo>
                  <a:lnTo>
                    <a:pt x="1943057" y="539075"/>
                  </a:lnTo>
                  <a:lnTo>
                    <a:pt x="1904018" y="563340"/>
                  </a:lnTo>
                  <a:lnTo>
                    <a:pt x="1861267" y="581433"/>
                  </a:lnTo>
                  <a:lnTo>
                    <a:pt x="1815416" y="592740"/>
                  </a:lnTo>
                  <a:lnTo>
                    <a:pt x="1767078" y="596646"/>
                  </a:lnTo>
                  <a:lnTo>
                    <a:pt x="1718739" y="592740"/>
                  </a:lnTo>
                  <a:lnTo>
                    <a:pt x="1672888" y="581433"/>
                  </a:lnTo>
                  <a:lnTo>
                    <a:pt x="1630137" y="563340"/>
                  </a:lnTo>
                  <a:lnTo>
                    <a:pt x="1591098" y="539075"/>
                  </a:lnTo>
                  <a:lnTo>
                    <a:pt x="1556384" y="509254"/>
                  </a:lnTo>
                  <a:lnTo>
                    <a:pt x="1526609" y="474491"/>
                  </a:lnTo>
                  <a:lnTo>
                    <a:pt x="1502383" y="435401"/>
                  </a:lnTo>
                  <a:lnTo>
                    <a:pt x="1484321" y="392600"/>
                  </a:lnTo>
                  <a:lnTo>
                    <a:pt x="1473034" y="346702"/>
                  </a:lnTo>
                  <a:lnTo>
                    <a:pt x="1469135" y="298323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0">
              <a:extLst>
                <a:ext uri="{FF2B5EF4-FFF2-40B4-BE49-F238E27FC236}">
                  <a16:creationId xmlns:a16="http://schemas.microsoft.com/office/drawing/2014/main" id="{B117B7E5-31D7-2846-87C2-75C8A59DF9A0}"/>
                </a:ext>
              </a:extLst>
            </p:cNvPr>
            <p:cNvSpPr/>
            <p:nvPr/>
          </p:nvSpPr>
          <p:spPr>
            <a:xfrm>
              <a:off x="2125979" y="5663183"/>
              <a:ext cx="596265" cy="596265"/>
            </a:xfrm>
            <a:custGeom>
              <a:avLst/>
              <a:gdLst/>
              <a:ahLst/>
              <a:cxnLst/>
              <a:rect l="l" t="t" r="r" b="b"/>
              <a:pathLst>
                <a:path w="596264" h="596264">
                  <a:moveTo>
                    <a:pt x="297942" y="0"/>
                  </a:moveTo>
                  <a:lnTo>
                    <a:pt x="249603" y="3899"/>
                  </a:lnTo>
                  <a:lnTo>
                    <a:pt x="203752" y="15188"/>
                  </a:lnTo>
                  <a:lnTo>
                    <a:pt x="161001" y="33254"/>
                  </a:lnTo>
                  <a:lnTo>
                    <a:pt x="121962" y="57484"/>
                  </a:lnTo>
                  <a:lnTo>
                    <a:pt x="87249" y="87263"/>
                  </a:lnTo>
                  <a:lnTo>
                    <a:pt x="57473" y="121979"/>
                  </a:lnTo>
                  <a:lnTo>
                    <a:pt x="33247" y="161018"/>
                  </a:lnTo>
                  <a:lnTo>
                    <a:pt x="15185" y="203767"/>
                  </a:lnTo>
                  <a:lnTo>
                    <a:pt x="3898" y="249613"/>
                  </a:lnTo>
                  <a:lnTo>
                    <a:pt x="0" y="297941"/>
                  </a:lnTo>
                  <a:lnTo>
                    <a:pt x="3898" y="346270"/>
                  </a:lnTo>
                  <a:lnTo>
                    <a:pt x="15185" y="392116"/>
                  </a:lnTo>
                  <a:lnTo>
                    <a:pt x="33247" y="434865"/>
                  </a:lnTo>
                  <a:lnTo>
                    <a:pt x="57473" y="473904"/>
                  </a:lnTo>
                  <a:lnTo>
                    <a:pt x="87248" y="508620"/>
                  </a:lnTo>
                  <a:lnTo>
                    <a:pt x="121962" y="538399"/>
                  </a:lnTo>
                  <a:lnTo>
                    <a:pt x="161001" y="562629"/>
                  </a:lnTo>
                  <a:lnTo>
                    <a:pt x="203752" y="580695"/>
                  </a:lnTo>
                  <a:lnTo>
                    <a:pt x="249603" y="591984"/>
                  </a:lnTo>
                  <a:lnTo>
                    <a:pt x="297942" y="595883"/>
                  </a:lnTo>
                  <a:lnTo>
                    <a:pt x="346280" y="591984"/>
                  </a:lnTo>
                  <a:lnTo>
                    <a:pt x="392131" y="580695"/>
                  </a:lnTo>
                  <a:lnTo>
                    <a:pt x="434882" y="562629"/>
                  </a:lnTo>
                  <a:lnTo>
                    <a:pt x="473921" y="538399"/>
                  </a:lnTo>
                  <a:lnTo>
                    <a:pt x="508634" y="508620"/>
                  </a:lnTo>
                  <a:lnTo>
                    <a:pt x="538410" y="473904"/>
                  </a:lnTo>
                  <a:lnTo>
                    <a:pt x="562636" y="434865"/>
                  </a:lnTo>
                  <a:lnTo>
                    <a:pt x="580698" y="392116"/>
                  </a:lnTo>
                  <a:lnTo>
                    <a:pt x="591985" y="346270"/>
                  </a:lnTo>
                  <a:lnTo>
                    <a:pt x="595883" y="297941"/>
                  </a:lnTo>
                  <a:lnTo>
                    <a:pt x="591985" y="249613"/>
                  </a:lnTo>
                  <a:lnTo>
                    <a:pt x="580698" y="203767"/>
                  </a:lnTo>
                  <a:lnTo>
                    <a:pt x="562636" y="161018"/>
                  </a:lnTo>
                  <a:lnTo>
                    <a:pt x="538410" y="121979"/>
                  </a:lnTo>
                  <a:lnTo>
                    <a:pt x="508635" y="87263"/>
                  </a:lnTo>
                  <a:lnTo>
                    <a:pt x="473921" y="57484"/>
                  </a:lnTo>
                  <a:lnTo>
                    <a:pt x="434882" y="33254"/>
                  </a:lnTo>
                  <a:lnTo>
                    <a:pt x="392131" y="15188"/>
                  </a:lnTo>
                  <a:lnTo>
                    <a:pt x="346280" y="3899"/>
                  </a:lnTo>
                  <a:lnTo>
                    <a:pt x="297942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11">
              <a:extLst>
                <a:ext uri="{FF2B5EF4-FFF2-40B4-BE49-F238E27FC236}">
                  <a16:creationId xmlns:a16="http://schemas.microsoft.com/office/drawing/2014/main" id="{C2461BD4-734E-E94A-A43F-DB2625390309}"/>
                </a:ext>
              </a:extLst>
            </p:cNvPr>
            <p:cNvSpPr/>
            <p:nvPr/>
          </p:nvSpPr>
          <p:spPr>
            <a:xfrm>
              <a:off x="2125979" y="5663183"/>
              <a:ext cx="596265" cy="596265"/>
            </a:xfrm>
            <a:custGeom>
              <a:avLst/>
              <a:gdLst/>
              <a:ahLst/>
              <a:cxnLst/>
              <a:rect l="l" t="t" r="r" b="b"/>
              <a:pathLst>
                <a:path w="596264" h="596264">
                  <a:moveTo>
                    <a:pt x="0" y="297941"/>
                  </a:moveTo>
                  <a:lnTo>
                    <a:pt x="3898" y="249613"/>
                  </a:lnTo>
                  <a:lnTo>
                    <a:pt x="15185" y="203767"/>
                  </a:lnTo>
                  <a:lnTo>
                    <a:pt x="33247" y="161018"/>
                  </a:lnTo>
                  <a:lnTo>
                    <a:pt x="57473" y="121979"/>
                  </a:lnTo>
                  <a:lnTo>
                    <a:pt x="87249" y="87263"/>
                  </a:lnTo>
                  <a:lnTo>
                    <a:pt x="121962" y="57484"/>
                  </a:lnTo>
                  <a:lnTo>
                    <a:pt x="161001" y="33254"/>
                  </a:lnTo>
                  <a:lnTo>
                    <a:pt x="203752" y="15188"/>
                  </a:lnTo>
                  <a:lnTo>
                    <a:pt x="249603" y="3899"/>
                  </a:lnTo>
                  <a:lnTo>
                    <a:pt x="297942" y="0"/>
                  </a:lnTo>
                  <a:lnTo>
                    <a:pt x="346280" y="3899"/>
                  </a:lnTo>
                  <a:lnTo>
                    <a:pt x="392131" y="15188"/>
                  </a:lnTo>
                  <a:lnTo>
                    <a:pt x="434882" y="33254"/>
                  </a:lnTo>
                  <a:lnTo>
                    <a:pt x="473921" y="57484"/>
                  </a:lnTo>
                  <a:lnTo>
                    <a:pt x="508635" y="87263"/>
                  </a:lnTo>
                  <a:lnTo>
                    <a:pt x="538410" y="121979"/>
                  </a:lnTo>
                  <a:lnTo>
                    <a:pt x="562636" y="161018"/>
                  </a:lnTo>
                  <a:lnTo>
                    <a:pt x="580698" y="203767"/>
                  </a:lnTo>
                  <a:lnTo>
                    <a:pt x="591985" y="249613"/>
                  </a:lnTo>
                  <a:lnTo>
                    <a:pt x="595883" y="297941"/>
                  </a:lnTo>
                  <a:lnTo>
                    <a:pt x="591985" y="346270"/>
                  </a:lnTo>
                  <a:lnTo>
                    <a:pt x="580698" y="392116"/>
                  </a:lnTo>
                  <a:lnTo>
                    <a:pt x="562636" y="434865"/>
                  </a:lnTo>
                  <a:lnTo>
                    <a:pt x="538410" y="473904"/>
                  </a:lnTo>
                  <a:lnTo>
                    <a:pt x="508634" y="508620"/>
                  </a:lnTo>
                  <a:lnTo>
                    <a:pt x="473921" y="538399"/>
                  </a:lnTo>
                  <a:lnTo>
                    <a:pt x="434882" y="562629"/>
                  </a:lnTo>
                  <a:lnTo>
                    <a:pt x="392131" y="580695"/>
                  </a:lnTo>
                  <a:lnTo>
                    <a:pt x="346280" y="591984"/>
                  </a:lnTo>
                  <a:lnTo>
                    <a:pt x="297942" y="595883"/>
                  </a:lnTo>
                  <a:lnTo>
                    <a:pt x="249603" y="591984"/>
                  </a:lnTo>
                  <a:lnTo>
                    <a:pt x="203752" y="580695"/>
                  </a:lnTo>
                  <a:lnTo>
                    <a:pt x="161001" y="562629"/>
                  </a:lnTo>
                  <a:lnTo>
                    <a:pt x="121962" y="538399"/>
                  </a:lnTo>
                  <a:lnTo>
                    <a:pt x="87248" y="508620"/>
                  </a:lnTo>
                  <a:lnTo>
                    <a:pt x="57473" y="473904"/>
                  </a:lnTo>
                  <a:lnTo>
                    <a:pt x="33247" y="434865"/>
                  </a:lnTo>
                  <a:lnTo>
                    <a:pt x="15185" y="392116"/>
                  </a:lnTo>
                  <a:lnTo>
                    <a:pt x="3898" y="346270"/>
                  </a:lnTo>
                  <a:lnTo>
                    <a:pt x="0" y="297941"/>
                  </a:lnTo>
                  <a:close/>
                </a:path>
              </a:pathLst>
            </a:custGeom>
            <a:ln w="38099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12">
            <a:extLst>
              <a:ext uri="{FF2B5EF4-FFF2-40B4-BE49-F238E27FC236}">
                <a16:creationId xmlns:a16="http://schemas.microsoft.com/office/drawing/2014/main" id="{CC1E3F11-3462-3345-A3B4-A7FCFC62EAE6}"/>
              </a:ext>
            </a:extLst>
          </p:cNvPr>
          <p:cNvSpPr txBox="1"/>
          <p:nvPr/>
        </p:nvSpPr>
        <p:spPr>
          <a:xfrm>
            <a:off x="2275077" y="5824835"/>
            <a:ext cx="2216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𝒅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2" name="object 13">
            <a:extLst>
              <a:ext uri="{FF2B5EF4-FFF2-40B4-BE49-F238E27FC236}">
                <a16:creationId xmlns:a16="http://schemas.microsoft.com/office/drawing/2014/main" id="{042E7630-B9AA-744F-827B-1094A7F089DB}"/>
              </a:ext>
            </a:extLst>
          </p:cNvPr>
          <p:cNvSpPr/>
          <p:nvPr/>
        </p:nvSpPr>
        <p:spPr>
          <a:xfrm>
            <a:off x="3595115" y="5732634"/>
            <a:ext cx="596265" cy="596265"/>
          </a:xfrm>
          <a:custGeom>
            <a:avLst/>
            <a:gdLst/>
            <a:ahLst/>
            <a:cxnLst/>
            <a:rect l="l" t="t" r="r" b="b"/>
            <a:pathLst>
              <a:path w="596264" h="596264">
                <a:moveTo>
                  <a:pt x="0" y="297941"/>
                </a:moveTo>
                <a:lnTo>
                  <a:pt x="3898" y="249613"/>
                </a:lnTo>
                <a:lnTo>
                  <a:pt x="15185" y="203767"/>
                </a:lnTo>
                <a:lnTo>
                  <a:pt x="33247" y="161018"/>
                </a:lnTo>
                <a:lnTo>
                  <a:pt x="57473" y="121979"/>
                </a:lnTo>
                <a:lnTo>
                  <a:pt x="87248" y="87263"/>
                </a:lnTo>
                <a:lnTo>
                  <a:pt x="121962" y="57484"/>
                </a:lnTo>
                <a:lnTo>
                  <a:pt x="161001" y="33254"/>
                </a:lnTo>
                <a:lnTo>
                  <a:pt x="203752" y="15188"/>
                </a:lnTo>
                <a:lnTo>
                  <a:pt x="249603" y="3899"/>
                </a:lnTo>
                <a:lnTo>
                  <a:pt x="297942" y="0"/>
                </a:lnTo>
                <a:lnTo>
                  <a:pt x="346280" y="3899"/>
                </a:lnTo>
                <a:lnTo>
                  <a:pt x="392131" y="15188"/>
                </a:lnTo>
                <a:lnTo>
                  <a:pt x="434882" y="33254"/>
                </a:lnTo>
                <a:lnTo>
                  <a:pt x="473921" y="57484"/>
                </a:lnTo>
                <a:lnTo>
                  <a:pt x="508635" y="87263"/>
                </a:lnTo>
                <a:lnTo>
                  <a:pt x="538410" y="121979"/>
                </a:lnTo>
                <a:lnTo>
                  <a:pt x="562636" y="161018"/>
                </a:lnTo>
                <a:lnTo>
                  <a:pt x="580698" y="203767"/>
                </a:lnTo>
                <a:lnTo>
                  <a:pt x="591985" y="249613"/>
                </a:lnTo>
                <a:lnTo>
                  <a:pt x="595884" y="297941"/>
                </a:lnTo>
                <a:lnTo>
                  <a:pt x="591985" y="346270"/>
                </a:lnTo>
                <a:lnTo>
                  <a:pt x="580698" y="392116"/>
                </a:lnTo>
                <a:lnTo>
                  <a:pt x="562636" y="434865"/>
                </a:lnTo>
                <a:lnTo>
                  <a:pt x="538410" y="473904"/>
                </a:lnTo>
                <a:lnTo>
                  <a:pt x="508635" y="508620"/>
                </a:lnTo>
                <a:lnTo>
                  <a:pt x="473921" y="538399"/>
                </a:lnTo>
                <a:lnTo>
                  <a:pt x="434882" y="562629"/>
                </a:lnTo>
                <a:lnTo>
                  <a:pt x="392131" y="580695"/>
                </a:lnTo>
                <a:lnTo>
                  <a:pt x="346280" y="591984"/>
                </a:lnTo>
                <a:lnTo>
                  <a:pt x="297942" y="595883"/>
                </a:lnTo>
                <a:lnTo>
                  <a:pt x="249603" y="591984"/>
                </a:lnTo>
                <a:lnTo>
                  <a:pt x="203752" y="580695"/>
                </a:lnTo>
                <a:lnTo>
                  <a:pt x="161001" y="562629"/>
                </a:lnTo>
                <a:lnTo>
                  <a:pt x="121962" y="538399"/>
                </a:lnTo>
                <a:lnTo>
                  <a:pt x="87249" y="508620"/>
                </a:lnTo>
                <a:lnTo>
                  <a:pt x="57473" y="473904"/>
                </a:lnTo>
                <a:lnTo>
                  <a:pt x="33247" y="434865"/>
                </a:lnTo>
                <a:lnTo>
                  <a:pt x="15185" y="392116"/>
                </a:lnTo>
                <a:lnTo>
                  <a:pt x="3898" y="346270"/>
                </a:lnTo>
                <a:lnTo>
                  <a:pt x="0" y="297941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14">
            <a:extLst>
              <a:ext uri="{FF2B5EF4-FFF2-40B4-BE49-F238E27FC236}">
                <a16:creationId xmlns:a16="http://schemas.microsoft.com/office/drawing/2014/main" id="{A362C5AE-5DA0-1745-A9B3-07C52137556F}"/>
              </a:ext>
            </a:extLst>
          </p:cNvPr>
          <p:cNvSpPr txBox="1"/>
          <p:nvPr/>
        </p:nvSpPr>
        <p:spPr>
          <a:xfrm>
            <a:off x="3756914" y="5824835"/>
            <a:ext cx="1974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𝒇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24" name="object 15">
            <a:extLst>
              <a:ext uri="{FF2B5EF4-FFF2-40B4-BE49-F238E27FC236}">
                <a16:creationId xmlns:a16="http://schemas.microsoft.com/office/drawing/2014/main" id="{8A7A4A53-7B08-D547-A7CC-BEC9E1E6C3D5}"/>
              </a:ext>
            </a:extLst>
          </p:cNvPr>
          <p:cNvGrpSpPr/>
          <p:nvPr/>
        </p:nvGrpSpPr>
        <p:grpSpPr>
          <a:xfrm>
            <a:off x="2404872" y="4078332"/>
            <a:ext cx="3274695" cy="1971675"/>
            <a:chOff x="2404872" y="4008882"/>
            <a:chExt cx="3274695" cy="1971675"/>
          </a:xfrm>
        </p:grpSpPr>
        <p:sp>
          <p:nvSpPr>
            <p:cNvPr id="25" name="object 16">
              <a:extLst>
                <a:ext uri="{FF2B5EF4-FFF2-40B4-BE49-F238E27FC236}">
                  <a16:creationId xmlns:a16="http://schemas.microsoft.com/office/drawing/2014/main" id="{E6A0A378-E6D6-7E43-9381-E50053928189}"/>
                </a:ext>
              </a:extLst>
            </p:cNvPr>
            <p:cNvSpPr/>
            <p:nvPr/>
          </p:nvSpPr>
          <p:spPr>
            <a:xfrm>
              <a:off x="2721863" y="4326636"/>
              <a:ext cx="873125" cy="0"/>
            </a:xfrm>
            <a:custGeom>
              <a:avLst/>
              <a:gdLst/>
              <a:ahLst/>
              <a:cxnLst/>
              <a:rect l="l" t="t" r="r" b="b"/>
              <a:pathLst>
                <a:path w="873125">
                  <a:moveTo>
                    <a:pt x="0" y="0"/>
                  </a:moveTo>
                  <a:lnTo>
                    <a:pt x="872744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17">
              <a:extLst>
                <a:ext uri="{FF2B5EF4-FFF2-40B4-BE49-F238E27FC236}">
                  <a16:creationId xmlns:a16="http://schemas.microsoft.com/office/drawing/2014/main" id="{14147CAA-3C38-4047-8E0C-EA7A319703D4}"/>
                </a:ext>
              </a:extLst>
            </p:cNvPr>
            <p:cNvSpPr/>
            <p:nvPr/>
          </p:nvSpPr>
          <p:spPr>
            <a:xfrm>
              <a:off x="2423922" y="4536948"/>
              <a:ext cx="1258570" cy="1424305"/>
            </a:xfrm>
            <a:custGeom>
              <a:avLst/>
              <a:gdLst/>
              <a:ahLst/>
              <a:cxnLst/>
              <a:rect l="l" t="t" r="r" b="b"/>
              <a:pathLst>
                <a:path w="1258570" h="1424304">
                  <a:moveTo>
                    <a:pt x="0" y="87629"/>
                  </a:moveTo>
                  <a:lnTo>
                    <a:pt x="0" y="1126477"/>
                  </a:lnTo>
                </a:path>
                <a:path w="1258570" h="1424304">
                  <a:moveTo>
                    <a:pt x="1258442" y="0"/>
                  </a:moveTo>
                  <a:lnTo>
                    <a:pt x="211073" y="1213421"/>
                  </a:lnTo>
                </a:path>
                <a:path w="1258570" h="1424304">
                  <a:moveTo>
                    <a:pt x="1170686" y="1424177"/>
                  </a:moveTo>
                  <a:lnTo>
                    <a:pt x="297941" y="1424177"/>
                  </a:lnTo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18">
              <a:extLst>
                <a:ext uri="{FF2B5EF4-FFF2-40B4-BE49-F238E27FC236}">
                  <a16:creationId xmlns:a16="http://schemas.microsoft.com/office/drawing/2014/main" id="{BD60BE12-2B80-C643-955C-ACE0DFD6AAFD}"/>
                </a:ext>
              </a:extLst>
            </p:cNvPr>
            <p:cNvSpPr/>
            <p:nvPr/>
          </p:nvSpPr>
          <p:spPr>
            <a:xfrm>
              <a:off x="3893058" y="4027932"/>
              <a:ext cx="1767205" cy="1635760"/>
            </a:xfrm>
            <a:custGeom>
              <a:avLst/>
              <a:gdLst/>
              <a:ahLst/>
              <a:cxnLst/>
              <a:rect l="l" t="t" r="r" b="b"/>
              <a:pathLst>
                <a:path w="1767204" h="1635760">
                  <a:moveTo>
                    <a:pt x="0" y="596646"/>
                  </a:moveTo>
                  <a:lnTo>
                    <a:pt x="0" y="1635493"/>
                  </a:lnTo>
                </a:path>
                <a:path w="1767204" h="1635760">
                  <a:moveTo>
                    <a:pt x="1170431" y="298323"/>
                  </a:moveTo>
                  <a:lnTo>
                    <a:pt x="1174337" y="249943"/>
                  </a:lnTo>
                  <a:lnTo>
                    <a:pt x="1185644" y="204045"/>
                  </a:lnTo>
                  <a:lnTo>
                    <a:pt x="1203737" y="161244"/>
                  </a:lnTo>
                  <a:lnTo>
                    <a:pt x="1228002" y="122154"/>
                  </a:lnTo>
                  <a:lnTo>
                    <a:pt x="1257823" y="87391"/>
                  </a:lnTo>
                  <a:lnTo>
                    <a:pt x="1292586" y="57570"/>
                  </a:lnTo>
                  <a:lnTo>
                    <a:pt x="1331676" y="33305"/>
                  </a:lnTo>
                  <a:lnTo>
                    <a:pt x="1374477" y="15212"/>
                  </a:lnTo>
                  <a:lnTo>
                    <a:pt x="1420375" y="3905"/>
                  </a:lnTo>
                  <a:lnTo>
                    <a:pt x="1468754" y="0"/>
                  </a:lnTo>
                  <a:lnTo>
                    <a:pt x="1517134" y="3905"/>
                  </a:lnTo>
                  <a:lnTo>
                    <a:pt x="1563032" y="15212"/>
                  </a:lnTo>
                  <a:lnTo>
                    <a:pt x="1605833" y="33305"/>
                  </a:lnTo>
                  <a:lnTo>
                    <a:pt x="1644923" y="57570"/>
                  </a:lnTo>
                  <a:lnTo>
                    <a:pt x="1679686" y="87391"/>
                  </a:lnTo>
                  <a:lnTo>
                    <a:pt x="1709507" y="122154"/>
                  </a:lnTo>
                  <a:lnTo>
                    <a:pt x="1733772" y="161244"/>
                  </a:lnTo>
                  <a:lnTo>
                    <a:pt x="1751865" y="204045"/>
                  </a:lnTo>
                  <a:lnTo>
                    <a:pt x="1763172" y="249943"/>
                  </a:lnTo>
                  <a:lnTo>
                    <a:pt x="1767077" y="298323"/>
                  </a:lnTo>
                  <a:lnTo>
                    <a:pt x="1763172" y="346702"/>
                  </a:lnTo>
                  <a:lnTo>
                    <a:pt x="1751865" y="392600"/>
                  </a:lnTo>
                  <a:lnTo>
                    <a:pt x="1733772" y="435401"/>
                  </a:lnTo>
                  <a:lnTo>
                    <a:pt x="1709507" y="474491"/>
                  </a:lnTo>
                  <a:lnTo>
                    <a:pt x="1679686" y="509254"/>
                  </a:lnTo>
                  <a:lnTo>
                    <a:pt x="1644923" y="539075"/>
                  </a:lnTo>
                  <a:lnTo>
                    <a:pt x="1605833" y="563340"/>
                  </a:lnTo>
                  <a:lnTo>
                    <a:pt x="1563032" y="581433"/>
                  </a:lnTo>
                  <a:lnTo>
                    <a:pt x="1517134" y="592740"/>
                  </a:lnTo>
                  <a:lnTo>
                    <a:pt x="1468754" y="596646"/>
                  </a:lnTo>
                  <a:lnTo>
                    <a:pt x="1420375" y="592740"/>
                  </a:lnTo>
                  <a:lnTo>
                    <a:pt x="1374477" y="581433"/>
                  </a:lnTo>
                  <a:lnTo>
                    <a:pt x="1331676" y="563340"/>
                  </a:lnTo>
                  <a:lnTo>
                    <a:pt x="1292586" y="539075"/>
                  </a:lnTo>
                  <a:lnTo>
                    <a:pt x="1257823" y="509254"/>
                  </a:lnTo>
                  <a:lnTo>
                    <a:pt x="1228002" y="474491"/>
                  </a:lnTo>
                  <a:lnTo>
                    <a:pt x="1203737" y="435401"/>
                  </a:lnTo>
                  <a:lnTo>
                    <a:pt x="1185644" y="392600"/>
                  </a:lnTo>
                  <a:lnTo>
                    <a:pt x="1174337" y="346702"/>
                  </a:lnTo>
                  <a:lnTo>
                    <a:pt x="1170431" y="298323"/>
                  </a:lnTo>
                  <a:close/>
                </a:path>
                <a:path w="1767204" h="1635760">
                  <a:moveTo>
                    <a:pt x="297941" y="298704"/>
                  </a:moveTo>
                  <a:lnTo>
                    <a:pt x="1170686" y="298704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5">
            <a:extLst>
              <a:ext uri="{FF2B5EF4-FFF2-40B4-BE49-F238E27FC236}">
                <a16:creationId xmlns:a16="http://schemas.microsoft.com/office/drawing/2014/main" id="{185C17F5-A8B6-7C49-89F0-1B7C9C63D684}"/>
              </a:ext>
            </a:extLst>
          </p:cNvPr>
          <p:cNvSpPr/>
          <p:nvPr/>
        </p:nvSpPr>
        <p:spPr>
          <a:xfrm>
            <a:off x="7835355" y="5721766"/>
            <a:ext cx="395605" cy="282575"/>
          </a:xfrm>
          <a:custGeom>
            <a:avLst/>
            <a:gdLst/>
            <a:ahLst/>
            <a:cxnLst/>
            <a:rect l="l" t="t" r="r" b="b"/>
            <a:pathLst>
              <a:path w="395604" h="282575">
                <a:moveTo>
                  <a:pt x="305180" y="0"/>
                </a:moveTo>
                <a:lnTo>
                  <a:pt x="301244" y="11455"/>
                </a:lnTo>
                <a:lnTo>
                  <a:pt x="317551" y="18551"/>
                </a:lnTo>
                <a:lnTo>
                  <a:pt x="331597" y="28371"/>
                </a:lnTo>
                <a:lnTo>
                  <a:pt x="360140" y="73880"/>
                </a:lnTo>
                <a:lnTo>
                  <a:pt x="368522" y="115661"/>
                </a:lnTo>
                <a:lnTo>
                  <a:pt x="369570" y="139750"/>
                </a:lnTo>
                <a:lnTo>
                  <a:pt x="368522" y="164649"/>
                </a:lnTo>
                <a:lnTo>
                  <a:pt x="360140" y="207587"/>
                </a:lnTo>
                <a:lnTo>
                  <a:pt x="331644" y="253828"/>
                </a:lnTo>
                <a:lnTo>
                  <a:pt x="301625" y="270865"/>
                </a:lnTo>
                <a:lnTo>
                  <a:pt x="305180" y="282333"/>
                </a:lnTo>
                <a:lnTo>
                  <a:pt x="343741" y="264264"/>
                </a:lnTo>
                <a:lnTo>
                  <a:pt x="372110" y="232994"/>
                </a:lnTo>
                <a:lnTo>
                  <a:pt x="389477" y="191111"/>
                </a:lnTo>
                <a:lnTo>
                  <a:pt x="395224" y="141236"/>
                </a:lnTo>
                <a:lnTo>
                  <a:pt x="393771" y="115357"/>
                </a:lnTo>
                <a:lnTo>
                  <a:pt x="382150" y="69484"/>
                </a:lnTo>
                <a:lnTo>
                  <a:pt x="359098" y="32134"/>
                </a:lnTo>
                <a:lnTo>
                  <a:pt x="325709" y="7391"/>
                </a:lnTo>
                <a:lnTo>
                  <a:pt x="305180" y="0"/>
                </a:lnTo>
                <a:close/>
              </a:path>
              <a:path w="395604" h="282575">
                <a:moveTo>
                  <a:pt x="90043" y="0"/>
                </a:moveTo>
                <a:lnTo>
                  <a:pt x="51657" y="18102"/>
                </a:lnTo>
                <a:lnTo>
                  <a:pt x="23368" y="49491"/>
                </a:lnTo>
                <a:lnTo>
                  <a:pt x="5826" y="91439"/>
                </a:lnTo>
                <a:lnTo>
                  <a:pt x="0" y="141236"/>
                </a:lnTo>
                <a:lnTo>
                  <a:pt x="1452" y="167173"/>
                </a:lnTo>
                <a:lnTo>
                  <a:pt x="13073" y="213051"/>
                </a:lnTo>
                <a:lnTo>
                  <a:pt x="36125" y="250279"/>
                </a:lnTo>
                <a:lnTo>
                  <a:pt x="69514" y="274949"/>
                </a:lnTo>
                <a:lnTo>
                  <a:pt x="90043" y="282333"/>
                </a:lnTo>
                <a:lnTo>
                  <a:pt x="93599" y="270865"/>
                </a:lnTo>
                <a:lnTo>
                  <a:pt x="77549" y="263743"/>
                </a:lnTo>
                <a:lnTo>
                  <a:pt x="63690" y="253828"/>
                </a:lnTo>
                <a:lnTo>
                  <a:pt x="35210" y="207587"/>
                </a:lnTo>
                <a:lnTo>
                  <a:pt x="26828" y="164649"/>
                </a:lnTo>
                <a:lnTo>
                  <a:pt x="25780" y="139750"/>
                </a:lnTo>
                <a:lnTo>
                  <a:pt x="26828" y="115661"/>
                </a:lnTo>
                <a:lnTo>
                  <a:pt x="35210" y="73880"/>
                </a:lnTo>
                <a:lnTo>
                  <a:pt x="63801" y="28371"/>
                </a:lnTo>
                <a:lnTo>
                  <a:pt x="94106" y="11455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334684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839164" y="4659171"/>
            <a:ext cx="388620" cy="282575"/>
          </a:xfrm>
          <a:custGeom>
            <a:avLst/>
            <a:gdLst/>
            <a:ahLst/>
            <a:cxnLst/>
            <a:rect l="l" t="t" r="r" b="b"/>
            <a:pathLst>
              <a:path w="388620" h="282575">
                <a:moveTo>
                  <a:pt x="298323" y="0"/>
                </a:moveTo>
                <a:lnTo>
                  <a:pt x="294385" y="11556"/>
                </a:lnTo>
                <a:lnTo>
                  <a:pt x="310693" y="18631"/>
                </a:lnTo>
                <a:lnTo>
                  <a:pt x="324738" y="28432"/>
                </a:lnTo>
                <a:lnTo>
                  <a:pt x="353282" y="73925"/>
                </a:lnTo>
                <a:lnTo>
                  <a:pt x="361664" y="115732"/>
                </a:lnTo>
                <a:lnTo>
                  <a:pt x="362711" y="139826"/>
                </a:lnTo>
                <a:lnTo>
                  <a:pt x="361664" y="164707"/>
                </a:lnTo>
                <a:lnTo>
                  <a:pt x="353282" y="207656"/>
                </a:lnTo>
                <a:lnTo>
                  <a:pt x="324786" y="253857"/>
                </a:lnTo>
                <a:lnTo>
                  <a:pt x="294766" y="270891"/>
                </a:lnTo>
                <a:lnTo>
                  <a:pt x="298323" y="282320"/>
                </a:lnTo>
                <a:lnTo>
                  <a:pt x="336883" y="264302"/>
                </a:lnTo>
                <a:lnTo>
                  <a:pt x="365251" y="233044"/>
                </a:lnTo>
                <a:lnTo>
                  <a:pt x="382619" y="191134"/>
                </a:lnTo>
                <a:lnTo>
                  <a:pt x="388365" y="141224"/>
                </a:lnTo>
                <a:lnTo>
                  <a:pt x="386913" y="115359"/>
                </a:lnTo>
                <a:lnTo>
                  <a:pt x="375292" y="69536"/>
                </a:lnTo>
                <a:lnTo>
                  <a:pt x="352240" y="32146"/>
                </a:lnTo>
                <a:lnTo>
                  <a:pt x="318851" y="7381"/>
                </a:lnTo>
                <a:lnTo>
                  <a:pt x="298323" y="0"/>
                </a:lnTo>
                <a:close/>
              </a:path>
              <a:path w="388620" h="282575">
                <a:moveTo>
                  <a:pt x="90042" y="0"/>
                </a:moveTo>
                <a:lnTo>
                  <a:pt x="51657" y="18097"/>
                </a:lnTo>
                <a:lnTo>
                  <a:pt x="23367" y="49530"/>
                </a:lnTo>
                <a:lnTo>
                  <a:pt x="5826" y="91471"/>
                </a:lnTo>
                <a:lnTo>
                  <a:pt x="0" y="141224"/>
                </a:lnTo>
                <a:lnTo>
                  <a:pt x="1452" y="167179"/>
                </a:lnTo>
                <a:lnTo>
                  <a:pt x="13073" y="213090"/>
                </a:lnTo>
                <a:lnTo>
                  <a:pt x="36125" y="250334"/>
                </a:lnTo>
                <a:lnTo>
                  <a:pt x="69514" y="274960"/>
                </a:lnTo>
                <a:lnTo>
                  <a:pt x="90042" y="282320"/>
                </a:lnTo>
                <a:lnTo>
                  <a:pt x="93599" y="270891"/>
                </a:lnTo>
                <a:lnTo>
                  <a:pt x="77549" y="263773"/>
                </a:lnTo>
                <a:lnTo>
                  <a:pt x="63690" y="253857"/>
                </a:lnTo>
                <a:lnTo>
                  <a:pt x="35210" y="207656"/>
                </a:lnTo>
                <a:lnTo>
                  <a:pt x="26828" y="164707"/>
                </a:lnTo>
                <a:lnTo>
                  <a:pt x="25780" y="139826"/>
                </a:lnTo>
                <a:lnTo>
                  <a:pt x="26828" y="115732"/>
                </a:lnTo>
                <a:lnTo>
                  <a:pt x="35210" y="73925"/>
                </a:lnTo>
                <a:lnTo>
                  <a:pt x="63801" y="28432"/>
                </a:lnTo>
                <a:lnTo>
                  <a:pt x="94106" y="11556"/>
                </a:lnTo>
                <a:lnTo>
                  <a:pt x="9004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16803" y="268308"/>
            <a:ext cx="4077971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00"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图的概念：</a:t>
            </a:r>
            <a:r>
              <a:rPr sz="3600"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度</a:t>
            </a:r>
            <a:endParaRPr sz="3600"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7797527" y="3860813"/>
            <a:ext cx="1555115" cy="283845"/>
          </a:xfrm>
          <a:custGeom>
            <a:avLst/>
            <a:gdLst/>
            <a:ahLst/>
            <a:cxnLst/>
            <a:rect l="l" t="t" r="r" b="b"/>
            <a:pathLst>
              <a:path w="1555115" h="283845">
                <a:moveTo>
                  <a:pt x="1464055" y="0"/>
                </a:moveTo>
                <a:lnTo>
                  <a:pt x="1460119" y="0"/>
                </a:lnTo>
                <a:lnTo>
                  <a:pt x="1460119" y="11302"/>
                </a:lnTo>
                <a:lnTo>
                  <a:pt x="1462404" y="11302"/>
                </a:lnTo>
                <a:lnTo>
                  <a:pt x="1472594" y="12015"/>
                </a:lnTo>
                <a:lnTo>
                  <a:pt x="1505331" y="37480"/>
                </a:lnTo>
                <a:lnTo>
                  <a:pt x="1508378" y="59689"/>
                </a:lnTo>
                <a:lnTo>
                  <a:pt x="1508188" y="65218"/>
                </a:lnTo>
                <a:lnTo>
                  <a:pt x="1507617" y="71342"/>
                </a:lnTo>
                <a:lnTo>
                  <a:pt x="1506664" y="78085"/>
                </a:lnTo>
                <a:lnTo>
                  <a:pt x="1505330" y="85470"/>
                </a:lnTo>
                <a:lnTo>
                  <a:pt x="1503426" y="95630"/>
                </a:lnTo>
                <a:lnTo>
                  <a:pt x="1502409" y="102996"/>
                </a:lnTo>
                <a:lnTo>
                  <a:pt x="1502409" y="115823"/>
                </a:lnTo>
                <a:lnTo>
                  <a:pt x="1504823" y="122681"/>
                </a:lnTo>
                <a:lnTo>
                  <a:pt x="1514855" y="133476"/>
                </a:lnTo>
                <a:lnTo>
                  <a:pt x="1520698" y="137540"/>
                </a:lnTo>
                <a:lnTo>
                  <a:pt x="1527555" y="140080"/>
                </a:lnTo>
                <a:lnTo>
                  <a:pt x="1527555" y="142747"/>
                </a:lnTo>
                <a:lnTo>
                  <a:pt x="1520698" y="145287"/>
                </a:lnTo>
                <a:lnTo>
                  <a:pt x="1514855" y="149351"/>
                </a:lnTo>
                <a:lnTo>
                  <a:pt x="1504823" y="160146"/>
                </a:lnTo>
                <a:lnTo>
                  <a:pt x="1502409" y="167004"/>
                </a:lnTo>
                <a:lnTo>
                  <a:pt x="1502409" y="179831"/>
                </a:lnTo>
                <a:lnTo>
                  <a:pt x="1503426" y="187197"/>
                </a:lnTo>
                <a:lnTo>
                  <a:pt x="1505330" y="197357"/>
                </a:lnTo>
                <a:lnTo>
                  <a:pt x="1506664" y="204743"/>
                </a:lnTo>
                <a:lnTo>
                  <a:pt x="1507617" y="211486"/>
                </a:lnTo>
                <a:lnTo>
                  <a:pt x="1508188" y="217610"/>
                </a:lnTo>
                <a:lnTo>
                  <a:pt x="1508378" y="223138"/>
                </a:lnTo>
                <a:lnTo>
                  <a:pt x="1507616" y="235592"/>
                </a:lnTo>
                <a:lnTo>
                  <a:pt x="1481629" y="269700"/>
                </a:lnTo>
                <a:lnTo>
                  <a:pt x="1462404" y="272541"/>
                </a:lnTo>
                <a:lnTo>
                  <a:pt x="1460119" y="272541"/>
                </a:lnTo>
                <a:lnTo>
                  <a:pt x="1460119" y="283844"/>
                </a:lnTo>
                <a:lnTo>
                  <a:pt x="1464055" y="283844"/>
                </a:lnTo>
                <a:lnTo>
                  <a:pt x="1480391" y="282630"/>
                </a:lnTo>
                <a:lnTo>
                  <a:pt x="1516252" y="267842"/>
                </a:lnTo>
                <a:lnTo>
                  <a:pt x="1533652" y="220471"/>
                </a:lnTo>
                <a:lnTo>
                  <a:pt x="1533435" y="214066"/>
                </a:lnTo>
                <a:lnTo>
                  <a:pt x="1532778" y="207232"/>
                </a:lnTo>
                <a:lnTo>
                  <a:pt x="1531669" y="199969"/>
                </a:lnTo>
                <a:lnTo>
                  <a:pt x="1530096" y="192277"/>
                </a:lnTo>
                <a:lnTo>
                  <a:pt x="1527809" y="181736"/>
                </a:lnTo>
                <a:lnTo>
                  <a:pt x="1526667" y="174751"/>
                </a:lnTo>
                <a:lnTo>
                  <a:pt x="1526667" y="164337"/>
                </a:lnTo>
                <a:lnTo>
                  <a:pt x="1528952" y="158749"/>
                </a:lnTo>
                <a:lnTo>
                  <a:pt x="1533778" y="154431"/>
                </a:lnTo>
                <a:lnTo>
                  <a:pt x="1538477" y="150113"/>
                </a:lnTo>
                <a:lnTo>
                  <a:pt x="1545590" y="147827"/>
                </a:lnTo>
                <a:lnTo>
                  <a:pt x="1555115" y="147573"/>
                </a:lnTo>
                <a:lnTo>
                  <a:pt x="1555115" y="135254"/>
                </a:lnTo>
                <a:lnTo>
                  <a:pt x="1545590" y="135000"/>
                </a:lnTo>
                <a:lnTo>
                  <a:pt x="1538477" y="132714"/>
                </a:lnTo>
                <a:lnTo>
                  <a:pt x="1533778" y="128396"/>
                </a:lnTo>
                <a:lnTo>
                  <a:pt x="1528952" y="124078"/>
                </a:lnTo>
                <a:lnTo>
                  <a:pt x="1526667" y="118490"/>
                </a:lnTo>
                <a:lnTo>
                  <a:pt x="1526667" y="108076"/>
                </a:lnTo>
                <a:lnTo>
                  <a:pt x="1527809" y="101091"/>
                </a:lnTo>
                <a:lnTo>
                  <a:pt x="1530096" y="90550"/>
                </a:lnTo>
                <a:lnTo>
                  <a:pt x="1531669" y="82859"/>
                </a:lnTo>
                <a:lnTo>
                  <a:pt x="1532778" y="75596"/>
                </a:lnTo>
                <a:lnTo>
                  <a:pt x="1533435" y="68762"/>
                </a:lnTo>
                <a:lnTo>
                  <a:pt x="1533652" y="62356"/>
                </a:lnTo>
                <a:lnTo>
                  <a:pt x="1532576" y="47880"/>
                </a:lnTo>
                <a:lnTo>
                  <a:pt x="1506489" y="9215"/>
                </a:lnTo>
                <a:lnTo>
                  <a:pt x="1480391" y="1214"/>
                </a:lnTo>
                <a:lnTo>
                  <a:pt x="1464055" y="0"/>
                </a:lnTo>
                <a:close/>
              </a:path>
              <a:path w="1555115" h="283845">
                <a:moveTo>
                  <a:pt x="94996" y="0"/>
                </a:moveTo>
                <a:lnTo>
                  <a:pt x="91058" y="0"/>
                </a:lnTo>
                <a:lnTo>
                  <a:pt x="74703" y="1214"/>
                </a:lnTo>
                <a:lnTo>
                  <a:pt x="38734" y="16001"/>
                </a:lnTo>
                <a:lnTo>
                  <a:pt x="21661" y="59562"/>
                </a:lnTo>
                <a:lnTo>
                  <a:pt x="21558" y="65091"/>
                </a:lnTo>
                <a:lnTo>
                  <a:pt x="21677" y="68635"/>
                </a:lnTo>
                <a:lnTo>
                  <a:pt x="22320" y="75469"/>
                </a:lnTo>
                <a:lnTo>
                  <a:pt x="23391" y="82732"/>
                </a:lnTo>
                <a:lnTo>
                  <a:pt x="24892" y="90423"/>
                </a:lnTo>
                <a:lnTo>
                  <a:pt x="27304" y="100837"/>
                </a:lnTo>
                <a:lnTo>
                  <a:pt x="28448" y="107949"/>
                </a:lnTo>
                <a:lnTo>
                  <a:pt x="28448" y="118363"/>
                </a:lnTo>
                <a:lnTo>
                  <a:pt x="26034" y="123951"/>
                </a:lnTo>
                <a:lnTo>
                  <a:pt x="16637" y="132587"/>
                </a:lnTo>
                <a:lnTo>
                  <a:pt x="9525" y="134873"/>
                </a:lnTo>
                <a:lnTo>
                  <a:pt x="0" y="135127"/>
                </a:lnTo>
                <a:lnTo>
                  <a:pt x="0" y="147319"/>
                </a:lnTo>
                <a:lnTo>
                  <a:pt x="9525" y="147700"/>
                </a:lnTo>
                <a:lnTo>
                  <a:pt x="16637" y="149986"/>
                </a:lnTo>
                <a:lnTo>
                  <a:pt x="26034" y="158622"/>
                </a:lnTo>
                <a:lnTo>
                  <a:pt x="28448" y="164210"/>
                </a:lnTo>
                <a:lnTo>
                  <a:pt x="28448" y="174624"/>
                </a:lnTo>
                <a:lnTo>
                  <a:pt x="27304" y="181609"/>
                </a:lnTo>
                <a:lnTo>
                  <a:pt x="24892" y="192150"/>
                </a:lnTo>
                <a:lnTo>
                  <a:pt x="23391" y="199842"/>
                </a:lnTo>
                <a:lnTo>
                  <a:pt x="22320" y="207105"/>
                </a:lnTo>
                <a:lnTo>
                  <a:pt x="21677" y="213939"/>
                </a:lnTo>
                <a:lnTo>
                  <a:pt x="21463" y="220344"/>
                </a:lnTo>
                <a:lnTo>
                  <a:pt x="22536" y="235321"/>
                </a:lnTo>
                <a:lnTo>
                  <a:pt x="48517" y="274629"/>
                </a:lnTo>
                <a:lnTo>
                  <a:pt x="91058" y="283844"/>
                </a:lnTo>
                <a:lnTo>
                  <a:pt x="94996" y="283844"/>
                </a:lnTo>
                <a:lnTo>
                  <a:pt x="94996" y="272541"/>
                </a:lnTo>
                <a:lnTo>
                  <a:pt x="92709" y="272541"/>
                </a:lnTo>
                <a:lnTo>
                  <a:pt x="82520" y="271829"/>
                </a:lnTo>
                <a:lnTo>
                  <a:pt x="49783" y="246078"/>
                </a:lnTo>
                <a:lnTo>
                  <a:pt x="46736" y="223011"/>
                </a:lnTo>
                <a:lnTo>
                  <a:pt x="46926" y="217465"/>
                </a:lnTo>
                <a:lnTo>
                  <a:pt x="47498" y="211312"/>
                </a:lnTo>
                <a:lnTo>
                  <a:pt x="48450" y="204563"/>
                </a:lnTo>
                <a:lnTo>
                  <a:pt x="49783" y="197230"/>
                </a:lnTo>
                <a:lnTo>
                  <a:pt x="51689" y="187070"/>
                </a:lnTo>
                <a:lnTo>
                  <a:pt x="52704" y="179704"/>
                </a:lnTo>
                <a:lnTo>
                  <a:pt x="52704" y="166877"/>
                </a:lnTo>
                <a:lnTo>
                  <a:pt x="50165" y="160019"/>
                </a:lnTo>
                <a:lnTo>
                  <a:pt x="45212" y="154558"/>
                </a:lnTo>
                <a:lnTo>
                  <a:pt x="40258" y="149224"/>
                </a:lnTo>
                <a:lnTo>
                  <a:pt x="34417" y="145160"/>
                </a:lnTo>
                <a:lnTo>
                  <a:pt x="27558" y="142620"/>
                </a:lnTo>
                <a:lnTo>
                  <a:pt x="27558" y="139953"/>
                </a:lnTo>
                <a:lnTo>
                  <a:pt x="34417" y="137286"/>
                </a:lnTo>
                <a:lnTo>
                  <a:pt x="40258" y="133349"/>
                </a:lnTo>
                <a:lnTo>
                  <a:pt x="45212" y="127888"/>
                </a:lnTo>
                <a:lnTo>
                  <a:pt x="50165" y="122554"/>
                </a:lnTo>
                <a:lnTo>
                  <a:pt x="52704" y="115569"/>
                </a:lnTo>
                <a:lnTo>
                  <a:pt x="52704" y="102869"/>
                </a:lnTo>
                <a:lnTo>
                  <a:pt x="51689" y="95503"/>
                </a:lnTo>
                <a:lnTo>
                  <a:pt x="49783" y="85343"/>
                </a:lnTo>
                <a:lnTo>
                  <a:pt x="48450" y="77958"/>
                </a:lnTo>
                <a:lnTo>
                  <a:pt x="47498" y="71215"/>
                </a:lnTo>
                <a:lnTo>
                  <a:pt x="46926" y="65091"/>
                </a:lnTo>
                <a:lnTo>
                  <a:pt x="46736" y="59562"/>
                </a:lnTo>
                <a:lnTo>
                  <a:pt x="47498" y="47609"/>
                </a:lnTo>
                <a:lnTo>
                  <a:pt x="73485" y="14144"/>
                </a:lnTo>
                <a:lnTo>
                  <a:pt x="92709" y="11302"/>
                </a:lnTo>
                <a:lnTo>
                  <a:pt x="94996" y="11302"/>
                </a:lnTo>
                <a:lnTo>
                  <a:pt x="9499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bject 15"/>
              <p:cNvSpPr txBox="1"/>
              <p:nvPr/>
            </p:nvSpPr>
            <p:spPr>
              <a:xfrm>
                <a:off x="657315" y="983841"/>
                <a:ext cx="10523829" cy="6895477"/>
              </a:xfrm>
              <a:prstGeom prst="rect">
                <a:avLst/>
              </a:prstGeom>
            </p:spPr>
            <p:txBody>
              <a:bodyPr vert="horz" wrap="square" lIns="0" tIns="102870" rIns="0" bIns="0" rtlCol="0">
                <a:spAutoFit/>
              </a:bodyPr>
              <a:lstStyle/>
              <a:p>
                <a:pPr marL="444500" indent="-342900">
                  <a:lnSpc>
                    <a:spcPct val="100000"/>
                  </a:lnSpc>
                  <a:spcBef>
                    <a:spcPts val="810"/>
                  </a:spcBef>
                  <a:buClr>
                    <a:srgbClr val="8092F0"/>
                  </a:buClr>
                  <a:buSzPct val="69642"/>
                  <a:buFont typeface="Wingdings"/>
                  <a:buChar char=""/>
                  <a:tabLst>
                    <a:tab pos="443865" algn="l"/>
                    <a:tab pos="444500" algn="l"/>
                  </a:tabLst>
                </a:pPr>
                <a:r>
                  <a:rPr sz="2800" dirty="0" err="1">
                    <a:latin typeface="SimSun" panose="02010600030101010101" pitchFamily="2" charset="-122"/>
                    <a:ea typeface="SimSun" panose="02010600030101010101" pitchFamily="2" charset="-122"/>
                    <a:cs typeface="PMingLiU"/>
                  </a:rPr>
                  <a:t>顶点的度</a:t>
                </a:r>
                <a:r>
                  <a:rPr sz="2800" b="1" dirty="0">
                    <a:latin typeface="SimSun" panose="02010600030101010101" pitchFamily="2" charset="-122"/>
                    <a:ea typeface="SimSun" panose="02010600030101010101" pitchFamily="2" charset="-122"/>
                    <a:cs typeface="Times New Roman"/>
                  </a:rPr>
                  <a:t>(Degree</a:t>
                </a:r>
                <a:r>
                  <a:rPr sz="2800" b="1" spc="-35" dirty="0">
                    <a:latin typeface="SimSun" panose="02010600030101010101" pitchFamily="2" charset="-122"/>
                    <a:ea typeface="SimSun" panose="02010600030101010101" pitchFamily="2" charset="-122"/>
                    <a:cs typeface="Times New Roman"/>
                  </a:rPr>
                  <a:t> </a:t>
                </a:r>
                <a:r>
                  <a:rPr sz="2800" b="1" dirty="0">
                    <a:latin typeface="SimSun" panose="02010600030101010101" pitchFamily="2" charset="-122"/>
                    <a:ea typeface="SimSun" panose="02010600030101010101" pitchFamily="2" charset="-122"/>
                    <a:cs typeface="Times New Roman"/>
                  </a:rPr>
                  <a:t>of a</a:t>
                </a:r>
                <a:r>
                  <a:rPr sz="2800" b="1" spc="5" dirty="0">
                    <a:latin typeface="SimSun" panose="02010600030101010101" pitchFamily="2" charset="-122"/>
                    <a:ea typeface="SimSun" panose="02010600030101010101" pitchFamily="2" charset="-122"/>
                    <a:cs typeface="Times New Roman"/>
                  </a:rPr>
                  <a:t> </a:t>
                </a:r>
                <a:r>
                  <a:rPr sz="2800" b="1" spc="-10" dirty="0">
                    <a:latin typeface="SimSun" panose="02010600030101010101" pitchFamily="2" charset="-122"/>
                    <a:ea typeface="SimSun" panose="02010600030101010101" pitchFamily="2" charset="-122"/>
                    <a:cs typeface="Times New Roman"/>
                  </a:rPr>
                  <a:t>Vertex)</a:t>
                </a:r>
                <a:endParaRPr sz="2800" dirty="0">
                  <a:latin typeface="SimSun" panose="02010600030101010101" pitchFamily="2" charset="-122"/>
                  <a:ea typeface="SimSun" panose="02010600030101010101" pitchFamily="2" charset="-122"/>
                  <a:cs typeface="Times New Roman"/>
                </a:endParaRPr>
              </a:p>
              <a:p>
                <a:pPr marL="793115" lvl="1" indent="-347980">
                  <a:lnSpc>
                    <a:spcPct val="100000"/>
                  </a:lnSpc>
                  <a:spcBef>
                    <a:spcPts val="610"/>
                  </a:spcBef>
                  <a:buClr>
                    <a:srgbClr val="DAB6FB"/>
                  </a:buClr>
                  <a:buSzPct val="68750"/>
                  <a:buFont typeface="Wingdings"/>
                  <a:buChar char=""/>
                  <a:tabLst>
                    <a:tab pos="793115" algn="l"/>
                    <a:tab pos="793750" algn="l"/>
                  </a:tabLst>
                </a:pPr>
                <a:r>
                  <a:rPr sz="2400" dirty="0" err="1">
                    <a:latin typeface="PMingLiU"/>
                    <a:cs typeface="PMingLiU"/>
                  </a:rPr>
                  <a:t>顶点</a:t>
                </a:r>
                <a:r>
                  <a:rPr sz="2400" spc="-10" dirty="0">
                    <a:latin typeface="Cambria Math"/>
                    <a:cs typeface="Cambria Math"/>
                  </a:rPr>
                  <a:t>𝒗</a:t>
                </a:r>
                <a:r>
                  <a:rPr sz="2400" dirty="0" err="1">
                    <a:latin typeface="PMingLiU"/>
                    <a:cs typeface="PMingLiU"/>
                  </a:rPr>
                  <a:t>的度</a:t>
                </a:r>
                <a:r>
                  <a:rPr sz="2400" spc="-10" dirty="0">
                    <a:latin typeface="Cambria Math"/>
                    <a:cs typeface="Cambria Math"/>
                  </a:rPr>
                  <a:t>𝒅𝒆𝒈(𝒗)</a:t>
                </a:r>
                <a:r>
                  <a:rPr sz="2400" dirty="0" err="1">
                    <a:latin typeface="PMingLiU"/>
                    <a:cs typeface="PMingLiU"/>
                  </a:rPr>
                  <a:t>是</a:t>
                </a:r>
                <a:r>
                  <a:rPr sz="2400" spc="-10" dirty="0">
                    <a:latin typeface="Cambria Math"/>
                    <a:cs typeface="Cambria Math"/>
                  </a:rPr>
                  <a:t>𝒗</a:t>
                </a:r>
                <a:r>
                  <a:rPr sz="2400" spc="-10" dirty="0" err="1">
                    <a:latin typeface="PMingLiU"/>
                    <a:cs typeface="PMingLiU"/>
                  </a:rPr>
                  <a:t>关联的边数</a:t>
                </a:r>
                <a:endParaRPr sz="2400" dirty="0">
                  <a:latin typeface="PMingLiU"/>
                  <a:cs typeface="PMingLiU"/>
                </a:endParaRPr>
              </a:p>
              <a:p>
                <a:pPr marL="444500" indent="-342900">
                  <a:lnSpc>
                    <a:spcPct val="100000"/>
                  </a:lnSpc>
                  <a:spcBef>
                    <a:spcPts val="640"/>
                  </a:spcBef>
                  <a:buClr>
                    <a:srgbClr val="8092F0"/>
                  </a:buClr>
                  <a:buSzPct val="69642"/>
                  <a:buFont typeface="Wingdings"/>
                  <a:buChar char=""/>
                  <a:tabLst>
                    <a:tab pos="443865" algn="l"/>
                    <a:tab pos="444500" algn="l"/>
                  </a:tabLst>
                </a:pPr>
                <a:r>
                  <a:rPr sz="2800" dirty="0" err="1">
                    <a:latin typeface="SimSun" panose="02010600030101010101" pitchFamily="2" charset="-122"/>
                    <a:ea typeface="SimSun" panose="02010600030101010101" pitchFamily="2" charset="-122"/>
                    <a:cs typeface="PMingLiU"/>
                  </a:rPr>
                  <a:t>图的度</a:t>
                </a:r>
                <a:r>
                  <a:rPr sz="2800" b="1" dirty="0">
                    <a:latin typeface="SimSun" panose="02010600030101010101" pitchFamily="2" charset="-122"/>
                    <a:ea typeface="SimSun" panose="02010600030101010101" pitchFamily="2" charset="-122"/>
                    <a:cs typeface="Times New Roman"/>
                  </a:rPr>
                  <a:t>(Degree</a:t>
                </a:r>
                <a:r>
                  <a:rPr sz="2800" b="1" spc="-25" dirty="0">
                    <a:latin typeface="SimSun" panose="02010600030101010101" pitchFamily="2" charset="-122"/>
                    <a:ea typeface="SimSun" panose="02010600030101010101" pitchFamily="2" charset="-122"/>
                    <a:cs typeface="Times New Roman"/>
                  </a:rPr>
                  <a:t> </a:t>
                </a:r>
                <a:r>
                  <a:rPr sz="2800" b="1" dirty="0">
                    <a:latin typeface="SimSun" panose="02010600030101010101" pitchFamily="2" charset="-122"/>
                    <a:ea typeface="SimSun" panose="02010600030101010101" pitchFamily="2" charset="-122"/>
                    <a:cs typeface="Times New Roman"/>
                  </a:rPr>
                  <a:t>of a </a:t>
                </a:r>
                <a:r>
                  <a:rPr sz="2800" b="1" spc="-10" dirty="0">
                    <a:latin typeface="SimSun" panose="02010600030101010101" pitchFamily="2" charset="-122"/>
                    <a:ea typeface="SimSun" panose="02010600030101010101" pitchFamily="2" charset="-122"/>
                    <a:cs typeface="Times New Roman"/>
                  </a:rPr>
                  <a:t>Graph)</a:t>
                </a:r>
                <a:endParaRPr sz="2800" dirty="0">
                  <a:latin typeface="SimSun" panose="02010600030101010101" pitchFamily="2" charset="-122"/>
                  <a:ea typeface="SimSun" panose="02010600030101010101" pitchFamily="2" charset="-122"/>
                  <a:cs typeface="Times New Roman"/>
                </a:endParaRPr>
              </a:p>
              <a:p>
                <a:pPr marL="793115" lvl="1" indent="-347980">
                  <a:lnSpc>
                    <a:spcPct val="100000"/>
                  </a:lnSpc>
                  <a:spcBef>
                    <a:spcPts val="610"/>
                  </a:spcBef>
                  <a:buClr>
                    <a:srgbClr val="DAB6FB"/>
                  </a:buClr>
                  <a:buSzPct val="68750"/>
                  <a:buFont typeface="Wingdings"/>
                  <a:buChar char=""/>
                  <a:tabLst>
                    <a:tab pos="793115" algn="l"/>
                    <a:tab pos="793750" algn="l"/>
                  </a:tabLst>
                </a:pPr>
                <a:r>
                  <a:rPr sz="2400" dirty="0" err="1">
                    <a:latin typeface="PMingLiU"/>
                    <a:cs typeface="PMingLiU"/>
                  </a:rPr>
                  <a:t>图</a:t>
                </a:r>
                <a:r>
                  <a:rPr sz="2400" dirty="0">
                    <a:latin typeface="Cambria Math"/>
                    <a:cs typeface="Cambria Math"/>
                  </a:rPr>
                  <a:t>𝑮</a:t>
                </a:r>
                <a:r>
                  <a:rPr sz="2400" spc="65" dirty="0">
                    <a:latin typeface="Cambria Math"/>
                    <a:cs typeface="Cambria Math"/>
                  </a:rPr>
                  <a:t> =&lt; </a:t>
                </a:r>
                <a:r>
                  <a:rPr sz="2400" dirty="0">
                    <a:latin typeface="Cambria Math"/>
                    <a:cs typeface="Cambria Math"/>
                  </a:rPr>
                  <a:t>𝑽</a:t>
                </a:r>
                <a:r>
                  <a:rPr sz="2400" spc="-70" dirty="0">
                    <a:latin typeface="Cambria Math"/>
                    <a:cs typeface="Cambria Math"/>
                  </a:rPr>
                  <a:t>, </a:t>
                </a:r>
                <a:r>
                  <a:rPr sz="2400" dirty="0">
                    <a:latin typeface="Cambria Math"/>
                    <a:cs typeface="Cambria Math"/>
                  </a:rPr>
                  <a:t>𝑬</a:t>
                </a:r>
                <a:r>
                  <a:rPr sz="2400" spc="65" dirty="0">
                    <a:latin typeface="Cambria Math"/>
                    <a:cs typeface="Cambria Math"/>
                  </a:rPr>
                  <a:t> &gt;</a:t>
                </a:r>
                <a:r>
                  <a:rPr sz="2400" dirty="0" err="1">
                    <a:latin typeface="SimSun" panose="02010600030101010101" pitchFamily="2" charset="-122"/>
                    <a:ea typeface="SimSun" panose="02010600030101010101" pitchFamily="2" charset="-122"/>
                    <a:cs typeface="PMingLiU"/>
                  </a:rPr>
                  <a:t>的度，是图各顶点的度之和</a:t>
                </a:r>
                <a:r>
                  <a:rPr sz="2400" dirty="0">
                    <a:latin typeface="SimSun" panose="02010600030101010101" pitchFamily="2" charset="-122"/>
                    <a:ea typeface="SimSun" panose="02010600030101010101" pitchFamily="2" charset="-122"/>
                    <a:cs typeface="PMingLiU"/>
                  </a:rPr>
                  <a:t>，</a:t>
                </a:r>
                <a:r>
                  <a:rPr sz="2400" dirty="0">
                    <a:latin typeface="Cambria Math"/>
                    <a:cs typeface="Cambria Math"/>
                  </a:rPr>
                  <a:t>𝒅𝒆𝒈(𝑮)</a:t>
                </a:r>
                <a:r>
                  <a:rPr sz="2400" spc="90" dirty="0">
                    <a:latin typeface="Cambria Math"/>
                    <a:cs typeface="Cambria Math"/>
                  </a:rPr>
                  <a:t> 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zh-CN" altLang="en-US" sz="2400" i="1" spc="90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m:rPr>
                            <m:nor/>
                          </m:rPr>
                          <a:rPr lang="zh-CN" altLang="en-US" sz="2625" spc="112" baseline="-17460" dirty="0">
                            <a:latin typeface="Cambria Math"/>
                            <a:cs typeface="Cambria Math"/>
                          </a:rPr>
                          <m:t>𝒗</m:t>
                        </m:r>
                        <m:r>
                          <m:rPr>
                            <m:nor/>
                          </m:rPr>
                          <a:rPr lang="zh-CN" altLang="en-US" sz="2625" spc="112" baseline="-17460" dirty="0">
                            <a:latin typeface="Cambria Math"/>
                            <a:cs typeface="Cambria Math"/>
                          </a:rPr>
                          <m:t>∈</m:t>
                        </m:r>
                        <m:r>
                          <m:rPr>
                            <m:nor/>
                          </m:rPr>
                          <a:rPr lang="zh-CN" altLang="en-US" sz="2625" spc="112" baseline="-17460" dirty="0">
                            <a:latin typeface="Cambria Math"/>
                            <a:cs typeface="Cambria Math"/>
                          </a:rPr>
                          <m:t>𝑽</m:t>
                        </m:r>
                        <m:r>
                          <m:rPr>
                            <m:nor/>
                          </m:rPr>
                          <a:rPr lang="zh-CN" altLang="en-US" sz="2625" spc="15" baseline="-17460" dirty="0">
                            <a:latin typeface="Cambria Math"/>
                            <a:cs typeface="Cambria Math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zh-CN" altLang="en-US" sz="2400" spc="-10" dirty="0">
                            <a:latin typeface="Cambria Math"/>
                            <a:cs typeface="Cambria Math"/>
                          </a:rPr>
                          <m:t>𝒅𝒆𝒈</m:t>
                        </m:r>
                        <m:r>
                          <m:rPr>
                            <m:nor/>
                          </m:rPr>
                          <a:rPr lang="en-US" altLang="zh-CN" sz="2400" spc="-10" dirty="0">
                            <a:latin typeface="Cambria Math"/>
                            <a:cs typeface="Cambria Math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altLang="zh-CN" sz="2400" spc="-10" dirty="0">
                            <a:latin typeface="Cambria Math"/>
                            <a:cs typeface="Cambria Math"/>
                          </a:rPr>
                          <m:t>𝒗</m:t>
                        </m:r>
                        <m:r>
                          <m:rPr>
                            <m:nor/>
                          </m:rPr>
                          <a:rPr lang="en-US" altLang="zh-CN" sz="2400" spc="-10" dirty="0">
                            <a:latin typeface="Cambria Math"/>
                            <a:cs typeface="Cambria Math"/>
                          </a:rPr>
                          <m:t>)</m:t>
                        </m:r>
                        <m:r>
                          <m:rPr>
                            <m:nor/>
                          </m:rPr>
                          <a:rPr lang="zh-CN" altLang="en-US" sz="2400" dirty="0">
                            <a:latin typeface="Cambria Math"/>
                            <a:cs typeface="Cambria Math"/>
                          </a:rPr>
                          <m:t> </m:t>
                        </m:r>
                      </m:e>
                    </m:nary>
                  </m:oMath>
                </a14:m>
                <a:endParaRPr sz="3950" dirty="0">
                  <a:latin typeface="Cambria Math"/>
                  <a:cs typeface="Cambria Math"/>
                </a:endParaRPr>
              </a:p>
              <a:p>
                <a:pPr marL="444500" indent="-342900">
                  <a:lnSpc>
                    <a:spcPct val="100000"/>
                  </a:lnSpc>
                  <a:buClr>
                    <a:srgbClr val="8092F0"/>
                  </a:buClr>
                  <a:buSzPct val="69642"/>
                  <a:buFont typeface="Wingdings"/>
                  <a:buChar char=""/>
                  <a:tabLst>
                    <a:tab pos="443865" algn="l"/>
                    <a:tab pos="444500" algn="l"/>
                  </a:tabLst>
                </a:pPr>
                <a:endParaRPr lang="en-US" sz="2800" dirty="0">
                  <a:latin typeface="PMingLiU"/>
                  <a:cs typeface="PMingLiU"/>
                </a:endParaRPr>
              </a:p>
              <a:p>
                <a:pPr marL="444500" indent="-342900">
                  <a:lnSpc>
                    <a:spcPct val="100000"/>
                  </a:lnSpc>
                  <a:buClr>
                    <a:srgbClr val="8092F0"/>
                  </a:buClr>
                  <a:buSzPct val="69642"/>
                  <a:buFont typeface="Wingdings"/>
                  <a:buChar char=""/>
                  <a:tabLst>
                    <a:tab pos="443865" algn="l"/>
                    <a:tab pos="444500" algn="l"/>
                  </a:tabLst>
                </a:pPr>
                <a:r>
                  <a:rPr sz="2800" dirty="0" err="1">
                    <a:latin typeface="PMingLiU"/>
                    <a:cs typeface="PMingLiU"/>
                  </a:rPr>
                  <a:t>图</a:t>
                </a:r>
                <a:r>
                  <a:rPr sz="2800" dirty="0">
                    <a:latin typeface="Cambria Math"/>
                    <a:cs typeface="Cambria Math"/>
                  </a:rPr>
                  <a:t>𝑮</a:t>
                </a:r>
                <a:r>
                  <a:rPr sz="3075" baseline="-14905" dirty="0">
                    <a:latin typeface="Cambria Math"/>
                    <a:cs typeface="Cambria Math"/>
                  </a:rPr>
                  <a:t>𝟏</a:t>
                </a:r>
                <a:r>
                  <a:rPr sz="3075" spc="660" baseline="-14905" dirty="0">
                    <a:latin typeface="Cambria Math"/>
                    <a:cs typeface="Cambria Math"/>
                  </a:rPr>
                  <a:t> </a:t>
                </a:r>
                <a:r>
                  <a:rPr sz="2800" spc="55" dirty="0">
                    <a:latin typeface="Cambria Math"/>
                    <a:cs typeface="Cambria Math"/>
                  </a:rPr>
                  <a:t>=&lt; </a:t>
                </a:r>
                <a:r>
                  <a:rPr sz="2800" dirty="0">
                    <a:latin typeface="Cambria Math"/>
                    <a:cs typeface="Cambria Math"/>
                  </a:rPr>
                  <a:t>𝑽</a:t>
                </a:r>
                <a:r>
                  <a:rPr sz="3075" baseline="-14905" dirty="0">
                    <a:latin typeface="Cambria Math"/>
                    <a:cs typeface="Cambria Math"/>
                  </a:rPr>
                  <a:t>𝟏</a:t>
                </a:r>
                <a:r>
                  <a:rPr sz="2800" spc="-75" dirty="0">
                    <a:latin typeface="Cambria Math"/>
                    <a:cs typeface="Cambria Math"/>
                  </a:rPr>
                  <a:t>, </a:t>
                </a:r>
                <a:r>
                  <a:rPr sz="2800" dirty="0">
                    <a:latin typeface="Cambria Math"/>
                    <a:cs typeface="Cambria Math"/>
                  </a:rPr>
                  <a:t>𝑬</a:t>
                </a:r>
                <a:r>
                  <a:rPr sz="3075" baseline="-14905" dirty="0">
                    <a:latin typeface="Cambria Math"/>
                    <a:cs typeface="Cambria Math"/>
                  </a:rPr>
                  <a:t>𝟏</a:t>
                </a:r>
                <a:r>
                  <a:rPr sz="3075" spc="697" baseline="-14905" dirty="0">
                    <a:latin typeface="Cambria Math"/>
                    <a:cs typeface="Cambria Math"/>
                  </a:rPr>
                  <a:t> </a:t>
                </a:r>
                <a:r>
                  <a:rPr sz="2800" spc="-50" dirty="0">
                    <a:latin typeface="Cambria Math"/>
                    <a:cs typeface="Cambria Math"/>
                  </a:rPr>
                  <a:t>&gt;</a:t>
                </a:r>
                <a:endParaRPr sz="2800" dirty="0">
                  <a:latin typeface="Cambria Math"/>
                  <a:cs typeface="Cambria Math"/>
                </a:endParaRPr>
              </a:p>
              <a:p>
                <a:pPr marL="6374130">
                  <a:lnSpc>
                    <a:spcPct val="100000"/>
                  </a:lnSpc>
                  <a:spcBef>
                    <a:spcPts val="434"/>
                  </a:spcBef>
                  <a:tabLst>
                    <a:tab pos="7232650" algn="l"/>
                  </a:tabLst>
                </a:pPr>
                <a:r>
                  <a:rPr sz="2400" dirty="0">
                    <a:latin typeface="Cambria Math"/>
                    <a:cs typeface="Cambria Math"/>
                  </a:rPr>
                  <a:t>𝑽</a:t>
                </a:r>
                <a:r>
                  <a:rPr sz="2625" baseline="-15873" dirty="0">
                    <a:latin typeface="Cambria Math"/>
                    <a:cs typeface="Cambria Math"/>
                  </a:rPr>
                  <a:t>𝟏</a:t>
                </a:r>
                <a:r>
                  <a:rPr sz="2625" spc="569" baseline="-15873" dirty="0">
                    <a:latin typeface="Cambria Math"/>
                    <a:cs typeface="Cambria Math"/>
                  </a:rPr>
                  <a:t> </a:t>
                </a:r>
                <a:r>
                  <a:rPr sz="2400" spc="-50" dirty="0">
                    <a:latin typeface="Cambria Math"/>
                    <a:cs typeface="Cambria Math"/>
                  </a:rPr>
                  <a:t>=</a:t>
                </a:r>
                <a:r>
                  <a:rPr sz="2400" dirty="0">
                    <a:latin typeface="Cambria Math"/>
                    <a:cs typeface="Cambria Math"/>
                  </a:rPr>
                  <a:t>	</a:t>
                </a:r>
                <a:r>
                  <a:rPr sz="2400" spc="-10" dirty="0">
                    <a:latin typeface="Cambria Math"/>
                    <a:cs typeface="Cambria Math"/>
                  </a:rPr>
                  <a:t>𝒂,</a:t>
                </a:r>
                <a:r>
                  <a:rPr sz="2400" spc="-135" dirty="0">
                    <a:latin typeface="Cambria Math"/>
                    <a:cs typeface="Cambria Math"/>
                  </a:rPr>
                  <a:t> </a:t>
                </a:r>
                <a:r>
                  <a:rPr sz="2400" dirty="0">
                    <a:latin typeface="Cambria Math"/>
                    <a:cs typeface="Cambria Math"/>
                  </a:rPr>
                  <a:t>𝒃,</a:t>
                </a:r>
                <a:r>
                  <a:rPr sz="2400" spc="-130" dirty="0">
                    <a:latin typeface="Cambria Math"/>
                    <a:cs typeface="Cambria Math"/>
                  </a:rPr>
                  <a:t> </a:t>
                </a:r>
                <a:r>
                  <a:rPr sz="2400" dirty="0">
                    <a:latin typeface="Cambria Math"/>
                    <a:cs typeface="Cambria Math"/>
                  </a:rPr>
                  <a:t>𝒄,</a:t>
                </a:r>
                <a:r>
                  <a:rPr sz="2400" spc="-130" dirty="0">
                    <a:latin typeface="Cambria Math"/>
                    <a:cs typeface="Cambria Math"/>
                  </a:rPr>
                  <a:t> </a:t>
                </a:r>
                <a:r>
                  <a:rPr sz="2400" dirty="0">
                    <a:latin typeface="Cambria Math"/>
                    <a:cs typeface="Cambria Math"/>
                  </a:rPr>
                  <a:t>𝒅,</a:t>
                </a:r>
                <a:r>
                  <a:rPr sz="2400" spc="-130" dirty="0">
                    <a:latin typeface="Cambria Math"/>
                    <a:cs typeface="Cambria Math"/>
                  </a:rPr>
                  <a:t> </a:t>
                </a:r>
                <a:r>
                  <a:rPr sz="2400" spc="-50" dirty="0">
                    <a:latin typeface="Cambria Math"/>
                    <a:cs typeface="Cambria Math"/>
                  </a:rPr>
                  <a:t>𝒇</a:t>
                </a:r>
                <a:endParaRPr sz="2400" dirty="0">
                  <a:latin typeface="Cambria Math"/>
                  <a:cs typeface="Cambria Math"/>
                </a:endParaRPr>
              </a:p>
              <a:p>
                <a:pPr marL="1691639">
                  <a:lnSpc>
                    <a:spcPts val="2755"/>
                  </a:lnSpc>
                  <a:spcBef>
                    <a:spcPts val="590"/>
                  </a:spcBef>
                  <a:tabLst>
                    <a:tab pos="3162300" algn="l"/>
                    <a:tab pos="4646930" algn="l"/>
                  </a:tabLst>
                </a:pPr>
                <a:r>
                  <a:rPr sz="2400" spc="-50" dirty="0">
                    <a:latin typeface="Cambria Math"/>
                    <a:cs typeface="Cambria Math"/>
                  </a:rPr>
                  <a:t>𝒂</a:t>
                </a:r>
                <a:r>
                  <a:rPr sz="2400" dirty="0">
                    <a:latin typeface="Cambria Math"/>
                    <a:cs typeface="Cambria Math"/>
                  </a:rPr>
                  <a:t>	</a:t>
                </a:r>
                <a:r>
                  <a:rPr sz="2400" spc="-50" dirty="0">
                    <a:latin typeface="Cambria Math"/>
                    <a:cs typeface="Cambria Math"/>
                  </a:rPr>
                  <a:t>𝒃</a:t>
                </a:r>
                <a:r>
                  <a:rPr sz="2400" dirty="0">
                    <a:latin typeface="Cambria Math"/>
                    <a:cs typeface="Cambria Math"/>
                  </a:rPr>
                  <a:t>	</a:t>
                </a:r>
                <a:r>
                  <a:rPr sz="2400" spc="-50" dirty="0">
                    <a:latin typeface="Cambria Math"/>
                    <a:cs typeface="Cambria Math"/>
                  </a:rPr>
                  <a:t>𝒄</a:t>
                </a:r>
                <a:endParaRPr sz="2400" dirty="0">
                  <a:latin typeface="Cambria Math"/>
                  <a:cs typeface="Cambria Math"/>
                </a:endParaRPr>
              </a:p>
              <a:p>
                <a:pPr marL="6585584">
                  <a:lnSpc>
                    <a:spcPts val="2755"/>
                  </a:lnSpc>
                  <a:tabLst>
                    <a:tab pos="7681595" algn="l"/>
                  </a:tabLst>
                </a:pPr>
                <a:r>
                  <a:rPr sz="2400" dirty="0">
                    <a:latin typeface="Cambria Math"/>
                    <a:cs typeface="Cambria Math"/>
                  </a:rPr>
                  <a:t>𝒅𝒆𝒈</a:t>
                </a:r>
                <a:r>
                  <a:rPr sz="2400" spc="455" dirty="0">
                    <a:latin typeface="Cambria Math"/>
                    <a:cs typeface="Cambria Math"/>
                  </a:rPr>
                  <a:t> </a:t>
                </a:r>
                <a:r>
                  <a:rPr sz="2400" spc="-50" dirty="0">
                    <a:latin typeface="Cambria Math"/>
                    <a:cs typeface="Cambria Math"/>
                  </a:rPr>
                  <a:t>𝒂</a:t>
                </a:r>
                <a:r>
                  <a:rPr sz="2400" dirty="0">
                    <a:latin typeface="Cambria Math"/>
                    <a:cs typeface="Cambria Math"/>
                  </a:rPr>
                  <a:t>	=</a:t>
                </a:r>
                <a:r>
                  <a:rPr sz="2400" spc="130" dirty="0">
                    <a:latin typeface="Cambria Math"/>
                    <a:cs typeface="Cambria Math"/>
                  </a:rPr>
                  <a:t> </a:t>
                </a:r>
                <a:r>
                  <a:rPr sz="2400" spc="-50" dirty="0">
                    <a:latin typeface="Cambria Math"/>
                    <a:cs typeface="Cambria Math"/>
                  </a:rPr>
                  <a:t>𝟐</a:t>
                </a:r>
                <a:endParaRPr lang="en-US" sz="2400" spc="-50" dirty="0">
                  <a:latin typeface="Cambria Math"/>
                  <a:cs typeface="Cambria Math"/>
                </a:endParaRPr>
              </a:p>
              <a:p>
                <a:pPr marL="6585584">
                  <a:lnSpc>
                    <a:spcPts val="2755"/>
                  </a:lnSpc>
                  <a:tabLst>
                    <a:tab pos="7681595" algn="l"/>
                  </a:tabLst>
                </a:pPr>
                <a:r>
                  <a:rPr lang="zh-CN" altLang="en-US" sz="2400" dirty="0">
                    <a:latin typeface="Cambria Math"/>
                    <a:cs typeface="Cambria Math"/>
                  </a:rPr>
                  <a:t>𝒅𝒆𝒈</a:t>
                </a:r>
                <a:r>
                  <a:rPr lang="zh-CN" altLang="en-US" sz="2400" spc="455" dirty="0">
                    <a:latin typeface="Cambria Math"/>
                    <a:cs typeface="Cambria Math"/>
                  </a:rPr>
                  <a:t> </a:t>
                </a:r>
                <a:r>
                  <a:rPr lang="zh-CN" altLang="en-US" sz="2400" spc="-50" dirty="0">
                    <a:latin typeface="Cambria Math"/>
                    <a:cs typeface="Cambria Math"/>
                  </a:rPr>
                  <a:t>𝒃</a:t>
                </a:r>
                <a:r>
                  <a:rPr lang="zh-CN" altLang="en-US" sz="2400" dirty="0">
                    <a:latin typeface="Cambria Math"/>
                    <a:cs typeface="Cambria Math"/>
                  </a:rPr>
                  <a:t>	</a:t>
                </a:r>
                <a:r>
                  <a:rPr lang="en-US" altLang="zh-CN" sz="2400" dirty="0">
                    <a:latin typeface="Cambria Math"/>
                    <a:cs typeface="Cambria Math"/>
                  </a:rPr>
                  <a:t>=</a:t>
                </a:r>
                <a:r>
                  <a:rPr lang="zh-CN" altLang="en-US" sz="2400" spc="130" dirty="0">
                    <a:latin typeface="Cambria Math"/>
                    <a:cs typeface="Cambria Math"/>
                  </a:rPr>
                  <a:t> </a:t>
                </a:r>
                <a:r>
                  <a:rPr lang="zh-CN" altLang="en-US" sz="2400" spc="-50" dirty="0">
                    <a:latin typeface="Cambria Math"/>
                    <a:cs typeface="Cambria Math"/>
                  </a:rPr>
                  <a:t>𝟒</a:t>
                </a:r>
                <a:endParaRPr lang="en-US" altLang="zh-CN" sz="2400" spc="-50" dirty="0">
                  <a:latin typeface="Cambria Math"/>
                  <a:cs typeface="Cambria Math"/>
                </a:endParaRPr>
              </a:p>
              <a:p>
                <a:pPr marL="6585584">
                  <a:lnSpc>
                    <a:spcPts val="2755"/>
                  </a:lnSpc>
                  <a:tabLst>
                    <a:tab pos="7681595" algn="l"/>
                  </a:tabLst>
                </a:pPr>
                <a:r>
                  <a:rPr lang="zh-CN" altLang="en-US" sz="2400" dirty="0">
                    <a:latin typeface="Cambria Math"/>
                    <a:cs typeface="Cambria Math"/>
                  </a:rPr>
                  <a:t>𝒅𝒆𝒈</a:t>
                </a:r>
                <a:r>
                  <a:rPr lang="zh-CN" altLang="en-US" sz="2400" spc="455" dirty="0">
                    <a:latin typeface="Cambria Math"/>
                    <a:cs typeface="Cambria Math"/>
                  </a:rPr>
                  <a:t> </a:t>
                </a:r>
                <a:r>
                  <a:rPr lang="zh-CN" altLang="en-US" sz="2400" spc="-50" dirty="0">
                    <a:latin typeface="Cambria Math"/>
                    <a:cs typeface="Cambria Math"/>
                  </a:rPr>
                  <a:t>𝒄</a:t>
                </a:r>
                <a:r>
                  <a:rPr lang="zh-CN" altLang="en-US" sz="2400" dirty="0">
                    <a:latin typeface="Cambria Math"/>
                    <a:cs typeface="Cambria Math"/>
                  </a:rPr>
                  <a:t>	</a:t>
                </a:r>
                <a:r>
                  <a:rPr lang="en-US" altLang="zh-CN" sz="2400" dirty="0">
                    <a:latin typeface="Cambria Math"/>
                    <a:cs typeface="Cambria Math"/>
                  </a:rPr>
                  <a:t>=</a:t>
                </a:r>
                <a:r>
                  <a:rPr lang="zh-CN" altLang="en-US" sz="2400" spc="130" dirty="0">
                    <a:latin typeface="Cambria Math"/>
                    <a:cs typeface="Cambria Math"/>
                  </a:rPr>
                  <a:t> </a:t>
                </a:r>
                <a:r>
                  <a:rPr lang="zh-CN" altLang="en-US" sz="2400" spc="-50" dirty="0">
                    <a:latin typeface="Cambria Math"/>
                    <a:cs typeface="Cambria Math"/>
                  </a:rPr>
                  <a:t>𝟏</a:t>
                </a:r>
                <a:endParaRPr lang="en-US" altLang="zh-CN" sz="2400" spc="-50" dirty="0">
                  <a:latin typeface="Cambria Math"/>
                  <a:cs typeface="Cambria Math"/>
                </a:endParaRPr>
              </a:p>
              <a:p>
                <a:pPr marL="6585584">
                  <a:lnSpc>
                    <a:spcPts val="2755"/>
                  </a:lnSpc>
                  <a:tabLst>
                    <a:tab pos="7681595" algn="l"/>
                  </a:tabLst>
                </a:pPr>
                <a:r>
                  <a:rPr lang="zh-CN" altLang="en-US" sz="2400" dirty="0">
                    <a:latin typeface="Cambria Math"/>
                    <a:cs typeface="Cambria Math"/>
                  </a:rPr>
                  <a:t>𝒅𝒆𝒈</a:t>
                </a:r>
                <a:r>
                  <a:rPr lang="zh-CN" altLang="en-US" sz="2400" spc="459" dirty="0">
                    <a:latin typeface="Cambria Math"/>
                    <a:cs typeface="Cambria Math"/>
                  </a:rPr>
                  <a:t> </a:t>
                </a:r>
                <a:r>
                  <a:rPr lang="zh-CN" altLang="en-US" sz="2400" spc="-50" dirty="0">
                    <a:latin typeface="Cambria Math"/>
                    <a:cs typeface="Cambria Math"/>
                  </a:rPr>
                  <a:t>𝒅</a:t>
                </a:r>
                <a:r>
                  <a:rPr lang="zh-CN" altLang="en-US" sz="2400" dirty="0">
                    <a:latin typeface="Cambria Math"/>
                    <a:cs typeface="Cambria Math"/>
                  </a:rPr>
                  <a:t>	</a:t>
                </a:r>
                <a:r>
                  <a:rPr lang="en-US" altLang="zh-CN" sz="2400" dirty="0">
                    <a:latin typeface="Cambria Math"/>
                    <a:cs typeface="Cambria Math"/>
                  </a:rPr>
                  <a:t>=</a:t>
                </a:r>
                <a:r>
                  <a:rPr lang="zh-CN" altLang="en-US" sz="2400" spc="130" dirty="0">
                    <a:latin typeface="Cambria Math"/>
                    <a:cs typeface="Cambria Math"/>
                  </a:rPr>
                  <a:t> </a:t>
                </a:r>
                <a:r>
                  <a:rPr lang="zh-CN" altLang="en-US" sz="2400" spc="-50" dirty="0">
                    <a:latin typeface="Cambria Math"/>
                    <a:cs typeface="Cambria Math"/>
                  </a:rPr>
                  <a:t>𝟑</a:t>
                </a:r>
                <a:endParaRPr lang="en-US" altLang="zh-CN" sz="2400" spc="-50" dirty="0">
                  <a:latin typeface="Cambria Math"/>
                  <a:cs typeface="Cambria Math"/>
                </a:endParaRPr>
              </a:p>
              <a:p>
                <a:pPr marL="6585584">
                  <a:lnSpc>
                    <a:spcPts val="2755"/>
                  </a:lnSpc>
                  <a:tabLst>
                    <a:tab pos="7681595" algn="l"/>
                  </a:tabLst>
                </a:pPr>
                <a:r>
                  <a:rPr lang="zh-CN" altLang="en-US" sz="2400" dirty="0">
                    <a:latin typeface="Cambria Math"/>
                    <a:cs typeface="Cambria Math"/>
                  </a:rPr>
                  <a:t>𝒅𝒆𝒈</a:t>
                </a:r>
                <a:r>
                  <a:rPr lang="zh-CN" altLang="en-US" sz="2400" spc="455" dirty="0">
                    <a:latin typeface="Cambria Math"/>
                    <a:cs typeface="Cambria Math"/>
                  </a:rPr>
                  <a:t> </a:t>
                </a:r>
                <a:r>
                  <a:rPr lang="zh-CN" altLang="en-US" sz="2400" spc="-50" dirty="0">
                    <a:latin typeface="Cambria Math"/>
                    <a:cs typeface="Cambria Math"/>
                  </a:rPr>
                  <a:t>𝒇</a:t>
                </a:r>
                <a:r>
                  <a:rPr lang="zh-CN" altLang="en-US" sz="2400" dirty="0">
                    <a:latin typeface="Cambria Math"/>
                    <a:cs typeface="Cambria Math"/>
                  </a:rPr>
                  <a:t>	</a:t>
                </a:r>
                <a:r>
                  <a:rPr lang="en-US" altLang="zh-CN" sz="2400" dirty="0">
                    <a:latin typeface="Cambria Math"/>
                    <a:cs typeface="Cambria Math"/>
                  </a:rPr>
                  <a:t>=</a:t>
                </a:r>
                <a:r>
                  <a:rPr lang="zh-CN" altLang="en-US" sz="2400" spc="130" dirty="0">
                    <a:latin typeface="Cambria Math"/>
                    <a:cs typeface="Cambria Math"/>
                  </a:rPr>
                  <a:t> </a:t>
                </a:r>
                <a:r>
                  <a:rPr lang="zh-CN" altLang="en-US" sz="2400" spc="-50" dirty="0">
                    <a:latin typeface="Cambria Math"/>
                    <a:cs typeface="Cambria Math"/>
                  </a:rPr>
                  <a:t>𝟐</a:t>
                </a:r>
                <a:endParaRPr lang="zh-CN" altLang="en-US" sz="2400" dirty="0">
                  <a:latin typeface="Cambria Math"/>
                  <a:cs typeface="Cambria Math"/>
                </a:endParaRPr>
              </a:p>
              <a:p>
                <a:pPr marL="6585584">
                  <a:lnSpc>
                    <a:spcPts val="2755"/>
                  </a:lnSpc>
                  <a:tabLst>
                    <a:tab pos="7681595" algn="l"/>
                  </a:tabLst>
                </a:pPr>
                <a:endParaRPr lang="zh-CN" altLang="en-US" sz="2400" dirty="0">
                  <a:latin typeface="Cambria Math"/>
                  <a:cs typeface="Cambria Math"/>
                </a:endParaRPr>
              </a:p>
              <a:p>
                <a:pPr marL="6585584">
                  <a:lnSpc>
                    <a:spcPts val="2755"/>
                  </a:lnSpc>
                  <a:tabLst>
                    <a:tab pos="7681595" algn="l"/>
                  </a:tabLst>
                </a:pPr>
                <a:endParaRPr lang="zh-CN" altLang="en-US" sz="2400" dirty="0">
                  <a:latin typeface="Cambria Math"/>
                  <a:cs typeface="Cambria Math"/>
                </a:endParaRPr>
              </a:p>
              <a:p>
                <a:pPr marL="6585584">
                  <a:lnSpc>
                    <a:spcPts val="2755"/>
                  </a:lnSpc>
                  <a:tabLst>
                    <a:tab pos="7681595" algn="l"/>
                  </a:tabLst>
                </a:pPr>
                <a:endParaRPr lang="zh-CN" altLang="en-US" sz="2400" dirty="0">
                  <a:latin typeface="Cambria Math"/>
                  <a:cs typeface="Cambria Math"/>
                </a:endParaRPr>
              </a:p>
              <a:p>
                <a:pPr marL="6585584">
                  <a:lnSpc>
                    <a:spcPts val="2755"/>
                  </a:lnSpc>
                  <a:tabLst>
                    <a:tab pos="7681595" algn="l"/>
                  </a:tabLst>
                </a:pPr>
                <a:endParaRPr sz="2400" dirty="0">
                  <a:latin typeface="Cambria Math"/>
                  <a:cs typeface="Cambria Math"/>
                </a:endParaRPr>
              </a:p>
            </p:txBody>
          </p:sp>
        </mc:Choice>
        <mc:Fallback xmlns="">
          <p:sp>
            <p:nvSpPr>
              <p:cNvPr id="15" name="object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315" y="983841"/>
                <a:ext cx="10523829" cy="6895477"/>
              </a:xfrm>
              <a:prstGeom prst="rect">
                <a:avLst/>
              </a:prstGeom>
              <a:blipFill>
                <a:blip r:embed="rId2"/>
                <a:stretch>
                  <a:fillRect l="-361" t="-18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object 3">
            <a:extLst>
              <a:ext uri="{FF2B5EF4-FFF2-40B4-BE49-F238E27FC236}">
                <a16:creationId xmlns:a16="http://schemas.microsoft.com/office/drawing/2014/main" id="{F72611D0-EA9D-F14A-A9BB-7FEBA9A7431D}"/>
              </a:ext>
            </a:extLst>
          </p:cNvPr>
          <p:cNvSpPr/>
          <p:nvPr/>
        </p:nvSpPr>
        <p:spPr>
          <a:xfrm>
            <a:off x="7829114" y="4978634"/>
            <a:ext cx="384810" cy="282575"/>
          </a:xfrm>
          <a:custGeom>
            <a:avLst/>
            <a:gdLst/>
            <a:ahLst/>
            <a:cxnLst/>
            <a:rect l="l" t="t" r="r" b="b"/>
            <a:pathLst>
              <a:path w="384809" h="282575">
                <a:moveTo>
                  <a:pt x="294512" y="0"/>
                </a:moveTo>
                <a:lnTo>
                  <a:pt x="290575" y="11556"/>
                </a:lnTo>
                <a:lnTo>
                  <a:pt x="306883" y="18631"/>
                </a:lnTo>
                <a:lnTo>
                  <a:pt x="320928" y="28432"/>
                </a:lnTo>
                <a:lnTo>
                  <a:pt x="349472" y="73925"/>
                </a:lnTo>
                <a:lnTo>
                  <a:pt x="357854" y="115732"/>
                </a:lnTo>
                <a:lnTo>
                  <a:pt x="358901" y="139826"/>
                </a:lnTo>
                <a:lnTo>
                  <a:pt x="357854" y="164707"/>
                </a:lnTo>
                <a:lnTo>
                  <a:pt x="349472" y="207656"/>
                </a:lnTo>
                <a:lnTo>
                  <a:pt x="320976" y="253857"/>
                </a:lnTo>
                <a:lnTo>
                  <a:pt x="290956" y="270890"/>
                </a:lnTo>
                <a:lnTo>
                  <a:pt x="294512" y="282320"/>
                </a:lnTo>
                <a:lnTo>
                  <a:pt x="333073" y="264302"/>
                </a:lnTo>
                <a:lnTo>
                  <a:pt x="361441" y="233044"/>
                </a:lnTo>
                <a:lnTo>
                  <a:pt x="378809" y="191134"/>
                </a:lnTo>
                <a:lnTo>
                  <a:pt x="384555" y="141223"/>
                </a:lnTo>
                <a:lnTo>
                  <a:pt x="383103" y="115359"/>
                </a:lnTo>
                <a:lnTo>
                  <a:pt x="371482" y="69536"/>
                </a:lnTo>
                <a:lnTo>
                  <a:pt x="348430" y="32146"/>
                </a:lnTo>
                <a:lnTo>
                  <a:pt x="315041" y="7381"/>
                </a:lnTo>
                <a:lnTo>
                  <a:pt x="294512" y="0"/>
                </a:lnTo>
                <a:close/>
              </a:path>
              <a:path w="384809" h="282575">
                <a:moveTo>
                  <a:pt x="90042" y="0"/>
                </a:moveTo>
                <a:lnTo>
                  <a:pt x="51657" y="18097"/>
                </a:lnTo>
                <a:lnTo>
                  <a:pt x="23367" y="49529"/>
                </a:lnTo>
                <a:lnTo>
                  <a:pt x="5826" y="91471"/>
                </a:lnTo>
                <a:lnTo>
                  <a:pt x="0" y="141223"/>
                </a:lnTo>
                <a:lnTo>
                  <a:pt x="1452" y="167179"/>
                </a:lnTo>
                <a:lnTo>
                  <a:pt x="13073" y="213090"/>
                </a:lnTo>
                <a:lnTo>
                  <a:pt x="36125" y="250334"/>
                </a:lnTo>
                <a:lnTo>
                  <a:pt x="69514" y="274960"/>
                </a:lnTo>
                <a:lnTo>
                  <a:pt x="90042" y="282320"/>
                </a:lnTo>
                <a:lnTo>
                  <a:pt x="93599" y="270890"/>
                </a:lnTo>
                <a:lnTo>
                  <a:pt x="77549" y="263773"/>
                </a:lnTo>
                <a:lnTo>
                  <a:pt x="63690" y="253857"/>
                </a:lnTo>
                <a:lnTo>
                  <a:pt x="35210" y="207656"/>
                </a:lnTo>
                <a:lnTo>
                  <a:pt x="26828" y="164707"/>
                </a:lnTo>
                <a:lnTo>
                  <a:pt x="25780" y="139826"/>
                </a:lnTo>
                <a:lnTo>
                  <a:pt x="26828" y="115732"/>
                </a:lnTo>
                <a:lnTo>
                  <a:pt x="35210" y="73925"/>
                </a:lnTo>
                <a:lnTo>
                  <a:pt x="63801" y="28432"/>
                </a:lnTo>
                <a:lnTo>
                  <a:pt x="94106" y="11556"/>
                </a:lnTo>
                <a:lnTo>
                  <a:pt x="9004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14">
            <a:extLst>
              <a:ext uri="{FF2B5EF4-FFF2-40B4-BE49-F238E27FC236}">
                <a16:creationId xmlns:a16="http://schemas.microsoft.com/office/drawing/2014/main" id="{47A4CBAF-845E-7A40-9CA6-70A4CF14E744}"/>
              </a:ext>
            </a:extLst>
          </p:cNvPr>
          <p:cNvSpPr/>
          <p:nvPr/>
        </p:nvSpPr>
        <p:spPr>
          <a:xfrm>
            <a:off x="7845116" y="5367545"/>
            <a:ext cx="353695" cy="282575"/>
          </a:xfrm>
          <a:custGeom>
            <a:avLst/>
            <a:gdLst/>
            <a:ahLst/>
            <a:cxnLst/>
            <a:rect l="l" t="t" r="r" b="b"/>
            <a:pathLst>
              <a:path w="353695" h="282575">
                <a:moveTo>
                  <a:pt x="263270" y="0"/>
                </a:moveTo>
                <a:lnTo>
                  <a:pt x="259333" y="11556"/>
                </a:lnTo>
                <a:lnTo>
                  <a:pt x="275641" y="18631"/>
                </a:lnTo>
                <a:lnTo>
                  <a:pt x="289686" y="28432"/>
                </a:lnTo>
                <a:lnTo>
                  <a:pt x="318230" y="73925"/>
                </a:lnTo>
                <a:lnTo>
                  <a:pt x="326612" y="115732"/>
                </a:lnTo>
                <a:lnTo>
                  <a:pt x="327659" y="139826"/>
                </a:lnTo>
                <a:lnTo>
                  <a:pt x="326612" y="164707"/>
                </a:lnTo>
                <a:lnTo>
                  <a:pt x="318230" y="207656"/>
                </a:lnTo>
                <a:lnTo>
                  <a:pt x="289734" y="253857"/>
                </a:lnTo>
                <a:lnTo>
                  <a:pt x="259714" y="270890"/>
                </a:lnTo>
                <a:lnTo>
                  <a:pt x="263270" y="282320"/>
                </a:lnTo>
                <a:lnTo>
                  <a:pt x="301831" y="264302"/>
                </a:lnTo>
                <a:lnTo>
                  <a:pt x="330200" y="233044"/>
                </a:lnTo>
                <a:lnTo>
                  <a:pt x="347567" y="191134"/>
                </a:lnTo>
                <a:lnTo>
                  <a:pt x="353313" y="141223"/>
                </a:lnTo>
                <a:lnTo>
                  <a:pt x="351861" y="115359"/>
                </a:lnTo>
                <a:lnTo>
                  <a:pt x="340240" y="69536"/>
                </a:lnTo>
                <a:lnTo>
                  <a:pt x="317188" y="32146"/>
                </a:lnTo>
                <a:lnTo>
                  <a:pt x="283799" y="7381"/>
                </a:lnTo>
                <a:lnTo>
                  <a:pt x="263270" y="0"/>
                </a:lnTo>
                <a:close/>
              </a:path>
              <a:path w="353695" h="282575">
                <a:moveTo>
                  <a:pt x="90042" y="0"/>
                </a:moveTo>
                <a:lnTo>
                  <a:pt x="51657" y="18097"/>
                </a:lnTo>
                <a:lnTo>
                  <a:pt x="23367" y="49529"/>
                </a:lnTo>
                <a:lnTo>
                  <a:pt x="5826" y="91471"/>
                </a:lnTo>
                <a:lnTo>
                  <a:pt x="0" y="141223"/>
                </a:lnTo>
                <a:lnTo>
                  <a:pt x="1452" y="167179"/>
                </a:lnTo>
                <a:lnTo>
                  <a:pt x="13073" y="213090"/>
                </a:lnTo>
                <a:lnTo>
                  <a:pt x="36125" y="250334"/>
                </a:lnTo>
                <a:lnTo>
                  <a:pt x="69514" y="274960"/>
                </a:lnTo>
                <a:lnTo>
                  <a:pt x="90042" y="282320"/>
                </a:lnTo>
                <a:lnTo>
                  <a:pt x="93599" y="270890"/>
                </a:lnTo>
                <a:lnTo>
                  <a:pt x="77549" y="263773"/>
                </a:lnTo>
                <a:lnTo>
                  <a:pt x="63690" y="253857"/>
                </a:lnTo>
                <a:lnTo>
                  <a:pt x="35210" y="207656"/>
                </a:lnTo>
                <a:lnTo>
                  <a:pt x="26828" y="164707"/>
                </a:lnTo>
                <a:lnTo>
                  <a:pt x="25780" y="139826"/>
                </a:lnTo>
                <a:lnTo>
                  <a:pt x="26828" y="115732"/>
                </a:lnTo>
                <a:lnTo>
                  <a:pt x="35210" y="73925"/>
                </a:lnTo>
                <a:lnTo>
                  <a:pt x="63801" y="28432"/>
                </a:lnTo>
                <a:lnTo>
                  <a:pt x="94106" y="11556"/>
                </a:lnTo>
                <a:lnTo>
                  <a:pt x="9004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5">
            <a:extLst>
              <a:ext uri="{FF2B5EF4-FFF2-40B4-BE49-F238E27FC236}">
                <a16:creationId xmlns:a16="http://schemas.microsoft.com/office/drawing/2014/main" id="{185C17F5-A8B6-7C49-89F0-1B7C9C63D684}"/>
              </a:ext>
            </a:extLst>
          </p:cNvPr>
          <p:cNvSpPr/>
          <p:nvPr/>
        </p:nvSpPr>
        <p:spPr>
          <a:xfrm>
            <a:off x="7835355" y="5721766"/>
            <a:ext cx="395605" cy="282575"/>
          </a:xfrm>
          <a:custGeom>
            <a:avLst/>
            <a:gdLst/>
            <a:ahLst/>
            <a:cxnLst/>
            <a:rect l="l" t="t" r="r" b="b"/>
            <a:pathLst>
              <a:path w="395604" h="282575">
                <a:moveTo>
                  <a:pt x="305180" y="0"/>
                </a:moveTo>
                <a:lnTo>
                  <a:pt x="301244" y="11455"/>
                </a:lnTo>
                <a:lnTo>
                  <a:pt x="317551" y="18551"/>
                </a:lnTo>
                <a:lnTo>
                  <a:pt x="331597" y="28371"/>
                </a:lnTo>
                <a:lnTo>
                  <a:pt x="360140" y="73880"/>
                </a:lnTo>
                <a:lnTo>
                  <a:pt x="368522" y="115661"/>
                </a:lnTo>
                <a:lnTo>
                  <a:pt x="369570" y="139750"/>
                </a:lnTo>
                <a:lnTo>
                  <a:pt x="368522" y="164649"/>
                </a:lnTo>
                <a:lnTo>
                  <a:pt x="360140" y="207587"/>
                </a:lnTo>
                <a:lnTo>
                  <a:pt x="331644" y="253828"/>
                </a:lnTo>
                <a:lnTo>
                  <a:pt x="301625" y="270865"/>
                </a:lnTo>
                <a:lnTo>
                  <a:pt x="305180" y="282333"/>
                </a:lnTo>
                <a:lnTo>
                  <a:pt x="343741" y="264264"/>
                </a:lnTo>
                <a:lnTo>
                  <a:pt x="372110" y="232994"/>
                </a:lnTo>
                <a:lnTo>
                  <a:pt x="389477" y="191111"/>
                </a:lnTo>
                <a:lnTo>
                  <a:pt x="395224" y="141236"/>
                </a:lnTo>
                <a:lnTo>
                  <a:pt x="393771" y="115357"/>
                </a:lnTo>
                <a:lnTo>
                  <a:pt x="382150" y="69484"/>
                </a:lnTo>
                <a:lnTo>
                  <a:pt x="359098" y="32134"/>
                </a:lnTo>
                <a:lnTo>
                  <a:pt x="325709" y="7391"/>
                </a:lnTo>
                <a:lnTo>
                  <a:pt x="305180" y="0"/>
                </a:lnTo>
                <a:close/>
              </a:path>
              <a:path w="395604" h="282575">
                <a:moveTo>
                  <a:pt x="90043" y="0"/>
                </a:moveTo>
                <a:lnTo>
                  <a:pt x="51657" y="18102"/>
                </a:lnTo>
                <a:lnTo>
                  <a:pt x="23368" y="49491"/>
                </a:lnTo>
                <a:lnTo>
                  <a:pt x="5826" y="91439"/>
                </a:lnTo>
                <a:lnTo>
                  <a:pt x="0" y="141236"/>
                </a:lnTo>
                <a:lnTo>
                  <a:pt x="1452" y="167173"/>
                </a:lnTo>
                <a:lnTo>
                  <a:pt x="13073" y="213051"/>
                </a:lnTo>
                <a:lnTo>
                  <a:pt x="36125" y="250279"/>
                </a:lnTo>
                <a:lnTo>
                  <a:pt x="69514" y="274949"/>
                </a:lnTo>
                <a:lnTo>
                  <a:pt x="90043" y="282333"/>
                </a:lnTo>
                <a:lnTo>
                  <a:pt x="93599" y="270865"/>
                </a:lnTo>
                <a:lnTo>
                  <a:pt x="77549" y="263743"/>
                </a:lnTo>
                <a:lnTo>
                  <a:pt x="63690" y="253828"/>
                </a:lnTo>
                <a:lnTo>
                  <a:pt x="35210" y="207587"/>
                </a:lnTo>
                <a:lnTo>
                  <a:pt x="26828" y="164649"/>
                </a:lnTo>
                <a:lnTo>
                  <a:pt x="25780" y="139750"/>
                </a:lnTo>
                <a:lnTo>
                  <a:pt x="26828" y="115661"/>
                </a:lnTo>
                <a:lnTo>
                  <a:pt x="35210" y="73880"/>
                </a:lnTo>
                <a:lnTo>
                  <a:pt x="63801" y="28371"/>
                </a:lnTo>
                <a:lnTo>
                  <a:pt x="94106" y="11455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10">
            <a:extLst>
              <a:ext uri="{FF2B5EF4-FFF2-40B4-BE49-F238E27FC236}">
                <a16:creationId xmlns:a16="http://schemas.microsoft.com/office/drawing/2014/main" id="{DDEA5AA4-E285-684B-80AC-952EBE8B60E5}"/>
              </a:ext>
            </a:extLst>
          </p:cNvPr>
          <p:cNvSpPr/>
          <p:nvPr/>
        </p:nvSpPr>
        <p:spPr>
          <a:xfrm>
            <a:off x="2125979" y="4108957"/>
            <a:ext cx="2065020" cy="2231390"/>
          </a:xfrm>
          <a:custGeom>
            <a:avLst/>
            <a:gdLst/>
            <a:ahLst/>
            <a:cxnLst/>
            <a:rect l="l" t="t" r="r" b="b"/>
            <a:pathLst>
              <a:path w="2065020" h="2231390">
                <a:moveTo>
                  <a:pt x="0" y="298323"/>
                </a:moveTo>
                <a:lnTo>
                  <a:pt x="3898" y="249943"/>
                </a:lnTo>
                <a:lnTo>
                  <a:pt x="15185" y="204045"/>
                </a:lnTo>
                <a:lnTo>
                  <a:pt x="33247" y="161244"/>
                </a:lnTo>
                <a:lnTo>
                  <a:pt x="57473" y="122154"/>
                </a:lnTo>
                <a:lnTo>
                  <a:pt x="87249" y="87391"/>
                </a:lnTo>
                <a:lnTo>
                  <a:pt x="121962" y="57570"/>
                </a:lnTo>
                <a:lnTo>
                  <a:pt x="161001" y="33305"/>
                </a:lnTo>
                <a:lnTo>
                  <a:pt x="203752" y="15212"/>
                </a:lnTo>
                <a:lnTo>
                  <a:pt x="249603" y="3905"/>
                </a:lnTo>
                <a:lnTo>
                  <a:pt x="297942" y="0"/>
                </a:lnTo>
                <a:lnTo>
                  <a:pt x="346280" y="3905"/>
                </a:lnTo>
                <a:lnTo>
                  <a:pt x="392131" y="15212"/>
                </a:lnTo>
                <a:lnTo>
                  <a:pt x="434882" y="33305"/>
                </a:lnTo>
                <a:lnTo>
                  <a:pt x="473921" y="57570"/>
                </a:lnTo>
                <a:lnTo>
                  <a:pt x="508635" y="87391"/>
                </a:lnTo>
                <a:lnTo>
                  <a:pt x="538410" y="122154"/>
                </a:lnTo>
                <a:lnTo>
                  <a:pt x="562636" y="161244"/>
                </a:lnTo>
                <a:lnTo>
                  <a:pt x="580698" y="204045"/>
                </a:lnTo>
                <a:lnTo>
                  <a:pt x="591985" y="249943"/>
                </a:lnTo>
                <a:lnTo>
                  <a:pt x="595883" y="298323"/>
                </a:lnTo>
                <a:lnTo>
                  <a:pt x="591985" y="346702"/>
                </a:lnTo>
                <a:lnTo>
                  <a:pt x="580698" y="392600"/>
                </a:lnTo>
                <a:lnTo>
                  <a:pt x="562636" y="435401"/>
                </a:lnTo>
                <a:lnTo>
                  <a:pt x="538410" y="474491"/>
                </a:lnTo>
                <a:lnTo>
                  <a:pt x="508634" y="509254"/>
                </a:lnTo>
                <a:lnTo>
                  <a:pt x="473921" y="539075"/>
                </a:lnTo>
                <a:lnTo>
                  <a:pt x="434882" y="563340"/>
                </a:lnTo>
                <a:lnTo>
                  <a:pt x="392131" y="581433"/>
                </a:lnTo>
                <a:lnTo>
                  <a:pt x="346280" y="592740"/>
                </a:lnTo>
                <a:lnTo>
                  <a:pt x="297942" y="596646"/>
                </a:lnTo>
                <a:lnTo>
                  <a:pt x="249603" y="592740"/>
                </a:lnTo>
                <a:lnTo>
                  <a:pt x="203752" y="581433"/>
                </a:lnTo>
                <a:lnTo>
                  <a:pt x="161001" y="563340"/>
                </a:lnTo>
                <a:lnTo>
                  <a:pt x="121962" y="539075"/>
                </a:lnTo>
                <a:lnTo>
                  <a:pt x="87248" y="509254"/>
                </a:lnTo>
                <a:lnTo>
                  <a:pt x="57473" y="474491"/>
                </a:lnTo>
                <a:lnTo>
                  <a:pt x="33247" y="435401"/>
                </a:lnTo>
                <a:lnTo>
                  <a:pt x="15185" y="392600"/>
                </a:lnTo>
                <a:lnTo>
                  <a:pt x="3898" y="346702"/>
                </a:lnTo>
                <a:lnTo>
                  <a:pt x="0" y="298323"/>
                </a:lnTo>
                <a:close/>
              </a:path>
              <a:path w="2065020" h="2231390">
                <a:moveTo>
                  <a:pt x="1469135" y="298323"/>
                </a:moveTo>
                <a:lnTo>
                  <a:pt x="1473034" y="249943"/>
                </a:lnTo>
                <a:lnTo>
                  <a:pt x="1484321" y="204045"/>
                </a:lnTo>
                <a:lnTo>
                  <a:pt x="1502383" y="161244"/>
                </a:lnTo>
                <a:lnTo>
                  <a:pt x="1526609" y="122154"/>
                </a:lnTo>
                <a:lnTo>
                  <a:pt x="1556384" y="87391"/>
                </a:lnTo>
                <a:lnTo>
                  <a:pt x="1591098" y="57570"/>
                </a:lnTo>
                <a:lnTo>
                  <a:pt x="1630137" y="33305"/>
                </a:lnTo>
                <a:lnTo>
                  <a:pt x="1672888" y="15212"/>
                </a:lnTo>
                <a:lnTo>
                  <a:pt x="1718739" y="3905"/>
                </a:lnTo>
                <a:lnTo>
                  <a:pt x="1767078" y="0"/>
                </a:lnTo>
                <a:lnTo>
                  <a:pt x="1815416" y="3905"/>
                </a:lnTo>
                <a:lnTo>
                  <a:pt x="1861267" y="15212"/>
                </a:lnTo>
                <a:lnTo>
                  <a:pt x="1904018" y="33305"/>
                </a:lnTo>
                <a:lnTo>
                  <a:pt x="1943057" y="57570"/>
                </a:lnTo>
                <a:lnTo>
                  <a:pt x="1977770" y="87391"/>
                </a:lnTo>
                <a:lnTo>
                  <a:pt x="2007546" y="122154"/>
                </a:lnTo>
                <a:lnTo>
                  <a:pt x="2031772" y="161244"/>
                </a:lnTo>
                <a:lnTo>
                  <a:pt x="2049834" y="204045"/>
                </a:lnTo>
                <a:lnTo>
                  <a:pt x="2061121" y="249943"/>
                </a:lnTo>
                <a:lnTo>
                  <a:pt x="2065020" y="298323"/>
                </a:lnTo>
                <a:lnTo>
                  <a:pt x="2061121" y="346702"/>
                </a:lnTo>
                <a:lnTo>
                  <a:pt x="2049834" y="392600"/>
                </a:lnTo>
                <a:lnTo>
                  <a:pt x="2031772" y="435401"/>
                </a:lnTo>
                <a:lnTo>
                  <a:pt x="2007546" y="474491"/>
                </a:lnTo>
                <a:lnTo>
                  <a:pt x="1977771" y="509254"/>
                </a:lnTo>
                <a:lnTo>
                  <a:pt x="1943057" y="539075"/>
                </a:lnTo>
                <a:lnTo>
                  <a:pt x="1904018" y="563340"/>
                </a:lnTo>
                <a:lnTo>
                  <a:pt x="1861267" y="581433"/>
                </a:lnTo>
                <a:lnTo>
                  <a:pt x="1815416" y="592740"/>
                </a:lnTo>
                <a:lnTo>
                  <a:pt x="1767078" y="596646"/>
                </a:lnTo>
                <a:lnTo>
                  <a:pt x="1718739" y="592740"/>
                </a:lnTo>
                <a:lnTo>
                  <a:pt x="1672888" y="581433"/>
                </a:lnTo>
                <a:lnTo>
                  <a:pt x="1630137" y="563340"/>
                </a:lnTo>
                <a:lnTo>
                  <a:pt x="1591098" y="539075"/>
                </a:lnTo>
                <a:lnTo>
                  <a:pt x="1556384" y="509254"/>
                </a:lnTo>
                <a:lnTo>
                  <a:pt x="1526609" y="474491"/>
                </a:lnTo>
                <a:lnTo>
                  <a:pt x="1502383" y="435401"/>
                </a:lnTo>
                <a:lnTo>
                  <a:pt x="1484321" y="392600"/>
                </a:lnTo>
                <a:lnTo>
                  <a:pt x="1473034" y="346702"/>
                </a:lnTo>
                <a:lnTo>
                  <a:pt x="1469135" y="298323"/>
                </a:lnTo>
                <a:close/>
              </a:path>
              <a:path w="2065020" h="2231390">
                <a:moveTo>
                  <a:pt x="0" y="1933194"/>
                </a:moveTo>
                <a:lnTo>
                  <a:pt x="3898" y="1884865"/>
                </a:lnTo>
                <a:lnTo>
                  <a:pt x="15185" y="1839019"/>
                </a:lnTo>
                <a:lnTo>
                  <a:pt x="33247" y="1796270"/>
                </a:lnTo>
                <a:lnTo>
                  <a:pt x="57473" y="1757231"/>
                </a:lnTo>
                <a:lnTo>
                  <a:pt x="87249" y="1722515"/>
                </a:lnTo>
                <a:lnTo>
                  <a:pt x="121962" y="1692736"/>
                </a:lnTo>
                <a:lnTo>
                  <a:pt x="161001" y="1668506"/>
                </a:lnTo>
                <a:lnTo>
                  <a:pt x="203752" y="1650440"/>
                </a:lnTo>
                <a:lnTo>
                  <a:pt x="249603" y="1639151"/>
                </a:lnTo>
                <a:lnTo>
                  <a:pt x="297942" y="1635252"/>
                </a:lnTo>
                <a:lnTo>
                  <a:pt x="346280" y="1639151"/>
                </a:lnTo>
                <a:lnTo>
                  <a:pt x="392131" y="1650440"/>
                </a:lnTo>
                <a:lnTo>
                  <a:pt x="434882" y="1668506"/>
                </a:lnTo>
                <a:lnTo>
                  <a:pt x="473921" y="1692736"/>
                </a:lnTo>
                <a:lnTo>
                  <a:pt x="508635" y="1722515"/>
                </a:lnTo>
                <a:lnTo>
                  <a:pt x="538410" y="1757231"/>
                </a:lnTo>
                <a:lnTo>
                  <a:pt x="562636" y="1796270"/>
                </a:lnTo>
                <a:lnTo>
                  <a:pt x="580698" y="1839019"/>
                </a:lnTo>
                <a:lnTo>
                  <a:pt x="591985" y="1884865"/>
                </a:lnTo>
                <a:lnTo>
                  <a:pt x="595883" y="1933194"/>
                </a:lnTo>
                <a:lnTo>
                  <a:pt x="591985" y="1981522"/>
                </a:lnTo>
                <a:lnTo>
                  <a:pt x="580698" y="2027368"/>
                </a:lnTo>
                <a:lnTo>
                  <a:pt x="562636" y="2070117"/>
                </a:lnTo>
                <a:lnTo>
                  <a:pt x="538410" y="2109156"/>
                </a:lnTo>
                <a:lnTo>
                  <a:pt x="508634" y="2143872"/>
                </a:lnTo>
                <a:lnTo>
                  <a:pt x="473921" y="2173651"/>
                </a:lnTo>
                <a:lnTo>
                  <a:pt x="434882" y="2197881"/>
                </a:lnTo>
                <a:lnTo>
                  <a:pt x="392131" y="2215947"/>
                </a:lnTo>
                <a:lnTo>
                  <a:pt x="346280" y="2227236"/>
                </a:lnTo>
                <a:lnTo>
                  <a:pt x="297942" y="2231136"/>
                </a:lnTo>
                <a:lnTo>
                  <a:pt x="249603" y="2227236"/>
                </a:lnTo>
                <a:lnTo>
                  <a:pt x="203752" y="2215947"/>
                </a:lnTo>
                <a:lnTo>
                  <a:pt x="161001" y="2197881"/>
                </a:lnTo>
                <a:lnTo>
                  <a:pt x="121962" y="2173651"/>
                </a:lnTo>
                <a:lnTo>
                  <a:pt x="87248" y="2143872"/>
                </a:lnTo>
                <a:lnTo>
                  <a:pt x="57473" y="2109156"/>
                </a:lnTo>
                <a:lnTo>
                  <a:pt x="33247" y="2070117"/>
                </a:lnTo>
                <a:lnTo>
                  <a:pt x="15185" y="2027368"/>
                </a:lnTo>
                <a:lnTo>
                  <a:pt x="3898" y="1981522"/>
                </a:lnTo>
                <a:lnTo>
                  <a:pt x="0" y="1933194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11">
            <a:extLst>
              <a:ext uri="{FF2B5EF4-FFF2-40B4-BE49-F238E27FC236}">
                <a16:creationId xmlns:a16="http://schemas.microsoft.com/office/drawing/2014/main" id="{43328028-80BC-A941-A3DF-9326735CE9AA}"/>
              </a:ext>
            </a:extLst>
          </p:cNvPr>
          <p:cNvSpPr txBox="1"/>
          <p:nvPr/>
        </p:nvSpPr>
        <p:spPr>
          <a:xfrm>
            <a:off x="2275077" y="5836410"/>
            <a:ext cx="2216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𝒅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31" name="object 12">
            <a:extLst>
              <a:ext uri="{FF2B5EF4-FFF2-40B4-BE49-F238E27FC236}">
                <a16:creationId xmlns:a16="http://schemas.microsoft.com/office/drawing/2014/main" id="{D5B717F6-9E73-3D45-A3D1-433F880F2A6D}"/>
              </a:ext>
            </a:extLst>
          </p:cNvPr>
          <p:cNvGrpSpPr/>
          <p:nvPr/>
        </p:nvGrpSpPr>
        <p:grpSpPr>
          <a:xfrm>
            <a:off x="3576065" y="5725159"/>
            <a:ext cx="634365" cy="634365"/>
            <a:chOff x="3576065" y="5644134"/>
            <a:chExt cx="634365" cy="634365"/>
          </a:xfrm>
        </p:grpSpPr>
        <p:sp>
          <p:nvSpPr>
            <p:cNvPr id="33" name="object 13">
              <a:extLst>
                <a:ext uri="{FF2B5EF4-FFF2-40B4-BE49-F238E27FC236}">
                  <a16:creationId xmlns:a16="http://schemas.microsoft.com/office/drawing/2014/main" id="{8546A85A-EC51-D545-8B45-70E82D74444E}"/>
                </a:ext>
              </a:extLst>
            </p:cNvPr>
            <p:cNvSpPr/>
            <p:nvPr/>
          </p:nvSpPr>
          <p:spPr>
            <a:xfrm>
              <a:off x="3595115" y="5663184"/>
              <a:ext cx="596265" cy="596265"/>
            </a:xfrm>
            <a:custGeom>
              <a:avLst/>
              <a:gdLst/>
              <a:ahLst/>
              <a:cxnLst/>
              <a:rect l="l" t="t" r="r" b="b"/>
              <a:pathLst>
                <a:path w="596264" h="596264">
                  <a:moveTo>
                    <a:pt x="297942" y="0"/>
                  </a:moveTo>
                  <a:lnTo>
                    <a:pt x="249603" y="3899"/>
                  </a:lnTo>
                  <a:lnTo>
                    <a:pt x="203752" y="15188"/>
                  </a:lnTo>
                  <a:lnTo>
                    <a:pt x="161001" y="33254"/>
                  </a:lnTo>
                  <a:lnTo>
                    <a:pt x="121962" y="57484"/>
                  </a:lnTo>
                  <a:lnTo>
                    <a:pt x="87248" y="87263"/>
                  </a:lnTo>
                  <a:lnTo>
                    <a:pt x="57473" y="121979"/>
                  </a:lnTo>
                  <a:lnTo>
                    <a:pt x="33247" y="161018"/>
                  </a:lnTo>
                  <a:lnTo>
                    <a:pt x="15185" y="203767"/>
                  </a:lnTo>
                  <a:lnTo>
                    <a:pt x="3898" y="249613"/>
                  </a:lnTo>
                  <a:lnTo>
                    <a:pt x="0" y="297941"/>
                  </a:lnTo>
                  <a:lnTo>
                    <a:pt x="3898" y="346270"/>
                  </a:lnTo>
                  <a:lnTo>
                    <a:pt x="15185" y="392116"/>
                  </a:lnTo>
                  <a:lnTo>
                    <a:pt x="33247" y="434865"/>
                  </a:lnTo>
                  <a:lnTo>
                    <a:pt x="57473" y="473904"/>
                  </a:lnTo>
                  <a:lnTo>
                    <a:pt x="87249" y="508620"/>
                  </a:lnTo>
                  <a:lnTo>
                    <a:pt x="121962" y="538399"/>
                  </a:lnTo>
                  <a:lnTo>
                    <a:pt x="161001" y="562629"/>
                  </a:lnTo>
                  <a:lnTo>
                    <a:pt x="203752" y="580695"/>
                  </a:lnTo>
                  <a:lnTo>
                    <a:pt x="249603" y="591984"/>
                  </a:lnTo>
                  <a:lnTo>
                    <a:pt x="297942" y="595883"/>
                  </a:lnTo>
                  <a:lnTo>
                    <a:pt x="346280" y="591984"/>
                  </a:lnTo>
                  <a:lnTo>
                    <a:pt x="392131" y="580695"/>
                  </a:lnTo>
                  <a:lnTo>
                    <a:pt x="434882" y="562629"/>
                  </a:lnTo>
                  <a:lnTo>
                    <a:pt x="473921" y="538399"/>
                  </a:lnTo>
                  <a:lnTo>
                    <a:pt x="508635" y="508620"/>
                  </a:lnTo>
                  <a:lnTo>
                    <a:pt x="538410" y="473904"/>
                  </a:lnTo>
                  <a:lnTo>
                    <a:pt x="562636" y="434865"/>
                  </a:lnTo>
                  <a:lnTo>
                    <a:pt x="580698" y="392116"/>
                  </a:lnTo>
                  <a:lnTo>
                    <a:pt x="591985" y="346270"/>
                  </a:lnTo>
                  <a:lnTo>
                    <a:pt x="595884" y="297941"/>
                  </a:lnTo>
                  <a:lnTo>
                    <a:pt x="591985" y="249613"/>
                  </a:lnTo>
                  <a:lnTo>
                    <a:pt x="580698" y="203767"/>
                  </a:lnTo>
                  <a:lnTo>
                    <a:pt x="562636" y="161018"/>
                  </a:lnTo>
                  <a:lnTo>
                    <a:pt x="538410" y="121979"/>
                  </a:lnTo>
                  <a:lnTo>
                    <a:pt x="508635" y="87263"/>
                  </a:lnTo>
                  <a:lnTo>
                    <a:pt x="473921" y="57484"/>
                  </a:lnTo>
                  <a:lnTo>
                    <a:pt x="434882" y="33254"/>
                  </a:lnTo>
                  <a:lnTo>
                    <a:pt x="392131" y="15188"/>
                  </a:lnTo>
                  <a:lnTo>
                    <a:pt x="346280" y="3899"/>
                  </a:lnTo>
                  <a:lnTo>
                    <a:pt x="297942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14">
              <a:extLst>
                <a:ext uri="{FF2B5EF4-FFF2-40B4-BE49-F238E27FC236}">
                  <a16:creationId xmlns:a16="http://schemas.microsoft.com/office/drawing/2014/main" id="{E37FDB03-D206-4E4C-87C1-672F0AFF1D8B}"/>
                </a:ext>
              </a:extLst>
            </p:cNvPr>
            <p:cNvSpPr/>
            <p:nvPr/>
          </p:nvSpPr>
          <p:spPr>
            <a:xfrm>
              <a:off x="3595115" y="5663184"/>
              <a:ext cx="596265" cy="596265"/>
            </a:xfrm>
            <a:custGeom>
              <a:avLst/>
              <a:gdLst/>
              <a:ahLst/>
              <a:cxnLst/>
              <a:rect l="l" t="t" r="r" b="b"/>
              <a:pathLst>
                <a:path w="596264" h="596264">
                  <a:moveTo>
                    <a:pt x="0" y="297941"/>
                  </a:moveTo>
                  <a:lnTo>
                    <a:pt x="3898" y="249613"/>
                  </a:lnTo>
                  <a:lnTo>
                    <a:pt x="15185" y="203767"/>
                  </a:lnTo>
                  <a:lnTo>
                    <a:pt x="33247" y="161018"/>
                  </a:lnTo>
                  <a:lnTo>
                    <a:pt x="57473" y="121979"/>
                  </a:lnTo>
                  <a:lnTo>
                    <a:pt x="87248" y="87263"/>
                  </a:lnTo>
                  <a:lnTo>
                    <a:pt x="121962" y="57484"/>
                  </a:lnTo>
                  <a:lnTo>
                    <a:pt x="161001" y="33254"/>
                  </a:lnTo>
                  <a:lnTo>
                    <a:pt x="203752" y="15188"/>
                  </a:lnTo>
                  <a:lnTo>
                    <a:pt x="249603" y="3899"/>
                  </a:lnTo>
                  <a:lnTo>
                    <a:pt x="297942" y="0"/>
                  </a:lnTo>
                  <a:lnTo>
                    <a:pt x="346280" y="3899"/>
                  </a:lnTo>
                  <a:lnTo>
                    <a:pt x="392131" y="15188"/>
                  </a:lnTo>
                  <a:lnTo>
                    <a:pt x="434882" y="33254"/>
                  </a:lnTo>
                  <a:lnTo>
                    <a:pt x="473921" y="57484"/>
                  </a:lnTo>
                  <a:lnTo>
                    <a:pt x="508635" y="87263"/>
                  </a:lnTo>
                  <a:lnTo>
                    <a:pt x="538410" y="121979"/>
                  </a:lnTo>
                  <a:lnTo>
                    <a:pt x="562636" y="161018"/>
                  </a:lnTo>
                  <a:lnTo>
                    <a:pt x="580698" y="203767"/>
                  </a:lnTo>
                  <a:lnTo>
                    <a:pt x="591985" y="249613"/>
                  </a:lnTo>
                  <a:lnTo>
                    <a:pt x="595884" y="297941"/>
                  </a:lnTo>
                  <a:lnTo>
                    <a:pt x="591985" y="346270"/>
                  </a:lnTo>
                  <a:lnTo>
                    <a:pt x="580698" y="392116"/>
                  </a:lnTo>
                  <a:lnTo>
                    <a:pt x="562636" y="434865"/>
                  </a:lnTo>
                  <a:lnTo>
                    <a:pt x="538410" y="473904"/>
                  </a:lnTo>
                  <a:lnTo>
                    <a:pt x="508635" y="508620"/>
                  </a:lnTo>
                  <a:lnTo>
                    <a:pt x="473921" y="538399"/>
                  </a:lnTo>
                  <a:lnTo>
                    <a:pt x="434882" y="562629"/>
                  </a:lnTo>
                  <a:lnTo>
                    <a:pt x="392131" y="580695"/>
                  </a:lnTo>
                  <a:lnTo>
                    <a:pt x="346280" y="591984"/>
                  </a:lnTo>
                  <a:lnTo>
                    <a:pt x="297942" y="595883"/>
                  </a:lnTo>
                  <a:lnTo>
                    <a:pt x="249603" y="591984"/>
                  </a:lnTo>
                  <a:lnTo>
                    <a:pt x="203752" y="580695"/>
                  </a:lnTo>
                  <a:lnTo>
                    <a:pt x="161001" y="562629"/>
                  </a:lnTo>
                  <a:lnTo>
                    <a:pt x="121962" y="538399"/>
                  </a:lnTo>
                  <a:lnTo>
                    <a:pt x="87249" y="508620"/>
                  </a:lnTo>
                  <a:lnTo>
                    <a:pt x="57473" y="473904"/>
                  </a:lnTo>
                  <a:lnTo>
                    <a:pt x="33247" y="434865"/>
                  </a:lnTo>
                  <a:lnTo>
                    <a:pt x="15185" y="392116"/>
                  </a:lnTo>
                  <a:lnTo>
                    <a:pt x="3898" y="346270"/>
                  </a:lnTo>
                  <a:lnTo>
                    <a:pt x="0" y="297941"/>
                  </a:lnTo>
                  <a:close/>
                </a:path>
              </a:pathLst>
            </a:custGeom>
            <a:ln w="3810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15">
            <a:extLst>
              <a:ext uri="{FF2B5EF4-FFF2-40B4-BE49-F238E27FC236}">
                <a16:creationId xmlns:a16="http://schemas.microsoft.com/office/drawing/2014/main" id="{3C1EF327-EBE3-3544-B2C8-9C41BC463FB7}"/>
              </a:ext>
            </a:extLst>
          </p:cNvPr>
          <p:cNvSpPr txBox="1"/>
          <p:nvPr/>
        </p:nvSpPr>
        <p:spPr>
          <a:xfrm>
            <a:off x="3756914" y="5836410"/>
            <a:ext cx="1974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𝒇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6" name="object 16">
            <a:extLst>
              <a:ext uri="{FF2B5EF4-FFF2-40B4-BE49-F238E27FC236}">
                <a16:creationId xmlns:a16="http://schemas.microsoft.com/office/drawing/2014/main" id="{C6A7F514-E9FD-0E4F-B925-6C8A3B9BF3D7}"/>
              </a:ext>
            </a:extLst>
          </p:cNvPr>
          <p:cNvSpPr/>
          <p:nvPr/>
        </p:nvSpPr>
        <p:spPr>
          <a:xfrm>
            <a:off x="5063490" y="4108957"/>
            <a:ext cx="596900" cy="596900"/>
          </a:xfrm>
          <a:custGeom>
            <a:avLst/>
            <a:gdLst/>
            <a:ahLst/>
            <a:cxnLst/>
            <a:rect l="l" t="t" r="r" b="b"/>
            <a:pathLst>
              <a:path w="596900" h="596900">
                <a:moveTo>
                  <a:pt x="0" y="298323"/>
                </a:moveTo>
                <a:lnTo>
                  <a:pt x="3905" y="249943"/>
                </a:lnTo>
                <a:lnTo>
                  <a:pt x="15212" y="204045"/>
                </a:lnTo>
                <a:lnTo>
                  <a:pt x="33305" y="161244"/>
                </a:lnTo>
                <a:lnTo>
                  <a:pt x="57570" y="122154"/>
                </a:lnTo>
                <a:lnTo>
                  <a:pt x="87391" y="87391"/>
                </a:lnTo>
                <a:lnTo>
                  <a:pt x="122154" y="57570"/>
                </a:lnTo>
                <a:lnTo>
                  <a:pt x="161244" y="33305"/>
                </a:lnTo>
                <a:lnTo>
                  <a:pt x="204045" y="15212"/>
                </a:lnTo>
                <a:lnTo>
                  <a:pt x="249943" y="3905"/>
                </a:lnTo>
                <a:lnTo>
                  <a:pt x="298323" y="0"/>
                </a:lnTo>
                <a:lnTo>
                  <a:pt x="346702" y="3905"/>
                </a:lnTo>
                <a:lnTo>
                  <a:pt x="392600" y="15212"/>
                </a:lnTo>
                <a:lnTo>
                  <a:pt x="435401" y="33305"/>
                </a:lnTo>
                <a:lnTo>
                  <a:pt x="474491" y="57570"/>
                </a:lnTo>
                <a:lnTo>
                  <a:pt x="509254" y="87391"/>
                </a:lnTo>
                <a:lnTo>
                  <a:pt x="539075" y="122154"/>
                </a:lnTo>
                <a:lnTo>
                  <a:pt x="563340" y="161244"/>
                </a:lnTo>
                <a:lnTo>
                  <a:pt x="581433" y="204045"/>
                </a:lnTo>
                <a:lnTo>
                  <a:pt x="592740" y="249943"/>
                </a:lnTo>
                <a:lnTo>
                  <a:pt x="596646" y="298323"/>
                </a:lnTo>
                <a:lnTo>
                  <a:pt x="592740" y="346702"/>
                </a:lnTo>
                <a:lnTo>
                  <a:pt x="581433" y="392600"/>
                </a:lnTo>
                <a:lnTo>
                  <a:pt x="563340" y="435401"/>
                </a:lnTo>
                <a:lnTo>
                  <a:pt x="539075" y="474491"/>
                </a:lnTo>
                <a:lnTo>
                  <a:pt x="509254" y="509254"/>
                </a:lnTo>
                <a:lnTo>
                  <a:pt x="474491" y="539075"/>
                </a:lnTo>
                <a:lnTo>
                  <a:pt x="435401" y="563340"/>
                </a:lnTo>
                <a:lnTo>
                  <a:pt x="392600" y="581433"/>
                </a:lnTo>
                <a:lnTo>
                  <a:pt x="346702" y="592740"/>
                </a:lnTo>
                <a:lnTo>
                  <a:pt x="298323" y="596646"/>
                </a:lnTo>
                <a:lnTo>
                  <a:pt x="249943" y="592740"/>
                </a:lnTo>
                <a:lnTo>
                  <a:pt x="204045" y="581433"/>
                </a:lnTo>
                <a:lnTo>
                  <a:pt x="161244" y="563340"/>
                </a:lnTo>
                <a:lnTo>
                  <a:pt x="122154" y="539075"/>
                </a:lnTo>
                <a:lnTo>
                  <a:pt x="87391" y="509254"/>
                </a:lnTo>
                <a:lnTo>
                  <a:pt x="57570" y="474491"/>
                </a:lnTo>
                <a:lnTo>
                  <a:pt x="33305" y="435401"/>
                </a:lnTo>
                <a:lnTo>
                  <a:pt x="15212" y="392600"/>
                </a:lnTo>
                <a:lnTo>
                  <a:pt x="3905" y="346702"/>
                </a:lnTo>
                <a:lnTo>
                  <a:pt x="0" y="298323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7" name="object 18">
            <a:extLst>
              <a:ext uri="{FF2B5EF4-FFF2-40B4-BE49-F238E27FC236}">
                <a16:creationId xmlns:a16="http://schemas.microsoft.com/office/drawing/2014/main" id="{B4542CF8-D428-FC41-A3D1-D36F633CE8A2}"/>
              </a:ext>
            </a:extLst>
          </p:cNvPr>
          <p:cNvGrpSpPr/>
          <p:nvPr/>
        </p:nvGrpSpPr>
        <p:grpSpPr>
          <a:xfrm>
            <a:off x="2404872" y="4388610"/>
            <a:ext cx="2659380" cy="1672589"/>
            <a:chOff x="2404872" y="4307585"/>
            <a:chExt cx="2659380" cy="1672589"/>
          </a:xfrm>
        </p:grpSpPr>
        <p:sp>
          <p:nvSpPr>
            <p:cNvPr id="38" name="object 19">
              <a:extLst>
                <a:ext uri="{FF2B5EF4-FFF2-40B4-BE49-F238E27FC236}">
                  <a16:creationId xmlns:a16="http://schemas.microsoft.com/office/drawing/2014/main" id="{DA00442E-9735-2B4F-AD6B-A62C78C3708D}"/>
                </a:ext>
              </a:extLst>
            </p:cNvPr>
            <p:cNvSpPr/>
            <p:nvPr/>
          </p:nvSpPr>
          <p:spPr>
            <a:xfrm>
              <a:off x="2423922" y="4326635"/>
              <a:ext cx="1258570" cy="1424305"/>
            </a:xfrm>
            <a:custGeom>
              <a:avLst/>
              <a:gdLst/>
              <a:ahLst/>
              <a:cxnLst/>
              <a:rect l="l" t="t" r="r" b="b"/>
              <a:pathLst>
                <a:path w="1258570" h="1424304">
                  <a:moveTo>
                    <a:pt x="297941" y="0"/>
                  </a:moveTo>
                  <a:lnTo>
                    <a:pt x="1170686" y="0"/>
                  </a:lnTo>
                </a:path>
                <a:path w="1258570" h="1424304">
                  <a:moveTo>
                    <a:pt x="0" y="297941"/>
                  </a:moveTo>
                  <a:lnTo>
                    <a:pt x="0" y="1336789"/>
                  </a:lnTo>
                </a:path>
                <a:path w="1258570" h="1424304">
                  <a:moveTo>
                    <a:pt x="1258442" y="210312"/>
                  </a:moveTo>
                  <a:lnTo>
                    <a:pt x="211073" y="1423733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20">
              <a:extLst>
                <a:ext uri="{FF2B5EF4-FFF2-40B4-BE49-F238E27FC236}">
                  <a16:creationId xmlns:a16="http://schemas.microsoft.com/office/drawing/2014/main" id="{8E54081C-2DAF-944E-BFE2-E7F0C5576401}"/>
                </a:ext>
              </a:extLst>
            </p:cNvPr>
            <p:cNvSpPr/>
            <p:nvPr/>
          </p:nvSpPr>
          <p:spPr>
            <a:xfrm>
              <a:off x="2721863" y="4624577"/>
              <a:ext cx="1171575" cy="1336675"/>
            </a:xfrm>
            <a:custGeom>
              <a:avLst/>
              <a:gdLst/>
              <a:ahLst/>
              <a:cxnLst/>
              <a:rect l="l" t="t" r="r" b="b"/>
              <a:pathLst>
                <a:path w="1171575" h="1336675">
                  <a:moveTo>
                    <a:pt x="872744" y="1336548"/>
                  </a:moveTo>
                  <a:lnTo>
                    <a:pt x="0" y="1336548"/>
                  </a:lnTo>
                </a:path>
                <a:path w="1171575" h="1336675">
                  <a:moveTo>
                    <a:pt x="1171194" y="0"/>
                  </a:moveTo>
                  <a:lnTo>
                    <a:pt x="1171194" y="1038847"/>
                  </a:lnTo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21">
              <a:extLst>
                <a:ext uri="{FF2B5EF4-FFF2-40B4-BE49-F238E27FC236}">
                  <a16:creationId xmlns:a16="http://schemas.microsoft.com/office/drawing/2014/main" id="{74BABCD7-65F2-B44C-84BE-060014CA01B7}"/>
                </a:ext>
              </a:extLst>
            </p:cNvPr>
            <p:cNvSpPr/>
            <p:nvPr/>
          </p:nvSpPr>
          <p:spPr>
            <a:xfrm>
              <a:off x="4191000" y="4326635"/>
              <a:ext cx="873125" cy="0"/>
            </a:xfrm>
            <a:custGeom>
              <a:avLst/>
              <a:gdLst/>
              <a:ahLst/>
              <a:cxnLst/>
              <a:rect l="l" t="t" r="r" b="b"/>
              <a:pathLst>
                <a:path w="873125">
                  <a:moveTo>
                    <a:pt x="0" y="0"/>
                  </a:moveTo>
                  <a:lnTo>
                    <a:pt x="872744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7">
            <a:extLst>
              <a:ext uri="{FF2B5EF4-FFF2-40B4-BE49-F238E27FC236}">
                <a16:creationId xmlns:a16="http://schemas.microsoft.com/office/drawing/2014/main" id="{9B4DD728-8703-414A-AF5A-28EDF3C0C6AF}"/>
              </a:ext>
            </a:extLst>
          </p:cNvPr>
          <p:cNvSpPr/>
          <p:nvPr/>
        </p:nvSpPr>
        <p:spPr>
          <a:xfrm>
            <a:off x="7835971" y="6052803"/>
            <a:ext cx="370840" cy="282575"/>
          </a:xfrm>
          <a:custGeom>
            <a:avLst/>
            <a:gdLst/>
            <a:ahLst/>
            <a:cxnLst/>
            <a:rect l="l" t="t" r="r" b="b"/>
            <a:pathLst>
              <a:path w="370840" h="282575">
                <a:moveTo>
                  <a:pt x="280797" y="0"/>
                </a:moveTo>
                <a:lnTo>
                  <a:pt x="276859" y="11455"/>
                </a:lnTo>
                <a:lnTo>
                  <a:pt x="293167" y="18551"/>
                </a:lnTo>
                <a:lnTo>
                  <a:pt x="307212" y="28371"/>
                </a:lnTo>
                <a:lnTo>
                  <a:pt x="335756" y="73880"/>
                </a:lnTo>
                <a:lnTo>
                  <a:pt x="344138" y="115661"/>
                </a:lnTo>
                <a:lnTo>
                  <a:pt x="345185" y="139750"/>
                </a:lnTo>
                <a:lnTo>
                  <a:pt x="344138" y="164649"/>
                </a:lnTo>
                <a:lnTo>
                  <a:pt x="335756" y="207587"/>
                </a:lnTo>
                <a:lnTo>
                  <a:pt x="307260" y="253828"/>
                </a:lnTo>
                <a:lnTo>
                  <a:pt x="277241" y="270865"/>
                </a:lnTo>
                <a:lnTo>
                  <a:pt x="280797" y="282333"/>
                </a:lnTo>
                <a:lnTo>
                  <a:pt x="319357" y="264264"/>
                </a:lnTo>
                <a:lnTo>
                  <a:pt x="347725" y="232994"/>
                </a:lnTo>
                <a:lnTo>
                  <a:pt x="365093" y="191115"/>
                </a:lnTo>
                <a:lnTo>
                  <a:pt x="370839" y="141236"/>
                </a:lnTo>
                <a:lnTo>
                  <a:pt x="369387" y="115357"/>
                </a:lnTo>
                <a:lnTo>
                  <a:pt x="357766" y="69484"/>
                </a:lnTo>
                <a:lnTo>
                  <a:pt x="334714" y="32134"/>
                </a:lnTo>
                <a:lnTo>
                  <a:pt x="301325" y="7391"/>
                </a:lnTo>
                <a:lnTo>
                  <a:pt x="280797" y="0"/>
                </a:lnTo>
                <a:close/>
              </a:path>
              <a:path w="370840" h="282575">
                <a:moveTo>
                  <a:pt x="90043" y="0"/>
                </a:moveTo>
                <a:lnTo>
                  <a:pt x="51657" y="18102"/>
                </a:lnTo>
                <a:lnTo>
                  <a:pt x="23368" y="49491"/>
                </a:lnTo>
                <a:lnTo>
                  <a:pt x="5826" y="91440"/>
                </a:lnTo>
                <a:lnTo>
                  <a:pt x="0" y="141236"/>
                </a:lnTo>
                <a:lnTo>
                  <a:pt x="1452" y="167175"/>
                </a:lnTo>
                <a:lnTo>
                  <a:pt x="13073" y="213056"/>
                </a:lnTo>
                <a:lnTo>
                  <a:pt x="36125" y="250279"/>
                </a:lnTo>
                <a:lnTo>
                  <a:pt x="69514" y="274949"/>
                </a:lnTo>
                <a:lnTo>
                  <a:pt x="90043" y="282333"/>
                </a:lnTo>
                <a:lnTo>
                  <a:pt x="93599" y="270865"/>
                </a:lnTo>
                <a:lnTo>
                  <a:pt x="77549" y="263743"/>
                </a:lnTo>
                <a:lnTo>
                  <a:pt x="63690" y="253828"/>
                </a:lnTo>
                <a:lnTo>
                  <a:pt x="35210" y="207587"/>
                </a:lnTo>
                <a:lnTo>
                  <a:pt x="26828" y="164649"/>
                </a:lnTo>
                <a:lnTo>
                  <a:pt x="25780" y="139750"/>
                </a:lnTo>
                <a:lnTo>
                  <a:pt x="26828" y="115661"/>
                </a:lnTo>
                <a:lnTo>
                  <a:pt x="35210" y="73880"/>
                </a:lnTo>
                <a:lnTo>
                  <a:pt x="63801" y="28371"/>
                </a:lnTo>
                <a:lnTo>
                  <a:pt x="94106" y="11455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292811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839164" y="4659171"/>
            <a:ext cx="388620" cy="282575"/>
          </a:xfrm>
          <a:custGeom>
            <a:avLst/>
            <a:gdLst/>
            <a:ahLst/>
            <a:cxnLst/>
            <a:rect l="l" t="t" r="r" b="b"/>
            <a:pathLst>
              <a:path w="388620" h="282575">
                <a:moveTo>
                  <a:pt x="298323" y="0"/>
                </a:moveTo>
                <a:lnTo>
                  <a:pt x="294385" y="11556"/>
                </a:lnTo>
                <a:lnTo>
                  <a:pt x="310693" y="18631"/>
                </a:lnTo>
                <a:lnTo>
                  <a:pt x="324738" y="28432"/>
                </a:lnTo>
                <a:lnTo>
                  <a:pt x="353282" y="73925"/>
                </a:lnTo>
                <a:lnTo>
                  <a:pt x="361664" y="115732"/>
                </a:lnTo>
                <a:lnTo>
                  <a:pt x="362711" y="139826"/>
                </a:lnTo>
                <a:lnTo>
                  <a:pt x="361664" y="164707"/>
                </a:lnTo>
                <a:lnTo>
                  <a:pt x="353282" y="207656"/>
                </a:lnTo>
                <a:lnTo>
                  <a:pt x="324786" y="253857"/>
                </a:lnTo>
                <a:lnTo>
                  <a:pt x="294766" y="270891"/>
                </a:lnTo>
                <a:lnTo>
                  <a:pt x="298323" y="282320"/>
                </a:lnTo>
                <a:lnTo>
                  <a:pt x="336883" y="264302"/>
                </a:lnTo>
                <a:lnTo>
                  <a:pt x="365251" y="233044"/>
                </a:lnTo>
                <a:lnTo>
                  <a:pt x="382619" y="191134"/>
                </a:lnTo>
                <a:lnTo>
                  <a:pt x="388365" y="141224"/>
                </a:lnTo>
                <a:lnTo>
                  <a:pt x="386913" y="115359"/>
                </a:lnTo>
                <a:lnTo>
                  <a:pt x="375292" y="69536"/>
                </a:lnTo>
                <a:lnTo>
                  <a:pt x="352240" y="32146"/>
                </a:lnTo>
                <a:lnTo>
                  <a:pt x="318851" y="7381"/>
                </a:lnTo>
                <a:lnTo>
                  <a:pt x="298323" y="0"/>
                </a:lnTo>
                <a:close/>
              </a:path>
              <a:path w="388620" h="282575">
                <a:moveTo>
                  <a:pt x="90042" y="0"/>
                </a:moveTo>
                <a:lnTo>
                  <a:pt x="51657" y="18097"/>
                </a:lnTo>
                <a:lnTo>
                  <a:pt x="23367" y="49530"/>
                </a:lnTo>
                <a:lnTo>
                  <a:pt x="5826" y="91471"/>
                </a:lnTo>
                <a:lnTo>
                  <a:pt x="0" y="141224"/>
                </a:lnTo>
                <a:lnTo>
                  <a:pt x="1452" y="167179"/>
                </a:lnTo>
                <a:lnTo>
                  <a:pt x="13073" y="213090"/>
                </a:lnTo>
                <a:lnTo>
                  <a:pt x="36125" y="250334"/>
                </a:lnTo>
                <a:lnTo>
                  <a:pt x="69514" y="274960"/>
                </a:lnTo>
                <a:lnTo>
                  <a:pt x="90042" y="282320"/>
                </a:lnTo>
                <a:lnTo>
                  <a:pt x="93599" y="270891"/>
                </a:lnTo>
                <a:lnTo>
                  <a:pt x="77549" y="263773"/>
                </a:lnTo>
                <a:lnTo>
                  <a:pt x="63690" y="253857"/>
                </a:lnTo>
                <a:lnTo>
                  <a:pt x="35210" y="207656"/>
                </a:lnTo>
                <a:lnTo>
                  <a:pt x="26828" y="164707"/>
                </a:lnTo>
                <a:lnTo>
                  <a:pt x="25780" y="139826"/>
                </a:lnTo>
                <a:lnTo>
                  <a:pt x="26828" y="115732"/>
                </a:lnTo>
                <a:lnTo>
                  <a:pt x="35210" y="73925"/>
                </a:lnTo>
                <a:lnTo>
                  <a:pt x="63801" y="28432"/>
                </a:lnTo>
                <a:lnTo>
                  <a:pt x="94106" y="11556"/>
                </a:lnTo>
                <a:lnTo>
                  <a:pt x="9004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16803" y="268308"/>
            <a:ext cx="4077971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00"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图的概念：</a:t>
            </a:r>
            <a:r>
              <a:rPr sz="3600"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度</a:t>
            </a:r>
            <a:endParaRPr sz="3600"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7797527" y="3860813"/>
            <a:ext cx="1555115" cy="283845"/>
          </a:xfrm>
          <a:custGeom>
            <a:avLst/>
            <a:gdLst/>
            <a:ahLst/>
            <a:cxnLst/>
            <a:rect l="l" t="t" r="r" b="b"/>
            <a:pathLst>
              <a:path w="1555115" h="283845">
                <a:moveTo>
                  <a:pt x="1464055" y="0"/>
                </a:moveTo>
                <a:lnTo>
                  <a:pt x="1460119" y="0"/>
                </a:lnTo>
                <a:lnTo>
                  <a:pt x="1460119" y="11302"/>
                </a:lnTo>
                <a:lnTo>
                  <a:pt x="1462404" y="11302"/>
                </a:lnTo>
                <a:lnTo>
                  <a:pt x="1472594" y="12015"/>
                </a:lnTo>
                <a:lnTo>
                  <a:pt x="1505331" y="37480"/>
                </a:lnTo>
                <a:lnTo>
                  <a:pt x="1508378" y="59689"/>
                </a:lnTo>
                <a:lnTo>
                  <a:pt x="1508188" y="65218"/>
                </a:lnTo>
                <a:lnTo>
                  <a:pt x="1507617" y="71342"/>
                </a:lnTo>
                <a:lnTo>
                  <a:pt x="1506664" y="78085"/>
                </a:lnTo>
                <a:lnTo>
                  <a:pt x="1505330" y="85470"/>
                </a:lnTo>
                <a:lnTo>
                  <a:pt x="1503426" y="95630"/>
                </a:lnTo>
                <a:lnTo>
                  <a:pt x="1502409" y="102996"/>
                </a:lnTo>
                <a:lnTo>
                  <a:pt x="1502409" y="115823"/>
                </a:lnTo>
                <a:lnTo>
                  <a:pt x="1504823" y="122681"/>
                </a:lnTo>
                <a:lnTo>
                  <a:pt x="1514855" y="133476"/>
                </a:lnTo>
                <a:lnTo>
                  <a:pt x="1520698" y="137540"/>
                </a:lnTo>
                <a:lnTo>
                  <a:pt x="1527555" y="140080"/>
                </a:lnTo>
                <a:lnTo>
                  <a:pt x="1527555" y="142747"/>
                </a:lnTo>
                <a:lnTo>
                  <a:pt x="1520698" y="145287"/>
                </a:lnTo>
                <a:lnTo>
                  <a:pt x="1514855" y="149351"/>
                </a:lnTo>
                <a:lnTo>
                  <a:pt x="1504823" y="160146"/>
                </a:lnTo>
                <a:lnTo>
                  <a:pt x="1502409" y="167004"/>
                </a:lnTo>
                <a:lnTo>
                  <a:pt x="1502409" y="179831"/>
                </a:lnTo>
                <a:lnTo>
                  <a:pt x="1503426" y="187197"/>
                </a:lnTo>
                <a:lnTo>
                  <a:pt x="1505330" y="197357"/>
                </a:lnTo>
                <a:lnTo>
                  <a:pt x="1506664" y="204743"/>
                </a:lnTo>
                <a:lnTo>
                  <a:pt x="1507617" y="211486"/>
                </a:lnTo>
                <a:lnTo>
                  <a:pt x="1508188" y="217610"/>
                </a:lnTo>
                <a:lnTo>
                  <a:pt x="1508378" y="223138"/>
                </a:lnTo>
                <a:lnTo>
                  <a:pt x="1507616" y="235592"/>
                </a:lnTo>
                <a:lnTo>
                  <a:pt x="1481629" y="269700"/>
                </a:lnTo>
                <a:lnTo>
                  <a:pt x="1462404" y="272541"/>
                </a:lnTo>
                <a:lnTo>
                  <a:pt x="1460119" y="272541"/>
                </a:lnTo>
                <a:lnTo>
                  <a:pt x="1460119" y="283844"/>
                </a:lnTo>
                <a:lnTo>
                  <a:pt x="1464055" y="283844"/>
                </a:lnTo>
                <a:lnTo>
                  <a:pt x="1480391" y="282630"/>
                </a:lnTo>
                <a:lnTo>
                  <a:pt x="1516252" y="267842"/>
                </a:lnTo>
                <a:lnTo>
                  <a:pt x="1533652" y="220471"/>
                </a:lnTo>
                <a:lnTo>
                  <a:pt x="1533435" y="214066"/>
                </a:lnTo>
                <a:lnTo>
                  <a:pt x="1532778" y="207232"/>
                </a:lnTo>
                <a:lnTo>
                  <a:pt x="1531669" y="199969"/>
                </a:lnTo>
                <a:lnTo>
                  <a:pt x="1530096" y="192277"/>
                </a:lnTo>
                <a:lnTo>
                  <a:pt x="1527809" y="181736"/>
                </a:lnTo>
                <a:lnTo>
                  <a:pt x="1526667" y="174751"/>
                </a:lnTo>
                <a:lnTo>
                  <a:pt x="1526667" y="164337"/>
                </a:lnTo>
                <a:lnTo>
                  <a:pt x="1528952" y="158749"/>
                </a:lnTo>
                <a:lnTo>
                  <a:pt x="1533778" y="154431"/>
                </a:lnTo>
                <a:lnTo>
                  <a:pt x="1538477" y="150113"/>
                </a:lnTo>
                <a:lnTo>
                  <a:pt x="1545590" y="147827"/>
                </a:lnTo>
                <a:lnTo>
                  <a:pt x="1555115" y="147573"/>
                </a:lnTo>
                <a:lnTo>
                  <a:pt x="1555115" y="135254"/>
                </a:lnTo>
                <a:lnTo>
                  <a:pt x="1545590" y="135000"/>
                </a:lnTo>
                <a:lnTo>
                  <a:pt x="1538477" y="132714"/>
                </a:lnTo>
                <a:lnTo>
                  <a:pt x="1533778" y="128396"/>
                </a:lnTo>
                <a:lnTo>
                  <a:pt x="1528952" y="124078"/>
                </a:lnTo>
                <a:lnTo>
                  <a:pt x="1526667" y="118490"/>
                </a:lnTo>
                <a:lnTo>
                  <a:pt x="1526667" y="108076"/>
                </a:lnTo>
                <a:lnTo>
                  <a:pt x="1527809" y="101091"/>
                </a:lnTo>
                <a:lnTo>
                  <a:pt x="1530096" y="90550"/>
                </a:lnTo>
                <a:lnTo>
                  <a:pt x="1531669" y="82859"/>
                </a:lnTo>
                <a:lnTo>
                  <a:pt x="1532778" y="75596"/>
                </a:lnTo>
                <a:lnTo>
                  <a:pt x="1533435" y="68762"/>
                </a:lnTo>
                <a:lnTo>
                  <a:pt x="1533652" y="62356"/>
                </a:lnTo>
                <a:lnTo>
                  <a:pt x="1532576" y="47880"/>
                </a:lnTo>
                <a:lnTo>
                  <a:pt x="1506489" y="9215"/>
                </a:lnTo>
                <a:lnTo>
                  <a:pt x="1480391" y="1214"/>
                </a:lnTo>
                <a:lnTo>
                  <a:pt x="1464055" y="0"/>
                </a:lnTo>
                <a:close/>
              </a:path>
              <a:path w="1555115" h="283845">
                <a:moveTo>
                  <a:pt x="94996" y="0"/>
                </a:moveTo>
                <a:lnTo>
                  <a:pt x="91058" y="0"/>
                </a:lnTo>
                <a:lnTo>
                  <a:pt x="74703" y="1214"/>
                </a:lnTo>
                <a:lnTo>
                  <a:pt x="38734" y="16001"/>
                </a:lnTo>
                <a:lnTo>
                  <a:pt x="21661" y="59562"/>
                </a:lnTo>
                <a:lnTo>
                  <a:pt x="21558" y="65091"/>
                </a:lnTo>
                <a:lnTo>
                  <a:pt x="21677" y="68635"/>
                </a:lnTo>
                <a:lnTo>
                  <a:pt x="22320" y="75469"/>
                </a:lnTo>
                <a:lnTo>
                  <a:pt x="23391" y="82732"/>
                </a:lnTo>
                <a:lnTo>
                  <a:pt x="24892" y="90423"/>
                </a:lnTo>
                <a:lnTo>
                  <a:pt x="27304" y="100837"/>
                </a:lnTo>
                <a:lnTo>
                  <a:pt x="28448" y="107949"/>
                </a:lnTo>
                <a:lnTo>
                  <a:pt x="28448" y="118363"/>
                </a:lnTo>
                <a:lnTo>
                  <a:pt x="26034" y="123951"/>
                </a:lnTo>
                <a:lnTo>
                  <a:pt x="16637" y="132587"/>
                </a:lnTo>
                <a:lnTo>
                  <a:pt x="9525" y="134873"/>
                </a:lnTo>
                <a:lnTo>
                  <a:pt x="0" y="135127"/>
                </a:lnTo>
                <a:lnTo>
                  <a:pt x="0" y="147319"/>
                </a:lnTo>
                <a:lnTo>
                  <a:pt x="9525" y="147700"/>
                </a:lnTo>
                <a:lnTo>
                  <a:pt x="16637" y="149986"/>
                </a:lnTo>
                <a:lnTo>
                  <a:pt x="26034" y="158622"/>
                </a:lnTo>
                <a:lnTo>
                  <a:pt x="28448" y="164210"/>
                </a:lnTo>
                <a:lnTo>
                  <a:pt x="28448" y="174624"/>
                </a:lnTo>
                <a:lnTo>
                  <a:pt x="27304" y="181609"/>
                </a:lnTo>
                <a:lnTo>
                  <a:pt x="24892" y="192150"/>
                </a:lnTo>
                <a:lnTo>
                  <a:pt x="23391" y="199842"/>
                </a:lnTo>
                <a:lnTo>
                  <a:pt x="22320" y="207105"/>
                </a:lnTo>
                <a:lnTo>
                  <a:pt x="21677" y="213939"/>
                </a:lnTo>
                <a:lnTo>
                  <a:pt x="21463" y="220344"/>
                </a:lnTo>
                <a:lnTo>
                  <a:pt x="22536" y="235321"/>
                </a:lnTo>
                <a:lnTo>
                  <a:pt x="48517" y="274629"/>
                </a:lnTo>
                <a:lnTo>
                  <a:pt x="91058" y="283844"/>
                </a:lnTo>
                <a:lnTo>
                  <a:pt x="94996" y="283844"/>
                </a:lnTo>
                <a:lnTo>
                  <a:pt x="94996" y="272541"/>
                </a:lnTo>
                <a:lnTo>
                  <a:pt x="92709" y="272541"/>
                </a:lnTo>
                <a:lnTo>
                  <a:pt x="82520" y="271829"/>
                </a:lnTo>
                <a:lnTo>
                  <a:pt x="49783" y="246078"/>
                </a:lnTo>
                <a:lnTo>
                  <a:pt x="46736" y="223011"/>
                </a:lnTo>
                <a:lnTo>
                  <a:pt x="46926" y="217465"/>
                </a:lnTo>
                <a:lnTo>
                  <a:pt x="47498" y="211312"/>
                </a:lnTo>
                <a:lnTo>
                  <a:pt x="48450" y="204563"/>
                </a:lnTo>
                <a:lnTo>
                  <a:pt x="49783" y="197230"/>
                </a:lnTo>
                <a:lnTo>
                  <a:pt x="51689" y="187070"/>
                </a:lnTo>
                <a:lnTo>
                  <a:pt x="52704" y="179704"/>
                </a:lnTo>
                <a:lnTo>
                  <a:pt x="52704" y="166877"/>
                </a:lnTo>
                <a:lnTo>
                  <a:pt x="50165" y="160019"/>
                </a:lnTo>
                <a:lnTo>
                  <a:pt x="45212" y="154558"/>
                </a:lnTo>
                <a:lnTo>
                  <a:pt x="40258" y="149224"/>
                </a:lnTo>
                <a:lnTo>
                  <a:pt x="34417" y="145160"/>
                </a:lnTo>
                <a:lnTo>
                  <a:pt x="27558" y="142620"/>
                </a:lnTo>
                <a:lnTo>
                  <a:pt x="27558" y="139953"/>
                </a:lnTo>
                <a:lnTo>
                  <a:pt x="34417" y="137286"/>
                </a:lnTo>
                <a:lnTo>
                  <a:pt x="40258" y="133349"/>
                </a:lnTo>
                <a:lnTo>
                  <a:pt x="45212" y="127888"/>
                </a:lnTo>
                <a:lnTo>
                  <a:pt x="50165" y="122554"/>
                </a:lnTo>
                <a:lnTo>
                  <a:pt x="52704" y="115569"/>
                </a:lnTo>
                <a:lnTo>
                  <a:pt x="52704" y="102869"/>
                </a:lnTo>
                <a:lnTo>
                  <a:pt x="51689" y="95503"/>
                </a:lnTo>
                <a:lnTo>
                  <a:pt x="49783" y="85343"/>
                </a:lnTo>
                <a:lnTo>
                  <a:pt x="48450" y="77958"/>
                </a:lnTo>
                <a:lnTo>
                  <a:pt x="47498" y="71215"/>
                </a:lnTo>
                <a:lnTo>
                  <a:pt x="46926" y="65091"/>
                </a:lnTo>
                <a:lnTo>
                  <a:pt x="46736" y="59562"/>
                </a:lnTo>
                <a:lnTo>
                  <a:pt x="47498" y="47609"/>
                </a:lnTo>
                <a:lnTo>
                  <a:pt x="73485" y="14144"/>
                </a:lnTo>
                <a:lnTo>
                  <a:pt x="92709" y="11302"/>
                </a:lnTo>
                <a:lnTo>
                  <a:pt x="94996" y="11302"/>
                </a:lnTo>
                <a:lnTo>
                  <a:pt x="9499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bject 15"/>
              <p:cNvSpPr txBox="1"/>
              <p:nvPr/>
            </p:nvSpPr>
            <p:spPr>
              <a:xfrm>
                <a:off x="657315" y="983841"/>
                <a:ext cx="10523829" cy="6895477"/>
              </a:xfrm>
              <a:prstGeom prst="rect">
                <a:avLst/>
              </a:prstGeom>
            </p:spPr>
            <p:txBody>
              <a:bodyPr vert="horz" wrap="square" lIns="0" tIns="102870" rIns="0" bIns="0" rtlCol="0">
                <a:spAutoFit/>
              </a:bodyPr>
              <a:lstStyle/>
              <a:p>
                <a:pPr marL="444500" indent="-342900">
                  <a:lnSpc>
                    <a:spcPct val="100000"/>
                  </a:lnSpc>
                  <a:spcBef>
                    <a:spcPts val="810"/>
                  </a:spcBef>
                  <a:buClr>
                    <a:srgbClr val="8092F0"/>
                  </a:buClr>
                  <a:buSzPct val="69642"/>
                  <a:buFont typeface="Wingdings"/>
                  <a:buChar char=""/>
                  <a:tabLst>
                    <a:tab pos="443865" algn="l"/>
                    <a:tab pos="444500" algn="l"/>
                  </a:tabLst>
                </a:pPr>
                <a:r>
                  <a:rPr sz="2800" dirty="0" err="1">
                    <a:latin typeface="SimSun" panose="02010600030101010101" pitchFamily="2" charset="-122"/>
                    <a:ea typeface="SimSun" panose="02010600030101010101" pitchFamily="2" charset="-122"/>
                    <a:cs typeface="PMingLiU"/>
                  </a:rPr>
                  <a:t>顶点的度</a:t>
                </a:r>
                <a:r>
                  <a:rPr sz="2800" b="1" dirty="0">
                    <a:latin typeface="SimSun" panose="02010600030101010101" pitchFamily="2" charset="-122"/>
                    <a:ea typeface="SimSun" panose="02010600030101010101" pitchFamily="2" charset="-122"/>
                    <a:cs typeface="Times New Roman"/>
                  </a:rPr>
                  <a:t>(Degree</a:t>
                </a:r>
                <a:r>
                  <a:rPr sz="2800" b="1" spc="-35" dirty="0">
                    <a:latin typeface="SimSun" panose="02010600030101010101" pitchFamily="2" charset="-122"/>
                    <a:ea typeface="SimSun" panose="02010600030101010101" pitchFamily="2" charset="-122"/>
                    <a:cs typeface="Times New Roman"/>
                  </a:rPr>
                  <a:t> </a:t>
                </a:r>
                <a:r>
                  <a:rPr sz="2800" b="1" dirty="0">
                    <a:latin typeface="SimSun" panose="02010600030101010101" pitchFamily="2" charset="-122"/>
                    <a:ea typeface="SimSun" panose="02010600030101010101" pitchFamily="2" charset="-122"/>
                    <a:cs typeface="Times New Roman"/>
                  </a:rPr>
                  <a:t>of a</a:t>
                </a:r>
                <a:r>
                  <a:rPr sz="2800" b="1" spc="5" dirty="0">
                    <a:latin typeface="SimSun" panose="02010600030101010101" pitchFamily="2" charset="-122"/>
                    <a:ea typeface="SimSun" panose="02010600030101010101" pitchFamily="2" charset="-122"/>
                    <a:cs typeface="Times New Roman"/>
                  </a:rPr>
                  <a:t> </a:t>
                </a:r>
                <a:r>
                  <a:rPr sz="2800" b="1" spc="-10" dirty="0">
                    <a:latin typeface="SimSun" panose="02010600030101010101" pitchFamily="2" charset="-122"/>
                    <a:ea typeface="SimSun" panose="02010600030101010101" pitchFamily="2" charset="-122"/>
                    <a:cs typeface="Times New Roman"/>
                  </a:rPr>
                  <a:t>Vertex)</a:t>
                </a:r>
                <a:endParaRPr sz="2800" dirty="0">
                  <a:latin typeface="SimSun" panose="02010600030101010101" pitchFamily="2" charset="-122"/>
                  <a:ea typeface="SimSun" panose="02010600030101010101" pitchFamily="2" charset="-122"/>
                  <a:cs typeface="Times New Roman"/>
                </a:endParaRPr>
              </a:p>
              <a:p>
                <a:pPr marL="793115" lvl="1" indent="-347980">
                  <a:lnSpc>
                    <a:spcPct val="100000"/>
                  </a:lnSpc>
                  <a:spcBef>
                    <a:spcPts val="610"/>
                  </a:spcBef>
                  <a:buClr>
                    <a:srgbClr val="DAB6FB"/>
                  </a:buClr>
                  <a:buSzPct val="68750"/>
                  <a:buFont typeface="Wingdings"/>
                  <a:buChar char=""/>
                  <a:tabLst>
                    <a:tab pos="793115" algn="l"/>
                    <a:tab pos="793750" algn="l"/>
                  </a:tabLst>
                </a:pPr>
                <a:r>
                  <a:rPr sz="2400" dirty="0" err="1">
                    <a:latin typeface="PMingLiU"/>
                    <a:cs typeface="PMingLiU"/>
                  </a:rPr>
                  <a:t>顶点</a:t>
                </a:r>
                <a:r>
                  <a:rPr sz="2400" spc="-10" dirty="0">
                    <a:latin typeface="Cambria Math"/>
                    <a:cs typeface="Cambria Math"/>
                  </a:rPr>
                  <a:t>𝒗</a:t>
                </a:r>
                <a:r>
                  <a:rPr sz="2400" dirty="0" err="1">
                    <a:latin typeface="PMingLiU"/>
                    <a:cs typeface="PMingLiU"/>
                  </a:rPr>
                  <a:t>的度</a:t>
                </a:r>
                <a:r>
                  <a:rPr sz="2400" spc="-10" dirty="0">
                    <a:latin typeface="Cambria Math"/>
                    <a:cs typeface="Cambria Math"/>
                  </a:rPr>
                  <a:t>𝒅𝒆𝒈(𝒗)</a:t>
                </a:r>
                <a:r>
                  <a:rPr sz="2400" dirty="0" err="1">
                    <a:latin typeface="PMingLiU"/>
                    <a:cs typeface="PMingLiU"/>
                  </a:rPr>
                  <a:t>是</a:t>
                </a:r>
                <a:r>
                  <a:rPr sz="2400" spc="-10" dirty="0">
                    <a:latin typeface="Cambria Math"/>
                    <a:cs typeface="Cambria Math"/>
                  </a:rPr>
                  <a:t>𝒗</a:t>
                </a:r>
                <a:r>
                  <a:rPr sz="2400" spc="-10" dirty="0" err="1">
                    <a:latin typeface="PMingLiU"/>
                    <a:cs typeface="PMingLiU"/>
                  </a:rPr>
                  <a:t>关联的边数</a:t>
                </a:r>
                <a:endParaRPr sz="2400" dirty="0">
                  <a:latin typeface="PMingLiU"/>
                  <a:cs typeface="PMingLiU"/>
                </a:endParaRPr>
              </a:p>
              <a:p>
                <a:pPr marL="444500" indent="-342900">
                  <a:lnSpc>
                    <a:spcPct val="100000"/>
                  </a:lnSpc>
                  <a:spcBef>
                    <a:spcPts val="640"/>
                  </a:spcBef>
                  <a:buClr>
                    <a:srgbClr val="8092F0"/>
                  </a:buClr>
                  <a:buSzPct val="69642"/>
                  <a:buFont typeface="Wingdings"/>
                  <a:buChar char=""/>
                  <a:tabLst>
                    <a:tab pos="443865" algn="l"/>
                    <a:tab pos="444500" algn="l"/>
                  </a:tabLst>
                </a:pPr>
                <a:r>
                  <a:rPr sz="2800" dirty="0" err="1">
                    <a:latin typeface="SimSun" panose="02010600030101010101" pitchFamily="2" charset="-122"/>
                    <a:ea typeface="SimSun" panose="02010600030101010101" pitchFamily="2" charset="-122"/>
                    <a:cs typeface="PMingLiU"/>
                  </a:rPr>
                  <a:t>图的度</a:t>
                </a:r>
                <a:r>
                  <a:rPr sz="2800" b="1" dirty="0">
                    <a:latin typeface="SimSun" panose="02010600030101010101" pitchFamily="2" charset="-122"/>
                    <a:ea typeface="SimSun" panose="02010600030101010101" pitchFamily="2" charset="-122"/>
                    <a:cs typeface="Times New Roman"/>
                  </a:rPr>
                  <a:t>(Degree</a:t>
                </a:r>
                <a:r>
                  <a:rPr sz="2800" b="1" spc="-25" dirty="0">
                    <a:latin typeface="SimSun" panose="02010600030101010101" pitchFamily="2" charset="-122"/>
                    <a:ea typeface="SimSun" panose="02010600030101010101" pitchFamily="2" charset="-122"/>
                    <a:cs typeface="Times New Roman"/>
                  </a:rPr>
                  <a:t> </a:t>
                </a:r>
                <a:r>
                  <a:rPr sz="2800" b="1" dirty="0">
                    <a:latin typeface="SimSun" panose="02010600030101010101" pitchFamily="2" charset="-122"/>
                    <a:ea typeface="SimSun" panose="02010600030101010101" pitchFamily="2" charset="-122"/>
                    <a:cs typeface="Times New Roman"/>
                  </a:rPr>
                  <a:t>of a </a:t>
                </a:r>
                <a:r>
                  <a:rPr sz="2800" b="1" spc="-10" dirty="0">
                    <a:latin typeface="SimSun" panose="02010600030101010101" pitchFamily="2" charset="-122"/>
                    <a:ea typeface="SimSun" panose="02010600030101010101" pitchFamily="2" charset="-122"/>
                    <a:cs typeface="Times New Roman"/>
                  </a:rPr>
                  <a:t>Graph)</a:t>
                </a:r>
                <a:endParaRPr sz="2800" dirty="0">
                  <a:latin typeface="SimSun" panose="02010600030101010101" pitchFamily="2" charset="-122"/>
                  <a:ea typeface="SimSun" panose="02010600030101010101" pitchFamily="2" charset="-122"/>
                  <a:cs typeface="Times New Roman"/>
                </a:endParaRPr>
              </a:p>
              <a:p>
                <a:pPr marL="793115" lvl="1" indent="-347980">
                  <a:lnSpc>
                    <a:spcPct val="100000"/>
                  </a:lnSpc>
                  <a:spcBef>
                    <a:spcPts val="610"/>
                  </a:spcBef>
                  <a:buClr>
                    <a:srgbClr val="DAB6FB"/>
                  </a:buClr>
                  <a:buSzPct val="68750"/>
                  <a:buFont typeface="Wingdings"/>
                  <a:buChar char=""/>
                  <a:tabLst>
                    <a:tab pos="793115" algn="l"/>
                    <a:tab pos="793750" algn="l"/>
                  </a:tabLst>
                </a:pPr>
                <a:r>
                  <a:rPr sz="2400" dirty="0" err="1">
                    <a:latin typeface="PMingLiU"/>
                    <a:cs typeface="PMingLiU"/>
                  </a:rPr>
                  <a:t>图</a:t>
                </a:r>
                <a:r>
                  <a:rPr sz="2400" dirty="0">
                    <a:latin typeface="Cambria Math"/>
                    <a:cs typeface="Cambria Math"/>
                  </a:rPr>
                  <a:t>𝑮</a:t>
                </a:r>
                <a:r>
                  <a:rPr sz="2400" spc="65" dirty="0">
                    <a:latin typeface="Cambria Math"/>
                    <a:cs typeface="Cambria Math"/>
                  </a:rPr>
                  <a:t> =&lt; </a:t>
                </a:r>
                <a:r>
                  <a:rPr sz="2400" dirty="0">
                    <a:latin typeface="Cambria Math"/>
                    <a:cs typeface="Cambria Math"/>
                  </a:rPr>
                  <a:t>𝑽</a:t>
                </a:r>
                <a:r>
                  <a:rPr sz="2400" spc="-70" dirty="0">
                    <a:latin typeface="Cambria Math"/>
                    <a:cs typeface="Cambria Math"/>
                  </a:rPr>
                  <a:t>, </a:t>
                </a:r>
                <a:r>
                  <a:rPr sz="2400" dirty="0">
                    <a:latin typeface="Cambria Math"/>
                    <a:cs typeface="Cambria Math"/>
                  </a:rPr>
                  <a:t>𝑬</a:t>
                </a:r>
                <a:r>
                  <a:rPr sz="2400" spc="65" dirty="0">
                    <a:latin typeface="Cambria Math"/>
                    <a:cs typeface="Cambria Math"/>
                  </a:rPr>
                  <a:t> &gt;</a:t>
                </a:r>
                <a:r>
                  <a:rPr sz="2400" dirty="0" err="1">
                    <a:latin typeface="SimSun" panose="02010600030101010101" pitchFamily="2" charset="-122"/>
                    <a:ea typeface="SimSun" panose="02010600030101010101" pitchFamily="2" charset="-122"/>
                    <a:cs typeface="PMingLiU"/>
                  </a:rPr>
                  <a:t>的度，是图各顶点的度之和</a:t>
                </a:r>
                <a:r>
                  <a:rPr sz="2400" dirty="0">
                    <a:latin typeface="SimSun" panose="02010600030101010101" pitchFamily="2" charset="-122"/>
                    <a:ea typeface="SimSun" panose="02010600030101010101" pitchFamily="2" charset="-122"/>
                    <a:cs typeface="PMingLiU"/>
                  </a:rPr>
                  <a:t>，</a:t>
                </a:r>
                <a:r>
                  <a:rPr sz="2400" dirty="0">
                    <a:latin typeface="Cambria Math"/>
                    <a:cs typeface="Cambria Math"/>
                  </a:rPr>
                  <a:t>𝒅𝒆𝒈(𝑮)</a:t>
                </a:r>
                <a:r>
                  <a:rPr sz="2400" spc="90" dirty="0">
                    <a:latin typeface="Cambria Math"/>
                    <a:cs typeface="Cambria Math"/>
                  </a:rPr>
                  <a:t> 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zh-CN" altLang="en-US" sz="2400" i="1" spc="90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m:rPr>
                            <m:nor/>
                          </m:rPr>
                          <a:rPr lang="zh-CN" altLang="en-US" sz="2625" spc="112" baseline="-17460" dirty="0">
                            <a:latin typeface="Cambria Math"/>
                            <a:cs typeface="Cambria Math"/>
                          </a:rPr>
                          <m:t>𝒗</m:t>
                        </m:r>
                        <m:r>
                          <m:rPr>
                            <m:nor/>
                          </m:rPr>
                          <a:rPr lang="zh-CN" altLang="en-US" sz="2625" spc="112" baseline="-17460" dirty="0">
                            <a:latin typeface="Cambria Math"/>
                            <a:cs typeface="Cambria Math"/>
                          </a:rPr>
                          <m:t>∈</m:t>
                        </m:r>
                        <m:r>
                          <m:rPr>
                            <m:nor/>
                          </m:rPr>
                          <a:rPr lang="zh-CN" altLang="en-US" sz="2625" spc="112" baseline="-17460" dirty="0">
                            <a:latin typeface="Cambria Math"/>
                            <a:cs typeface="Cambria Math"/>
                          </a:rPr>
                          <m:t>𝑽</m:t>
                        </m:r>
                        <m:r>
                          <m:rPr>
                            <m:nor/>
                          </m:rPr>
                          <a:rPr lang="zh-CN" altLang="en-US" sz="2625" spc="15" baseline="-17460" dirty="0">
                            <a:latin typeface="Cambria Math"/>
                            <a:cs typeface="Cambria Math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zh-CN" altLang="en-US" sz="2400" spc="-10" dirty="0">
                            <a:latin typeface="Cambria Math"/>
                            <a:cs typeface="Cambria Math"/>
                          </a:rPr>
                          <m:t>𝒅𝒆𝒈</m:t>
                        </m:r>
                        <m:r>
                          <m:rPr>
                            <m:nor/>
                          </m:rPr>
                          <a:rPr lang="en-US" altLang="zh-CN" sz="2400" spc="-10" dirty="0">
                            <a:latin typeface="Cambria Math"/>
                            <a:cs typeface="Cambria Math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altLang="zh-CN" sz="2400" spc="-10" dirty="0">
                            <a:latin typeface="Cambria Math"/>
                            <a:cs typeface="Cambria Math"/>
                          </a:rPr>
                          <m:t>𝒗</m:t>
                        </m:r>
                        <m:r>
                          <m:rPr>
                            <m:nor/>
                          </m:rPr>
                          <a:rPr lang="en-US" altLang="zh-CN" sz="2400" spc="-10" dirty="0">
                            <a:latin typeface="Cambria Math"/>
                            <a:cs typeface="Cambria Math"/>
                          </a:rPr>
                          <m:t>)</m:t>
                        </m:r>
                        <m:r>
                          <m:rPr>
                            <m:nor/>
                          </m:rPr>
                          <a:rPr lang="zh-CN" altLang="en-US" sz="2400" dirty="0">
                            <a:latin typeface="Cambria Math"/>
                            <a:cs typeface="Cambria Math"/>
                          </a:rPr>
                          <m:t> </m:t>
                        </m:r>
                      </m:e>
                    </m:nary>
                  </m:oMath>
                </a14:m>
                <a:endParaRPr sz="3950" dirty="0">
                  <a:latin typeface="Cambria Math"/>
                  <a:cs typeface="Cambria Math"/>
                </a:endParaRPr>
              </a:p>
              <a:p>
                <a:pPr marL="444500" indent="-342900">
                  <a:lnSpc>
                    <a:spcPct val="100000"/>
                  </a:lnSpc>
                  <a:buClr>
                    <a:srgbClr val="8092F0"/>
                  </a:buClr>
                  <a:buSzPct val="69642"/>
                  <a:buFont typeface="Wingdings"/>
                  <a:buChar char=""/>
                  <a:tabLst>
                    <a:tab pos="443865" algn="l"/>
                    <a:tab pos="444500" algn="l"/>
                  </a:tabLst>
                </a:pPr>
                <a:endParaRPr lang="en-US" sz="2800" dirty="0">
                  <a:latin typeface="PMingLiU"/>
                  <a:cs typeface="PMingLiU"/>
                </a:endParaRPr>
              </a:p>
              <a:p>
                <a:pPr marL="444500" indent="-342900">
                  <a:lnSpc>
                    <a:spcPct val="100000"/>
                  </a:lnSpc>
                  <a:buClr>
                    <a:srgbClr val="8092F0"/>
                  </a:buClr>
                  <a:buSzPct val="69642"/>
                  <a:buFont typeface="Wingdings"/>
                  <a:buChar char=""/>
                  <a:tabLst>
                    <a:tab pos="443865" algn="l"/>
                    <a:tab pos="444500" algn="l"/>
                  </a:tabLst>
                </a:pPr>
                <a:r>
                  <a:rPr sz="2800" dirty="0" err="1">
                    <a:latin typeface="PMingLiU"/>
                    <a:cs typeface="PMingLiU"/>
                  </a:rPr>
                  <a:t>图</a:t>
                </a:r>
                <a:r>
                  <a:rPr sz="2800" dirty="0">
                    <a:latin typeface="Cambria Math"/>
                    <a:cs typeface="Cambria Math"/>
                  </a:rPr>
                  <a:t>𝑮</a:t>
                </a:r>
                <a:r>
                  <a:rPr sz="3075" baseline="-14905" dirty="0">
                    <a:latin typeface="Cambria Math"/>
                    <a:cs typeface="Cambria Math"/>
                  </a:rPr>
                  <a:t>𝟏</a:t>
                </a:r>
                <a:r>
                  <a:rPr sz="3075" spc="660" baseline="-14905" dirty="0">
                    <a:latin typeface="Cambria Math"/>
                    <a:cs typeface="Cambria Math"/>
                  </a:rPr>
                  <a:t> </a:t>
                </a:r>
                <a:r>
                  <a:rPr sz="2800" spc="55" dirty="0">
                    <a:latin typeface="Cambria Math"/>
                    <a:cs typeface="Cambria Math"/>
                  </a:rPr>
                  <a:t>=&lt; </a:t>
                </a:r>
                <a:r>
                  <a:rPr sz="2800" dirty="0">
                    <a:latin typeface="Cambria Math"/>
                    <a:cs typeface="Cambria Math"/>
                  </a:rPr>
                  <a:t>𝑽</a:t>
                </a:r>
                <a:r>
                  <a:rPr sz="3075" baseline="-14905" dirty="0">
                    <a:latin typeface="Cambria Math"/>
                    <a:cs typeface="Cambria Math"/>
                  </a:rPr>
                  <a:t>𝟏</a:t>
                </a:r>
                <a:r>
                  <a:rPr sz="2800" spc="-75" dirty="0">
                    <a:latin typeface="Cambria Math"/>
                    <a:cs typeface="Cambria Math"/>
                  </a:rPr>
                  <a:t>, </a:t>
                </a:r>
                <a:r>
                  <a:rPr sz="2800" dirty="0">
                    <a:latin typeface="Cambria Math"/>
                    <a:cs typeface="Cambria Math"/>
                  </a:rPr>
                  <a:t>𝑬</a:t>
                </a:r>
                <a:r>
                  <a:rPr sz="3075" baseline="-14905" dirty="0">
                    <a:latin typeface="Cambria Math"/>
                    <a:cs typeface="Cambria Math"/>
                  </a:rPr>
                  <a:t>𝟏</a:t>
                </a:r>
                <a:r>
                  <a:rPr sz="3075" spc="697" baseline="-14905" dirty="0">
                    <a:latin typeface="Cambria Math"/>
                    <a:cs typeface="Cambria Math"/>
                  </a:rPr>
                  <a:t> </a:t>
                </a:r>
                <a:r>
                  <a:rPr sz="2800" spc="-50" dirty="0">
                    <a:latin typeface="Cambria Math"/>
                    <a:cs typeface="Cambria Math"/>
                  </a:rPr>
                  <a:t>&gt;</a:t>
                </a:r>
                <a:endParaRPr sz="2800" dirty="0">
                  <a:latin typeface="Cambria Math"/>
                  <a:cs typeface="Cambria Math"/>
                </a:endParaRPr>
              </a:p>
              <a:p>
                <a:pPr marL="6374130">
                  <a:lnSpc>
                    <a:spcPct val="100000"/>
                  </a:lnSpc>
                  <a:spcBef>
                    <a:spcPts val="434"/>
                  </a:spcBef>
                  <a:tabLst>
                    <a:tab pos="7232650" algn="l"/>
                  </a:tabLst>
                </a:pPr>
                <a:r>
                  <a:rPr sz="2400" dirty="0">
                    <a:latin typeface="Cambria Math"/>
                    <a:cs typeface="Cambria Math"/>
                  </a:rPr>
                  <a:t>𝑽</a:t>
                </a:r>
                <a:r>
                  <a:rPr sz="2625" baseline="-15873" dirty="0">
                    <a:latin typeface="Cambria Math"/>
                    <a:cs typeface="Cambria Math"/>
                  </a:rPr>
                  <a:t>𝟏</a:t>
                </a:r>
                <a:r>
                  <a:rPr sz="2625" spc="569" baseline="-15873" dirty="0">
                    <a:latin typeface="Cambria Math"/>
                    <a:cs typeface="Cambria Math"/>
                  </a:rPr>
                  <a:t> </a:t>
                </a:r>
                <a:r>
                  <a:rPr sz="2400" spc="-50" dirty="0">
                    <a:latin typeface="Cambria Math"/>
                    <a:cs typeface="Cambria Math"/>
                  </a:rPr>
                  <a:t>=</a:t>
                </a:r>
                <a:r>
                  <a:rPr sz="2400" dirty="0">
                    <a:latin typeface="Cambria Math"/>
                    <a:cs typeface="Cambria Math"/>
                  </a:rPr>
                  <a:t>	</a:t>
                </a:r>
                <a:r>
                  <a:rPr sz="2400" spc="-10" dirty="0">
                    <a:latin typeface="Cambria Math"/>
                    <a:cs typeface="Cambria Math"/>
                  </a:rPr>
                  <a:t>𝒂,</a:t>
                </a:r>
                <a:r>
                  <a:rPr sz="2400" spc="-135" dirty="0">
                    <a:latin typeface="Cambria Math"/>
                    <a:cs typeface="Cambria Math"/>
                  </a:rPr>
                  <a:t> </a:t>
                </a:r>
                <a:r>
                  <a:rPr sz="2400" dirty="0">
                    <a:latin typeface="Cambria Math"/>
                    <a:cs typeface="Cambria Math"/>
                  </a:rPr>
                  <a:t>𝒃,</a:t>
                </a:r>
                <a:r>
                  <a:rPr sz="2400" spc="-130" dirty="0">
                    <a:latin typeface="Cambria Math"/>
                    <a:cs typeface="Cambria Math"/>
                  </a:rPr>
                  <a:t> </a:t>
                </a:r>
                <a:r>
                  <a:rPr sz="2400" dirty="0">
                    <a:latin typeface="Cambria Math"/>
                    <a:cs typeface="Cambria Math"/>
                  </a:rPr>
                  <a:t>𝒄,</a:t>
                </a:r>
                <a:r>
                  <a:rPr sz="2400" spc="-130" dirty="0">
                    <a:latin typeface="Cambria Math"/>
                    <a:cs typeface="Cambria Math"/>
                  </a:rPr>
                  <a:t> </a:t>
                </a:r>
                <a:r>
                  <a:rPr sz="2400" dirty="0">
                    <a:latin typeface="Cambria Math"/>
                    <a:cs typeface="Cambria Math"/>
                  </a:rPr>
                  <a:t>𝒅,</a:t>
                </a:r>
                <a:r>
                  <a:rPr sz="2400" spc="-130" dirty="0">
                    <a:latin typeface="Cambria Math"/>
                    <a:cs typeface="Cambria Math"/>
                  </a:rPr>
                  <a:t> </a:t>
                </a:r>
                <a:r>
                  <a:rPr sz="2400" spc="-50" dirty="0">
                    <a:latin typeface="Cambria Math"/>
                    <a:cs typeface="Cambria Math"/>
                  </a:rPr>
                  <a:t>𝒇</a:t>
                </a:r>
                <a:endParaRPr sz="2400" dirty="0">
                  <a:latin typeface="Cambria Math"/>
                  <a:cs typeface="Cambria Math"/>
                </a:endParaRPr>
              </a:p>
              <a:p>
                <a:pPr marL="1691639">
                  <a:lnSpc>
                    <a:spcPts val="2755"/>
                  </a:lnSpc>
                  <a:spcBef>
                    <a:spcPts val="590"/>
                  </a:spcBef>
                  <a:tabLst>
                    <a:tab pos="3162300" algn="l"/>
                    <a:tab pos="4646930" algn="l"/>
                  </a:tabLst>
                </a:pPr>
                <a:r>
                  <a:rPr lang="zh-CN" altLang="en-US" sz="2400" spc="-50" dirty="0">
                    <a:latin typeface="Cambria Math"/>
                    <a:cs typeface="Cambria Math"/>
                  </a:rPr>
                  <a:t>𝒂</a:t>
                </a:r>
                <a:r>
                  <a:rPr lang="zh-CN" altLang="en-US" sz="2400" dirty="0">
                    <a:latin typeface="Cambria Math"/>
                    <a:cs typeface="Cambria Math"/>
                  </a:rPr>
                  <a:t>	</a:t>
                </a:r>
                <a:r>
                  <a:rPr lang="zh-CN" altLang="en-US" sz="2400" spc="-50" dirty="0">
                    <a:latin typeface="Cambria Math"/>
                    <a:cs typeface="Cambria Math"/>
                  </a:rPr>
                  <a:t>𝒃</a:t>
                </a:r>
                <a:r>
                  <a:rPr lang="zh-CN" altLang="en-US" sz="2400" dirty="0">
                    <a:latin typeface="Cambria Math"/>
                    <a:cs typeface="Cambria Math"/>
                  </a:rPr>
                  <a:t>	</a:t>
                </a:r>
                <a:r>
                  <a:rPr lang="zh-CN" altLang="en-US" sz="2400" spc="-50" dirty="0">
                    <a:latin typeface="Cambria Math"/>
                    <a:cs typeface="Cambria Math"/>
                  </a:rPr>
                  <a:t>𝒄</a:t>
                </a:r>
                <a:endParaRPr lang="zh-CN" altLang="en-US" sz="2400" dirty="0">
                  <a:latin typeface="Cambria Math"/>
                  <a:cs typeface="Cambria Math"/>
                </a:endParaRPr>
              </a:p>
              <a:p>
                <a:pPr marL="6585584">
                  <a:lnSpc>
                    <a:spcPts val="2755"/>
                  </a:lnSpc>
                  <a:tabLst>
                    <a:tab pos="7681595" algn="l"/>
                  </a:tabLst>
                </a:pPr>
                <a:r>
                  <a:rPr sz="2400" dirty="0">
                    <a:latin typeface="Cambria Math"/>
                    <a:cs typeface="Cambria Math"/>
                  </a:rPr>
                  <a:t>𝒅𝒆𝒈</a:t>
                </a:r>
                <a:r>
                  <a:rPr sz="2400" spc="455" dirty="0">
                    <a:latin typeface="Cambria Math"/>
                    <a:cs typeface="Cambria Math"/>
                  </a:rPr>
                  <a:t> </a:t>
                </a:r>
                <a:r>
                  <a:rPr sz="2400" spc="-50" dirty="0">
                    <a:latin typeface="Cambria Math"/>
                    <a:cs typeface="Cambria Math"/>
                  </a:rPr>
                  <a:t>𝒂</a:t>
                </a:r>
                <a:r>
                  <a:rPr sz="2400" dirty="0">
                    <a:latin typeface="Cambria Math"/>
                    <a:cs typeface="Cambria Math"/>
                  </a:rPr>
                  <a:t>	=</a:t>
                </a:r>
                <a:r>
                  <a:rPr sz="2400" spc="130" dirty="0">
                    <a:latin typeface="Cambria Math"/>
                    <a:cs typeface="Cambria Math"/>
                  </a:rPr>
                  <a:t> </a:t>
                </a:r>
                <a:r>
                  <a:rPr sz="2400" spc="-50" dirty="0">
                    <a:latin typeface="Cambria Math"/>
                    <a:cs typeface="Cambria Math"/>
                  </a:rPr>
                  <a:t>𝟐</a:t>
                </a:r>
                <a:endParaRPr lang="en-US" sz="2400" spc="-50" dirty="0">
                  <a:latin typeface="Cambria Math"/>
                  <a:cs typeface="Cambria Math"/>
                </a:endParaRPr>
              </a:p>
              <a:p>
                <a:pPr marL="6585584">
                  <a:lnSpc>
                    <a:spcPts val="2755"/>
                  </a:lnSpc>
                  <a:tabLst>
                    <a:tab pos="7681595" algn="l"/>
                  </a:tabLst>
                </a:pPr>
                <a:r>
                  <a:rPr lang="zh-CN" altLang="en-US" sz="2400" dirty="0">
                    <a:latin typeface="Cambria Math"/>
                    <a:cs typeface="Cambria Math"/>
                  </a:rPr>
                  <a:t>𝒅𝒆𝒈</a:t>
                </a:r>
                <a:r>
                  <a:rPr lang="zh-CN" altLang="en-US" sz="2400" spc="455" dirty="0">
                    <a:latin typeface="Cambria Math"/>
                    <a:cs typeface="Cambria Math"/>
                  </a:rPr>
                  <a:t> </a:t>
                </a:r>
                <a:r>
                  <a:rPr lang="zh-CN" altLang="en-US" sz="2400" spc="-50" dirty="0">
                    <a:latin typeface="Cambria Math"/>
                    <a:cs typeface="Cambria Math"/>
                  </a:rPr>
                  <a:t>𝒃</a:t>
                </a:r>
                <a:r>
                  <a:rPr lang="zh-CN" altLang="en-US" sz="2400" dirty="0">
                    <a:latin typeface="Cambria Math"/>
                    <a:cs typeface="Cambria Math"/>
                  </a:rPr>
                  <a:t>	</a:t>
                </a:r>
                <a:r>
                  <a:rPr lang="en-US" altLang="zh-CN" sz="2400" dirty="0">
                    <a:latin typeface="Cambria Math"/>
                    <a:cs typeface="Cambria Math"/>
                  </a:rPr>
                  <a:t>=</a:t>
                </a:r>
                <a:r>
                  <a:rPr lang="zh-CN" altLang="en-US" sz="2400" spc="130" dirty="0">
                    <a:latin typeface="Cambria Math"/>
                    <a:cs typeface="Cambria Math"/>
                  </a:rPr>
                  <a:t> </a:t>
                </a:r>
                <a:r>
                  <a:rPr lang="zh-CN" altLang="en-US" sz="2400" spc="-50" dirty="0">
                    <a:latin typeface="Cambria Math"/>
                    <a:cs typeface="Cambria Math"/>
                  </a:rPr>
                  <a:t>𝟒</a:t>
                </a:r>
                <a:endParaRPr lang="en-US" altLang="zh-CN" sz="2400" spc="-50" dirty="0">
                  <a:latin typeface="Cambria Math"/>
                  <a:cs typeface="Cambria Math"/>
                </a:endParaRPr>
              </a:p>
              <a:p>
                <a:pPr marL="6585584">
                  <a:lnSpc>
                    <a:spcPts val="2755"/>
                  </a:lnSpc>
                  <a:tabLst>
                    <a:tab pos="7681595" algn="l"/>
                  </a:tabLst>
                </a:pPr>
                <a:r>
                  <a:rPr lang="zh-CN" altLang="en-US" sz="2400" dirty="0">
                    <a:latin typeface="Cambria Math"/>
                    <a:cs typeface="Cambria Math"/>
                  </a:rPr>
                  <a:t>𝒅𝒆𝒈</a:t>
                </a:r>
                <a:r>
                  <a:rPr lang="zh-CN" altLang="en-US" sz="2400" spc="455" dirty="0">
                    <a:latin typeface="Cambria Math"/>
                    <a:cs typeface="Cambria Math"/>
                  </a:rPr>
                  <a:t> </a:t>
                </a:r>
                <a:r>
                  <a:rPr lang="zh-CN" altLang="en-US" sz="2400" spc="-50" dirty="0">
                    <a:latin typeface="Cambria Math"/>
                    <a:cs typeface="Cambria Math"/>
                  </a:rPr>
                  <a:t>𝒄</a:t>
                </a:r>
                <a:r>
                  <a:rPr lang="zh-CN" altLang="en-US" sz="2400" dirty="0">
                    <a:latin typeface="Cambria Math"/>
                    <a:cs typeface="Cambria Math"/>
                  </a:rPr>
                  <a:t>	</a:t>
                </a:r>
                <a:r>
                  <a:rPr lang="en-US" altLang="zh-CN" sz="2400" dirty="0">
                    <a:latin typeface="Cambria Math"/>
                    <a:cs typeface="Cambria Math"/>
                  </a:rPr>
                  <a:t>=</a:t>
                </a:r>
                <a:r>
                  <a:rPr lang="zh-CN" altLang="en-US" sz="2400" spc="130" dirty="0">
                    <a:latin typeface="Cambria Math"/>
                    <a:cs typeface="Cambria Math"/>
                  </a:rPr>
                  <a:t> </a:t>
                </a:r>
                <a:r>
                  <a:rPr lang="zh-CN" altLang="en-US" sz="2400" spc="-50" dirty="0">
                    <a:latin typeface="Cambria Math"/>
                    <a:cs typeface="Cambria Math"/>
                  </a:rPr>
                  <a:t>𝟏</a:t>
                </a:r>
                <a:endParaRPr lang="en-US" altLang="zh-CN" sz="2400" spc="-50" dirty="0">
                  <a:latin typeface="Cambria Math"/>
                  <a:cs typeface="Cambria Math"/>
                </a:endParaRPr>
              </a:p>
              <a:p>
                <a:pPr marL="6585584">
                  <a:lnSpc>
                    <a:spcPts val="2755"/>
                  </a:lnSpc>
                  <a:tabLst>
                    <a:tab pos="7681595" algn="l"/>
                  </a:tabLst>
                </a:pPr>
                <a:r>
                  <a:rPr lang="zh-CN" altLang="en-US" sz="2400" dirty="0">
                    <a:latin typeface="Cambria Math"/>
                    <a:cs typeface="Cambria Math"/>
                  </a:rPr>
                  <a:t>𝒅𝒆𝒈</a:t>
                </a:r>
                <a:r>
                  <a:rPr lang="zh-CN" altLang="en-US" sz="2400" spc="459" dirty="0">
                    <a:latin typeface="Cambria Math"/>
                    <a:cs typeface="Cambria Math"/>
                  </a:rPr>
                  <a:t> </a:t>
                </a:r>
                <a:r>
                  <a:rPr lang="zh-CN" altLang="en-US" sz="2400" spc="-50" dirty="0">
                    <a:latin typeface="Cambria Math"/>
                    <a:cs typeface="Cambria Math"/>
                  </a:rPr>
                  <a:t>𝒅</a:t>
                </a:r>
                <a:r>
                  <a:rPr lang="zh-CN" altLang="en-US" sz="2400" dirty="0">
                    <a:latin typeface="Cambria Math"/>
                    <a:cs typeface="Cambria Math"/>
                  </a:rPr>
                  <a:t>	</a:t>
                </a:r>
                <a:r>
                  <a:rPr lang="en-US" altLang="zh-CN" sz="2400" dirty="0">
                    <a:latin typeface="Cambria Math"/>
                    <a:cs typeface="Cambria Math"/>
                  </a:rPr>
                  <a:t>=</a:t>
                </a:r>
                <a:r>
                  <a:rPr lang="zh-CN" altLang="en-US" sz="2400" spc="130" dirty="0">
                    <a:latin typeface="Cambria Math"/>
                    <a:cs typeface="Cambria Math"/>
                  </a:rPr>
                  <a:t> </a:t>
                </a:r>
                <a:r>
                  <a:rPr lang="zh-CN" altLang="en-US" sz="2400" spc="-50" dirty="0">
                    <a:latin typeface="Cambria Math"/>
                    <a:cs typeface="Cambria Math"/>
                  </a:rPr>
                  <a:t>𝟑</a:t>
                </a:r>
                <a:endParaRPr lang="en-US" altLang="zh-CN" sz="2400" spc="-50" dirty="0">
                  <a:latin typeface="Cambria Math"/>
                  <a:cs typeface="Cambria Math"/>
                </a:endParaRPr>
              </a:p>
              <a:p>
                <a:pPr marL="6585584">
                  <a:lnSpc>
                    <a:spcPts val="2755"/>
                  </a:lnSpc>
                  <a:tabLst>
                    <a:tab pos="7681595" algn="l"/>
                  </a:tabLst>
                </a:pPr>
                <a:r>
                  <a:rPr lang="zh-CN" altLang="en-US" sz="2400" dirty="0">
                    <a:latin typeface="Cambria Math"/>
                    <a:cs typeface="Cambria Math"/>
                  </a:rPr>
                  <a:t>𝒅𝒆𝒈</a:t>
                </a:r>
                <a:r>
                  <a:rPr lang="zh-CN" altLang="en-US" sz="2400" spc="455" dirty="0">
                    <a:latin typeface="Cambria Math"/>
                    <a:cs typeface="Cambria Math"/>
                  </a:rPr>
                  <a:t> </a:t>
                </a:r>
                <a:r>
                  <a:rPr lang="zh-CN" altLang="en-US" sz="2400" spc="-50" dirty="0">
                    <a:latin typeface="Cambria Math"/>
                    <a:cs typeface="Cambria Math"/>
                  </a:rPr>
                  <a:t>𝒇</a:t>
                </a:r>
                <a:r>
                  <a:rPr lang="zh-CN" altLang="en-US" sz="2400" dirty="0">
                    <a:latin typeface="Cambria Math"/>
                    <a:cs typeface="Cambria Math"/>
                  </a:rPr>
                  <a:t>	</a:t>
                </a:r>
                <a:r>
                  <a:rPr lang="en-US" altLang="zh-CN" sz="2400" dirty="0">
                    <a:latin typeface="Cambria Math"/>
                    <a:cs typeface="Cambria Math"/>
                  </a:rPr>
                  <a:t>=</a:t>
                </a:r>
                <a:r>
                  <a:rPr lang="zh-CN" altLang="en-US" sz="2400" spc="130" dirty="0">
                    <a:latin typeface="Cambria Math"/>
                    <a:cs typeface="Cambria Math"/>
                  </a:rPr>
                  <a:t> </a:t>
                </a:r>
                <a:r>
                  <a:rPr lang="zh-CN" altLang="en-US" sz="2400" spc="-50" dirty="0">
                    <a:latin typeface="Cambria Math"/>
                    <a:cs typeface="Cambria Math"/>
                  </a:rPr>
                  <a:t>𝟐</a:t>
                </a:r>
                <a:endParaRPr lang="zh-CN" altLang="en-US" sz="2400" dirty="0">
                  <a:latin typeface="Cambria Math"/>
                  <a:cs typeface="Cambria Math"/>
                </a:endParaRPr>
              </a:p>
              <a:p>
                <a:pPr marL="6585584">
                  <a:lnSpc>
                    <a:spcPts val="2755"/>
                  </a:lnSpc>
                  <a:tabLst>
                    <a:tab pos="7681595" algn="l"/>
                  </a:tabLst>
                </a:pPr>
                <a:endParaRPr lang="zh-CN" altLang="en-US" sz="2400" dirty="0">
                  <a:latin typeface="Cambria Math"/>
                  <a:cs typeface="Cambria Math"/>
                </a:endParaRPr>
              </a:p>
              <a:p>
                <a:pPr marL="6585584">
                  <a:lnSpc>
                    <a:spcPts val="2755"/>
                  </a:lnSpc>
                  <a:tabLst>
                    <a:tab pos="7681595" algn="l"/>
                  </a:tabLst>
                </a:pPr>
                <a:endParaRPr lang="zh-CN" altLang="en-US" sz="2400" dirty="0">
                  <a:latin typeface="Cambria Math"/>
                  <a:cs typeface="Cambria Math"/>
                </a:endParaRPr>
              </a:p>
              <a:p>
                <a:pPr marL="6585584">
                  <a:lnSpc>
                    <a:spcPts val="2755"/>
                  </a:lnSpc>
                  <a:tabLst>
                    <a:tab pos="7681595" algn="l"/>
                  </a:tabLst>
                </a:pPr>
                <a:endParaRPr lang="zh-CN" altLang="en-US" sz="2400" dirty="0">
                  <a:latin typeface="Cambria Math"/>
                  <a:cs typeface="Cambria Math"/>
                </a:endParaRPr>
              </a:p>
              <a:p>
                <a:pPr marL="6585584">
                  <a:lnSpc>
                    <a:spcPts val="2755"/>
                  </a:lnSpc>
                  <a:tabLst>
                    <a:tab pos="7681595" algn="l"/>
                  </a:tabLst>
                </a:pPr>
                <a:endParaRPr sz="2400" dirty="0">
                  <a:latin typeface="Cambria Math"/>
                  <a:cs typeface="Cambria Math"/>
                </a:endParaRPr>
              </a:p>
            </p:txBody>
          </p:sp>
        </mc:Choice>
        <mc:Fallback xmlns="">
          <p:sp>
            <p:nvSpPr>
              <p:cNvPr id="15" name="object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315" y="983841"/>
                <a:ext cx="10523829" cy="6895477"/>
              </a:xfrm>
              <a:prstGeom prst="rect">
                <a:avLst/>
              </a:prstGeom>
              <a:blipFill>
                <a:blip r:embed="rId2"/>
                <a:stretch>
                  <a:fillRect l="-361" t="-18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object 3">
            <a:extLst>
              <a:ext uri="{FF2B5EF4-FFF2-40B4-BE49-F238E27FC236}">
                <a16:creationId xmlns:a16="http://schemas.microsoft.com/office/drawing/2014/main" id="{F72611D0-EA9D-F14A-A9BB-7FEBA9A7431D}"/>
              </a:ext>
            </a:extLst>
          </p:cNvPr>
          <p:cNvSpPr/>
          <p:nvPr/>
        </p:nvSpPr>
        <p:spPr>
          <a:xfrm>
            <a:off x="7829114" y="4978634"/>
            <a:ext cx="384810" cy="282575"/>
          </a:xfrm>
          <a:custGeom>
            <a:avLst/>
            <a:gdLst/>
            <a:ahLst/>
            <a:cxnLst/>
            <a:rect l="l" t="t" r="r" b="b"/>
            <a:pathLst>
              <a:path w="384809" h="282575">
                <a:moveTo>
                  <a:pt x="294512" y="0"/>
                </a:moveTo>
                <a:lnTo>
                  <a:pt x="290575" y="11556"/>
                </a:lnTo>
                <a:lnTo>
                  <a:pt x="306883" y="18631"/>
                </a:lnTo>
                <a:lnTo>
                  <a:pt x="320928" y="28432"/>
                </a:lnTo>
                <a:lnTo>
                  <a:pt x="349472" y="73925"/>
                </a:lnTo>
                <a:lnTo>
                  <a:pt x="357854" y="115732"/>
                </a:lnTo>
                <a:lnTo>
                  <a:pt x="358901" y="139826"/>
                </a:lnTo>
                <a:lnTo>
                  <a:pt x="357854" y="164707"/>
                </a:lnTo>
                <a:lnTo>
                  <a:pt x="349472" y="207656"/>
                </a:lnTo>
                <a:lnTo>
                  <a:pt x="320976" y="253857"/>
                </a:lnTo>
                <a:lnTo>
                  <a:pt x="290956" y="270890"/>
                </a:lnTo>
                <a:lnTo>
                  <a:pt x="294512" y="282320"/>
                </a:lnTo>
                <a:lnTo>
                  <a:pt x="333073" y="264302"/>
                </a:lnTo>
                <a:lnTo>
                  <a:pt x="361441" y="233044"/>
                </a:lnTo>
                <a:lnTo>
                  <a:pt x="378809" y="191134"/>
                </a:lnTo>
                <a:lnTo>
                  <a:pt x="384555" y="141223"/>
                </a:lnTo>
                <a:lnTo>
                  <a:pt x="383103" y="115359"/>
                </a:lnTo>
                <a:lnTo>
                  <a:pt x="371482" y="69536"/>
                </a:lnTo>
                <a:lnTo>
                  <a:pt x="348430" y="32146"/>
                </a:lnTo>
                <a:lnTo>
                  <a:pt x="315041" y="7381"/>
                </a:lnTo>
                <a:lnTo>
                  <a:pt x="294512" y="0"/>
                </a:lnTo>
                <a:close/>
              </a:path>
              <a:path w="384809" h="282575">
                <a:moveTo>
                  <a:pt x="90042" y="0"/>
                </a:moveTo>
                <a:lnTo>
                  <a:pt x="51657" y="18097"/>
                </a:lnTo>
                <a:lnTo>
                  <a:pt x="23367" y="49529"/>
                </a:lnTo>
                <a:lnTo>
                  <a:pt x="5826" y="91471"/>
                </a:lnTo>
                <a:lnTo>
                  <a:pt x="0" y="141223"/>
                </a:lnTo>
                <a:lnTo>
                  <a:pt x="1452" y="167179"/>
                </a:lnTo>
                <a:lnTo>
                  <a:pt x="13073" y="213090"/>
                </a:lnTo>
                <a:lnTo>
                  <a:pt x="36125" y="250334"/>
                </a:lnTo>
                <a:lnTo>
                  <a:pt x="69514" y="274960"/>
                </a:lnTo>
                <a:lnTo>
                  <a:pt x="90042" y="282320"/>
                </a:lnTo>
                <a:lnTo>
                  <a:pt x="93599" y="270890"/>
                </a:lnTo>
                <a:lnTo>
                  <a:pt x="77549" y="263773"/>
                </a:lnTo>
                <a:lnTo>
                  <a:pt x="63690" y="253857"/>
                </a:lnTo>
                <a:lnTo>
                  <a:pt x="35210" y="207656"/>
                </a:lnTo>
                <a:lnTo>
                  <a:pt x="26828" y="164707"/>
                </a:lnTo>
                <a:lnTo>
                  <a:pt x="25780" y="139826"/>
                </a:lnTo>
                <a:lnTo>
                  <a:pt x="26828" y="115732"/>
                </a:lnTo>
                <a:lnTo>
                  <a:pt x="35210" y="73925"/>
                </a:lnTo>
                <a:lnTo>
                  <a:pt x="63801" y="28432"/>
                </a:lnTo>
                <a:lnTo>
                  <a:pt x="94106" y="11556"/>
                </a:lnTo>
                <a:lnTo>
                  <a:pt x="9004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14">
            <a:extLst>
              <a:ext uri="{FF2B5EF4-FFF2-40B4-BE49-F238E27FC236}">
                <a16:creationId xmlns:a16="http://schemas.microsoft.com/office/drawing/2014/main" id="{47A4CBAF-845E-7A40-9CA6-70A4CF14E744}"/>
              </a:ext>
            </a:extLst>
          </p:cNvPr>
          <p:cNvSpPr/>
          <p:nvPr/>
        </p:nvSpPr>
        <p:spPr>
          <a:xfrm>
            <a:off x="7845116" y="5367545"/>
            <a:ext cx="353695" cy="282575"/>
          </a:xfrm>
          <a:custGeom>
            <a:avLst/>
            <a:gdLst/>
            <a:ahLst/>
            <a:cxnLst/>
            <a:rect l="l" t="t" r="r" b="b"/>
            <a:pathLst>
              <a:path w="353695" h="282575">
                <a:moveTo>
                  <a:pt x="263270" y="0"/>
                </a:moveTo>
                <a:lnTo>
                  <a:pt x="259333" y="11556"/>
                </a:lnTo>
                <a:lnTo>
                  <a:pt x="275641" y="18631"/>
                </a:lnTo>
                <a:lnTo>
                  <a:pt x="289686" y="28432"/>
                </a:lnTo>
                <a:lnTo>
                  <a:pt x="318230" y="73925"/>
                </a:lnTo>
                <a:lnTo>
                  <a:pt x="326612" y="115732"/>
                </a:lnTo>
                <a:lnTo>
                  <a:pt x="327659" y="139826"/>
                </a:lnTo>
                <a:lnTo>
                  <a:pt x="326612" y="164707"/>
                </a:lnTo>
                <a:lnTo>
                  <a:pt x="318230" y="207656"/>
                </a:lnTo>
                <a:lnTo>
                  <a:pt x="289734" y="253857"/>
                </a:lnTo>
                <a:lnTo>
                  <a:pt x="259714" y="270890"/>
                </a:lnTo>
                <a:lnTo>
                  <a:pt x="263270" y="282320"/>
                </a:lnTo>
                <a:lnTo>
                  <a:pt x="301831" y="264302"/>
                </a:lnTo>
                <a:lnTo>
                  <a:pt x="330200" y="233044"/>
                </a:lnTo>
                <a:lnTo>
                  <a:pt x="347567" y="191134"/>
                </a:lnTo>
                <a:lnTo>
                  <a:pt x="353313" y="141223"/>
                </a:lnTo>
                <a:lnTo>
                  <a:pt x="351861" y="115359"/>
                </a:lnTo>
                <a:lnTo>
                  <a:pt x="340240" y="69536"/>
                </a:lnTo>
                <a:lnTo>
                  <a:pt x="317188" y="32146"/>
                </a:lnTo>
                <a:lnTo>
                  <a:pt x="283799" y="7381"/>
                </a:lnTo>
                <a:lnTo>
                  <a:pt x="263270" y="0"/>
                </a:lnTo>
                <a:close/>
              </a:path>
              <a:path w="353695" h="282575">
                <a:moveTo>
                  <a:pt x="90042" y="0"/>
                </a:moveTo>
                <a:lnTo>
                  <a:pt x="51657" y="18097"/>
                </a:lnTo>
                <a:lnTo>
                  <a:pt x="23367" y="49529"/>
                </a:lnTo>
                <a:lnTo>
                  <a:pt x="5826" y="91471"/>
                </a:lnTo>
                <a:lnTo>
                  <a:pt x="0" y="141223"/>
                </a:lnTo>
                <a:lnTo>
                  <a:pt x="1452" y="167179"/>
                </a:lnTo>
                <a:lnTo>
                  <a:pt x="13073" y="213090"/>
                </a:lnTo>
                <a:lnTo>
                  <a:pt x="36125" y="250334"/>
                </a:lnTo>
                <a:lnTo>
                  <a:pt x="69514" y="274960"/>
                </a:lnTo>
                <a:lnTo>
                  <a:pt x="90042" y="282320"/>
                </a:lnTo>
                <a:lnTo>
                  <a:pt x="93599" y="270890"/>
                </a:lnTo>
                <a:lnTo>
                  <a:pt x="77549" y="263773"/>
                </a:lnTo>
                <a:lnTo>
                  <a:pt x="63690" y="253857"/>
                </a:lnTo>
                <a:lnTo>
                  <a:pt x="35210" y="207656"/>
                </a:lnTo>
                <a:lnTo>
                  <a:pt x="26828" y="164707"/>
                </a:lnTo>
                <a:lnTo>
                  <a:pt x="25780" y="139826"/>
                </a:lnTo>
                <a:lnTo>
                  <a:pt x="26828" y="115732"/>
                </a:lnTo>
                <a:lnTo>
                  <a:pt x="35210" y="73925"/>
                </a:lnTo>
                <a:lnTo>
                  <a:pt x="63801" y="28432"/>
                </a:lnTo>
                <a:lnTo>
                  <a:pt x="94106" y="11556"/>
                </a:lnTo>
                <a:lnTo>
                  <a:pt x="9004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5">
            <a:extLst>
              <a:ext uri="{FF2B5EF4-FFF2-40B4-BE49-F238E27FC236}">
                <a16:creationId xmlns:a16="http://schemas.microsoft.com/office/drawing/2014/main" id="{185C17F5-A8B6-7C49-89F0-1B7C9C63D684}"/>
              </a:ext>
            </a:extLst>
          </p:cNvPr>
          <p:cNvSpPr/>
          <p:nvPr/>
        </p:nvSpPr>
        <p:spPr>
          <a:xfrm>
            <a:off x="7835355" y="5721766"/>
            <a:ext cx="395605" cy="282575"/>
          </a:xfrm>
          <a:custGeom>
            <a:avLst/>
            <a:gdLst/>
            <a:ahLst/>
            <a:cxnLst/>
            <a:rect l="l" t="t" r="r" b="b"/>
            <a:pathLst>
              <a:path w="395604" h="282575">
                <a:moveTo>
                  <a:pt x="305180" y="0"/>
                </a:moveTo>
                <a:lnTo>
                  <a:pt x="301244" y="11455"/>
                </a:lnTo>
                <a:lnTo>
                  <a:pt x="317551" y="18551"/>
                </a:lnTo>
                <a:lnTo>
                  <a:pt x="331597" y="28371"/>
                </a:lnTo>
                <a:lnTo>
                  <a:pt x="360140" y="73880"/>
                </a:lnTo>
                <a:lnTo>
                  <a:pt x="368522" y="115661"/>
                </a:lnTo>
                <a:lnTo>
                  <a:pt x="369570" y="139750"/>
                </a:lnTo>
                <a:lnTo>
                  <a:pt x="368522" y="164649"/>
                </a:lnTo>
                <a:lnTo>
                  <a:pt x="360140" y="207587"/>
                </a:lnTo>
                <a:lnTo>
                  <a:pt x="331644" y="253828"/>
                </a:lnTo>
                <a:lnTo>
                  <a:pt x="301625" y="270865"/>
                </a:lnTo>
                <a:lnTo>
                  <a:pt x="305180" y="282333"/>
                </a:lnTo>
                <a:lnTo>
                  <a:pt x="343741" y="264264"/>
                </a:lnTo>
                <a:lnTo>
                  <a:pt x="372110" y="232994"/>
                </a:lnTo>
                <a:lnTo>
                  <a:pt x="389477" y="191111"/>
                </a:lnTo>
                <a:lnTo>
                  <a:pt x="395224" y="141236"/>
                </a:lnTo>
                <a:lnTo>
                  <a:pt x="393771" y="115357"/>
                </a:lnTo>
                <a:lnTo>
                  <a:pt x="382150" y="69484"/>
                </a:lnTo>
                <a:lnTo>
                  <a:pt x="359098" y="32134"/>
                </a:lnTo>
                <a:lnTo>
                  <a:pt x="325709" y="7391"/>
                </a:lnTo>
                <a:lnTo>
                  <a:pt x="305180" y="0"/>
                </a:lnTo>
                <a:close/>
              </a:path>
              <a:path w="395604" h="282575">
                <a:moveTo>
                  <a:pt x="90043" y="0"/>
                </a:moveTo>
                <a:lnTo>
                  <a:pt x="51657" y="18102"/>
                </a:lnTo>
                <a:lnTo>
                  <a:pt x="23368" y="49491"/>
                </a:lnTo>
                <a:lnTo>
                  <a:pt x="5826" y="91439"/>
                </a:lnTo>
                <a:lnTo>
                  <a:pt x="0" y="141236"/>
                </a:lnTo>
                <a:lnTo>
                  <a:pt x="1452" y="167173"/>
                </a:lnTo>
                <a:lnTo>
                  <a:pt x="13073" y="213051"/>
                </a:lnTo>
                <a:lnTo>
                  <a:pt x="36125" y="250279"/>
                </a:lnTo>
                <a:lnTo>
                  <a:pt x="69514" y="274949"/>
                </a:lnTo>
                <a:lnTo>
                  <a:pt x="90043" y="282333"/>
                </a:lnTo>
                <a:lnTo>
                  <a:pt x="93599" y="270865"/>
                </a:lnTo>
                <a:lnTo>
                  <a:pt x="77549" y="263743"/>
                </a:lnTo>
                <a:lnTo>
                  <a:pt x="63690" y="253828"/>
                </a:lnTo>
                <a:lnTo>
                  <a:pt x="35210" y="207587"/>
                </a:lnTo>
                <a:lnTo>
                  <a:pt x="26828" y="164649"/>
                </a:lnTo>
                <a:lnTo>
                  <a:pt x="25780" y="139750"/>
                </a:lnTo>
                <a:lnTo>
                  <a:pt x="26828" y="115661"/>
                </a:lnTo>
                <a:lnTo>
                  <a:pt x="35210" y="73880"/>
                </a:lnTo>
                <a:lnTo>
                  <a:pt x="63801" y="28371"/>
                </a:lnTo>
                <a:lnTo>
                  <a:pt x="94106" y="11455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11">
            <a:extLst>
              <a:ext uri="{FF2B5EF4-FFF2-40B4-BE49-F238E27FC236}">
                <a16:creationId xmlns:a16="http://schemas.microsoft.com/office/drawing/2014/main" id="{43328028-80BC-A941-A3DF-9326735CE9AA}"/>
              </a:ext>
            </a:extLst>
          </p:cNvPr>
          <p:cNvSpPr txBox="1"/>
          <p:nvPr/>
        </p:nvSpPr>
        <p:spPr>
          <a:xfrm>
            <a:off x="2275077" y="5836410"/>
            <a:ext cx="2216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𝒅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5" name="object 15">
            <a:extLst>
              <a:ext uri="{FF2B5EF4-FFF2-40B4-BE49-F238E27FC236}">
                <a16:creationId xmlns:a16="http://schemas.microsoft.com/office/drawing/2014/main" id="{3C1EF327-EBE3-3544-B2C8-9C41BC463FB7}"/>
              </a:ext>
            </a:extLst>
          </p:cNvPr>
          <p:cNvSpPr txBox="1"/>
          <p:nvPr/>
        </p:nvSpPr>
        <p:spPr>
          <a:xfrm>
            <a:off x="3756914" y="5836410"/>
            <a:ext cx="1974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𝒇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6" name="object 16">
            <a:extLst>
              <a:ext uri="{FF2B5EF4-FFF2-40B4-BE49-F238E27FC236}">
                <a16:creationId xmlns:a16="http://schemas.microsoft.com/office/drawing/2014/main" id="{C6A7F514-E9FD-0E4F-B925-6C8A3B9BF3D7}"/>
              </a:ext>
            </a:extLst>
          </p:cNvPr>
          <p:cNvSpPr/>
          <p:nvPr/>
        </p:nvSpPr>
        <p:spPr>
          <a:xfrm>
            <a:off x="5063490" y="4108957"/>
            <a:ext cx="596900" cy="596900"/>
          </a:xfrm>
          <a:custGeom>
            <a:avLst/>
            <a:gdLst/>
            <a:ahLst/>
            <a:cxnLst/>
            <a:rect l="l" t="t" r="r" b="b"/>
            <a:pathLst>
              <a:path w="596900" h="596900">
                <a:moveTo>
                  <a:pt x="0" y="298323"/>
                </a:moveTo>
                <a:lnTo>
                  <a:pt x="3905" y="249943"/>
                </a:lnTo>
                <a:lnTo>
                  <a:pt x="15212" y="204045"/>
                </a:lnTo>
                <a:lnTo>
                  <a:pt x="33305" y="161244"/>
                </a:lnTo>
                <a:lnTo>
                  <a:pt x="57570" y="122154"/>
                </a:lnTo>
                <a:lnTo>
                  <a:pt x="87391" y="87391"/>
                </a:lnTo>
                <a:lnTo>
                  <a:pt x="122154" y="57570"/>
                </a:lnTo>
                <a:lnTo>
                  <a:pt x="161244" y="33305"/>
                </a:lnTo>
                <a:lnTo>
                  <a:pt x="204045" y="15212"/>
                </a:lnTo>
                <a:lnTo>
                  <a:pt x="249943" y="3905"/>
                </a:lnTo>
                <a:lnTo>
                  <a:pt x="298323" y="0"/>
                </a:lnTo>
                <a:lnTo>
                  <a:pt x="346702" y="3905"/>
                </a:lnTo>
                <a:lnTo>
                  <a:pt x="392600" y="15212"/>
                </a:lnTo>
                <a:lnTo>
                  <a:pt x="435401" y="33305"/>
                </a:lnTo>
                <a:lnTo>
                  <a:pt x="474491" y="57570"/>
                </a:lnTo>
                <a:lnTo>
                  <a:pt x="509254" y="87391"/>
                </a:lnTo>
                <a:lnTo>
                  <a:pt x="539075" y="122154"/>
                </a:lnTo>
                <a:lnTo>
                  <a:pt x="563340" y="161244"/>
                </a:lnTo>
                <a:lnTo>
                  <a:pt x="581433" y="204045"/>
                </a:lnTo>
                <a:lnTo>
                  <a:pt x="592740" y="249943"/>
                </a:lnTo>
                <a:lnTo>
                  <a:pt x="596646" y="298323"/>
                </a:lnTo>
                <a:lnTo>
                  <a:pt x="592740" y="346702"/>
                </a:lnTo>
                <a:lnTo>
                  <a:pt x="581433" y="392600"/>
                </a:lnTo>
                <a:lnTo>
                  <a:pt x="563340" y="435401"/>
                </a:lnTo>
                <a:lnTo>
                  <a:pt x="539075" y="474491"/>
                </a:lnTo>
                <a:lnTo>
                  <a:pt x="509254" y="509254"/>
                </a:lnTo>
                <a:lnTo>
                  <a:pt x="474491" y="539075"/>
                </a:lnTo>
                <a:lnTo>
                  <a:pt x="435401" y="563340"/>
                </a:lnTo>
                <a:lnTo>
                  <a:pt x="392600" y="581433"/>
                </a:lnTo>
                <a:lnTo>
                  <a:pt x="346702" y="592740"/>
                </a:lnTo>
                <a:lnTo>
                  <a:pt x="298323" y="596646"/>
                </a:lnTo>
                <a:lnTo>
                  <a:pt x="249943" y="592740"/>
                </a:lnTo>
                <a:lnTo>
                  <a:pt x="204045" y="581433"/>
                </a:lnTo>
                <a:lnTo>
                  <a:pt x="161244" y="563340"/>
                </a:lnTo>
                <a:lnTo>
                  <a:pt x="122154" y="539075"/>
                </a:lnTo>
                <a:lnTo>
                  <a:pt x="87391" y="509254"/>
                </a:lnTo>
                <a:lnTo>
                  <a:pt x="57570" y="474491"/>
                </a:lnTo>
                <a:lnTo>
                  <a:pt x="33305" y="435401"/>
                </a:lnTo>
                <a:lnTo>
                  <a:pt x="15212" y="392600"/>
                </a:lnTo>
                <a:lnTo>
                  <a:pt x="3905" y="346702"/>
                </a:lnTo>
                <a:lnTo>
                  <a:pt x="0" y="298323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7">
            <a:extLst>
              <a:ext uri="{FF2B5EF4-FFF2-40B4-BE49-F238E27FC236}">
                <a16:creationId xmlns:a16="http://schemas.microsoft.com/office/drawing/2014/main" id="{9B4DD728-8703-414A-AF5A-28EDF3C0C6AF}"/>
              </a:ext>
            </a:extLst>
          </p:cNvPr>
          <p:cNvSpPr/>
          <p:nvPr/>
        </p:nvSpPr>
        <p:spPr>
          <a:xfrm>
            <a:off x="7835971" y="6052803"/>
            <a:ext cx="370840" cy="282575"/>
          </a:xfrm>
          <a:custGeom>
            <a:avLst/>
            <a:gdLst/>
            <a:ahLst/>
            <a:cxnLst/>
            <a:rect l="l" t="t" r="r" b="b"/>
            <a:pathLst>
              <a:path w="370840" h="282575">
                <a:moveTo>
                  <a:pt x="280797" y="0"/>
                </a:moveTo>
                <a:lnTo>
                  <a:pt x="276859" y="11455"/>
                </a:lnTo>
                <a:lnTo>
                  <a:pt x="293167" y="18551"/>
                </a:lnTo>
                <a:lnTo>
                  <a:pt x="307212" y="28371"/>
                </a:lnTo>
                <a:lnTo>
                  <a:pt x="335756" y="73880"/>
                </a:lnTo>
                <a:lnTo>
                  <a:pt x="344138" y="115661"/>
                </a:lnTo>
                <a:lnTo>
                  <a:pt x="345185" y="139750"/>
                </a:lnTo>
                <a:lnTo>
                  <a:pt x="344138" y="164649"/>
                </a:lnTo>
                <a:lnTo>
                  <a:pt x="335756" y="207587"/>
                </a:lnTo>
                <a:lnTo>
                  <a:pt x="307260" y="253828"/>
                </a:lnTo>
                <a:lnTo>
                  <a:pt x="277241" y="270865"/>
                </a:lnTo>
                <a:lnTo>
                  <a:pt x="280797" y="282333"/>
                </a:lnTo>
                <a:lnTo>
                  <a:pt x="319357" y="264264"/>
                </a:lnTo>
                <a:lnTo>
                  <a:pt x="347725" y="232994"/>
                </a:lnTo>
                <a:lnTo>
                  <a:pt x="365093" y="191115"/>
                </a:lnTo>
                <a:lnTo>
                  <a:pt x="370839" y="141236"/>
                </a:lnTo>
                <a:lnTo>
                  <a:pt x="369387" y="115357"/>
                </a:lnTo>
                <a:lnTo>
                  <a:pt x="357766" y="69484"/>
                </a:lnTo>
                <a:lnTo>
                  <a:pt x="334714" y="32134"/>
                </a:lnTo>
                <a:lnTo>
                  <a:pt x="301325" y="7391"/>
                </a:lnTo>
                <a:lnTo>
                  <a:pt x="280797" y="0"/>
                </a:lnTo>
                <a:close/>
              </a:path>
              <a:path w="370840" h="282575">
                <a:moveTo>
                  <a:pt x="90043" y="0"/>
                </a:moveTo>
                <a:lnTo>
                  <a:pt x="51657" y="18102"/>
                </a:lnTo>
                <a:lnTo>
                  <a:pt x="23368" y="49491"/>
                </a:lnTo>
                <a:lnTo>
                  <a:pt x="5826" y="91440"/>
                </a:lnTo>
                <a:lnTo>
                  <a:pt x="0" y="141236"/>
                </a:lnTo>
                <a:lnTo>
                  <a:pt x="1452" y="167175"/>
                </a:lnTo>
                <a:lnTo>
                  <a:pt x="13073" y="213056"/>
                </a:lnTo>
                <a:lnTo>
                  <a:pt x="36125" y="250279"/>
                </a:lnTo>
                <a:lnTo>
                  <a:pt x="69514" y="274949"/>
                </a:lnTo>
                <a:lnTo>
                  <a:pt x="90043" y="282333"/>
                </a:lnTo>
                <a:lnTo>
                  <a:pt x="93599" y="270865"/>
                </a:lnTo>
                <a:lnTo>
                  <a:pt x="77549" y="263743"/>
                </a:lnTo>
                <a:lnTo>
                  <a:pt x="63690" y="253828"/>
                </a:lnTo>
                <a:lnTo>
                  <a:pt x="35210" y="207587"/>
                </a:lnTo>
                <a:lnTo>
                  <a:pt x="26828" y="164649"/>
                </a:lnTo>
                <a:lnTo>
                  <a:pt x="25780" y="139750"/>
                </a:lnTo>
                <a:lnTo>
                  <a:pt x="26828" y="115661"/>
                </a:lnTo>
                <a:lnTo>
                  <a:pt x="35210" y="73880"/>
                </a:lnTo>
                <a:lnTo>
                  <a:pt x="63801" y="28371"/>
                </a:lnTo>
                <a:lnTo>
                  <a:pt x="94106" y="11455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12">
            <a:extLst>
              <a:ext uri="{FF2B5EF4-FFF2-40B4-BE49-F238E27FC236}">
                <a16:creationId xmlns:a16="http://schemas.microsoft.com/office/drawing/2014/main" id="{4525A391-20E6-DA48-B02F-E2CF9E74F579}"/>
              </a:ext>
            </a:extLst>
          </p:cNvPr>
          <p:cNvSpPr/>
          <p:nvPr/>
        </p:nvSpPr>
        <p:spPr>
          <a:xfrm>
            <a:off x="2125979" y="4108957"/>
            <a:ext cx="2065020" cy="2231390"/>
          </a:xfrm>
          <a:custGeom>
            <a:avLst/>
            <a:gdLst/>
            <a:ahLst/>
            <a:cxnLst/>
            <a:rect l="l" t="t" r="r" b="b"/>
            <a:pathLst>
              <a:path w="2065020" h="2231390">
                <a:moveTo>
                  <a:pt x="0" y="298323"/>
                </a:moveTo>
                <a:lnTo>
                  <a:pt x="3898" y="249943"/>
                </a:lnTo>
                <a:lnTo>
                  <a:pt x="15185" y="204045"/>
                </a:lnTo>
                <a:lnTo>
                  <a:pt x="33247" y="161244"/>
                </a:lnTo>
                <a:lnTo>
                  <a:pt x="57473" y="122154"/>
                </a:lnTo>
                <a:lnTo>
                  <a:pt x="87249" y="87391"/>
                </a:lnTo>
                <a:lnTo>
                  <a:pt x="121962" y="57570"/>
                </a:lnTo>
                <a:lnTo>
                  <a:pt x="161001" y="33305"/>
                </a:lnTo>
                <a:lnTo>
                  <a:pt x="203752" y="15212"/>
                </a:lnTo>
                <a:lnTo>
                  <a:pt x="249603" y="3905"/>
                </a:lnTo>
                <a:lnTo>
                  <a:pt x="297942" y="0"/>
                </a:lnTo>
                <a:lnTo>
                  <a:pt x="346280" y="3905"/>
                </a:lnTo>
                <a:lnTo>
                  <a:pt x="392131" y="15212"/>
                </a:lnTo>
                <a:lnTo>
                  <a:pt x="434882" y="33305"/>
                </a:lnTo>
                <a:lnTo>
                  <a:pt x="473921" y="57570"/>
                </a:lnTo>
                <a:lnTo>
                  <a:pt x="508635" y="87391"/>
                </a:lnTo>
                <a:lnTo>
                  <a:pt x="538410" y="122154"/>
                </a:lnTo>
                <a:lnTo>
                  <a:pt x="562636" y="161244"/>
                </a:lnTo>
                <a:lnTo>
                  <a:pt x="580698" y="204045"/>
                </a:lnTo>
                <a:lnTo>
                  <a:pt x="591985" y="249943"/>
                </a:lnTo>
                <a:lnTo>
                  <a:pt x="595883" y="298323"/>
                </a:lnTo>
                <a:lnTo>
                  <a:pt x="591985" y="346702"/>
                </a:lnTo>
                <a:lnTo>
                  <a:pt x="580698" y="392600"/>
                </a:lnTo>
                <a:lnTo>
                  <a:pt x="562636" y="435401"/>
                </a:lnTo>
                <a:lnTo>
                  <a:pt x="538410" y="474491"/>
                </a:lnTo>
                <a:lnTo>
                  <a:pt x="508634" y="509254"/>
                </a:lnTo>
                <a:lnTo>
                  <a:pt x="473921" y="539075"/>
                </a:lnTo>
                <a:lnTo>
                  <a:pt x="434882" y="563340"/>
                </a:lnTo>
                <a:lnTo>
                  <a:pt x="392131" y="581433"/>
                </a:lnTo>
                <a:lnTo>
                  <a:pt x="346280" y="592740"/>
                </a:lnTo>
                <a:lnTo>
                  <a:pt x="297942" y="596646"/>
                </a:lnTo>
                <a:lnTo>
                  <a:pt x="249603" y="592740"/>
                </a:lnTo>
                <a:lnTo>
                  <a:pt x="203752" y="581433"/>
                </a:lnTo>
                <a:lnTo>
                  <a:pt x="161001" y="563340"/>
                </a:lnTo>
                <a:lnTo>
                  <a:pt x="121962" y="539075"/>
                </a:lnTo>
                <a:lnTo>
                  <a:pt x="87248" y="509254"/>
                </a:lnTo>
                <a:lnTo>
                  <a:pt x="57473" y="474491"/>
                </a:lnTo>
                <a:lnTo>
                  <a:pt x="33247" y="435401"/>
                </a:lnTo>
                <a:lnTo>
                  <a:pt x="15185" y="392600"/>
                </a:lnTo>
                <a:lnTo>
                  <a:pt x="3898" y="346702"/>
                </a:lnTo>
                <a:lnTo>
                  <a:pt x="0" y="298323"/>
                </a:lnTo>
                <a:close/>
              </a:path>
              <a:path w="2065020" h="2231390">
                <a:moveTo>
                  <a:pt x="1469135" y="298323"/>
                </a:moveTo>
                <a:lnTo>
                  <a:pt x="1473034" y="249943"/>
                </a:lnTo>
                <a:lnTo>
                  <a:pt x="1484321" y="204045"/>
                </a:lnTo>
                <a:lnTo>
                  <a:pt x="1502383" y="161244"/>
                </a:lnTo>
                <a:lnTo>
                  <a:pt x="1526609" y="122154"/>
                </a:lnTo>
                <a:lnTo>
                  <a:pt x="1556384" y="87391"/>
                </a:lnTo>
                <a:lnTo>
                  <a:pt x="1591098" y="57570"/>
                </a:lnTo>
                <a:lnTo>
                  <a:pt x="1630137" y="33305"/>
                </a:lnTo>
                <a:lnTo>
                  <a:pt x="1672888" y="15212"/>
                </a:lnTo>
                <a:lnTo>
                  <a:pt x="1718739" y="3905"/>
                </a:lnTo>
                <a:lnTo>
                  <a:pt x="1767078" y="0"/>
                </a:lnTo>
                <a:lnTo>
                  <a:pt x="1815416" y="3905"/>
                </a:lnTo>
                <a:lnTo>
                  <a:pt x="1861267" y="15212"/>
                </a:lnTo>
                <a:lnTo>
                  <a:pt x="1904018" y="33305"/>
                </a:lnTo>
                <a:lnTo>
                  <a:pt x="1943057" y="57570"/>
                </a:lnTo>
                <a:lnTo>
                  <a:pt x="1977770" y="87391"/>
                </a:lnTo>
                <a:lnTo>
                  <a:pt x="2007546" y="122154"/>
                </a:lnTo>
                <a:lnTo>
                  <a:pt x="2031772" y="161244"/>
                </a:lnTo>
                <a:lnTo>
                  <a:pt x="2049834" y="204045"/>
                </a:lnTo>
                <a:lnTo>
                  <a:pt x="2061121" y="249943"/>
                </a:lnTo>
                <a:lnTo>
                  <a:pt x="2065020" y="298323"/>
                </a:lnTo>
                <a:lnTo>
                  <a:pt x="2061121" y="346702"/>
                </a:lnTo>
                <a:lnTo>
                  <a:pt x="2049834" y="392600"/>
                </a:lnTo>
                <a:lnTo>
                  <a:pt x="2031772" y="435401"/>
                </a:lnTo>
                <a:lnTo>
                  <a:pt x="2007546" y="474491"/>
                </a:lnTo>
                <a:lnTo>
                  <a:pt x="1977771" y="509254"/>
                </a:lnTo>
                <a:lnTo>
                  <a:pt x="1943057" y="539075"/>
                </a:lnTo>
                <a:lnTo>
                  <a:pt x="1904018" y="563340"/>
                </a:lnTo>
                <a:lnTo>
                  <a:pt x="1861267" y="581433"/>
                </a:lnTo>
                <a:lnTo>
                  <a:pt x="1815416" y="592740"/>
                </a:lnTo>
                <a:lnTo>
                  <a:pt x="1767078" y="596646"/>
                </a:lnTo>
                <a:lnTo>
                  <a:pt x="1718739" y="592740"/>
                </a:lnTo>
                <a:lnTo>
                  <a:pt x="1672888" y="581433"/>
                </a:lnTo>
                <a:lnTo>
                  <a:pt x="1630137" y="563340"/>
                </a:lnTo>
                <a:lnTo>
                  <a:pt x="1591098" y="539075"/>
                </a:lnTo>
                <a:lnTo>
                  <a:pt x="1556384" y="509254"/>
                </a:lnTo>
                <a:lnTo>
                  <a:pt x="1526609" y="474491"/>
                </a:lnTo>
                <a:lnTo>
                  <a:pt x="1502383" y="435401"/>
                </a:lnTo>
                <a:lnTo>
                  <a:pt x="1484321" y="392600"/>
                </a:lnTo>
                <a:lnTo>
                  <a:pt x="1473034" y="346702"/>
                </a:lnTo>
                <a:lnTo>
                  <a:pt x="1469135" y="298323"/>
                </a:lnTo>
                <a:close/>
              </a:path>
              <a:path w="2065020" h="2231390">
                <a:moveTo>
                  <a:pt x="0" y="1933194"/>
                </a:moveTo>
                <a:lnTo>
                  <a:pt x="3898" y="1884865"/>
                </a:lnTo>
                <a:lnTo>
                  <a:pt x="15185" y="1839019"/>
                </a:lnTo>
                <a:lnTo>
                  <a:pt x="33247" y="1796270"/>
                </a:lnTo>
                <a:lnTo>
                  <a:pt x="57473" y="1757231"/>
                </a:lnTo>
                <a:lnTo>
                  <a:pt x="87249" y="1722515"/>
                </a:lnTo>
                <a:lnTo>
                  <a:pt x="121962" y="1692736"/>
                </a:lnTo>
                <a:lnTo>
                  <a:pt x="161001" y="1668506"/>
                </a:lnTo>
                <a:lnTo>
                  <a:pt x="203752" y="1650440"/>
                </a:lnTo>
                <a:lnTo>
                  <a:pt x="249603" y="1639151"/>
                </a:lnTo>
                <a:lnTo>
                  <a:pt x="297942" y="1635252"/>
                </a:lnTo>
                <a:lnTo>
                  <a:pt x="346280" y="1639151"/>
                </a:lnTo>
                <a:lnTo>
                  <a:pt x="392131" y="1650440"/>
                </a:lnTo>
                <a:lnTo>
                  <a:pt x="434882" y="1668506"/>
                </a:lnTo>
                <a:lnTo>
                  <a:pt x="473921" y="1692736"/>
                </a:lnTo>
                <a:lnTo>
                  <a:pt x="508635" y="1722515"/>
                </a:lnTo>
                <a:lnTo>
                  <a:pt x="538410" y="1757231"/>
                </a:lnTo>
                <a:lnTo>
                  <a:pt x="562636" y="1796270"/>
                </a:lnTo>
                <a:lnTo>
                  <a:pt x="580698" y="1839019"/>
                </a:lnTo>
                <a:lnTo>
                  <a:pt x="591985" y="1884865"/>
                </a:lnTo>
                <a:lnTo>
                  <a:pt x="595883" y="1933194"/>
                </a:lnTo>
                <a:lnTo>
                  <a:pt x="591985" y="1981522"/>
                </a:lnTo>
                <a:lnTo>
                  <a:pt x="580698" y="2027368"/>
                </a:lnTo>
                <a:lnTo>
                  <a:pt x="562636" y="2070117"/>
                </a:lnTo>
                <a:lnTo>
                  <a:pt x="538410" y="2109156"/>
                </a:lnTo>
                <a:lnTo>
                  <a:pt x="508634" y="2143872"/>
                </a:lnTo>
                <a:lnTo>
                  <a:pt x="473921" y="2173651"/>
                </a:lnTo>
                <a:lnTo>
                  <a:pt x="434882" y="2197881"/>
                </a:lnTo>
                <a:lnTo>
                  <a:pt x="392131" y="2215947"/>
                </a:lnTo>
                <a:lnTo>
                  <a:pt x="346280" y="2227236"/>
                </a:lnTo>
                <a:lnTo>
                  <a:pt x="297942" y="2231136"/>
                </a:lnTo>
                <a:lnTo>
                  <a:pt x="249603" y="2227236"/>
                </a:lnTo>
                <a:lnTo>
                  <a:pt x="203752" y="2215947"/>
                </a:lnTo>
                <a:lnTo>
                  <a:pt x="161001" y="2197881"/>
                </a:lnTo>
                <a:lnTo>
                  <a:pt x="121962" y="2173651"/>
                </a:lnTo>
                <a:lnTo>
                  <a:pt x="87248" y="2143872"/>
                </a:lnTo>
                <a:lnTo>
                  <a:pt x="57473" y="2109156"/>
                </a:lnTo>
                <a:lnTo>
                  <a:pt x="33247" y="2070117"/>
                </a:lnTo>
                <a:lnTo>
                  <a:pt x="15185" y="2027368"/>
                </a:lnTo>
                <a:lnTo>
                  <a:pt x="3898" y="1981522"/>
                </a:lnTo>
                <a:lnTo>
                  <a:pt x="0" y="1933194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13">
            <a:extLst>
              <a:ext uri="{FF2B5EF4-FFF2-40B4-BE49-F238E27FC236}">
                <a16:creationId xmlns:a16="http://schemas.microsoft.com/office/drawing/2014/main" id="{C409D1E9-CB3D-2248-A414-407602AFBD24}"/>
              </a:ext>
            </a:extLst>
          </p:cNvPr>
          <p:cNvSpPr txBox="1"/>
          <p:nvPr/>
        </p:nvSpPr>
        <p:spPr>
          <a:xfrm>
            <a:off x="2275077" y="5836410"/>
            <a:ext cx="2216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𝒅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3" name="object 14">
            <a:extLst>
              <a:ext uri="{FF2B5EF4-FFF2-40B4-BE49-F238E27FC236}">
                <a16:creationId xmlns:a16="http://schemas.microsoft.com/office/drawing/2014/main" id="{FD68C98A-7E8C-4846-9A9A-F96A4ECCFB24}"/>
              </a:ext>
            </a:extLst>
          </p:cNvPr>
          <p:cNvSpPr/>
          <p:nvPr/>
        </p:nvSpPr>
        <p:spPr>
          <a:xfrm>
            <a:off x="3595115" y="5744209"/>
            <a:ext cx="596265" cy="596265"/>
          </a:xfrm>
          <a:custGeom>
            <a:avLst/>
            <a:gdLst/>
            <a:ahLst/>
            <a:cxnLst/>
            <a:rect l="l" t="t" r="r" b="b"/>
            <a:pathLst>
              <a:path w="596264" h="596264">
                <a:moveTo>
                  <a:pt x="0" y="297941"/>
                </a:moveTo>
                <a:lnTo>
                  <a:pt x="3898" y="249613"/>
                </a:lnTo>
                <a:lnTo>
                  <a:pt x="15185" y="203767"/>
                </a:lnTo>
                <a:lnTo>
                  <a:pt x="33247" y="161018"/>
                </a:lnTo>
                <a:lnTo>
                  <a:pt x="57473" y="121979"/>
                </a:lnTo>
                <a:lnTo>
                  <a:pt x="87248" y="87263"/>
                </a:lnTo>
                <a:lnTo>
                  <a:pt x="121962" y="57484"/>
                </a:lnTo>
                <a:lnTo>
                  <a:pt x="161001" y="33254"/>
                </a:lnTo>
                <a:lnTo>
                  <a:pt x="203752" y="15188"/>
                </a:lnTo>
                <a:lnTo>
                  <a:pt x="249603" y="3899"/>
                </a:lnTo>
                <a:lnTo>
                  <a:pt x="297942" y="0"/>
                </a:lnTo>
                <a:lnTo>
                  <a:pt x="346280" y="3899"/>
                </a:lnTo>
                <a:lnTo>
                  <a:pt x="392131" y="15188"/>
                </a:lnTo>
                <a:lnTo>
                  <a:pt x="434882" y="33254"/>
                </a:lnTo>
                <a:lnTo>
                  <a:pt x="473921" y="57484"/>
                </a:lnTo>
                <a:lnTo>
                  <a:pt x="508635" y="87263"/>
                </a:lnTo>
                <a:lnTo>
                  <a:pt x="538410" y="121979"/>
                </a:lnTo>
                <a:lnTo>
                  <a:pt x="562636" y="161018"/>
                </a:lnTo>
                <a:lnTo>
                  <a:pt x="580698" y="203767"/>
                </a:lnTo>
                <a:lnTo>
                  <a:pt x="591985" y="249613"/>
                </a:lnTo>
                <a:lnTo>
                  <a:pt x="595884" y="297941"/>
                </a:lnTo>
                <a:lnTo>
                  <a:pt x="591985" y="346270"/>
                </a:lnTo>
                <a:lnTo>
                  <a:pt x="580698" y="392116"/>
                </a:lnTo>
                <a:lnTo>
                  <a:pt x="562636" y="434865"/>
                </a:lnTo>
                <a:lnTo>
                  <a:pt x="538410" y="473904"/>
                </a:lnTo>
                <a:lnTo>
                  <a:pt x="508635" y="508620"/>
                </a:lnTo>
                <a:lnTo>
                  <a:pt x="473921" y="538399"/>
                </a:lnTo>
                <a:lnTo>
                  <a:pt x="434882" y="562629"/>
                </a:lnTo>
                <a:lnTo>
                  <a:pt x="392131" y="580695"/>
                </a:lnTo>
                <a:lnTo>
                  <a:pt x="346280" y="591984"/>
                </a:lnTo>
                <a:lnTo>
                  <a:pt x="297942" y="595883"/>
                </a:lnTo>
                <a:lnTo>
                  <a:pt x="249603" y="591984"/>
                </a:lnTo>
                <a:lnTo>
                  <a:pt x="203752" y="580695"/>
                </a:lnTo>
                <a:lnTo>
                  <a:pt x="161001" y="562629"/>
                </a:lnTo>
                <a:lnTo>
                  <a:pt x="121962" y="538399"/>
                </a:lnTo>
                <a:lnTo>
                  <a:pt x="87249" y="508620"/>
                </a:lnTo>
                <a:lnTo>
                  <a:pt x="57473" y="473904"/>
                </a:lnTo>
                <a:lnTo>
                  <a:pt x="33247" y="434865"/>
                </a:lnTo>
                <a:lnTo>
                  <a:pt x="15185" y="392116"/>
                </a:lnTo>
                <a:lnTo>
                  <a:pt x="3898" y="346270"/>
                </a:lnTo>
                <a:lnTo>
                  <a:pt x="0" y="297941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15">
            <a:extLst>
              <a:ext uri="{FF2B5EF4-FFF2-40B4-BE49-F238E27FC236}">
                <a16:creationId xmlns:a16="http://schemas.microsoft.com/office/drawing/2014/main" id="{523CE7D2-78BA-D348-8370-44408BB17A18}"/>
              </a:ext>
            </a:extLst>
          </p:cNvPr>
          <p:cNvSpPr txBox="1"/>
          <p:nvPr/>
        </p:nvSpPr>
        <p:spPr>
          <a:xfrm>
            <a:off x="3756914" y="5836410"/>
            <a:ext cx="1974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𝒇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5" name="object 16">
            <a:extLst>
              <a:ext uri="{FF2B5EF4-FFF2-40B4-BE49-F238E27FC236}">
                <a16:creationId xmlns:a16="http://schemas.microsoft.com/office/drawing/2014/main" id="{54DD480B-E389-CF44-A03A-ECFE5959223D}"/>
              </a:ext>
            </a:extLst>
          </p:cNvPr>
          <p:cNvSpPr/>
          <p:nvPr/>
        </p:nvSpPr>
        <p:spPr>
          <a:xfrm>
            <a:off x="2423922" y="4108957"/>
            <a:ext cx="3236595" cy="1933575"/>
          </a:xfrm>
          <a:custGeom>
            <a:avLst/>
            <a:gdLst/>
            <a:ahLst/>
            <a:cxnLst/>
            <a:rect l="l" t="t" r="r" b="b"/>
            <a:pathLst>
              <a:path w="3236595" h="1933575">
                <a:moveTo>
                  <a:pt x="297941" y="298704"/>
                </a:moveTo>
                <a:lnTo>
                  <a:pt x="1170686" y="298704"/>
                </a:lnTo>
              </a:path>
              <a:path w="3236595" h="1933575">
                <a:moveTo>
                  <a:pt x="0" y="596646"/>
                </a:moveTo>
                <a:lnTo>
                  <a:pt x="0" y="1635493"/>
                </a:lnTo>
              </a:path>
              <a:path w="3236595" h="1933575">
                <a:moveTo>
                  <a:pt x="1258442" y="509016"/>
                </a:moveTo>
                <a:lnTo>
                  <a:pt x="211073" y="1722437"/>
                </a:lnTo>
              </a:path>
              <a:path w="3236595" h="1933575">
                <a:moveTo>
                  <a:pt x="1170686" y="1933194"/>
                </a:moveTo>
                <a:lnTo>
                  <a:pt x="297941" y="1933194"/>
                </a:lnTo>
              </a:path>
              <a:path w="3236595" h="1933575">
                <a:moveTo>
                  <a:pt x="1469136" y="596646"/>
                </a:moveTo>
                <a:lnTo>
                  <a:pt x="1469136" y="1635493"/>
                </a:lnTo>
              </a:path>
              <a:path w="3236595" h="1933575">
                <a:moveTo>
                  <a:pt x="2639567" y="298323"/>
                </a:moveTo>
                <a:lnTo>
                  <a:pt x="2643473" y="249943"/>
                </a:lnTo>
                <a:lnTo>
                  <a:pt x="2654780" y="204045"/>
                </a:lnTo>
                <a:lnTo>
                  <a:pt x="2672873" y="161244"/>
                </a:lnTo>
                <a:lnTo>
                  <a:pt x="2697138" y="122154"/>
                </a:lnTo>
                <a:lnTo>
                  <a:pt x="2726959" y="87391"/>
                </a:lnTo>
                <a:lnTo>
                  <a:pt x="2761722" y="57570"/>
                </a:lnTo>
                <a:lnTo>
                  <a:pt x="2800812" y="33305"/>
                </a:lnTo>
                <a:lnTo>
                  <a:pt x="2843613" y="15212"/>
                </a:lnTo>
                <a:lnTo>
                  <a:pt x="2889511" y="3905"/>
                </a:lnTo>
                <a:lnTo>
                  <a:pt x="2937891" y="0"/>
                </a:lnTo>
                <a:lnTo>
                  <a:pt x="2986270" y="3905"/>
                </a:lnTo>
                <a:lnTo>
                  <a:pt x="3032168" y="15212"/>
                </a:lnTo>
                <a:lnTo>
                  <a:pt x="3074969" y="33305"/>
                </a:lnTo>
                <a:lnTo>
                  <a:pt x="3114059" y="57570"/>
                </a:lnTo>
                <a:lnTo>
                  <a:pt x="3148822" y="87391"/>
                </a:lnTo>
                <a:lnTo>
                  <a:pt x="3178643" y="122154"/>
                </a:lnTo>
                <a:lnTo>
                  <a:pt x="3202908" y="161244"/>
                </a:lnTo>
                <a:lnTo>
                  <a:pt x="3221001" y="204045"/>
                </a:lnTo>
                <a:lnTo>
                  <a:pt x="3232308" y="249943"/>
                </a:lnTo>
                <a:lnTo>
                  <a:pt x="3236214" y="298323"/>
                </a:lnTo>
                <a:lnTo>
                  <a:pt x="3232308" y="346702"/>
                </a:lnTo>
                <a:lnTo>
                  <a:pt x="3221001" y="392600"/>
                </a:lnTo>
                <a:lnTo>
                  <a:pt x="3202908" y="435401"/>
                </a:lnTo>
                <a:lnTo>
                  <a:pt x="3178643" y="474491"/>
                </a:lnTo>
                <a:lnTo>
                  <a:pt x="3148822" y="509254"/>
                </a:lnTo>
                <a:lnTo>
                  <a:pt x="3114059" y="539075"/>
                </a:lnTo>
                <a:lnTo>
                  <a:pt x="3074969" y="563340"/>
                </a:lnTo>
                <a:lnTo>
                  <a:pt x="3032168" y="581433"/>
                </a:lnTo>
                <a:lnTo>
                  <a:pt x="2986270" y="592740"/>
                </a:lnTo>
                <a:lnTo>
                  <a:pt x="2937891" y="596646"/>
                </a:lnTo>
                <a:lnTo>
                  <a:pt x="2889511" y="592740"/>
                </a:lnTo>
                <a:lnTo>
                  <a:pt x="2843613" y="581433"/>
                </a:lnTo>
                <a:lnTo>
                  <a:pt x="2800812" y="563340"/>
                </a:lnTo>
                <a:lnTo>
                  <a:pt x="2761722" y="539075"/>
                </a:lnTo>
                <a:lnTo>
                  <a:pt x="2726959" y="509254"/>
                </a:lnTo>
                <a:lnTo>
                  <a:pt x="2697138" y="474491"/>
                </a:lnTo>
                <a:lnTo>
                  <a:pt x="2672873" y="435401"/>
                </a:lnTo>
                <a:lnTo>
                  <a:pt x="2654780" y="392600"/>
                </a:lnTo>
                <a:lnTo>
                  <a:pt x="2643473" y="346702"/>
                </a:lnTo>
                <a:lnTo>
                  <a:pt x="2639567" y="298323"/>
                </a:lnTo>
                <a:close/>
              </a:path>
              <a:path w="3236595" h="1933575">
                <a:moveTo>
                  <a:pt x="1767077" y="298704"/>
                </a:moveTo>
                <a:lnTo>
                  <a:pt x="2639822" y="298704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7">
            <a:extLst>
              <a:ext uri="{FF2B5EF4-FFF2-40B4-BE49-F238E27FC236}">
                <a16:creationId xmlns:a16="http://schemas.microsoft.com/office/drawing/2014/main" id="{04AD85FA-9C08-9D47-95BC-6A8DF0F0BCD0}"/>
              </a:ext>
            </a:extLst>
          </p:cNvPr>
          <p:cNvSpPr/>
          <p:nvPr/>
        </p:nvSpPr>
        <p:spPr>
          <a:xfrm>
            <a:off x="7824396" y="6052803"/>
            <a:ext cx="370840" cy="282575"/>
          </a:xfrm>
          <a:custGeom>
            <a:avLst/>
            <a:gdLst/>
            <a:ahLst/>
            <a:cxnLst/>
            <a:rect l="l" t="t" r="r" b="b"/>
            <a:pathLst>
              <a:path w="370840" h="282575">
                <a:moveTo>
                  <a:pt x="280797" y="0"/>
                </a:moveTo>
                <a:lnTo>
                  <a:pt x="276859" y="11455"/>
                </a:lnTo>
                <a:lnTo>
                  <a:pt x="293167" y="18551"/>
                </a:lnTo>
                <a:lnTo>
                  <a:pt x="307212" y="28371"/>
                </a:lnTo>
                <a:lnTo>
                  <a:pt x="335756" y="73880"/>
                </a:lnTo>
                <a:lnTo>
                  <a:pt x="344138" y="115661"/>
                </a:lnTo>
                <a:lnTo>
                  <a:pt x="345185" y="139750"/>
                </a:lnTo>
                <a:lnTo>
                  <a:pt x="344138" y="164649"/>
                </a:lnTo>
                <a:lnTo>
                  <a:pt x="335756" y="207587"/>
                </a:lnTo>
                <a:lnTo>
                  <a:pt x="307260" y="253828"/>
                </a:lnTo>
                <a:lnTo>
                  <a:pt x="277241" y="270865"/>
                </a:lnTo>
                <a:lnTo>
                  <a:pt x="280797" y="282333"/>
                </a:lnTo>
                <a:lnTo>
                  <a:pt x="319357" y="264264"/>
                </a:lnTo>
                <a:lnTo>
                  <a:pt x="347725" y="232994"/>
                </a:lnTo>
                <a:lnTo>
                  <a:pt x="365093" y="191115"/>
                </a:lnTo>
                <a:lnTo>
                  <a:pt x="370839" y="141236"/>
                </a:lnTo>
                <a:lnTo>
                  <a:pt x="369387" y="115357"/>
                </a:lnTo>
                <a:lnTo>
                  <a:pt x="357766" y="69484"/>
                </a:lnTo>
                <a:lnTo>
                  <a:pt x="334714" y="32134"/>
                </a:lnTo>
                <a:lnTo>
                  <a:pt x="301325" y="7391"/>
                </a:lnTo>
                <a:lnTo>
                  <a:pt x="280797" y="0"/>
                </a:lnTo>
                <a:close/>
              </a:path>
              <a:path w="370840" h="282575">
                <a:moveTo>
                  <a:pt x="90043" y="0"/>
                </a:moveTo>
                <a:lnTo>
                  <a:pt x="51657" y="18102"/>
                </a:lnTo>
                <a:lnTo>
                  <a:pt x="23368" y="49491"/>
                </a:lnTo>
                <a:lnTo>
                  <a:pt x="5826" y="91440"/>
                </a:lnTo>
                <a:lnTo>
                  <a:pt x="0" y="141236"/>
                </a:lnTo>
                <a:lnTo>
                  <a:pt x="1452" y="167175"/>
                </a:lnTo>
                <a:lnTo>
                  <a:pt x="13073" y="213056"/>
                </a:lnTo>
                <a:lnTo>
                  <a:pt x="36125" y="250279"/>
                </a:lnTo>
                <a:lnTo>
                  <a:pt x="69514" y="274949"/>
                </a:lnTo>
                <a:lnTo>
                  <a:pt x="90043" y="282333"/>
                </a:lnTo>
                <a:lnTo>
                  <a:pt x="93599" y="270865"/>
                </a:lnTo>
                <a:lnTo>
                  <a:pt x="77549" y="263743"/>
                </a:lnTo>
                <a:lnTo>
                  <a:pt x="63690" y="253828"/>
                </a:lnTo>
                <a:lnTo>
                  <a:pt x="35210" y="207587"/>
                </a:lnTo>
                <a:lnTo>
                  <a:pt x="26828" y="164649"/>
                </a:lnTo>
                <a:lnTo>
                  <a:pt x="25780" y="139750"/>
                </a:lnTo>
                <a:lnTo>
                  <a:pt x="26828" y="115661"/>
                </a:lnTo>
                <a:lnTo>
                  <a:pt x="35210" y="73880"/>
                </a:lnTo>
                <a:lnTo>
                  <a:pt x="63801" y="28371"/>
                </a:lnTo>
                <a:lnTo>
                  <a:pt x="94106" y="11455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9">
            <a:extLst>
              <a:ext uri="{FF2B5EF4-FFF2-40B4-BE49-F238E27FC236}">
                <a16:creationId xmlns:a16="http://schemas.microsoft.com/office/drawing/2014/main" id="{33024828-91BE-934C-809D-05904BC571DA}"/>
              </a:ext>
            </a:extLst>
          </p:cNvPr>
          <p:cNvSpPr/>
          <p:nvPr/>
        </p:nvSpPr>
        <p:spPr>
          <a:xfrm>
            <a:off x="6263821" y="6418562"/>
            <a:ext cx="551180" cy="282575"/>
          </a:xfrm>
          <a:custGeom>
            <a:avLst/>
            <a:gdLst/>
            <a:ahLst/>
            <a:cxnLst/>
            <a:rect l="l" t="t" r="r" b="b"/>
            <a:pathLst>
              <a:path w="551179" h="282575">
                <a:moveTo>
                  <a:pt x="460628" y="0"/>
                </a:moveTo>
                <a:lnTo>
                  <a:pt x="456692" y="11455"/>
                </a:lnTo>
                <a:lnTo>
                  <a:pt x="472999" y="18551"/>
                </a:lnTo>
                <a:lnTo>
                  <a:pt x="487044" y="28371"/>
                </a:lnTo>
                <a:lnTo>
                  <a:pt x="515588" y="73880"/>
                </a:lnTo>
                <a:lnTo>
                  <a:pt x="523970" y="115661"/>
                </a:lnTo>
                <a:lnTo>
                  <a:pt x="525018" y="139750"/>
                </a:lnTo>
                <a:lnTo>
                  <a:pt x="523970" y="164649"/>
                </a:lnTo>
                <a:lnTo>
                  <a:pt x="515588" y="207587"/>
                </a:lnTo>
                <a:lnTo>
                  <a:pt x="487092" y="253828"/>
                </a:lnTo>
                <a:lnTo>
                  <a:pt x="457073" y="270865"/>
                </a:lnTo>
                <a:lnTo>
                  <a:pt x="460628" y="282333"/>
                </a:lnTo>
                <a:lnTo>
                  <a:pt x="499189" y="264264"/>
                </a:lnTo>
                <a:lnTo>
                  <a:pt x="527557" y="232994"/>
                </a:lnTo>
                <a:lnTo>
                  <a:pt x="544925" y="191111"/>
                </a:lnTo>
                <a:lnTo>
                  <a:pt x="550672" y="141236"/>
                </a:lnTo>
                <a:lnTo>
                  <a:pt x="549219" y="115357"/>
                </a:lnTo>
                <a:lnTo>
                  <a:pt x="537598" y="69484"/>
                </a:lnTo>
                <a:lnTo>
                  <a:pt x="514546" y="32134"/>
                </a:lnTo>
                <a:lnTo>
                  <a:pt x="481157" y="7391"/>
                </a:lnTo>
                <a:lnTo>
                  <a:pt x="460628" y="0"/>
                </a:lnTo>
                <a:close/>
              </a:path>
              <a:path w="551179" h="282575">
                <a:moveTo>
                  <a:pt x="90042" y="0"/>
                </a:moveTo>
                <a:lnTo>
                  <a:pt x="51657" y="18102"/>
                </a:lnTo>
                <a:lnTo>
                  <a:pt x="23367" y="49491"/>
                </a:lnTo>
                <a:lnTo>
                  <a:pt x="5826" y="91440"/>
                </a:lnTo>
                <a:lnTo>
                  <a:pt x="0" y="141236"/>
                </a:lnTo>
                <a:lnTo>
                  <a:pt x="1452" y="167173"/>
                </a:lnTo>
                <a:lnTo>
                  <a:pt x="13073" y="213051"/>
                </a:lnTo>
                <a:lnTo>
                  <a:pt x="36125" y="250279"/>
                </a:lnTo>
                <a:lnTo>
                  <a:pt x="69514" y="274949"/>
                </a:lnTo>
                <a:lnTo>
                  <a:pt x="90042" y="282333"/>
                </a:lnTo>
                <a:lnTo>
                  <a:pt x="93599" y="270865"/>
                </a:lnTo>
                <a:lnTo>
                  <a:pt x="77549" y="263743"/>
                </a:lnTo>
                <a:lnTo>
                  <a:pt x="63690" y="253828"/>
                </a:lnTo>
                <a:lnTo>
                  <a:pt x="35210" y="207587"/>
                </a:lnTo>
                <a:lnTo>
                  <a:pt x="26828" y="164649"/>
                </a:lnTo>
                <a:lnTo>
                  <a:pt x="25780" y="139750"/>
                </a:lnTo>
                <a:lnTo>
                  <a:pt x="26828" y="115661"/>
                </a:lnTo>
                <a:lnTo>
                  <a:pt x="35210" y="73880"/>
                </a:lnTo>
                <a:lnTo>
                  <a:pt x="63801" y="28371"/>
                </a:lnTo>
                <a:lnTo>
                  <a:pt x="94106" y="11455"/>
                </a:lnTo>
                <a:lnTo>
                  <a:pt x="9004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10">
            <a:extLst>
              <a:ext uri="{FF2B5EF4-FFF2-40B4-BE49-F238E27FC236}">
                <a16:creationId xmlns:a16="http://schemas.microsoft.com/office/drawing/2014/main" id="{18A056F3-B8A8-F646-9068-DB54872EB7A2}"/>
              </a:ext>
            </a:extLst>
          </p:cNvPr>
          <p:cNvSpPr txBox="1"/>
          <p:nvPr/>
        </p:nvSpPr>
        <p:spPr>
          <a:xfrm>
            <a:off x="5629328" y="6329752"/>
            <a:ext cx="11112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mbria Math"/>
                <a:cs typeface="Cambria Math"/>
              </a:rPr>
              <a:t>𝒅𝒆𝒈</a:t>
            </a:r>
            <a:r>
              <a:rPr sz="2400" spc="455" dirty="0">
                <a:latin typeface="Cambria Math"/>
                <a:cs typeface="Cambria Math"/>
              </a:rPr>
              <a:t> </a:t>
            </a:r>
            <a:r>
              <a:rPr sz="2400" spc="-25" dirty="0">
                <a:latin typeface="Cambria Math"/>
                <a:cs typeface="Cambria Math"/>
              </a:rPr>
              <a:t>𝑮</a:t>
            </a:r>
            <a:r>
              <a:rPr sz="2625" spc="-37" baseline="-15873" dirty="0">
                <a:latin typeface="Cambria Math"/>
                <a:cs typeface="Cambria Math"/>
              </a:rPr>
              <a:t>𝟏</a:t>
            </a:r>
            <a:endParaRPr sz="2625" baseline="-15873" dirty="0">
              <a:latin typeface="Cambria Math"/>
              <a:cs typeface="Cambria Math"/>
            </a:endParaRPr>
          </a:p>
        </p:txBody>
      </p:sp>
      <p:sp>
        <p:nvSpPr>
          <p:cNvPr id="44" name="object 11">
            <a:extLst>
              <a:ext uri="{FF2B5EF4-FFF2-40B4-BE49-F238E27FC236}">
                <a16:creationId xmlns:a16="http://schemas.microsoft.com/office/drawing/2014/main" id="{2EBA0CDA-9252-5F41-84F5-A6D4C5B708BC}"/>
              </a:ext>
            </a:extLst>
          </p:cNvPr>
          <p:cNvSpPr txBox="1"/>
          <p:nvPr/>
        </p:nvSpPr>
        <p:spPr>
          <a:xfrm>
            <a:off x="6912791" y="6329752"/>
            <a:ext cx="34607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𝟐</a:t>
            </a:r>
            <a:r>
              <a:rPr sz="2400" spc="5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+ 𝟒 + 𝟏</a:t>
            </a:r>
            <a:r>
              <a:rPr sz="2400" spc="5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+</a:t>
            </a:r>
            <a:r>
              <a:rPr sz="2400" spc="-10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𝟑</a:t>
            </a:r>
            <a:r>
              <a:rPr sz="2400" spc="5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+ 𝟐</a:t>
            </a:r>
            <a:r>
              <a:rPr sz="2400" spc="135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25">
                <a:latin typeface="Cambria Math"/>
                <a:cs typeface="Cambria Math"/>
              </a:rPr>
              <a:t>𝟏𝟐</a:t>
            </a:r>
            <a:endParaRPr sz="2400">
              <a:latin typeface="Cambria Math"/>
              <a:cs typeface="Cambria Math"/>
            </a:endParaRPr>
          </a:p>
        </p:txBody>
      </p:sp>
    </p:spTree>
    <p:extLst>
      <p:ext uri="{BB962C8B-B14F-4D97-AF65-F5344CB8AC3E}">
        <p14:creationId xmlns:p14="http://schemas.microsoft.com/office/powerpoint/2010/main" val="15338244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357101" y="2642213"/>
            <a:ext cx="692150" cy="282575"/>
          </a:xfrm>
          <a:custGeom>
            <a:avLst/>
            <a:gdLst/>
            <a:ahLst/>
            <a:cxnLst/>
            <a:rect l="l" t="t" r="r" b="b"/>
            <a:pathLst>
              <a:path w="692150" h="282575">
                <a:moveTo>
                  <a:pt x="601599" y="0"/>
                </a:moveTo>
                <a:lnTo>
                  <a:pt x="597662" y="11429"/>
                </a:lnTo>
                <a:lnTo>
                  <a:pt x="613969" y="18504"/>
                </a:lnTo>
                <a:lnTo>
                  <a:pt x="628014" y="28305"/>
                </a:lnTo>
                <a:lnTo>
                  <a:pt x="656538" y="73852"/>
                </a:lnTo>
                <a:lnTo>
                  <a:pt x="664833" y="115623"/>
                </a:lnTo>
                <a:lnTo>
                  <a:pt x="665861" y="139700"/>
                </a:lnTo>
                <a:lnTo>
                  <a:pt x="664815" y="164580"/>
                </a:lnTo>
                <a:lnTo>
                  <a:pt x="656484" y="207529"/>
                </a:lnTo>
                <a:lnTo>
                  <a:pt x="628062" y="253730"/>
                </a:lnTo>
                <a:lnTo>
                  <a:pt x="598043" y="270763"/>
                </a:lnTo>
                <a:lnTo>
                  <a:pt x="601599" y="282321"/>
                </a:lnTo>
                <a:lnTo>
                  <a:pt x="640095" y="264191"/>
                </a:lnTo>
                <a:lnTo>
                  <a:pt x="668401" y="232917"/>
                </a:lnTo>
                <a:lnTo>
                  <a:pt x="685831" y="191023"/>
                </a:lnTo>
                <a:lnTo>
                  <a:pt x="691642" y="141224"/>
                </a:lnTo>
                <a:lnTo>
                  <a:pt x="690189" y="115339"/>
                </a:lnTo>
                <a:lnTo>
                  <a:pt x="678568" y="69429"/>
                </a:lnTo>
                <a:lnTo>
                  <a:pt x="655445" y="32093"/>
                </a:lnTo>
                <a:lnTo>
                  <a:pt x="622055" y="7379"/>
                </a:lnTo>
                <a:lnTo>
                  <a:pt x="601599" y="0"/>
                </a:lnTo>
                <a:close/>
              </a:path>
              <a:path w="692150" h="282575">
                <a:moveTo>
                  <a:pt x="90043" y="0"/>
                </a:moveTo>
                <a:lnTo>
                  <a:pt x="51641" y="18081"/>
                </a:lnTo>
                <a:lnTo>
                  <a:pt x="23241" y="49402"/>
                </a:lnTo>
                <a:lnTo>
                  <a:pt x="5810" y="91408"/>
                </a:lnTo>
                <a:lnTo>
                  <a:pt x="0" y="141224"/>
                </a:lnTo>
                <a:lnTo>
                  <a:pt x="1452" y="167106"/>
                </a:lnTo>
                <a:lnTo>
                  <a:pt x="13073" y="212965"/>
                </a:lnTo>
                <a:lnTo>
                  <a:pt x="36125" y="250209"/>
                </a:lnTo>
                <a:lnTo>
                  <a:pt x="69514" y="274887"/>
                </a:lnTo>
                <a:lnTo>
                  <a:pt x="90043" y="282321"/>
                </a:lnTo>
                <a:lnTo>
                  <a:pt x="93599" y="270763"/>
                </a:lnTo>
                <a:lnTo>
                  <a:pt x="77531" y="263646"/>
                </a:lnTo>
                <a:lnTo>
                  <a:pt x="63642" y="253730"/>
                </a:lnTo>
                <a:lnTo>
                  <a:pt x="35210" y="207529"/>
                </a:lnTo>
                <a:lnTo>
                  <a:pt x="26828" y="164580"/>
                </a:lnTo>
                <a:lnTo>
                  <a:pt x="25781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753" y="28305"/>
                </a:lnTo>
                <a:lnTo>
                  <a:pt x="94106" y="11429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5594839" y="3081125"/>
            <a:ext cx="404495" cy="282575"/>
          </a:xfrm>
          <a:custGeom>
            <a:avLst/>
            <a:gdLst/>
            <a:ahLst/>
            <a:cxnLst/>
            <a:rect l="l" t="t" r="r" b="b"/>
            <a:pathLst>
              <a:path w="404495" h="282575">
                <a:moveTo>
                  <a:pt x="314325" y="0"/>
                </a:moveTo>
                <a:lnTo>
                  <a:pt x="310388" y="11429"/>
                </a:lnTo>
                <a:lnTo>
                  <a:pt x="326695" y="18504"/>
                </a:lnTo>
                <a:lnTo>
                  <a:pt x="340740" y="28305"/>
                </a:lnTo>
                <a:lnTo>
                  <a:pt x="369264" y="73852"/>
                </a:lnTo>
                <a:lnTo>
                  <a:pt x="377559" y="115623"/>
                </a:lnTo>
                <a:lnTo>
                  <a:pt x="378587" y="139700"/>
                </a:lnTo>
                <a:lnTo>
                  <a:pt x="377541" y="164580"/>
                </a:lnTo>
                <a:lnTo>
                  <a:pt x="369210" y="207529"/>
                </a:lnTo>
                <a:lnTo>
                  <a:pt x="340788" y="253730"/>
                </a:lnTo>
                <a:lnTo>
                  <a:pt x="310769" y="270763"/>
                </a:lnTo>
                <a:lnTo>
                  <a:pt x="314325" y="282321"/>
                </a:lnTo>
                <a:lnTo>
                  <a:pt x="352821" y="264191"/>
                </a:lnTo>
                <a:lnTo>
                  <a:pt x="381126" y="232917"/>
                </a:lnTo>
                <a:lnTo>
                  <a:pt x="398557" y="191023"/>
                </a:lnTo>
                <a:lnTo>
                  <a:pt x="404368" y="141224"/>
                </a:lnTo>
                <a:lnTo>
                  <a:pt x="402915" y="115339"/>
                </a:lnTo>
                <a:lnTo>
                  <a:pt x="391294" y="69429"/>
                </a:lnTo>
                <a:lnTo>
                  <a:pt x="368171" y="32093"/>
                </a:lnTo>
                <a:lnTo>
                  <a:pt x="334781" y="7379"/>
                </a:lnTo>
                <a:lnTo>
                  <a:pt x="314325" y="0"/>
                </a:lnTo>
                <a:close/>
              </a:path>
              <a:path w="404495" h="282575">
                <a:moveTo>
                  <a:pt x="90043" y="0"/>
                </a:moveTo>
                <a:lnTo>
                  <a:pt x="51641" y="18081"/>
                </a:lnTo>
                <a:lnTo>
                  <a:pt x="23240" y="49402"/>
                </a:lnTo>
                <a:lnTo>
                  <a:pt x="5810" y="91408"/>
                </a:lnTo>
                <a:lnTo>
                  <a:pt x="0" y="141224"/>
                </a:lnTo>
                <a:lnTo>
                  <a:pt x="1452" y="167106"/>
                </a:lnTo>
                <a:lnTo>
                  <a:pt x="13073" y="212965"/>
                </a:lnTo>
                <a:lnTo>
                  <a:pt x="36125" y="250209"/>
                </a:lnTo>
                <a:lnTo>
                  <a:pt x="69514" y="274887"/>
                </a:lnTo>
                <a:lnTo>
                  <a:pt x="90043" y="282321"/>
                </a:lnTo>
                <a:lnTo>
                  <a:pt x="93599" y="270763"/>
                </a:lnTo>
                <a:lnTo>
                  <a:pt x="77531" y="263646"/>
                </a:lnTo>
                <a:lnTo>
                  <a:pt x="63642" y="253730"/>
                </a:lnTo>
                <a:lnTo>
                  <a:pt x="35210" y="207529"/>
                </a:lnTo>
                <a:lnTo>
                  <a:pt x="26828" y="164580"/>
                </a:lnTo>
                <a:lnTo>
                  <a:pt x="25781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754" y="28305"/>
                </a:lnTo>
                <a:lnTo>
                  <a:pt x="94107" y="11429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4"/>
              <p:cNvSpPr txBox="1"/>
              <p:nvPr/>
            </p:nvSpPr>
            <p:spPr>
              <a:xfrm>
                <a:off x="732390" y="1006998"/>
                <a:ext cx="7581900" cy="2394245"/>
              </a:xfrm>
              <a:prstGeom prst="rect">
                <a:avLst/>
              </a:prstGeom>
            </p:spPr>
            <p:txBody>
              <a:bodyPr vert="horz" wrap="square" lIns="0" tIns="102870" rIns="0" bIns="0" rtlCol="0">
                <a:spAutoFit/>
              </a:bodyPr>
              <a:lstStyle/>
              <a:p>
                <a:pPr marL="381000" indent="-342900">
                  <a:lnSpc>
                    <a:spcPct val="100000"/>
                  </a:lnSpc>
                  <a:spcBef>
                    <a:spcPts val="810"/>
                  </a:spcBef>
                  <a:buClr>
                    <a:srgbClr val="8092F0"/>
                  </a:buClr>
                  <a:buSzPct val="69642"/>
                  <a:buFont typeface="Wingdings"/>
                  <a:buChar char=""/>
                  <a:tabLst>
                    <a:tab pos="380365" algn="l"/>
                    <a:tab pos="381000" algn="l"/>
                  </a:tabLst>
                </a:pPr>
                <a:r>
                  <a:rPr sz="2800" dirty="0" err="1">
                    <a:latin typeface="SimSun" panose="02010600030101010101" pitchFamily="2" charset="-122"/>
                    <a:ea typeface="SimSun" panose="02010600030101010101" pitchFamily="2" charset="-122"/>
                    <a:cs typeface="PMingLiU"/>
                  </a:rPr>
                  <a:t>握手定理</a:t>
                </a:r>
                <a:r>
                  <a:rPr sz="2800" b="1" dirty="0">
                    <a:latin typeface="SimSun" panose="02010600030101010101" pitchFamily="2" charset="-122"/>
                    <a:ea typeface="SimSun" panose="02010600030101010101" pitchFamily="2" charset="-122"/>
                    <a:cs typeface="Times New Roman"/>
                  </a:rPr>
                  <a:t>(Handshaking</a:t>
                </a:r>
                <a:r>
                  <a:rPr sz="2800" b="1" spc="-5" dirty="0">
                    <a:latin typeface="SimSun" panose="02010600030101010101" pitchFamily="2" charset="-122"/>
                    <a:ea typeface="SimSun" panose="02010600030101010101" pitchFamily="2" charset="-122"/>
                    <a:cs typeface="Times New Roman"/>
                  </a:rPr>
                  <a:t> </a:t>
                </a:r>
                <a:r>
                  <a:rPr sz="2800" b="1" spc="-10" dirty="0">
                    <a:latin typeface="SimSun" panose="02010600030101010101" pitchFamily="2" charset="-122"/>
                    <a:ea typeface="SimSun" panose="02010600030101010101" pitchFamily="2" charset="-122"/>
                    <a:cs typeface="Times New Roman"/>
                  </a:rPr>
                  <a:t>Lemma)</a:t>
                </a:r>
                <a:endParaRPr sz="2800" dirty="0">
                  <a:latin typeface="SimSun" panose="02010600030101010101" pitchFamily="2" charset="-122"/>
                  <a:ea typeface="SimSun" panose="02010600030101010101" pitchFamily="2" charset="-122"/>
                  <a:cs typeface="Times New Roman"/>
                </a:endParaRPr>
              </a:p>
              <a:p>
                <a:pPr marL="729615" lvl="1" indent="-347980">
                  <a:lnSpc>
                    <a:spcPct val="100000"/>
                  </a:lnSpc>
                  <a:spcBef>
                    <a:spcPts val="610"/>
                  </a:spcBef>
                  <a:buClr>
                    <a:srgbClr val="DAB6FB"/>
                  </a:buClr>
                  <a:buSzPct val="68750"/>
                  <a:buFont typeface="Wingdings"/>
                  <a:buChar char=""/>
                  <a:tabLst>
                    <a:tab pos="729615" algn="l"/>
                    <a:tab pos="730250" algn="l"/>
                  </a:tabLst>
                </a:pPr>
                <a:r>
                  <a:rPr sz="2400" spc="10" dirty="0" err="1">
                    <a:latin typeface="SimSun" panose="02010600030101010101" pitchFamily="2" charset="-122"/>
                    <a:ea typeface="SimSun" panose="02010600030101010101" pitchFamily="2" charset="-122"/>
                    <a:cs typeface="PMingLiU"/>
                  </a:rPr>
                  <a:t>无向图的度是边数的两倍</a:t>
                </a:r>
                <a:r>
                  <a:rPr sz="2400" spc="10" dirty="0">
                    <a:latin typeface="SimSun" panose="02010600030101010101" pitchFamily="2" charset="-122"/>
                    <a:ea typeface="SimSun" panose="02010600030101010101" pitchFamily="2" charset="-122"/>
                    <a:cs typeface="PMingLiU"/>
                  </a:rPr>
                  <a:t>，</a:t>
                </a:r>
                <a:r>
                  <a:rPr sz="2400" spc="10" dirty="0">
                    <a:latin typeface="PMingLiU"/>
                    <a:cs typeface="PMingLiU"/>
                  </a:rPr>
                  <a:t> </a:t>
                </a:r>
                <a:r>
                  <a:rPr sz="2400" dirty="0">
                    <a:latin typeface="Cambria Math"/>
                    <a:cs typeface="Cambria Math"/>
                  </a:rPr>
                  <a:t>𝒅𝒆𝒈(𝑮)</a:t>
                </a:r>
                <a:r>
                  <a:rPr sz="2400" spc="85" dirty="0">
                    <a:latin typeface="Cambria Math"/>
                    <a:cs typeface="Cambria Math"/>
                  </a:rPr>
                  <a:t> = </a:t>
                </a:r>
                <a:r>
                  <a:rPr sz="2400" spc="-20" dirty="0">
                    <a:latin typeface="Cambria Math"/>
                    <a:cs typeface="Cambria Math"/>
                  </a:rPr>
                  <a:t>𝟐|𝑬|</a:t>
                </a:r>
                <a:endParaRPr sz="2400" dirty="0">
                  <a:latin typeface="Cambria Math"/>
                  <a:cs typeface="Cambria Math"/>
                </a:endParaRPr>
              </a:p>
              <a:p>
                <a:pPr marL="381000" indent="-342900">
                  <a:lnSpc>
                    <a:spcPct val="100000"/>
                  </a:lnSpc>
                  <a:spcBef>
                    <a:spcPts val="575"/>
                  </a:spcBef>
                  <a:buClr>
                    <a:srgbClr val="8092F0"/>
                  </a:buClr>
                  <a:buSzPct val="69642"/>
                  <a:buFont typeface="Wingdings"/>
                  <a:buChar char=""/>
                  <a:tabLst>
                    <a:tab pos="380365" algn="l"/>
                    <a:tab pos="381000" algn="l"/>
                  </a:tabLst>
                </a:pPr>
                <a:r>
                  <a:rPr sz="2800" spc="-25" dirty="0" err="1">
                    <a:latin typeface="PMingLiU"/>
                    <a:cs typeface="PMingLiU"/>
                  </a:rPr>
                  <a:t>证明</a:t>
                </a:r>
                <a:endParaRPr sz="2800" dirty="0">
                  <a:latin typeface="PMingLiU"/>
                  <a:cs typeface="PMingLiU"/>
                </a:endParaRPr>
              </a:p>
              <a:p>
                <a:pPr marL="729615" lvl="1" indent="-347980">
                  <a:lnSpc>
                    <a:spcPct val="100000"/>
                  </a:lnSpc>
                  <a:spcBef>
                    <a:spcPts val="675"/>
                  </a:spcBef>
                  <a:buClr>
                    <a:srgbClr val="DAB6FB"/>
                  </a:buClr>
                  <a:buSzPct val="68750"/>
                  <a:buFont typeface="Wingdings"/>
                  <a:buChar char=""/>
                  <a:tabLst>
                    <a:tab pos="729615" algn="l"/>
                    <a:tab pos="730250" algn="l"/>
                    <a:tab pos="1724025" algn="l"/>
                  </a:tabLst>
                </a:pPr>
                <a:r>
                  <a:rPr sz="2400" dirty="0" err="1">
                    <a:latin typeface="PMingLiU"/>
                    <a:cs typeface="PMingLiU"/>
                  </a:rPr>
                  <a:t>边</a:t>
                </a:r>
                <a:r>
                  <a:rPr sz="2400" dirty="0">
                    <a:latin typeface="Cambria Math"/>
                    <a:cs typeface="Cambria Math"/>
                  </a:rPr>
                  <a:t>𝒆</a:t>
                </a:r>
                <a:r>
                  <a:rPr sz="2400" spc="135" dirty="0">
                    <a:latin typeface="Cambria Math"/>
                    <a:cs typeface="Cambria Math"/>
                  </a:rPr>
                  <a:t> </a:t>
                </a:r>
                <a:r>
                  <a:rPr sz="2400" spc="-50" dirty="0">
                    <a:latin typeface="Cambria Math"/>
                    <a:cs typeface="Cambria Math"/>
                  </a:rPr>
                  <a:t>=</a:t>
                </a:r>
                <a:r>
                  <a:rPr sz="2400" dirty="0">
                    <a:latin typeface="Cambria Math"/>
                    <a:cs typeface="Cambria Math"/>
                  </a:rPr>
                  <a:t>	𝒖,</a:t>
                </a:r>
                <a:r>
                  <a:rPr sz="2400" spc="-140" dirty="0">
                    <a:latin typeface="Cambria Math"/>
                    <a:cs typeface="Cambria Math"/>
                  </a:rPr>
                  <a:t> </a:t>
                </a:r>
                <a:r>
                  <a:rPr sz="2400" dirty="0">
                    <a:latin typeface="Cambria Math"/>
                    <a:cs typeface="Cambria Math"/>
                  </a:rPr>
                  <a:t>𝒗</a:t>
                </a:r>
                <a:r>
                  <a:rPr sz="2400" spc="500" dirty="0">
                    <a:latin typeface="Cambria Math"/>
                    <a:cs typeface="Cambria Math"/>
                  </a:rPr>
                  <a:t> </a:t>
                </a:r>
                <a:r>
                  <a:rPr sz="2400" dirty="0" err="1">
                    <a:latin typeface="PMingLiU"/>
                    <a:cs typeface="PMingLiU"/>
                  </a:rPr>
                  <a:t>在</a:t>
                </a:r>
                <a:r>
                  <a:rPr sz="2400" dirty="0">
                    <a:latin typeface="Cambria Math"/>
                    <a:cs typeface="Cambria Math"/>
                  </a:rPr>
                  <a:t>𝒅𝒆𝒈(𝒖)</a:t>
                </a:r>
                <a:r>
                  <a:rPr sz="2400" dirty="0" err="1">
                    <a:latin typeface="PMingLiU"/>
                    <a:cs typeface="PMingLiU"/>
                  </a:rPr>
                  <a:t>和</a:t>
                </a:r>
                <a:r>
                  <a:rPr sz="2400" spc="-10" dirty="0">
                    <a:latin typeface="Cambria Math"/>
                    <a:cs typeface="Cambria Math"/>
                  </a:rPr>
                  <a:t>𝒅𝒆𝒈(𝒗)</a:t>
                </a:r>
                <a:r>
                  <a:rPr sz="2400" dirty="0" err="1">
                    <a:latin typeface="PMingLiU"/>
                    <a:cs typeface="PMingLiU"/>
                  </a:rPr>
                  <a:t>中各被计算一</a:t>
                </a:r>
                <a:r>
                  <a:rPr sz="2400" spc="-50" dirty="0" err="1">
                    <a:latin typeface="PMingLiU"/>
                    <a:cs typeface="PMingLiU"/>
                  </a:rPr>
                  <a:t>次</a:t>
                </a:r>
                <a:endParaRPr sz="2400" dirty="0">
                  <a:latin typeface="PMingLiU"/>
                  <a:cs typeface="PMingLiU"/>
                </a:endParaRPr>
              </a:p>
              <a:p>
                <a:pPr marL="729615" lvl="1" indent="-347980">
                  <a:lnSpc>
                    <a:spcPct val="100000"/>
                  </a:lnSpc>
                  <a:spcBef>
                    <a:spcPts val="580"/>
                  </a:spcBef>
                  <a:buClr>
                    <a:srgbClr val="DAB6FB"/>
                  </a:buClr>
                  <a:buSzPct val="68750"/>
                  <a:buFont typeface="Wingdings"/>
                  <a:buChar char=""/>
                  <a:tabLst>
                    <a:tab pos="729615" algn="l"/>
                    <a:tab pos="730250" algn="l"/>
                    <a:tab pos="5378450" algn="l"/>
                  </a:tabLst>
                </a:pPr>
                <a:r>
                  <a:rPr sz="2400" dirty="0" err="1">
                    <a:latin typeface="PMingLiU"/>
                    <a:cs typeface="PMingLiU"/>
                  </a:rPr>
                  <a:t>每条边为图的度贡献为</a:t>
                </a:r>
                <a:r>
                  <a:rPr sz="2400" dirty="0">
                    <a:latin typeface="Cambria Math"/>
                    <a:cs typeface="Cambria Math"/>
                  </a:rPr>
                  <a:t>𝟐</a:t>
                </a:r>
                <a:r>
                  <a:rPr sz="2400" dirty="0">
                    <a:latin typeface="PMingLiU"/>
                    <a:cs typeface="PMingLiU"/>
                  </a:rPr>
                  <a:t>，</a:t>
                </a:r>
                <a:r>
                  <a:rPr sz="2400" dirty="0">
                    <a:latin typeface="Cambria Math"/>
                    <a:cs typeface="Cambria Math"/>
                  </a:rPr>
                  <a:t>𝒅𝒆𝒈</a:t>
                </a:r>
                <a:r>
                  <a:rPr sz="2400" spc="455" dirty="0">
                    <a:latin typeface="Cambria Math"/>
                    <a:cs typeface="Cambria Math"/>
                  </a:rPr>
                  <a:t> </a:t>
                </a:r>
                <a:r>
                  <a:rPr sz="2400" spc="-50" dirty="0">
                    <a:latin typeface="Cambria Math"/>
                    <a:cs typeface="Cambria Math"/>
                  </a:rPr>
                  <a:t>𝑮</a:t>
                </a:r>
                <a:r>
                  <a:rPr sz="2400" dirty="0">
                    <a:latin typeface="Cambria Math"/>
                    <a:cs typeface="Cambria Math"/>
                  </a:rPr>
                  <a:t>	=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zh-CN" altLang="en-US" sz="240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m:rPr>
                            <m:nor/>
                          </m:rPr>
                          <a:rPr lang="zh-CN" altLang="en-US" sz="2400" spc="112" baseline="-17460" dirty="0">
                            <a:latin typeface="Cambria Math"/>
                            <a:cs typeface="Cambria Math"/>
                          </a:rPr>
                          <m:t>𝒆</m:t>
                        </m:r>
                        <m:r>
                          <m:rPr>
                            <m:nor/>
                          </m:rPr>
                          <a:rPr lang="zh-CN" altLang="en-US" sz="2400" spc="112" baseline="-17460" dirty="0">
                            <a:latin typeface="Cambria Math"/>
                            <a:cs typeface="Cambria Math"/>
                          </a:rPr>
                          <m:t>∈</m:t>
                        </m:r>
                        <m:r>
                          <m:rPr>
                            <m:nor/>
                          </m:rPr>
                          <a:rPr lang="zh-CN" altLang="en-US" sz="2400" spc="112" baseline="-17460" dirty="0">
                            <a:latin typeface="Cambria Math"/>
                            <a:cs typeface="Cambria Math"/>
                          </a:rPr>
                          <m:t>𝑬</m:t>
                        </m:r>
                        <m:r>
                          <m:rPr>
                            <m:nor/>
                          </m:rPr>
                          <a:rPr lang="zh-CN" altLang="en-US" sz="2400" spc="7" baseline="-17460" dirty="0">
                            <a:latin typeface="Cambria Math"/>
                            <a:cs typeface="Cambria Math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zh-CN" altLang="en-US" sz="2000" dirty="0">
                            <a:latin typeface="Cambria Math"/>
                            <a:cs typeface="Cambria Math"/>
                          </a:rPr>
                          <m:t>𝟐</m:t>
                        </m:r>
                      </m:e>
                    </m:nary>
                  </m:oMath>
                </a14:m>
                <a:r>
                  <a:rPr sz="2400" dirty="0">
                    <a:latin typeface="Cambria Math"/>
                    <a:cs typeface="Cambria Math"/>
                  </a:rPr>
                  <a:t>=</a:t>
                </a:r>
                <a:r>
                  <a:rPr sz="2400" spc="135" dirty="0">
                    <a:latin typeface="Cambria Math"/>
                    <a:cs typeface="Cambria Math"/>
                  </a:rPr>
                  <a:t> </a:t>
                </a:r>
                <a:r>
                  <a:rPr sz="2400" spc="-20" dirty="0">
                    <a:latin typeface="Cambria Math"/>
                    <a:cs typeface="Cambria Math"/>
                  </a:rPr>
                  <a:t>𝟐|𝑬|</a:t>
                </a:r>
                <a:endParaRPr sz="2400" dirty="0">
                  <a:latin typeface="Cambria Math"/>
                  <a:cs typeface="Cambria Math"/>
                </a:endParaRPr>
              </a:p>
            </p:txBody>
          </p:sp>
        </mc:Choice>
        <mc:Fallback xmlns="">
          <p:sp>
            <p:nvSpPr>
              <p:cNvPr id="4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390" y="1006998"/>
                <a:ext cx="7581900" cy="2394245"/>
              </a:xfrm>
              <a:prstGeom prst="rect">
                <a:avLst/>
              </a:prstGeom>
              <a:blipFill>
                <a:blip r:embed="rId2"/>
                <a:stretch>
                  <a:fillRect l="-1338" t="-529" b="-386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335250" y="226486"/>
            <a:ext cx="3644901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握手定</a:t>
            </a:r>
            <a:r>
              <a:rPr sz="4000"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理</a:t>
            </a:r>
            <a:endParaRPr sz="4000"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4455521" y="4242159"/>
            <a:ext cx="2103120" cy="2269490"/>
            <a:chOff x="4386071" y="3929634"/>
            <a:chExt cx="2103120" cy="2269490"/>
          </a:xfrm>
        </p:grpSpPr>
        <p:sp>
          <p:nvSpPr>
            <p:cNvPr id="7" name="object 7"/>
            <p:cNvSpPr/>
            <p:nvPr/>
          </p:nvSpPr>
          <p:spPr>
            <a:xfrm>
              <a:off x="4405121" y="3948684"/>
              <a:ext cx="596265" cy="596265"/>
            </a:xfrm>
            <a:custGeom>
              <a:avLst/>
              <a:gdLst/>
              <a:ahLst/>
              <a:cxnLst/>
              <a:rect l="l" t="t" r="r" b="b"/>
              <a:pathLst>
                <a:path w="596264" h="596264">
                  <a:moveTo>
                    <a:pt x="297941" y="0"/>
                  </a:moveTo>
                  <a:lnTo>
                    <a:pt x="249603" y="3898"/>
                  </a:lnTo>
                  <a:lnTo>
                    <a:pt x="203752" y="15185"/>
                  </a:lnTo>
                  <a:lnTo>
                    <a:pt x="161001" y="33247"/>
                  </a:lnTo>
                  <a:lnTo>
                    <a:pt x="121962" y="57473"/>
                  </a:lnTo>
                  <a:lnTo>
                    <a:pt x="87248" y="87249"/>
                  </a:lnTo>
                  <a:lnTo>
                    <a:pt x="57473" y="121962"/>
                  </a:lnTo>
                  <a:lnTo>
                    <a:pt x="33247" y="161001"/>
                  </a:lnTo>
                  <a:lnTo>
                    <a:pt x="15185" y="203752"/>
                  </a:lnTo>
                  <a:lnTo>
                    <a:pt x="3898" y="249603"/>
                  </a:lnTo>
                  <a:lnTo>
                    <a:pt x="0" y="297942"/>
                  </a:lnTo>
                  <a:lnTo>
                    <a:pt x="3898" y="346280"/>
                  </a:lnTo>
                  <a:lnTo>
                    <a:pt x="15185" y="392131"/>
                  </a:lnTo>
                  <a:lnTo>
                    <a:pt x="33247" y="434882"/>
                  </a:lnTo>
                  <a:lnTo>
                    <a:pt x="57473" y="473921"/>
                  </a:lnTo>
                  <a:lnTo>
                    <a:pt x="87249" y="508635"/>
                  </a:lnTo>
                  <a:lnTo>
                    <a:pt x="121962" y="538410"/>
                  </a:lnTo>
                  <a:lnTo>
                    <a:pt x="161001" y="562636"/>
                  </a:lnTo>
                  <a:lnTo>
                    <a:pt x="203752" y="580698"/>
                  </a:lnTo>
                  <a:lnTo>
                    <a:pt x="249603" y="591985"/>
                  </a:lnTo>
                  <a:lnTo>
                    <a:pt x="297941" y="595884"/>
                  </a:lnTo>
                  <a:lnTo>
                    <a:pt x="346280" y="591985"/>
                  </a:lnTo>
                  <a:lnTo>
                    <a:pt x="392131" y="580698"/>
                  </a:lnTo>
                  <a:lnTo>
                    <a:pt x="434882" y="562636"/>
                  </a:lnTo>
                  <a:lnTo>
                    <a:pt x="473921" y="538410"/>
                  </a:lnTo>
                  <a:lnTo>
                    <a:pt x="508635" y="508635"/>
                  </a:lnTo>
                  <a:lnTo>
                    <a:pt x="538410" y="473921"/>
                  </a:lnTo>
                  <a:lnTo>
                    <a:pt x="562636" y="434882"/>
                  </a:lnTo>
                  <a:lnTo>
                    <a:pt x="580698" y="392131"/>
                  </a:lnTo>
                  <a:lnTo>
                    <a:pt x="591985" y="346280"/>
                  </a:lnTo>
                  <a:lnTo>
                    <a:pt x="595883" y="297942"/>
                  </a:lnTo>
                  <a:lnTo>
                    <a:pt x="591985" y="249603"/>
                  </a:lnTo>
                  <a:lnTo>
                    <a:pt x="580698" y="203752"/>
                  </a:lnTo>
                  <a:lnTo>
                    <a:pt x="562636" y="161001"/>
                  </a:lnTo>
                  <a:lnTo>
                    <a:pt x="538410" y="121962"/>
                  </a:lnTo>
                  <a:lnTo>
                    <a:pt x="508634" y="87249"/>
                  </a:lnTo>
                  <a:lnTo>
                    <a:pt x="473921" y="57473"/>
                  </a:lnTo>
                  <a:lnTo>
                    <a:pt x="434882" y="33247"/>
                  </a:lnTo>
                  <a:lnTo>
                    <a:pt x="392131" y="15185"/>
                  </a:lnTo>
                  <a:lnTo>
                    <a:pt x="346280" y="3898"/>
                  </a:lnTo>
                  <a:lnTo>
                    <a:pt x="297941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405121" y="3948684"/>
              <a:ext cx="596265" cy="596265"/>
            </a:xfrm>
            <a:custGeom>
              <a:avLst/>
              <a:gdLst/>
              <a:ahLst/>
              <a:cxnLst/>
              <a:rect l="l" t="t" r="r" b="b"/>
              <a:pathLst>
                <a:path w="596264" h="596264">
                  <a:moveTo>
                    <a:pt x="0" y="297942"/>
                  </a:moveTo>
                  <a:lnTo>
                    <a:pt x="3898" y="249603"/>
                  </a:lnTo>
                  <a:lnTo>
                    <a:pt x="15185" y="203752"/>
                  </a:lnTo>
                  <a:lnTo>
                    <a:pt x="33247" y="161001"/>
                  </a:lnTo>
                  <a:lnTo>
                    <a:pt x="57473" y="121962"/>
                  </a:lnTo>
                  <a:lnTo>
                    <a:pt x="87248" y="87249"/>
                  </a:lnTo>
                  <a:lnTo>
                    <a:pt x="121962" y="57473"/>
                  </a:lnTo>
                  <a:lnTo>
                    <a:pt x="161001" y="33247"/>
                  </a:lnTo>
                  <a:lnTo>
                    <a:pt x="203752" y="15185"/>
                  </a:lnTo>
                  <a:lnTo>
                    <a:pt x="249603" y="3898"/>
                  </a:lnTo>
                  <a:lnTo>
                    <a:pt x="297941" y="0"/>
                  </a:lnTo>
                  <a:lnTo>
                    <a:pt x="346280" y="3898"/>
                  </a:lnTo>
                  <a:lnTo>
                    <a:pt x="392131" y="15185"/>
                  </a:lnTo>
                  <a:lnTo>
                    <a:pt x="434882" y="33247"/>
                  </a:lnTo>
                  <a:lnTo>
                    <a:pt x="473921" y="57473"/>
                  </a:lnTo>
                  <a:lnTo>
                    <a:pt x="508634" y="87249"/>
                  </a:lnTo>
                  <a:lnTo>
                    <a:pt x="538410" y="121962"/>
                  </a:lnTo>
                  <a:lnTo>
                    <a:pt x="562636" y="161001"/>
                  </a:lnTo>
                  <a:lnTo>
                    <a:pt x="580698" y="203752"/>
                  </a:lnTo>
                  <a:lnTo>
                    <a:pt x="591985" y="249603"/>
                  </a:lnTo>
                  <a:lnTo>
                    <a:pt x="595883" y="297942"/>
                  </a:lnTo>
                  <a:lnTo>
                    <a:pt x="591985" y="346280"/>
                  </a:lnTo>
                  <a:lnTo>
                    <a:pt x="580698" y="392131"/>
                  </a:lnTo>
                  <a:lnTo>
                    <a:pt x="562636" y="434882"/>
                  </a:lnTo>
                  <a:lnTo>
                    <a:pt x="538410" y="473921"/>
                  </a:lnTo>
                  <a:lnTo>
                    <a:pt x="508635" y="508635"/>
                  </a:lnTo>
                  <a:lnTo>
                    <a:pt x="473921" y="538410"/>
                  </a:lnTo>
                  <a:lnTo>
                    <a:pt x="434882" y="562636"/>
                  </a:lnTo>
                  <a:lnTo>
                    <a:pt x="392131" y="580698"/>
                  </a:lnTo>
                  <a:lnTo>
                    <a:pt x="346280" y="591985"/>
                  </a:lnTo>
                  <a:lnTo>
                    <a:pt x="297941" y="595884"/>
                  </a:lnTo>
                  <a:lnTo>
                    <a:pt x="249603" y="591985"/>
                  </a:lnTo>
                  <a:lnTo>
                    <a:pt x="203752" y="580698"/>
                  </a:lnTo>
                  <a:lnTo>
                    <a:pt x="161001" y="562636"/>
                  </a:lnTo>
                  <a:lnTo>
                    <a:pt x="121962" y="538410"/>
                  </a:lnTo>
                  <a:lnTo>
                    <a:pt x="87249" y="508635"/>
                  </a:lnTo>
                  <a:lnTo>
                    <a:pt x="57473" y="473921"/>
                  </a:lnTo>
                  <a:lnTo>
                    <a:pt x="33247" y="434882"/>
                  </a:lnTo>
                  <a:lnTo>
                    <a:pt x="15185" y="392131"/>
                  </a:lnTo>
                  <a:lnTo>
                    <a:pt x="3898" y="346280"/>
                  </a:lnTo>
                  <a:lnTo>
                    <a:pt x="0" y="297942"/>
                  </a:lnTo>
                  <a:close/>
                </a:path>
              </a:pathLst>
            </a:custGeom>
            <a:ln w="3810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874257" y="3948684"/>
              <a:ext cx="596265" cy="596265"/>
            </a:xfrm>
            <a:custGeom>
              <a:avLst/>
              <a:gdLst/>
              <a:ahLst/>
              <a:cxnLst/>
              <a:rect l="l" t="t" r="r" b="b"/>
              <a:pathLst>
                <a:path w="596264" h="596264">
                  <a:moveTo>
                    <a:pt x="297941" y="0"/>
                  </a:moveTo>
                  <a:lnTo>
                    <a:pt x="249603" y="3898"/>
                  </a:lnTo>
                  <a:lnTo>
                    <a:pt x="203752" y="15185"/>
                  </a:lnTo>
                  <a:lnTo>
                    <a:pt x="161001" y="33247"/>
                  </a:lnTo>
                  <a:lnTo>
                    <a:pt x="121962" y="57473"/>
                  </a:lnTo>
                  <a:lnTo>
                    <a:pt x="87248" y="87249"/>
                  </a:lnTo>
                  <a:lnTo>
                    <a:pt x="57473" y="121962"/>
                  </a:lnTo>
                  <a:lnTo>
                    <a:pt x="33247" y="161001"/>
                  </a:lnTo>
                  <a:lnTo>
                    <a:pt x="15185" y="203752"/>
                  </a:lnTo>
                  <a:lnTo>
                    <a:pt x="3898" y="249603"/>
                  </a:lnTo>
                  <a:lnTo>
                    <a:pt x="0" y="297942"/>
                  </a:lnTo>
                  <a:lnTo>
                    <a:pt x="3898" y="346280"/>
                  </a:lnTo>
                  <a:lnTo>
                    <a:pt x="15185" y="392131"/>
                  </a:lnTo>
                  <a:lnTo>
                    <a:pt x="33247" y="434882"/>
                  </a:lnTo>
                  <a:lnTo>
                    <a:pt x="57473" y="473921"/>
                  </a:lnTo>
                  <a:lnTo>
                    <a:pt x="87249" y="508635"/>
                  </a:lnTo>
                  <a:lnTo>
                    <a:pt x="121962" y="538410"/>
                  </a:lnTo>
                  <a:lnTo>
                    <a:pt x="161001" y="562636"/>
                  </a:lnTo>
                  <a:lnTo>
                    <a:pt x="203752" y="580698"/>
                  </a:lnTo>
                  <a:lnTo>
                    <a:pt x="249603" y="591985"/>
                  </a:lnTo>
                  <a:lnTo>
                    <a:pt x="297941" y="595884"/>
                  </a:lnTo>
                  <a:lnTo>
                    <a:pt x="346280" y="591985"/>
                  </a:lnTo>
                  <a:lnTo>
                    <a:pt x="392131" y="580698"/>
                  </a:lnTo>
                  <a:lnTo>
                    <a:pt x="434882" y="562636"/>
                  </a:lnTo>
                  <a:lnTo>
                    <a:pt x="473921" y="538410"/>
                  </a:lnTo>
                  <a:lnTo>
                    <a:pt x="508635" y="508635"/>
                  </a:lnTo>
                  <a:lnTo>
                    <a:pt x="538410" y="473921"/>
                  </a:lnTo>
                  <a:lnTo>
                    <a:pt x="562636" y="434882"/>
                  </a:lnTo>
                  <a:lnTo>
                    <a:pt x="580698" y="392131"/>
                  </a:lnTo>
                  <a:lnTo>
                    <a:pt x="591985" y="346280"/>
                  </a:lnTo>
                  <a:lnTo>
                    <a:pt x="595883" y="297942"/>
                  </a:lnTo>
                  <a:lnTo>
                    <a:pt x="591985" y="249603"/>
                  </a:lnTo>
                  <a:lnTo>
                    <a:pt x="580698" y="203752"/>
                  </a:lnTo>
                  <a:lnTo>
                    <a:pt x="562636" y="161001"/>
                  </a:lnTo>
                  <a:lnTo>
                    <a:pt x="538410" y="121962"/>
                  </a:lnTo>
                  <a:lnTo>
                    <a:pt x="508634" y="87249"/>
                  </a:lnTo>
                  <a:lnTo>
                    <a:pt x="473921" y="57473"/>
                  </a:lnTo>
                  <a:lnTo>
                    <a:pt x="434882" y="33247"/>
                  </a:lnTo>
                  <a:lnTo>
                    <a:pt x="392131" y="15185"/>
                  </a:lnTo>
                  <a:lnTo>
                    <a:pt x="346280" y="3898"/>
                  </a:lnTo>
                  <a:lnTo>
                    <a:pt x="297941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874257" y="3948684"/>
              <a:ext cx="596265" cy="596265"/>
            </a:xfrm>
            <a:custGeom>
              <a:avLst/>
              <a:gdLst/>
              <a:ahLst/>
              <a:cxnLst/>
              <a:rect l="l" t="t" r="r" b="b"/>
              <a:pathLst>
                <a:path w="596264" h="596264">
                  <a:moveTo>
                    <a:pt x="0" y="297942"/>
                  </a:moveTo>
                  <a:lnTo>
                    <a:pt x="3898" y="249603"/>
                  </a:lnTo>
                  <a:lnTo>
                    <a:pt x="15185" y="203752"/>
                  </a:lnTo>
                  <a:lnTo>
                    <a:pt x="33247" y="161001"/>
                  </a:lnTo>
                  <a:lnTo>
                    <a:pt x="57473" y="121962"/>
                  </a:lnTo>
                  <a:lnTo>
                    <a:pt x="87248" y="87249"/>
                  </a:lnTo>
                  <a:lnTo>
                    <a:pt x="121962" y="57473"/>
                  </a:lnTo>
                  <a:lnTo>
                    <a:pt x="161001" y="33247"/>
                  </a:lnTo>
                  <a:lnTo>
                    <a:pt x="203752" y="15185"/>
                  </a:lnTo>
                  <a:lnTo>
                    <a:pt x="249603" y="3898"/>
                  </a:lnTo>
                  <a:lnTo>
                    <a:pt x="297941" y="0"/>
                  </a:lnTo>
                  <a:lnTo>
                    <a:pt x="346280" y="3898"/>
                  </a:lnTo>
                  <a:lnTo>
                    <a:pt x="392131" y="15185"/>
                  </a:lnTo>
                  <a:lnTo>
                    <a:pt x="434882" y="33247"/>
                  </a:lnTo>
                  <a:lnTo>
                    <a:pt x="473921" y="57473"/>
                  </a:lnTo>
                  <a:lnTo>
                    <a:pt x="508634" y="87249"/>
                  </a:lnTo>
                  <a:lnTo>
                    <a:pt x="538410" y="121962"/>
                  </a:lnTo>
                  <a:lnTo>
                    <a:pt x="562636" y="161001"/>
                  </a:lnTo>
                  <a:lnTo>
                    <a:pt x="580698" y="203752"/>
                  </a:lnTo>
                  <a:lnTo>
                    <a:pt x="591985" y="249603"/>
                  </a:lnTo>
                  <a:lnTo>
                    <a:pt x="595883" y="297942"/>
                  </a:lnTo>
                  <a:lnTo>
                    <a:pt x="591985" y="346280"/>
                  </a:lnTo>
                  <a:lnTo>
                    <a:pt x="580698" y="392131"/>
                  </a:lnTo>
                  <a:lnTo>
                    <a:pt x="562636" y="434882"/>
                  </a:lnTo>
                  <a:lnTo>
                    <a:pt x="538410" y="473921"/>
                  </a:lnTo>
                  <a:lnTo>
                    <a:pt x="508635" y="508635"/>
                  </a:lnTo>
                  <a:lnTo>
                    <a:pt x="473921" y="538410"/>
                  </a:lnTo>
                  <a:lnTo>
                    <a:pt x="434882" y="562636"/>
                  </a:lnTo>
                  <a:lnTo>
                    <a:pt x="392131" y="580698"/>
                  </a:lnTo>
                  <a:lnTo>
                    <a:pt x="346280" y="591985"/>
                  </a:lnTo>
                  <a:lnTo>
                    <a:pt x="297941" y="595884"/>
                  </a:lnTo>
                  <a:lnTo>
                    <a:pt x="249603" y="591985"/>
                  </a:lnTo>
                  <a:lnTo>
                    <a:pt x="203752" y="580698"/>
                  </a:lnTo>
                  <a:lnTo>
                    <a:pt x="161001" y="562636"/>
                  </a:lnTo>
                  <a:lnTo>
                    <a:pt x="121962" y="538410"/>
                  </a:lnTo>
                  <a:lnTo>
                    <a:pt x="87249" y="508635"/>
                  </a:lnTo>
                  <a:lnTo>
                    <a:pt x="57473" y="473921"/>
                  </a:lnTo>
                  <a:lnTo>
                    <a:pt x="33247" y="434882"/>
                  </a:lnTo>
                  <a:lnTo>
                    <a:pt x="15185" y="392131"/>
                  </a:lnTo>
                  <a:lnTo>
                    <a:pt x="3898" y="346280"/>
                  </a:lnTo>
                  <a:lnTo>
                    <a:pt x="0" y="297942"/>
                  </a:lnTo>
                  <a:close/>
                </a:path>
              </a:pathLst>
            </a:custGeom>
            <a:ln w="3810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405121" y="5583936"/>
              <a:ext cx="596265" cy="596265"/>
            </a:xfrm>
            <a:custGeom>
              <a:avLst/>
              <a:gdLst/>
              <a:ahLst/>
              <a:cxnLst/>
              <a:rect l="l" t="t" r="r" b="b"/>
              <a:pathLst>
                <a:path w="596264" h="596264">
                  <a:moveTo>
                    <a:pt x="0" y="297941"/>
                  </a:moveTo>
                  <a:lnTo>
                    <a:pt x="3898" y="249613"/>
                  </a:lnTo>
                  <a:lnTo>
                    <a:pt x="15185" y="203767"/>
                  </a:lnTo>
                  <a:lnTo>
                    <a:pt x="33247" y="161018"/>
                  </a:lnTo>
                  <a:lnTo>
                    <a:pt x="57473" y="121979"/>
                  </a:lnTo>
                  <a:lnTo>
                    <a:pt x="87248" y="87263"/>
                  </a:lnTo>
                  <a:lnTo>
                    <a:pt x="121962" y="57484"/>
                  </a:lnTo>
                  <a:lnTo>
                    <a:pt x="161001" y="33254"/>
                  </a:lnTo>
                  <a:lnTo>
                    <a:pt x="203752" y="15188"/>
                  </a:lnTo>
                  <a:lnTo>
                    <a:pt x="249603" y="3899"/>
                  </a:lnTo>
                  <a:lnTo>
                    <a:pt x="297941" y="0"/>
                  </a:lnTo>
                  <a:lnTo>
                    <a:pt x="346280" y="3899"/>
                  </a:lnTo>
                  <a:lnTo>
                    <a:pt x="392131" y="15188"/>
                  </a:lnTo>
                  <a:lnTo>
                    <a:pt x="434882" y="33254"/>
                  </a:lnTo>
                  <a:lnTo>
                    <a:pt x="473921" y="57484"/>
                  </a:lnTo>
                  <a:lnTo>
                    <a:pt x="508634" y="87263"/>
                  </a:lnTo>
                  <a:lnTo>
                    <a:pt x="538410" y="121979"/>
                  </a:lnTo>
                  <a:lnTo>
                    <a:pt x="562636" y="161018"/>
                  </a:lnTo>
                  <a:lnTo>
                    <a:pt x="580698" y="203767"/>
                  </a:lnTo>
                  <a:lnTo>
                    <a:pt x="591985" y="249613"/>
                  </a:lnTo>
                  <a:lnTo>
                    <a:pt x="595883" y="297941"/>
                  </a:lnTo>
                  <a:lnTo>
                    <a:pt x="591985" y="346270"/>
                  </a:lnTo>
                  <a:lnTo>
                    <a:pt x="580698" y="392116"/>
                  </a:lnTo>
                  <a:lnTo>
                    <a:pt x="562636" y="434865"/>
                  </a:lnTo>
                  <a:lnTo>
                    <a:pt x="538410" y="473904"/>
                  </a:lnTo>
                  <a:lnTo>
                    <a:pt x="508635" y="508620"/>
                  </a:lnTo>
                  <a:lnTo>
                    <a:pt x="473921" y="538399"/>
                  </a:lnTo>
                  <a:lnTo>
                    <a:pt x="434882" y="562629"/>
                  </a:lnTo>
                  <a:lnTo>
                    <a:pt x="392131" y="580695"/>
                  </a:lnTo>
                  <a:lnTo>
                    <a:pt x="346280" y="591984"/>
                  </a:lnTo>
                  <a:lnTo>
                    <a:pt x="297941" y="595883"/>
                  </a:lnTo>
                  <a:lnTo>
                    <a:pt x="249603" y="591984"/>
                  </a:lnTo>
                  <a:lnTo>
                    <a:pt x="203752" y="580695"/>
                  </a:lnTo>
                  <a:lnTo>
                    <a:pt x="161001" y="562629"/>
                  </a:lnTo>
                  <a:lnTo>
                    <a:pt x="121962" y="538399"/>
                  </a:lnTo>
                  <a:lnTo>
                    <a:pt x="87249" y="508620"/>
                  </a:lnTo>
                  <a:lnTo>
                    <a:pt x="57473" y="473904"/>
                  </a:lnTo>
                  <a:lnTo>
                    <a:pt x="33247" y="434865"/>
                  </a:lnTo>
                  <a:lnTo>
                    <a:pt x="15185" y="392116"/>
                  </a:lnTo>
                  <a:lnTo>
                    <a:pt x="3898" y="346270"/>
                  </a:lnTo>
                  <a:lnTo>
                    <a:pt x="0" y="297941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4623670" y="5988408"/>
            <a:ext cx="2216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𝒅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943708" y="5896460"/>
            <a:ext cx="596265" cy="596265"/>
          </a:xfrm>
          <a:custGeom>
            <a:avLst/>
            <a:gdLst/>
            <a:ahLst/>
            <a:cxnLst/>
            <a:rect l="l" t="t" r="r" b="b"/>
            <a:pathLst>
              <a:path w="596264" h="596264">
                <a:moveTo>
                  <a:pt x="0" y="297941"/>
                </a:moveTo>
                <a:lnTo>
                  <a:pt x="3898" y="249613"/>
                </a:lnTo>
                <a:lnTo>
                  <a:pt x="15185" y="203767"/>
                </a:lnTo>
                <a:lnTo>
                  <a:pt x="33247" y="161018"/>
                </a:lnTo>
                <a:lnTo>
                  <a:pt x="57473" y="121979"/>
                </a:lnTo>
                <a:lnTo>
                  <a:pt x="87248" y="87263"/>
                </a:lnTo>
                <a:lnTo>
                  <a:pt x="121962" y="57484"/>
                </a:lnTo>
                <a:lnTo>
                  <a:pt x="161001" y="33254"/>
                </a:lnTo>
                <a:lnTo>
                  <a:pt x="203752" y="15188"/>
                </a:lnTo>
                <a:lnTo>
                  <a:pt x="249603" y="3899"/>
                </a:lnTo>
                <a:lnTo>
                  <a:pt x="297941" y="0"/>
                </a:lnTo>
                <a:lnTo>
                  <a:pt x="346280" y="3899"/>
                </a:lnTo>
                <a:lnTo>
                  <a:pt x="392131" y="15188"/>
                </a:lnTo>
                <a:lnTo>
                  <a:pt x="434882" y="33254"/>
                </a:lnTo>
                <a:lnTo>
                  <a:pt x="473921" y="57484"/>
                </a:lnTo>
                <a:lnTo>
                  <a:pt x="508634" y="87263"/>
                </a:lnTo>
                <a:lnTo>
                  <a:pt x="538410" y="121979"/>
                </a:lnTo>
                <a:lnTo>
                  <a:pt x="562636" y="161018"/>
                </a:lnTo>
                <a:lnTo>
                  <a:pt x="580698" y="203767"/>
                </a:lnTo>
                <a:lnTo>
                  <a:pt x="591985" y="249613"/>
                </a:lnTo>
                <a:lnTo>
                  <a:pt x="595883" y="297941"/>
                </a:lnTo>
                <a:lnTo>
                  <a:pt x="591985" y="346270"/>
                </a:lnTo>
                <a:lnTo>
                  <a:pt x="580698" y="392116"/>
                </a:lnTo>
                <a:lnTo>
                  <a:pt x="562636" y="434865"/>
                </a:lnTo>
                <a:lnTo>
                  <a:pt x="538410" y="473904"/>
                </a:lnTo>
                <a:lnTo>
                  <a:pt x="508635" y="508620"/>
                </a:lnTo>
                <a:lnTo>
                  <a:pt x="473921" y="538399"/>
                </a:lnTo>
                <a:lnTo>
                  <a:pt x="434882" y="562629"/>
                </a:lnTo>
                <a:lnTo>
                  <a:pt x="392131" y="580695"/>
                </a:lnTo>
                <a:lnTo>
                  <a:pt x="346280" y="591984"/>
                </a:lnTo>
                <a:lnTo>
                  <a:pt x="297941" y="595883"/>
                </a:lnTo>
                <a:lnTo>
                  <a:pt x="249603" y="591984"/>
                </a:lnTo>
                <a:lnTo>
                  <a:pt x="203752" y="580695"/>
                </a:lnTo>
                <a:lnTo>
                  <a:pt x="161001" y="562629"/>
                </a:lnTo>
                <a:lnTo>
                  <a:pt x="121962" y="538399"/>
                </a:lnTo>
                <a:lnTo>
                  <a:pt x="87249" y="508620"/>
                </a:lnTo>
                <a:lnTo>
                  <a:pt x="57473" y="473904"/>
                </a:lnTo>
                <a:lnTo>
                  <a:pt x="33247" y="434865"/>
                </a:lnTo>
                <a:lnTo>
                  <a:pt x="15185" y="392116"/>
                </a:lnTo>
                <a:lnTo>
                  <a:pt x="3898" y="346270"/>
                </a:lnTo>
                <a:lnTo>
                  <a:pt x="0" y="297941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6105505" y="5988408"/>
            <a:ext cx="1974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𝒇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7412081" y="4261209"/>
            <a:ext cx="596900" cy="596265"/>
          </a:xfrm>
          <a:custGeom>
            <a:avLst/>
            <a:gdLst/>
            <a:ahLst/>
            <a:cxnLst/>
            <a:rect l="l" t="t" r="r" b="b"/>
            <a:pathLst>
              <a:path w="596900" h="596264">
                <a:moveTo>
                  <a:pt x="0" y="297942"/>
                </a:moveTo>
                <a:lnTo>
                  <a:pt x="3905" y="249603"/>
                </a:lnTo>
                <a:lnTo>
                  <a:pt x="15212" y="203752"/>
                </a:lnTo>
                <a:lnTo>
                  <a:pt x="33305" y="161001"/>
                </a:lnTo>
                <a:lnTo>
                  <a:pt x="57570" y="121962"/>
                </a:lnTo>
                <a:lnTo>
                  <a:pt x="87391" y="87249"/>
                </a:lnTo>
                <a:lnTo>
                  <a:pt x="122154" y="57473"/>
                </a:lnTo>
                <a:lnTo>
                  <a:pt x="161244" y="33247"/>
                </a:lnTo>
                <a:lnTo>
                  <a:pt x="204045" y="15185"/>
                </a:lnTo>
                <a:lnTo>
                  <a:pt x="249943" y="3898"/>
                </a:lnTo>
                <a:lnTo>
                  <a:pt x="298323" y="0"/>
                </a:lnTo>
                <a:lnTo>
                  <a:pt x="346702" y="3898"/>
                </a:lnTo>
                <a:lnTo>
                  <a:pt x="392600" y="15185"/>
                </a:lnTo>
                <a:lnTo>
                  <a:pt x="435401" y="33247"/>
                </a:lnTo>
                <a:lnTo>
                  <a:pt x="474491" y="57473"/>
                </a:lnTo>
                <a:lnTo>
                  <a:pt x="509254" y="87249"/>
                </a:lnTo>
                <a:lnTo>
                  <a:pt x="539075" y="121962"/>
                </a:lnTo>
                <a:lnTo>
                  <a:pt x="563340" y="161001"/>
                </a:lnTo>
                <a:lnTo>
                  <a:pt x="581433" y="203752"/>
                </a:lnTo>
                <a:lnTo>
                  <a:pt x="592740" y="249603"/>
                </a:lnTo>
                <a:lnTo>
                  <a:pt x="596646" y="297942"/>
                </a:lnTo>
                <a:lnTo>
                  <a:pt x="592740" y="346280"/>
                </a:lnTo>
                <a:lnTo>
                  <a:pt x="581433" y="392131"/>
                </a:lnTo>
                <a:lnTo>
                  <a:pt x="563340" y="434882"/>
                </a:lnTo>
                <a:lnTo>
                  <a:pt x="539075" y="473921"/>
                </a:lnTo>
                <a:lnTo>
                  <a:pt x="509254" y="508635"/>
                </a:lnTo>
                <a:lnTo>
                  <a:pt x="474491" y="538410"/>
                </a:lnTo>
                <a:lnTo>
                  <a:pt x="435401" y="562636"/>
                </a:lnTo>
                <a:lnTo>
                  <a:pt x="392600" y="580698"/>
                </a:lnTo>
                <a:lnTo>
                  <a:pt x="346702" y="591985"/>
                </a:lnTo>
                <a:lnTo>
                  <a:pt x="298323" y="595884"/>
                </a:lnTo>
                <a:lnTo>
                  <a:pt x="249943" y="591985"/>
                </a:lnTo>
                <a:lnTo>
                  <a:pt x="204045" y="580698"/>
                </a:lnTo>
                <a:lnTo>
                  <a:pt x="161244" y="562636"/>
                </a:lnTo>
                <a:lnTo>
                  <a:pt x="122154" y="538410"/>
                </a:lnTo>
                <a:lnTo>
                  <a:pt x="87391" y="508635"/>
                </a:lnTo>
                <a:lnTo>
                  <a:pt x="57570" y="473921"/>
                </a:lnTo>
                <a:lnTo>
                  <a:pt x="33305" y="434882"/>
                </a:lnTo>
                <a:lnTo>
                  <a:pt x="15212" y="392131"/>
                </a:lnTo>
                <a:lnTo>
                  <a:pt x="3905" y="346280"/>
                </a:lnTo>
                <a:lnTo>
                  <a:pt x="0" y="297942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7583023" y="4353410"/>
            <a:ext cx="1797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𝒄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4753464" y="4540101"/>
            <a:ext cx="2659380" cy="1673860"/>
            <a:chOff x="4684014" y="4227576"/>
            <a:chExt cx="2659380" cy="1673860"/>
          </a:xfrm>
        </p:grpSpPr>
        <p:sp>
          <p:nvSpPr>
            <p:cNvPr id="18" name="object 18"/>
            <p:cNvSpPr/>
            <p:nvPr/>
          </p:nvSpPr>
          <p:spPr>
            <a:xfrm>
              <a:off x="5001006" y="4246626"/>
              <a:ext cx="873125" cy="0"/>
            </a:xfrm>
            <a:custGeom>
              <a:avLst/>
              <a:gdLst/>
              <a:ahLst/>
              <a:cxnLst/>
              <a:rect l="l" t="t" r="r" b="b"/>
              <a:pathLst>
                <a:path w="873125">
                  <a:moveTo>
                    <a:pt x="0" y="0"/>
                  </a:moveTo>
                  <a:lnTo>
                    <a:pt x="872744" y="0"/>
                  </a:lnTo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703064" y="4246626"/>
              <a:ext cx="2640330" cy="1635760"/>
            </a:xfrm>
            <a:custGeom>
              <a:avLst/>
              <a:gdLst/>
              <a:ahLst/>
              <a:cxnLst/>
              <a:rect l="l" t="t" r="r" b="b"/>
              <a:pathLst>
                <a:path w="2640329" h="1635760">
                  <a:moveTo>
                    <a:pt x="0" y="297942"/>
                  </a:moveTo>
                  <a:lnTo>
                    <a:pt x="0" y="1336802"/>
                  </a:lnTo>
                </a:path>
                <a:path w="2640329" h="1635760">
                  <a:moveTo>
                    <a:pt x="1258443" y="211074"/>
                  </a:moveTo>
                  <a:lnTo>
                    <a:pt x="211074" y="1424495"/>
                  </a:lnTo>
                </a:path>
                <a:path w="2640329" h="1635760">
                  <a:moveTo>
                    <a:pt x="1170686" y="1635252"/>
                  </a:moveTo>
                  <a:lnTo>
                    <a:pt x="297941" y="1635252"/>
                  </a:lnTo>
                </a:path>
                <a:path w="2640329" h="1635760">
                  <a:moveTo>
                    <a:pt x="1469136" y="297942"/>
                  </a:moveTo>
                  <a:lnTo>
                    <a:pt x="1469136" y="1336802"/>
                  </a:lnTo>
                </a:path>
                <a:path w="2640329" h="1635760">
                  <a:moveTo>
                    <a:pt x="1767077" y="0"/>
                  </a:moveTo>
                  <a:lnTo>
                    <a:pt x="2639821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4401420" y="3816708"/>
            <a:ext cx="2005964" cy="92836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396365" algn="l"/>
              </a:tabLst>
            </a:pPr>
            <a:r>
              <a:rPr sz="2000" spc="-20">
                <a:latin typeface="PMingLiU"/>
                <a:cs typeface="PMingLiU"/>
              </a:rPr>
              <a:t>度</a:t>
            </a:r>
            <a:r>
              <a:rPr sz="2000" spc="-25">
                <a:latin typeface="Cambria Math"/>
                <a:cs typeface="Cambria Math"/>
              </a:rPr>
              <a:t>+𝟏</a:t>
            </a:r>
            <a:r>
              <a:rPr sz="2000">
                <a:latin typeface="Cambria Math"/>
                <a:cs typeface="Cambria Math"/>
              </a:rPr>
              <a:t>	</a:t>
            </a:r>
            <a:r>
              <a:rPr sz="2000" spc="-20">
                <a:latin typeface="PMingLiU"/>
                <a:cs typeface="PMingLiU"/>
              </a:rPr>
              <a:t>度</a:t>
            </a:r>
            <a:r>
              <a:rPr sz="2000" spc="-25">
                <a:latin typeface="Cambria Math"/>
                <a:cs typeface="Cambria Math"/>
              </a:rPr>
              <a:t>+𝟏</a:t>
            </a:r>
            <a:endParaRPr sz="2000">
              <a:latin typeface="Cambria Math"/>
              <a:cs typeface="Cambria Math"/>
            </a:endParaRPr>
          </a:p>
          <a:p>
            <a:pPr marL="238125">
              <a:lnSpc>
                <a:spcPct val="100000"/>
              </a:lnSpc>
              <a:spcBef>
                <a:spcPts val="1830"/>
              </a:spcBef>
              <a:tabLst>
                <a:tab pos="1708785" algn="l"/>
              </a:tabLst>
            </a:pPr>
            <a:r>
              <a:rPr sz="2400" spc="-50">
                <a:latin typeface="Cambria Math"/>
                <a:cs typeface="Cambria Math"/>
              </a:rPr>
              <a:t>𝒂</a:t>
            </a:r>
            <a:r>
              <a:rPr sz="2400">
                <a:latin typeface="Cambria Math"/>
                <a:cs typeface="Cambria Math"/>
              </a:rPr>
              <a:t>	</a:t>
            </a:r>
            <a:r>
              <a:rPr sz="2400" spc="-50">
                <a:latin typeface="Cambria Math"/>
                <a:cs typeface="Cambria Math"/>
              </a:rPr>
              <a:t>𝒃</a:t>
            </a:r>
            <a:endParaRPr sz="24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3745" y="1161414"/>
            <a:ext cx="10684510" cy="879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1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七座桥连接河岸和两个小岛，步行者怎样才能</a:t>
            </a:r>
            <a:r>
              <a:rPr sz="2800" spc="-5" dirty="0" err="1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不重复、不遗漏</a:t>
            </a:r>
            <a:r>
              <a:rPr sz="2800" spc="-25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地一</a:t>
            </a:r>
            <a:r>
              <a:rPr sz="2800" spc="75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次走完七座桥</a:t>
            </a:r>
            <a:r>
              <a:rPr sz="2800" spc="75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?</a:t>
            </a:r>
            <a:endParaRPr sz="28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02182" y="208253"/>
            <a:ext cx="4915078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柯尼斯堡七桥问</a:t>
            </a:r>
            <a:r>
              <a:rPr sz="4000"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题</a:t>
            </a:r>
            <a:endParaRPr sz="4000"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pic>
        <p:nvPicPr>
          <p:cNvPr id="4" name="object 4"/>
          <p:cNvPicPr/>
          <p:nvPr/>
        </p:nvPicPr>
        <p:blipFill>
          <a:blip r:embed="rId2"/>
          <a:stretch>
            <a:fillRect/>
          </a:stretch>
        </p:blipFill>
        <p:spPr>
          <a:xfrm>
            <a:off x="570737" y="2341626"/>
            <a:ext cx="2556510" cy="2885694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3481895" y="2348039"/>
            <a:ext cx="3940810" cy="3108960"/>
            <a:chOff x="3481895" y="2348039"/>
            <a:chExt cx="3940810" cy="3108960"/>
          </a:xfrm>
        </p:grpSpPr>
        <p:pic>
          <p:nvPicPr>
            <p:cNvPr id="6" name="object 6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3491484" y="2357627"/>
              <a:ext cx="3921252" cy="308991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486658" y="2352801"/>
              <a:ext cx="3931285" cy="3099435"/>
            </a:xfrm>
            <a:custGeom>
              <a:avLst/>
              <a:gdLst/>
              <a:ahLst/>
              <a:cxnLst/>
              <a:rect l="l" t="t" r="r" b="b"/>
              <a:pathLst>
                <a:path w="3931284" h="3099435">
                  <a:moveTo>
                    <a:pt x="0" y="3099435"/>
                  </a:moveTo>
                  <a:lnTo>
                    <a:pt x="3930776" y="3099435"/>
                  </a:lnTo>
                  <a:lnTo>
                    <a:pt x="3930776" y="0"/>
                  </a:lnTo>
                  <a:lnTo>
                    <a:pt x="0" y="0"/>
                  </a:lnTo>
                  <a:lnTo>
                    <a:pt x="0" y="3099435"/>
                  </a:lnTo>
                  <a:close/>
                </a:path>
              </a:pathLst>
            </a:custGeom>
            <a:ln w="9525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153152" y="2934208"/>
            <a:ext cx="7785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400">
                <a:latin typeface="PMingLiU"/>
                <a:cs typeface="PMingLiU"/>
              </a:rPr>
              <a:t>河岸</a:t>
            </a:r>
            <a:r>
              <a:rPr sz="2400" spc="40">
                <a:latin typeface="PMingLiU"/>
                <a:cs typeface="PMingLiU"/>
              </a:rPr>
              <a:t>1</a:t>
            </a:r>
            <a:endParaRPr sz="2400">
              <a:latin typeface="PMingLiU"/>
              <a:cs typeface="PMingLiU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593335" y="4785105"/>
            <a:ext cx="8286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400">
                <a:latin typeface="PMingLiU"/>
                <a:cs typeface="PMingLiU"/>
              </a:rPr>
              <a:t>河岸</a:t>
            </a:r>
            <a:r>
              <a:rPr sz="2400" spc="430">
                <a:latin typeface="PMingLiU"/>
                <a:cs typeface="PMingLiU"/>
              </a:rPr>
              <a:t>2</a:t>
            </a:r>
            <a:endParaRPr sz="2400">
              <a:latin typeface="PMingLiU"/>
              <a:cs typeface="PMingLiU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985003" y="3743705"/>
            <a:ext cx="7785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400">
                <a:latin typeface="PMingLiU"/>
                <a:cs typeface="PMingLiU"/>
              </a:rPr>
              <a:t>小岛</a:t>
            </a:r>
            <a:r>
              <a:rPr sz="2400" spc="40">
                <a:latin typeface="PMingLiU"/>
                <a:cs typeface="PMingLiU"/>
              </a:rPr>
              <a:t>1</a:t>
            </a:r>
            <a:endParaRPr sz="2400">
              <a:latin typeface="PMingLiU"/>
              <a:cs typeface="PMingLiU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223761" y="4075684"/>
            <a:ext cx="82867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400" spc="-10">
                <a:latin typeface="PMingLiU"/>
                <a:cs typeface="PMingLiU"/>
              </a:rPr>
              <a:t>小岛</a:t>
            </a:r>
            <a:r>
              <a:rPr sz="2400" spc="430">
                <a:latin typeface="PMingLiU"/>
                <a:cs typeface="PMingLiU"/>
              </a:rPr>
              <a:t>2</a:t>
            </a:r>
            <a:endParaRPr sz="2400">
              <a:latin typeface="PMingLiU"/>
              <a:cs typeface="PMingLiU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7662100" y="2337244"/>
            <a:ext cx="3930015" cy="3099435"/>
            <a:chOff x="7662100" y="2337244"/>
            <a:chExt cx="3930015" cy="3099435"/>
          </a:xfrm>
        </p:grpSpPr>
        <p:sp>
          <p:nvSpPr>
            <p:cNvPr id="13" name="object 13"/>
            <p:cNvSpPr/>
            <p:nvPr/>
          </p:nvSpPr>
          <p:spPr>
            <a:xfrm>
              <a:off x="7666863" y="2342007"/>
              <a:ext cx="3920490" cy="3089910"/>
            </a:xfrm>
            <a:custGeom>
              <a:avLst/>
              <a:gdLst/>
              <a:ahLst/>
              <a:cxnLst/>
              <a:rect l="l" t="t" r="r" b="b"/>
              <a:pathLst>
                <a:path w="3920490" h="3089910">
                  <a:moveTo>
                    <a:pt x="0" y="3089910"/>
                  </a:moveTo>
                  <a:lnTo>
                    <a:pt x="3920490" y="3089910"/>
                  </a:lnTo>
                  <a:lnTo>
                    <a:pt x="3920490" y="0"/>
                  </a:lnTo>
                  <a:lnTo>
                    <a:pt x="0" y="0"/>
                  </a:lnTo>
                  <a:lnTo>
                    <a:pt x="0" y="308991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008620" y="4522470"/>
              <a:ext cx="832485" cy="831850"/>
            </a:xfrm>
            <a:custGeom>
              <a:avLst/>
              <a:gdLst/>
              <a:ahLst/>
              <a:cxnLst/>
              <a:rect l="l" t="t" r="r" b="b"/>
              <a:pathLst>
                <a:path w="832484" h="831850">
                  <a:moveTo>
                    <a:pt x="0" y="415670"/>
                  </a:moveTo>
                  <a:lnTo>
                    <a:pt x="2799" y="367186"/>
                  </a:lnTo>
                  <a:lnTo>
                    <a:pt x="10990" y="320346"/>
                  </a:lnTo>
                  <a:lnTo>
                    <a:pt x="24259" y="275463"/>
                  </a:lnTo>
                  <a:lnTo>
                    <a:pt x="42294" y="232848"/>
                  </a:lnTo>
                  <a:lnTo>
                    <a:pt x="64783" y="192813"/>
                  </a:lnTo>
                  <a:lnTo>
                    <a:pt x="91413" y="155670"/>
                  </a:lnTo>
                  <a:lnTo>
                    <a:pt x="121872" y="121729"/>
                  </a:lnTo>
                  <a:lnTo>
                    <a:pt x="155847" y="91303"/>
                  </a:lnTo>
                  <a:lnTo>
                    <a:pt x="193027" y="64703"/>
                  </a:lnTo>
                  <a:lnTo>
                    <a:pt x="233098" y="42241"/>
                  </a:lnTo>
                  <a:lnTo>
                    <a:pt x="275749" y="24227"/>
                  </a:lnTo>
                  <a:lnTo>
                    <a:pt x="320666" y="10975"/>
                  </a:lnTo>
                  <a:lnTo>
                    <a:pt x="367538" y="2795"/>
                  </a:lnTo>
                  <a:lnTo>
                    <a:pt x="416051" y="0"/>
                  </a:lnTo>
                  <a:lnTo>
                    <a:pt x="464565" y="2795"/>
                  </a:lnTo>
                  <a:lnTo>
                    <a:pt x="511437" y="10975"/>
                  </a:lnTo>
                  <a:lnTo>
                    <a:pt x="556354" y="24227"/>
                  </a:lnTo>
                  <a:lnTo>
                    <a:pt x="599005" y="42241"/>
                  </a:lnTo>
                  <a:lnTo>
                    <a:pt x="639076" y="64703"/>
                  </a:lnTo>
                  <a:lnTo>
                    <a:pt x="676256" y="91303"/>
                  </a:lnTo>
                  <a:lnTo>
                    <a:pt x="710231" y="121729"/>
                  </a:lnTo>
                  <a:lnTo>
                    <a:pt x="740690" y="155670"/>
                  </a:lnTo>
                  <a:lnTo>
                    <a:pt x="767320" y="192813"/>
                  </a:lnTo>
                  <a:lnTo>
                    <a:pt x="789809" y="232848"/>
                  </a:lnTo>
                  <a:lnTo>
                    <a:pt x="807844" y="275463"/>
                  </a:lnTo>
                  <a:lnTo>
                    <a:pt x="821113" y="320346"/>
                  </a:lnTo>
                  <a:lnTo>
                    <a:pt x="829304" y="367186"/>
                  </a:lnTo>
                  <a:lnTo>
                    <a:pt x="832103" y="415670"/>
                  </a:lnTo>
                  <a:lnTo>
                    <a:pt x="829304" y="464155"/>
                  </a:lnTo>
                  <a:lnTo>
                    <a:pt x="821113" y="510995"/>
                  </a:lnTo>
                  <a:lnTo>
                    <a:pt x="807844" y="555878"/>
                  </a:lnTo>
                  <a:lnTo>
                    <a:pt x="789809" y="598493"/>
                  </a:lnTo>
                  <a:lnTo>
                    <a:pt x="767320" y="638528"/>
                  </a:lnTo>
                  <a:lnTo>
                    <a:pt x="740690" y="675671"/>
                  </a:lnTo>
                  <a:lnTo>
                    <a:pt x="710231" y="709612"/>
                  </a:lnTo>
                  <a:lnTo>
                    <a:pt x="676256" y="740038"/>
                  </a:lnTo>
                  <a:lnTo>
                    <a:pt x="639076" y="766638"/>
                  </a:lnTo>
                  <a:lnTo>
                    <a:pt x="599005" y="789100"/>
                  </a:lnTo>
                  <a:lnTo>
                    <a:pt x="556354" y="807114"/>
                  </a:lnTo>
                  <a:lnTo>
                    <a:pt x="511437" y="820366"/>
                  </a:lnTo>
                  <a:lnTo>
                    <a:pt x="464565" y="828546"/>
                  </a:lnTo>
                  <a:lnTo>
                    <a:pt x="416051" y="831341"/>
                  </a:lnTo>
                  <a:lnTo>
                    <a:pt x="367538" y="828546"/>
                  </a:lnTo>
                  <a:lnTo>
                    <a:pt x="320666" y="820366"/>
                  </a:lnTo>
                  <a:lnTo>
                    <a:pt x="275749" y="807114"/>
                  </a:lnTo>
                  <a:lnTo>
                    <a:pt x="233098" y="789100"/>
                  </a:lnTo>
                  <a:lnTo>
                    <a:pt x="193027" y="766638"/>
                  </a:lnTo>
                  <a:lnTo>
                    <a:pt x="155847" y="740038"/>
                  </a:lnTo>
                  <a:lnTo>
                    <a:pt x="121872" y="709612"/>
                  </a:lnTo>
                  <a:lnTo>
                    <a:pt x="91413" y="675671"/>
                  </a:lnTo>
                  <a:lnTo>
                    <a:pt x="64783" y="638528"/>
                  </a:lnTo>
                  <a:lnTo>
                    <a:pt x="42294" y="598493"/>
                  </a:lnTo>
                  <a:lnTo>
                    <a:pt x="24259" y="555878"/>
                  </a:lnTo>
                  <a:lnTo>
                    <a:pt x="10990" y="510995"/>
                  </a:lnTo>
                  <a:lnTo>
                    <a:pt x="2799" y="464155"/>
                  </a:lnTo>
                  <a:lnTo>
                    <a:pt x="0" y="41567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8017764" y="4704842"/>
            <a:ext cx="8286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400">
                <a:latin typeface="PMingLiU"/>
                <a:cs typeface="PMingLiU"/>
              </a:rPr>
              <a:t>河岸</a:t>
            </a:r>
            <a:r>
              <a:rPr sz="2400" spc="430">
                <a:latin typeface="PMingLiU"/>
                <a:cs typeface="PMingLiU"/>
              </a:rPr>
              <a:t>2</a:t>
            </a:r>
            <a:endParaRPr sz="2400">
              <a:latin typeface="PMingLiU"/>
              <a:cs typeface="PMingLiU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0412730" y="3775709"/>
            <a:ext cx="831850" cy="832485"/>
          </a:xfrm>
          <a:custGeom>
            <a:avLst/>
            <a:gdLst/>
            <a:ahLst/>
            <a:cxnLst/>
            <a:rect l="l" t="t" r="r" b="b"/>
            <a:pathLst>
              <a:path w="831850" h="832485">
                <a:moveTo>
                  <a:pt x="0" y="416051"/>
                </a:moveTo>
                <a:lnTo>
                  <a:pt x="2795" y="367538"/>
                </a:lnTo>
                <a:lnTo>
                  <a:pt x="10975" y="320666"/>
                </a:lnTo>
                <a:lnTo>
                  <a:pt x="24227" y="275749"/>
                </a:lnTo>
                <a:lnTo>
                  <a:pt x="42241" y="233098"/>
                </a:lnTo>
                <a:lnTo>
                  <a:pt x="64703" y="193027"/>
                </a:lnTo>
                <a:lnTo>
                  <a:pt x="91303" y="155847"/>
                </a:lnTo>
                <a:lnTo>
                  <a:pt x="121729" y="121872"/>
                </a:lnTo>
                <a:lnTo>
                  <a:pt x="155670" y="91413"/>
                </a:lnTo>
                <a:lnTo>
                  <a:pt x="192813" y="64783"/>
                </a:lnTo>
                <a:lnTo>
                  <a:pt x="232848" y="42294"/>
                </a:lnTo>
                <a:lnTo>
                  <a:pt x="275463" y="24259"/>
                </a:lnTo>
                <a:lnTo>
                  <a:pt x="320346" y="10990"/>
                </a:lnTo>
                <a:lnTo>
                  <a:pt x="367186" y="2799"/>
                </a:lnTo>
                <a:lnTo>
                  <a:pt x="415671" y="0"/>
                </a:lnTo>
                <a:lnTo>
                  <a:pt x="464155" y="2799"/>
                </a:lnTo>
                <a:lnTo>
                  <a:pt x="510995" y="10990"/>
                </a:lnTo>
                <a:lnTo>
                  <a:pt x="555878" y="24259"/>
                </a:lnTo>
                <a:lnTo>
                  <a:pt x="598493" y="42294"/>
                </a:lnTo>
                <a:lnTo>
                  <a:pt x="638528" y="64783"/>
                </a:lnTo>
                <a:lnTo>
                  <a:pt x="675671" y="91413"/>
                </a:lnTo>
                <a:lnTo>
                  <a:pt x="709612" y="121872"/>
                </a:lnTo>
                <a:lnTo>
                  <a:pt x="740038" y="155847"/>
                </a:lnTo>
                <a:lnTo>
                  <a:pt x="766638" y="193027"/>
                </a:lnTo>
                <a:lnTo>
                  <a:pt x="789100" y="233098"/>
                </a:lnTo>
                <a:lnTo>
                  <a:pt x="807114" y="275749"/>
                </a:lnTo>
                <a:lnTo>
                  <a:pt x="820366" y="320666"/>
                </a:lnTo>
                <a:lnTo>
                  <a:pt x="828546" y="367538"/>
                </a:lnTo>
                <a:lnTo>
                  <a:pt x="831342" y="416051"/>
                </a:lnTo>
                <a:lnTo>
                  <a:pt x="828546" y="464565"/>
                </a:lnTo>
                <a:lnTo>
                  <a:pt x="820366" y="511437"/>
                </a:lnTo>
                <a:lnTo>
                  <a:pt x="807114" y="556354"/>
                </a:lnTo>
                <a:lnTo>
                  <a:pt x="789100" y="599005"/>
                </a:lnTo>
                <a:lnTo>
                  <a:pt x="766638" y="639076"/>
                </a:lnTo>
                <a:lnTo>
                  <a:pt x="740038" y="676256"/>
                </a:lnTo>
                <a:lnTo>
                  <a:pt x="709612" y="710231"/>
                </a:lnTo>
                <a:lnTo>
                  <a:pt x="675671" y="740690"/>
                </a:lnTo>
                <a:lnTo>
                  <a:pt x="638528" y="767320"/>
                </a:lnTo>
                <a:lnTo>
                  <a:pt x="598493" y="789809"/>
                </a:lnTo>
                <a:lnTo>
                  <a:pt x="555878" y="807844"/>
                </a:lnTo>
                <a:lnTo>
                  <a:pt x="510995" y="821113"/>
                </a:lnTo>
                <a:lnTo>
                  <a:pt x="464155" y="829304"/>
                </a:lnTo>
                <a:lnTo>
                  <a:pt x="415671" y="832103"/>
                </a:lnTo>
                <a:lnTo>
                  <a:pt x="367186" y="829304"/>
                </a:lnTo>
                <a:lnTo>
                  <a:pt x="320346" y="821113"/>
                </a:lnTo>
                <a:lnTo>
                  <a:pt x="275463" y="807844"/>
                </a:lnTo>
                <a:lnTo>
                  <a:pt x="232848" y="789809"/>
                </a:lnTo>
                <a:lnTo>
                  <a:pt x="192813" y="767320"/>
                </a:lnTo>
                <a:lnTo>
                  <a:pt x="155670" y="740690"/>
                </a:lnTo>
                <a:lnTo>
                  <a:pt x="121729" y="710231"/>
                </a:lnTo>
                <a:lnTo>
                  <a:pt x="91303" y="676256"/>
                </a:lnTo>
                <a:lnTo>
                  <a:pt x="64703" y="639076"/>
                </a:lnTo>
                <a:lnTo>
                  <a:pt x="42241" y="599005"/>
                </a:lnTo>
                <a:lnTo>
                  <a:pt x="24227" y="556354"/>
                </a:lnTo>
                <a:lnTo>
                  <a:pt x="10975" y="511437"/>
                </a:lnTo>
                <a:lnTo>
                  <a:pt x="2795" y="464565"/>
                </a:lnTo>
                <a:lnTo>
                  <a:pt x="0" y="416051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0421873" y="3958590"/>
            <a:ext cx="8286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400">
                <a:latin typeface="PMingLiU"/>
                <a:cs typeface="PMingLiU"/>
              </a:rPr>
              <a:t>小岛</a:t>
            </a:r>
            <a:r>
              <a:rPr sz="2400" spc="430">
                <a:latin typeface="PMingLiU"/>
                <a:cs typeface="PMingLiU"/>
              </a:rPr>
              <a:t>2</a:t>
            </a:r>
            <a:endParaRPr sz="2400">
              <a:latin typeface="PMingLiU"/>
              <a:cs typeface="PMingLiU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9050273" y="2420111"/>
            <a:ext cx="829944" cy="829944"/>
          </a:xfrm>
          <a:custGeom>
            <a:avLst/>
            <a:gdLst/>
            <a:ahLst/>
            <a:cxnLst/>
            <a:rect l="l" t="t" r="r" b="b"/>
            <a:pathLst>
              <a:path w="829944" h="829944">
                <a:moveTo>
                  <a:pt x="0" y="414909"/>
                </a:moveTo>
                <a:lnTo>
                  <a:pt x="2791" y="366529"/>
                </a:lnTo>
                <a:lnTo>
                  <a:pt x="10960" y="319786"/>
                </a:lnTo>
                <a:lnTo>
                  <a:pt x="24192" y="274993"/>
                </a:lnTo>
                <a:lnTo>
                  <a:pt x="42178" y="232459"/>
                </a:lnTo>
                <a:lnTo>
                  <a:pt x="64606" y="192498"/>
                </a:lnTo>
                <a:lnTo>
                  <a:pt x="91163" y="155421"/>
                </a:lnTo>
                <a:lnTo>
                  <a:pt x="121539" y="121538"/>
                </a:lnTo>
                <a:lnTo>
                  <a:pt x="155421" y="91163"/>
                </a:lnTo>
                <a:lnTo>
                  <a:pt x="192498" y="64606"/>
                </a:lnTo>
                <a:lnTo>
                  <a:pt x="232459" y="42178"/>
                </a:lnTo>
                <a:lnTo>
                  <a:pt x="274993" y="24192"/>
                </a:lnTo>
                <a:lnTo>
                  <a:pt x="319786" y="10960"/>
                </a:lnTo>
                <a:lnTo>
                  <a:pt x="366529" y="2791"/>
                </a:lnTo>
                <a:lnTo>
                  <a:pt x="414908" y="0"/>
                </a:lnTo>
                <a:lnTo>
                  <a:pt x="463288" y="2791"/>
                </a:lnTo>
                <a:lnTo>
                  <a:pt x="510031" y="10960"/>
                </a:lnTo>
                <a:lnTo>
                  <a:pt x="554824" y="24192"/>
                </a:lnTo>
                <a:lnTo>
                  <a:pt x="597358" y="42178"/>
                </a:lnTo>
                <a:lnTo>
                  <a:pt x="637319" y="64606"/>
                </a:lnTo>
                <a:lnTo>
                  <a:pt x="674396" y="91163"/>
                </a:lnTo>
                <a:lnTo>
                  <a:pt x="708279" y="121538"/>
                </a:lnTo>
                <a:lnTo>
                  <a:pt x="738654" y="155421"/>
                </a:lnTo>
                <a:lnTo>
                  <a:pt x="765211" y="192498"/>
                </a:lnTo>
                <a:lnTo>
                  <a:pt x="787639" y="232459"/>
                </a:lnTo>
                <a:lnTo>
                  <a:pt x="805625" y="274993"/>
                </a:lnTo>
                <a:lnTo>
                  <a:pt x="818857" y="319786"/>
                </a:lnTo>
                <a:lnTo>
                  <a:pt x="827026" y="366529"/>
                </a:lnTo>
                <a:lnTo>
                  <a:pt x="829818" y="414909"/>
                </a:lnTo>
                <a:lnTo>
                  <a:pt x="827026" y="463288"/>
                </a:lnTo>
                <a:lnTo>
                  <a:pt x="818857" y="510031"/>
                </a:lnTo>
                <a:lnTo>
                  <a:pt x="805625" y="554824"/>
                </a:lnTo>
                <a:lnTo>
                  <a:pt x="787639" y="597358"/>
                </a:lnTo>
                <a:lnTo>
                  <a:pt x="765211" y="637319"/>
                </a:lnTo>
                <a:lnTo>
                  <a:pt x="738654" y="674396"/>
                </a:lnTo>
                <a:lnTo>
                  <a:pt x="708278" y="708278"/>
                </a:lnTo>
                <a:lnTo>
                  <a:pt x="674396" y="738654"/>
                </a:lnTo>
                <a:lnTo>
                  <a:pt x="637319" y="765211"/>
                </a:lnTo>
                <a:lnTo>
                  <a:pt x="597358" y="787639"/>
                </a:lnTo>
                <a:lnTo>
                  <a:pt x="554824" y="805625"/>
                </a:lnTo>
                <a:lnTo>
                  <a:pt x="510031" y="818857"/>
                </a:lnTo>
                <a:lnTo>
                  <a:pt x="463288" y="827026"/>
                </a:lnTo>
                <a:lnTo>
                  <a:pt x="414908" y="829817"/>
                </a:lnTo>
                <a:lnTo>
                  <a:pt x="366529" y="827026"/>
                </a:lnTo>
                <a:lnTo>
                  <a:pt x="319786" y="818857"/>
                </a:lnTo>
                <a:lnTo>
                  <a:pt x="274993" y="805625"/>
                </a:lnTo>
                <a:lnTo>
                  <a:pt x="232459" y="787639"/>
                </a:lnTo>
                <a:lnTo>
                  <a:pt x="192498" y="765211"/>
                </a:lnTo>
                <a:lnTo>
                  <a:pt x="155421" y="738654"/>
                </a:lnTo>
                <a:lnTo>
                  <a:pt x="121538" y="708279"/>
                </a:lnTo>
                <a:lnTo>
                  <a:pt x="91163" y="674396"/>
                </a:lnTo>
                <a:lnTo>
                  <a:pt x="64606" y="637319"/>
                </a:lnTo>
                <a:lnTo>
                  <a:pt x="42178" y="597358"/>
                </a:lnTo>
                <a:lnTo>
                  <a:pt x="24192" y="554824"/>
                </a:lnTo>
                <a:lnTo>
                  <a:pt x="10960" y="510031"/>
                </a:lnTo>
                <a:lnTo>
                  <a:pt x="2791" y="463288"/>
                </a:lnTo>
                <a:lnTo>
                  <a:pt x="0" y="414909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9082785" y="2601467"/>
            <a:ext cx="7785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400">
                <a:latin typeface="PMingLiU"/>
                <a:cs typeface="PMingLiU"/>
              </a:rPr>
              <a:t>河岸</a:t>
            </a:r>
            <a:r>
              <a:rPr sz="2400" spc="40">
                <a:latin typeface="PMingLiU"/>
                <a:cs typeface="PMingLiU"/>
              </a:rPr>
              <a:t>1</a:t>
            </a:r>
            <a:endParaRPr sz="2400">
              <a:latin typeface="PMingLiU"/>
              <a:cs typeface="PMingLiU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008619" y="3467861"/>
            <a:ext cx="832485" cy="831850"/>
          </a:xfrm>
          <a:custGeom>
            <a:avLst/>
            <a:gdLst/>
            <a:ahLst/>
            <a:cxnLst/>
            <a:rect l="l" t="t" r="r" b="b"/>
            <a:pathLst>
              <a:path w="832484" h="831850">
                <a:moveTo>
                  <a:pt x="0" y="415670"/>
                </a:moveTo>
                <a:lnTo>
                  <a:pt x="2799" y="367186"/>
                </a:lnTo>
                <a:lnTo>
                  <a:pt x="10990" y="320346"/>
                </a:lnTo>
                <a:lnTo>
                  <a:pt x="24259" y="275463"/>
                </a:lnTo>
                <a:lnTo>
                  <a:pt x="42294" y="232848"/>
                </a:lnTo>
                <a:lnTo>
                  <a:pt x="64783" y="192813"/>
                </a:lnTo>
                <a:lnTo>
                  <a:pt x="91413" y="155670"/>
                </a:lnTo>
                <a:lnTo>
                  <a:pt x="121872" y="121729"/>
                </a:lnTo>
                <a:lnTo>
                  <a:pt x="155847" y="91303"/>
                </a:lnTo>
                <a:lnTo>
                  <a:pt x="193027" y="64703"/>
                </a:lnTo>
                <a:lnTo>
                  <a:pt x="233098" y="42241"/>
                </a:lnTo>
                <a:lnTo>
                  <a:pt x="275749" y="24227"/>
                </a:lnTo>
                <a:lnTo>
                  <a:pt x="320666" y="10975"/>
                </a:lnTo>
                <a:lnTo>
                  <a:pt x="367538" y="2795"/>
                </a:lnTo>
                <a:lnTo>
                  <a:pt x="416051" y="0"/>
                </a:lnTo>
                <a:lnTo>
                  <a:pt x="464565" y="2795"/>
                </a:lnTo>
                <a:lnTo>
                  <a:pt x="511437" y="10975"/>
                </a:lnTo>
                <a:lnTo>
                  <a:pt x="556354" y="24227"/>
                </a:lnTo>
                <a:lnTo>
                  <a:pt x="599005" y="42241"/>
                </a:lnTo>
                <a:lnTo>
                  <a:pt x="639076" y="64703"/>
                </a:lnTo>
                <a:lnTo>
                  <a:pt x="676256" y="91303"/>
                </a:lnTo>
                <a:lnTo>
                  <a:pt x="710231" y="121729"/>
                </a:lnTo>
                <a:lnTo>
                  <a:pt x="740690" y="155670"/>
                </a:lnTo>
                <a:lnTo>
                  <a:pt x="767320" y="192813"/>
                </a:lnTo>
                <a:lnTo>
                  <a:pt x="789809" y="232848"/>
                </a:lnTo>
                <a:lnTo>
                  <a:pt x="807844" y="275463"/>
                </a:lnTo>
                <a:lnTo>
                  <a:pt x="821113" y="320346"/>
                </a:lnTo>
                <a:lnTo>
                  <a:pt x="829304" y="367186"/>
                </a:lnTo>
                <a:lnTo>
                  <a:pt x="832103" y="415670"/>
                </a:lnTo>
                <a:lnTo>
                  <a:pt x="829304" y="464155"/>
                </a:lnTo>
                <a:lnTo>
                  <a:pt x="821113" y="510995"/>
                </a:lnTo>
                <a:lnTo>
                  <a:pt x="807844" y="555878"/>
                </a:lnTo>
                <a:lnTo>
                  <a:pt x="789809" y="598493"/>
                </a:lnTo>
                <a:lnTo>
                  <a:pt x="767320" y="638528"/>
                </a:lnTo>
                <a:lnTo>
                  <a:pt x="740690" y="675671"/>
                </a:lnTo>
                <a:lnTo>
                  <a:pt x="710231" y="709612"/>
                </a:lnTo>
                <a:lnTo>
                  <a:pt x="676256" y="740038"/>
                </a:lnTo>
                <a:lnTo>
                  <a:pt x="639076" y="766638"/>
                </a:lnTo>
                <a:lnTo>
                  <a:pt x="599005" y="789100"/>
                </a:lnTo>
                <a:lnTo>
                  <a:pt x="556354" y="807114"/>
                </a:lnTo>
                <a:lnTo>
                  <a:pt x="511437" y="820366"/>
                </a:lnTo>
                <a:lnTo>
                  <a:pt x="464565" y="828546"/>
                </a:lnTo>
                <a:lnTo>
                  <a:pt x="416051" y="831342"/>
                </a:lnTo>
                <a:lnTo>
                  <a:pt x="367538" y="828546"/>
                </a:lnTo>
                <a:lnTo>
                  <a:pt x="320666" y="820366"/>
                </a:lnTo>
                <a:lnTo>
                  <a:pt x="275749" y="807114"/>
                </a:lnTo>
                <a:lnTo>
                  <a:pt x="233098" y="789100"/>
                </a:lnTo>
                <a:lnTo>
                  <a:pt x="193027" y="766638"/>
                </a:lnTo>
                <a:lnTo>
                  <a:pt x="155847" y="740038"/>
                </a:lnTo>
                <a:lnTo>
                  <a:pt x="121872" y="709612"/>
                </a:lnTo>
                <a:lnTo>
                  <a:pt x="91413" y="675671"/>
                </a:lnTo>
                <a:lnTo>
                  <a:pt x="64783" y="638528"/>
                </a:lnTo>
                <a:lnTo>
                  <a:pt x="42294" y="598493"/>
                </a:lnTo>
                <a:lnTo>
                  <a:pt x="24259" y="555878"/>
                </a:lnTo>
                <a:lnTo>
                  <a:pt x="10990" y="510995"/>
                </a:lnTo>
                <a:lnTo>
                  <a:pt x="2799" y="464155"/>
                </a:lnTo>
                <a:lnTo>
                  <a:pt x="0" y="41567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8042147" y="3650233"/>
            <a:ext cx="7785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400">
                <a:latin typeface="PMingLiU"/>
                <a:cs typeface="PMingLiU"/>
              </a:rPr>
              <a:t>小岛</a:t>
            </a:r>
            <a:r>
              <a:rPr sz="2400" spc="40">
                <a:latin typeface="PMingLiU"/>
                <a:cs typeface="PMingLiU"/>
              </a:rPr>
              <a:t>1</a:t>
            </a:r>
            <a:endParaRPr sz="2400">
              <a:latin typeface="PMingLiU"/>
              <a:cs typeface="PMingLiU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8130540" y="3128772"/>
            <a:ext cx="2404745" cy="1809750"/>
          </a:xfrm>
          <a:custGeom>
            <a:avLst/>
            <a:gdLst/>
            <a:ahLst/>
            <a:cxnLst/>
            <a:rect l="l" t="t" r="r" b="b"/>
            <a:pathLst>
              <a:path w="2404745" h="1809750">
                <a:moveTo>
                  <a:pt x="1628393" y="0"/>
                </a:moveTo>
                <a:lnTo>
                  <a:pt x="2404236" y="769492"/>
                </a:lnTo>
              </a:path>
              <a:path w="2404745" h="1809750">
                <a:moveTo>
                  <a:pt x="710183" y="755141"/>
                </a:moveTo>
                <a:lnTo>
                  <a:pt x="2282570" y="1063370"/>
                </a:lnTo>
              </a:path>
              <a:path w="2404745" h="1809750">
                <a:moveTo>
                  <a:pt x="1334896" y="121157"/>
                </a:moveTo>
                <a:lnTo>
                  <a:pt x="588263" y="460882"/>
                </a:lnTo>
              </a:path>
              <a:path w="2404745" h="1809750">
                <a:moveTo>
                  <a:pt x="1041273" y="0"/>
                </a:moveTo>
                <a:lnTo>
                  <a:pt x="294131" y="339470"/>
                </a:lnTo>
              </a:path>
              <a:path w="2404745" h="1809750">
                <a:moveTo>
                  <a:pt x="0" y="1049273"/>
                </a:moveTo>
                <a:lnTo>
                  <a:pt x="0" y="1515745"/>
                </a:lnTo>
              </a:path>
              <a:path w="2404745" h="1809750">
                <a:moveTo>
                  <a:pt x="2404363" y="1357121"/>
                </a:moveTo>
                <a:lnTo>
                  <a:pt x="710183" y="1809369"/>
                </a:lnTo>
              </a:path>
              <a:path w="2404745" h="1809750">
                <a:moveTo>
                  <a:pt x="588263" y="1049273"/>
                </a:moveTo>
                <a:lnTo>
                  <a:pt x="588263" y="1515745"/>
                </a:lnTo>
              </a:path>
            </a:pathLst>
          </a:custGeom>
          <a:ln w="38100">
            <a:solidFill>
              <a:srgbClr val="B8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566166" y="5935978"/>
            <a:ext cx="11021060" cy="829310"/>
          </a:xfrm>
          <a:custGeom>
            <a:avLst/>
            <a:gdLst/>
            <a:ahLst/>
            <a:cxnLst/>
            <a:rect l="l" t="t" r="r" b="b"/>
            <a:pathLst>
              <a:path w="11021060" h="829309">
                <a:moveTo>
                  <a:pt x="11020806" y="0"/>
                </a:moveTo>
                <a:lnTo>
                  <a:pt x="0" y="0"/>
                </a:lnTo>
                <a:lnTo>
                  <a:pt x="0" y="829056"/>
                </a:lnTo>
                <a:lnTo>
                  <a:pt x="11020806" y="829056"/>
                </a:lnTo>
                <a:lnTo>
                  <a:pt x="11020806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1202182" y="5250434"/>
            <a:ext cx="8094345" cy="12820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93065" marR="6803390" indent="-381000">
              <a:lnSpc>
                <a:spcPct val="100000"/>
              </a:lnSpc>
              <a:spcBef>
                <a:spcPts val="95"/>
              </a:spcBef>
            </a:pPr>
            <a:r>
              <a:rPr sz="2000" spc="-20">
                <a:latin typeface="PMingLiU"/>
                <a:cs typeface="PMingLiU"/>
              </a:rPr>
              <a:t>瑞士数学</a:t>
            </a:r>
            <a:r>
              <a:rPr sz="2000" spc="-50">
                <a:latin typeface="PMingLiU"/>
                <a:cs typeface="PMingLiU"/>
              </a:rPr>
              <a:t>家</a:t>
            </a:r>
            <a:r>
              <a:rPr sz="2000" spc="-20">
                <a:latin typeface="PMingLiU"/>
                <a:cs typeface="PMingLiU"/>
              </a:rPr>
              <a:t>欧</a:t>
            </a:r>
            <a:r>
              <a:rPr sz="2000" spc="-50">
                <a:latin typeface="PMingLiU"/>
                <a:cs typeface="PMingLiU"/>
              </a:rPr>
              <a:t>拉</a:t>
            </a:r>
            <a:endParaRPr sz="2000">
              <a:latin typeface="PMingLiU"/>
              <a:cs typeface="PMingLiU"/>
            </a:endParaRPr>
          </a:p>
          <a:p>
            <a:pPr marL="1672589">
              <a:lnSpc>
                <a:spcPct val="100000"/>
              </a:lnSpc>
              <a:spcBef>
                <a:spcPts val="1735"/>
              </a:spcBef>
            </a:pPr>
            <a:r>
              <a:rPr sz="2800" spc="-10">
                <a:solidFill>
                  <a:srgbClr val="FFFFFF"/>
                </a:solidFill>
                <a:latin typeface="PMingLiU"/>
                <a:cs typeface="PMingLiU"/>
              </a:rPr>
              <a:t>仅保留点和边的结构，建模为一笔画问题</a:t>
            </a:r>
            <a:endParaRPr sz="2800">
              <a:latin typeface="PMingLiU"/>
              <a:cs typeface="PMingLiU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19438" y="227767"/>
            <a:ext cx="5065549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柯尼斯堡七桥问</a:t>
            </a:r>
            <a:r>
              <a:rPr sz="4000"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题</a:t>
            </a:r>
            <a:endParaRPr sz="4000"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531011" y="2115128"/>
            <a:ext cx="9232900" cy="4184650"/>
            <a:chOff x="1473136" y="1779460"/>
            <a:chExt cx="9232900" cy="4184650"/>
          </a:xfrm>
        </p:grpSpPr>
        <p:sp>
          <p:nvSpPr>
            <p:cNvPr id="4" name="object 4"/>
            <p:cNvSpPr/>
            <p:nvPr/>
          </p:nvSpPr>
          <p:spPr>
            <a:xfrm>
              <a:off x="1477899" y="1784223"/>
              <a:ext cx="9223375" cy="4175125"/>
            </a:xfrm>
            <a:custGeom>
              <a:avLst/>
              <a:gdLst/>
              <a:ahLst/>
              <a:cxnLst/>
              <a:rect l="l" t="t" r="r" b="b"/>
              <a:pathLst>
                <a:path w="9223375" h="4175125">
                  <a:moveTo>
                    <a:pt x="0" y="4174998"/>
                  </a:moveTo>
                  <a:lnTo>
                    <a:pt x="9223248" y="4174998"/>
                  </a:lnTo>
                  <a:lnTo>
                    <a:pt x="9223248" y="0"/>
                  </a:lnTo>
                  <a:lnTo>
                    <a:pt x="0" y="0"/>
                  </a:lnTo>
                  <a:lnTo>
                    <a:pt x="0" y="4174998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193030" y="4691633"/>
              <a:ext cx="896619" cy="897255"/>
            </a:xfrm>
            <a:custGeom>
              <a:avLst/>
              <a:gdLst/>
              <a:ahLst/>
              <a:cxnLst/>
              <a:rect l="l" t="t" r="r" b="b"/>
              <a:pathLst>
                <a:path w="896619" h="897253">
                  <a:moveTo>
                    <a:pt x="0" y="448437"/>
                  </a:moveTo>
                  <a:lnTo>
                    <a:pt x="2629" y="399577"/>
                  </a:lnTo>
                  <a:lnTo>
                    <a:pt x="10337" y="352241"/>
                  </a:lnTo>
                  <a:lnTo>
                    <a:pt x="22847" y="306701"/>
                  </a:lnTo>
                  <a:lnTo>
                    <a:pt x="39888" y="263233"/>
                  </a:lnTo>
                  <a:lnTo>
                    <a:pt x="61185" y="222108"/>
                  </a:lnTo>
                  <a:lnTo>
                    <a:pt x="86465" y="183602"/>
                  </a:lnTo>
                  <a:lnTo>
                    <a:pt x="115454" y="147987"/>
                  </a:lnTo>
                  <a:lnTo>
                    <a:pt x="147879" y="115537"/>
                  </a:lnTo>
                  <a:lnTo>
                    <a:pt x="183465" y="86526"/>
                  </a:lnTo>
                  <a:lnTo>
                    <a:pt x="221939" y="61228"/>
                  </a:lnTo>
                  <a:lnTo>
                    <a:pt x="263028" y="39915"/>
                  </a:lnTo>
                  <a:lnTo>
                    <a:pt x="306458" y="22863"/>
                  </a:lnTo>
                  <a:lnTo>
                    <a:pt x="351955" y="10343"/>
                  </a:lnTo>
                  <a:lnTo>
                    <a:pt x="399245" y="2631"/>
                  </a:lnTo>
                  <a:lnTo>
                    <a:pt x="448056" y="0"/>
                  </a:lnTo>
                  <a:lnTo>
                    <a:pt x="496866" y="2631"/>
                  </a:lnTo>
                  <a:lnTo>
                    <a:pt x="544156" y="10343"/>
                  </a:lnTo>
                  <a:lnTo>
                    <a:pt x="589653" y="22863"/>
                  </a:lnTo>
                  <a:lnTo>
                    <a:pt x="633083" y="39915"/>
                  </a:lnTo>
                  <a:lnTo>
                    <a:pt x="674172" y="61228"/>
                  </a:lnTo>
                  <a:lnTo>
                    <a:pt x="712646" y="86526"/>
                  </a:lnTo>
                  <a:lnTo>
                    <a:pt x="748232" y="115537"/>
                  </a:lnTo>
                  <a:lnTo>
                    <a:pt x="780657" y="147987"/>
                  </a:lnTo>
                  <a:lnTo>
                    <a:pt x="809646" y="183602"/>
                  </a:lnTo>
                  <a:lnTo>
                    <a:pt x="834926" y="222108"/>
                  </a:lnTo>
                  <a:lnTo>
                    <a:pt x="856223" y="263233"/>
                  </a:lnTo>
                  <a:lnTo>
                    <a:pt x="873264" y="306701"/>
                  </a:lnTo>
                  <a:lnTo>
                    <a:pt x="885774" y="352241"/>
                  </a:lnTo>
                  <a:lnTo>
                    <a:pt x="893482" y="399577"/>
                  </a:lnTo>
                  <a:lnTo>
                    <a:pt x="896112" y="448437"/>
                  </a:lnTo>
                  <a:lnTo>
                    <a:pt x="893482" y="497296"/>
                  </a:lnTo>
                  <a:lnTo>
                    <a:pt x="885774" y="544632"/>
                  </a:lnTo>
                  <a:lnTo>
                    <a:pt x="873264" y="590172"/>
                  </a:lnTo>
                  <a:lnTo>
                    <a:pt x="856223" y="633640"/>
                  </a:lnTo>
                  <a:lnTo>
                    <a:pt x="834926" y="674765"/>
                  </a:lnTo>
                  <a:lnTo>
                    <a:pt x="809646" y="713271"/>
                  </a:lnTo>
                  <a:lnTo>
                    <a:pt x="780657" y="748886"/>
                  </a:lnTo>
                  <a:lnTo>
                    <a:pt x="748232" y="781336"/>
                  </a:lnTo>
                  <a:lnTo>
                    <a:pt x="712646" y="810347"/>
                  </a:lnTo>
                  <a:lnTo>
                    <a:pt x="674172" y="835645"/>
                  </a:lnTo>
                  <a:lnTo>
                    <a:pt x="633083" y="856958"/>
                  </a:lnTo>
                  <a:lnTo>
                    <a:pt x="589653" y="874010"/>
                  </a:lnTo>
                  <a:lnTo>
                    <a:pt x="544156" y="886530"/>
                  </a:lnTo>
                  <a:lnTo>
                    <a:pt x="496866" y="894242"/>
                  </a:lnTo>
                  <a:lnTo>
                    <a:pt x="448056" y="896874"/>
                  </a:lnTo>
                  <a:lnTo>
                    <a:pt x="399245" y="894242"/>
                  </a:lnTo>
                  <a:lnTo>
                    <a:pt x="351955" y="886530"/>
                  </a:lnTo>
                  <a:lnTo>
                    <a:pt x="306458" y="874010"/>
                  </a:lnTo>
                  <a:lnTo>
                    <a:pt x="263028" y="856958"/>
                  </a:lnTo>
                  <a:lnTo>
                    <a:pt x="221939" y="835645"/>
                  </a:lnTo>
                  <a:lnTo>
                    <a:pt x="183465" y="810347"/>
                  </a:lnTo>
                  <a:lnTo>
                    <a:pt x="147879" y="781336"/>
                  </a:lnTo>
                  <a:lnTo>
                    <a:pt x="115454" y="748886"/>
                  </a:lnTo>
                  <a:lnTo>
                    <a:pt x="86465" y="713271"/>
                  </a:lnTo>
                  <a:lnTo>
                    <a:pt x="61185" y="674765"/>
                  </a:lnTo>
                  <a:lnTo>
                    <a:pt x="39888" y="633640"/>
                  </a:lnTo>
                  <a:lnTo>
                    <a:pt x="22847" y="590172"/>
                  </a:lnTo>
                  <a:lnTo>
                    <a:pt x="10337" y="544632"/>
                  </a:lnTo>
                  <a:lnTo>
                    <a:pt x="2629" y="497296"/>
                  </a:lnTo>
                  <a:lnTo>
                    <a:pt x="0" y="448437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5302975" y="5250060"/>
            <a:ext cx="8051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400">
                <a:latin typeface="PMingLiU"/>
                <a:cs typeface="PMingLiU"/>
              </a:rPr>
              <a:t>河岸</a:t>
            </a:r>
            <a:r>
              <a:rPr sz="2400" spc="-50">
                <a:latin typeface="Cambria Math"/>
                <a:cs typeface="Cambria Math"/>
              </a:rPr>
              <a:t>𝟐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969720" y="3734950"/>
            <a:ext cx="897255" cy="896619"/>
          </a:xfrm>
          <a:custGeom>
            <a:avLst/>
            <a:gdLst/>
            <a:ahLst/>
            <a:cxnLst/>
            <a:rect l="l" t="t" r="r" b="b"/>
            <a:pathLst>
              <a:path w="897253" h="896619">
                <a:moveTo>
                  <a:pt x="0" y="448055"/>
                </a:moveTo>
                <a:lnTo>
                  <a:pt x="2631" y="399245"/>
                </a:lnTo>
                <a:lnTo>
                  <a:pt x="10343" y="351955"/>
                </a:lnTo>
                <a:lnTo>
                  <a:pt x="22863" y="306458"/>
                </a:lnTo>
                <a:lnTo>
                  <a:pt x="39915" y="263028"/>
                </a:lnTo>
                <a:lnTo>
                  <a:pt x="61228" y="221939"/>
                </a:lnTo>
                <a:lnTo>
                  <a:pt x="86526" y="183465"/>
                </a:lnTo>
                <a:lnTo>
                  <a:pt x="115537" y="147879"/>
                </a:lnTo>
                <a:lnTo>
                  <a:pt x="147987" y="115454"/>
                </a:lnTo>
                <a:lnTo>
                  <a:pt x="183602" y="86465"/>
                </a:lnTo>
                <a:lnTo>
                  <a:pt x="222108" y="61185"/>
                </a:lnTo>
                <a:lnTo>
                  <a:pt x="263233" y="39888"/>
                </a:lnTo>
                <a:lnTo>
                  <a:pt x="306701" y="22847"/>
                </a:lnTo>
                <a:lnTo>
                  <a:pt x="352241" y="10337"/>
                </a:lnTo>
                <a:lnTo>
                  <a:pt x="399577" y="2629"/>
                </a:lnTo>
                <a:lnTo>
                  <a:pt x="448436" y="0"/>
                </a:lnTo>
                <a:lnTo>
                  <a:pt x="497296" y="2629"/>
                </a:lnTo>
                <a:lnTo>
                  <a:pt x="544632" y="10337"/>
                </a:lnTo>
                <a:lnTo>
                  <a:pt x="590172" y="22847"/>
                </a:lnTo>
                <a:lnTo>
                  <a:pt x="633640" y="39888"/>
                </a:lnTo>
                <a:lnTo>
                  <a:pt x="674765" y="61185"/>
                </a:lnTo>
                <a:lnTo>
                  <a:pt x="713271" y="86465"/>
                </a:lnTo>
                <a:lnTo>
                  <a:pt x="748886" y="115454"/>
                </a:lnTo>
                <a:lnTo>
                  <a:pt x="781336" y="147879"/>
                </a:lnTo>
                <a:lnTo>
                  <a:pt x="810347" y="183465"/>
                </a:lnTo>
                <a:lnTo>
                  <a:pt x="835645" y="221939"/>
                </a:lnTo>
                <a:lnTo>
                  <a:pt x="856958" y="263028"/>
                </a:lnTo>
                <a:lnTo>
                  <a:pt x="874010" y="306458"/>
                </a:lnTo>
                <a:lnTo>
                  <a:pt x="886530" y="351955"/>
                </a:lnTo>
                <a:lnTo>
                  <a:pt x="894242" y="399245"/>
                </a:lnTo>
                <a:lnTo>
                  <a:pt x="896874" y="448055"/>
                </a:lnTo>
                <a:lnTo>
                  <a:pt x="894242" y="496866"/>
                </a:lnTo>
                <a:lnTo>
                  <a:pt x="886530" y="544156"/>
                </a:lnTo>
                <a:lnTo>
                  <a:pt x="874010" y="589653"/>
                </a:lnTo>
                <a:lnTo>
                  <a:pt x="856958" y="633083"/>
                </a:lnTo>
                <a:lnTo>
                  <a:pt x="835645" y="674172"/>
                </a:lnTo>
                <a:lnTo>
                  <a:pt x="810347" y="712646"/>
                </a:lnTo>
                <a:lnTo>
                  <a:pt x="781336" y="748232"/>
                </a:lnTo>
                <a:lnTo>
                  <a:pt x="748886" y="780657"/>
                </a:lnTo>
                <a:lnTo>
                  <a:pt x="713271" y="809646"/>
                </a:lnTo>
                <a:lnTo>
                  <a:pt x="674765" y="834926"/>
                </a:lnTo>
                <a:lnTo>
                  <a:pt x="633640" y="856223"/>
                </a:lnTo>
                <a:lnTo>
                  <a:pt x="590172" y="873264"/>
                </a:lnTo>
                <a:lnTo>
                  <a:pt x="544632" y="885774"/>
                </a:lnTo>
                <a:lnTo>
                  <a:pt x="497296" y="893482"/>
                </a:lnTo>
                <a:lnTo>
                  <a:pt x="448436" y="896111"/>
                </a:lnTo>
                <a:lnTo>
                  <a:pt x="399577" y="893482"/>
                </a:lnTo>
                <a:lnTo>
                  <a:pt x="352241" y="885774"/>
                </a:lnTo>
                <a:lnTo>
                  <a:pt x="306701" y="873264"/>
                </a:lnTo>
                <a:lnTo>
                  <a:pt x="263233" y="856223"/>
                </a:lnTo>
                <a:lnTo>
                  <a:pt x="222108" y="834926"/>
                </a:lnTo>
                <a:lnTo>
                  <a:pt x="183602" y="809646"/>
                </a:lnTo>
                <a:lnTo>
                  <a:pt x="147987" y="780657"/>
                </a:lnTo>
                <a:lnTo>
                  <a:pt x="115537" y="748232"/>
                </a:lnTo>
                <a:lnTo>
                  <a:pt x="86526" y="712646"/>
                </a:lnTo>
                <a:lnTo>
                  <a:pt x="61228" y="674172"/>
                </a:lnTo>
                <a:lnTo>
                  <a:pt x="39915" y="633083"/>
                </a:lnTo>
                <a:lnTo>
                  <a:pt x="22863" y="589653"/>
                </a:lnTo>
                <a:lnTo>
                  <a:pt x="10343" y="544156"/>
                </a:lnTo>
                <a:lnTo>
                  <a:pt x="2631" y="496866"/>
                </a:lnTo>
                <a:lnTo>
                  <a:pt x="0" y="448055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8022553" y="3957200"/>
            <a:ext cx="8051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400">
                <a:latin typeface="PMingLiU"/>
                <a:cs typeface="PMingLiU"/>
              </a:rPr>
              <a:t>小岛</a:t>
            </a:r>
            <a:r>
              <a:rPr sz="2400" spc="-50">
                <a:latin typeface="Cambria Math"/>
                <a:cs typeface="Cambria Math"/>
              </a:rPr>
              <a:t>𝟐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337779" y="3581025"/>
            <a:ext cx="896619" cy="896619"/>
          </a:xfrm>
          <a:custGeom>
            <a:avLst/>
            <a:gdLst/>
            <a:ahLst/>
            <a:cxnLst/>
            <a:rect l="l" t="t" r="r" b="b"/>
            <a:pathLst>
              <a:path w="896619" h="896619">
                <a:moveTo>
                  <a:pt x="0" y="448055"/>
                </a:moveTo>
                <a:lnTo>
                  <a:pt x="2629" y="399245"/>
                </a:lnTo>
                <a:lnTo>
                  <a:pt x="10337" y="351955"/>
                </a:lnTo>
                <a:lnTo>
                  <a:pt x="22847" y="306458"/>
                </a:lnTo>
                <a:lnTo>
                  <a:pt x="39888" y="263028"/>
                </a:lnTo>
                <a:lnTo>
                  <a:pt x="61185" y="221939"/>
                </a:lnTo>
                <a:lnTo>
                  <a:pt x="86465" y="183465"/>
                </a:lnTo>
                <a:lnTo>
                  <a:pt x="115454" y="147879"/>
                </a:lnTo>
                <a:lnTo>
                  <a:pt x="147879" y="115454"/>
                </a:lnTo>
                <a:lnTo>
                  <a:pt x="183465" y="86465"/>
                </a:lnTo>
                <a:lnTo>
                  <a:pt x="221939" y="61185"/>
                </a:lnTo>
                <a:lnTo>
                  <a:pt x="263028" y="39888"/>
                </a:lnTo>
                <a:lnTo>
                  <a:pt x="306458" y="22847"/>
                </a:lnTo>
                <a:lnTo>
                  <a:pt x="351955" y="10337"/>
                </a:lnTo>
                <a:lnTo>
                  <a:pt x="399245" y="2629"/>
                </a:lnTo>
                <a:lnTo>
                  <a:pt x="448056" y="0"/>
                </a:lnTo>
                <a:lnTo>
                  <a:pt x="496866" y="2629"/>
                </a:lnTo>
                <a:lnTo>
                  <a:pt x="544156" y="10337"/>
                </a:lnTo>
                <a:lnTo>
                  <a:pt x="589653" y="22847"/>
                </a:lnTo>
                <a:lnTo>
                  <a:pt x="633083" y="39888"/>
                </a:lnTo>
                <a:lnTo>
                  <a:pt x="674172" y="61185"/>
                </a:lnTo>
                <a:lnTo>
                  <a:pt x="712646" y="86465"/>
                </a:lnTo>
                <a:lnTo>
                  <a:pt x="748232" y="115454"/>
                </a:lnTo>
                <a:lnTo>
                  <a:pt x="780657" y="147879"/>
                </a:lnTo>
                <a:lnTo>
                  <a:pt x="809646" y="183465"/>
                </a:lnTo>
                <a:lnTo>
                  <a:pt x="834926" y="221939"/>
                </a:lnTo>
                <a:lnTo>
                  <a:pt x="856223" y="263028"/>
                </a:lnTo>
                <a:lnTo>
                  <a:pt x="873264" y="306458"/>
                </a:lnTo>
                <a:lnTo>
                  <a:pt x="885774" y="351955"/>
                </a:lnTo>
                <a:lnTo>
                  <a:pt x="893482" y="399245"/>
                </a:lnTo>
                <a:lnTo>
                  <a:pt x="896112" y="448055"/>
                </a:lnTo>
                <a:lnTo>
                  <a:pt x="893482" y="496866"/>
                </a:lnTo>
                <a:lnTo>
                  <a:pt x="885774" y="544156"/>
                </a:lnTo>
                <a:lnTo>
                  <a:pt x="873264" y="589653"/>
                </a:lnTo>
                <a:lnTo>
                  <a:pt x="856223" y="633083"/>
                </a:lnTo>
                <a:lnTo>
                  <a:pt x="834926" y="674172"/>
                </a:lnTo>
                <a:lnTo>
                  <a:pt x="809646" y="712646"/>
                </a:lnTo>
                <a:lnTo>
                  <a:pt x="780657" y="748232"/>
                </a:lnTo>
                <a:lnTo>
                  <a:pt x="748232" y="780657"/>
                </a:lnTo>
                <a:lnTo>
                  <a:pt x="712646" y="809646"/>
                </a:lnTo>
                <a:lnTo>
                  <a:pt x="674172" y="834926"/>
                </a:lnTo>
                <a:lnTo>
                  <a:pt x="633083" y="856223"/>
                </a:lnTo>
                <a:lnTo>
                  <a:pt x="589653" y="873264"/>
                </a:lnTo>
                <a:lnTo>
                  <a:pt x="544156" y="885774"/>
                </a:lnTo>
                <a:lnTo>
                  <a:pt x="496866" y="893482"/>
                </a:lnTo>
                <a:lnTo>
                  <a:pt x="448056" y="896111"/>
                </a:lnTo>
                <a:lnTo>
                  <a:pt x="399245" y="893482"/>
                </a:lnTo>
                <a:lnTo>
                  <a:pt x="351955" y="885774"/>
                </a:lnTo>
                <a:lnTo>
                  <a:pt x="306458" y="873264"/>
                </a:lnTo>
                <a:lnTo>
                  <a:pt x="263028" y="856223"/>
                </a:lnTo>
                <a:lnTo>
                  <a:pt x="221939" y="834926"/>
                </a:lnTo>
                <a:lnTo>
                  <a:pt x="183465" y="809646"/>
                </a:lnTo>
                <a:lnTo>
                  <a:pt x="147879" y="780657"/>
                </a:lnTo>
                <a:lnTo>
                  <a:pt x="115454" y="748232"/>
                </a:lnTo>
                <a:lnTo>
                  <a:pt x="86465" y="712646"/>
                </a:lnTo>
                <a:lnTo>
                  <a:pt x="61185" y="674172"/>
                </a:lnTo>
                <a:lnTo>
                  <a:pt x="39888" y="633083"/>
                </a:lnTo>
                <a:lnTo>
                  <a:pt x="22847" y="589653"/>
                </a:lnTo>
                <a:lnTo>
                  <a:pt x="10337" y="544156"/>
                </a:lnTo>
                <a:lnTo>
                  <a:pt x="2629" y="496866"/>
                </a:lnTo>
                <a:lnTo>
                  <a:pt x="0" y="448055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389848" y="3803275"/>
            <a:ext cx="8051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400">
                <a:latin typeface="PMingLiU"/>
                <a:cs typeface="PMingLiU"/>
              </a:rPr>
              <a:t>小岛</a:t>
            </a:r>
            <a:r>
              <a:rPr sz="2400" spc="-50">
                <a:latin typeface="Cambria Math"/>
                <a:cs typeface="Cambria Math"/>
              </a:rPr>
              <a:t>𝟏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766785" y="2278768"/>
            <a:ext cx="5353685" cy="3162935"/>
            <a:chOff x="2708910" y="1943100"/>
            <a:chExt cx="5353685" cy="3162935"/>
          </a:xfrm>
        </p:grpSpPr>
        <p:sp>
          <p:nvSpPr>
            <p:cNvPr id="12" name="object 12"/>
            <p:cNvSpPr/>
            <p:nvPr/>
          </p:nvSpPr>
          <p:spPr>
            <a:xfrm>
              <a:off x="2727960" y="2399537"/>
              <a:ext cx="5315585" cy="2687320"/>
            </a:xfrm>
            <a:custGeom>
              <a:avLst/>
              <a:gdLst/>
              <a:ahLst/>
              <a:cxnLst/>
              <a:rect l="l" t="t" r="r" b="b"/>
              <a:pathLst>
                <a:path w="5315584" h="2687320">
                  <a:moveTo>
                    <a:pt x="448056" y="1293876"/>
                  </a:moveTo>
                  <a:lnTo>
                    <a:pt x="5183886" y="1447673"/>
                  </a:lnTo>
                </a:path>
                <a:path w="5315584" h="2687320">
                  <a:moveTo>
                    <a:pt x="3045714" y="358901"/>
                  </a:moveTo>
                  <a:lnTo>
                    <a:pt x="382523" y="1112774"/>
                  </a:lnTo>
                </a:path>
                <a:path w="5315584" h="2687320">
                  <a:moveTo>
                    <a:pt x="2980054" y="0"/>
                  </a:moveTo>
                  <a:lnTo>
                    <a:pt x="0" y="845312"/>
                  </a:lnTo>
                </a:path>
                <a:path w="5315584" h="2687320">
                  <a:moveTo>
                    <a:pt x="382523" y="1516380"/>
                  </a:moveTo>
                  <a:lnTo>
                    <a:pt x="2501391" y="2586609"/>
                  </a:lnTo>
                </a:path>
                <a:path w="5315584" h="2687320">
                  <a:moveTo>
                    <a:pt x="3383279" y="2687066"/>
                  </a:moveTo>
                  <a:lnTo>
                    <a:pt x="5315458" y="1764792"/>
                  </a:lnTo>
                </a:path>
              </a:pathLst>
            </a:custGeom>
            <a:ln w="38100">
              <a:solidFill>
                <a:srgbClr val="B8F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662422" y="1962150"/>
              <a:ext cx="897890" cy="897890"/>
            </a:xfrm>
            <a:custGeom>
              <a:avLst/>
              <a:gdLst/>
              <a:ahLst/>
              <a:cxnLst/>
              <a:rect l="l" t="t" r="r" b="b"/>
              <a:pathLst>
                <a:path w="897890" h="897889">
                  <a:moveTo>
                    <a:pt x="448817" y="0"/>
                  </a:moveTo>
                  <a:lnTo>
                    <a:pt x="399909" y="2633"/>
                  </a:lnTo>
                  <a:lnTo>
                    <a:pt x="352527" y="10350"/>
                  </a:lnTo>
                  <a:lnTo>
                    <a:pt x="306945" y="22878"/>
                  </a:lnTo>
                  <a:lnTo>
                    <a:pt x="263438" y="39942"/>
                  </a:lnTo>
                  <a:lnTo>
                    <a:pt x="222278" y="61270"/>
                  </a:lnTo>
                  <a:lnTo>
                    <a:pt x="183739" y="86587"/>
                  </a:lnTo>
                  <a:lnTo>
                    <a:pt x="148095" y="115620"/>
                  </a:lnTo>
                  <a:lnTo>
                    <a:pt x="115620" y="148095"/>
                  </a:lnTo>
                  <a:lnTo>
                    <a:pt x="86587" y="183739"/>
                  </a:lnTo>
                  <a:lnTo>
                    <a:pt x="61270" y="222278"/>
                  </a:lnTo>
                  <a:lnTo>
                    <a:pt x="39942" y="263438"/>
                  </a:lnTo>
                  <a:lnTo>
                    <a:pt x="22878" y="306945"/>
                  </a:lnTo>
                  <a:lnTo>
                    <a:pt x="10350" y="352527"/>
                  </a:lnTo>
                  <a:lnTo>
                    <a:pt x="2633" y="399909"/>
                  </a:lnTo>
                  <a:lnTo>
                    <a:pt x="0" y="448817"/>
                  </a:lnTo>
                  <a:lnTo>
                    <a:pt x="2633" y="497726"/>
                  </a:lnTo>
                  <a:lnTo>
                    <a:pt x="10350" y="545108"/>
                  </a:lnTo>
                  <a:lnTo>
                    <a:pt x="22878" y="590690"/>
                  </a:lnTo>
                  <a:lnTo>
                    <a:pt x="39942" y="634197"/>
                  </a:lnTo>
                  <a:lnTo>
                    <a:pt x="61270" y="675357"/>
                  </a:lnTo>
                  <a:lnTo>
                    <a:pt x="86587" y="713896"/>
                  </a:lnTo>
                  <a:lnTo>
                    <a:pt x="115620" y="749540"/>
                  </a:lnTo>
                  <a:lnTo>
                    <a:pt x="148095" y="782015"/>
                  </a:lnTo>
                  <a:lnTo>
                    <a:pt x="183739" y="811048"/>
                  </a:lnTo>
                  <a:lnTo>
                    <a:pt x="222278" y="836365"/>
                  </a:lnTo>
                  <a:lnTo>
                    <a:pt x="263438" y="857693"/>
                  </a:lnTo>
                  <a:lnTo>
                    <a:pt x="306945" y="874757"/>
                  </a:lnTo>
                  <a:lnTo>
                    <a:pt x="352527" y="887285"/>
                  </a:lnTo>
                  <a:lnTo>
                    <a:pt x="399909" y="895002"/>
                  </a:lnTo>
                  <a:lnTo>
                    <a:pt x="448817" y="897636"/>
                  </a:lnTo>
                  <a:lnTo>
                    <a:pt x="497726" y="895002"/>
                  </a:lnTo>
                  <a:lnTo>
                    <a:pt x="545108" y="887285"/>
                  </a:lnTo>
                  <a:lnTo>
                    <a:pt x="590690" y="874757"/>
                  </a:lnTo>
                  <a:lnTo>
                    <a:pt x="634197" y="857693"/>
                  </a:lnTo>
                  <a:lnTo>
                    <a:pt x="675357" y="836365"/>
                  </a:lnTo>
                  <a:lnTo>
                    <a:pt x="713896" y="811048"/>
                  </a:lnTo>
                  <a:lnTo>
                    <a:pt x="749540" y="782015"/>
                  </a:lnTo>
                  <a:lnTo>
                    <a:pt x="782015" y="749540"/>
                  </a:lnTo>
                  <a:lnTo>
                    <a:pt x="811048" y="713896"/>
                  </a:lnTo>
                  <a:lnTo>
                    <a:pt x="836365" y="675357"/>
                  </a:lnTo>
                  <a:lnTo>
                    <a:pt x="857693" y="634197"/>
                  </a:lnTo>
                  <a:lnTo>
                    <a:pt x="874757" y="590690"/>
                  </a:lnTo>
                  <a:lnTo>
                    <a:pt x="887285" y="545108"/>
                  </a:lnTo>
                  <a:lnTo>
                    <a:pt x="895002" y="497726"/>
                  </a:lnTo>
                  <a:lnTo>
                    <a:pt x="897635" y="448817"/>
                  </a:lnTo>
                  <a:lnTo>
                    <a:pt x="895002" y="399909"/>
                  </a:lnTo>
                  <a:lnTo>
                    <a:pt x="887285" y="352527"/>
                  </a:lnTo>
                  <a:lnTo>
                    <a:pt x="874757" y="306945"/>
                  </a:lnTo>
                  <a:lnTo>
                    <a:pt x="857693" y="263438"/>
                  </a:lnTo>
                  <a:lnTo>
                    <a:pt x="836365" y="222278"/>
                  </a:lnTo>
                  <a:lnTo>
                    <a:pt x="811048" y="183739"/>
                  </a:lnTo>
                  <a:lnTo>
                    <a:pt x="782015" y="148095"/>
                  </a:lnTo>
                  <a:lnTo>
                    <a:pt x="749540" y="115620"/>
                  </a:lnTo>
                  <a:lnTo>
                    <a:pt x="713896" y="86587"/>
                  </a:lnTo>
                  <a:lnTo>
                    <a:pt x="675357" y="61270"/>
                  </a:lnTo>
                  <a:lnTo>
                    <a:pt x="634197" y="39942"/>
                  </a:lnTo>
                  <a:lnTo>
                    <a:pt x="590690" y="22878"/>
                  </a:lnTo>
                  <a:lnTo>
                    <a:pt x="545108" y="10350"/>
                  </a:lnTo>
                  <a:lnTo>
                    <a:pt x="497726" y="2633"/>
                  </a:lnTo>
                  <a:lnTo>
                    <a:pt x="44881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662422" y="1962150"/>
              <a:ext cx="897890" cy="897890"/>
            </a:xfrm>
            <a:custGeom>
              <a:avLst/>
              <a:gdLst/>
              <a:ahLst/>
              <a:cxnLst/>
              <a:rect l="l" t="t" r="r" b="b"/>
              <a:pathLst>
                <a:path w="897890" h="897889">
                  <a:moveTo>
                    <a:pt x="0" y="448817"/>
                  </a:moveTo>
                  <a:lnTo>
                    <a:pt x="2633" y="399909"/>
                  </a:lnTo>
                  <a:lnTo>
                    <a:pt x="10350" y="352527"/>
                  </a:lnTo>
                  <a:lnTo>
                    <a:pt x="22878" y="306945"/>
                  </a:lnTo>
                  <a:lnTo>
                    <a:pt x="39942" y="263438"/>
                  </a:lnTo>
                  <a:lnTo>
                    <a:pt x="61270" y="222278"/>
                  </a:lnTo>
                  <a:lnTo>
                    <a:pt x="86587" y="183739"/>
                  </a:lnTo>
                  <a:lnTo>
                    <a:pt x="115620" y="148095"/>
                  </a:lnTo>
                  <a:lnTo>
                    <a:pt x="148095" y="115620"/>
                  </a:lnTo>
                  <a:lnTo>
                    <a:pt x="183739" y="86587"/>
                  </a:lnTo>
                  <a:lnTo>
                    <a:pt x="222278" y="61270"/>
                  </a:lnTo>
                  <a:lnTo>
                    <a:pt x="263438" y="39942"/>
                  </a:lnTo>
                  <a:lnTo>
                    <a:pt x="306945" y="22878"/>
                  </a:lnTo>
                  <a:lnTo>
                    <a:pt x="352527" y="10350"/>
                  </a:lnTo>
                  <a:lnTo>
                    <a:pt x="399909" y="2633"/>
                  </a:lnTo>
                  <a:lnTo>
                    <a:pt x="448817" y="0"/>
                  </a:lnTo>
                  <a:lnTo>
                    <a:pt x="497726" y="2633"/>
                  </a:lnTo>
                  <a:lnTo>
                    <a:pt x="545108" y="10350"/>
                  </a:lnTo>
                  <a:lnTo>
                    <a:pt x="590690" y="22878"/>
                  </a:lnTo>
                  <a:lnTo>
                    <a:pt x="634197" y="39942"/>
                  </a:lnTo>
                  <a:lnTo>
                    <a:pt x="675357" y="61270"/>
                  </a:lnTo>
                  <a:lnTo>
                    <a:pt x="713896" y="86587"/>
                  </a:lnTo>
                  <a:lnTo>
                    <a:pt x="749540" y="115620"/>
                  </a:lnTo>
                  <a:lnTo>
                    <a:pt x="782015" y="148095"/>
                  </a:lnTo>
                  <a:lnTo>
                    <a:pt x="811048" y="183739"/>
                  </a:lnTo>
                  <a:lnTo>
                    <a:pt x="836365" y="222278"/>
                  </a:lnTo>
                  <a:lnTo>
                    <a:pt x="857693" y="263438"/>
                  </a:lnTo>
                  <a:lnTo>
                    <a:pt x="874757" y="306945"/>
                  </a:lnTo>
                  <a:lnTo>
                    <a:pt x="887285" y="352527"/>
                  </a:lnTo>
                  <a:lnTo>
                    <a:pt x="895002" y="399909"/>
                  </a:lnTo>
                  <a:lnTo>
                    <a:pt x="897635" y="448817"/>
                  </a:lnTo>
                  <a:lnTo>
                    <a:pt x="895002" y="497726"/>
                  </a:lnTo>
                  <a:lnTo>
                    <a:pt x="887285" y="545108"/>
                  </a:lnTo>
                  <a:lnTo>
                    <a:pt x="874757" y="590690"/>
                  </a:lnTo>
                  <a:lnTo>
                    <a:pt x="857693" y="634197"/>
                  </a:lnTo>
                  <a:lnTo>
                    <a:pt x="836365" y="675357"/>
                  </a:lnTo>
                  <a:lnTo>
                    <a:pt x="811048" y="713896"/>
                  </a:lnTo>
                  <a:lnTo>
                    <a:pt x="782015" y="749540"/>
                  </a:lnTo>
                  <a:lnTo>
                    <a:pt x="749540" y="782015"/>
                  </a:lnTo>
                  <a:lnTo>
                    <a:pt x="713896" y="811048"/>
                  </a:lnTo>
                  <a:lnTo>
                    <a:pt x="675357" y="836365"/>
                  </a:lnTo>
                  <a:lnTo>
                    <a:pt x="634197" y="857693"/>
                  </a:lnTo>
                  <a:lnTo>
                    <a:pt x="590690" y="874757"/>
                  </a:lnTo>
                  <a:lnTo>
                    <a:pt x="545108" y="887285"/>
                  </a:lnTo>
                  <a:lnTo>
                    <a:pt x="497726" y="895002"/>
                  </a:lnTo>
                  <a:lnTo>
                    <a:pt x="448817" y="897636"/>
                  </a:lnTo>
                  <a:lnTo>
                    <a:pt x="399909" y="895002"/>
                  </a:lnTo>
                  <a:lnTo>
                    <a:pt x="352527" y="887285"/>
                  </a:lnTo>
                  <a:lnTo>
                    <a:pt x="306945" y="874757"/>
                  </a:lnTo>
                  <a:lnTo>
                    <a:pt x="263438" y="857693"/>
                  </a:lnTo>
                  <a:lnTo>
                    <a:pt x="222278" y="836365"/>
                  </a:lnTo>
                  <a:lnTo>
                    <a:pt x="183739" y="811048"/>
                  </a:lnTo>
                  <a:lnTo>
                    <a:pt x="148095" y="782015"/>
                  </a:lnTo>
                  <a:lnTo>
                    <a:pt x="115620" y="749540"/>
                  </a:lnTo>
                  <a:lnTo>
                    <a:pt x="86587" y="713896"/>
                  </a:lnTo>
                  <a:lnTo>
                    <a:pt x="61270" y="675357"/>
                  </a:lnTo>
                  <a:lnTo>
                    <a:pt x="39942" y="634197"/>
                  </a:lnTo>
                  <a:lnTo>
                    <a:pt x="22878" y="590690"/>
                  </a:lnTo>
                  <a:lnTo>
                    <a:pt x="10350" y="545108"/>
                  </a:lnTo>
                  <a:lnTo>
                    <a:pt x="2633" y="497726"/>
                  </a:lnTo>
                  <a:lnTo>
                    <a:pt x="0" y="448817"/>
                  </a:lnTo>
                  <a:close/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746215" y="1112146"/>
            <a:ext cx="10684510" cy="17209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1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七座桥连接河岸和两个小岛，步行者怎样才能</a:t>
            </a:r>
            <a:r>
              <a:rPr sz="2800" spc="-5" dirty="0" err="1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不重复、不遗漏</a:t>
            </a:r>
            <a:r>
              <a:rPr sz="2800" spc="-25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地一</a:t>
            </a:r>
            <a:r>
              <a:rPr sz="2800" spc="75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次走完七座桥</a:t>
            </a:r>
            <a:r>
              <a:rPr sz="2800" spc="75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?</a:t>
            </a:r>
            <a:endParaRPr lang="zh-CN" altLang="en-US" sz="28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lang="zh-CN" altLang="en-US" sz="3100" dirty="0">
              <a:latin typeface="PMingLiU"/>
              <a:cs typeface="PMingLiU"/>
            </a:endParaRPr>
          </a:p>
          <a:p>
            <a:pPr marL="161290" algn="ctr">
              <a:lnSpc>
                <a:spcPct val="100000"/>
              </a:lnSpc>
            </a:pPr>
            <a:r>
              <a:rPr sz="2400" dirty="0" err="1">
                <a:latin typeface="PMingLiU"/>
                <a:cs typeface="PMingLiU"/>
              </a:rPr>
              <a:t>河岸</a:t>
            </a:r>
            <a:r>
              <a:rPr sz="2400" spc="-50" dirty="0">
                <a:latin typeface="Cambria Math"/>
                <a:cs typeface="Cambria Math"/>
              </a:rPr>
              <a:t>𝟏</a:t>
            </a:r>
            <a:endParaRPr sz="2400" dirty="0">
              <a:latin typeface="Cambria Math"/>
              <a:cs typeface="Cambria Math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785835" y="2746635"/>
            <a:ext cx="5315585" cy="3075305"/>
          </a:xfrm>
          <a:custGeom>
            <a:avLst/>
            <a:gdLst/>
            <a:ahLst/>
            <a:cxnLst/>
            <a:rect l="l" t="t" r="r" b="b"/>
            <a:pathLst>
              <a:path w="5315584" h="3075304">
                <a:moveTo>
                  <a:pt x="0" y="1730502"/>
                </a:moveTo>
                <a:lnTo>
                  <a:pt x="2596006" y="3075051"/>
                </a:lnTo>
              </a:path>
              <a:path w="5315584" h="3075304">
                <a:moveTo>
                  <a:pt x="5315585" y="1119505"/>
                </a:moveTo>
                <a:lnTo>
                  <a:pt x="3832097" y="0"/>
                </a:lnTo>
              </a:path>
            </a:pathLst>
          </a:custGeom>
          <a:ln w="38100">
            <a:solidFill>
              <a:srgbClr val="B8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9363" y="1045972"/>
            <a:ext cx="7484109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1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从起点出发，经过图中所有边，最终到达终点</a:t>
            </a:r>
            <a:endParaRPr sz="28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473136" y="1779460"/>
            <a:ext cx="9232900" cy="4184650"/>
            <a:chOff x="1473136" y="1779460"/>
            <a:chExt cx="9232900" cy="4184650"/>
          </a:xfrm>
        </p:grpSpPr>
        <p:sp>
          <p:nvSpPr>
            <p:cNvPr id="5" name="object 5"/>
            <p:cNvSpPr/>
            <p:nvPr/>
          </p:nvSpPr>
          <p:spPr>
            <a:xfrm>
              <a:off x="1477899" y="1784223"/>
              <a:ext cx="9223375" cy="4175125"/>
            </a:xfrm>
            <a:custGeom>
              <a:avLst/>
              <a:gdLst/>
              <a:ahLst/>
              <a:cxnLst/>
              <a:rect l="l" t="t" r="r" b="b"/>
              <a:pathLst>
                <a:path w="9223375" h="4175125">
                  <a:moveTo>
                    <a:pt x="0" y="4174998"/>
                  </a:moveTo>
                  <a:lnTo>
                    <a:pt x="9223248" y="4174998"/>
                  </a:lnTo>
                  <a:lnTo>
                    <a:pt x="9223248" y="0"/>
                  </a:lnTo>
                  <a:lnTo>
                    <a:pt x="0" y="0"/>
                  </a:lnTo>
                  <a:lnTo>
                    <a:pt x="0" y="4174998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193030" y="4691633"/>
              <a:ext cx="896619" cy="897255"/>
            </a:xfrm>
            <a:custGeom>
              <a:avLst/>
              <a:gdLst/>
              <a:ahLst/>
              <a:cxnLst/>
              <a:rect l="l" t="t" r="r" b="b"/>
              <a:pathLst>
                <a:path w="896619" h="897253">
                  <a:moveTo>
                    <a:pt x="0" y="448437"/>
                  </a:moveTo>
                  <a:lnTo>
                    <a:pt x="2629" y="399577"/>
                  </a:lnTo>
                  <a:lnTo>
                    <a:pt x="10337" y="352241"/>
                  </a:lnTo>
                  <a:lnTo>
                    <a:pt x="22847" y="306701"/>
                  </a:lnTo>
                  <a:lnTo>
                    <a:pt x="39888" y="263233"/>
                  </a:lnTo>
                  <a:lnTo>
                    <a:pt x="61185" y="222108"/>
                  </a:lnTo>
                  <a:lnTo>
                    <a:pt x="86465" y="183602"/>
                  </a:lnTo>
                  <a:lnTo>
                    <a:pt x="115454" y="147987"/>
                  </a:lnTo>
                  <a:lnTo>
                    <a:pt x="147879" y="115537"/>
                  </a:lnTo>
                  <a:lnTo>
                    <a:pt x="183465" y="86526"/>
                  </a:lnTo>
                  <a:lnTo>
                    <a:pt x="221939" y="61228"/>
                  </a:lnTo>
                  <a:lnTo>
                    <a:pt x="263028" y="39915"/>
                  </a:lnTo>
                  <a:lnTo>
                    <a:pt x="306458" y="22863"/>
                  </a:lnTo>
                  <a:lnTo>
                    <a:pt x="351955" y="10343"/>
                  </a:lnTo>
                  <a:lnTo>
                    <a:pt x="399245" y="2631"/>
                  </a:lnTo>
                  <a:lnTo>
                    <a:pt x="448056" y="0"/>
                  </a:lnTo>
                  <a:lnTo>
                    <a:pt x="496866" y="2631"/>
                  </a:lnTo>
                  <a:lnTo>
                    <a:pt x="544156" y="10343"/>
                  </a:lnTo>
                  <a:lnTo>
                    <a:pt x="589653" y="22863"/>
                  </a:lnTo>
                  <a:lnTo>
                    <a:pt x="633083" y="39915"/>
                  </a:lnTo>
                  <a:lnTo>
                    <a:pt x="674172" y="61228"/>
                  </a:lnTo>
                  <a:lnTo>
                    <a:pt x="712646" y="86526"/>
                  </a:lnTo>
                  <a:lnTo>
                    <a:pt x="748232" y="115537"/>
                  </a:lnTo>
                  <a:lnTo>
                    <a:pt x="780657" y="147987"/>
                  </a:lnTo>
                  <a:lnTo>
                    <a:pt x="809646" y="183602"/>
                  </a:lnTo>
                  <a:lnTo>
                    <a:pt x="834926" y="222108"/>
                  </a:lnTo>
                  <a:lnTo>
                    <a:pt x="856223" y="263233"/>
                  </a:lnTo>
                  <a:lnTo>
                    <a:pt x="873264" y="306701"/>
                  </a:lnTo>
                  <a:lnTo>
                    <a:pt x="885774" y="352241"/>
                  </a:lnTo>
                  <a:lnTo>
                    <a:pt x="893482" y="399577"/>
                  </a:lnTo>
                  <a:lnTo>
                    <a:pt x="896112" y="448437"/>
                  </a:lnTo>
                  <a:lnTo>
                    <a:pt x="893482" y="497296"/>
                  </a:lnTo>
                  <a:lnTo>
                    <a:pt x="885774" y="544632"/>
                  </a:lnTo>
                  <a:lnTo>
                    <a:pt x="873264" y="590172"/>
                  </a:lnTo>
                  <a:lnTo>
                    <a:pt x="856223" y="633640"/>
                  </a:lnTo>
                  <a:lnTo>
                    <a:pt x="834926" y="674765"/>
                  </a:lnTo>
                  <a:lnTo>
                    <a:pt x="809646" y="713271"/>
                  </a:lnTo>
                  <a:lnTo>
                    <a:pt x="780657" y="748886"/>
                  </a:lnTo>
                  <a:lnTo>
                    <a:pt x="748232" y="781336"/>
                  </a:lnTo>
                  <a:lnTo>
                    <a:pt x="712646" y="810347"/>
                  </a:lnTo>
                  <a:lnTo>
                    <a:pt x="674172" y="835645"/>
                  </a:lnTo>
                  <a:lnTo>
                    <a:pt x="633083" y="856958"/>
                  </a:lnTo>
                  <a:lnTo>
                    <a:pt x="589653" y="874010"/>
                  </a:lnTo>
                  <a:lnTo>
                    <a:pt x="544156" y="886530"/>
                  </a:lnTo>
                  <a:lnTo>
                    <a:pt x="496866" y="894242"/>
                  </a:lnTo>
                  <a:lnTo>
                    <a:pt x="448056" y="896874"/>
                  </a:lnTo>
                  <a:lnTo>
                    <a:pt x="399245" y="894242"/>
                  </a:lnTo>
                  <a:lnTo>
                    <a:pt x="351955" y="886530"/>
                  </a:lnTo>
                  <a:lnTo>
                    <a:pt x="306458" y="874010"/>
                  </a:lnTo>
                  <a:lnTo>
                    <a:pt x="263028" y="856958"/>
                  </a:lnTo>
                  <a:lnTo>
                    <a:pt x="221939" y="835645"/>
                  </a:lnTo>
                  <a:lnTo>
                    <a:pt x="183465" y="810347"/>
                  </a:lnTo>
                  <a:lnTo>
                    <a:pt x="147879" y="781336"/>
                  </a:lnTo>
                  <a:lnTo>
                    <a:pt x="115454" y="748886"/>
                  </a:lnTo>
                  <a:lnTo>
                    <a:pt x="86465" y="713271"/>
                  </a:lnTo>
                  <a:lnTo>
                    <a:pt x="61185" y="674765"/>
                  </a:lnTo>
                  <a:lnTo>
                    <a:pt x="39888" y="633640"/>
                  </a:lnTo>
                  <a:lnTo>
                    <a:pt x="22847" y="590172"/>
                  </a:lnTo>
                  <a:lnTo>
                    <a:pt x="10337" y="544632"/>
                  </a:lnTo>
                  <a:lnTo>
                    <a:pt x="2629" y="497296"/>
                  </a:lnTo>
                  <a:lnTo>
                    <a:pt x="0" y="448437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5245100" y="4912867"/>
            <a:ext cx="8051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400">
                <a:latin typeface="PMingLiU"/>
                <a:cs typeface="PMingLiU"/>
              </a:rPr>
              <a:t>其他</a:t>
            </a:r>
            <a:r>
              <a:rPr sz="2400" spc="-50">
                <a:latin typeface="Cambria Math"/>
                <a:cs typeface="Cambria Math"/>
              </a:rPr>
              <a:t>𝟐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911845" y="3399282"/>
            <a:ext cx="897255" cy="896619"/>
          </a:xfrm>
          <a:custGeom>
            <a:avLst/>
            <a:gdLst/>
            <a:ahLst/>
            <a:cxnLst/>
            <a:rect l="l" t="t" r="r" b="b"/>
            <a:pathLst>
              <a:path w="897253" h="896619">
                <a:moveTo>
                  <a:pt x="0" y="448055"/>
                </a:moveTo>
                <a:lnTo>
                  <a:pt x="2631" y="399245"/>
                </a:lnTo>
                <a:lnTo>
                  <a:pt x="10343" y="351955"/>
                </a:lnTo>
                <a:lnTo>
                  <a:pt x="22863" y="306458"/>
                </a:lnTo>
                <a:lnTo>
                  <a:pt x="39915" y="263028"/>
                </a:lnTo>
                <a:lnTo>
                  <a:pt x="61228" y="221939"/>
                </a:lnTo>
                <a:lnTo>
                  <a:pt x="86526" y="183465"/>
                </a:lnTo>
                <a:lnTo>
                  <a:pt x="115537" y="147879"/>
                </a:lnTo>
                <a:lnTo>
                  <a:pt x="147987" y="115454"/>
                </a:lnTo>
                <a:lnTo>
                  <a:pt x="183602" y="86465"/>
                </a:lnTo>
                <a:lnTo>
                  <a:pt x="222108" y="61185"/>
                </a:lnTo>
                <a:lnTo>
                  <a:pt x="263233" y="39888"/>
                </a:lnTo>
                <a:lnTo>
                  <a:pt x="306701" y="22847"/>
                </a:lnTo>
                <a:lnTo>
                  <a:pt x="352241" y="10337"/>
                </a:lnTo>
                <a:lnTo>
                  <a:pt x="399577" y="2629"/>
                </a:lnTo>
                <a:lnTo>
                  <a:pt x="448436" y="0"/>
                </a:lnTo>
                <a:lnTo>
                  <a:pt x="497296" y="2629"/>
                </a:lnTo>
                <a:lnTo>
                  <a:pt x="544632" y="10337"/>
                </a:lnTo>
                <a:lnTo>
                  <a:pt x="590172" y="22847"/>
                </a:lnTo>
                <a:lnTo>
                  <a:pt x="633640" y="39888"/>
                </a:lnTo>
                <a:lnTo>
                  <a:pt x="674765" y="61185"/>
                </a:lnTo>
                <a:lnTo>
                  <a:pt x="713271" y="86465"/>
                </a:lnTo>
                <a:lnTo>
                  <a:pt x="748886" y="115454"/>
                </a:lnTo>
                <a:lnTo>
                  <a:pt x="781336" y="147879"/>
                </a:lnTo>
                <a:lnTo>
                  <a:pt x="810347" y="183465"/>
                </a:lnTo>
                <a:lnTo>
                  <a:pt x="835645" y="221939"/>
                </a:lnTo>
                <a:lnTo>
                  <a:pt x="856958" y="263028"/>
                </a:lnTo>
                <a:lnTo>
                  <a:pt x="874010" y="306458"/>
                </a:lnTo>
                <a:lnTo>
                  <a:pt x="886530" y="351955"/>
                </a:lnTo>
                <a:lnTo>
                  <a:pt x="894242" y="399245"/>
                </a:lnTo>
                <a:lnTo>
                  <a:pt x="896874" y="448055"/>
                </a:lnTo>
                <a:lnTo>
                  <a:pt x="894242" y="496866"/>
                </a:lnTo>
                <a:lnTo>
                  <a:pt x="886530" y="544156"/>
                </a:lnTo>
                <a:lnTo>
                  <a:pt x="874010" y="589653"/>
                </a:lnTo>
                <a:lnTo>
                  <a:pt x="856958" y="633083"/>
                </a:lnTo>
                <a:lnTo>
                  <a:pt x="835645" y="674172"/>
                </a:lnTo>
                <a:lnTo>
                  <a:pt x="810347" y="712646"/>
                </a:lnTo>
                <a:lnTo>
                  <a:pt x="781336" y="748232"/>
                </a:lnTo>
                <a:lnTo>
                  <a:pt x="748886" y="780657"/>
                </a:lnTo>
                <a:lnTo>
                  <a:pt x="713271" y="809646"/>
                </a:lnTo>
                <a:lnTo>
                  <a:pt x="674765" y="834926"/>
                </a:lnTo>
                <a:lnTo>
                  <a:pt x="633640" y="856223"/>
                </a:lnTo>
                <a:lnTo>
                  <a:pt x="590172" y="873264"/>
                </a:lnTo>
                <a:lnTo>
                  <a:pt x="544632" y="885774"/>
                </a:lnTo>
                <a:lnTo>
                  <a:pt x="497296" y="893482"/>
                </a:lnTo>
                <a:lnTo>
                  <a:pt x="448436" y="896111"/>
                </a:lnTo>
                <a:lnTo>
                  <a:pt x="399577" y="893482"/>
                </a:lnTo>
                <a:lnTo>
                  <a:pt x="352241" y="885774"/>
                </a:lnTo>
                <a:lnTo>
                  <a:pt x="306701" y="873264"/>
                </a:lnTo>
                <a:lnTo>
                  <a:pt x="263233" y="856223"/>
                </a:lnTo>
                <a:lnTo>
                  <a:pt x="222108" y="834926"/>
                </a:lnTo>
                <a:lnTo>
                  <a:pt x="183602" y="809646"/>
                </a:lnTo>
                <a:lnTo>
                  <a:pt x="147987" y="780657"/>
                </a:lnTo>
                <a:lnTo>
                  <a:pt x="115537" y="748232"/>
                </a:lnTo>
                <a:lnTo>
                  <a:pt x="86526" y="712646"/>
                </a:lnTo>
                <a:lnTo>
                  <a:pt x="61228" y="674172"/>
                </a:lnTo>
                <a:lnTo>
                  <a:pt x="39915" y="633083"/>
                </a:lnTo>
                <a:lnTo>
                  <a:pt x="22863" y="589653"/>
                </a:lnTo>
                <a:lnTo>
                  <a:pt x="10343" y="544156"/>
                </a:lnTo>
                <a:lnTo>
                  <a:pt x="2631" y="496866"/>
                </a:lnTo>
                <a:lnTo>
                  <a:pt x="0" y="448055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8056118" y="3621532"/>
            <a:ext cx="6223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400" spc="-25">
                <a:latin typeface="PMingLiU"/>
                <a:cs typeface="PMingLiU"/>
              </a:rPr>
              <a:t>终点</a:t>
            </a:r>
            <a:endParaRPr sz="2400">
              <a:latin typeface="PMingLiU"/>
              <a:cs typeface="PMingLiU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662421" y="1962150"/>
            <a:ext cx="897890" cy="897890"/>
          </a:xfrm>
          <a:custGeom>
            <a:avLst/>
            <a:gdLst/>
            <a:ahLst/>
            <a:cxnLst/>
            <a:rect l="l" t="t" r="r" b="b"/>
            <a:pathLst>
              <a:path w="897890" h="897889">
                <a:moveTo>
                  <a:pt x="0" y="448817"/>
                </a:moveTo>
                <a:lnTo>
                  <a:pt x="2633" y="399909"/>
                </a:lnTo>
                <a:lnTo>
                  <a:pt x="10350" y="352527"/>
                </a:lnTo>
                <a:lnTo>
                  <a:pt x="22878" y="306945"/>
                </a:lnTo>
                <a:lnTo>
                  <a:pt x="39942" y="263438"/>
                </a:lnTo>
                <a:lnTo>
                  <a:pt x="61270" y="222278"/>
                </a:lnTo>
                <a:lnTo>
                  <a:pt x="86587" y="183739"/>
                </a:lnTo>
                <a:lnTo>
                  <a:pt x="115620" y="148095"/>
                </a:lnTo>
                <a:lnTo>
                  <a:pt x="148095" y="115620"/>
                </a:lnTo>
                <a:lnTo>
                  <a:pt x="183739" y="86587"/>
                </a:lnTo>
                <a:lnTo>
                  <a:pt x="222278" y="61270"/>
                </a:lnTo>
                <a:lnTo>
                  <a:pt x="263438" y="39942"/>
                </a:lnTo>
                <a:lnTo>
                  <a:pt x="306945" y="22878"/>
                </a:lnTo>
                <a:lnTo>
                  <a:pt x="352527" y="10350"/>
                </a:lnTo>
                <a:lnTo>
                  <a:pt x="399909" y="2633"/>
                </a:lnTo>
                <a:lnTo>
                  <a:pt x="448817" y="0"/>
                </a:lnTo>
                <a:lnTo>
                  <a:pt x="497726" y="2633"/>
                </a:lnTo>
                <a:lnTo>
                  <a:pt x="545108" y="10350"/>
                </a:lnTo>
                <a:lnTo>
                  <a:pt x="590690" y="22878"/>
                </a:lnTo>
                <a:lnTo>
                  <a:pt x="634197" y="39942"/>
                </a:lnTo>
                <a:lnTo>
                  <a:pt x="675357" y="61270"/>
                </a:lnTo>
                <a:lnTo>
                  <a:pt x="713896" y="86587"/>
                </a:lnTo>
                <a:lnTo>
                  <a:pt x="749540" y="115620"/>
                </a:lnTo>
                <a:lnTo>
                  <a:pt x="782015" y="148095"/>
                </a:lnTo>
                <a:lnTo>
                  <a:pt x="811048" y="183739"/>
                </a:lnTo>
                <a:lnTo>
                  <a:pt x="836365" y="222278"/>
                </a:lnTo>
                <a:lnTo>
                  <a:pt x="857693" y="263438"/>
                </a:lnTo>
                <a:lnTo>
                  <a:pt x="874757" y="306945"/>
                </a:lnTo>
                <a:lnTo>
                  <a:pt x="887285" y="352527"/>
                </a:lnTo>
                <a:lnTo>
                  <a:pt x="895002" y="399909"/>
                </a:lnTo>
                <a:lnTo>
                  <a:pt x="897635" y="448817"/>
                </a:lnTo>
                <a:lnTo>
                  <a:pt x="895002" y="497726"/>
                </a:lnTo>
                <a:lnTo>
                  <a:pt x="887285" y="545108"/>
                </a:lnTo>
                <a:lnTo>
                  <a:pt x="874757" y="590690"/>
                </a:lnTo>
                <a:lnTo>
                  <a:pt x="857693" y="634197"/>
                </a:lnTo>
                <a:lnTo>
                  <a:pt x="836365" y="675357"/>
                </a:lnTo>
                <a:lnTo>
                  <a:pt x="811048" y="713896"/>
                </a:lnTo>
                <a:lnTo>
                  <a:pt x="782015" y="749540"/>
                </a:lnTo>
                <a:lnTo>
                  <a:pt x="749540" y="782015"/>
                </a:lnTo>
                <a:lnTo>
                  <a:pt x="713896" y="811048"/>
                </a:lnTo>
                <a:lnTo>
                  <a:pt x="675357" y="836365"/>
                </a:lnTo>
                <a:lnTo>
                  <a:pt x="634197" y="857693"/>
                </a:lnTo>
                <a:lnTo>
                  <a:pt x="590690" y="874757"/>
                </a:lnTo>
                <a:lnTo>
                  <a:pt x="545108" y="887285"/>
                </a:lnTo>
                <a:lnTo>
                  <a:pt x="497726" y="895002"/>
                </a:lnTo>
                <a:lnTo>
                  <a:pt x="448817" y="897636"/>
                </a:lnTo>
                <a:lnTo>
                  <a:pt x="399909" y="895002"/>
                </a:lnTo>
                <a:lnTo>
                  <a:pt x="352527" y="887285"/>
                </a:lnTo>
                <a:lnTo>
                  <a:pt x="306945" y="874757"/>
                </a:lnTo>
                <a:lnTo>
                  <a:pt x="263438" y="857693"/>
                </a:lnTo>
                <a:lnTo>
                  <a:pt x="222278" y="836365"/>
                </a:lnTo>
                <a:lnTo>
                  <a:pt x="183739" y="811048"/>
                </a:lnTo>
                <a:lnTo>
                  <a:pt x="148095" y="782015"/>
                </a:lnTo>
                <a:lnTo>
                  <a:pt x="115620" y="749540"/>
                </a:lnTo>
                <a:lnTo>
                  <a:pt x="86587" y="713896"/>
                </a:lnTo>
                <a:lnTo>
                  <a:pt x="61270" y="675357"/>
                </a:lnTo>
                <a:lnTo>
                  <a:pt x="39942" y="634197"/>
                </a:lnTo>
                <a:lnTo>
                  <a:pt x="22878" y="590690"/>
                </a:lnTo>
                <a:lnTo>
                  <a:pt x="10350" y="545108"/>
                </a:lnTo>
                <a:lnTo>
                  <a:pt x="2633" y="497726"/>
                </a:lnTo>
                <a:lnTo>
                  <a:pt x="0" y="448817"/>
                </a:lnTo>
                <a:close/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5715253" y="2183384"/>
            <a:ext cx="8051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400">
                <a:latin typeface="PMingLiU"/>
                <a:cs typeface="PMingLiU"/>
              </a:rPr>
              <a:t>其他</a:t>
            </a:r>
            <a:r>
              <a:rPr sz="2400" spc="-50">
                <a:latin typeface="Cambria Math"/>
                <a:cs typeface="Cambria Math"/>
              </a:rPr>
              <a:t>𝟏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279904" y="3245357"/>
            <a:ext cx="896619" cy="896619"/>
          </a:xfrm>
          <a:custGeom>
            <a:avLst/>
            <a:gdLst/>
            <a:ahLst/>
            <a:cxnLst/>
            <a:rect l="l" t="t" r="r" b="b"/>
            <a:pathLst>
              <a:path w="896619" h="896619">
                <a:moveTo>
                  <a:pt x="0" y="448055"/>
                </a:moveTo>
                <a:lnTo>
                  <a:pt x="2629" y="399245"/>
                </a:lnTo>
                <a:lnTo>
                  <a:pt x="10337" y="351955"/>
                </a:lnTo>
                <a:lnTo>
                  <a:pt x="22847" y="306458"/>
                </a:lnTo>
                <a:lnTo>
                  <a:pt x="39888" y="263028"/>
                </a:lnTo>
                <a:lnTo>
                  <a:pt x="61185" y="221939"/>
                </a:lnTo>
                <a:lnTo>
                  <a:pt x="86465" y="183465"/>
                </a:lnTo>
                <a:lnTo>
                  <a:pt x="115454" y="147879"/>
                </a:lnTo>
                <a:lnTo>
                  <a:pt x="147879" y="115454"/>
                </a:lnTo>
                <a:lnTo>
                  <a:pt x="183465" y="86465"/>
                </a:lnTo>
                <a:lnTo>
                  <a:pt x="221939" y="61185"/>
                </a:lnTo>
                <a:lnTo>
                  <a:pt x="263028" y="39888"/>
                </a:lnTo>
                <a:lnTo>
                  <a:pt x="306458" y="22847"/>
                </a:lnTo>
                <a:lnTo>
                  <a:pt x="351955" y="10337"/>
                </a:lnTo>
                <a:lnTo>
                  <a:pt x="399245" y="2629"/>
                </a:lnTo>
                <a:lnTo>
                  <a:pt x="448056" y="0"/>
                </a:lnTo>
                <a:lnTo>
                  <a:pt x="496866" y="2629"/>
                </a:lnTo>
                <a:lnTo>
                  <a:pt x="544156" y="10337"/>
                </a:lnTo>
                <a:lnTo>
                  <a:pt x="589653" y="22847"/>
                </a:lnTo>
                <a:lnTo>
                  <a:pt x="633083" y="39888"/>
                </a:lnTo>
                <a:lnTo>
                  <a:pt x="674172" y="61185"/>
                </a:lnTo>
                <a:lnTo>
                  <a:pt x="712646" y="86465"/>
                </a:lnTo>
                <a:lnTo>
                  <a:pt x="748232" y="115454"/>
                </a:lnTo>
                <a:lnTo>
                  <a:pt x="780657" y="147879"/>
                </a:lnTo>
                <a:lnTo>
                  <a:pt x="809646" y="183465"/>
                </a:lnTo>
                <a:lnTo>
                  <a:pt x="834926" y="221939"/>
                </a:lnTo>
                <a:lnTo>
                  <a:pt x="856223" y="263028"/>
                </a:lnTo>
                <a:lnTo>
                  <a:pt x="873264" y="306458"/>
                </a:lnTo>
                <a:lnTo>
                  <a:pt x="885774" y="351955"/>
                </a:lnTo>
                <a:lnTo>
                  <a:pt x="893482" y="399245"/>
                </a:lnTo>
                <a:lnTo>
                  <a:pt x="896112" y="448055"/>
                </a:lnTo>
                <a:lnTo>
                  <a:pt x="893482" y="496866"/>
                </a:lnTo>
                <a:lnTo>
                  <a:pt x="885774" y="544156"/>
                </a:lnTo>
                <a:lnTo>
                  <a:pt x="873264" y="589653"/>
                </a:lnTo>
                <a:lnTo>
                  <a:pt x="856223" y="633083"/>
                </a:lnTo>
                <a:lnTo>
                  <a:pt x="834926" y="674172"/>
                </a:lnTo>
                <a:lnTo>
                  <a:pt x="809646" y="712646"/>
                </a:lnTo>
                <a:lnTo>
                  <a:pt x="780657" y="748232"/>
                </a:lnTo>
                <a:lnTo>
                  <a:pt x="748232" y="780657"/>
                </a:lnTo>
                <a:lnTo>
                  <a:pt x="712646" y="809646"/>
                </a:lnTo>
                <a:lnTo>
                  <a:pt x="674172" y="834926"/>
                </a:lnTo>
                <a:lnTo>
                  <a:pt x="633083" y="856223"/>
                </a:lnTo>
                <a:lnTo>
                  <a:pt x="589653" y="873264"/>
                </a:lnTo>
                <a:lnTo>
                  <a:pt x="544156" y="885774"/>
                </a:lnTo>
                <a:lnTo>
                  <a:pt x="496866" y="893482"/>
                </a:lnTo>
                <a:lnTo>
                  <a:pt x="448056" y="896111"/>
                </a:lnTo>
                <a:lnTo>
                  <a:pt x="399245" y="893482"/>
                </a:lnTo>
                <a:lnTo>
                  <a:pt x="351955" y="885774"/>
                </a:lnTo>
                <a:lnTo>
                  <a:pt x="306458" y="873264"/>
                </a:lnTo>
                <a:lnTo>
                  <a:pt x="263028" y="856223"/>
                </a:lnTo>
                <a:lnTo>
                  <a:pt x="221939" y="834926"/>
                </a:lnTo>
                <a:lnTo>
                  <a:pt x="183465" y="809646"/>
                </a:lnTo>
                <a:lnTo>
                  <a:pt x="147879" y="780657"/>
                </a:lnTo>
                <a:lnTo>
                  <a:pt x="115454" y="748232"/>
                </a:lnTo>
                <a:lnTo>
                  <a:pt x="86465" y="712646"/>
                </a:lnTo>
                <a:lnTo>
                  <a:pt x="61185" y="674172"/>
                </a:lnTo>
                <a:lnTo>
                  <a:pt x="39888" y="633083"/>
                </a:lnTo>
                <a:lnTo>
                  <a:pt x="22847" y="589653"/>
                </a:lnTo>
                <a:lnTo>
                  <a:pt x="10337" y="544156"/>
                </a:lnTo>
                <a:lnTo>
                  <a:pt x="2629" y="496866"/>
                </a:lnTo>
                <a:lnTo>
                  <a:pt x="0" y="448055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2423667" y="3467607"/>
            <a:ext cx="6223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400" spc="-25">
                <a:latin typeface="PMingLiU"/>
                <a:cs typeface="PMingLiU"/>
              </a:rPr>
              <a:t>起点</a:t>
            </a:r>
            <a:endParaRPr sz="2400">
              <a:latin typeface="PMingLiU"/>
              <a:cs typeface="PMingLiU"/>
            </a:endParaRPr>
          </a:p>
        </p:txBody>
      </p:sp>
      <p:sp>
        <p:nvSpPr>
          <p:cNvPr id="16" name="object 2">
            <a:extLst>
              <a:ext uri="{FF2B5EF4-FFF2-40B4-BE49-F238E27FC236}">
                <a16:creationId xmlns:a16="http://schemas.microsoft.com/office/drawing/2014/main" id="{EF147EE4-0EC5-8E44-A67A-B4AB048773B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438" y="227767"/>
            <a:ext cx="5065549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柯尼斯堡七桥问</a:t>
            </a:r>
            <a:r>
              <a:rPr sz="4000"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题</a:t>
            </a:r>
            <a:endParaRPr sz="4000"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9914" y="1076260"/>
            <a:ext cx="7484109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10" dirty="0" err="1">
                <a:latin typeface="PMingLiU"/>
                <a:cs typeface="PMingLiU"/>
              </a:rPr>
              <a:t>从起点出发，经过图中所有边，最终到达终点</a:t>
            </a:r>
            <a:endParaRPr sz="2800" dirty="0">
              <a:latin typeface="PMingLiU"/>
              <a:cs typeface="PMingLiU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473136" y="1779460"/>
            <a:ext cx="9232900" cy="4184650"/>
            <a:chOff x="1473136" y="1779460"/>
            <a:chExt cx="9232900" cy="4184650"/>
          </a:xfrm>
        </p:grpSpPr>
        <p:sp>
          <p:nvSpPr>
            <p:cNvPr id="5" name="object 5"/>
            <p:cNvSpPr/>
            <p:nvPr/>
          </p:nvSpPr>
          <p:spPr>
            <a:xfrm>
              <a:off x="1477899" y="1784223"/>
              <a:ext cx="9223375" cy="4175125"/>
            </a:xfrm>
            <a:custGeom>
              <a:avLst/>
              <a:gdLst/>
              <a:ahLst/>
              <a:cxnLst/>
              <a:rect l="l" t="t" r="r" b="b"/>
              <a:pathLst>
                <a:path w="9223375" h="4175125">
                  <a:moveTo>
                    <a:pt x="0" y="4174998"/>
                  </a:moveTo>
                  <a:lnTo>
                    <a:pt x="9223248" y="4174998"/>
                  </a:lnTo>
                  <a:lnTo>
                    <a:pt x="9223248" y="0"/>
                  </a:lnTo>
                  <a:lnTo>
                    <a:pt x="0" y="0"/>
                  </a:lnTo>
                  <a:lnTo>
                    <a:pt x="0" y="4174998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911845" y="3399282"/>
              <a:ext cx="897255" cy="896619"/>
            </a:xfrm>
            <a:custGeom>
              <a:avLst/>
              <a:gdLst/>
              <a:ahLst/>
              <a:cxnLst/>
              <a:rect l="l" t="t" r="r" b="b"/>
              <a:pathLst>
                <a:path w="897253" h="896619">
                  <a:moveTo>
                    <a:pt x="0" y="448055"/>
                  </a:moveTo>
                  <a:lnTo>
                    <a:pt x="2631" y="399245"/>
                  </a:lnTo>
                  <a:lnTo>
                    <a:pt x="10343" y="351955"/>
                  </a:lnTo>
                  <a:lnTo>
                    <a:pt x="22863" y="306458"/>
                  </a:lnTo>
                  <a:lnTo>
                    <a:pt x="39915" y="263028"/>
                  </a:lnTo>
                  <a:lnTo>
                    <a:pt x="61228" y="221939"/>
                  </a:lnTo>
                  <a:lnTo>
                    <a:pt x="86526" y="183465"/>
                  </a:lnTo>
                  <a:lnTo>
                    <a:pt x="115537" y="147879"/>
                  </a:lnTo>
                  <a:lnTo>
                    <a:pt x="147987" y="115454"/>
                  </a:lnTo>
                  <a:lnTo>
                    <a:pt x="183602" y="86465"/>
                  </a:lnTo>
                  <a:lnTo>
                    <a:pt x="222108" y="61185"/>
                  </a:lnTo>
                  <a:lnTo>
                    <a:pt x="263233" y="39888"/>
                  </a:lnTo>
                  <a:lnTo>
                    <a:pt x="306701" y="22847"/>
                  </a:lnTo>
                  <a:lnTo>
                    <a:pt x="352241" y="10337"/>
                  </a:lnTo>
                  <a:lnTo>
                    <a:pt x="399577" y="2629"/>
                  </a:lnTo>
                  <a:lnTo>
                    <a:pt x="448436" y="0"/>
                  </a:lnTo>
                  <a:lnTo>
                    <a:pt x="497296" y="2629"/>
                  </a:lnTo>
                  <a:lnTo>
                    <a:pt x="544632" y="10337"/>
                  </a:lnTo>
                  <a:lnTo>
                    <a:pt x="590172" y="22847"/>
                  </a:lnTo>
                  <a:lnTo>
                    <a:pt x="633640" y="39888"/>
                  </a:lnTo>
                  <a:lnTo>
                    <a:pt x="674765" y="61185"/>
                  </a:lnTo>
                  <a:lnTo>
                    <a:pt x="713271" y="86465"/>
                  </a:lnTo>
                  <a:lnTo>
                    <a:pt x="748886" y="115454"/>
                  </a:lnTo>
                  <a:lnTo>
                    <a:pt x="781336" y="147879"/>
                  </a:lnTo>
                  <a:lnTo>
                    <a:pt x="810347" y="183465"/>
                  </a:lnTo>
                  <a:lnTo>
                    <a:pt x="835645" y="221939"/>
                  </a:lnTo>
                  <a:lnTo>
                    <a:pt x="856958" y="263028"/>
                  </a:lnTo>
                  <a:lnTo>
                    <a:pt x="874010" y="306458"/>
                  </a:lnTo>
                  <a:lnTo>
                    <a:pt x="886530" y="351955"/>
                  </a:lnTo>
                  <a:lnTo>
                    <a:pt x="894242" y="399245"/>
                  </a:lnTo>
                  <a:lnTo>
                    <a:pt x="896874" y="448055"/>
                  </a:lnTo>
                  <a:lnTo>
                    <a:pt x="894242" y="496866"/>
                  </a:lnTo>
                  <a:lnTo>
                    <a:pt x="886530" y="544156"/>
                  </a:lnTo>
                  <a:lnTo>
                    <a:pt x="874010" y="589653"/>
                  </a:lnTo>
                  <a:lnTo>
                    <a:pt x="856958" y="633083"/>
                  </a:lnTo>
                  <a:lnTo>
                    <a:pt x="835645" y="674172"/>
                  </a:lnTo>
                  <a:lnTo>
                    <a:pt x="810347" y="712646"/>
                  </a:lnTo>
                  <a:lnTo>
                    <a:pt x="781336" y="748232"/>
                  </a:lnTo>
                  <a:lnTo>
                    <a:pt x="748886" y="780657"/>
                  </a:lnTo>
                  <a:lnTo>
                    <a:pt x="713271" y="809646"/>
                  </a:lnTo>
                  <a:lnTo>
                    <a:pt x="674765" y="834926"/>
                  </a:lnTo>
                  <a:lnTo>
                    <a:pt x="633640" y="856223"/>
                  </a:lnTo>
                  <a:lnTo>
                    <a:pt x="590172" y="873264"/>
                  </a:lnTo>
                  <a:lnTo>
                    <a:pt x="544632" y="885774"/>
                  </a:lnTo>
                  <a:lnTo>
                    <a:pt x="497296" y="893482"/>
                  </a:lnTo>
                  <a:lnTo>
                    <a:pt x="448436" y="896111"/>
                  </a:lnTo>
                  <a:lnTo>
                    <a:pt x="399577" y="893482"/>
                  </a:lnTo>
                  <a:lnTo>
                    <a:pt x="352241" y="885774"/>
                  </a:lnTo>
                  <a:lnTo>
                    <a:pt x="306701" y="873264"/>
                  </a:lnTo>
                  <a:lnTo>
                    <a:pt x="263233" y="856223"/>
                  </a:lnTo>
                  <a:lnTo>
                    <a:pt x="222108" y="834926"/>
                  </a:lnTo>
                  <a:lnTo>
                    <a:pt x="183602" y="809646"/>
                  </a:lnTo>
                  <a:lnTo>
                    <a:pt x="147987" y="780657"/>
                  </a:lnTo>
                  <a:lnTo>
                    <a:pt x="115537" y="748232"/>
                  </a:lnTo>
                  <a:lnTo>
                    <a:pt x="86526" y="712646"/>
                  </a:lnTo>
                  <a:lnTo>
                    <a:pt x="61228" y="674172"/>
                  </a:lnTo>
                  <a:lnTo>
                    <a:pt x="39915" y="633083"/>
                  </a:lnTo>
                  <a:lnTo>
                    <a:pt x="22863" y="589653"/>
                  </a:lnTo>
                  <a:lnTo>
                    <a:pt x="10343" y="544156"/>
                  </a:lnTo>
                  <a:lnTo>
                    <a:pt x="2631" y="496866"/>
                  </a:lnTo>
                  <a:lnTo>
                    <a:pt x="0" y="448055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8056118" y="3621532"/>
            <a:ext cx="6223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400" spc="-25">
                <a:latin typeface="PMingLiU"/>
                <a:cs typeface="PMingLiU"/>
              </a:rPr>
              <a:t>终点</a:t>
            </a:r>
            <a:endParaRPr sz="2400">
              <a:latin typeface="PMingLiU"/>
              <a:cs typeface="PMingLiU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260854" y="3226307"/>
            <a:ext cx="934719" cy="934719"/>
            <a:chOff x="2260854" y="3226307"/>
            <a:chExt cx="934719" cy="934719"/>
          </a:xfrm>
        </p:grpSpPr>
        <p:sp>
          <p:nvSpPr>
            <p:cNvPr id="9" name="object 9"/>
            <p:cNvSpPr/>
            <p:nvPr/>
          </p:nvSpPr>
          <p:spPr>
            <a:xfrm>
              <a:off x="2279904" y="3245357"/>
              <a:ext cx="896619" cy="896619"/>
            </a:xfrm>
            <a:custGeom>
              <a:avLst/>
              <a:gdLst/>
              <a:ahLst/>
              <a:cxnLst/>
              <a:rect l="l" t="t" r="r" b="b"/>
              <a:pathLst>
                <a:path w="896619" h="896619">
                  <a:moveTo>
                    <a:pt x="448056" y="0"/>
                  </a:moveTo>
                  <a:lnTo>
                    <a:pt x="399245" y="2629"/>
                  </a:lnTo>
                  <a:lnTo>
                    <a:pt x="351955" y="10337"/>
                  </a:lnTo>
                  <a:lnTo>
                    <a:pt x="306458" y="22847"/>
                  </a:lnTo>
                  <a:lnTo>
                    <a:pt x="263028" y="39888"/>
                  </a:lnTo>
                  <a:lnTo>
                    <a:pt x="221939" y="61185"/>
                  </a:lnTo>
                  <a:lnTo>
                    <a:pt x="183465" y="86465"/>
                  </a:lnTo>
                  <a:lnTo>
                    <a:pt x="147879" y="115454"/>
                  </a:lnTo>
                  <a:lnTo>
                    <a:pt x="115454" y="147879"/>
                  </a:lnTo>
                  <a:lnTo>
                    <a:pt x="86465" y="183465"/>
                  </a:lnTo>
                  <a:lnTo>
                    <a:pt x="61185" y="221939"/>
                  </a:lnTo>
                  <a:lnTo>
                    <a:pt x="39888" y="263028"/>
                  </a:lnTo>
                  <a:lnTo>
                    <a:pt x="22847" y="306458"/>
                  </a:lnTo>
                  <a:lnTo>
                    <a:pt x="10337" y="351955"/>
                  </a:lnTo>
                  <a:lnTo>
                    <a:pt x="2629" y="399245"/>
                  </a:lnTo>
                  <a:lnTo>
                    <a:pt x="0" y="448055"/>
                  </a:lnTo>
                  <a:lnTo>
                    <a:pt x="2629" y="496866"/>
                  </a:lnTo>
                  <a:lnTo>
                    <a:pt x="10337" y="544156"/>
                  </a:lnTo>
                  <a:lnTo>
                    <a:pt x="22847" y="589653"/>
                  </a:lnTo>
                  <a:lnTo>
                    <a:pt x="39888" y="633083"/>
                  </a:lnTo>
                  <a:lnTo>
                    <a:pt x="61185" y="674172"/>
                  </a:lnTo>
                  <a:lnTo>
                    <a:pt x="86465" y="712646"/>
                  </a:lnTo>
                  <a:lnTo>
                    <a:pt x="115454" y="748232"/>
                  </a:lnTo>
                  <a:lnTo>
                    <a:pt x="147879" y="780657"/>
                  </a:lnTo>
                  <a:lnTo>
                    <a:pt x="183465" y="809646"/>
                  </a:lnTo>
                  <a:lnTo>
                    <a:pt x="221939" y="834926"/>
                  </a:lnTo>
                  <a:lnTo>
                    <a:pt x="263028" y="856223"/>
                  </a:lnTo>
                  <a:lnTo>
                    <a:pt x="306458" y="873264"/>
                  </a:lnTo>
                  <a:lnTo>
                    <a:pt x="351955" y="885774"/>
                  </a:lnTo>
                  <a:lnTo>
                    <a:pt x="399245" y="893482"/>
                  </a:lnTo>
                  <a:lnTo>
                    <a:pt x="448056" y="896111"/>
                  </a:lnTo>
                  <a:lnTo>
                    <a:pt x="496866" y="893482"/>
                  </a:lnTo>
                  <a:lnTo>
                    <a:pt x="544156" y="885774"/>
                  </a:lnTo>
                  <a:lnTo>
                    <a:pt x="589653" y="873264"/>
                  </a:lnTo>
                  <a:lnTo>
                    <a:pt x="633083" y="856223"/>
                  </a:lnTo>
                  <a:lnTo>
                    <a:pt x="674172" y="834926"/>
                  </a:lnTo>
                  <a:lnTo>
                    <a:pt x="712646" y="809646"/>
                  </a:lnTo>
                  <a:lnTo>
                    <a:pt x="748232" y="780657"/>
                  </a:lnTo>
                  <a:lnTo>
                    <a:pt x="780657" y="748232"/>
                  </a:lnTo>
                  <a:lnTo>
                    <a:pt x="809646" y="712646"/>
                  </a:lnTo>
                  <a:lnTo>
                    <a:pt x="834926" y="674172"/>
                  </a:lnTo>
                  <a:lnTo>
                    <a:pt x="856223" y="633083"/>
                  </a:lnTo>
                  <a:lnTo>
                    <a:pt x="873264" y="589653"/>
                  </a:lnTo>
                  <a:lnTo>
                    <a:pt x="885774" y="544156"/>
                  </a:lnTo>
                  <a:lnTo>
                    <a:pt x="893482" y="496866"/>
                  </a:lnTo>
                  <a:lnTo>
                    <a:pt x="896112" y="448055"/>
                  </a:lnTo>
                  <a:lnTo>
                    <a:pt x="893482" y="399245"/>
                  </a:lnTo>
                  <a:lnTo>
                    <a:pt x="885774" y="351955"/>
                  </a:lnTo>
                  <a:lnTo>
                    <a:pt x="873264" y="306458"/>
                  </a:lnTo>
                  <a:lnTo>
                    <a:pt x="856223" y="263028"/>
                  </a:lnTo>
                  <a:lnTo>
                    <a:pt x="834926" y="221939"/>
                  </a:lnTo>
                  <a:lnTo>
                    <a:pt x="809646" y="183465"/>
                  </a:lnTo>
                  <a:lnTo>
                    <a:pt x="780657" y="147879"/>
                  </a:lnTo>
                  <a:lnTo>
                    <a:pt x="748232" y="115454"/>
                  </a:lnTo>
                  <a:lnTo>
                    <a:pt x="712646" y="86465"/>
                  </a:lnTo>
                  <a:lnTo>
                    <a:pt x="674172" y="61185"/>
                  </a:lnTo>
                  <a:lnTo>
                    <a:pt x="633083" y="39888"/>
                  </a:lnTo>
                  <a:lnTo>
                    <a:pt x="589653" y="22847"/>
                  </a:lnTo>
                  <a:lnTo>
                    <a:pt x="544156" y="10337"/>
                  </a:lnTo>
                  <a:lnTo>
                    <a:pt x="496866" y="2629"/>
                  </a:lnTo>
                  <a:lnTo>
                    <a:pt x="448056" y="0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279904" y="3245357"/>
              <a:ext cx="896619" cy="896619"/>
            </a:xfrm>
            <a:custGeom>
              <a:avLst/>
              <a:gdLst/>
              <a:ahLst/>
              <a:cxnLst/>
              <a:rect l="l" t="t" r="r" b="b"/>
              <a:pathLst>
                <a:path w="896619" h="896619">
                  <a:moveTo>
                    <a:pt x="0" y="448055"/>
                  </a:moveTo>
                  <a:lnTo>
                    <a:pt x="2629" y="399245"/>
                  </a:lnTo>
                  <a:lnTo>
                    <a:pt x="10337" y="351955"/>
                  </a:lnTo>
                  <a:lnTo>
                    <a:pt x="22847" y="306458"/>
                  </a:lnTo>
                  <a:lnTo>
                    <a:pt x="39888" y="263028"/>
                  </a:lnTo>
                  <a:lnTo>
                    <a:pt x="61185" y="221939"/>
                  </a:lnTo>
                  <a:lnTo>
                    <a:pt x="86465" y="183465"/>
                  </a:lnTo>
                  <a:lnTo>
                    <a:pt x="115454" y="147879"/>
                  </a:lnTo>
                  <a:lnTo>
                    <a:pt x="147879" y="115454"/>
                  </a:lnTo>
                  <a:lnTo>
                    <a:pt x="183465" y="86465"/>
                  </a:lnTo>
                  <a:lnTo>
                    <a:pt x="221939" y="61185"/>
                  </a:lnTo>
                  <a:lnTo>
                    <a:pt x="263028" y="39888"/>
                  </a:lnTo>
                  <a:lnTo>
                    <a:pt x="306458" y="22847"/>
                  </a:lnTo>
                  <a:lnTo>
                    <a:pt x="351955" y="10337"/>
                  </a:lnTo>
                  <a:lnTo>
                    <a:pt x="399245" y="2629"/>
                  </a:lnTo>
                  <a:lnTo>
                    <a:pt x="448056" y="0"/>
                  </a:lnTo>
                  <a:lnTo>
                    <a:pt x="496866" y="2629"/>
                  </a:lnTo>
                  <a:lnTo>
                    <a:pt x="544156" y="10337"/>
                  </a:lnTo>
                  <a:lnTo>
                    <a:pt x="589653" y="22847"/>
                  </a:lnTo>
                  <a:lnTo>
                    <a:pt x="633083" y="39888"/>
                  </a:lnTo>
                  <a:lnTo>
                    <a:pt x="674172" y="61185"/>
                  </a:lnTo>
                  <a:lnTo>
                    <a:pt x="712646" y="86465"/>
                  </a:lnTo>
                  <a:lnTo>
                    <a:pt x="748232" y="115454"/>
                  </a:lnTo>
                  <a:lnTo>
                    <a:pt x="780657" y="147879"/>
                  </a:lnTo>
                  <a:lnTo>
                    <a:pt x="809646" y="183465"/>
                  </a:lnTo>
                  <a:lnTo>
                    <a:pt x="834926" y="221939"/>
                  </a:lnTo>
                  <a:lnTo>
                    <a:pt x="856223" y="263028"/>
                  </a:lnTo>
                  <a:lnTo>
                    <a:pt x="873264" y="306458"/>
                  </a:lnTo>
                  <a:lnTo>
                    <a:pt x="885774" y="351955"/>
                  </a:lnTo>
                  <a:lnTo>
                    <a:pt x="893482" y="399245"/>
                  </a:lnTo>
                  <a:lnTo>
                    <a:pt x="896112" y="448055"/>
                  </a:lnTo>
                  <a:lnTo>
                    <a:pt x="893482" y="496866"/>
                  </a:lnTo>
                  <a:lnTo>
                    <a:pt x="885774" y="544156"/>
                  </a:lnTo>
                  <a:lnTo>
                    <a:pt x="873264" y="589653"/>
                  </a:lnTo>
                  <a:lnTo>
                    <a:pt x="856223" y="633083"/>
                  </a:lnTo>
                  <a:lnTo>
                    <a:pt x="834926" y="674172"/>
                  </a:lnTo>
                  <a:lnTo>
                    <a:pt x="809646" y="712646"/>
                  </a:lnTo>
                  <a:lnTo>
                    <a:pt x="780657" y="748232"/>
                  </a:lnTo>
                  <a:lnTo>
                    <a:pt x="748232" y="780657"/>
                  </a:lnTo>
                  <a:lnTo>
                    <a:pt x="712646" y="809646"/>
                  </a:lnTo>
                  <a:lnTo>
                    <a:pt x="674172" y="834926"/>
                  </a:lnTo>
                  <a:lnTo>
                    <a:pt x="633083" y="856223"/>
                  </a:lnTo>
                  <a:lnTo>
                    <a:pt x="589653" y="873264"/>
                  </a:lnTo>
                  <a:lnTo>
                    <a:pt x="544156" y="885774"/>
                  </a:lnTo>
                  <a:lnTo>
                    <a:pt x="496866" y="893482"/>
                  </a:lnTo>
                  <a:lnTo>
                    <a:pt x="448056" y="896111"/>
                  </a:lnTo>
                  <a:lnTo>
                    <a:pt x="399245" y="893482"/>
                  </a:lnTo>
                  <a:lnTo>
                    <a:pt x="351955" y="885774"/>
                  </a:lnTo>
                  <a:lnTo>
                    <a:pt x="306458" y="873264"/>
                  </a:lnTo>
                  <a:lnTo>
                    <a:pt x="263028" y="856223"/>
                  </a:lnTo>
                  <a:lnTo>
                    <a:pt x="221939" y="834926"/>
                  </a:lnTo>
                  <a:lnTo>
                    <a:pt x="183465" y="809646"/>
                  </a:lnTo>
                  <a:lnTo>
                    <a:pt x="147879" y="780657"/>
                  </a:lnTo>
                  <a:lnTo>
                    <a:pt x="115454" y="748232"/>
                  </a:lnTo>
                  <a:lnTo>
                    <a:pt x="86465" y="712646"/>
                  </a:lnTo>
                  <a:lnTo>
                    <a:pt x="61185" y="674172"/>
                  </a:lnTo>
                  <a:lnTo>
                    <a:pt x="39888" y="633083"/>
                  </a:lnTo>
                  <a:lnTo>
                    <a:pt x="22847" y="589653"/>
                  </a:lnTo>
                  <a:lnTo>
                    <a:pt x="10337" y="544156"/>
                  </a:lnTo>
                  <a:lnTo>
                    <a:pt x="2629" y="496866"/>
                  </a:lnTo>
                  <a:lnTo>
                    <a:pt x="0" y="448055"/>
                  </a:lnTo>
                  <a:close/>
                </a:path>
              </a:pathLst>
            </a:custGeom>
            <a:ln w="38100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423667" y="3467607"/>
            <a:ext cx="6223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400" spc="-25">
                <a:latin typeface="PMingLiU"/>
                <a:cs typeface="PMingLiU"/>
              </a:rPr>
              <a:t>起点</a:t>
            </a:r>
            <a:endParaRPr sz="2400">
              <a:latin typeface="PMingLiU"/>
              <a:cs typeface="PMingLiU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715386" y="4116323"/>
            <a:ext cx="3392804" cy="1491615"/>
            <a:chOff x="2715386" y="4116323"/>
            <a:chExt cx="3392804" cy="1491615"/>
          </a:xfrm>
        </p:grpSpPr>
        <p:sp>
          <p:nvSpPr>
            <p:cNvPr id="13" name="object 13"/>
            <p:cNvSpPr/>
            <p:nvPr/>
          </p:nvSpPr>
          <p:spPr>
            <a:xfrm>
              <a:off x="2715386" y="4116323"/>
              <a:ext cx="2609215" cy="1361440"/>
            </a:xfrm>
            <a:custGeom>
              <a:avLst/>
              <a:gdLst/>
              <a:ahLst/>
              <a:cxnLst/>
              <a:rect l="l" t="t" r="r" b="b"/>
              <a:pathLst>
                <a:path w="2609215" h="1361439">
                  <a:moveTo>
                    <a:pt x="2451506" y="1299066"/>
                  </a:moveTo>
                  <a:lnTo>
                    <a:pt x="2358771" y="1304417"/>
                  </a:lnTo>
                  <a:lnTo>
                    <a:pt x="2331847" y="1334516"/>
                  </a:lnTo>
                  <a:lnTo>
                    <a:pt x="2334730" y="1345491"/>
                  </a:lnTo>
                  <a:lnTo>
                    <a:pt x="2341387" y="1354216"/>
                  </a:lnTo>
                  <a:lnTo>
                    <a:pt x="2350831" y="1359822"/>
                  </a:lnTo>
                  <a:lnTo>
                    <a:pt x="2362073" y="1361439"/>
                  </a:lnTo>
                  <a:lnTo>
                    <a:pt x="2609088" y="1347216"/>
                  </a:lnTo>
                  <a:lnTo>
                    <a:pt x="2608924" y="1346962"/>
                  </a:lnTo>
                  <a:lnTo>
                    <a:pt x="2545588" y="1346962"/>
                  </a:lnTo>
                  <a:lnTo>
                    <a:pt x="2451506" y="1299066"/>
                  </a:lnTo>
                  <a:close/>
                </a:path>
                <a:path w="2609215" h="1361439">
                  <a:moveTo>
                    <a:pt x="2508001" y="1295807"/>
                  </a:moveTo>
                  <a:lnTo>
                    <a:pt x="2451506" y="1299066"/>
                  </a:lnTo>
                  <a:lnTo>
                    <a:pt x="2545588" y="1346962"/>
                  </a:lnTo>
                  <a:lnTo>
                    <a:pt x="2550627" y="1337056"/>
                  </a:lnTo>
                  <a:lnTo>
                    <a:pt x="2534539" y="1337056"/>
                  </a:lnTo>
                  <a:lnTo>
                    <a:pt x="2508001" y="1295807"/>
                  </a:lnTo>
                  <a:close/>
                </a:path>
                <a:path w="2609215" h="1361439">
                  <a:moveTo>
                    <a:pt x="2446262" y="1126438"/>
                  </a:moveTo>
                  <a:lnTo>
                    <a:pt x="2435733" y="1130554"/>
                  </a:lnTo>
                  <a:lnTo>
                    <a:pt x="2427561" y="1138511"/>
                  </a:lnTo>
                  <a:lnTo>
                    <a:pt x="2423223" y="1148587"/>
                  </a:lnTo>
                  <a:lnTo>
                    <a:pt x="2422981" y="1159521"/>
                  </a:lnTo>
                  <a:lnTo>
                    <a:pt x="2427097" y="1170051"/>
                  </a:lnTo>
                  <a:lnTo>
                    <a:pt x="2477292" y="1248072"/>
                  </a:lnTo>
                  <a:lnTo>
                    <a:pt x="2571496" y="1296035"/>
                  </a:lnTo>
                  <a:lnTo>
                    <a:pt x="2545588" y="1346962"/>
                  </a:lnTo>
                  <a:lnTo>
                    <a:pt x="2608924" y="1346962"/>
                  </a:lnTo>
                  <a:lnTo>
                    <a:pt x="2475229" y="1139189"/>
                  </a:lnTo>
                  <a:lnTo>
                    <a:pt x="2467272" y="1131018"/>
                  </a:lnTo>
                  <a:lnTo>
                    <a:pt x="2457195" y="1126680"/>
                  </a:lnTo>
                  <a:lnTo>
                    <a:pt x="2446262" y="1126438"/>
                  </a:lnTo>
                  <a:close/>
                </a:path>
                <a:path w="2609215" h="1361439">
                  <a:moveTo>
                    <a:pt x="2556891" y="1292987"/>
                  </a:moveTo>
                  <a:lnTo>
                    <a:pt x="2508001" y="1295807"/>
                  </a:lnTo>
                  <a:lnTo>
                    <a:pt x="2534539" y="1337056"/>
                  </a:lnTo>
                  <a:lnTo>
                    <a:pt x="2556891" y="1292987"/>
                  </a:lnTo>
                  <a:close/>
                </a:path>
                <a:path w="2609215" h="1361439">
                  <a:moveTo>
                    <a:pt x="2565509" y="1292987"/>
                  </a:moveTo>
                  <a:lnTo>
                    <a:pt x="2556891" y="1292987"/>
                  </a:lnTo>
                  <a:lnTo>
                    <a:pt x="2534539" y="1337056"/>
                  </a:lnTo>
                  <a:lnTo>
                    <a:pt x="2550627" y="1337056"/>
                  </a:lnTo>
                  <a:lnTo>
                    <a:pt x="2571496" y="1296035"/>
                  </a:lnTo>
                  <a:lnTo>
                    <a:pt x="2565509" y="1292987"/>
                  </a:lnTo>
                  <a:close/>
                </a:path>
                <a:path w="2609215" h="1361439">
                  <a:moveTo>
                    <a:pt x="25907" y="0"/>
                  </a:moveTo>
                  <a:lnTo>
                    <a:pt x="0" y="51053"/>
                  </a:lnTo>
                  <a:lnTo>
                    <a:pt x="2451506" y="1299066"/>
                  </a:lnTo>
                  <a:lnTo>
                    <a:pt x="2508001" y="1295807"/>
                  </a:lnTo>
                  <a:lnTo>
                    <a:pt x="2477292" y="1248072"/>
                  </a:lnTo>
                  <a:lnTo>
                    <a:pt x="25907" y="0"/>
                  </a:lnTo>
                  <a:close/>
                </a:path>
                <a:path w="2609215" h="1361439">
                  <a:moveTo>
                    <a:pt x="2477292" y="1248072"/>
                  </a:moveTo>
                  <a:lnTo>
                    <a:pt x="2508001" y="1295807"/>
                  </a:lnTo>
                  <a:lnTo>
                    <a:pt x="2556891" y="1292987"/>
                  </a:lnTo>
                  <a:lnTo>
                    <a:pt x="2565509" y="1292987"/>
                  </a:lnTo>
                  <a:lnTo>
                    <a:pt x="2477292" y="1248072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193029" y="4691633"/>
              <a:ext cx="896619" cy="897255"/>
            </a:xfrm>
            <a:custGeom>
              <a:avLst/>
              <a:gdLst/>
              <a:ahLst/>
              <a:cxnLst/>
              <a:rect l="l" t="t" r="r" b="b"/>
              <a:pathLst>
                <a:path w="896619" h="897253">
                  <a:moveTo>
                    <a:pt x="448056" y="0"/>
                  </a:moveTo>
                  <a:lnTo>
                    <a:pt x="399245" y="2631"/>
                  </a:lnTo>
                  <a:lnTo>
                    <a:pt x="351955" y="10343"/>
                  </a:lnTo>
                  <a:lnTo>
                    <a:pt x="306458" y="22863"/>
                  </a:lnTo>
                  <a:lnTo>
                    <a:pt x="263028" y="39915"/>
                  </a:lnTo>
                  <a:lnTo>
                    <a:pt x="221939" y="61228"/>
                  </a:lnTo>
                  <a:lnTo>
                    <a:pt x="183465" y="86526"/>
                  </a:lnTo>
                  <a:lnTo>
                    <a:pt x="147879" y="115537"/>
                  </a:lnTo>
                  <a:lnTo>
                    <a:pt x="115454" y="147987"/>
                  </a:lnTo>
                  <a:lnTo>
                    <a:pt x="86465" y="183602"/>
                  </a:lnTo>
                  <a:lnTo>
                    <a:pt x="61185" y="222108"/>
                  </a:lnTo>
                  <a:lnTo>
                    <a:pt x="39888" y="263233"/>
                  </a:lnTo>
                  <a:lnTo>
                    <a:pt x="22847" y="306701"/>
                  </a:lnTo>
                  <a:lnTo>
                    <a:pt x="10337" y="352241"/>
                  </a:lnTo>
                  <a:lnTo>
                    <a:pt x="2629" y="399577"/>
                  </a:lnTo>
                  <a:lnTo>
                    <a:pt x="0" y="448437"/>
                  </a:lnTo>
                  <a:lnTo>
                    <a:pt x="2629" y="497296"/>
                  </a:lnTo>
                  <a:lnTo>
                    <a:pt x="10337" y="544632"/>
                  </a:lnTo>
                  <a:lnTo>
                    <a:pt x="22847" y="590172"/>
                  </a:lnTo>
                  <a:lnTo>
                    <a:pt x="39888" y="633640"/>
                  </a:lnTo>
                  <a:lnTo>
                    <a:pt x="61185" y="674765"/>
                  </a:lnTo>
                  <a:lnTo>
                    <a:pt x="86465" y="713271"/>
                  </a:lnTo>
                  <a:lnTo>
                    <a:pt x="115454" y="748886"/>
                  </a:lnTo>
                  <a:lnTo>
                    <a:pt x="147879" y="781336"/>
                  </a:lnTo>
                  <a:lnTo>
                    <a:pt x="183465" y="810347"/>
                  </a:lnTo>
                  <a:lnTo>
                    <a:pt x="221939" y="835645"/>
                  </a:lnTo>
                  <a:lnTo>
                    <a:pt x="263028" y="856958"/>
                  </a:lnTo>
                  <a:lnTo>
                    <a:pt x="306458" y="874010"/>
                  </a:lnTo>
                  <a:lnTo>
                    <a:pt x="351955" y="886530"/>
                  </a:lnTo>
                  <a:lnTo>
                    <a:pt x="399245" y="894242"/>
                  </a:lnTo>
                  <a:lnTo>
                    <a:pt x="448056" y="896874"/>
                  </a:lnTo>
                  <a:lnTo>
                    <a:pt x="496866" y="894242"/>
                  </a:lnTo>
                  <a:lnTo>
                    <a:pt x="544156" y="886530"/>
                  </a:lnTo>
                  <a:lnTo>
                    <a:pt x="589653" y="874010"/>
                  </a:lnTo>
                  <a:lnTo>
                    <a:pt x="633083" y="856958"/>
                  </a:lnTo>
                  <a:lnTo>
                    <a:pt x="674172" y="835645"/>
                  </a:lnTo>
                  <a:lnTo>
                    <a:pt x="712646" y="810347"/>
                  </a:lnTo>
                  <a:lnTo>
                    <a:pt x="748232" y="781336"/>
                  </a:lnTo>
                  <a:lnTo>
                    <a:pt x="780657" y="748886"/>
                  </a:lnTo>
                  <a:lnTo>
                    <a:pt x="809646" y="713271"/>
                  </a:lnTo>
                  <a:lnTo>
                    <a:pt x="834926" y="674765"/>
                  </a:lnTo>
                  <a:lnTo>
                    <a:pt x="856223" y="633640"/>
                  </a:lnTo>
                  <a:lnTo>
                    <a:pt x="873264" y="590172"/>
                  </a:lnTo>
                  <a:lnTo>
                    <a:pt x="885774" y="544632"/>
                  </a:lnTo>
                  <a:lnTo>
                    <a:pt x="893482" y="497296"/>
                  </a:lnTo>
                  <a:lnTo>
                    <a:pt x="896112" y="448437"/>
                  </a:lnTo>
                  <a:lnTo>
                    <a:pt x="893482" y="399577"/>
                  </a:lnTo>
                  <a:lnTo>
                    <a:pt x="885774" y="352241"/>
                  </a:lnTo>
                  <a:lnTo>
                    <a:pt x="873264" y="306701"/>
                  </a:lnTo>
                  <a:lnTo>
                    <a:pt x="856223" y="263233"/>
                  </a:lnTo>
                  <a:lnTo>
                    <a:pt x="834926" y="222108"/>
                  </a:lnTo>
                  <a:lnTo>
                    <a:pt x="809646" y="183602"/>
                  </a:lnTo>
                  <a:lnTo>
                    <a:pt x="780657" y="147987"/>
                  </a:lnTo>
                  <a:lnTo>
                    <a:pt x="748232" y="115537"/>
                  </a:lnTo>
                  <a:lnTo>
                    <a:pt x="712646" y="86526"/>
                  </a:lnTo>
                  <a:lnTo>
                    <a:pt x="674172" y="61228"/>
                  </a:lnTo>
                  <a:lnTo>
                    <a:pt x="633083" y="39915"/>
                  </a:lnTo>
                  <a:lnTo>
                    <a:pt x="589653" y="22863"/>
                  </a:lnTo>
                  <a:lnTo>
                    <a:pt x="544156" y="10343"/>
                  </a:lnTo>
                  <a:lnTo>
                    <a:pt x="496866" y="2631"/>
                  </a:lnTo>
                  <a:lnTo>
                    <a:pt x="44805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193029" y="4691633"/>
              <a:ext cx="896619" cy="897255"/>
            </a:xfrm>
            <a:custGeom>
              <a:avLst/>
              <a:gdLst/>
              <a:ahLst/>
              <a:cxnLst/>
              <a:rect l="l" t="t" r="r" b="b"/>
              <a:pathLst>
                <a:path w="896619" h="897253">
                  <a:moveTo>
                    <a:pt x="0" y="448437"/>
                  </a:moveTo>
                  <a:lnTo>
                    <a:pt x="2629" y="399577"/>
                  </a:lnTo>
                  <a:lnTo>
                    <a:pt x="10337" y="352241"/>
                  </a:lnTo>
                  <a:lnTo>
                    <a:pt x="22847" y="306701"/>
                  </a:lnTo>
                  <a:lnTo>
                    <a:pt x="39888" y="263233"/>
                  </a:lnTo>
                  <a:lnTo>
                    <a:pt x="61185" y="222108"/>
                  </a:lnTo>
                  <a:lnTo>
                    <a:pt x="86465" y="183602"/>
                  </a:lnTo>
                  <a:lnTo>
                    <a:pt x="115454" y="147987"/>
                  </a:lnTo>
                  <a:lnTo>
                    <a:pt x="147879" y="115537"/>
                  </a:lnTo>
                  <a:lnTo>
                    <a:pt x="183465" y="86526"/>
                  </a:lnTo>
                  <a:lnTo>
                    <a:pt x="221939" y="61228"/>
                  </a:lnTo>
                  <a:lnTo>
                    <a:pt x="263028" y="39915"/>
                  </a:lnTo>
                  <a:lnTo>
                    <a:pt x="306458" y="22863"/>
                  </a:lnTo>
                  <a:lnTo>
                    <a:pt x="351955" y="10343"/>
                  </a:lnTo>
                  <a:lnTo>
                    <a:pt x="399245" y="2631"/>
                  </a:lnTo>
                  <a:lnTo>
                    <a:pt x="448056" y="0"/>
                  </a:lnTo>
                  <a:lnTo>
                    <a:pt x="496866" y="2631"/>
                  </a:lnTo>
                  <a:lnTo>
                    <a:pt x="544156" y="10343"/>
                  </a:lnTo>
                  <a:lnTo>
                    <a:pt x="589653" y="22863"/>
                  </a:lnTo>
                  <a:lnTo>
                    <a:pt x="633083" y="39915"/>
                  </a:lnTo>
                  <a:lnTo>
                    <a:pt x="674172" y="61228"/>
                  </a:lnTo>
                  <a:lnTo>
                    <a:pt x="712646" y="86526"/>
                  </a:lnTo>
                  <a:lnTo>
                    <a:pt x="748232" y="115537"/>
                  </a:lnTo>
                  <a:lnTo>
                    <a:pt x="780657" y="147987"/>
                  </a:lnTo>
                  <a:lnTo>
                    <a:pt x="809646" y="183602"/>
                  </a:lnTo>
                  <a:lnTo>
                    <a:pt x="834926" y="222108"/>
                  </a:lnTo>
                  <a:lnTo>
                    <a:pt x="856223" y="263233"/>
                  </a:lnTo>
                  <a:lnTo>
                    <a:pt x="873264" y="306701"/>
                  </a:lnTo>
                  <a:lnTo>
                    <a:pt x="885774" y="352241"/>
                  </a:lnTo>
                  <a:lnTo>
                    <a:pt x="893482" y="399577"/>
                  </a:lnTo>
                  <a:lnTo>
                    <a:pt x="896112" y="448437"/>
                  </a:lnTo>
                  <a:lnTo>
                    <a:pt x="893482" y="497296"/>
                  </a:lnTo>
                  <a:lnTo>
                    <a:pt x="885774" y="544632"/>
                  </a:lnTo>
                  <a:lnTo>
                    <a:pt x="873264" y="590172"/>
                  </a:lnTo>
                  <a:lnTo>
                    <a:pt x="856223" y="633640"/>
                  </a:lnTo>
                  <a:lnTo>
                    <a:pt x="834926" y="674765"/>
                  </a:lnTo>
                  <a:lnTo>
                    <a:pt x="809646" y="713271"/>
                  </a:lnTo>
                  <a:lnTo>
                    <a:pt x="780657" y="748886"/>
                  </a:lnTo>
                  <a:lnTo>
                    <a:pt x="748232" y="781336"/>
                  </a:lnTo>
                  <a:lnTo>
                    <a:pt x="712646" y="810347"/>
                  </a:lnTo>
                  <a:lnTo>
                    <a:pt x="674172" y="835645"/>
                  </a:lnTo>
                  <a:lnTo>
                    <a:pt x="633083" y="856958"/>
                  </a:lnTo>
                  <a:lnTo>
                    <a:pt x="589653" y="874010"/>
                  </a:lnTo>
                  <a:lnTo>
                    <a:pt x="544156" y="886530"/>
                  </a:lnTo>
                  <a:lnTo>
                    <a:pt x="496866" y="894242"/>
                  </a:lnTo>
                  <a:lnTo>
                    <a:pt x="448056" y="896874"/>
                  </a:lnTo>
                  <a:lnTo>
                    <a:pt x="399245" y="894242"/>
                  </a:lnTo>
                  <a:lnTo>
                    <a:pt x="351955" y="886530"/>
                  </a:lnTo>
                  <a:lnTo>
                    <a:pt x="306458" y="874010"/>
                  </a:lnTo>
                  <a:lnTo>
                    <a:pt x="263028" y="856958"/>
                  </a:lnTo>
                  <a:lnTo>
                    <a:pt x="221939" y="835645"/>
                  </a:lnTo>
                  <a:lnTo>
                    <a:pt x="183465" y="810347"/>
                  </a:lnTo>
                  <a:lnTo>
                    <a:pt x="147879" y="781336"/>
                  </a:lnTo>
                  <a:lnTo>
                    <a:pt x="115454" y="748886"/>
                  </a:lnTo>
                  <a:lnTo>
                    <a:pt x="86465" y="713271"/>
                  </a:lnTo>
                  <a:lnTo>
                    <a:pt x="61185" y="674765"/>
                  </a:lnTo>
                  <a:lnTo>
                    <a:pt x="39888" y="633640"/>
                  </a:lnTo>
                  <a:lnTo>
                    <a:pt x="22847" y="590172"/>
                  </a:lnTo>
                  <a:lnTo>
                    <a:pt x="10337" y="544632"/>
                  </a:lnTo>
                  <a:lnTo>
                    <a:pt x="2629" y="497296"/>
                  </a:lnTo>
                  <a:lnTo>
                    <a:pt x="0" y="448437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3706621" y="4165854"/>
            <a:ext cx="2343785" cy="1138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400" spc="-20">
                <a:latin typeface="PMingLiU"/>
                <a:cs typeface="PMingLiU"/>
              </a:rPr>
              <a:t>第一步</a:t>
            </a:r>
            <a:endParaRPr sz="2400">
              <a:latin typeface="PMingLiU"/>
              <a:cs typeface="PMingLiU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2100">
              <a:latin typeface="PMingLiU"/>
              <a:cs typeface="PMingLiU"/>
            </a:endParaRPr>
          </a:p>
          <a:p>
            <a:pPr marL="1537970">
              <a:lnSpc>
                <a:spcPct val="100000"/>
              </a:lnSpc>
            </a:pPr>
            <a:r>
              <a:rPr sz="2400">
                <a:latin typeface="PMingLiU"/>
                <a:cs typeface="PMingLiU"/>
              </a:rPr>
              <a:t>其他</a:t>
            </a:r>
            <a:r>
              <a:rPr sz="2400" spc="-50">
                <a:latin typeface="Cambria Math"/>
                <a:cs typeface="Cambria Math"/>
              </a:rPr>
              <a:t>𝟐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477517" y="6012178"/>
            <a:ext cx="9223375" cy="829944"/>
          </a:xfrm>
          <a:custGeom>
            <a:avLst/>
            <a:gdLst/>
            <a:ahLst/>
            <a:cxnLst/>
            <a:rect l="l" t="t" r="r" b="b"/>
            <a:pathLst>
              <a:path w="9223375" h="829944">
                <a:moveTo>
                  <a:pt x="9223248" y="0"/>
                </a:moveTo>
                <a:lnTo>
                  <a:pt x="0" y="0"/>
                </a:lnTo>
                <a:lnTo>
                  <a:pt x="0" y="829818"/>
                </a:lnTo>
                <a:lnTo>
                  <a:pt x="9223248" y="829818"/>
                </a:lnTo>
                <a:lnTo>
                  <a:pt x="9223248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3586479" y="6156705"/>
            <a:ext cx="500761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>
                <a:solidFill>
                  <a:srgbClr val="FFFFFF"/>
                </a:solidFill>
                <a:latin typeface="PMingLiU"/>
                <a:cs typeface="PMingLiU"/>
              </a:rPr>
              <a:t>起点：第一步需要从一条边离开</a:t>
            </a:r>
            <a:endParaRPr sz="2800">
              <a:latin typeface="PMingLiU"/>
              <a:cs typeface="PMingLiU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5662421" y="1962150"/>
            <a:ext cx="897890" cy="897890"/>
          </a:xfrm>
          <a:custGeom>
            <a:avLst/>
            <a:gdLst/>
            <a:ahLst/>
            <a:cxnLst/>
            <a:rect l="l" t="t" r="r" b="b"/>
            <a:pathLst>
              <a:path w="897890" h="897889">
                <a:moveTo>
                  <a:pt x="0" y="448817"/>
                </a:moveTo>
                <a:lnTo>
                  <a:pt x="2633" y="399909"/>
                </a:lnTo>
                <a:lnTo>
                  <a:pt x="10350" y="352527"/>
                </a:lnTo>
                <a:lnTo>
                  <a:pt x="22878" y="306945"/>
                </a:lnTo>
                <a:lnTo>
                  <a:pt x="39942" y="263438"/>
                </a:lnTo>
                <a:lnTo>
                  <a:pt x="61270" y="222278"/>
                </a:lnTo>
                <a:lnTo>
                  <a:pt x="86587" y="183739"/>
                </a:lnTo>
                <a:lnTo>
                  <a:pt x="115620" y="148095"/>
                </a:lnTo>
                <a:lnTo>
                  <a:pt x="148095" y="115620"/>
                </a:lnTo>
                <a:lnTo>
                  <a:pt x="183739" y="86587"/>
                </a:lnTo>
                <a:lnTo>
                  <a:pt x="222278" y="61270"/>
                </a:lnTo>
                <a:lnTo>
                  <a:pt x="263438" y="39942"/>
                </a:lnTo>
                <a:lnTo>
                  <a:pt x="306945" y="22878"/>
                </a:lnTo>
                <a:lnTo>
                  <a:pt x="352527" y="10350"/>
                </a:lnTo>
                <a:lnTo>
                  <a:pt x="399909" y="2633"/>
                </a:lnTo>
                <a:lnTo>
                  <a:pt x="448817" y="0"/>
                </a:lnTo>
                <a:lnTo>
                  <a:pt x="497726" y="2633"/>
                </a:lnTo>
                <a:lnTo>
                  <a:pt x="545108" y="10350"/>
                </a:lnTo>
                <a:lnTo>
                  <a:pt x="590690" y="22878"/>
                </a:lnTo>
                <a:lnTo>
                  <a:pt x="634197" y="39942"/>
                </a:lnTo>
                <a:lnTo>
                  <a:pt x="675357" y="61270"/>
                </a:lnTo>
                <a:lnTo>
                  <a:pt x="713896" y="86587"/>
                </a:lnTo>
                <a:lnTo>
                  <a:pt x="749540" y="115620"/>
                </a:lnTo>
                <a:lnTo>
                  <a:pt x="782015" y="148095"/>
                </a:lnTo>
                <a:lnTo>
                  <a:pt x="811048" y="183739"/>
                </a:lnTo>
                <a:lnTo>
                  <a:pt x="836365" y="222278"/>
                </a:lnTo>
                <a:lnTo>
                  <a:pt x="857693" y="263438"/>
                </a:lnTo>
                <a:lnTo>
                  <a:pt x="874757" y="306945"/>
                </a:lnTo>
                <a:lnTo>
                  <a:pt x="887285" y="352527"/>
                </a:lnTo>
                <a:lnTo>
                  <a:pt x="895002" y="399909"/>
                </a:lnTo>
                <a:lnTo>
                  <a:pt x="897635" y="448817"/>
                </a:lnTo>
                <a:lnTo>
                  <a:pt x="895002" y="497726"/>
                </a:lnTo>
                <a:lnTo>
                  <a:pt x="887285" y="545108"/>
                </a:lnTo>
                <a:lnTo>
                  <a:pt x="874757" y="590690"/>
                </a:lnTo>
                <a:lnTo>
                  <a:pt x="857693" y="634197"/>
                </a:lnTo>
                <a:lnTo>
                  <a:pt x="836365" y="675357"/>
                </a:lnTo>
                <a:lnTo>
                  <a:pt x="811048" y="713896"/>
                </a:lnTo>
                <a:lnTo>
                  <a:pt x="782015" y="749540"/>
                </a:lnTo>
                <a:lnTo>
                  <a:pt x="749540" y="782015"/>
                </a:lnTo>
                <a:lnTo>
                  <a:pt x="713896" y="811048"/>
                </a:lnTo>
                <a:lnTo>
                  <a:pt x="675357" y="836365"/>
                </a:lnTo>
                <a:lnTo>
                  <a:pt x="634197" y="857693"/>
                </a:lnTo>
                <a:lnTo>
                  <a:pt x="590690" y="874757"/>
                </a:lnTo>
                <a:lnTo>
                  <a:pt x="545108" y="887285"/>
                </a:lnTo>
                <a:lnTo>
                  <a:pt x="497726" y="895002"/>
                </a:lnTo>
                <a:lnTo>
                  <a:pt x="448817" y="897636"/>
                </a:lnTo>
                <a:lnTo>
                  <a:pt x="399909" y="895002"/>
                </a:lnTo>
                <a:lnTo>
                  <a:pt x="352527" y="887285"/>
                </a:lnTo>
                <a:lnTo>
                  <a:pt x="306945" y="874757"/>
                </a:lnTo>
                <a:lnTo>
                  <a:pt x="263438" y="857693"/>
                </a:lnTo>
                <a:lnTo>
                  <a:pt x="222278" y="836365"/>
                </a:lnTo>
                <a:lnTo>
                  <a:pt x="183739" y="811048"/>
                </a:lnTo>
                <a:lnTo>
                  <a:pt x="148095" y="782015"/>
                </a:lnTo>
                <a:lnTo>
                  <a:pt x="115620" y="749540"/>
                </a:lnTo>
                <a:lnTo>
                  <a:pt x="86587" y="713896"/>
                </a:lnTo>
                <a:lnTo>
                  <a:pt x="61270" y="675357"/>
                </a:lnTo>
                <a:lnTo>
                  <a:pt x="39942" y="634197"/>
                </a:lnTo>
                <a:lnTo>
                  <a:pt x="22878" y="590690"/>
                </a:lnTo>
                <a:lnTo>
                  <a:pt x="10350" y="545108"/>
                </a:lnTo>
                <a:lnTo>
                  <a:pt x="2633" y="497726"/>
                </a:lnTo>
                <a:lnTo>
                  <a:pt x="0" y="448817"/>
                </a:lnTo>
                <a:close/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5715253" y="2183384"/>
            <a:ext cx="8051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400">
                <a:latin typeface="PMingLiU"/>
                <a:cs typeface="PMingLiU"/>
              </a:rPr>
              <a:t>其他</a:t>
            </a:r>
            <a:r>
              <a:rPr sz="2400" spc="-50">
                <a:latin typeface="Cambria Math"/>
                <a:cs typeface="Cambria Math"/>
              </a:rPr>
              <a:t>𝟏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3" name="object 2">
            <a:extLst>
              <a:ext uri="{FF2B5EF4-FFF2-40B4-BE49-F238E27FC236}">
                <a16:creationId xmlns:a16="http://schemas.microsoft.com/office/drawing/2014/main" id="{278C9311-ECE9-E942-8707-AC62AC9FED0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438" y="227767"/>
            <a:ext cx="5065549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柯尼斯堡七桥问</a:t>
            </a:r>
            <a:r>
              <a:rPr sz="4000"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题</a:t>
            </a:r>
            <a:endParaRPr sz="4000"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46214" y="1098806"/>
            <a:ext cx="7484109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10" dirty="0" err="1">
                <a:latin typeface="PMingLiU"/>
                <a:cs typeface="PMingLiU"/>
              </a:rPr>
              <a:t>从起点出发，经过图中所有边，最终到达终点</a:t>
            </a:r>
            <a:endParaRPr sz="2800" dirty="0">
              <a:latin typeface="PMingLiU"/>
              <a:cs typeface="PMingLiU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473136" y="1779460"/>
            <a:ext cx="9232900" cy="4184650"/>
            <a:chOff x="1473136" y="1779460"/>
            <a:chExt cx="9232900" cy="4184650"/>
          </a:xfrm>
        </p:grpSpPr>
        <p:sp>
          <p:nvSpPr>
            <p:cNvPr id="5" name="object 5"/>
            <p:cNvSpPr/>
            <p:nvPr/>
          </p:nvSpPr>
          <p:spPr>
            <a:xfrm>
              <a:off x="1477899" y="1784223"/>
              <a:ext cx="9223375" cy="4175125"/>
            </a:xfrm>
            <a:custGeom>
              <a:avLst/>
              <a:gdLst/>
              <a:ahLst/>
              <a:cxnLst/>
              <a:rect l="l" t="t" r="r" b="b"/>
              <a:pathLst>
                <a:path w="9223375" h="4175125">
                  <a:moveTo>
                    <a:pt x="0" y="4174998"/>
                  </a:moveTo>
                  <a:lnTo>
                    <a:pt x="9223248" y="4174998"/>
                  </a:lnTo>
                  <a:lnTo>
                    <a:pt x="9223248" y="0"/>
                  </a:lnTo>
                  <a:lnTo>
                    <a:pt x="0" y="0"/>
                  </a:lnTo>
                  <a:lnTo>
                    <a:pt x="0" y="4174998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911845" y="3399282"/>
              <a:ext cx="897255" cy="896619"/>
            </a:xfrm>
            <a:custGeom>
              <a:avLst/>
              <a:gdLst/>
              <a:ahLst/>
              <a:cxnLst/>
              <a:rect l="l" t="t" r="r" b="b"/>
              <a:pathLst>
                <a:path w="897253" h="896619">
                  <a:moveTo>
                    <a:pt x="448436" y="0"/>
                  </a:moveTo>
                  <a:lnTo>
                    <a:pt x="399577" y="2629"/>
                  </a:lnTo>
                  <a:lnTo>
                    <a:pt x="352241" y="10337"/>
                  </a:lnTo>
                  <a:lnTo>
                    <a:pt x="306701" y="22847"/>
                  </a:lnTo>
                  <a:lnTo>
                    <a:pt x="263233" y="39888"/>
                  </a:lnTo>
                  <a:lnTo>
                    <a:pt x="222108" y="61185"/>
                  </a:lnTo>
                  <a:lnTo>
                    <a:pt x="183602" y="86465"/>
                  </a:lnTo>
                  <a:lnTo>
                    <a:pt x="147987" y="115454"/>
                  </a:lnTo>
                  <a:lnTo>
                    <a:pt x="115537" y="147879"/>
                  </a:lnTo>
                  <a:lnTo>
                    <a:pt x="86526" y="183465"/>
                  </a:lnTo>
                  <a:lnTo>
                    <a:pt x="61228" y="221939"/>
                  </a:lnTo>
                  <a:lnTo>
                    <a:pt x="39915" y="263028"/>
                  </a:lnTo>
                  <a:lnTo>
                    <a:pt x="22863" y="306458"/>
                  </a:lnTo>
                  <a:lnTo>
                    <a:pt x="10343" y="351955"/>
                  </a:lnTo>
                  <a:lnTo>
                    <a:pt x="2631" y="399245"/>
                  </a:lnTo>
                  <a:lnTo>
                    <a:pt x="0" y="448055"/>
                  </a:lnTo>
                  <a:lnTo>
                    <a:pt x="2631" y="496866"/>
                  </a:lnTo>
                  <a:lnTo>
                    <a:pt x="10343" y="544156"/>
                  </a:lnTo>
                  <a:lnTo>
                    <a:pt x="22863" y="589653"/>
                  </a:lnTo>
                  <a:lnTo>
                    <a:pt x="39915" y="633083"/>
                  </a:lnTo>
                  <a:lnTo>
                    <a:pt x="61228" y="674172"/>
                  </a:lnTo>
                  <a:lnTo>
                    <a:pt x="86526" y="712646"/>
                  </a:lnTo>
                  <a:lnTo>
                    <a:pt x="115537" y="748232"/>
                  </a:lnTo>
                  <a:lnTo>
                    <a:pt x="147987" y="780657"/>
                  </a:lnTo>
                  <a:lnTo>
                    <a:pt x="183602" y="809646"/>
                  </a:lnTo>
                  <a:lnTo>
                    <a:pt x="222108" y="834926"/>
                  </a:lnTo>
                  <a:lnTo>
                    <a:pt x="263233" y="856223"/>
                  </a:lnTo>
                  <a:lnTo>
                    <a:pt x="306701" y="873264"/>
                  </a:lnTo>
                  <a:lnTo>
                    <a:pt x="352241" y="885774"/>
                  </a:lnTo>
                  <a:lnTo>
                    <a:pt x="399577" y="893482"/>
                  </a:lnTo>
                  <a:lnTo>
                    <a:pt x="448436" y="896111"/>
                  </a:lnTo>
                  <a:lnTo>
                    <a:pt x="497296" y="893482"/>
                  </a:lnTo>
                  <a:lnTo>
                    <a:pt x="544632" y="885774"/>
                  </a:lnTo>
                  <a:lnTo>
                    <a:pt x="590172" y="873264"/>
                  </a:lnTo>
                  <a:lnTo>
                    <a:pt x="633640" y="856223"/>
                  </a:lnTo>
                  <a:lnTo>
                    <a:pt x="674765" y="834926"/>
                  </a:lnTo>
                  <a:lnTo>
                    <a:pt x="713271" y="809646"/>
                  </a:lnTo>
                  <a:lnTo>
                    <a:pt x="748886" y="780657"/>
                  </a:lnTo>
                  <a:lnTo>
                    <a:pt x="781336" y="748232"/>
                  </a:lnTo>
                  <a:lnTo>
                    <a:pt x="810347" y="712646"/>
                  </a:lnTo>
                  <a:lnTo>
                    <a:pt x="835645" y="674172"/>
                  </a:lnTo>
                  <a:lnTo>
                    <a:pt x="856958" y="633083"/>
                  </a:lnTo>
                  <a:lnTo>
                    <a:pt x="874010" y="589653"/>
                  </a:lnTo>
                  <a:lnTo>
                    <a:pt x="886530" y="544156"/>
                  </a:lnTo>
                  <a:lnTo>
                    <a:pt x="894242" y="496866"/>
                  </a:lnTo>
                  <a:lnTo>
                    <a:pt x="896874" y="448055"/>
                  </a:lnTo>
                  <a:lnTo>
                    <a:pt x="894242" y="399245"/>
                  </a:lnTo>
                  <a:lnTo>
                    <a:pt x="886530" y="351955"/>
                  </a:lnTo>
                  <a:lnTo>
                    <a:pt x="874010" y="306458"/>
                  </a:lnTo>
                  <a:lnTo>
                    <a:pt x="856958" y="263028"/>
                  </a:lnTo>
                  <a:lnTo>
                    <a:pt x="835645" y="221939"/>
                  </a:lnTo>
                  <a:lnTo>
                    <a:pt x="810347" y="183465"/>
                  </a:lnTo>
                  <a:lnTo>
                    <a:pt x="781336" y="147879"/>
                  </a:lnTo>
                  <a:lnTo>
                    <a:pt x="748886" y="115454"/>
                  </a:lnTo>
                  <a:lnTo>
                    <a:pt x="713271" y="86465"/>
                  </a:lnTo>
                  <a:lnTo>
                    <a:pt x="674765" y="61185"/>
                  </a:lnTo>
                  <a:lnTo>
                    <a:pt x="633640" y="39888"/>
                  </a:lnTo>
                  <a:lnTo>
                    <a:pt x="590172" y="22847"/>
                  </a:lnTo>
                  <a:lnTo>
                    <a:pt x="544632" y="10337"/>
                  </a:lnTo>
                  <a:lnTo>
                    <a:pt x="497296" y="2629"/>
                  </a:lnTo>
                  <a:lnTo>
                    <a:pt x="448436" y="0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911845" y="3399282"/>
              <a:ext cx="897255" cy="896619"/>
            </a:xfrm>
            <a:custGeom>
              <a:avLst/>
              <a:gdLst/>
              <a:ahLst/>
              <a:cxnLst/>
              <a:rect l="l" t="t" r="r" b="b"/>
              <a:pathLst>
                <a:path w="897253" h="896619">
                  <a:moveTo>
                    <a:pt x="0" y="448055"/>
                  </a:moveTo>
                  <a:lnTo>
                    <a:pt x="2631" y="399245"/>
                  </a:lnTo>
                  <a:lnTo>
                    <a:pt x="10343" y="351955"/>
                  </a:lnTo>
                  <a:lnTo>
                    <a:pt x="22863" y="306458"/>
                  </a:lnTo>
                  <a:lnTo>
                    <a:pt x="39915" y="263028"/>
                  </a:lnTo>
                  <a:lnTo>
                    <a:pt x="61228" y="221939"/>
                  </a:lnTo>
                  <a:lnTo>
                    <a:pt x="86526" y="183465"/>
                  </a:lnTo>
                  <a:lnTo>
                    <a:pt x="115537" y="147879"/>
                  </a:lnTo>
                  <a:lnTo>
                    <a:pt x="147987" y="115454"/>
                  </a:lnTo>
                  <a:lnTo>
                    <a:pt x="183602" y="86465"/>
                  </a:lnTo>
                  <a:lnTo>
                    <a:pt x="222108" y="61185"/>
                  </a:lnTo>
                  <a:lnTo>
                    <a:pt x="263233" y="39888"/>
                  </a:lnTo>
                  <a:lnTo>
                    <a:pt x="306701" y="22847"/>
                  </a:lnTo>
                  <a:lnTo>
                    <a:pt x="352241" y="10337"/>
                  </a:lnTo>
                  <a:lnTo>
                    <a:pt x="399577" y="2629"/>
                  </a:lnTo>
                  <a:lnTo>
                    <a:pt x="448436" y="0"/>
                  </a:lnTo>
                  <a:lnTo>
                    <a:pt x="497296" y="2629"/>
                  </a:lnTo>
                  <a:lnTo>
                    <a:pt x="544632" y="10337"/>
                  </a:lnTo>
                  <a:lnTo>
                    <a:pt x="590172" y="22847"/>
                  </a:lnTo>
                  <a:lnTo>
                    <a:pt x="633640" y="39888"/>
                  </a:lnTo>
                  <a:lnTo>
                    <a:pt x="674765" y="61185"/>
                  </a:lnTo>
                  <a:lnTo>
                    <a:pt x="713271" y="86465"/>
                  </a:lnTo>
                  <a:lnTo>
                    <a:pt x="748886" y="115454"/>
                  </a:lnTo>
                  <a:lnTo>
                    <a:pt x="781336" y="147879"/>
                  </a:lnTo>
                  <a:lnTo>
                    <a:pt x="810347" y="183465"/>
                  </a:lnTo>
                  <a:lnTo>
                    <a:pt x="835645" y="221939"/>
                  </a:lnTo>
                  <a:lnTo>
                    <a:pt x="856958" y="263028"/>
                  </a:lnTo>
                  <a:lnTo>
                    <a:pt x="874010" y="306458"/>
                  </a:lnTo>
                  <a:lnTo>
                    <a:pt x="886530" y="351955"/>
                  </a:lnTo>
                  <a:lnTo>
                    <a:pt x="894242" y="399245"/>
                  </a:lnTo>
                  <a:lnTo>
                    <a:pt x="896874" y="448055"/>
                  </a:lnTo>
                  <a:lnTo>
                    <a:pt x="894242" y="496866"/>
                  </a:lnTo>
                  <a:lnTo>
                    <a:pt x="886530" y="544156"/>
                  </a:lnTo>
                  <a:lnTo>
                    <a:pt x="874010" y="589653"/>
                  </a:lnTo>
                  <a:lnTo>
                    <a:pt x="856958" y="633083"/>
                  </a:lnTo>
                  <a:lnTo>
                    <a:pt x="835645" y="674172"/>
                  </a:lnTo>
                  <a:lnTo>
                    <a:pt x="810347" y="712646"/>
                  </a:lnTo>
                  <a:lnTo>
                    <a:pt x="781336" y="748232"/>
                  </a:lnTo>
                  <a:lnTo>
                    <a:pt x="748886" y="780657"/>
                  </a:lnTo>
                  <a:lnTo>
                    <a:pt x="713271" y="809646"/>
                  </a:lnTo>
                  <a:lnTo>
                    <a:pt x="674765" y="834926"/>
                  </a:lnTo>
                  <a:lnTo>
                    <a:pt x="633640" y="856223"/>
                  </a:lnTo>
                  <a:lnTo>
                    <a:pt x="590172" y="873264"/>
                  </a:lnTo>
                  <a:lnTo>
                    <a:pt x="544632" y="885774"/>
                  </a:lnTo>
                  <a:lnTo>
                    <a:pt x="497296" y="893482"/>
                  </a:lnTo>
                  <a:lnTo>
                    <a:pt x="448436" y="896111"/>
                  </a:lnTo>
                  <a:lnTo>
                    <a:pt x="399577" y="893482"/>
                  </a:lnTo>
                  <a:lnTo>
                    <a:pt x="352241" y="885774"/>
                  </a:lnTo>
                  <a:lnTo>
                    <a:pt x="306701" y="873264"/>
                  </a:lnTo>
                  <a:lnTo>
                    <a:pt x="263233" y="856223"/>
                  </a:lnTo>
                  <a:lnTo>
                    <a:pt x="222108" y="834926"/>
                  </a:lnTo>
                  <a:lnTo>
                    <a:pt x="183602" y="809646"/>
                  </a:lnTo>
                  <a:lnTo>
                    <a:pt x="147987" y="780657"/>
                  </a:lnTo>
                  <a:lnTo>
                    <a:pt x="115537" y="748232"/>
                  </a:lnTo>
                  <a:lnTo>
                    <a:pt x="86526" y="712646"/>
                  </a:lnTo>
                  <a:lnTo>
                    <a:pt x="61228" y="674172"/>
                  </a:lnTo>
                  <a:lnTo>
                    <a:pt x="39915" y="633083"/>
                  </a:lnTo>
                  <a:lnTo>
                    <a:pt x="22863" y="589653"/>
                  </a:lnTo>
                  <a:lnTo>
                    <a:pt x="10343" y="544156"/>
                  </a:lnTo>
                  <a:lnTo>
                    <a:pt x="2631" y="496866"/>
                  </a:lnTo>
                  <a:lnTo>
                    <a:pt x="0" y="448055"/>
                  </a:lnTo>
                  <a:close/>
                </a:path>
              </a:pathLst>
            </a:custGeom>
            <a:ln w="38100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8056118" y="3613911"/>
            <a:ext cx="6223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400" spc="-25">
                <a:latin typeface="PMingLiU"/>
                <a:cs typeface="PMingLiU"/>
              </a:rPr>
              <a:t>终点</a:t>
            </a:r>
            <a:endParaRPr sz="2400">
              <a:latin typeface="PMingLiU"/>
              <a:cs typeface="PMingLiU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279904" y="3245357"/>
            <a:ext cx="896619" cy="896619"/>
          </a:xfrm>
          <a:custGeom>
            <a:avLst/>
            <a:gdLst/>
            <a:ahLst/>
            <a:cxnLst/>
            <a:rect l="l" t="t" r="r" b="b"/>
            <a:pathLst>
              <a:path w="896619" h="896619">
                <a:moveTo>
                  <a:pt x="0" y="448055"/>
                </a:moveTo>
                <a:lnTo>
                  <a:pt x="2629" y="399245"/>
                </a:lnTo>
                <a:lnTo>
                  <a:pt x="10337" y="351955"/>
                </a:lnTo>
                <a:lnTo>
                  <a:pt x="22847" y="306458"/>
                </a:lnTo>
                <a:lnTo>
                  <a:pt x="39888" y="263028"/>
                </a:lnTo>
                <a:lnTo>
                  <a:pt x="61185" y="221939"/>
                </a:lnTo>
                <a:lnTo>
                  <a:pt x="86465" y="183465"/>
                </a:lnTo>
                <a:lnTo>
                  <a:pt x="115454" y="147879"/>
                </a:lnTo>
                <a:lnTo>
                  <a:pt x="147879" y="115454"/>
                </a:lnTo>
                <a:lnTo>
                  <a:pt x="183465" y="86465"/>
                </a:lnTo>
                <a:lnTo>
                  <a:pt x="221939" y="61185"/>
                </a:lnTo>
                <a:lnTo>
                  <a:pt x="263028" y="39888"/>
                </a:lnTo>
                <a:lnTo>
                  <a:pt x="306458" y="22847"/>
                </a:lnTo>
                <a:lnTo>
                  <a:pt x="351955" y="10337"/>
                </a:lnTo>
                <a:lnTo>
                  <a:pt x="399245" y="2629"/>
                </a:lnTo>
                <a:lnTo>
                  <a:pt x="448056" y="0"/>
                </a:lnTo>
                <a:lnTo>
                  <a:pt x="496866" y="2629"/>
                </a:lnTo>
                <a:lnTo>
                  <a:pt x="544156" y="10337"/>
                </a:lnTo>
                <a:lnTo>
                  <a:pt x="589653" y="22847"/>
                </a:lnTo>
                <a:lnTo>
                  <a:pt x="633083" y="39888"/>
                </a:lnTo>
                <a:lnTo>
                  <a:pt x="674172" y="61185"/>
                </a:lnTo>
                <a:lnTo>
                  <a:pt x="712646" y="86465"/>
                </a:lnTo>
                <a:lnTo>
                  <a:pt x="748232" y="115454"/>
                </a:lnTo>
                <a:lnTo>
                  <a:pt x="780657" y="147879"/>
                </a:lnTo>
                <a:lnTo>
                  <a:pt x="809646" y="183465"/>
                </a:lnTo>
                <a:lnTo>
                  <a:pt x="834926" y="221939"/>
                </a:lnTo>
                <a:lnTo>
                  <a:pt x="856223" y="263028"/>
                </a:lnTo>
                <a:lnTo>
                  <a:pt x="873264" y="306458"/>
                </a:lnTo>
                <a:lnTo>
                  <a:pt x="885774" y="351955"/>
                </a:lnTo>
                <a:lnTo>
                  <a:pt x="893482" y="399245"/>
                </a:lnTo>
                <a:lnTo>
                  <a:pt x="896112" y="448055"/>
                </a:lnTo>
                <a:lnTo>
                  <a:pt x="893482" y="496866"/>
                </a:lnTo>
                <a:lnTo>
                  <a:pt x="885774" y="544156"/>
                </a:lnTo>
                <a:lnTo>
                  <a:pt x="873264" y="589653"/>
                </a:lnTo>
                <a:lnTo>
                  <a:pt x="856223" y="633083"/>
                </a:lnTo>
                <a:lnTo>
                  <a:pt x="834926" y="674172"/>
                </a:lnTo>
                <a:lnTo>
                  <a:pt x="809646" y="712646"/>
                </a:lnTo>
                <a:lnTo>
                  <a:pt x="780657" y="748232"/>
                </a:lnTo>
                <a:lnTo>
                  <a:pt x="748232" y="780657"/>
                </a:lnTo>
                <a:lnTo>
                  <a:pt x="712646" y="809646"/>
                </a:lnTo>
                <a:lnTo>
                  <a:pt x="674172" y="834926"/>
                </a:lnTo>
                <a:lnTo>
                  <a:pt x="633083" y="856223"/>
                </a:lnTo>
                <a:lnTo>
                  <a:pt x="589653" y="873264"/>
                </a:lnTo>
                <a:lnTo>
                  <a:pt x="544156" y="885774"/>
                </a:lnTo>
                <a:lnTo>
                  <a:pt x="496866" y="893482"/>
                </a:lnTo>
                <a:lnTo>
                  <a:pt x="448056" y="896111"/>
                </a:lnTo>
                <a:lnTo>
                  <a:pt x="399245" y="893482"/>
                </a:lnTo>
                <a:lnTo>
                  <a:pt x="351955" y="885774"/>
                </a:lnTo>
                <a:lnTo>
                  <a:pt x="306458" y="873264"/>
                </a:lnTo>
                <a:lnTo>
                  <a:pt x="263028" y="856223"/>
                </a:lnTo>
                <a:lnTo>
                  <a:pt x="221939" y="834926"/>
                </a:lnTo>
                <a:lnTo>
                  <a:pt x="183465" y="809646"/>
                </a:lnTo>
                <a:lnTo>
                  <a:pt x="147879" y="780657"/>
                </a:lnTo>
                <a:lnTo>
                  <a:pt x="115454" y="748232"/>
                </a:lnTo>
                <a:lnTo>
                  <a:pt x="86465" y="712646"/>
                </a:lnTo>
                <a:lnTo>
                  <a:pt x="61185" y="674172"/>
                </a:lnTo>
                <a:lnTo>
                  <a:pt x="39888" y="633083"/>
                </a:lnTo>
                <a:lnTo>
                  <a:pt x="22847" y="589653"/>
                </a:lnTo>
                <a:lnTo>
                  <a:pt x="10337" y="544156"/>
                </a:lnTo>
                <a:lnTo>
                  <a:pt x="2629" y="496866"/>
                </a:lnTo>
                <a:lnTo>
                  <a:pt x="0" y="448055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423667" y="3467607"/>
            <a:ext cx="6223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400" spc="-25">
                <a:latin typeface="PMingLiU"/>
                <a:cs typeface="PMingLiU"/>
              </a:rPr>
              <a:t>起点</a:t>
            </a:r>
            <a:endParaRPr sz="2400">
              <a:latin typeface="PMingLiU"/>
              <a:cs typeface="PMingLiU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5173979" y="2750947"/>
            <a:ext cx="2816860" cy="2856865"/>
            <a:chOff x="5173979" y="2750947"/>
            <a:chExt cx="2816860" cy="2856865"/>
          </a:xfrm>
        </p:grpSpPr>
        <p:sp>
          <p:nvSpPr>
            <p:cNvPr id="12" name="object 12"/>
            <p:cNvSpPr/>
            <p:nvPr/>
          </p:nvSpPr>
          <p:spPr>
            <a:xfrm>
              <a:off x="6286753" y="2750947"/>
              <a:ext cx="1704339" cy="911860"/>
            </a:xfrm>
            <a:custGeom>
              <a:avLst/>
              <a:gdLst/>
              <a:ahLst/>
              <a:cxnLst/>
              <a:rect l="l" t="t" r="r" b="b"/>
              <a:pathLst>
                <a:path w="1704339" h="911860">
                  <a:moveTo>
                    <a:pt x="1546668" y="849698"/>
                  </a:moveTo>
                  <a:lnTo>
                    <a:pt x="1453896" y="854455"/>
                  </a:lnTo>
                  <a:lnTo>
                    <a:pt x="1426718" y="884427"/>
                  </a:lnTo>
                  <a:lnTo>
                    <a:pt x="1429581" y="895423"/>
                  </a:lnTo>
                  <a:lnTo>
                    <a:pt x="1436195" y="904192"/>
                  </a:lnTo>
                  <a:lnTo>
                    <a:pt x="1445595" y="909841"/>
                  </a:lnTo>
                  <a:lnTo>
                    <a:pt x="1456817" y="911478"/>
                  </a:lnTo>
                  <a:lnTo>
                    <a:pt x="1703959" y="898778"/>
                  </a:lnTo>
                  <a:lnTo>
                    <a:pt x="1703555" y="898144"/>
                  </a:lnTo>
                  <a:lnTo>
                    <a:pt x="1640459" y="898144"/>
                  </a:lnTo>
                  <a:lnTo>
                    <a:pt x="1546668" y="849698"/>
                  </a:lnTo>
                  <a:close/>
                </a:path>
                <a:path w="1704339" h="911860">
                  <a:moveTo>
                    <a:pt x="1603164" y="846801"/>
                  </a:moveTo>
                  <a:lnTo>
                    <a:pt x="1546668" y="849698"/>
                  </a:lnTo>
                  <a:lnTo>
                    <a:pt x="1640459" y="898144"/>
                  </a:lnTo>
                  <a:lnTo>
                    <a:pt x="1645638" y="888110"/>
                  </a:lnTo>
                  <a:lnTo>
                    <a:pt x="1629410" y="888110"/>
                  </a:lnTo>
                  <a:lnTo>
                    <a:pt x="1603164" y="846801"/>
                  </a:lnTo>
                  <a:close/>
                </a:path>
                <a:path w="1704339" h="911860">
                  <a:moveTo>
                    <a:pt x="1542347" y="677078"/>
                  </a:moveTo>
                  <a:lnTo>
                    <a:pt x="1531747" y="681101"/>
                  </a:lnTo>
                  <a:lnTo>
                    <a:pt x="1523555" y="688986"/>
                  </a:lnTo>
                  <a:lnTo>
                    <a:pt x="1519174" y="699039"/>
                  </a:lnTo>
                  <a:lnTo>
                    <a:pt x="1518888" y="709997"/>
                  </a:lnTo>
                  <a:lnTo>
                    <a:pt x="1522984" y="720598"/>
                  </a:lnTo>
                  <a:lnTo>
                    <a:pt x="1572795" y="798999"/>
                  </a:lnTo>
                  <a:lnTo>
                    <a:pt x="1666621" y="847470"/>
                  </a:lnTo>
                  <a:lnTo>
                    <a:pt x="1640459" y="898144"/>
                  </a:lnTo>
                  <a:lnTo>
                    <a:pt x="1703555" y="898144"/>
                  </a:lnTo>
                  <a:lnTo>
                    <a:pt x="1571244" y="689990"/>
                  </a:lnTo>
                  <a:lnTo>
                    <a:pt x="1563358" y="681797"/>
                  </a:lnTo>
                  <a:lnTo>
                    <a:pt x="1553305" y="677402"/>
                  </a:lnTo>
                  <a:lnTo>
                    <a:pt x="1542347" y="677078"/>
                  </a:lnTo>
                  <a:close/>
                </a:path>
                <a:path w="1704339" h="911860">
                  <a:moveTo>
                    <a:pt x="1652016" y="844295"/>
                  </a:moveTo>
                  <a:lnTo>
                    <a:pt x="1603164" y="846801"/>
                  </a:lnTo>
                  <a:lnTo>
                    <a:pt x="1629410" y="888110"/>
                  </a:lnTo>
                  <a:lnTo>
                    <a:pt x="1652016" y="844295"/>
                  </a:lnTo>
                  <a:close/>
                </a:path>
                <a:path w="1704339" h="911860">
                  <a:moveTo>
                    <a:pt x="1660475" y="844295"/>
                  </a:moveTo>
                  <a:lnTo>
                    <a:pt x="1652016" y="844295"/>
                  </a:lnTo>
                  <a:lnTo>
                    <a:pt x="1629410" y="888110"/>
                  </a:lnTo>
                  <a:lnTo>
                    <a:pt x="1645638" y="888110"/>
                  </a:lnTo>
                  <a:lnTo>
                    <a:pt x="1666621" y="847470"/>
                  </a:lnTo>
                  <a:lnTo>
                    <a:pt x="1660475" y="844295"/>
                  </a:lnTo>
                  <a:close/>
                </a:path>
                <a:path w="1704339" h="911860">
                  <a:moveTo>
                    <a:pt x="26162" y="0"/>
                  </a:moveTo>
                  <a:lnTo>
                    <a:pt x="0" y="50800"/>
                  </a:lnTo>
                  <a:lnTo>
                    <a:pt x="1546668" y="849698"/>
                  </a:lnTo>
                  <a:lnTo>
                    <a:pt x="1603164" y="846801"/>
                  </a:lnTo>
                  <a:lnTo>
                    <a:pt x="1572795" y="798999"/>
                  </a:lnTo>
                  <a:lnTo>
                    <a:pt x="26162" y="0"/>
                  </a:lnTo>
                  <a:close/>
                </a:path>
                <a:path w="1704339" h="911860">
                  <a:moveTo>
                    <a:pt x="1572795" y="798999"/>
                  </a:moveTo>
                  <a:lnTo>
                    <a:pt x="1603164" y="846801"/>
                  </a:lnTo>
                  <a:lnTo>
                    <a:pt x="1652016" y="844295"/>
                  </a:lnTo>
                  <a:lnTo>
                    <a:pt x="1660475" y="844295"/>
                  </a:lnTo>
                  <a:lnTo>
                    <a:pt x="1572795" y="798999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193029" y="4691633"/>
              <a:ext cx="896619" cy="897255"/>
            </a:xfrm>
            <a:custGeom>
              <a:avLst/>
              <a:gdLst/>
              <a:ahLst/>
              <a:cxnLst/>
              <a:rect l="l" t="t" r="r" b="b"/>
              <a:pathLst>
                <a:path w="896619" h="897253">
                  <a:moveTo>
                    <a:pt x="0" y="448437"/>
                  </a:moveTo>
                  <a:lnTo>
                    <a:pt x="2629" y="399577"/>
                  </a:lnTo>
                  <a:lnTo>
                    <a:pt x="10337" y="352241"/>
                  </a:lnTo>
                  <a:lnTo>
                    <a:pt x="22847" y="306701"/>
                  </a:lnTo>
                  <a:lnTo>
                    <a:pt x="39888" y="263233"/>
                  </a:lnTo>
                  <a:lnTo>
                    <a:pt x="61185" y="222108"/>
                  </a:lnTo>
                  <a:lnTo>
                    <a:pt x="86465" y="183602"/>
                  </a:lnTo>
                  <a:lnTo>
                    <a:pt x="115454" y="147987"/>
                  </a:lnTo>
                  <a:lnTo>
                    <a:pt x="147879" y="115537"/>
                  </a:lnTo>
                  <a:lnTo>
                    <a:pt x="183465" y="86526"/>
                  </a:lnTo>
                  <a:lnTo>
                    <a:pt x="221939" y="61228"/>
                  </a:lnTo>
                  <a:lnTo>
                    <a:pt x="263028" y="39915"/>
                  </a:lnTo>
                  <a:lnTo>
                    <a:pt x="306458" y="22863"/>
                  </a:lnTo>
                  <a:lnTo>
                    <a:pt x="351955" y="10343"/>
                  </a:lnTo>
                  <a:lnTo>
                    <a:pt x="399245" y="2631"/>
                  </a:lnTo>
                  <a:lnTo>
                    <a:pt x="448056" y="0"/>
                  </a:lnTo>
                  <a:lnTo>
                    <a:pt x="496866" y="2631"/>
                  </a:lnTo>
                  <a:lnTo>
                    <a:pt x="544156" y="10343"/>
                  </a:lnTo>
                  <a:lnTo>
                    <a:pt x="589653" y="22863"/>
                  </a:lnTo>
                  <a:lnTo>
                    <a:pt x="633083" y="39915"/>
                  </a:lnTo>
                  <a:lnTo>
                    <a:pt x="674172" y="61228"/>
                  </a:lnTo>
                  <a:lnTo>
                    <a:pt x="712646" y="86526"/>
                  </a:lnTo>
                  <a:lnTo>
                    <a:pt x="748232" y="115537"/>
                  </a:lnTo>
                  <a:lnTo>
                    <a:pt x="780657" y="147987"/>
                  </a:lnTo>
                  <a:lnTo>
                    <a:pt x="809646" y="183602"/>
                  </a:lnTo>
                  <a:lnTo>
                    <a:pt x="834926" y="222108"/>
                  </a:lnTo>
                  <a:lnTo>
                    <a:pt x="856223" y="263233"/>
                  </a:lnTo>
                  <a:lnTo>
                    <a:pt x="873264" y="306701"/>
                  </a:lnTo>
                  <a:lnTo>
                    <a:pt x="885774" y="352241"/>
                  </a:lnTo>
                  <a:lnTo>
                    <a:pt x="893482" y="399577"/>
                  </a:lnTo>
                  <a:lnTo>
                    <a:pt x="896112" y="448437"/>
                  </a:lnTo>
                  <a:lnTo>
                    <a:pt x="893482" y="497296"/>
                  </a:lnTo>
                  <a:lnTo>
                    <a:pt x="885774" y="544632"/>
                  </a:lnTo>
                  <a:lnTo>
                    <a:pt x="873264" y="590172"/>
                  </a:lnTo>
                  <a:lnTo>
                    <a:pt x="856223" y="633640"/>
                  </a:lnTo>
                  <a:lnTo>
                    <a:pt x="834926" y="674765"/>
                  </a:lnTo>
                  <a:lnTo>
                    <a:pt x="809646" y="713271"/>
                  </a:lnTo>
                  <a:lnTo>
                    <a:pt x="780657" y="748886"/>
                  </a:lnTo>
                  <a:lnTo>
                    <a:pt x="748232" y="781336"/>
                  </a:lnTo>
                  <a:lnTo>
                    <a:pt x="712646" y="810347"/>
                  </a:lnTo>
                  <a:lnTo>
                    <a:pt x="674172" y="835645"/>
                  </a:lnTo>
                  <a:lnTo>
                    <a:pt x="633083" y="856958"/>
                  </a:lnTo>
                  <a:lnTo>
                    <a:pt x="589653" y="874010"/>
                  </a:lnTo>
                  <a:lnTo>
                    <a:pt x="544156" y="886530"/>
                  </a:lnTo>
                  <a:lnTo>
                    <a:pt x="496866" y="894242"/>
                  </a:lnTo>
                  <a:lnTo>
                    <a:pt x="448056" y="896874"/>
                  </a:lnTo>
                  <a:lnTo>
                    <a:pt x="399245" y="894242"/>
                  </a:lnTo>
                  <a:lnTo>
                    <a:pt x="351955" y="886530"/>
                  </a:lnTo>
                  <a:lnTo>
                    <a:pt x="306458" y="874010"/>
                  </a:lnTo>
                  <a:lnTo>
                    <a:pt x="263028" y="856958"/>
                  </a:lnTo>
                  <a:lnTo>
                    <a:pt x="221939" y="835645"/>
                  </a:lnTo>
                  <a:lnTo>
                    <a:pt x="183465" y="810347"/>
                  </a:lnTo>
                  <a:lnTo>
                    <a:pt x="147879" y="781336"/>
                  </a:lnTo>
                  <a:lnTo>
                    <a:pt x="115454" y="748886"/>
                  </a:lnTo>
                  <a:lnTo>
                    <a:pt x="86465" y="713271"/>
                  </a:lnTo>
                  <a:lnTo>
                    <a:pt x="61185" y="674765"/>
                  </a:lnTo>
                  <a:lnTo>
                    <a:pt x="39888" y="633640"/>
                  </a:lnTo>
                  <a:lnTo>
                    <a:pt x="22847" y="590172"/>
                  </a:lnTo>
                  <a:lnTo>
                    <a:pt x="10337" y="544632"/>
                  </a:lnTo>
                  <a:lnTo>
                    <a:pt x="2629" y="497296"/>
                  </a:lnTo>
                  <a:lnTo>
                    <a:pt x="0" y="448437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/>
          <p:nvPr/>
        </p:nvSpPr>
        <p:spPr>
          <a:xfrm>
            <a:off x="1477517" y="6012178"/>
            <a:ext cx="9223375" cy="829944"/>
          </a:xfrm>
          <a:custGeom>
            <a:avLst/>
            <a:gdLst/>
            <a:ahLst/>
            <a:cxnLst/>
            <a:rect l="l" t="t" r="r" b="b"/>
            <a:pathLst>
              <a:path w="9223375" h="829944">
                <a:moveTo>
                  <a:pt x="9223248" y="0"/>
                </a:moveTo>
                <a:lnTo>
                  <a:pt x="0" y="0"/>
                </a:lnTo>
                <a:lnTo>
                  <a:pt x="0" y="829818"/>
                </a:lnTo>
                <a:lnTo>
                  <a:pt x="9223248" y="829818"/>
                </a:lnTo>
                <a:lnTo>
                  <a:pt x="9223248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3408679" y="6156705"/>
            <a:ext cx="536575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0">
                <a:solidFill>
                  <a:srgbClr val="FFFFFF"/>
                </a:solidFill>
                <a:latin typeface="PMingLiU"/>
                <a:cs typeface="PMingLiU"/>
              </a:rPr>
              <a:t>终点：最后一步需要从一条边到达</a:t>
            </a:r>
            <a:endParaRPr sz="2800">
              <a:latin typeface="PMingLiU"/>
              <a:cs typeface="PMingLiU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245100" y="4912867"/>
            <a:ext cx="8051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400">
                <a:latin typeface="PMingLiU"/>
                <a:cs typeface="PMingLiU"/>
              </a:rPr>
              <a:t>其他</a:t>
            </a:r>
            <a:r>
              <a:rPr sz="2400" spc="-50">
                <a:latin typeface="Cambria Math"/>
                <a:cs typeface="Cambria Math"/>
              </a:rPr>
              <a:t>𝟐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5643371" y="1943100"/>
            <a:ext cx="935990" cy="935990"/>
            <a:chOff x="5643371" y="1943100"/>
            <a:chExt cx="935990" cy="935990"/>
          </a:xfrm>
        </p:grpSpPr>
        <p:sp>
          <p:nvSpPr>
            <p:cNvPr id="18" name="object 18"/>
            <p:cNvSpPr/>
            <p:nvPr/>
          </p:nvSpPr>
          <p:spPr>
            <a:xfrm>
              <a:off x="5662421" y="1962150"/>
              <a:ext cx="897890" cy="897890"/>
            </a:xfrm>
            <a:custGeom>
              <a:avLst/>
              <a:gdLst/>
              <a:ahLst/>
              <a:cxnLst/>
              <a:rect l="l" t="t" r="r" b="b"/>
              <a:pathLst>
                <a:path w="897890" h="897889">
                  <a:moveTo>
                    <a:pt x="448817" y="0"/>
                  </a:moveTo>
                  <a:lnTo>
                    <a:pt x="399909" y="2633"/>
                  </a:lnTo>
                  <a:lnTo>
                    <a:pt x="352527" y="10350"/>
                  </a:lnTo>
                  <a:lnTo>
                    <a:pt x="306945" y="22878"/>
                  </a:lnTo>
                  <a:lnTo>
                    <a:pt x="263438" y="39942"/>
                  </a:lnTo>
                  <a:lnTo>
                    <a:pt x="222278" y="61270"/>
                  </a:lnTo>
                  <a:lnTo>
                    <a:pt x="183739" y="86587"/>
                  </a:lnTo>
                  <a:lnTo>
                    <a:pt x="148095" y="115620"/>
                  </a:lnTo>
                  <a:lnTo>
                    <a:pt x="115620" y="148095"/>
                  </a:lnTo>
                  <a:lnTo>
                    <a:pt x="86587" y="183739"/>
                  </a:lnTo>
                  <a:lnTo>
                    <a:pt x="61270" y="222278"/>
                  </a:lnTo>
                  <a:lnTo>
                    <a:pt x="39942" y="263438"/>
                  </a:lnTo>
                  <a:lnTo>
                    <a:pt x="22878" y="306945"/>
                  </a:lnTo>
                  <a:lnTo>
                    <a:pt x="10350" y="352527"/>
                  </a:lnTo>
                  <a:lnTo>
                    <a:pt x="2633" y="399909"/>
                  </a:lnTo>
                  <a:lnTo>
                    <a:pt x="0" y="448817"/>
                  </a:lnTo>
                  <a:lnTo>
                    <a:pt x="2633" y="497726"/>
                  </a:lnTo>
                  <a:lnTo>
                    <a:pt x="10350" y="545108"/>
                  </a:lnTo>
                  <a:lnTo>
                    <a:pt x="22878" y="590690"/>
                  </a:lnTo>
                  <a:lnTo>
                    <a:pt x="39942" y="634197"/>
                  </a:lnTo>
                  <a:lnTo>
                    <a:pt x="61270" y="675357"/>
                  </a:lnTo>
                  <a:lnTo>
                    <a:pt x="86587" y="713896"/>
                  </a:lnTo>
                  <a:lnTo>
                    <a:pt x="115620" y="749540"/>
                  </a:lnTo>
                  <a:lnTo>
                    <a:pt x="148095" y="782015"/>
                  </a:lnTo>
                  <a:lnTo>
                    <a:pt x="183739" y="811048"/>
                  </a:lnTo>
                  <a:lnTo>
                    <a:pt x="222278" y="836365"/>
                  </a:lnTo>
                  <a:lnTo>
                    <a:pt x="263438" y="857693"/>
                  </a:lnTo>
                  <a:lnTo>
                    <a:pt x="306945" y="874757"/>
                  </a:lnTo>
                  <a:lnTo>
                    <a:pt x="352527" y="887285"/>
                  </a:lnTo>
                  <a:lnTo>
                    <a:pt x="399909" y="895002"/>
                  </a:lnTo>
                  <a:lnTo>
                    <a:pt x="448817" y="897636"/>
                  </a:lnTo>
                  <a:lnTo>
                    <a:pt x="497726" y="895002"/>
                  </a:lnTo>
                  <a:lnTo>
                    <a:pt x="545108" y="887285"/>
                  </a:lnTo>
                  <a:lnTo>
                    <a:pt x="590690" y="874757"/>
                  </a:lnTo>
                  <a:lnTo>
                    <a:pt x="634197" y="857693"/>
                  </a:lnTo>
                  <a:lnTo>
                    <a:pt x="675357" y="836365"/>
                  </a:lnTo>
                  <a:lnTo>
                    <a:pt x="713896" y="811048"/>
                  </a:lnTo>
                  <a:lnTo>
                    <a:pt x="749540" y="782015"/>
                  </a:lnTo>
                  <a:lnTo>
                    <a:pt x="782015" y="749540"/>
                  </a:lnTo>
                  <a:lnTo>
                    <a:pt x="811048" y="713896"/>
                  </a:lnTo>
                  <a:lnTo>
                    <a:pt x="836365" y="675357"/>
                  </a:lnTo>
                  <a:lnTo>
                    <a:pt x="857693" y="634197"/>
                  </a:lnTo>
                  <a:lnTo>
                    <a:pt x="874757" y="590690"/>
                  </a:lnTo>
                  <a:lnTo>
                    <a:pt x="887285" y="545108"/>
                  </a:lnTo>
                  <a:lnTo>
                    <a:pt x="895002" y="497726"/>
                  </a:lnTo>
                  <a:lnTo>
                    <a:pt x="897635" y="448817"/>
                  </a:lnTo>
                  <a:lnTo>
                    <a:pt x="895002" y="399909"/>
                  </a:lnTo>
                  <a:lnTo>
                    <a:pt x="887285" y="352527"/>
                  </a:lnTo>
                  <a:lnTo>
                    <a:pt x="874757" y="306945"/>
                  </a:lnTo>
                  <a:lnTo>
                    <a:pt x="857693" y="263438"/>
                  </a:lnTo>
                  <a:lnTo>
                    <a:pt x="836365" y="222278"/>
                  </a:lnTo>
                  <a:lnTo>
                    <a:pt x="811048" y="183739"/>
                  </a:lnTo>
                  <a:lnTo>
                    <a:pt x="782015" y="148095"/>
                  </a:lnTo>
                  <a:lnTo>
                    <a:pt x="749540" y="115620"/>
                  </a:lnTo>
                  <a:lnTo>
                    <a:pt x="713896" y="86587"/>
                  </a:lnTo>
                  <a:lnTo>
                    <a:pt x="675357" y="61270"/>
                  </a:lnTo>
                  <a:lnTo>
                    <a:pt x="634197" y="39942"/>
                  </a:lnTo>
                  <a:lnTo>
                    <a:pt x="590690" y="22878"/>
                  </a:lnTo>
                  <a:lnTo>
                    <a:pt x="545108" y="10350"/>
                  </a:lnTo>
                  <a:lnTo>
                    <a:pt x="497726" y="2633"/>
                  </a:lnTo>
                  <a:lnTo>
                    <a:pt x="44881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662421" y="1962150"/>
              <a:ext cx="897890" cy="897890"/>
            </a:xfrm>
            <a:custGeom>
              <a:avLst/>
              <a:gdLst/>
              <a:ahLst/>
              <a:cxnLst/>
              <a:rect l="l" t="t" r="r" b="b"/>
              <a:pathLst>
                <a:path w="897890" h="897889">
                  <a:moveTo>
                    <a:pt x="0" y="448817"/>
                  </a:moveTo>
                  <a:lnTo>
                    <a:pt x="2633" y="399909"/>
                  </a:lnTo>
                  <a:lnTo>
                    <a:pt x="10350" y="352527"/>
                  </a:lnTo>
                  <a:lnTo>
                    <a:pt x="22878" y="306945"/>
                  </a:lnTo>
                  <a:lnTo>
                    <a:pt x="39942" y="263438"/>
                  </a:lnTo>
                  <a:lnTo>
                    <a:pt x="61270" y="222278"/>
                  </a:lnTo>
                  <a:lnTo>
                    <a:pt x="86587" y="183739"/>
                  </a:lnTo>
                  <a:lnTo>
                    <a:pt x="115620" y="148095"/>
                  </a:lnTo>
                  <a:lnTo>
                    <a:pt x="148095" y="115620"/>
                  </a:lnTo>
                  <a:lnTo>
                    <a:pt x="183739" y="86587"/>
                  </a:lnTo>
                  <a:lnTo>
                    <a:pt x="222278" y="61270"/>
                  </a:lnTo>
                  <a:lnTo>
                    <a:pt x="263438" y="39942"/>
                  </a:lnTo>
                  <a:lnTo>
                    <a:pt x="306945" y="22878"/>
                  </a:lnTo>
                  <a:lnTo>
                    <a:pt x="352527" y="10350"/>
                  </a:lnTo>
                  <a:lnTo>
                    <a:pt x="399909" y="2633"/>
                  </a:lnTo>
                  <a:lnTo>
                    <a:pt x="448817" y="0"/>
                  </a:lnTo>
                  <a:lnTo>
                    <a:pt x="497726" y="2633"/>
                  </a:lnTo>
                  <a:lnTo>
                    <a:pt x="545108" y="10350"/>
                  </a:lnTo>
                  <a:lnTo>
                    <a:pt x="590690" y="22878"/>
                  </a:lnTo>
                  <a:lnTo>
                    <a:pt x="634197" y="39942"/>
                  </a:lnTo>
                  <a:lnTo>
                    <a:pt x="675357" y="61270"/>
                  </a:lnTo>
                  <a:lnTo>
                    <a:pt x="713896" y="86587"/>
                  </a:lnTo>
                  <a:lnTo>
                    <a:pt x="749540" y="115620"/>
                  </a:lnTo>
                  <a:lnTo>
                    <a:pt x="782015" y="148095"/>
                  </a:lnTo>
                  <a:lnTo>
                    <a:pt x="811048" y="183739"/>
                  </a:lnTo>
                  <a:lnTo>
                    <a:pt x="836365" y="222278"/>
                  </a:lnTo>
                  <a:lnTo>
                    <a:pt x="857693" y="263438"/>
                  </a:lnTo>
                  <a:lnTo>
                    <a:pt x="874757" y="306945"/>
                  </a:lnTo>
                  <a:lnTo>
                    <a:pt x="887285" y="352527"/>
                  </a:lnTo>
                  <a:lnTo>
                    <a:pt x="895002" y="399909"/>
                  </a:lnTo>
                  <a:lnTo>
                    <a:pt x="897635" y="448817"/>
                  </a:lnTo>
                  <a:lnTo>
                    <a:pt x="895002" y="497726"/>
                  </a:lnTo>
                  <a:lnTo>
                    <a:pt x="887285" y="545108"/>
                  </a:lnTo>
                  <a:lnTo>
                    <a:pt x="874757" y="590690"/>
                  </a:lnTo>
                  <a:lnTo>
                    <a:pt x="857693" y="634197"/>
                  </a:lnTo>
                  <a:lnTo>
                    <a:pt x="836365" y="675357"/>
                  </a:lnTo>
                  <a:lnTo>
                    <a:pt x="811048" y="713896"/>
                  </a:lnTo>
                  <a:lnTo>
                    <a:pt x="782015" y="749540"/>
                  </a:lnTo>
                  <a:lnTo>
                    <a:pt x="749540" y="782015"/>
                  </a:lnTo>
                  <a:lnTo>
                    <a:pt x="713896" y="811048"/>
                  </a:lnTo>
                  <a:lnTo>
                    <a:pt x="675357" y="836365"/>
                  </a:lnTo>
                  <a:lnTo>
                    <a:pt x="634197" y="857693"/>
                  </a:lnTo>
                  <a:lnTo>
                    <a:pt x="590690" y="874757"/>
                  </a:lnTo>
                  <a:lnTo>
                    <a:pt x="545108" y="887285"/>
                  </a:lnTo>
                  <a:lnTo>
                    <a:pt x="497726" y="895002"/>
                  </a:lnTo>
                  <a:lnTo>
                    <a:pt x="448817" y="897636"/>
                  </a:lnTo>
                  <a:lnTo>
                    <a:pt x="399909" y="895002"/>
                  </a:lnTo>
                  <a:lnTo>
                    <a:pt x="352527" y="887285"/>
                  </a:lnTo>
                  <a:lnTo>
                    <a:pt x="306945" y="874757"/>
                  </a:lnTo>
                  <a:lnTo>
                    <a:pt x="263438" y="857693"/>
                  </a:lnTo>
                  <a:lnTo>
                    <a:pt x="222278" y="836365"/>
                  </a:lnTo>
                  <a:lnTo>
                    <a:pt x="183739" y="811048"/>
                  </a:lnTo>
                  <a:lnTo>
                    <a:pt x="148095" y="782015"/>
                  </a:lnTo>
                  <a:lnTo>
                    <a:pt x="115620" y="749540"/>
                  </a:lnTo>
                  <a:lnTo>
                    <a:pt x="86587" y="713896"/>
                  </a:lnTo>
                  <a:lnTo>
                    <a:pt x="61270" y="675357"/>
                  </a:lnTo>
                  <a:lnTo>
                    <a:pt x="39942" y="634197"/>
                  </a:lnTo>
                  <a:lnTo>
                    <a:pt x="22878" y="590690"/>
                  </a:lnTo>
                  <a:lnTo>
                    <a:pt x="10350" y="545108"/>
                  </a:lnTo>
                  <a:lnTo>
                    <a:pt x="2633" y="497726"/>
                  </a:lnTo>
                  <a:lnTo>
                    <a:pt x="0" y="448817"/>
                  </a:lnTo>
                  <a:close/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5715253" y="2108708"/>
            <a:ext cx="2614930" cy="906780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685"/>
              </a:spcBef>
            </a:pPr>
            <a:r>
              <a:rPr sz="2400">
                <a:latin typeface="PMingLiU"/>
                <a:cs typeface="PMingLiU"/>
              </a:rPr>
              <a:t>其他</a:t>
            </a:r>
            <a:r>
              <a:rPr sz="2400" spc="-50">
                <a:latin typeface="Cambria Math"/>
                <a:cs typeface="Cambria Math"/>
              </a:rPr>
              <a:t>𝟏</a:t>
            </a:r>
            <a:endParaRPr sz="2400">
              <a:latin typeface="Cambria Math"/>
              <a:cs typeface="Cambria Math"/>
            </a:endParaRPr>
          </a:p>
          <a:p>
            <a:pPr marL="1382395">
              <a:lnSpc>
                <a:spcPct val="100000"/>
              </a:lnSpc>
              <a:spcBef>
                <a:spcPts val="590"/>
              </a:spcBef>
            </a:pPr>
            <a:r>
              <a:rPr sz="2400" spc="-15">
                <a:latin typeface="PMingLiU"/>
                <a:cs typeface="PMingLiU"/>
              </a:rPr>
              <a:t>最后一步</a:t>
            </a:r>
            <a:endParaRPr sz="2400">
              <a:latin typeface="PMingLiU"/>
              <a:cs typeface="PMingLiU"/>
            </a:endParaRPr>
          </a:p>
        </p:txBody>
      </p:sp>
      <p:sp>
        <p:nvSpPr>
          <p:cNvPr id="23" name="object 2">
            <a:extLst>
              <a:ext uri="{FF2B5EF4-FFF2-40B4-BE49-F238E27FC236}">
                <a16:creationId xmlns:a16="http://schemas.microsoft.com/office/drawing/2014/main" id="{AEC824D9-8918-4242-852C-02713FFB209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438" y="227767"/>
            <a:ext cx="5065549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柯尼斯堡七桥问</a:t>
            </a:r>
            <a:r>
              <a:rPr sz="4000"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题</a:t>
            </a:r>
            <a:endParaRPr sz="4000"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3064" y="1059942"/>
            <a:ext cx="7484109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10" dirty="0" err="1">
                <a:latin typeface="PMingLiU"/>
                <a:cs typeface="PMingLiU"/>
              </a:rPr>
              <a:t>从起点出发，经过图中所有边，最终到达终点</a:t>
            </a:r>
            <a:endParaRPr sz="2800" dirty="0">
              <a:latin typeface="PMingLiU"/>
              <a:cs typeface="PMingLiU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473136" y="1779460"/>
            <a:ext cx="9232900" cy="4184650"/>
            <a:chOff x="1473136" y="1779460"/>
            <a:chExt cx="9232900" cy="4184650"/>
          </a:xfrm>
        </p:grpSpPr>
        <p:sp>
          <p:nvSpPr>
            <p:cNvPr id="5" name="object 5"/>
            <p:cNvSpPr/>
            <p:nvPr/>
          </p:nvSpPr>
          <p:spPr>
            <a:xfrm>
              <a:off x="1477899" y="1784223"/>
              <a:ext cx="9223375" cy="4175125"/>
            </a:xfrm>
            <a:custGeom>
              <a:avLst/>
              <a:gdLst/>
              <a:ahLst/>
              <a:cxnLst/>
              <a:rect l="l" t="t" r="r" b="b"/>
              <a:pathLst>
                <a:path w="9223375" h="4175125">
                  <a:moveTo>
                    <a:pt x="0" y="4174998"/>
                  </a:moveTo>
                  <a:lnTo>
                    <a:pt x="9223248" y="4174998"/>
                  </a:lnTo>
                  <a:lnTo>
                    <a:pt x="9223248" y="0"/>
                  </a:lnTo>
                  <a:lnTo>
                    <a:pt x="0" y="0"/>
                  </a:lnTo>
                  <a:lnTo>
                    <a:pt x="0" y="4174998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911845" y="3399282"/>
              <a:ext cx="897255" cy="896619"/>
            </a:xfrm>
            <a:custGeom>
              <a:avLst/>
              <a:gdLst/>
              <a:ahLst/>
              <a:cxnLst/>
              <a:rect l="l" t="t" r="r" b="b"/>
              <a:pathLst>
                <a:path w="897253" h="896619">
                  <a:moveTo>
                    <a:pt x="0" y="448055"/>
                  </a:moveTo>
                  <a:lnTo>
                    <a:pt x="2631" y="399245"/>
                  </a:lnTo>
                  <a:lnTo>
                    <a:pt x="10343" y="351955"/>
                  </a:lnTo>
                  <a:lnTo>
                    <a:pt x="22863" y="306458"/>
                  </a:lnTo>
                  <a:lnTo>
                    <a:pt x="39915" y="263028"/>
                  </a:lnTo>
                  <a:lnTo>
                    <a:pt x="61228" y="221939"/>
                  </a:lnTo>
                  <a:lnTo>
                    <a:pt x="86526" y="183465"/>
                  </a:lnTo>
                  <a:lnTo>
                    <a:pt x="115537" y="147879"/>
                  </a:lnTo>
                  <a:lnTo>
                    <a:pt x="147987" y="115454"/>
                  </a:lnTo>
                  <a:lnTo>
                    <a:pt x="183602" y="86465"/>
                  </a:lnTo>
                  <a:lnTo>
                    <a:pt x="222108" y="61185"/>
                  </a:lnTo>
                  <a:lnTo>
                    <a:pt x="263233" y="39888"/>
                  </a:lnTo>
                  <a:lnTo>
                    <a:pt x="306701" y="22847"/>
                  </a:lnTo>
                  <a:lnTo>
                    <a:pt x="352241" y="10337"/>
                  </a:lnTo>
                  <a:lnTo>
                    <a:pt x="399577" y="2629"/>
                  </a:lnTo>
                  <a:lnTo>
                    <a:pt x="448436" y="0"/>
                  </a:lnTo>
                  <a:lnTo>
                    <a:pt x="497296" y="2629"/>
                  </a:lnTo>
                  <a:lnTo>
                    <a:pt x="544632" y="10337"/>
                  </a:lnTo>
                  <a:lnTo>
                    <a:pt x="590172" y="22847"/>
                  </a:lnTo>
                  <a:lnTo>
                    <a:pt x="633640" y="39888"/>
                  </a:lnTo>
                  <a:lnTo>
                    <a:pt x="674765" y="61185"/>
                  </a:lnTo>
                  <a:lnTo>
                    <a:pt x="713271" y="86465"/>
                  </a:lnTo>
                  <a:lnTo>
                    <a:pt x="748886" y="115454"/>
                  </a:lnTo>
                  <a:lnTo>
                    <a:pt x="781336" y="147879"/>
                  </a:lnTo>
                  <a:lnTo>
                    <a:pt x="810347" y="183465"/>
                  </a:lnTo>
                  <a:lnTo>
                    <a:pt x="835645" y="221939"/>
                  </a:lnTo>
                  <a:lnTo>
                    <a:pt x="856958" y="263028"/>
                  </a:lnTo>
                  <a:lnTo>
                    <a:pt x="874010" y="306458"/>
                  </a:lnTo>
                  <a:lnTo>
                    <a:pt x="886530" y="351955"/>
                  </a:lnTo>
                  <a:lnTo>
                    <a:pt x="894242" y="399245"/>
                  </a:lnTo>
                  <a:lnTo>
                    <a:pt x="896874" y="448055"/>
                  </a:lnTo>
                  <a:lnTo>
                    <a:pt x="894242" y="496866"/>
                  </a:lnTo>
                  <a:lnTo>
                    <a:pt x="886530" y="544156"/>
                  </a:lnTo>
                  <a:lnTo>
                    <a:pt x="874010" y="589653"/>
                  </a:lnTo>
                  <a:lnTo>
                    <a:pt x="856958" y="633083"/>
                  </a:lnTo>
                  <a:lnTo>
                    <a:pt x="835645" y="674172"/>
                  </a:lnTo>
                  <a:lnTo>
                    <a:pt x="810347" y="712646"/>
                  </a:lnTo>
                  <a:lnTo>
                    <a:pt x="781336" y="748232"/>
                  </a:lnTo>
                  <a:lnTo>
                    <a:pt x="748886" y="780657"/>
                  </a:lnTo>
                  <a:lnTo>
                    <a:pt x="713271" y="809646"/>
                  </a:lnTo>
                  <a:lnTo>
                    <a:pt x="674765" y="834926"/>
                  </a:lnTo>
                  <a:lnTo>
                    <a:pt x="633640" y="856223"/>
                  </a:lnTo>
                  <a:lnTo>
                    <a:pt x="590172" y="873264"/>
                  </a:lnTo>
                  <a:lnTo>
                    <a:pt x="544632" y="885774"/>
                  </a:lnTo>
                  <a:lnTo>
                    <a:pt x="497296" y="893482"/>
                  </a:lnTo>
                  <a:lnTo>
                    <a:pt x="448436" y="896111"/>
                  </a:lnTo>
                  <a:lnTo>
                    <a:pt x="399577" y="893482"/>
                  </a:lnTo>
                  <a:lnTo>
                    <a:pt x="352241" y="885774"/>
                  </a:lnTo>
                  <a:lnTo>
                    <a:pt x="306701" y="873264"/>
                  </a:lnTo>
                  <a:lnTo>
                    <a:pt x="263233" y="856223"/>
                  </a:lnTo>
                  <a:lnTo>
                    <a:pt x="222108" y="834926"/>
                  </a:lnTo>
                  <a:lnTo>
                    <a:pt x="183602" y="809646"/>
                  </a:lnTo>
                  <a:lnTo>
                    <a:pt x="147987" y="780657"/>
                  </a:lnTo>
                  <a:lnTo>
                    <a:pt x="115537" y="748232"/>
                  </a:lnTo>
                  <a:lnTo>
                    <a:pt x="86526" y="712646"/>
                  </a:lnTo>
                  <a:lnTo>
                    <a:pt x="61228" y="674172"/>
                  </a:lnTo>
                  <a:lnTo>
                    <a:pt x="39915" y="633083"/>
                  </a:lnTo>
                  <a:lnTo>
                    <a:pt x="22863" y="589653"/>
                  </a:lnTo>
                  <a:lnTo>
                    <a:pt x="10343" y="544156"/>
                  </a:lnTo>
                  <a:lnTo>
                    <a:pt x="2631" y="496866"/>
                  </a:lnTo>
                  <a:lnTo>
                    <a:pt x="0" y="448055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8056118" y="3621532"/>
            <a:ext cx="6223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400" spc="-25">
                <a:latin typeface="PMingLiU"/>
                <a:cs typeface="PMingLiU"/>
              </a:rPr>
              <a:t>终点</a:t>
            </a:r>
            <a:endParaRPr sz="2400">
              <a:latin typeface="PMingLiU"/>
              <a:cs typeface="PMingLiU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279904" y="3245357"/>
            <a:ext cx="896619" cy="896619"/>
          </a:xfrm>
          <a:custGeom>
            <a:avLst/>
            <a:gdLst/>
            <a:ahLst/>
            <a:cxnLst/>
            <a:rect l="l" t="t" r="r" b="b"/>
            <a:pathLst>
              <a:path w="896619" h="896619">
                <a:moveTo>
                  <a:pt x="0" y="448055"/>
                </a:moveTo>
                <a:lnTo>
                  <a:pt x="2629" y="399245"/>
                </a:lnTo>
                <a:lnTo>
                  <a:pt x="10337" y="351955"/>
                </a:lnTo>
                <a:lnTo>
                  <a:pt x="22847" y="306458"/>
                </a:lnTo>
                <a:lnTo>
                  <a:pt x="39888" y="263028"/>
                </a:lnTo>
                <a:lnTo>
                  <a:pt x="61185" y="221939"/>
                </a:lnTo>
                <a:lnTo>
                  <a:pt x="86465" y="183465"/>
                </a:lnTo>
                <a:lnTo>
                  <a:pt x="115454" y="147879"/>
                </a:lnTo>
                <a:lnTo>
                  <a:pt x="147879" y="115454"/>
                </a:lnTo>
                <a:lnTo>
                  <a:pt x="183465" y="86465"/>
                </a:lnTo>
                <a:lnTo>
                  <a:pt x="221939" y="61185"/>
                </a:lnTo>
                <a:lnTo>
                  <a:pt x="263028" y="39888"/>
                </a:lnTo>
                <a:lnTo>
                  <a:pt x="306458" y="22847"/>
                </a:lnTo>
                <a:lnTo>
                  <a:pt x="351955" y="10337"/>
                </a:lnTo>
                <a:lnTo>
                  <a:pt x="399245" y="2629"/>
                </a:lnTo>
                <a:lnTo>
                  <a:pt x="448056" y="0"/>
                </a:lnTo>
                <a:lnTo>
                  <a:pt x="496866" y="2629"/>
                </a:lnTo>
                <a:lnTo>
                  <a:pt x="544156" y="10337"/>
                </a:lnTo>
                <a:lnTo>
                  <a:pt x="589653" y="22847"/>
                </a:lnTo>
                <a:lnTo>
                  <a:pt x="633083" y="39888"/>
                </a:lnTo>
                <a:lnTo>
                  <a:pt x="674172" y="61185"/>
                </a:lnTo>
                <a:lnTo>
                  <a:pt x="712646" y="86465"/>
                </a:lnTo>
                <a:lnTo>
                  <a:pt x="748232" y="115454"/>
                </a:lnTo>
                <a:lnTo>
                  <a:pt x="780657" y="147879"/>
                </a:lnTo>
                <a:lnTo>
                  <a:pt x="809646" y="183465"/>
                </a:lnTo>
                <a:lnTo>
                  <a:pt x="834926" y="221939"/>
                </a:lnTo>
                <a:lnTo>
                  <a:pt x="856223" y="263028"/>
                </a:lnTo>
                <a:lnTo>
                  <a:pt x="873264" y="306458"/>
                </a:lnTo>
                <a:lnTo>
                  <a:pt x="885774" y="351955"/>
                </a:lnTo>
                <a:lnTo>
                  <a:pt x="893482" y="399245"/>
                </a:lnTo>
                <a:lnTo>
                  <a:pt x="896112" y="448055"/>
                </a:lnTo>
                <a:lnTo>
                  <a:pt x="893482" y="496866"/>
                </a:lnTo>
                <a:lnTo>
                  <a:pt x="885774" y="544156"/>
                </a:lnTo>
                <a:lnTo>
                  <a:pt x="873264" y="589653"/>
                </a:lnTo>
                <a:lnTo>
                  <a:pt x="856223" y="633083"/>
                </a:lnTo>
                <a:lnTo>
                  <a:pt x="834926" y="674172"/>
                </a:lnTo>
                <a:lnTo>
                  <a:pt x="809646" y="712646"/>
                </a:lnTo>
                <a:lnTo>
                  <a:pt x="780657" y="748232"/>
                </a:lnTo>
                <a:lnTo>
                  <a:pt x="748232" y="780657"/>
                </a:lnTo>
                <a:lnTo>
                  <a:pt x="712646" y="809646"/>
                </a:lnTo>
                <a:lnTo>
                  <a:pt x="674172" y="834926"/>
                </a:lnTo>
                <a:lnTo>
                  <a:pt x="633083" y="856223"/>
                </a:lnTo>
                <a:lnTo>
                  <a:pt x="589653" y="873264"/>
                </a:lnTo>
                <a:lnTo>
                  <a:pt x="544156" y="885774"/>
                </a:lnTo>
                <a:lnTo>
                  <a:pt x="496866" y="893482"/>
                </a:lnTo>
                <a:lnTo>
                  <a:pt x="448056" y="896111"/>
                </a:lnTo>
                <a:lnTo>
                  <a:pt x="399245" y="893482"/>
                </a:lnTo>
                <a:lnTo>
                  <a:pt x="351955" y="885774"/>
                </a:lnTo>
                <a:lnTo>
                  <a:pt x="306458" y="873264"/>
                </a:lnTo>
                <a:lnTo>
                  <a:pt x="263028" y="856223"/>
                </a:lnTo>
                <a:lnTo>
                  <a:pt x="221939" y="834926"/>
                </a:lnTo>
                <a:lnTo>
                  <a:pt x="183465" y="809646"/>
                </a:lnTo>
                <a:lnTo>
                  <a:pt x="147879" y="780657"/>
                </a:lnTo>
                <a:lnTo>
                  <a:pt x="115454" y="748232"/>
                </a:lnTo>
                <a:lnTo>
                  <a:pt x="86465" y="712646"/>
                </a:lnTo>
                <a:lnTo>
                  <a:pt x="61185" y="674172"/>
                </a:lnTo>
                <a:lnTo>
                  <a:pt x="39888" y="633083"/>
                </a:lnTo>
                <a:lnTo>
                  <a:pt x="22847" y="589653"/>
                </a:lnTo>
                <a:lnTo>
                  <a:pt x="10337" y="544156"/>
                </a:lnTo>
                <a:lnTo>
                  <a:pt x="2629" y="496866"/>
                </a:lnTo>
                <a:lnTo>
                  <a:pt x="0" y="448055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423667" y="3467607"/>
            <a:ext cx="6223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400" spc="-25">
                <a:latin typeface="PMingLiU"/>
                <a:cs typeface="PMingLiU"/>
              </a:rPr>
              <a:t>起点</a:t>
            </a:r>
            <a:endParaRPr sz="2400">
              <a:latin typeface="PMingLiU"/>
              <a:cs typeface="PMingLiU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031998" y="3985514"/>
            <a:ext cx="5012055" cy="1622425"/>
            <a:chOff x="3031998" y="3985514"/>
            <a:chExt cx="5012055" cy="1622425"/>
          </a:xfrm>
        </p:grpSpPr>
        <p:sp>
          <p:nvSpPr>
            <p:cNvPr id="11" name="object 11"/>
            <p:cNvSpPr/>
            <p:nvPr/>
          </p:nvSpPr>
          <p:spPr>
            <a:xfrm>
              <a:off x="6076696" y="4148582"/>
              <a:ext cx="1967230" cy="1017905"/>
            </a:xfrm>
            <a:custGeom>
              <a:avLst/>
              <a:gdLst/>
              <a:ahLst/>
              <a:cxnLst/>
              <a:rect l="l" t="t" r="r" b="b"/>
              <a:pathLst>
                <a:path w="1967229" h="1017903">
                  <a:moveTo>
                    <a:pt x="1809069" y="63081"/>
                  </a:moveTo>
                  <a:lnTo>
                    <a:pt x="0" y="966470"/>
                  </a:lnTo>
                  <a:lnTo>
                    <a:pt x="25653" y="1017524"/>
                  </a:lnTo>
                  <a:lnTo>
                    <a:pt x="1834539" y="114167"/>
                  </a:lnTo>
                  <a:lnTo>
                    <a:pt x="1865577" y="66776"/>
                  </a:lnTo>
                  <a:lnTo>
                    <a:pt x="1809069" y="63081"/>
                  </a:lnTo>
                  <a:close/>
                </a:path>
                <a:path w="1967229" h="1017903">
                  <a:moveTo>
                    <a:pt x="1963212" y="15875"/>
                  </a:moveTo>
                  <a:lnTo>
                    <a:pt x="1903602" y="15875"/>
                  </a:lnTo>
                  <a:lnTo>
                    <a:pt x="1929129" y="66929"/>
                  </a:lnTo>
                  <a:lnTo>
                    <a:pt x="1834539" y="114167"/>
                  </a:lnTo>
                  <a:lnTo>
                    <a:pt x="1783714" y="191770"/>
                  </a:lnTo>
                  <a:lnTo>
                    <a:pt x="1779504" y="202318"/>
                  </a:lnTo>
                  <a:lnTo>
                    <a:pt x="1779650" y="213296"/>
                  </a:lnTo>
                  <a:lnTo>
                    <a:pt x="1783893" y="223416"/>
                  </a:lnTo>
                  <a:lnTo>
                    <a:pt x="1791970" y="231394"/>
                  </a:lnTo>
                  <a:lnTo>
                    <a:pt x="1802518" y="235604"/>
                  </a:lnTo>
                  <a:lnTo>
                    <a:pt x="1813496" y="235458"/>
                  </a:lnTo>
                  <a:lnTo>
                    <a:pt x="1823616" y="231215"/>
                  </a:lnTo>
                  <a:lnTo>
                    <a:pt x="1831594" y="223139"/>
                  </a:lnTo>
                  <a:lnTo>
                    <a:pt x="1967102" y="16129"/>
                  </a:lnTo>
                  <a:lnTo>
                    <a:pt x="1963212" y="15875"/>
                  </a:lnTo>
                  <a:close/>
                </a:path>
                <a:path w="1967229" h="1017903">
                  <a:moveTo>
                    <a:pt x="1865577" y="66776"/>
                  </a:moveTo>
                  <a:lnTo>
                    <a:pt x="1834539" y="114167"/>
                  </a:lnTo>
                  <a:lnTo>
                    <a:pt x="1923026" y="69977"/>
                  </a:lnTo>
                  <a:lnTo>
                    <a:pt x="1914525" y="69977"/>
                  </a:lnTo>
                  <a:lnTo>
                    <a:pt x="1865577" y="66776"/>
                  </a:lnTo>
                  <a:close/>
                </a:path>
                <a:path w="1967229" h="1017903">
                  <a:moveTo>
                    <a:pt x="1892427" y="25781"/>
                  </a:moveTo>
                  <a:lnTo>
                    <a:pt x="1865577" y="66776"/>
                  </a:lnTo>
                  <a:lnTo>
                    <a:pt x="1914525" y="69977"/>
                  </a:lnTo>
                  <a:lnTo>
                    <a:pt x="1892427" y="25781"/>
                  </a:lnTo>
                  <a:close/>
                </a:path>
                <a:path w="1967229" h="1017903">
                  <a:moveTo>
                    <a:pt x="1908555" y="25781"/>
                  </a:moveTo>
                  <a:lnTo>
                    <a:pt x="1892427" y="25781"/>
                  </a:lnTo>
                  <a:lnTo>
                    <a:pt x="1914525" y="69977"/>
                  </a:lnTo>
                  <a:lnTo>
                    <a:pt x="1923026" y="69977"/>
                  </a:lnTo>
                  <a:lnTo>
                    <a:pt x="1929129" y="66929"/>
                  </a:lnTo>
                  <a:lnTo>
                    <a:pt x="1908555" y="25781"/>
                  </a:lnTo>
                  <a:close/>
                </a:path>
                <a:path w="1967229" h="1017903">
                  <a:moveTo>
                    <a:pt x="1903602" y="15875"/>
                  </a:moveTo>
                  <a:lnTo>
                    <a:pt x="1809069" y="63081"/>
                  </a:lnTo>
                  <a:lnTo>
                    <a:pt x="1865577" y="66776"/>
                  </a:lnTo>
                  <a:lnTo>
                    <a:pt x="1892427" y="25781"/>
                  </a:lnTo>
                  <a:lnTo>
                    <a:pt x="1908555" y="25781"/>
                  </a:lnTo>
                  <a:lnTo>
                    <a:pt x="1903602" y="15875"/>
                  </a:lnTo>
                  <a:close/>
                </a:path>
                <a:path w="1967229" h="1017903">
                  <a:moveTo>
                    <a:pt x="1720087" y="0"/>
                  </a:moveTo>
                  <a:lnTo>
                    <a:pt x="1708844" y="1524"/>
                  </a:lnTo>
                  <a:lnTo>
                    <a:pt x="1699387" y="7048"/>
                  </a:lnTo>
                  <a:lnTo>
                    <a:pt x="1692691" y="15716"/>
                  </a:lnTo>
                  <a:lnTo>
                    <a:pt x="1689734" y="26670"/>
                  </a:lnTo>
                  <a:lnTo>
                    <a:pt x="1691258" y="37913"/>
                  </a:lnTo>
                  <a:lnTo>
                    <a:pt x="1696783" y="47371"/>
                  </a:lnTo>
                  <a:lnTo>
                    <a:pt x="1705451" y="54066"/>
                  </a:lnTo>
                  <a:lnTo>
                    <a:pt x="1716404" y="57023"/>
                  </a:lnTo>
                  <a:lnTo>
                    <a:pt x="1809069" y="63081"/>
                  </a:lnTo>
                  <a:lnTo>
                    <a:pt x="1903602" y="15875"/>
                  </a:lnTo>
                  <a:lnTo>
                    <a:pt x="1963212" y="15875"/>
                  </a:lnTo>
                  <a:lnTo>
                    <a:pt x="1720087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031998" y="3985514"/>
              <a:ext cx="2161540" cy="1165860"/>
            </a:xfrm>
            <a:custGeom>
              <a:avLst/>
              <a:gdLst/>
              <a:ahLst/>
              <a:cxnLst/>
              <a:rect l="l" t="t" r="r" b="b"/>
              <a:pathLst>
                <a:path w="2161540" h="1165860">
                  <a:moveTo>
                    <a:pt x="2004280" y="1104740"/>
                  </a:moveTo>
                  <a:lnTo>
                    <a:pt x="1911603" y="1108837"/>
                  </a:lnTo>
                  <a:lnTo>
                    <a:pt x="1884299" y="1138555"/>
                  </a:lnTo>
                  <a:lnTo>
                    <a:pt x="1886995" y="1149572"/>
                  </a:lnTo>
                  <a:lnTo>
                    <a:pt x="1893490" y="1158398"/>
                  </a:lnTo>
                  <a:lnTo>
                    <a:pt x="1902819" y="1164129"/>
                  </a:lnTo>
                  <a:lnTo>
                    <a:pt x="1914016" y="1165860"/>
                  </a:lnTo>
                  <a:lnTo>
                    <a:pt x="2161286" y="1155065"/>
                  </a:lnTo>
                  <a:lnTo>
                    <a:pt x="2160571" y="1153922"/>
                  </a:lnTo>
                  <a:lnTo>
                    <a:pt x="2097786" y="1153922"/>
                  </a:lnTo>
                  <a:lnTo>
                    <a:pt x="2004280" y="1104740"/>
                  </a:lnTo>
                  <a:close/>
                </a:path>
                <a:path w="2161540" h="1165860">
                  <a:moveTo>
                    <a:pt x="2060914" y="1102237"/>
                  </a:moveTo>
                  <a:lnTo>
                    <a:pt x="2004280" y="1104740"/>
                  </a:lnTo>
                  <a:lnTo>
                    <a:pt x="2097786" y="1153922"/>
                  </a:lnTo>
                  <a:lnTo>
                    <a:pt x="2103146" y="1143762"/>
                  </a:lnTo>
                  <a:lnTo>
                    <a:pt x="2086864" y="1143762"/>
                  </a:lnTo>
                  <a:lnTo>
                    <a:pt x="2060914" y="1102237"/>
                  </a:lnTo>
                  <a:close/>
                </a:path>
                <a:path w="2161540" h="1165860">
                  <a:moveTo>
                    <a:pt x="2001394" y="932114"/>
                  </a:moveTo>
                  <a:lnTo>
                    <a:pt x="1990725" y="936117"/>
                  </a:lnTo>
                  <a:lnTo>
                    <a:pt x="1982511" y="943858"/>
                  </a:lnTo>
                  <a:lnTo>
                    <a:pt x="1978072" y="953849"/>
                  </a:lnTo>
                  <a:lnTo>
                    <a:pt x="1977705" y="964817"/>
                  </a:lnTo>
                  <a:lnTo>
                    <a:pt x="1981707" y="975487"/>
                  </a:lnTo>
                  <a:lnTo>
                    <a:pt x="2030864" y="1054149"/>
                  </a:lnTo>
                  <a:lnTo>
                    <a:pt x="2124455" y="1103376"/>
                  </a:lnTo>
                  <a:lnTo>
                    <a:pt x="2097786" y="1153922"/>
                  </a:lnTo>
                  <a:lnTo>
                    <a:pt x="2160571" y="1153922"/>
                  </a:lnTo>
                  <a:lnTo>
                    <a:pt x="2030094" y="945134"/>
                  </a:lnTo>
                  <a:lnTo>
                    <a:pt x="2022353" y="936920"/>
                  </a:lnTo>
                  <a:lnTo>
                    <a:pt x="2012362" y="932481"/>
                  </a:lnTo>
                  <a:lnTo>
                    <a:pt x="2001394" y="932114"/>
                  </a:lnTo>
                  <a:close/>
                </a:path>
                <a:path w="2161540" h="1165860">
                  <a:moveTo>
                    <a:pt x="2109851" y="1100074"/>
                  </a:moveTo>
                  <a:lnTo>
                    <a:pt x="2060914" y="1102237"/>
                  </a:lnTo>
                  <a:lnTo>
                    <a:pt x="2086864" y="1143762"/>
                  </a:lnTo>
                  <a:lnTo>
                    <a:pt x="2109851" y="1100074"/>
                  </a:lnTo>
                  <a:close/>
                </a:path>
                <a:path w="2161540" h="1165860">
                  <a:moveTo>
                    <a:pt x="2118178" y="1100074"/>
                  </a:moveTo>
                  <a:lnTo>
                    <a:pt x="2109851" y="1100074"/>
                  </a:lnTo>
                  <a:lnTo>
                    <a:pt x="2086864" y="1143762"/>
                  </a:lnTo>
                  <a:lnTo>
                    <a:pt x="2103146" y="1143762"/>
                  </a:lnTo>
                  <a:lnTo>
                    <a:pt x="2124455" y="1103376"/>
                  </a:lnTo>
                  <a:lnTo>
                    <a:pt x="2118178" y="1100074"/>
                  </a:lnTo>
                  <a:close/>
                </a:path>
                <a:path w="2161540" h="1165860">
                  <a:moveTo>
                    <a:pt x="26669" y="0"/>
                  </a:moveTo>
                  <a:lnTo>
                    <a:pt x="0" y="50546"/>
                  </a:lnTo>
                  <a:lnTo>
                    <a:pt x="2004280" y="1104740"/>
                  </a:lnTo>
                  <a:lnTo>
                    <a:pt x="2060914" y="1102237"/>
                  </a:lnTo>
                  <a:lnTo>
                    <a:pt x="2030864" y="1054149"/>
                  </a:lnTo>
                  <a:lnTo>
                    <a:pt x="26669" y="0"/>
                  </a:lnTo>
                  <a:close/>
                </a:path>
                <a:path w="2161540" h="1165860">
                  <a:moveTo>
                    <a:pt x="2030864" y="1054149"/>
                  </a:moveTo>
                  <a:lnTo>
                    <a:pt x="2060914" y="1102237"/>
                  </a:lnTo>
                  <a:lnTo>
                    <a:pt x="2109851" y="1100074"/>
                  </a:lnTo>
                  <a:lnTo>
                    <a:pt x="2118178" y="1100074"/>
                  </a:lnTo>
                  <a:lnTo>
                    <a:pt x="2030864" y="1054149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193030" y="4691634"/>
              <a:ext cx="896619" cy="897255"/>
            </a:xfrm>
            <a:custGeom>
              <a:avLst/>
              <a:gdLst/>
              <a:ahLst/>
              <a:cxnLst/>
              <a:rect l="l" t="t" r="r" b="b"/>
              <a:pathLst>
                <a:path w="896619" h="897253">
                  <a:moveTo>
                    <a:pt x="448056" y="0"/>
                  </a:moveTo>
                  <a:lnTo>
                    <a:pt x="399245" y="2631"/>
                  </a:lnTo>
                  <a:lnTo>
                    <a:pt x="351955" y="10343"/>
                  </a:lnTo>
                  <a:lnTo>
                    <a:pt x="306458" y="22863"/>
                  </a:lnTo>
                  <a:lnTo>
                    <a:pt x="263028" y="39915"/>
                  </a:lnTo>
                  <a:lnTo>
                    <a:pt x="221939" y="61228"/>
                  </a:lnTo>
                  <a:lnTo>
                    <a:pt x="183465" y="86526"/>
                  </a:lnTo>
                  <a:lnTo>
                    <a:pt x="147879" y="115537"/>
                  </a:lnTo>
                  <a:lnTo>
                    <a:pt x="115454" y="147987"/>
                  </a:lnTo>
                  <a:lnTo>
                    <a:pt x="86465" y="183602"/>
                  </a:lnTo>
                  <a:lnTo>
                    <a:pt x="61185" y="222108"/>
                  </a:lnTo>
                  <a:lnTo>
                    <a:pt x="39888" y="263233"/>
                  </a:lnTo>
                  <a:lnTo>
                    <a:pt x="22847" y="306701"/>
                  </a:lnTo>
                  <a:lnTo>
                    <a:pt x="10337" y="352241"/>
                  </a:lnTo>
                  <a:lnTo>
                    <a:pt x="2629" y="399577"/>
                  </a:lnTo>
                  <a:lnTo>
                    <a:pt x="0" y="448437"/>
                  </a:lnTo>
                  <a:lnTo>
                    <a:pt x="2629" y="497296"/>
                  </a:lnTo>
                  <a:lnTo>
                    <a:pt x="10337" y="544632"/>
                  </a:lnTo>
                  <a:lnTo>
                    <a:pt x="22847" y="590172"/>
                  </a:lnTo>
                  <a:lnTo>
                    <a:pt x="39888" y="633640"/>
                  </a:lnTo>
                  <a:lnTo>
                    <a:pt x="61185" y="674765"/>
                  </a:lnTo>
                  <a:lnTo>
                    <a:pt x="86465" y="713271"/>
                  </a:lnTo>
                  <a:lnTo>
                    <a:pt x="115454" y="748886"/>
                  </a:lnTo>
                  <a:lnTo>
                    <a:pt x="147879" y="781336"/>
                  </a:lnTo>
                  <a:lnTo>
                    <a:pt x="183465" y="810347"/>
                  </a:lnTo>
                  <a:lnTo>
                    <a:pt x="221939" y="835645"/>
                  </a:lnTo>
                  <a:lnTo>
                    <a:pt x="263028" y="856958"/>
                  </a:lnTo>
                  <a:lnTo>
                    <a:pt x="306458" y="874010"/>
                  </a:lnTo>
                  <a:lnTo>
                    <a:pt x="351955" y="886530"/>
                  </a:lnTo>
                  <a:lnTo>
                    <a:pt x="399245" y="894242"/>
                  </a:lnTo>
                  <a:lnTo>
                    <a:pt x="448056" y="896874"/>
                  </a:lnTo>
                  <a:lnTo>
                    <a:pt x="496866" y="894242"/>
                  </a:lnTo>
                  <a:lnTo>
                    <a:pt x="544156" y="886530"/>
                  </a:lnTo>
                  <a:lnTo>
                    <a:pt x="589653" y="874010"/>
                  </a:lnTo>
                  <a:lnTo>
                    <a:pt x="633083" y="856958"/>
                  </a:lnTo>
                  <a:lnTo>
                    <a:pt x="674172" y="835645"/>
                  </a:lnTo>
                  <a:lnTo>
                    <a:pt x="712646" y="810347"/>
                  </a:lnTo>
                  <a:lnTo>
                    <a:pt x="748232" y="781336"/>
                  </a:lnTo>
                  <a:lnTo>
                    <a:pt x="780657" y="748886"/>
                  </a:lnTo>
                  <a:lnTo>
                    <a:pt x="809646" y="713271"/>
                  </a:lnTo>
                  <a:lnTo>
                    <a:pt x="834926" y="674765"/>
                  </a:lnTo>
                  <a:lnTo>
                    <a:pt x="856223" y="633640"/>
                  </a:lnTo>
                  <a:lnTo>
                    <a:pt x="873264" y="590172"/>
                  </a:lnTo>
                  <a:lnTo>
                    <a:pt x="885774" y="544632"/>
                  </a:lnTo>
                  <a:lnTo>
                    <a:pt x="893482" y="497296"/>
                  </a:lnTo>
                  <a:lnTo>
                    <a:pt x="896112" y="448437"/>
                  </a:lnTo>
                  <a:lnTo>
                    <a:pt x="893482" y="399577"/>
                  </a:lnTo>
                  <a:lnTo>
                    <a:pt x="885774" y="352241"/>
                  </a:lnTo>
                  <a:lnTo>
                    <a:pt x="873264" y="306701"/>
                  </a:lnTo>
                  <a:lnTo>
                    <a:pt x="856223" y="263233"/>
                  </a:lnTo>
                  <a:lnTo>
                    <a:pt x="834926" y="222108"/>
                  </a:lnTo>
                  <a:lnTo>
                    <a:pt x="809646" y="183602"/>
                  </a:lnTo>
                  <a:lnTo>
                    <a:pt x="780657" y="147987"/>
                  </a:lnTo>
                  <a:lnTo>
                    <a:pt x="748232" y="115537"/>
                  </a:lnTo>
                  <a:lnTo>
                    <a:pt x="712646" y="86526"/>
                  </a:lnTo>
                  <a:lnTo>
                    <a:pt x="674172" y="61228"/>
                  </a:lnTo>
                  <a:lnTo>
                    <a:pt x="633083" y="39915"/>
                  </a:lnTo>
                  <a:lnTo>
                    <a:pt x="589653" y="22863"/>
                  </a:lnTo>
                  <a:lnTo>
                    <a:pt x="544156" y="10343"/>
                  </a:lnTo>
                  <a:lnTo>
                    <a:pt x="496866" y="2631"/>
                  </a:lnTo>
                  <a:lnTo>
                    <a:pt x="448056" y="0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193030" y="4691634"/>
              <a:ext cx="896619" cy="897255"/>
            </a:xfrm>
            <a:custGeom>
              <a:avLst/>
              <a:gdLst/>
              <a:ahLst/>
              <a:cxnLst/>
              <a:rect l="l" t="t" r="r" b="b"/>
              <a:pathLst>
                <a:path w="896619" h="897253">
                  <a:moveTo>
                    <a:pt x="0" y="448437"/>
                  </a:moveTo>
                  <a:lnTo>
                    <a:pt x="2629" y="399577"/>
                  </a:lnTo>
                  <a:lnTo>
                    <a:pt x="10337" y="352241"/>
                  </a:lnTo>
                  <a:lnTo>
                    <a:pt x="22847" y="306701"/>
                  </a:lnTo>
                  <a:lnTo>
                    <a:pt x="39888" y="263233"/>
                  </a:lnTo>
                  <a:lnTo>
                    <a:pt x="61185" y="222108"/>
                  </a:lnTo>
                  <a:lnTo>
                    <a:pt x="86465" y="183602"/>
                  </a:lnTo>
                  <a:lnTo>
                    <a:pt x="115454" y="147987"/>
                  </a:lnTo>
                  <a:lnTo>
                    <a:pt x="147879" y="115537"/>
                  </a:lnTo>
                  <a:lnTo>
                    <a:pt x="183465" y="86526"/>
                  </a:lnTo>
                  <a:lnTo>
                    <a:pt x="221939" y="61228"/>
                  </a:lnTo>
                  <a:lnTo>
                    <a:pt x="263028" y="39915"/>
                  </a:lnTo>
                  <a:lnTo>
                    <a:pt x="306458" y="22863"/>
                  </a:lnTo>
                  <a:lnTo>
                    <a:pt x="351955" y="10343"/>
                  </a:lnTo>
                  <a:lnTo>
                    <a:pt x="399245" y="2631"/>
                  </a:lnTo>
                  <a:lnTo>
                    <a:pt x="448056" y="0"/>
                  </a:lnTo>
                  <a:lnTo>
                    <a:pt x="496866" y="2631"/>
                  </a:lnTo>
                  <a:lnTo>
                    <a:pt x="544156" y="10343"/>
                  </a:lnTo>
                  <a:lnTo>
                    <a:pt x="589653" y="22863"/>
                  </a:lnTo>
                  <a:lnTo>
                    <a:pt x="633083" y="39915"/>
                  </a:lnTo>
                  <a:lnTo>
                    <a:pt x="674172" y="61228"/>
                  </a:lnTo>
                  <a:lnTo>
                    <a:pt x="712646" y="86526"/>
                  </a:lnTo>
                  <a:lnTo>
                    <a:pt x="748232" y="115537"/>
                  </a:lnTo>
                  <a:lnTo>
                    <a:pt x="780657" y="147987"/>
                  </a:lnTo>
                  <a:lnTo>
                    <a:pt x="809646" y="183602"/>
                  </a:lnTo>
                  <a:lnTo>
                    <a:pt x="834926" y="222108"/>
                  </a:lnTo>
                  <a:lnTo>
                    <a:pt x="856223" y="263233"/>
                  </a:lnTo>
                  <a:lnTo>
                    <a:pt x="873264" y="306701"/>
                  </a:lnTo>
                  <a:lnTo>
                    <a:pt x="885774" y="352241"/>
                  </a:lnTo>
                  <a:lnTo>
                    <a:pt x="893482" y="399577"/>
                  </a:lnTo>
                  <a:lnTo>
                    <a:pt x="896112" y="448437"/>
                  </a:lnTo>
                  <a:lnTo>
                    <a:pt x="893482" y="497296"/>
                  </a:lnTo>
                  <a:lnTo>
                    <a:pt x="885774" y="544632"/>
                  </a:lnTo>
                  <a:lnTo>
                    <a:pt x="873264" y="590172"/>
                  </a:lnTo>
                  <a:lnTo>
                    <a:pt x="856223" y="633640"/>
                  </a:lnTo>
                  <a:lnTo>
                    <a:pt x="834926" y="674765"/>
                  </a:lnTo>
                  <a:lnTo>
                    <a:pt x="809646" y="713271"/>
                  </a:lnTo>
                  <a:lnTo>
                    <a:pt x="780657" y="748886"/>
                  </a:lnTo>
                  <a:lnTo>
                    <a:pt x="748232" y="781336"/>
                  </a:lnTo>
                  <a:lnTo>
                    <a:pt x="712646" y="810347"/>
                  </a:lnTo>
                  <a:lnTo>
                    <a:pt x="674172" y="835645"/>
                  </a:lnTo>
                  <a:lnTo>
                    <a:pt x="633083" y="856958"/>
                  </a:lnTo>
                  <a:lnTo>
                    <a:pt x="589653" y="874010"/>
                  </a:lnTo>
                  <a:lnTo>
                    <a:pt x="544156" y="886530"/>
                  </a:lnTo>
                  <a:lnTo>
                    <a:pt x="496866" y="894242"/>
                  </a:lnTo>
                  <a:lnTo>
                    <a:pt x="448056" y="896874"/>
                  </a:lnTo>
                  <a:lnTo>
                    <a:pt x="399245" y="894242"/>
                  </a:lnTo>
                  <a:lnTo>
                    <a:pt x="351955" y="886530"/>
                  </a:lnTo>
                  <a:lnTo>
                    <a:pt x="306458" y="874010"/>
                  </a:lnTo>
                  <a:lnTo>
                    <a:pt x="263028" y="856958"/>
                  </a:lnTo>
                  <a:lnTo>
                    <a:pt x="221939" y="835645"/>
                  </a:lnTo>
                  <a:lnTo>
                    <a:pt x="183465" y="810347"/>
                  </a:lnTo>
                  <a:lnTo>
                    <a:pt x="147879" y="781336"/>
                  </a:lnTo>
                  <a:lnTo>
                    <a:pt x="115454" y="748886"/>
                  </a:lnTo>
                  <a:lnTo>
                    <a:pt x="86465" y="713271"/>
                  </a:lnTo>
                  <a:lnTo>
                    <a:pt x="61185" y="674765"/>
                  </a:lnTo>
                  <a:lnTo>
                    <a:pt x="39888" y="633640"/>
                  </a:lnTo>
                  <a:lnTo>
                    <a:pt x="22847" y="590172"/>
                  </a:lnTo>
                  <a:lnTo>
                    <a:pt x="10337" y="544632"/>
                  </a:lnTo>
                  <a:lnTo>
                    <a:pt x="2629" y="497296"/>
                  </a:lnTo>
                  <a:lnTo>
                    <a:pt x="0" y="448437"/>
                  </a:lnTo>
                  <a:close/>
                </a:path>
              </a:pathLst>
            </a:custGeom>
            <a:ln w="38100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/>
          <p:nvPr/>
        </p:nvSpPr>
        <p:spPr>
          <a:xfrm>
            <a:off x="1477517" y="6012178"/>
            <a:ext cx="9223375" cy="829944"/>
          </a:xfrm>
          <a:custGeom>
            <a:avLst/>
            <a:gdLst/>
            <a:ahLst/>
            <a:cxnLst/>
            <a:rect l="l" t="t" r="r" b="b"/>
            <a:pathLst>
              <a:path w="9223375" h="829944">
                <a:moveTo>
                  <a:pt x="9223248" y="0"/>
                </a:moveTo>
                <a:lnTo>
                  <a:pt x="0" y="0"/>
                </a:lnTo>
                <a:lnTo>
                  <a:pt x="0" y="829818"/>
                </a:lnTo>
                <a:lnTo>
                  <a:pt x="9223248" y="829818"/>
                </a:lnTo>
                <a:lnTo>
                  <a:pt x="9223248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2163572" y="6156705"/>
            <a:ext cx="785177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5">
                <a:solidFill>
                  <a:srgbClr val="FFFFFF"/>
                </a:solidFill>
                <a:latin typeface="PMingLiU"/>
                <a:cs typeface="PMingLiU"/>
              </a:rPr>
              <a:t>其他顶点：从一条边到达后，需要从另一条边离开</a:t>
            </a:r>
            <a:endParaRPr sz="2800">
              <a:latin typeface="PMingLiU"/>
              <a:cs typeface="PMingLiU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245100" y="4912867"/>
            <a:ext cx="8051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400">
                <a:latin typeface="PMingLiU"/>
                <a:cs typeface="PMingLiU"/>
              </a:rPr>
              <a:t>其他</a:t>
            </a:r>
            <a:r>
              <a:rPr sz="2400" spc="-50">
                <a:latin typeface="Cambria Math"/>
                <a:cs typeface="Cambria Math"/>
              </a:rPr>
              <a:t>𝟐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5662421" y="1962150"/>
            <a:ext cx="897890" cy="897890"/>
          </a:xfrm>
          <a:custGeom>
            <a:avLst/>
            <a:gdLst/>
            <a:ahLst/>
            <a:cxnLst/>
            <a:rect l="l" t="t" r="r" b="b"/>
            <a:pathLst>
              <a:path w="897890" h="897889">
                <a:moveTo>
                  <a:pt x="0" y="448817"/>
                </a:moveTo>
                <a:lnTo>
                  <a:pt x="2633" y="399909"/>
                </a:lnTo>
                <a:lnTo>
                  <a:pt x="10350" y="352527"/>
                </a:lnTo>
                <a:lnTo>
                  <a:pt x="22878" y="306945"/>
                </a:lnTo>
                <a:lnTo>
                  <a:pt x="39942" y="263438"/>
                </a:lnTo>
                <a:lnTo>
                  <a:pt x="61270" y="222278"/>
                </a:lnTo>
                <a:lnTo>
                  <a:pt x="86587" y="183739"/>
                </a:lnTo>
                <a:lnTo>
                  <a:pt x="115620" y="148095"/>
                </a:lnTo>
                <a:lnTo>
                  <a:pt x="148095" y="115620"/>
                </a:lnTo>
                <a:lnTo>
                  <a:pt x="183739" y="86587"/>
                </a:lnTo>
                <a:lnTo>
                  <a:pt x="222278" y="61270"/>
                </a:lnTo>
                <a:lnTo>
                  <a:pt x="263438" y="39942"/>
                </a:lnTo>
                <a:lnTo>
                  <a:pt x="306945" y="22878"/>
                </a:lnTo>
                <a:lnTo>
                  <a:pt x="352527" y="10350"/>
                </a:lnTo>
                <a:lnTo>
                  <a:pt x="399909" y="2633"/>
                </a:lnTo>
                <a:lnTo>
                  <a:pt x="448817" y="0"/>
                </a:lnTo>
                <a:lnTo>
                  <a:pt x="497726" y="2633"/>
                </a:lnTo>
                <a:lnTo>
                  <a:pt x="545108" y="10350"/>
                </a:lnTo>
                <a:lnTo>
                  <a:pt x="590690" y="22878"/>
                </a:lnTo>
                <a:lnTo>
                  <a:pt x="634197" y="39942"/>
                </a:lnTo>
                <a:lnTo>
                  <a:pt x="675357" y="61270"/>
                </a:lnTo>
                <a:lnTo>
                  <a:pt x="713896" y="86587"/>
                </a:lnTo>
                <a:lnTo>
                  <a:pt x="749540" y="115620"/>
                </a:lnTo>
                <a:lnTo>
                  <a:pt x="782015" y="148095"/>
                </a:lnTo>
                <a:lnTo>
                  <a:pt x="811048" y="183739"/>
                </a:lnTo>
                <a:lnTo>
                  <a:pt x="836365" y="222278"/>
                </a:lnTo>
                <a:lnTo>
                  <a:pt x="857693" y="263438"/>
                </a:lnTo>
                <a:lnTo>
                  <a:pt x="874757" y="306945"/>
                </a:lnTo>
                <a:lnTo>
                  <a:pt x="887285" y="352527"/>
                </a:lnTo>
                <a:lnTo>
                  <a:pt x="895002" y="399909"/>
                </a:lnTo>
                <a:lnTo>
                  <a:pt x="897635" y="448817"/>
                </a:lnTo>
                <a:lnTo>
                  <a:pt x="895002" y="497726"/>
                </a:lnTo>
                <a:lnTo>
                  <a:pt x="887285" y="545108"/>
                </a:lnTo>
                <a:lnTo>
                  <a:pt x="874757" y="590690"/>
                </a:lnTo>
                <a:lnTo>
                  <a:pt x="857693" y="634197"/>
                </a:lnTo>
                <a:lnTo>
                  <a:pt x="836365" y="675357"/>
                </a:lnTo>
                <a:lnTo>
                  <a:pt x="811048" y="713896"/>
                </a:lnTo>
                <a:lnTo>
                  <a:pt x="782015" y="749540"/>
                </a:lnTo>
                <a:lnTo>
                  <a:pt x="749540" y="782015"/>
                </a:lnTo>
                <a:lnTo>
                  <a:pt x="713896" y="811048"/>
                </a:lnTo>
                <a:lnTo>
                  <a:pt x="675357" y="836365"/>
                </a:lnTo>
                <a:lnTo>
                  <a:pt x="634197" y="857693"/>
                </a:lnTo>
                <a:lnTo>
                  <a:pt x="590690" y="874757"/>
                </a:lnTo>
                <a:lnTo>
                  <a:pt x="545108" y="887285"/>
                </a:lnTo>
                <a:lnTo>
                  <a:pt x="497726" y="895002"/>
                </a:lnTo>
                <a:lnTo>
                  <a:pt x="448817" y="897636"/>
                </a:lnTo>
                <a:lnTo>
                  <a:pt x="399909" y="895002"/>
                </a:lnTo>
                <a:lnTo>
                  <a:pt x="352527" y="887285"/>
                </a:lnTo>
                <a:lnTo>
                  <a:pt x="306945" y="874757"/>
                </a:lnTo>
                <a:lnTo>
                  <a:pt x="263438" y="857693"/>
                </a:lnTo>
                <a:lnTo>
                  <a:pt x="222278" y="836365"/>
                </a:lnTo>
                <a:lnTo>
                  <a:pt x="183739" y="811048"/>
                </a:lnTo>
                <a:lnTo>
                  <a:pt x="148095" y="782015"/>
                </a:lnTo>
                <a:lnTo>
                  <a:pt x="115620" y="749540"/>
                </a:lnTo>
                <a:lnTo>
                  <a:pt x="86587" y="713896"/>
                </a:lnTo>
                <a:lnTo>
                  <a:pt x="61270" y="675357"/>
                </a:lnTo>
                <a:lnTo>
                  <a:pt x="39942" y="634197"/>
                </a:lnTo>
                <a:lnTo>
                  <a:pt x="22878" y="590690"/>
                </a:lnTo>
                <a:lnTo>
                  <a:pt x="10350" y="545108"/>
                </a:lnTo>
                <a:lnTo>
                  <a:pt x="2633" y="497726"/>
                </a:lnTo>
                <a:lnTo>
                  <a:pt x="0" y="448817"/>
                </a:lnTo>
                <a:close/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5715253" y="2183384"/>
            <a:ext cx="8051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400">
                <a:latin typeface="PMingLiU"/>
                <a:cs typeface="PMingLiU"/>
              </a:rPr>
              <a:t>其他</a:t>
            </a:r>
            <a:r>
              <a:rPr sz="2400" spc="-50">
                <a:latin typeface="Cambria Math"/>
                <a:cs typeface="Cambria Math"/>
              </a:rPr>
              <a:t>𝟏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2" name="object 2">
            <a:extLst>
              <a:ext uri="{FF2B5EF4-FFF2-40B4-BE49-F238E27FC236}">
                <a16:creationId xmlns:a16="http://schemas.microsoft.com/office/drawing/2014/main" id="{9614F282-4F28-B343-A697-5F507D9772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438" y="227767"/>
            <a:ext cx="5065549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柯尼斯堡七桥问</a:t>
            </a:r>
            <a:r>
              <a:rPr sz="4000"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题</a:t>
            </a:r>
            <a:endParaRPr sz="4000"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34639" y="1124522"/>
            <a:ext cx="7484109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10" dirty="0" err="1">
                <a:latin typeface="PMingLiU"/>
                <a:cs typeface="PMingLiU"/>
              </a:rPr>
              <a:t>从起点出发，经过图中所有边，最终到达终点</a:t>
            </a:r>
            <a:endParaRPr sz="2800" dirty="0">
              <a:latin typeface="PMingLiU"/>
              <a:cs typeface="PMingLiU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473136" y="1779460"/>
            <a:ext cx="9232900" cy="4184650"/>
            <a:chOff x="1473136" y="1779460"/>
            <a:chExt cx="9232900" cy="4184650"/>
          </a:xfrm>
        </p:grpSpPr>
        <p:sp>
          <p:nvSpPr>
            <p:cNvPr id="5" name="object 5"/>
            <p:cNvSpPr/>
            <p:nvPr/>
          </p:nvSpPr>
          <p:spPr>
            <a:xfrm>
              <a:off x="1477899" y="1784223"/>
              <a:ext cx="9223375" cy="4175125"/>
            </a:xfrm>
            <a:custGeom>
              <a:avLst/>
              <a:gdLst/>
              <a:ahLst/>
              <a:cxnLst/>
              <a:rect l="l" t="t" r="r" b="b"/>
              <a:pathLst>
                <a:path w="9223375" h="4175125">
                  <a:moveTo>
                    <a:pt x="0" y="4174998"/>
                  </a:moveTo>
                  <a:lnTo>
                    <a:pt x="9223248" y="4174998"/>
                  </a:lnTo>
                  <a:lnTo>
                    <a:pt x="9223248" y="0"/>
                  </a:lnTo>
                  <a:lnTo>
                    <a:pt x="0" y="0"/>
                  </a:lnTo>
                  <a:lnTo>
                    <a:pt x="0" y="4174998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911845" y="3399282"/>
              <a:ext cx="897255" cy="896619"/>
            </a:xfrm>
            <a:custGeom>
              <a:avLst/>
              <a:gdLst/>
              <a:ahLst/>
              <a:cxnLst/>
              <a:rect l="l" t="t" r="r" b="b"/>
              <a:pathLst>
                <a:path w="897253" h="896619">
                  <a:moveTo>
                    <a:pt x="0" y="448055"/>
                  </a:moveTo>
                  <a:lnTo>
                    <a:pt x="2631" y="399245"/>
                  </a:lnTo>
                  <a:lnTo>
                    <a:pt x="10343" y="351955"/>
                  </a:lnTo>
                  <a:lnTo>
                    <a:pt x="22863" y="306458"/>
                  </a:lnTo>
                  <a:lnTo>
                    <a:pt x="39915" y="263028"/>
                  </a:lnTo>
                  <a:lnTo>
                    <a:pt x="61228" y="221939"/>
                  </a:lnTo>
                  <a:lnTo>
                    <a:pt x="86526" y="183465"/>
                  </a:lnTo>
                  <a:lnTo>
                    <a:pt x="115537" y="147879"/>
                  </a:lnTo>
                  <a:lnTo>
                    <a:pt x="147987" y="115454"/>
                  </a:lnTo>
                  <a:lnTo>
                    <a:pt x="183602" y="86465"/>
                  </a:lnTo>
                  <a:lnTo>
                    <a:pt x="222108" y="61185"/>
                  </a:lnTo>
                  <a:lnTo>
                    <a:pt x="263233" y="39888"/>
                  </a:lnTo>
                  <a:lnTo>
                    <a:pt x="306701" y="22847"/>
                  </a:lnTo>
                  <a:lnTo>
                    <a:pt x="352241" y="10337"/>
                  </a:lnTo>
                  <a:lnTo>
                    <a:pt x="399577" y="2629"/>
                  </a:lnTo>
                  <a:lnTo>
                    <a:pt x="448436" y="0"/>
                  </a:lnTo>
                  <a:lnTo>
                    <a:pt x="497296" y="2629"/>
                  </a:lnTo>
                  <a:lnTo>
                    <a:pt x="544632" y="10337"/>
                  </a:lnTo>
                  <a:lnTo>
                    <a:pt x="590172" y="22847"/>
                  </a:lnTo>
                  <a:lnTo>
                    <a:pt x="633640" y="39888"/>
                  </a:lnTo>
                  <a:lnTo>
                    <a:pt x="674765" y="61185"/>
                  </a:lnTo>
                  <a:lnTo>
                    <a:pt x="713271" y="86465"/>
                  </a:lnTo>
                  <a:lnTo>
                    <a:pt x="748886" y="115454"/>
                  </a:lnTo>
                  <a:lnTo>
                    <a:pt x="781336" y="147879"/>
                  </a:lnTo>
                  <a:lnTo>
                    <a:pt x="810347" y="183465"/>
                  </a:lnTo>
                  <a:lnTo>
                    <a:pt x="835645" y="221939"/>
                  </a:lnTo>
                  <a:lnTo>
                    <a:pt x="856958" y="263028"/>
                  </a:lnTo>
                  <a:lnTo>
                    <a:pt x="874010" y="306458"/>
                  </a:lnTo>
                  <a:lnTo>
                    <a:pt x="886530" y="351955"/>
                  </a:lnTo>
                  <a:lnTo>
                    <a:pt x="894242" y="399245"/>
                  </a:lnTo>
                  <a:lnTo>
                    <a:pt x="896874" y="448055"/>
                  </a:lnTo>
                  <a:lnTo>
                    <a:pt x="894242" y="496866"/>
                  </a:lnTo>
                  <a:lnTo>
                    <a:pt x="886530" y="544156"/>
                  </a:lnTo>
                  <a:lnTo>
                    <a:pt x="874010" y="589653"/>
                  </a:lnTo>
                  <a:lnTo>
                    <a:pt x="856958" y="633083"/>
                  </a:lnTo>
                  <a:lnTo>
                    <a:pt x="835645" y="674172"/>
                  </a:lnTo>
                  <a:lnTo>
                    <a:pt x="810347" y="712646"/>
                  </a:lnTo>
                  <a:lnTo>
                    <a:pt x="781336" y="748232"/>
                  </a:lnTo>
                  <a:lnTo>
                    <a:pt x="748886" y="780657"/>
                  </a:lnTo>
                  <a:lnTo>
                    <a:pt x="713271" y="809646"/>
                  </a:lnTo>
                  <a:lnTo>
                    <a:pt x="674765" y="834926"/>
                  </a:lnTo>
                  <a:lnTo>
                    <a:pt x="633640" y="856223"/>
                  </a:lnTo>
                  <a:lnTo>
                    <a:pt x="590172" y="873264"/>
                  </a:lnTo>
                  <a:lnTo>
                    <a:pt x="544632" y="885774"/>
                  </a:lnTo>
                  <a:lnTo>
                    <a:pt x="497296" y="893482"/>
                  </a:lnTo>
                  <a:lnTo>
                    <a:pt x="448436" y="896111"/>
                  </a:lnTo>
                  <a:lnTo>
                    <a:pt x="399577" y="893482"/>
                  </a:lnTo>
                  <a:lnTo>
                    <a:pt x="352241" y="885774"/>
                  </a:lnTo>
                  <a:lnTo>
                    <a:pt x="306701" y="873264"/>
                  </a:lnTo>
                  <a:lnTo>
                    <a:pt x="263233" y="856223"/>
                  </a:lnTo>
                  <a:lnTo>
                    <a:pt x="222108" y="834926"/>
                  </a:lnTo>
                  <a:lnTo>
                    <a:pt x="183602" y="809646"/>
                  </a:lnTo>
                  <a:lnTo>
                    <a:pt x="147987" y="780657"/>
                  </a:lnTo>
                  <a:lnTo>
                    <a:pt x="115537" y="748232"/>
                  </a:lnTo>
                  <a:lnTo>
                    <a:pt x="86526" y="712646"/>
                  </a:lnTo>
                  <a:lnTo>
                    <a:pt x="61228" y="674172"/>
                  </a:lnTo>
                  <a:lnTo>
                    <a:pt x="39915" y="633083"/>
                  </a:lnTo>
                  <a:lnTo>
                    <a:pt x="22863" y="589653"/>
                  </a:lnTo>
                  <a:lnTo>
                    <a:pt x="10343" y="544156"/>
                  </a:lnTo>
                  <a:lnTo>
                    <a:pt x="2631" y="496866"/>
                  </a:lnTo>
                  <a:lnTo>
                    <a:pt x="0" y="448055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8056118" y="3621532"/>
            <a:ext cx="6223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400" spc="-25">
                <a:latin typeface="PMingLiU"/>
                <a:cs typeface="PMingLiU"/>
              </a:rPr>
              <a:t>终点</a:t>
            </a:r>
            <a:endParaRPr sz="2400">
              <a:latin typeface="PMingLiU"/>
              <a:cs typeface="PMingLiU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279904" y="3245357"/>
            <a:ext cx="896619" cy="896619"/>
          </a:xfrm>
          <a:custGeom>
            <a:avLst/>
            <a:gdLst/>
            <a:ahLst/>
            <a:cxnLst/>
            <a:rect l="l" t="t" r="r" b="b"/>
            <a:pathLst>
              <a:path w="896619" h="896619">
                <a:moveTo>
                  <a:pt x="0" y="448055"/>
                </a:moveTo>
                <a:lnTo>
                  <a:pt x="2629" y="399245"/>
                </a:lnTo>
                <a:lnTo>
                  <a:pt x="10337" y="351955"/>
                </a:lnTo>
                <a:lnTo>
                  <a:pt x="22847" y="306458"/>
                </a:lnTo>
                <a:lnTo>
                  <a:pt x="39888" y="263028"/>
                </a:lnTo>
                <a:lnTo>
                  <a:pt x="61185" y="221939"/>
                </a:lnTo>
                <a:lnTo>
                  <a:pt x="86465" y="183465"/>
                </a:lnTo>
                <a:lnTo>
                  <a:pt x="115454" y="147879"/>
                </a:lnTo>
                <a:lnTo>
                  <a:pt x="147879" y="115454"/>
                </a:lnTo>
                <a:lnTo>
                  <a:pt x="183465" y="86465"/>
                </a:lnTo>
                <a:lnTo>
                  <a:pt x="221939" y="61185"/>
                </a:lnTo>
                <a:lnTo>
                  <a:pt x="263028" y="39888"/>
                </a:lnTo>
                <a:lnTo>
                  <a:pt x="306458" y="22847"/>
                </a:lnTo>
                <a:lnTo>
                  <a:pt x="351955" y="10337"/>
                </a:lnTo>
                <a:lnTo>
                  <a:pt x="399245" y="2629"/>
                </a:lnTo>
                <a:lnTo>
                  <a:pt x="448056" y="0"/>
                </a:lnTo>
                <a:lnTo>
                  <a:pt x="496866" y="2629"/>
                </a:lnTo>
                <a:lnTo>
                  <a:pt x="544156" y="10337"/>
                </a:lnTo>
                <a:lnTo>
                  <a:pt x="589653" y="22847"/>
                </a:lnTo>
                <a:lnTo>
                  <a:pt x="633083" y="39888"/>
                </a:lnTo>
                <a:lnTo>
                  <a:pt x="674172" y="61185"/>
                </a:lnTo>
                <a:lnTo>
                  <a:pt x="712646" y="86465"/>
                </a:lnTo>
                <a:lnTo>
                  <a:pt x="748232" y="115454"/>
                </a:lnTo>
                <a:lnTo>
                  <a:pt x="780657" y="147879"/>
                </a:lnTo>
                <a:lnTo>
                  <a:pt x="809646" y="183465"/>
                </a:lnTo>
                <a:lnTo>
                  <a:pt x="834926" y="221939"/>
                </a:lnTo>
                <a:lnTo>
                  <a:pt x="856223" y="263028"/>
                </a:lnTo>
                <a:lnTo>
                  <a:pt x="873264" y="306458"/>
                </a:lnTo>
                <a:lnTo>
                  <a:pt x="885774" y="351955"/>
                </a:lnTo>
                <a:lnTo>
                  <a:pt x="893482" y="399245"/>
                </a:lnTo>
                <a:lnTo>
                  <a:pt x="896112" y="448055"/>
                </a:lnTo>
                <a:lnTo>
                  <a:pt x="893482" y="496866"/>
                </a:lnTo>
                <a:lnTo>
                  <a:pt x="885774" y="544156"/>
                </a:lnTo>
                <a:lnTo>
                  <a:pt x="873264" y="589653"/>
                </a:lnTo>
                <a:lnTo>
                  <a:pt x="856223" y="633083"/>
                </a:lnTo>
                <a:lnTo>
                  <a:pt x="834926" y="674172"/>
                </a:lnTo>
                <a:lnTo>
                  <a:pt x="809646" y="712646"/>
                </a:lnTo>
                <a:lnTo>
                  <a:pt x="780657" y="748232"/>
                </a:lnTo>
                <a:lnTo>
                  <a:pt x="748232" y="780657"/>
                </a:lnTo>
                <a:lnTo>
                  <a:pt x="712646" y="809646"/>
                </a:lnTo>
                <a:lnTo>
                  <a:pt x="674172" y="834926"/>
                </a:lnTo>
                <a:lnTo>
                  <a:pt x="633083" y="856223"/>
                </a:lnTo>
                <a:lnTo>
                  <a:pt x="589653" y="873264"/>
                </a:lnTo>
                <a:lnTo>
                  <a:pt x="544156" y="885774"/>
                </a:lnTo>
                <a:lnTo>
                  <a:pt x="496866" y="893482"/>
                </a:lnTo>
                <a:lnTo>
                  <a:pt x="448056" y="896111"/>
                </a:lnTo>
                <a:lnTo>
                  <a:pt x="399245" y="893482"/>
                </a:lnTo>
                <a:lnTo>
                  <a:pt x="351955" y="885774"/>
                </a:lnTo>
                <a:lnTo>
                  <a:pt x="306458" y="873264"/>
                </a:lnTo>
                <a:lnTo>
                  <a:pt x="263028" y="856223"/>
                </a:lnTo>
                <a:lnTo>
                  <a:pt x="221939" y="834926"/>
                </a:lnTo>
                <a:lnTo>
                  <a:pt x="183465" y="809646"/>
                </a:lnTo>
                <a:lnTo>
                  <a:pt x="147879" y="780657"/>
                </a:lnTo>
                <a:lnTo>
                  <a:pt x="115454" y="748232"/>
                </a:lnTo>
                <a:lnTo>
                  <a:pt x="86465" y="712646"/>
                </a:lnTo>
                <a:lnTo>
                  <a:pt x="61185" y="674172"/>
                </a:lnTo>
                <a:lnTo>
                  <a:pt x="39888" y="633083"/>
                </a:lnTo>
                <a:lnTo>
                  <a:pt x="22847" y="589653"/>
                </a:lnTo>
                <a:lnTo>
                  <a:pt x="10337" y="544156"/>
                </a:lnTo>
                <a:lnTo>
                  <a:pt x="2629" y="496866"/>
                </a:lnTo>
                <a:lnTo>
                  <a:pt x="0" y="448055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423667" y="3467607"/>
            <a:ext cx="6223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400" spc="-25">
                <a:latin typeface="PMingLiU"/>
                <a:cs typeface="PMingLiU"/>
              </a:rPr>
              <a:t>起点</a:t>
            </a:r>
            <a:endParaRPr sz="2400">
              <a:latin typeface="PMingLiU"/>
              <a:cs typeface="PMingLiU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031998" y="2853054"/>
            <a:ext cx="5012055" cy="2754630"/>
            <a:chOff x="3031998" y="2853054"/>
            <a:chExt cx="5012055" cy="2754630"/>
          </a:xfrm>
        </p:grpSpPr>
        <p:sp>
          <p:nvSpPr>
            <p:cNvPr id="11" name="object 11"/>
            <p:cNvSpPr/>
            <p:nvPr/>
          </p:nvSpPr>
          <p:spPr>
            <a:xfrm>
              <a:off x="6076696" y="4148581"/>
              <a:ext cx="1967230" cy="1017905"/>
            </a:xfrm>
            <a:custGeom>
              <a:avLst/>
              <a:gdLst/>
              <a:ahLst/>
              <a:cxnLst/>
              <a:rect l="l" t="t" r="r" b="b"/>
              <a:pathLst>
                <a:path w="1967229" h="1017903">
                  <a:moveTo>
                    <a:pt x="1809069" y="63081"/>
                  </a:moveTo>
                  <a:lnTo>
                    <a:pt x="0" y="966470"/>
                  </a:lnTo>
                  <a:lnTo>
                    <a:pt x="25653" y="1017524"/>
                  </a:lnTo>
                  <a:lnTo>
                    <a:pt x="1834539" y="114167"/>
                  </a:lnTo>
                  <a:lnTo>
                    <a:pt x="1865577" y="66776"/>
                  </a:lnTo>
                  <a:lnTo>
                    <a:pt x="1809069" y="63081"/>
                  </a:lnTo>
                  <a:close/>
                </a:path>
                <a:path w="1967229" h="1017903">
                  <a:moveTo>
                    <a:pt x="1963212" y="15875"/>
                  </a:moveTo>
                  <a:lnTo>
                    <a:pt x="1903602" y="15875"/>
                  </a:lnTo>
                  <a:lnTo>
                    <a:pt x="1929129" y="66929"/>
                  </a:lnTo>
                  <a:lnTo>
                    <a:pt x="1834539" y="114167"/>
                  </a:lnTo>
                  <a:lnTo>
                    <a:pt x="1783714" y="191770"/>
                  </a:lnTo>
                  <a:lnTo>
                    <a:pt x="1779504" y="202318"/>
                  </a:lnTo>
                  <a:lnTo>
                    <a:pt x="1779650" y="213296"/>
                  </a:lnTo>
                  <a:lnTo>
                    <a:pt x="1783893" y="223416"/>
                  </a:lnTo>
                  <a:lnTo>
                    <a:pt x="1791970" y="231394"/>
                  </a:lnTo>
                  <a:lnTo>
                    <a:pt x="1802518" y="235604"/>
                  </a:lnTo>
                  <a:lnTo>
                    <a:pt x="1813496" y="235458"/>
                  </a:lnTo>
                  <a:lnTo>
                    <a:pt x="1823616" y="231215"/>
                  </a:lnTo>
                  <a:lnTo>
                    <a:pt x="1831594" y="223139"/>
                  </a:lnTo>
                  <a:lnTo>
                    <a:pt x="1967102" y="16129"/>
                  </a:lnTo>
                  <a:lnTo>
                    <a:pt x="1963212" y="15875"/>
                  </a:lnTo>
                  <a:close/>
                </a:path>
                <a:path w="1967229" h="1017903">
                  <a:moveTo>
                    <a:pt x="1865577" y="66776"/>
                  </a:moveTo>
                  <a:lnTo>
                    <a:pt x="1834539" y="114167"/>
                  </a:lnTo>
                  <a:lnTo>
                    <a:pt x="1923026" y="69977"/>
                  </a:lnTo>
                  <a:lnTo>
                    <a:pt x="1914525" y="69977"/>
                  </a:lnTo>
                  <a:lnTo>
                    <a:pt x="1865577" y="66776"/>
                  </a:lnTo>
                  <a:close/>
                </a:path>
                <a:path w="1967229" h="1017903">
                  <a:moveTo>
                    <a:pt x="1892427" y="25781"/>
                  </a:moveTo>
                  <a:lnTo>
                    <a:pt x="1865577" y="66776"/>
                  </a:lnTo>
                  <a:lnTo>
                    <a:pt x="1914525" y="69977"/>
                  </a:lnTo>
                  <a:lnTo>
                    <a:pt x="1892427" y="25781"/>
                  </a:lnTo>
                  <a:close/>
                </a:path>
                <a:path w="1967229" h="1017903">
                  <a:moveTo>
                    <a:pt x="1908555" y="25781"/>
                  </a:moveTo>
                  <a:lnTo>
                    <a:pt x="1892427" y="25781"/>
                  </a:lnTo>
                  <a:lnTo>
                    <a:pt x="1914525" y="69977"/>
                  </a:lnTo>
                  <a:lnTo>
                    <a:pt x="1923026" y="69977"/>
                  </a:lnTo>
                  <a:lnTo>
                    <a:pt x="1929129" y="66929"/>
                  </a:lnTo>
                  <a:lnTo>
                    <a:pt x="1908555" y="25781"/>
                  </a:lnTo>
                  <a:close/>
                </a:path>
                <a:path w="1967229" h="1017903">
                  <a:moveTo>
                    <a:pt x="1903602" y="15875"/>
                  </a:moveTo>
                  <a:lnTo>
                    <a:pt x="1809069" y="63081"/>
                  </a:lnTo>
                  <a:lnTo>
                    <a:pt x="1865577" y="66776"/>
                  </a:lnTo>
                  <a:lnTo>
                    <a:pt x="1892427" y="25781"/>
                  </a:lnTo>
                  <a:lnTo>
                    <a:pt x="1908555" y="25781"/>
                  </a:lnTo>
                  <a:lnTo>
                    <a:pt x="1903602" y="15875"/>
                  </a:lnTo>
                  <a:close/>
                </a:path>
                <a:path w="1967229" h="1017903">
                  <a:moveTo>
                    <a:pt x="1720087" y="0"/>
                  </a:moveTo>
                  <a:lnTo>
                    <a:pt x="1708844" y="1524"/>
                  </a:lnTo>
                  <a:lnTo>
                    <a:pt x="1699387" y="7048"/>
                  </a:lnTo>
                  <a:lnTo>
                    <a:pt x="1692691" y="15716"/>
                  </a:lnTo>
                  <a:lnTo>
                    <a:pt x="1689734" y="26670"/>
                  </a:lnTo>
                  <a:lnTo>
                    <a:pt x="1691258" y="37913"/>
                  </a:lnTo>
                  <a:lnTo>
                    <a:pt x="1696783" y="47371"/>
                  </a:lnTo>
                  <a:lnTo>
                    <a:pt x="1705451" y="54066"/>
                  </a:lnTo>
                  <a:lnTo>
                    <a:pt x="1716404" y="57023"/>
                  </a:lnTo>
                  <a:lnTo>
                    <a:pt x="1809069" y="63081"/>
                  </a:lnTo>
                  <a:lnTo>
                    <a:pt x="1903602" y="15875"/>
                  </a:lnTo>
                  <a:lnTo>
                    <a:pt x="1963212" y="15875"/>
                  </a:lnTo>
                  <a:lnTo>
                    <a:pt x="1720087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031998" y="2853054"/>
              <a:ext cx="3107690" cy="2298700"/>
            </a:xfrm>
            <a:custGeom>
              <a:avLst/>
              <a:gdLst/>
              <a:ahLst/>
              <a:cxnLst/>
              <a:rect l="l" t="t" r="r" b="b"/>
              <a:pathLst>
                <a:path w="3107690" h="2298700">
                  <a:moveTo>
                    <a:pt x="2161286" y="2287524"/>
                  </a:moveTo>
                  <a:lnTo>
                    <a:pt x="2160562" y="2286381"/>
                  </a:lnTo>
                  <a:lnTo>
                    <a:pt x="2030095" y="2077593"/>
                  </a:lnTo>
                  <a:lnTo>
                    <a:pt x="2022348" y="2069388"/>
                  </a:lnTo>
                  <a:lnTo>
                    <a:pt x="2012353" y="2064943"/>
                  </a:lnTo>
                  <a:lnTo>
                    <a:pt x="2001393" y="2064575"/>
                  </a:lnTo>
                  <a:lnTo>
                    <a:pt x="1990725" y="2068576"/>
                  </a:lnTo>
                  <a:lnTo>
                    <a:pt x="1982508" y="2076323"/>
                  </a:lnTo>
                  <a:lnTo>
                    <a:pt x="1978063" y="2086317"/>
                  </a:lnTo>
                  <a:lnTo>
                    <a:pt x="1977694" y="2097278"/>
                  </a:lnTo>
                  <a:lnTo>
                    <a:pt x="1981708" y="2107946"/>
                  </a:lnTo>
                  <a:lnTo>
                    <a:pt x="2030857" y="2186609"/>
                  </a:lnTo>
                  <a:lnTo>
                    <a:pt x="26670" y="1132459"/>
                  </a:lnTo>
                  <a:lnTo>
                    <a:pt x="0" y="1183005"/>
                  </a:lnTo>
                  <a:lnTo>
                    <a:pt x="2004275" y="2237206"/>
                  </a:lnTo>
                  <a:lnTo>
                    <a:pt x="1911604" y="2241296"/>
                  </a:lnTo>
                  <a:lnTo>
                    <a:pt x="1900529" y="2244001"/>
                  </a:lnTo>
                  <a:lnTo>
                    <a:pt x="1891703" y="2250490"/>
                  </a:lnTo>
                  <a:lnTo>
                    <a:pt x="1886000" y="2259825"/>
                  </a:lnTo>
                  <a:lnTo>
                    <a:pt x="1884299" y="2271014"/>
                  </a:lnTo>
                  <a:lnTo>
                    <a:pt x="1886991" y="2282037"/>
                  </a:lnTo>
                  <a:lnTo>
                    <a:pt x="1893481" y="2290864"/>
                  </a:lnTo>
                  <a:lnTo>
                    <a:pt x="1902815" y="2296591"/>
                  </a:lnTo>
                  <a:lnTo>
                    <a:pt x="1914017" y="2298319"/>
                  </a:lnTo>
                  <a:lnTo>
                    <a:pt x="2161286" y="2287524"/>
                  </a:lnTo>
                  <a:close/>
                </a:path>
                <a:path w="3107690" h="2298700">
                  <a:moveTo>
                    <a:pt x="3107309" y="14224"/>
                  </a:moveTo>
                  <a:lnTo>
                    <a:pt x="3051937" y="0"/>
                  </a:lnTo>
                  <a:lnTo>
                    <a:pt x="2622131" y="1675155"/>
                  </a:lnTo>
                  <a:lnTo>
                    <a:pt x="2596769" y="1585849"/>
                  </a:lnTo>
                  <a:lnTo>
                    <a:pt x="2591549" y="1575739"/>
                  </a:lnTo>
                  <a:lnTo>
                    <a:pt x="2583154" y="1568678"/>
                  </a:lnTo>
                  <a:lnTo>
                    <a:pt x="2572740" y="1565275"/>
                  </a:lnTo>
                  <a:lnTo>
                    <a:pt x="2561463" y="1566164"/>
                  </a:lnTo>
                  <a:lnTo>
                    <a:pt x="2551341" y="1571371"/>
                  </a:lnTo>
                  <a:lnTo>
                    <a:pt x="2544280" y="1579727"/>
                  </a:lnTo>
                  <a:lnTo>
                    <a:pt x="2540889" y="1590141"/>
                  </a:lnTo>
                  <a:lnTo>
                    <a:pt x="2541778" y="1601470"/>
                  </a:lnTo>
                  <a:lnTo>
                    <a:pt x="2609469" y="1839468"/>
                  </a:lnTo>
                  <a:lnTo>
                    <a:pt x="2656624" y="1791716"/>
                  </a:lnTo>
                  <a:lnTo>
                    <a:pt x="2783332" y="1663446"/>
                  </a:lnTo>
                  <a:lnTo>
                    <a:pt x="2789542" y="1653921"/>
                  </a:lnTo>
                  <a:lnTo>
                    <a:pt x="2791574" y="1643164"/>
                  </a:lnTo>
                  <a:lnTo>
                    <a:pt x="2789428" y="1632445"/>
                  </a:lnTo>
                  <a:lnTo>
                    <a:pt x="2783078" y="1623060"/>
                  </a:lnTo>
                  <a:lnTo>
                    <a:pt x="2773603" y="1616798"/>
                  </a:lnTo>
                  <a:lnTo>
                    <a:pt x="2762834" y="1614766"/>
                  </a:lnTo>
                  <a:lnTo>
                    <a:pt x="2752090" y="1616938"/>
                  </a:lnTo>
                  <a:lnTo>
                    <a:pt x="2742692" y="1623314"/>
                  </a:lnTo>
                  <a:lnTo>
                    <a:pt x="2677515" y="1689315"/>
                  </a:lnTo>
                  <a:lnTo>
                    <a:pt x="3107309" y="14224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945632" y="3831589"/>
              <a:ext cx="1967230" cy="1017905"/>
            </a:xfrm>
            <a:custGeom>
              <a:avLst/>
              <a:gdLst/>
              <a:ahLst/>
              <a:cxnLst/>
              <a:rect l="l" t="t" r="r" b="b"/>
              <a:pathLst>
                <a:path w="1967229" h="1017903">
                  <a:moveTo>
                    <a:pt x="1809069" y="63081"/>
                  </a:moveTo>
                  <a:lnTo>
                    <a:pt x="0" y="966470"/>
                  </a:lnTo>
                  <a:lnTo>
                    <a:pt x="25653" y="1017524"/>
                  </a:lnTo>
                  <a:lnTo>
                    <a:pt x="1834539" y="114167"/>
                  </a:lnTo>
                  <a:lnTo>
                    <a:pt x="1865577" y="66776"/>
                  </a:lnTo>
                  <a:lnTo>
                    <a:pt x="1809069" y="63081"/>
                  </a:lnTo>
                  <a:close/>
                </a:path>
                <a:path w="1967229" h="1017903">
                  <a:moveTo>
                    <a:pt x="1963212" y="15875"/>
                  </a:moveTo>
                  <a:lnTo>
                    <a:pt x="1903602" y="15875"/>
                  </a:lnTo>
                  <a:lnTo>
                    <a:pt x="1929129" y="66929"/>
                  </a:lnTo>
                  <a:lnTo>
                    <a:pt x="1834539" y="114167"/>
                  </a:lnTo>
                  <a:lnTo>
                    <a:pt x="1783714" y="191770"/>
                  </a:lnTo>
                  <a:lnTo>
                    <a:pt x="1779504" y="202318"/>
                  </a:lnTo>
                  <a:lnTo>
                    <a:pt x="1779650" y="213296"/>
                  </a:lnTo>
                  <a:lnTo>
                    <a:pt x="1783893" y="223416"/>
                  </a:lnTo>
                  <a:lnTo>
                    <a:pt x="1791969" y="231394"/>
                  </a:lnTo>
                  <a:lnTo>
                    <a:pt x="1802518" y="235604"/>
                  </a:lnTo>
                  <a:lnTo>
                    <a:pt x="1813496" y="235458"/>
                  </a:lnTo>
                  <a:lnTo>
                    <a:pt x="1823616" y="231215"/>
                  </a:lnTo>
                  <a:lnTo>
                    <a:pt x="1831593" y="223139"/>
                  </a:lnTo>
                  <a:lnTo>
                    <a:pt x="1967102" y="16129"/>
                  </a:lnTo>
                  <a:lnTo>
                    <a:pt x="1963212" y="15875"/>
                  </a:lnTo>
                  <a:close/>
                </a:path>
                <a:path w="1967229" h="1017903">
                  <a:moveTo>
                    <a:pt x="1865577" y="66776"/>
                  </a:moveTo>
                  <a:lnTo>
                    <a:pt x="1834539" y="114167"/>
                  </a:lnTo>
                  <a:lnTo>
                    <a:pt x="1923026" y="69977"/>
                  </a:lnTo>
                  <a:lnTo>
                    <a:pt x="1914524" y="69977"/>
                  </a:lnTo>
                  <a:lnTo>
                    <a:pt x="1865577" y="66776"/>
                  </a:lnTo>
                  <a:close/>
                </a:path>
                <a:path w="1967229" h="1017903">
                  <a:moveTo>
                    <a:pt x="1892426" y="25781"/>
                  </a:moveTo>
                  <a:lnTo>
                    <a:pt x="1865577" y="66776"/>
                  </a:lnTo>
                  <a:lnTo>
                    <a:pt x="1914524" y="69977"/>
                  </a:lnTo>
                  <a:lnTo>
                    <a:pt x="1892426" y="25781"/>
                  </a:lnTo>
                  <a:close/>
                </a:path>
                <a:path w="1967229" h="1017903">
                  <a:moveTo>
                    <a:pt x="1908555" y="25781"/>
                  </a:moveTo>
                  <a:lnTo>
                    <a:pt x="1892426" y="25781"/>
                  </a:lnTo>
                  <a:lnTo>
                    <a:pt x="1914524" y="69977"/>
                  </a:lnTo>
                  <a:lnTo>
                    <a:pt x="1923026" y="69977"/>
                  </a:lnTo>
                  <a:lnTo>
                    <a:pt x="1929129" y="66929"/>
                  </a:lnTo>
                  <a:lnTo>
                    <a:pt x="1908555" y="25781"/>
                  </a:lnTo>
                  <a:close/>
                </a:path>
                <a:path w="1967229" h="1017903">
                  <a:moveTo>
                    <a:pt x="1903602" y="15875"/>
                  </a:moveTo>
                  <a:lnTo>
                    <a:pt x="1809069" y="63081"/>
                  </a:lnTo>
                  <a:lnTo>
                    <a:pt x="1865577" y="66776"/>
                  </a:lnTo>
                  <a:lnTo>
                    <a:pt x="1892426" y="25781"/>
                  </a:lnTo>
                  <a:lnTo>
                    <a:pt x="1908555" y="25781"/>
                  </a:lnTo>
                  <a:lnTo>
                    <a:pt x="1903602" y="15875"/>
                  </a:lnTo>
                  <a:close/>
                </a:path>
                <a:path w="1967229" h="1017903">
                  <a:moveTo>
                    <a:pt x="1720088" y="0"/>
                  </a:moveTo>
                  <a:lnTo>
                    <a:pt x="1708844" y="1524"/>
                  </a:lnTo>
                  <a:lnTo>
                    <a:pt x="1699386" y="7048"/>
                  </a:lnTo>
                  <a:lnTo>
                    <a:pt x="1692691" y="15716"/>
                  </a:lnTo>
                  <a:lnTo>
                    <a:pt x="1689735" y="26670"/>
                  </a:lnTo>
                  <a:lnTo>
                    <a:pt x="1691259" y="37913"/>
                  </a:lnTo>
                  <a:lnTo>
                    <a:pt x="1696783" y="47371"/>
                  </a:lnTo>
                  <a:lnTo>
                    <a:pt x="1705451" y="54066"/>
                  </a:lnTo>
                  <a:lnTo>
                    <a:pt x="1716404" y="57023"/>
                  </a:lnTo>
                  <a:lnTo>
                    <a:pt x="1809069" y="63081"/>
                  </a:lnTo>
                  <a:lnTo>
                    <a:pt x="1903602" y="15875"/>
                  </a:lnTo>
                  <a:lnTo>
                    <a:pt x="1963212" y="15875"/>
                  </a:lnTo>
                  <a:lnTo>
                    <a:pt x="1720088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193030" y="4691633"/>
              <a:ext cx="896619" cy="897255"/>
            </a:xfrm>
            <a:custGeom>
              <a:avLst/>
              <a:gdLst/>
              <a:ahLst/>
              <a:cxnLst/>
              <a:rect l="l" t="t" r="r" b="b"/>
              <a:pathLst>
                <a:path w="896619" h="897253">
                  <a:moveTo>
                    <a:pt x="448056" y="0"/>
                  </a:moveTo>
                  <a:lnTo>
                    <a:pt x="399245" y="2631"/>
                  </a:lnTo>
                  <a:lnTo>
                    <a:pt x="351955" y="10343"/>
                  </a:lnTo>
                  <a:lnTo>
                    <a:pt x="306458" y="22863"/>
                  </a:lnTo>
                  <a:lnTo>
                    <a:pt x="263028" y="39915"/>
                  </a:lnTo>
                  <a:lnTo>
                    <a:pt x="221939" y="61228"/>
                  </a:lnTo>
                  <a:lnTo>
                    <a:pt x="183465" y="86526"/>
                  </a:lnTo>
                  <a:lnTo>
                    <a:pt x="147879" y="115537"/>
                  </a:lnTo>
                  <a:lnTo>
                    <a:pt x="115454" y="147987"/>
                  </a:lnTo>
                  <a:lnTo>
                    <a:pt x="86465" y="183602"/>
                  </a:lnTo>
                  <a:lnTo>
                    <a:pt x="61185" y="222108"/>
                  </a:lnTo>
                  <a:lnTo>
                    <a:pt x="39888" y="263233"/>
                  </a:lnTo>
                  <a:lnTo>
                    <a:pt x="22847" y="306701"/>
                  </a:lnTo>
                  <a:lnTo>
                    <a:pt x="10337" y="352241"/>
                  </a:lnTo>
                  <a:lnTo>
                    <a:pt x="2629" y="399577"/>
                  </a:lnTo>
                  <a:lnTo>
                    <a:pt x="0" y="448437"/>
                  </a:lnTo>
                  <a:lnTo>
                    <a:pt x="2629" y="497296"/>
                  </a:lnTo>
                  <a:lnTo>
                    <a:pt x="10337" y="544632"/>
                  </a:lnTo>
                  <a:lnTo>
                    <a:pt x="22847" y="590172"/>
                  </a:lnTo>
                  <a:lnTo>
                    <a:pt x="39888" y="633640"/>
                  </a:lnTo>
                  <a:lnTo>
                    <a:pt x="61185" y="674765"/>
                  </a:lnTo>
                  <a:lnTo>
                    <a:pt x="86465" y="713271"/>
                  </a:lnTo>
                  <a:lnTo>
                    <a:pt x="115454" y="748886"/>
                  </a:lnTo>
                  <a:lnTo>
                    <a:pt x="147879" y="781336"/>
                  </a:lnTo>
                  <a:lnTo>
                    <a:pt x="183465" y="810347"/>
                  </a:lnTo>
                  <a:lnTo>
                    <a:pt x="221939" y="835645"/>
                  </a:lnTo>
                  <a:lnTo>
                    <a:pt x="263028" y="856958"/>
                  </a:lnTo>
                  <a:lnTo>
                    <a:pt x="306458" y="874010"/>
                  </a:lnTo>
                  <a:lnTo>
                    <a:pt x="351955" y="886530"/>
                  </a:lnTo>
                  <a:lnTo>
                    <a:pt x="399245" y="894242"/>
                  </a:lnTo>
                  <a:lnTo>
                    <a:pt x="448056" y="896874"/>
                  </a:lnTo>
                  <a:lnTo>
                    <a:pt x="496866" y="894242"/>
                  </a:lnTo>
                  <a:lnTo>
                    <a:pt x="544156" y="886530"/>
                  </a:lnTo>
                  <a:lnTo>
                    <a:pt x="589653" y="874010"/>
                  </a:lnTo>
                  <a:lnTo>
                    <a:pt x="633083" y="856958"/>
                  </a:lnTo>
                  <a:lnTo>
                    <a:pt x="674172" y="835645"/>
                  </a:lnTo>
                  <a:lnTo>
                    <a:pt x="712646" y="810347"/>
                  </a:lnTo>
                  <a:lnTo>
                    <a:pt x="748232" y="781336"/>
                  </a:lnTo>
                  <a:lnTo>
                    <a:pt x="780657" y="748886"/>
                  </a:lnTo>
                  <a:lnTo>
                    <a:pt x="809646" y="713271"/>
                  </a:lnTo>
                  <a:lnTo>
                    <a:pt x="834926" y="674765"/>
                  </a:lnTo>
                  <a:lnTo>
                    <a:pt x="856223" y="633640"/>
                  </a:lnTo>
                  <a:lnTo>
                    <a:pt x="873264" y="590172"/>
                  </a:lnTo>
                  <a:lnTo>
                    <a:pt x="885774" y="544632"/>
                  </a:lnTo>
                  <a:lnTo>
                    <a:pt x="893482" y="497296"/>
                  </a:lnTo>
                  <a:lnTo>
                    <a:pt x="896112" y="448437"/>
                  </a:lnTo>
                  <a:lnTo>
                    <a:pt x="893482" y="399577"/>
                  </a:lnTo>
                  <a:lnTo>
                    <a:pt x="885774" y="352241"/>
                  </a:lnTo>
                  <a:lnTo>
                    <a:pt x="873264" y="306701"/>
                  </a:lnTo>
                  <a:lnTo>
                    <a:pt x="856223" y="263233"/>
                  </a:lnTo>
                  <a:lnTo>
                    <a:pt x="834926" y="222108"/>
                  </a:lnTo>
                  <a:lnTo>
                    <a:pt x="809646" y="183602"/>
                  </a:lnTo>
                  <a:lnTo>
                    <a:pt x="780657" y="147987"/>
                  </a:lnTo>
                  <a:lnTo>
                    <a:pt x="748232" y="115537"/>
                  </a:lnTo>
                  <a:lnTo>
                    <a:pt x="712646" y="86526"/>
                  </a:lnTo>
                  <a:lnTo>
                    <a:pt x="674172" y="61228"/>
                  </a:lnTo>
                  <a:lnTo>
                    <a:pt x="633083" y="39915"/>
                  </a:lnTo>
                  <a:lnTo>
                    <a:pt x="589653" y="22863"/>
                  </a:lnTo>
                  <a:lnTo>
                    <a:pt x="544156" y="10343"/>
                  </a:lnTo>
                  <a:lnTo>
                    <a:pt x="496866" y="2631"/>
                  </a:lnTo>
                  <a:lnTo>
                    <a:pt x="448056" y="0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193030" y="4691633"/>
              <a:ext cx="896619" cy="897255"/>
            </a:xfrm>
            <a:custGeom>
              <a:avLst/>
              <a:gdLst/>
              <a:ahLst/>
              <a:cxnLst/>
              <a:rect l="l" t="t" r="r" b="b"/>
              <a:pathLst>
                <a:path w="896619" h="897253">
                  <a:moveTo>
                    <a:pt x="0" y="448437"/>
                  </a:moveTo>
                  <a:lnTo>
                    <a:pt x="2629" y="399577"/>
                  </a:lnTo>
                  <a:lnTo>
                    <a:pt x="10337" y="352241"/>
                  </a:lnTo>
                  <a:lnTo>
                    <a:pt x="22847" y="306701"/>
                  </a:lnTo>
                  <a:lnTo>
                    <a:pt x="39888" y="263233"/>
                  </a:lnTo>
                  <a:lnTo>
                    <a:pt x="61185" y="222108"/>
                  </a:lnTo>
                  <a:lnTo>
                    <a:pt x="86465" y="183602"/>
                  </a:lnTo>
                  <a:lnTo>
                    <a:pt x="115454" y="147987"/>
                  </a:lnTo>
                  <a:lnTo>
                    <a:pt x="147879" y="115537"/>
                  </a:lnTo>
                  <a:lnTo>
                    <a:pt x="183465" y="86526"/>
                  </a:lnTo>
                  <a:lnTo>
                    <a:pt x="221939" y="61228"/>
                  </a:lnTo>
                  <a:lnTo>
                    <a:pt x="263028" y="39915"/>
                  </a:lnTo>
                  <a:lnTo>
                    <a:pt x="306458" y="22863"/>
                  </a:lnTo>
                  <a:lnTo>
                    <a:pt x="351955" y="10343"/>
                  </a:lnTo>
                  <a:lnTo>
                    <a:pt x="399245" y="2631"/>
                  </a:lnTo>
                  <a:lnTo>
                    <a:pt x="448056" y="0"/>
                  </a:lnTo>
                  <a:lnTo>
                    <a:pt x="496866" y="2631"/>
                  </a:lnTo>
                  <a:lnTo>
                    <a:pt x="544156" y="10343"/>
                  </a:lnTo>
                  <a:lnTo>
                    <a:pt x="589653" y="22863"/>
                  </a:lnTo>
                  <a:lnTo>
                    <a:pt x="633083" y="39915"/>
                  </a:lnTo>
                  <a:lnTo>
                    <a:pt x="674172" y="61228"/>
                  </a:lnTo>
                  <a:lnTo>
                    <a:pt x="712646" y="86526"/>
                  </a:lnTo>
                  <a:lnTo>
                    <a:pt x="748232" y="115537"/>
                  </a:lnTo>
                  <a:lnTo>
                    <a:pt x="780657" y="147987"/>
                  </a:lnTo>
                  <a:lnTo>
                    <a:pt x="809646" y="183602"/>
                  </a:lnTo>
                  <a:lnTo>
                    <a:pt x="834926" y="222108"/>
                  </a:lnTo>
                  <a:lnTo>
                    <a:pt x="856223" y="263233"/>
                  </a:lnTo>
                  <a:lnTo>
                    <a:pt x="873264" y="306701"/>
                  </a:lnTo>
                  <a:lnTo>
                    <a:pt x="885774" y="352241"/>
                  </a:lnTo>
                  <a:lnTo>
                    <a:pt x="893482" y="399577"/>
                  </a:lnTo>
                  <a:lnTo>
                    <a:pt x="896112" y="448437"/>
                  </a:lnTo>
                  <a:lnTo>
                    <a:pt x="893482" y="497296"/>
                  </a:lnTo>
                  <a:lnTo>
                    <a:pt x="885774" y="544632"/>
                  </a:lnTo>
                  <a:lnTo>
                    <a:pt x="873264" y="590172"/>
                  </a:lnTo>
                  <a:lnTo>
                    <a:pt x="856223" y="633640"/>
                  </a:lnTo>
                  <a:lnTo>
                    <a:pt x="834926" y="674765"/>
                  </a:lnTo>
                  <a:lnTo>
                    <a:pt x="809646" y="713271"/>
                  </a:lnTo>
                  <a:lnTo>
                    <a:pt x="780657" y="748886"/>
                  </a:lnTo>
                  <a:lnTo>
                    <a:pt x="748232" y="781336"/>
                  </a:lnTo>
                  <a:lnTo>
                    <a:pt x="712646" y="810347"/>
                  </a:lnTo>
                  <a:lnTo>
                    <a:pt x="674172" y="835645"/>
                  </a:lnTo>
                  <a:lnTo>
                    <a:pt x="633083" y="856958"/>
                  </a:lnTo>
                  <a:lnTo>
                    <a:pt x="589653" y="874010"/>
                  </a:lnTo>
                  <a:lnTo>
                    <a:pt x="544156" y="886530"/>
                  </a:lnTo>
                  <a:lnTo>
                    <a:pt x="496866" y="894242"/>
                  </a:lnTo>
                  <a:lnTo>
                    <a:pt x="448056" y="896874"/>
                  </a:lnTo>
                  <a:lnTo>
                    <a:pt x="399245" y="894242"/>
                  </a:lnTo>
                  <a:lnTo>
                    <a:pt x="351955" y="886530"/>
                  </a:lnTo>
                  <a:lnTo>
                    <a:pt x="306458" y="874010"/>
                  </a:lnTo>
                  <a:lnTo>
                    <a:pt x="263028" y="856958"/>
                  </a:lnTo>
                  <a:lnTo>
                    <a:pt x="221939" y="835645"/>
                  </a:lnTo>
                  <a:lnTo>
                    <a:pt x="183465" y="810347"/>
                  </a:lnTo>
                  <a:lnTo>
                    <a:pt x="147879" y="781336"/>
                  </a:lnTo>
                  <a:lnTo>
                    <a:pt x="115454" y="748886"/>
                  </a:lnTo>
                  <a:lnTo>
                    <a:pt x="86465" y="713271"/>
                  </a:lnTo>
                  <a:lnTo>
                    <a:pt x="61185" y="674765"/>
                  </a:lnTo>
                  <a:lnTo>
                    <a:pt x="39888" y="633640"/>
                  </a:lnTo>
                  <a:lnTo>
                    <a:pt x="22847" y="590172"/>
                  </a:lnTo>
                  <a:lnTo>
                    <a:pt x="10337" y="544632"/>
                  </a:lnTo>
                  <a:lnTo>
                    <a:pt x="2629" y="497296"/>
                  </a:lnTo>
                  <a:lnTo>
                    <a:pt x="0" y="448437"/>
                  </a:lnTo>
                  <a:close/>
                </a:path>
              </a:pathLst>
            </a:custGeom>
            <a:ln w="38100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/>
          <p:nvPr/>
        </p:nvSpPr>
        <p:spPr>
          <a:xfrm>
            <a:off x="1477517" y="6012178"/>
            <a:ext cx="9223375" cy="829944"/>
          </a:xfrm>
          <a:custGeom>
            <a:avLst/>
            <a:gdLst/>
            <a:ahLst/>
            <a:cxnLst/>
            <a:rect l="l" t="t" r="r" b="b"/>
            <a:pathLst>
              <a:path w="9223375" h="829944">
                <a:moveTo>
                  <a:pt x="9223248" y="0"/>
                </a:moveTo>
                <a:lnTo>
                  <a:pt x="0" y="0"/>
                </a:lnTo>
                <a:lnTo>
                  <a:pt x="0" y="829818"/>
                </a:lnTo>
                <a:lnTo>
                  <a:pt x="9223248" y="829818"/>
                </a:lnTo>
                <a:lnTo>
                  <a:pt x="9223248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2163572" y="6156705"/>
            <a:ext cx="785177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5">
                <a:solidFill>
                  <a:srgbClr val="FFFFFF"/>
                </a:solidFill>
                <a:latin typeface="PMingLiU"/>
                <a:cs typeface="PMingLiU"/>
              </a:rPr>
              <a:t>其他顶点：从一条边到达后，需要从另一条边离开</a:t>
            </a:r>
            <a:endParaRPr sz="2800">
              <a:latin typeface="PMingLiU"/>
              <a:cs typeface="PMingLiU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245100" y="4912867"/>
            <a:ext cx="8051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400">
                <a:latin typeface="PMingLiU"/>
                <a:cs typeface="PMingLiU"/>
              </a:rPr>
              <a:t>其他</a:t>
            </a:r>
            <a:r>
              <a:rPr sz="2400" spc="-50">
                <a:latin typeface="Cambria Math"/>
                <a:cs typeface="Cambria Math"/>
              </a:rPr>
              <a:t>𝟐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5662421" y="1962150"/>
            <a:ext cx="897890" cy="897890"/>
          </a:xfrm>
          <a:custGeom>
            <a:avLst/>
            <a:gdLst/>
            <a:ahLst/>
            <a:cxnLst/>
            <a:rect l="l" t="t" r="r" b="b"/>
            <a:pathLst>
              <a:path w="897890" h="897889">
                <a:moveTo>
                  <a:pt x="0" y="448817"/>
                </a:moveTo>
                <a:lnTo>
                  <a:pt x="2633" y="399909"/>
                </a:lnTo>
                <a:lnTo>
                  <a:pt x="10350" y="352527"/>
                </a:lnTo>
                <a:lnTo>
                  <a:pt x="22878" y="306945"/>
                </a:lnTo>
                <a:lnTo>
                  <a:pt x="39942" y="263438"/>
                </a:lnTo>
                <a:lnTo>
                  <a:pt x="61270" y="222278"/>
                </a:lnTo>
                <a:lnTo>
                  <a:pt x="86587" y="183739"/>
                </a:lnTo>
                <a:lnTo>
                  <a:pt x="115620" y="148095"/>
                </a:lnTo>
                <a:lnTo>
                  <a:pt x="148095" y="115620"/>
                </a:lnTo>
                <a:lnTo>
                  <a:pt x="183739" y="86587"/>
                </a:lnTo>
                <a:lnTo>
                  <a:pt x="222278" y="61270"/>
                </a:lnTo>
                <a:lnTo>
                  <a:pt x="263438" y="39942"/>
                </a:lnTo>
                <a:lnTo>
                  <a:pt x="306945" y="22878"/>
                </a:lnTo>
                <a:lnTo>
                  <a:pt x="352527" y="10350"/>
                </a:lnTo>
                <a:lnTo>
                  <a:pt x="399909" y="2633"/>
                </a:lnTo>
                <a:lnTo>
                  <a:pt x="448817" y="0"/>
                </a:lnTo>
                <a:lnTo>
                  <a:pt x="497726" y="2633"/>
                </a:lnTo>
                <a:lnTo>
                  <a:pt x="545108" y="10350"/>
                </a:lnTo>
                <a:lnTo>
                  <a:pt x="590690" y="22878"/>
                </a:lnTo>
                <a:lnTo>
                  <a:pt x="634197" y="39942"/>
                </a:lnTo>
                <a:lnTo>
                  <a:pt x="675357" y="61270"/>
                </a:lnTo>
                <a:lnTo>
                  <a:pt x="713896" y="86587"/>
                </a:lnTo>
                <a:lnTo>
                  <a:pt x="749540" y="115620"/>
                </a:lnTo>
                <a:lnTo>
                  <a:pt x="782015" y="148095"/>
                </a:lnTo>
                <a:lnTo>
                  <a:pt x="811048" y="183739"/>
                </a:lnTo>
                <a:lnTo>
                  <a:pt x="836365" y="222278"/>
                </a:lnTo>
                <a:lnTo>
                  <a:pt x="857693" y="263438"/>
                </a:lnTo>
                <a:lnTo>
                  <a:pt x="874757" y="306945"/>
                </a:lnTo>
                <a:lnTo>
                  <a:pt x="887285" y="352527"/>
                </a:lnTo>
                <a:lnTo>
                  <a:pt x="895002" y="399909"/>
                </a:lnTo>
                <a:lnTo>
                  <a:pt x="897635" y="448817"/>
                </a:lnTo>
                <a:lnTo>
                  <a:pt x="895002" y="497726"/>
                </a:lnTo>
                <a:lnTo>
                  <a:pt x="887285" y="545108"/>
                </a:lnTo>
                <a:lnTo>
                  <a:pt x="874757" y="590690"/>
                </a:lnTo>
                <a:lnTo>
                  <a:pt x="857693" y="634197"/>
                </a:lnTo>
                <a:lnTo>
                  <a:pt x="836365" y="675357"/>
                </a:lnTo>
                <a:lnTo>
                  <a:pt x="811048" y="713896"/>
                </a:lnTo>
                <a:lnTo>
                  <a:pt x="782015" y="749540"/>
                </a:lnTo>
                <a:lnTo>
                  <a:pt x="749540" y="782015"/>
                </a:lnTo>
                <a:lnTo>
                  <a:pt x="713896" y="811048"/>
                </a:lnTo>
                <a:lnTo>
                  <a:pt x="675357" y="836365"/>
                </a:lnTo>
                <a:lnTo>
                  <a:pt x="634197" y="857693"/>
                </a:lnTo>
                <a:lnTo>
                  <a:pt x="590690" y="874757"/>
                </a:lnTo>
                <a:lnTo>
                  <a:pt x="545108" y="887285"/>
                </a:lnTo>
                <a:lnTo>
                  <a:pt x="497726" y="895002"/>
                </a:lnTo>
                <a:lnTo>
                  <a:pt x="448817" y="897636"/>
                </a:lnTo>
                <a:lnTo>
                  <a:pt x="399909" y="895002"/>
                </a:lnTo>
                <a:lnTo>
                  <a:pt x="352527" y="887285"/>
                </a:lnTo>
                <a:lnTo>
                  <a:pt x="306945" y="874757"/>
                </a:lnTo>
                <a:lnTo>
                  <a:pt x="263438" y="857693"/>
                </a:lnTo>
                <a:lnTo>
                  <a:pt x="222278" y="836365"/>
                </a:lnTo>
                <a:lnTo>
                  <a:pt x="183739" y="811048"/>
                </a:lnTo>
                <a:lnTo>
                  <a:pt x="148095" y="782015"/>
                </a:lnTo>
                <a:lnTo>
                  <a:pt x="115620" y="749540"/>
                </a:lnTo>
                <a:lnTo>
                  <a:pt x="86587" y="713896"/>
                </a:lnTo>
                <a:lnTo>
                  <a:pt x="61270" y="675357"/>
                </a:lnTo>
                <a:lnTo>
                  <a:pt x="39942" y="634197"/>
                </a:lnTo>
                <a:lnTo>
                  <a:pt x="22878" y="590690"/>
                </a:lnTo>
                <a:lnTo>
                  <a:pt x="10350" y="545108"/>
                </a:lnTo>
                <a:lnTo>
                  <a:pt x="2633" y="497726"/>
                </a:lnTo>
                <a:lnTo>
                  <a:pt x="0" y="448817"/>
                </a:lnTo>
                <a:close/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5715253" y="2183384"/>
            <a:ext cx="8051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400">
                <a:latin typeface="PMingLiU"/>
                <a:cs typeface="PMingLiU"/>
              </a:rPr>
              <a:t>其他</a:t>
            </a:r>
            <a:r>
              <a:rPr sz="2400" spc="-50">
                <a:latin typeface="Cambria Math"/>
                <a:cs typeface="Cambria Math"/>
              </a:rPr>
              <a:t>𝟏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3" name="object 2">
            <a:extLst>
              <a:ext uri="{FF2B5EF4-FFF2-40B4-BE49-F238E27FC236}">
                <a16:creationId xmlns:a16="http://schemas.microsoft.com/office/drawing/2014/main" id="{56487F05-2675-3E48-9649-8A93AEB8D7A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438" y="227767"/>
            <a:ext cx="5065549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柯尼斯堡七桥问</a:t>
            </a:r>
            <a:r>
              <a:rPr sz="4000"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题</a:t>
            </a:r>
            <a:endParaRPr sz="4000"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46214" y="1063943"/>
            <a:ext cx="7484109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10" dirty="0" err="1">
                <a:latin typeface="PMingLiU"/>
                <a:cs typeface="PMingLiU"/>
              </a:rPr>
              <a:t>从起点出发，经过图中所有边，最终到达终点</a:t>
            </a:r>
            <a:endParaRPr sz="2800" dirty="0">
              <a:latin typeface="PMingLiU"/>
              <a:cs typeface="PMingLiU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473136" y="1779460"/>
            <a:ext cx="9232900" cy="4184650"/>
            <a:chOff x="1473136" y="1779460"/>
            <a:chExt cx="9232900" cy="4184650"/>
          </a:xfrm>
        </p:grpSpPr>
        <p:sp>
          <p:nvSpPr>
            <p:cNvPr id="5" name="object 5"/>
            <p:cNvSpPr/>
            <p:nvPr/>
          </p:nvSpPr>
          <p:spPr>
            <a:xfrm>
              <a:off x="1477899" y="1784223"/>
              <a:ext cx="9223375" cy="4175125"/>
            </a:xfrm>
            <a:custGeom>
              <a:avLst/>
              <a:gdLst/>
              <a:ahLst/>
              <a:cxnLst/>
              <a:rect l="l" t="t" r="r" b="b"/>
              <a:pathLst>
                <a:path w="9223375" h="4175125">
                  <a:moveTo>
                    <a:pt x="0" y="4174998"/>
                  </a:moveTo>
                  <a:lnTo>
                    <a:pt x="9223248" y="4174998"/>
                  </a:lnTo>
                  <a:lnTo>
                    <a:pt x="9223248" y="0"/>
                  </a:lnTo>
                  <a:lnTo>
                    <a:pt x="0" y="0"/>
                  </a:lnTo>
                  <a:lnTo>
                    <a:pt x="0" y="4174998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911845" y="3399282"/>
              <a:ext cx="897255" cy="896619"/>
            </a:xfrm>
            <a:custGeom>
              <a:avLst/>
              <a:gdLst/>
              <a:ahLst/>
              <a:cxnLst/>
              <a:rect l="l" t="t" r="r" b="b"/>
              <a:pathLst>
                <a:path w="897253" h="896619">
                  <a:moveTo>
                    <a:pt x="0" y="448055"/>
                  </a:moveTo>
                  <a:lnTo>
                    <a:pt x="2631" y="399245"/>
                  </a:lnTo>
                  <a:lnTo>
                    <a:pt x="10343" y="351955"/>
                  </a:lnTo>
                  <a:lnTo>
                    <a:pt x="22863" y="306458"/>
                  </a:lnTo>
                  <a:lnTo>
                    <a:pt x="39915" y="263028"/>
                  </a:lnTo>
                  <a:lnTo>
                    <a:pt x="61228" y="221939"/>
                  </a:lnTo>
                  <a:lnTo>
                    <a:pt x="86526" y="183465"/>
                  </a:lnTo>
                  <a:lnTo>
                    <a:pt x="115537" y="147879"/>
                  </a:lnTo>
                  <a:lnTo>
                    <a:pt x="147987" y="115454"/>
                  </a:lnTo>
                  <a:lnTo>
                    <a:pt x="183602" y="86465"/>
                  </a:lnTo>
                  <a:lnTo>
                    <a:pt x="222108" y="61185"/>
                  </a:lnTo>
                  <a:lnTo>
                    <a:pt x="263233" y="39888"/>
                  </a:lnTo>
                  <a:lnTo>
                    <a:pt x="306701" y="22847"/>
                  </a:lnTo>
                  <a:lnTo>
                    <a:pt x="352241" y="10337"/>
                  </a:lnTo>
                  <a:lnTo>
                    <a:pt x="399577" y="2629"/>
                  </a:lnTo>
                  <a:lnTo>
                    <a:pt x="448436" y="0"/>
                  </a:lnTo>
                  <a:lnTo>
                    <a:pt x="497296" y="2629"/>
                  </a:lnTo>
                  <a:lnTo>
                    <a:pt x="544632" y="10337"/>
                  </a:lnTo>
                  <a:lnTo>
                    <a:pt x="590172" y="22847"/>
                  </a:lnTo>
                  <a:lnTo>
                    <a:pt x="633640" y="39888"/>
                  </a:lnTo>
                  <a:lnTo>
                    <a:pt x="674765" y="61185"/>
                  </a:lnTo>
                  <a:lnTo>
                    <a:pt x="713271" y="86465"/>
                  </a:lnTo>
                  <a:lnTo>
                    <a:pt x="748886" y="115454"/>
                  </a:lnTo>
                  <a:lnTo>
                    <a:pt x="781336" y="147879"/>
                  </a:lnTo>
                  <a:lnTo>
                    <a:pt x="810347" y="183465"/>
                  </a:lnTo>
                  <a:lnTo>
                    <a:pt x="835645" y="221939"/>
                  </a:lnTo>
                  <a:lnTo>
                    <a:pt x="856958" y="263028"/>
                  </a:lnTo>
                  <a:lnTo>
                    <a:pt x="874010" y="306458"/>
                  </a:lnTo>
                  <a:lnTo>
                    <a:pt x="886530" y="351955"/>
                  </a:lnTo>
                  <a:lnTo>
                    <a:pt x="894242" y="399245"/>
                  </a:lnTo>
                  <a:lnTo>
                    <a:pt x="896874" y="448055"/>
                  </a:lnTo>
                  <a:lnTo>
                    <a:pt x="894242" y="496866"/>
                  </a:lnTo>
                  <a:lnTo>
                    <a:pt x="886530" y="544156"/>
                  </a:lnTo>
                  <a:lnTo>
                    <a:pt x="874010" y="589653"/>
                  </a:lnTo>
                  <a:lnTo>
                    <a:pt x="856958" y="633083"/>
                  </a:lnTo>
                  <a:lnTo>
                    <a:pt x="835645" y="674172"/>
                  </a:lnTo>
                  <a:lnTo>
                    <a:pt x="810347" y="712646"/>
                  </a:lnTo>
                  <a:lnTo>
                    <a:pt x="781336" y="748232"/>
                  </a:lnTo>
                  <a:lnTo>
                    <a:pt x="748886" y="780657"/>
                  </a:lnTo>
                  <a:lnTo>
                    <a:pt x="713271" y="809646"/>
                  </a:lnTo>
                  <a:lnTo>
                    <a:pt x="674765" y="834926"/>
                  </a:lnTo>
                  <a:lnTo>
                    <a:pt x="633640" y="856223"/>
                  </a:lnTo>
                  <a:lnTo>
                    <a:pt x="590172" y="873264"/>
                  </a:lnTo>
                  <a:lnTo>
                    <a:pt x="544632" y="885774"/>
                  </a:lnTo>
                  <a:lnTo>
                    <a:pt x="497296" y="893482"/>
                  </a:lnTo>
                  <a:lnTo>
                    <a:pt x="448436" y="896111"/>
                  </a:lnTo>
                  <a:lnTo>
                    <a:pt x="399577" y="893482"/>
                  </a:lnTo>
                  <a:lnTo>
                    <a:pt x="352241" y="885774"/>
                  </a:lnTo>
                  <a:lnTo>
                    <a:pt x="306701" y="873264"/>
                  </a:lnTo>
                  <a:lnTo>
                    <a:pt x="263233" y="856223"/>
                  </a:lnTo>
                  <a:lnTo>
                    <a:pt x="222108" y="834926"/>
                  </a:lnTo>
                  <a:lnTo>
                    <a:pt x="183602" y="809646"/>
                  </a:lnTo>
                  <a:lnTo>
                    <a:pt x="147987" y="780657"/>
                  </a:lnTo>
                  <a:lnTo>
                    <a:pt x="115537" y="748232"/>
                  </a:lnTo>
                  <a:lnTo>
                    <a:pt x="86526" y="712646"/>
                  </a:lnTo>
                  <a:lnTo>
                    <a:pt x="61228" y="674172"/>
                  </a:lnTo>
                  <a:lnTo>
                    <a:pt x="39915" y="633083"/>
                  </a:lnTo>
                  <a:lnTo>
                    <a:pt x="22863" y="589653"/>
                  </a:lnTo>
                  <a:lnTo>
                    <a:pt x="10343" y="544156"/>
                  </a:lnTo>
                  <a:lnTo>
                    <a:pt x="2631" y="496866"/>
                  </a:lnTo>
                  <a:lnTo>
                    <a:pt x="0" y="448055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8056118" y="3621532"/>
            <a:ext cx="6223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400" spc="-25">
                <a:latin typeface="PMingLiU"/>
                <a:cs typeface="PMingLiU"/>
              </a:rPr>
              <a:t>终点</a:t>
            </a:r>
            <a:endParaRPr sz="2400">
              <a:latin typeface="PMingLiU"/>
              <a:cs typeface="PMingLiU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279904" y="3245357"/>
            <a:ext cx="896619" cy="896619"/>
          </a:xfrm>
          <a:custGeom>
            <a:avLst/>
            <a:gdLst/>
            <a:ahLst/>
            <a:cxnLst/>
            <a:rect l="l" t="t" r="r" b="b"/>
            <a:pathLst>
              <a:path w="896619" h="896619">
                <a:moveTo>
                  <a:pt x="0" y="448055"/>
                </a:moveTo>
                <a:lnTo>
                  <a:pt x="2629" y="399245"/>
                </a:lnTo>
                <a:lnTo>
                  <a:pt x="10337" y="351955"/>
                </a:lnTo>
                <a:lnTo>
                  <a:pt x="22847" y="306458"/>
                </a:lnTo>
                <a:lnTo>
                  <a:pt x="39888" y="263028"/>
                </a:lnTo>
                <a:lnTo>
                  <a:pt x="61185" y="221939"/>
                </a:lnTo>
                <a:lnTo>
                  <a:pt x="86465" y="183465"/>
                </a:lnTo>
                <a:lnTo>
                  <a:pt x="115454" y="147879"/>
                </a:lnTo>
                <a:lnTo>
                  <a:pt x="147879" y="115454"/>
                </a:lnTo>
                <a:lnTo>
                  <a:pt x="183465" y="86465"/>
                </a:lnTo>
                <a:lnTo>
                  <a:pt x="221939" y="61185"/>
                </a:lnTo>
                <a:lnTo>
                  <a:pt x="263028" y="39888"/>
                </a:lnTo>
                <a:lnTo>
                  <a:pt x="306458" y="22847"/>
                </a:lnTo>
                <a:lnTo>
                  <a:pt x="351955" y="10337"/>
                </a:lnTo>
                <a:lnTo>
                  <a:pt x="399245" y="2629"/>
                </a:lnTo>
                <a:lnTo>
                  <a:pt x="448056" y="0"/>
                </a:lnTo>
                <a:lnTo>
                  <a:pt x="496866" y="2629"/>
                </a:lnTo>
                <a:lnTo>
                  <a:pt x="544156" y="10337"/>
                </a:lnTo>
                <a:lnTo>
                  <a:pt x="589653" y="22847"/>
                </a:lnTo>
                <a:lnTo>
                  <a:pt x="633083" y="39888"/>
                </a:lnTo>
                <a:lnTo>
                  <a:pt x="674172" y="61185"/>
                </a:lnTo>
                <a:lnTo>
                  <a:pt x="712646" y="86465"/>
                </a:lnTo>
                <a:lnTo>
                  <a:pt x="748232" y="115454"/>
                </a:lnTo>
                <a:lnTo>
                  <a:pt x="780657" y="147879"/>
                </a:lnTo>
                <a:lnTo>
                  <a:pt x="809646" y="183465"/>
                </a:lnTo>
                <a:lnTo>
                  <a:pt x="834926" y="221939"/>
                </a:lnTo>
                <a:lnTo>
                  <a:pt x="856223" y="263028"/>
                </a:lnTo>
                <a:lnTo>
                  <a:pt x="873264" y="306458"/>
                </a:lnTo>
                <a:lnTo>
                  <a:pt x="885774" y="351955"/>
                </a:lnTo>
                <a:lnTo>
                  <a:pt x="893482" y="399245"/>
                </a:lnTo>
                <a:lnTo>
                  <a:pt x="896112" y="448055"/>
                </a:lnTo>
                <a:lnTo>
                  <a:pt x="893482" y="496866"/>
                </a:lnTo>
                <a:lnTo>
                  <a:pt x="885774" y="544156"/>
                </a:lnTo>
                <a:lnTo>
                  <a:pt x="873264" y="589653"/>
                </a:lnTo>
                <a:lnTo>
                  <a:pt x="856223" y="633083"/>
                </a:lnTo>
                <a:lnTo>
                  <a:pt x="834926" y="674172"/>
                </a:lnTo>
                <a:lnTo>
                  <a:pt x="809646" y="712646"/>
                </a:lnTo>
                <a:lnTo>
                  <a:pt x="780657" y="748232"/>
                </a:lnTo>
                <a:lnTo>
                  <a:pt x="748232" y="780657"/>
                </a:lnTo>
                <a:lnTo>
                  <a:pt x="712646" y="809646"/>
                </a:lnTo>
                <a:lnTo>
                  <a:pt x="674172" y="834926"/>
                </a:lnTo>
                <a:lnTo>
                  <a:pt x="633083" y="856223"/>
                </a:lnTo>
                <a:lnTo>
                  <a:pt x="589653" y="873264"/>
                </a:lnTo>
                <a:lnTo>
                  <a:pt x="544156" y="885774"/>
                </a:lnTo>
                <a:lnTo>
                  <a:pt x="496866" y="893482"/>
                </a:lnTo>
                <a:lnTo>
                  <a:pt x="448056" y="896111"/>
                </a:lnTo>
                <a:lnTo>
                  <a:pt x="399245" y="893482"/>
                </a:lnTo>
                <a:lnTo>
                  <a:pt x="351955" y="885774"/>
                </a:lnTo>
                <a:lnTo>
                  <a:pt x="306458" y="873264"/>
                </a:lnTo>
                <a:lnTo>
                  <a:pt x="263028" y="856223"/>
                </a:lnTo>
                <a:lnTo>
                  <a:pt x="221939" y="834926"/>
                </a:lnTo>
                <a:lnTo>
                  <a:pt x="183465" y="809646"/>
                </a:lnTo>
                <a:lnTo>
                  <a:pt x="147879" y="780657"/>
                </a:lnTo>
                <a:lnTo>
                  <a:pt x="115454" y="748232"/>
                </a:lnTo>
                <a:lnTo>
                  <a:pt x="86465" y="712646"/>
                </a:lnTo>
                <a:lnTo>
                  <a:pt x="61185" y="674172"/>
                </a:lnTo>
                <a:lnTo>
                  <a:pt x="39888" y="633083"/>
                </a:lnTo>
                <a:lnTo>
                  <a:pt x="22847" y="589653"/>
                </a:lnTo>
                <a:lnTo>
                  <a:pt x="10337" y="544156"/>
                </a:lnTo>
                <a:lnTo>
                  <a:pt x="2629" y="496866"/>
                </a:lnTo>
                <a:lnTo>
                  <a:pt x="0" y="448055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423667" y="3467607"/>
            <a:ext cx="6223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400" spc="-25">
                <a:latin typeface="PMingLiU"/>
                <a:cs typeface="PMingLiU"/>
              </a:rPr>
              <a:t>起点</a:t>
            </a:r>
            <a:endParaRPr sz="2400">
              <a:latin typeface="PMingLiU"/>
              <a:cs typeface="PMingLiU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031998" y="2853054"/>
            <a:ext cx="5341620" cy="2754630"/>
            <a:chOff x="3031998" y="2853054"/>
            <a:chExt cx="5341620" cy="2754630"/>
          </a:xfrm>
        </p:grpSpPr>
        <p:sp>
          <p:nvSpPr>
            <p:cNvPr id="11" name="object 11"/>
            <p:cNvSpPr/>
            <p:nvPr/>
          </p:nvSpPr>
          <p:spPr>
            <a:xfrm>
              <a:off x="6076696" y="4148581"/>
              <a:ext cx="1967230" cy="1017905"/>
            </a:xfrm>
            <a:custGeom>
              <a:avLst/>
              <a:gdLst/>
              <a:ahLst/>
              <a:cxnLst/>
              <a:rect l="l" t="t" r="r" b="b"/>
              <a:pathLst>
                <a:path w="1967229" h="1017903">
                  <a:moveTo>
                    <a:pt x="1809069" y="63081"/>
                  </a:moveTo>
                  <a:lnTo>
                    <a:pt x="0" y="966470"/>
                  </a:lnTo>
                  <a:lnTo>
                    <a:pt x="25653" y="1017524"/>
                  </a:lnTo>
                  <a:lnTo>
                    <a:pt x="1834539" y="114167"/>
                  </a:lnTo>
                  <a:lnTo>
                    <a:pt x="1865577" y="66776"/>
                  </a:lnTo>
                  <a:lnTo>
                    <a:pt x="1809069" y="63081"/>
                  </a:lnTo>
                  <a:close/>
                </a:path>
                <a:path w="1967229" h="1017903">
                  <a:moveTo>
                    <a:pt x="1963212" y="15875"/>
                  </a:moveTo>
                  <a:lnTo>
                    <a:pt x="1903602" y="15875"/>
                  </a:lnTo>
                  <a:lnTo>
                    <a:pt x="1929129" y="66929"/>
                  </a:lnTo>
                  <a:lnTo>
                    <a:pt x="1834539" y="114167"/>
                  </a:lnTo>
                  <a:lnTo>
                    <a:pt x="1783714" y="191770"/>
                  </a:lnTo>
                  <a:lnTo>
                    <a:pt x="1779504" y="202318"/>
                  </a:lnTo>
                  <a:lnTo>
                    <a:pt x="1779650" y="213296"/>
                  </a:lnTo>
                  <a:lnTo>
                    <a:pt x="1783893" y="223416"/>
                  </a:lnTo>
                  <a:lnTo>
                    <a:pt x="1791970" y="231394"/>
                  </a:lnTo>
                  <a:lnTo>
                    <a:pt x="1802518" y="235604"/>
                  </a:lnTo>
                  <a:lnTo>
                    <a:pt x="1813496" y="235458"/>
                  </a:lnTo>
                  <a:lnTo>
                    <a:pt x="1823616" y="231215"/>
                  </a:lnTo>
                  <a:lnTo>
                    <a:pt x="1831594" y="223139"/>
                  </a:lnTo>
                  <a:lnTo>
                    <a:pt x="1967102" y="16129"/>
                  </a:lnTo>
                  <a:lnTo>
                    <a:pt x="1963212" y="15875"/>
                  </a:lnTo>
                  <a:close/>
                </a:path>
                <a:path w="1967229" h="1017903">
                  <a:moveTo>
                    <a:pt x="1865577" y="66776"/>
                  </a:moveTo>
                  <a:lnTo>
                    <a:pt x="1834539" y="114167"/>
                  </a:lnTo>
                  <a:lnTo>
                    <a:pt x="1923026" y="69977"/>
                  </a:lnTo>
                  <a:lnTo>
                    <a:pt x="1914525" y="69977"/>
                  </a:lnTo>
                  <a:lnTo>
                    <a:pt x="1865577" y="66776"/>
                  </a:lnTo>
                  <a:close/>
                </a:path>
                <a:path w="1967229" h="1017903">
                  <a:moveTo>
                    <a:pt x="1892427" y="25781"/>
                  </a:moveTo>
                  <a:lnTo>
                    <a:pt x="1865577" y="66776"/>
                  </a:lnTo>
                  <a:lnTo>
                    <a:pt x="1914525" y="69977"/>
                  </a:lnTo>
                  <a:lnTo>
                    <a:pt x="1892427" y="25781"/>
                  </a:lnTo>
                  <a:close/>
                </a:path>
                <a:path w="1967229" h="1017903">
                  <a:moveTo>
                    <a:pt x="1908555" y="25781"/>
                  </a:moveTo>
                  <a:lnTo>
                    <a:pt x="1892427" y="25781"/>
                  </a:lnTo>
                  <a:lnTo>
                    <a:pt x="1914525" y="69977"/>
                  </a:lnTo>
                  <a:lnTo>
                    <a:pt x="1923026" y="69977"/>
                  </a:lnTo>
                  <a:lnTo>
                    <a:pt x="1929129" y="66929"/>
                  </a:lnTo>
                  <a:lnTo>
                    <a:pt x="1908555" y="25781"/>
                  </a:lnTo>
                  <a:close/>
                </a:path>
                <a:path w="1967229" h="1017903">
                  <a:moveTo>
                    <a:pt x="1903602" y="15875"/>
                  </a:moveTo>
                  <a:lnTo>
                    <a:pt x="1809069" y="63081"/>
                  </a:lnTo>
                  <a:lnTo>
                    <a:pt x="1865577" y="66776"/>
                  </a:lnTo>
                  <a:lnTo>
                    <a:pt x="1892427" y="25781"/>
                  </a:lnTo>
                  <a:lnTo>
                    <a:pt x="1908555" y="25781"/>
                  </a:lnTo>
                  <a:lnTo>
                    <a:pt x="1903602" y="15875"/>
                  </a:lnTo>
                  <a:close/>
                </a:path>
                <a:path w="1967229" h="1017903">
                  <a:moveTo>
                    <a:pt x="1720087" y="0"/>
                  </a:moveTo>
                  <a:lnTo>
                    <a:pt x="1708844" y="1524"/>
                  </a:lnTo>
                  <a:lnTo>
                    <a:pt x="1699387" y="7048"/>
                  </a:lnTo>
                  <a:lnTo>
                    <a:pt x="1692691" y="15716"/>
                  </a:lnTo>
                  <a:lnTo>
                    <a:pt x="1689734" y="26670"/>
                  </a:lnTo>
                  <a:lnTo>
                    <a:pt x="1691258" y="37913"/>
                  </a:lnTo>
                  <a:lnTo>
                    <a:pt x="1696783" y="47371"/>
                  </a:lnTo>
                  <a:lnTo>
                    <a:pt x="1705451" y="54066"/>
                  </a:lnTo>
                  <a:lnTo>
                    <a:pt x="1716404" y="57023"/>
                  </a:lnTo>
                  <a:lnTo>
                    <a:pt x="1809069" y="63081"/>
                  </a:lnTo>
                  <a:lnTo>
                    <a:pt x="1903602" y="15875"/>
                  </a:lnTo>
                  <a:lnTo>
                    <a:pt x="1963212" y="15875"/>
                  </a:lnTo>
                  <a:lnTo>
                    <a:pt x="1720087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031998" y="2853054"/>
              <a:ext cx="3107690" cy="2298700"/>
            </a:xfrm>
            <a:custGeom>
              <a:avLst/>
              <a:gdLst/>
              <a:ahLst/>
              <a:cxnLst/>
              <a:rect l="l" t="t" r="r" b="b"/>
              <a:pathLst>
                <a:path w="3107690" h="2298700">
                  <a:moveTo>
                    <a:pt x="2161286" y="2287524"/>
                  </a:moveTo>
                  <a:lnTo>
                    <a:pt x="2160562" y="2286381"/>
                  </a:lnTo>
                  <a:lnTo>
                    <a:pt x="2030095" y="2077593"/>
                  </a:lnTo>
                  <a:lnTo>
                    <a:pt x="2022348" y="2069388"/>
                  </a:lnTo>
                  <a:lnTo>
                    <a:pt x="2012353" y="2064943"/>
                  </a:lnTo>
                  <a:lnTo>
                    <a:pt x="2001393" y="2064575"/>
                  </a:lnTo>
                  <a:lnTo>
                    <a:pt x="1990725" y="2068576"/>
                  </a:lnTo>
                  <a:lnTo>
                    <a:pt x="1982508" y="2076323"/>
                  </a:lnTo>
                  <a:lnTo>
                    <a:pt x="1978063" y="2086317"/>
                  </a:lnTo>
                  <a:lnTo>
                    <a:pt x="1977694" y="2097278"/>
                  </a:lnTo>
                  <a:lnTo>
                    <a:pt x="1981708" y="2107946"/>
                  </a:lnTo>
                  <a:lnTo>
                    <a:pt x="2030857" y="2186609"/>
                  </a:lnTo>
                  <a:lnTo>
                    <a:pt x="26670" y="1132459"/>
                  </a:lnTo>
                  <a:lnTo>
                    <a:pt x="0" y="1183005"/>
                  </a:lnTo>
                  <a:lnTo>
                    <a:pt x="2004275" y="2237206"/>
                  </a:lnTo>
                  <a:lnTo>
                    <a:pt x="1911604" y="2241296"/>
                  </a:lnTo>
                  <a:lnTo>
                    <a:pt x="1900529" y="2244001"/>
                  </a:lnTo>
                  <a:lnTo>
                    <a:pt x="1891703" y="2250490"/>
                  </a:lnTo>
                  <a:lnTo>
                    <a:pt x="1886000" y="2259825"/>
                  </a:lnTo>
                  <a:lnTo>
                    <a:pt x="1884299" y="2271014"/>
                  </a:lnTo>
                  <a:lnTo>
                    <a:pt x="1886991" y="2282037"/>
                  </a:lnTo>
                  <a:lnTo>
                    <a:pt x="1893481" y="2290864"/>
                  </a:lnTo>
                  <a:lnTo>
                    <a:pt x="1902815" y="2296591"/>
                  </a:lnTo>
                  <a:lnTo>
                    <a:pt x="1914017" y="2298319"/>
                  </a:lnTo>
                  <a:lnTo>
                    <a:pt x="2161286" y="2287524"/>
                  </a:lnTo>
                  <a:close/>
                </a:path>
                <a:path w="3107690" h="2298700">
                  <a:moveTo>
                    <a:pt x="3107309" y="14224"/>
                  </a:moveTo>
                  <a:lnTo>
                    <a:pt x="3051937" y="0"/>
                  </a:lnTo>
                  <a:lnTo>
                    <a:pt x="2622131" y="1675155"/>
                  </a:lnTo>
                  <a:lnTo>
                    <a:pt x="2596769" y="1585849"/>
                  </a:lnTo>
                  <a:lnTo>
                    <a:pt x="2591549" y="1575739"/>
                  </a:lnTo>
                  <a:lnTo>
                    <a:pt x="2583154" y="1568678"/>
                  </a:lnTo>
                  <a:lnTo>
                    <a:pt x="2572740" y="1565275"/>
                  </a:lnTo>
                  <a:lnTo>
                    <a:pt x="2561463" y="1566164"/>
                  </a:lnTo>
                  <a:lnTo>
                    <a:pt x="2551341" y="1571371"/>
                  </a:lnTo>
                  <a:lnTo>
                    <a:pt x="2544280" y="1579727"/>
                  </a:lnTo>
                  <a:lnTo>
                    <a:pt x="2540889" y="1590141"/>
                  </a:lnTo>
                  <a:lnTo>
                    <a:pt x="2541778" y="1601470"/>
                  </a:lnTo>
                  <a:lnTo>
                    <a:pt x="2609469" y="1839468"/>
                  </a:lnTo>
                  <a:lnTo>
                    <a:pt x="2656624" y="1791716"/>
                  </a:lnTo>
                  <a:lnTo>
                    <a:pt x="2783332" y="1663446"/>
                  </a:lnTo>
                  <a:lnTo>
                    <a:pt x="2789542" y="1653921"/>
                  </a:lnTo>
                  <a:lnTo>
                    <a:pt x="2791574" y="1643164"/>
                  </a:lnTo>
                  <a:lnTo>
                    <a:pt x="2789428" y="1632445"/>
                  </a:lnTo>
                  <a:lnTo>
                    <a:pt x="2783078" y="1623060"/>
                  </a:lnTo>
                  <a:lnTo>
                    <a:pt x="2773603" y="1616798"/>
                  </a:lnTo>
                  <a:lnTo>
                    <a:pt x="2762834" y="1614766"/>
                  </a:lnTo>
                  <a:lnTo>
                    <a:pt x="2752090" y="1616938"/>
                  </a:lnTo>
                  <a:lnTo>
                    <a:pt x="2742692" y="1623314"/>
                  </a:lnTo>
                  <a:lnTo>
                    <a:pt x="2677515" y="1689315"/>
                  </a:lnTo>
                  <a:lnTo>
                    <a:pt x="3107309" y="14224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945632" y="3831589"/>
              <a:ext cx="1967230" cy="1017905"/>
            </a:xfrm>
            <a:custGeom>
              <a:avLst/>
              <a:gdLst/>
              <a:ahLst/>
              <a:cxnLst/>
              <a:rect l="l" t="t" r="r" b="b"/>
              <a:pathLst>
                <a:path w="1967229" h="1017903">
                  <a:moveTo>
                    <a:pt x="1809069" y="63081"/>
                  </a:moveTo>
                  <a:lnTo>
                    <a:pt x="0" y="966470"/>
                  </a:lnTo>
                  <a:lnTo>
                    <a:pt x="25653" y="1017524"/>
                  </a:lnTo>
                  <a:lnTo>
                    <a:pt x="1834539" y="114167"/>
                  </a:lnTo>
                  <a:lnTo>
                    <a:pt x="1865577" y="66776"/>
                  </a:lnTo>
                  <a:lnTo>
                    <a:pt x="1809069" y="63081"/>
                  </a:lnTo>
                  <a:close/>
                </a:path>
                <a:path w="1967229" h="1017903">
                  <a:moveTo>
                    <a:pt x="1963212" y="15875"/>
                  </a:moveTo>
                  <a:lnTo>
                    <a:pt x="1903602" y="15875"/>
                  </a:lnTo>
                  <a:lnTo>
                    <a:pt x="1929129" y="66929"/>
                  </a:lnTo>
                  <a:lnTo>
                    <a:pt x="1834539" y="114167"/>
                  </a:lnTo>
                  <a:lnTo>
                    <a:pt x="1783714" y="191770"/>
                  </a:lnTo>
                  <a:lnTo>
                    <a:pt x="1779504" y="202318"/>
                  </a:lnTo>
                  <a:lnTo>
                    <a:pt x="1779650" y="213296"/>
                  </a:lnTo>
                  <a:lnTo>
                    <a:pt x="1783893" y="223416"/>
                  </a:lnTo>
                  <a:lnTo>
                    <a:pt x="1791969" y="231394"/>
                  </a:lnTo>
                  <a:lnTo>
                    <a:pt x="1802518" y="235604"/>
                  </a:lnTo>
                  <a:lnTo>
                    <a:pt x="1813496" y="235458"/>
                  </a:lnTo>
                  <a:lnTo>
                    <a:pt x="1823616" y="231215"/>
                  </a:lnTo>
                  <a:lnTo>
                    <a:pt x="1831593" y="223139"/>
                  </a:lnTo>
                  <a:lnTo>
                    <a:pt x="1967102" y="16129"/>
                  </a:lnTo>
                  <a:lnTo>
                    <a:pt x="1963212" y="15875"/>
                  </a:lnTo>
                  <a:close/>
                </a:path>
                <a:path w="1967229" h="1017903">
                  <a:moveTo>
                    <a:pt x="1865577" y="66776"/>
                  </a:moveTo>
                  <a:lnTo>
                    <a:pt x="1834539" y="114167"/>
                  </a:lnTo>
                  <a:lnTo>
                    <a:pt x="1923026" y="69977"/>
                  </a:lnTo>
                  <a:lnTo>
                    <a:pt x="1914524" y="69977"/>
                  </a:lnTo>
                  <a:lnTo>
                    <a:pt x="1865577" y="66776"/>
                  </a:lnTo>
                  <a:close/>
                </a:path>
                <a:path w="1967229" h="1017903">
                  <a:moveTo>
                    <a:pt x="1892426" y="25781"/>
                  </a:moveTo>
                  <a:lnTo>
                    <a:pt x="1865577" y="66776"/>
                  </a:lnTo>
                  <a:lnTo>
                    <a:pt x="1914524" y="69977"/>
                  </a:lnTo>
                  <a:lnTo>
                    <a:pt x="1892426" y="25781"/>
                  </a:lnTo>
                  <a:close/>
                </a:path>
                <a:path w="1967229" h="1017903">
                  <a:moveTo>
                    <a:pt x="1908555" y="25781"/>
                  </a:moveTo>
                  <a:lnTo>
                    <a:pt x="1892426" y="25781"/>
                  </a:lnTo>
                  <a:lnTo>
                    <a:pt x="1914524" y="69977"/>
                  </a:lnTo>
                  <a:lnTo>
                    <a:pt x="1923026" y="69977"/>
                  </a:lnTo>
                  <a:lnTo>
                    <a:pt x="1929129" y="66929"/>
                  </a:lnTo>
                  <a:lnTo>
                    <a:pt x="1908555" y="25781"/>
                  </a:lnTo>
                  <a:close/>
                </a:path>
                <a:path w="1967229" h="1017903">
                  <a:moveTo>
                    <a:pt x="1903602" y="15875"/>
                  </a:moveTo>
                  <a:lnTo>
                    <a:pt x="1809069" y="63081"/>
                  </a:lnTo>
                  <a:lnTo>
                    <a:pt x="1865577" y="66776"/>
                  </a:lnTo>
                  <a:lnTo>
                    <a:pt x="1892426" y="25781"/>
                  </a:lnTo>
                  <a:lnTo>
                    <a:pt x="1908555" y="25781"/>
                  </a:lnTo>
                  <a:lnTo>
                    <a:pt x="1903602" y="15875"/>
                  </a:lnTo>
                  <a:close/>
                </a:path>
                <a:path w="1967229" h="1017903">
                  <a:moveTo>
                    <a:pt x="1720088" y="0"/>
                  </a:moveTo>
                  <a:lnTo>
                    <a:pt x="1708844" y="1524"/>
                  </a:lnTo>
                  <a:lnTo>
                    <a:pt x="1699386" y="7048"/>
                  </a:lnTo>
                  <a:lnTo>
                    <a:pt x="1692691" y="15716"/>
                  </a:lnTo>
                  <a:lnTo>
                    <a:pt x="1689735" y="26670"/>
                  </a:lnTo>
                  <a:lnTo>
                    <a:pt x="1691259" y="37913"/>
                  </a:lnTo>
                  <a:lnTo>
                    <a:pt x="1696783" y="47371"/>
                  </a:lnTo>
                  <a:lnTo>
                    <a:pt x="1705451" y="54066"/>
                  </a:lnTo>
                  <a:lnTo>
                    <a:pt x="1716404" y="57023"/>
                  </a:lnTo>
                  <a:lnTo>
                    <a:pt x="1809069" y="63081"/>
                  </a:lnTo>
                  <a:lnTo>
                    <a:pt x="1903602" y="15875"/>
                  </a:lnTo>
                  <a:lnTo>
                    <a:pt x="1963212" y="15875"/>
                  </a:lnTo>
                  <a:lnTo>
                    <a:pt x="1720088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58332" y="4269993"/>
              <a:ext cx="2414905" cy="1206500"/>
            </a:xfrm>
            <a:custGeom>
              <a:avLst/>
              <a:gdLst/>
              <a:ahLst/>
              <a:cxnLst/>
              <a:rect l="l" t="t" r="r" b="b"/>
              <a:pathLst>
                <a:path w="2414904" h="1206500">
                  <a:moveTo>
                    <a:pt x="167322" y="969893"/>
                  </a:moveTo>
                  <a:lnTo>
                    <a:pt x="156368" y="969914"/>
                  </a:lnTo>
                  <a:lnTo>
                    <a:pt x="146224" y="974056"/>
                  </a:lnTo>
                  <a:lnTo>
                    <a:pt x="138175" y="982090"/>
                  </a:lnTo>
                  <a:lnTo>
                    <a:pt x="0" y="1187322"/>
                  </a:lnTo>
                  <a:lnTo>
                    <a:pt x="246760" y="1206499"/>
                  </a:lnTo>
                  <a:lnTo>
                    <a:pt x="258028" y="1205144"/>
                  </a:lnTo>
                  <a:lnTo>
                    <a:pt x="267557" y="1199753"/>
                  </a:lnTo>
                  <a:lnTo>
                    <a:pt x="274371" y="1191194"/>
                  </a:lnTo>
                  <a:lnTo>
                    <a:pt x="275193" y="1188338"/>
                  </a:lnTo>
                  <a:lnTo>
                    <a:pt x="63500" y="1188338"/>
                  </a:lnTo>
                  <a:lnTo>
                    <a:pt x="38607" y="1136903"/>
                  </a:lnTo>
                  <a:lnTo>
                    <a:pt x="133797" y="1090879"/>
                  </a:lnTo>
                  <a:lnTo>
                    <a:pt x="185546" y="1013967"/>
                  </a:lnTo>
                  <a:lnTo>
                    <a:pt x="189926" y="1003488"/>
                  </a:lnTo>
                  <a:lnTo>
                    <a:pt x="189912" y="992520"/>
                  </a:lnTo>
                  <a:lnTo>
                    <a:pt x="185779" y="982339"/>
                  </a:lnTo>
                  <a:lnTo>
                    <a:pt x="177800" y="974216"/>
                  </a:lnTo>
                  <a:lnTo>
                    <a:pt x="167322" y="969893"/>
                  </a:lnTo>
                  <a:close/>
                </a:path>
                <a:path w="2414904" h="1206500">
                  <a:moveTo>
                    <a:pt x="133797" y="1090879"/>
                  </a:moveTo>
                  <a:lnTo>
                    <a:pt x="38607" y="1136903"/>
                  </a:lnTo>
                  <a:lnTo>
                    <a:pt x="63500" y="1188338"/>
                  </a:lnTo>
                  <a:lnTo>
                    <a:pt x="83727" y="1178559"/>
                  </a:lnTo>
                  <a:lnTo>
                    <a:pt x="74802" y="1178559"/>
                  </a:lnTo>
                  <a:lnTo>
                    <a:pt x="53339" y="1134109"/>
                  </a:lnTo>
                  <a:lnTo>
                    <a:pt x="104710" y="1134109"/>
                  </a:lnTo>
                  <a:lnTo>
                    <a:pt x="133797" y="1090879"/>
                  </a:lnTo>
                  <a:close/>
                </a:path>
                <a:path w="2414904" h="1206500">
                  <a:moveTo>
                    <a:pt x="158619" y="1142353"/>
                  </a:moveTo>
                  <a:lnTo>
                    <a:pt x="63500" y="1188338"/>
                  </a:lnTo>
                  <a:lnTo>
                    <a:pt x="275193" y="1188338"/>
                  </a:lnTo>
                  <a:lnTo>
                    <a:pt x="277494" y="1180337"/>
                  </a:lnTo>
                  <a:lnTo>
                    <a:pt x="276084" y="1169052"/>
                  </a:lnTo>
                  <a:lnTo>
                    <a:pt x="270684" y="1159494"/>
                  </a:lnTo>
                  <a:lnTo>
                    <a:pt x="262118" y="1152673"/>
                  </a:lnTo>
                  <a:lnTo>
                    <a:pt x="251205" y="1149603"/>
                  </a:lnTo>
                  <a:lnTo>
                    <a:pt x="158619" y="1142353"/>
                  </a:lnTo>
                  <a:close/>
                </a:path>
                <a:path w="2414904" h="1206500">
                  <a:moveTo>
                    <a:pt x="53339" y="1134109"/>
                  </a:moveTo>
                  <a:lnTo>
                    <a:pt x="74802" y="1178559"/>
                  </a:lnTo>
                  <a:lnTo>
                    <a:pt x="102139" y="1137931"/>
                  </a:lnTo>
                  <a:lnTo>
                    <a:pt x="53339" y="1134109"/>
                  </a:lnTo>
                  <a:close/>
                </a:path>
                <a:path w="2414904" h="1206500">
                  <a:moveTo>
                    <a:pt x="102139" y="1137931"/>
                  </a:moveTo>
                  <a:lnTo>
                    <a:pt x="74802" y="1178559"/>
                  </a:lnTo>
                  <a:lnTo>
                    <a:pt x="83727" y="1178559"/>
                  </a:lnTo>
                  <a:lnTo>
                    <a:pt x="158619" y="1142353"/>
                  </a:lnTo>
                  <a:lnTo>
                    <a:pt x="102139" y="1137931"/>
                  </a:lnTo>
                  <a:close/>
                </a:path>
                <a:path w="2414904" h="1206500">
                  <a:moveTo>
                    <a:pt x="2390013" y="0"/>
                  </a:moveTo>
                  <a:lnTo>
                    <a:pt x="133797" y="1090879"/>
                  </a:lnTo>
                  <a:lnTo>
                    <a:pt x="102139" y="1137931"/>
                  </a:lnTo>
                  <a:lnTo>
                    <a:pt x="158619" y="1142353"/>
                  </a:lnTo>
                  <a:lnTo>
                    <a:pt x="2414904" y="51561"/>
                  </a:lnTo>
                  <a:lnTo>
                    <a:pt x="2390013" y="0"/>
                  </a:lnTo>
                  <a:close/>
                </a:path>
                <a:path w="2414904" h="1206500">
                  <a:moveTo>
                    <a:pt x="104710" y="1134109"/>
                  </a:moveTo>
                  <a:lnTo>
                    <a:pt x="53339" y="1134109"/>
                  </a:lnTo>
                  <a:lnTo>
                    <a:pt x="102139" y="1137931"/>
                  </a:lnTo>
                  <a:lnTo>
                    <a:pt x="104710" y="1134109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193030" y="4691633"/>
              <a:ext cx="896619" cy="897255"/>
            </a:xfrm>
            <a:custGeom>
              <a:avLst/>
              <a:gdLst/>
              <a:ahLst/>
              <a:cxnLst/>
              <a:rect l="l" t="t" r="r" b="b"/>
              <a:pathLst>
                <a:path w="896619" h="897253">
                  <a:moveTo>
                    <a:pt x="448056" y="0"/>
                  </a:moveTo>
                  <a:lnTo>
                    <a:pt x="399245" y="2631"/>
                  </a:lnTo>
                  <a:lnTo>
                    <a:pt x="351955" y="10343"/>
                  </a:lnTo>
                  <a:lnTo>
                    <a:pt x="306458" y="22863"/>
                  </a:lnTo>
                  <a:lnTo>
                    <a:pt x="263028" y="39915"/>
                  </a:lnTo>
                  <a:lnTo>
                    <a:pt x="221939" y="61228"/>
                  </a:lnTo>
                  <a:lnTo>
                    <a:pt x="183465" y="86526"/>
                  </a:lnTo>
                  <a:lnTo>
                    <a:pt x="147879" y="115537"/>
                  </a:lnTo>
                  <a:lnTo>
                    <a:pt x="115454" y="147987"/>
                  </a:lnTo>
                  <a:lnTo>
                    <a:pt x="86465" y="183602"/>
                  </a:lnTo>
                  <a:lnTo>
                    <a:pt x="61185" y="222108"/>
                  </a:lnTo>
                  <a:lnTo>
                    <a:pt x="39888" y="263233"/>
                  </a:lnTo>
                  <a:lnTo>
                    <a:pt x="22847" y="306701"/>
                  </a:lnTo>
                  <a:lnTo>
                    <a:pt x="10337" y="352241"/>
                  </a:lnTo>
                  <a:lnTo>
                    <a:pt x="2629" y="399577"/>
                  </a:lnTo>
                  <a:lnTo>
                    <a:pt x="0" y="448437"/>
                  </a:lnTo>
                  <a:lnTo>
                    <a:pt x="2629" y="497296"/>
                  </a:lnTo>
                  <a:lnTo>
                    <a:pt x="10337" y="544632"/>
                  </a:lnTo>
                  <a:lnTo>
                    <a:pt x="22847" y="590172"/>
                  </a:lnTo>
                  <a:lnTo>
                    <a:pt x="39888" y="633640"/>
                  </a:lnTo>
                  <a:lnTo>
                    <a:pt x="61185" y="674765"/>
                  </a:lnTo>
                  <a:lnTo>
                    <a:pt x="86465" y="713271"/>
                  </a:lnTo>
                  <a:lnTo>
                    <a:pt x="115454" y="748886"/>
                  </a:lnTo>
                  <a:lnTo>
                    <a:pt x="147879" y="781336"/>
                  </a:lnTo>
                  <a:lnTo>
                    <a:pt x="183465" y="810347"/>
                  </a:lnTo>
                  <a:lnTo>
                    <a:pt x="221939" y="835645"/>
                  </a:lnTo>
                  <a:lnTo>
                    <a:pt x="263028" y="856958"/>
                  </a:lnTo>
                  <a:lnTo>
                    <a:pt x="306458" y="874010"/>
                  </a:lnTo>
                  <a:lnTo>
                    <a:pt x="351955" y="886530"/>
                  </a:lnTo>
                  <a:lnTo>
                    <a:pt x="399245" y="894242"/>
                  </a:lnTo>
                  <a:lnTo>
                    <a:pt x="448056" y="896874"/>
                  </a:lnTo>
                  <a:lnTo>
                    <a:pt x="496866" y="894242"/>
                  </a:lnTo>
                  <a:lnTo>
                    <a:pt x="544156" y="886530"/>
                  </a:lnTo>
                  <a:lnTo>
                    <a:pt x="589653" y="874010"/>
                  </a:lnTo>
                  <a:lnTo>
                    <a:pt x="633083" y="856958"/>
                  </a:lnTo>
                  <a:lnTo>
                    <a:pt x="674172" y="835645"/>
                  </a:lnTo>
                  <a:lnTo>
                    <a:pt x="712646" y="810347"/>
                  </a:lnTo>
                  <a:lnTo>
                    <a:pt x="748232" y="781336"/>
                  </a:lnTo>
                  <a:lnTo>
                    <a:pt x="780657" y="748886"/>
                  </a:lnTo>
                  <a:lnTo>
                    <a:pt x="809646" y="713271"/>
                  </a:lnTo>
                  <a:lnTo>
                    <a:pt x="834926" y="674765"/>
                  </a:lnTo>
                  <a:lnTo>
                    <a:pt x="856223" y="633640"/>
                  </a:lnTo>
                  <a:lnTo>
                    <a:pt x="873264" y="590172"/>
                  </a:lnTo>
                  <a:lnTo>
                    <a:pt x="885774" y="544632"/>
                  </a:lnTo>
                  <a:lnTo>
                    <a:pt x="893482" y="497296"/>
                  </a:lnTo>
                  <a:lnTo>
                    <a:pt x="896112" y="448437"/>
                  </a:lnTo>
                  <a:lnTo>
                    <a:pt x="893482" y="399577"/>
                  </a:lnTo>
                  <a:lnTo>
                    <a:pt x="885774" y="352241"/>
                  </a:lnTo>
                  <a:lnTo>
                    <a:pt x="873264" y="306701"/>
                  </a:lnTo>
                  <a:lnTo>
                    <a:pt x="856223" y="263233"/>
                  </a:lnTo>
                  <a:lnTo>
                    <a:pt x="834926" y="222108"/>
                  </a:lnTo>
                  <a:lnTo>
                    <a:pt x="809646" y="183602"/>
                  </a:lnTo>
                  <a:lnTo>
                    <a:pt x="780657" y="147987"/>
                  </a:lnTo>
                  <a:lnTo>
                    <a:pt x="748232" y="115537"/>
                  </a:lnTo>
                  <a:lnTo>
                    <a:pt x="712646" y="86526"/>
                  </a:lnTo>
                  <a:lnTo>
                    <a:pt x="674172" y="61228"/>
                  </a:lnTo>
                  <a:lnTo>
                    <a:pt x="633083" y="39915"/>
                  </a:lnTo>
                  <a:lnTo>
                    <a:pt x="589653" y="22863"/>
                  </a:lnTo>
                  <a:lnTo>
                    <a:pt x="544156" y="10343"/>
                  </a:lnTo>
                  <a:lnTo>
                    <a:pt x="496866" y="2631"/>
                  </a:lnTo>
                  <a:lnTo>
                    <a:pt x="448056" y="0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193030" y="4691633"/>
              <a:ext cx="896619" cy="897255"/>
            </a:xfrm>
            <a:custGeom>
              <a:avLst/>
              <a:gdLst/>
              <a:ahLst/>
              <a:cxnLst/>
              <a:rect l="l" t="t" r="r" b="b"/>
              <a:pathLst>
                <a:path w="896619" h="897253">
                  <a:moveTo>
                    <a:pt x="0" y="448437"/>
                  </a:moveTo>
                  <a:lnTo>
                    <a:pt x="2629" y="399577"/>
                  </a:lnTo>
                  <a:lnTo>
                    <a:pt x="10337" y="352241"/>
                  </a:lnTo>
                  <a:lnTo>
                    <a:pt x="22847" y="306701"/>
                  </a:lnTo>
                  <a:lnTo>
                    <a:pt x="39888" y="263233"/>
                  </a:lnTo>
                  <a:lnTo>
                    <a:pt x="61185" y="222108"/>
                  </a:lnTo>
                  <a:lnTo>
                    <a:pt x="86465" y="183602"/>
                  </a:lnTo>
                  <a:lnTo>
                    <a:pt x="115454" y="147987"/>
                  </a:lnTo>
                  <a:lnTo>
                    <a:pt x="147879" y="115537"/>
                  </a:lnTo>
                  <a:lnTo>
                    <a:pt x="183465" y="86526"/>
                  </a:lnTo>
                  <a:lnTo>
                    <a:pt x="221939" y="61228"/>
                  </a:lnTo>
                  <a:lnTo>
                    <a:pt x="263028" y="39915"/>
                  </a:lnTo>
                  <a:lnTo>
                    <a:pt x="306458" y="22863"/>
                  </a:lnTo>
                  <a:lnTo>
                    <a:pt x="351955" y="10343"/>
                  </a:lnTo>
                  <a:lnTo>
                    <a:pt x="399245" y="2631"/>
                  </a:lnTo>
                  <a:lnTo>
                    <a:pt x="448056" y="0"/>
                  </a:lnTo>
                  <a:lnTo>
                    <a:pt x="496866" y="2631"/>
                  </a:lnTo>
                  <a:lnTo>
                    <a:pt x="544156" y="10343"/>
                  </a:lnTo>
                  <a:lnTo>
                    <a:pt x="589653" y="22863"/>
                  </a:lnTo>
                  <a:lnTo>
                    <a:pt x="633083" y="39915"/>
                  </a:lnTo>
                  <a:lnTo>
                    <a:pt x="674172" y="61228"/>
                  </a:lnTo>
                  <a:lnTo>
                    <a:pt x="712646" y="86526"/>
                  </a:lnTo>
                  <a:lnTo>
                    <a:pt x="748232" y="115537"/>
                  </a:lnTo>
                  <a:lnTo>
                    <a:pt x="780657" y="147987"/>
                  </a:lnTo>
                  <a:lnTo>
                    <a:pt x="809646" y="183602"/>
                  </a:lnTo>
                  <a:lnTo>
                    <a:pt x="834926" y="222108"/>
                  </a:lnTo>
                  <a:lnTo>
                    <a:pt x="856223" y="263233"/>
                  </a:lnTo>
                  <a:lnTo>
                    <a:pt x="873264" y="306701"/>
                  </a:lnTo>
                  <a:lnTo>
                    <a:pt x="885774" y="352241"/>
                  </a:lnTo>
                  <a:lnTo>
                    <a:pt x="893482" y="399577"/>
                  </a:lnTo>
                  <a:lnTo>
                    <a:pt x="896112" y="448437"/>
                  </a:lnTo>
                  <a:lnTo>
                    <a:pt x="893482" y="497296"/>
                  </a:lnTo>
                  <a:lnTo>
                    <a:pt x="885774" y="544632"/>
                  </a:lnTo>
                  <a:lnTo>
                    <a:pt x="873264" y="590172"/>
                  </a:lnTo>
                  <a:lnTo>
                    <a:pt x="856223" y="633640"/>
                  </a:lnTo>
                  <a:lnTo>
                    <a:pt x="834926" y="674765"/>
                  </a:lnTo>
                  <a:lnTo>
                    <a:pt x="809646" y="713271"/>
                  </a:lnTo>
                  <a:lnTo>
                    <a:pt x="780657" y="748886"/>
                  </a:lnTo>
                  <a:lnTo>
                    <a:pt x="748232" y="781336"/>
                  </a:lnTo>
                  <a:lnTo>
                    <a:pt x="712646" y="810347"/>
                  </a:lnTo>
                  <a:lnTo>
                    <a:pt x="674172" y="835645"/>
                  </a:lnTo>
                  <a:lnTo>
                    <a:pt x="633083" y="856958"/>
                  </a:lnTo>
                  <a:lnTo>
                    <a:pt x="589653" y="874010"/>
                  </a:lnTo>
                  <a:lnTo>
                    <a:pt x="544156" y="886530"/>
                  </a:lnTo>
                  <a:lnTo>
                    <a:pt x="496866" y="894242"/>
                  </a:lnTo>
                  <a:lnTo>
                    <a:pt x="448056" y="896874"/>
                  </a:lnTo>
                  <a:lnTo>
                    <a:pt x="399245" y="894242"/>
                  </a:lnTo>
                  <a:lnTo>
                    <a:pt x="351955" y="886530"/>
                  </a:lnTo>
                  <a:lnTo>
                    <a:pt x="306458" y="874010"/>
                  </a:lnTo>
                  <a:lnTo>
                    <a:pt x="263028" y="856958"/>
                  </a:lnTo>
                  <a:lnTo>
                    <a:pt x="221939" y="835645"/>
                  </a:lnTo>
                  <a:lnTo>
                    <a:pt x="183465" y="810347"/>
                  </a:lnTo>
                  <a:lnTo>
                    <a:pt x="147879" y="781336"/>
                  </a:lnTo>
                  <a:lnTo>
                    <a:pt x="115454" y="748886"/>
                  </a:lnTo>
                  <a:lnTo>
                    <a:pt x="86465" y="713271"/>
                  </a:lnTo>
                  <a:lnTo>
                    <a:pt x="61185" y="674765"/>
                  </a:lnTo>
                  <a:lnTo>
                    <a:pt x="39888" y="633640"/>
                  </a:lnTo>
                  <a:lnTo>
                    <a:pt x="22847" y="590172"/>
                  </a:lnTo>
                  <a:lnTo>
                    <a:pt x="10337" y="544632"/>
                  </a:lnTo>
                  <a:lnTo>
                    <a:pt x="2629" y="497296"/>
                  </a:lnTo>
                  <a:lnTo>
                    <a:pt x="0" y="448437"/>
                  </a:lnTo>
                  <a:close/>
                </a:path>
              </a:pathLst>
            </a:custGeom>
            <a:ln w="38100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/>
          <p:nvPr/>
        </p:nvSpPr>
        <p:spPr>
          <a:xfrm>
            <a:off x="1477517" y="6012178"/>
            <a:ext cx="9223375" cy="829944"/>
          </a:xfrm>
          <a:custGeom>
            <a:avLst/>
            <a:gdLst/>
            <a:ahLst/>
            <a:cxnLst/>
            <a:rect l="l" t="t" r="r" b="b"/>
            <a:pathLst>
              <a:path w="9223375" h="829944">
                <a:moveTo>
                  <a:pt x="9223248" y="0"/>
                </a:moveTo>
                <a:lnTo>
                  <a:pt x="0" y="0"/>
                </a:lnTo>
                <a:lnTo>
                  <a:pt x="0" y="829818"/>
                </a:lnTo>
                <a:lnTo>
                  <a:pt x="9223248" y="829818"/>
                </a:lnTo>
                <a:lnTo>
                  <a:pt x="9223248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2696972" y="6156705"/>
            <a:ext cx="678497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>
                <a:solidFill>
                  <a:srgbClr val="FFFFFF"/>
                </a:solidFill>
                <a:latin typeface="PMingLiU"/>
                <a:cs typeface="PMingLiU"/>
              </a:rPr>
              <a:t>其他顶点的度为必须为</a:t>
            </a:r>
            <a:r>
              <a:rPr sz="2800" spc="-5">
                <a:solidFill>
                  <a:srgbClr val="FFC000"/>
                </a:solidFill>
                <a:latin typeface="PMingLiU"/>
                <a:cs typeface="PMingLiU"/>
              </a:rPr>
              <a:t>偶数</a:t>
            </a:r>
            <a:r>
              <a:rPr sz="2800" spc="-15">
                <a:solidFill>
                  <a:srgbClr val="FFFFFF"/>
                </a:solidFill>
                <a:latin typeface="PMingLiU"/>
                <a:cs typeface="PMingLiU"/>
              </a:rPr>
              <a:t>，否则无法离开</a:t>
            </a:r>
            <a:endParaRPr sz="2800">
              <a:latin typeface="PMingLiU"/>
              <a:cs typeface="PMingLiU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245100" y="4912867"/>
            <a:ext cx="8051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400">
                <a:latin typeface="PMingLiU"/>
                <a:cs typeface="PMingLiU"/>
              </a:rPr>
              <a:t>其他</a:t>
            </a:r>
            <a:r>
              <a:rPr sz="2400" spc="-50">
                <a:latin typeface="Cambria Math"/>
                <a:cs typeface="Cambria Math"/>
              </a:rPr>
              <a:t>𝟐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5662421" y="1962150"/>
            <a:ext cx="897890" cy="897890"/>
          </a:xfrm>
          <a:custGeom>
            <a:avLst/>
            <a:gdLst/>
            <a:ahLst/>
            <a:cxnLst/>
            <a:rect l="l" t="t" r="r" b="b"/>
            <a:pathLst>
              <a:path w="897890" h="897889">
                <a:moveTo>
                  <a:pt x="0" y="448817"/>
                </a:moveTo>
                <a:lnTo>
                  <a:pt x="2633" y="399909"/>
                </a:lnTo>
                <a:lnTo>
                  <a:pt x="10350" y="352527"/>
                </a:lnTo>
                <a:lnTo>
                  <a:pt x="22878" y="306945"/>
                </a:lnTo>
                <a:lnTo>
                  <a:pt x="39942" y="263438"/>
                </a:lnTo>
                <a:lnTo>
                  <a:pt x="61270" y="222278"/>
                </a:lnTo>
                <a:lnTo>
                  <a:pt x="86587" y="183739"/>
                </a:lnTo>
                <a:lnTo>
                  <a:pt x="115620" y="148095"/>
                </a:lnTo>
                <a:lnTo>
                  <a:pt x="148095" y="115620"/>
                </a:lnTo>
                <a:lnTo>
                  <a:pt x="183739" y="86587"/>
                </a:lnTo>
                <a:lnTo>
                  <a:pt x="222278" y="61270"/>
                </a:lnTo>
                <a:lnTo>
                  <a:pt x="263438" y="39942"/>
                </a:lnTo>
                <a:lnTo>
                  <a:pt x="306945" y="22878"/>
                </a:lnTo>
                <a:lnTo>
                  <a:pt x="352527" y="10350"/>
                </a:lnTo>
                <a:lnTo>
                  <a:pt x="399909" y="2633"/>
                </a:lnTo>
                <a:lnTo>
                  <a:pt x="448817" y="0"/>
                </a:lnTo>
                <a:lnTo>
                  <a:pt x="497726" y="2633"/>
                </a:lnTo>
                <a:lnTo>
                  <a:pt x="545108" y="10350"/>
                </a:lnTo>
                <a:lnTo>
                  <a:pt x="590690" y="22878"/>
                </a:lnTo>
                <a:lnTo>
                  <a:pt x="634197" y="39942"/>
                </a:lnTo>
                <a:lnTo>
                  <a:pt x="675357" y="61270"/>
                </a:lnTo>
                <a:lnTo>
                  <a:pt x="713896" y="86587"/>
                </a:lnTo>
                <a:lnTo>
                  <a:pt x="749540" y="115620"/>
                </a:lnTo>
                <a:lnTo>
                  <a:pt x="782015" y="148095"/>
                </a:lnTo>
                <a:lnTo>
                  <a:pt x="811048" y="183739"/>
                </a:lnTo>
                <a:lnTo>
                  <a:pt x="836365" y="222278"/>
                </a:lnTo>
                <a:lnTo>
                  <a:pt x="857693" y="263438"/>
                </a:lnTo>
                <a:lnTo>
                  <a:pt x="874757" y="306945"/>
                </a:lnTo>
                <a:lnTo>
                  <a:pt x="887285" y="352527"/>
                </a:lnTo>
                <a:lnTo>
                  <a:pt x="895002" y="399909"/>
                </a:lnTo>
                <a:lnTo>
                  <a:pt x="897635" y="448817"/>
                </a:lnTo>
                <a:lnTo>
                  <a:pt x="895002" y="497726"/>
                </a:lnTo>
                <a:lnTo>
                  <a:pt x="887285" y="545108"/>
                </a:lnTo>
                <a:lnTo>
                  <a:pt x="874757" y="590690"/>
                </a:lnTo>
                <a:lnTo>
                  <a:pt x="857693" y="634197"/>
                </a:lnTo>
                <a:lnTo>
                  <a:pt x="836365" y="675357"/>
                </a:lnTo>
                <a:lnTo>
                  <a:pt x="811048" y="713896"/>
                </a:lnTo>
                <a:lnTo>
                  <a:pt x="782015" y="749540"/>
                </a:lnTo>
                <a:lnTo>
                  <a:pt x="749540" y="782015"/>
                </a:lnTo>
                <a:lnTo>
                  <a:pt x="713896" y="811048"/>
                </a:lnTo>
                <a:lnTo>
                  <a:pt x="675357" y="836365"/>
                </a:lnTo>
                <a:lnTo>
                  <a:pt x="634197" y="857693"/>
                </a:lnTo>
                <a:lnTo>
                  <a:pt x="590690" y="874757"/>
                </a:lnTo>
                <a:lnTo>
                  <a:pt x="545108" y="887285"/>
                </a:lnTo>
                <a:lnTo>
                  <a:pt x="497726" y="895002"/>
                </a:lnTo>
                <a:lnTo>
                  <a:pt x="448817" y="897636"/>
                </a:lnTo>
                <a:lnTo>
                  <a:pt x="399909" y="895002"/>
                </a:lnTo>
                <a:lnTo>
                  <a:pt x="352527" y="887285"/>
                </a:lnTo>
                <a:lnTo>
                  <a:pt x="306945" y="874757"/>
                </a:lnTo>
                <a:lnTo>
                  <a:pt x="263438" y="857693"/>
                </a:lnTo>
                <a:lnTo>
                  <a:pt x="222278" y="836365"/>
                </a:lnTo>
                <a:lnTo>
                  <a:pt x="183739" y="811048"/>
                </a:lnTo>
                <a:lnTo>
                  <a:pt x="148095" y="782015"/>
                </a:lnTo>
                <a:lnTo>
                  <a:pt x="115620" y="749540"/>
                </a:lnTo>
                <a:lnTo>
                  <a:pt x="86587" y="713896"/>
                </a:lnTo>
                <a:lnTo>
                  <a:pt x="61270" y="675357"/>
                </a:lnTo>
                <a:lnTo>
                  <a:pt x="39942" y="634197"/>
                </a:lnTo>
                <a:lnTo>
                  <a:pt x="22878" y="590690"/>
                </a:lnTo>
                <a:lnTo>
                  <a:pt x="10350" y="545108"/>
                </a:lnTo>
                <a:lnTo>
                  <a:pt x="2633" y="497726"/>
                </a:lnTo>
                <a:lnTo>
                  <a:pt x="0" y="448817"/>
                </a:lnTo>
                <a:close/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5715253" y="2183384"/>
            <a:ext cx="8051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400">
                <a:latin typeface="PMingLiU"/>
                <a:cs typeface="PMingLiU"/>
              </a:rPr>
              <a:t>其他</a:t>
            </a:r>
            <a:r>
              <a:rPr sz="2400" spc="-50">
                <a:latin typeface="Cambria Math"/>
                <a:cs typeface="Cambria Math"/>
              </a:rPr>
              <a:t>𝟏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4" name="object 2">
            <a:extLst>
              <a:ext uri="{FF2B5EF4-FFF2-40B4-BE49-F238E27FC236}">
                <a16:creationId xmlns:a16="http://schemas.microsoft.com/office/drawing/2014/main" id="{2B03EC0D-D5C9-C749-A775-3E4D5EBB11C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438" y="227767"/>
            <a:ext cx="5065549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柯尼斯堡七桥问</a:t>
            </a:r>
            <a:r>
              <a:rPr sz="4000"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题</a:t>
            </a:r>
            <a:endParaRPr sz="4000"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46214" y="1089406"/>
            <a:ext cx="7484109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10" dirty="0" err="1">
                <a:latin typeface="PMingLiU"/>
                <a:cs typeface="PMingLiU"/>
              </a:rPr>
              <a:t>从起点出发，经过图中所有边，最终到达终点</a:t>
            </a:r>
            <a:endParaRPr sz="2800" dirty="0">
              <a:latin typeface="PMingLiU"/>
              <a:cs typeface="PMingLiU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473136" y="1779460"/>
            <a:ext cx="9232900" cy="4184650"/>
            <a:chOff x="1473136" y="1779460"/>
            <a:chExt cx="9232900" cy="4184650"/>
          </a:xfrm>
        </p:grpSpPr>
        <p:sp>
          <p:nvSpPr>
            <p:cNvPr id="5" name="object 5"/>
            <p:cNvSpPr/>
            <p:nvPr/>
          </p:nvSpPr>
          <p:spPr>
            <a:xfrm>
              <a:off x="1477899" y="1784223"/>
              <a:ext cx="9223375" cy="4175125"/>
            </a:xfrm>
            <a:custGeom>
              <a:avLst/>
              <a:gdLst/>
              <a:ahLst/>
              <a:cxnLst/>
              <a:rect l="l" t="t" r="r" b="b"/>
              <a:pathLst>
                <a:path w="9223375" h="4175125">
                  <a:moveTo>
                    <a:pt x="0" y="4174998"/>
                  </a:moveTo>
                  <a:lnTo>
                    <a:pt x="9223248" y="4174998"/>
                  </a:lnTo>
                  <a:lnTo>
                    <a:pt x="9223248" y="0"/>
                  </a:lnTo>
                  <a:lnTo>
                    <a:pt x="0" y="0"/>
                  </a:lnTo>
                  <a:lnTo>
                    <a:pt x="0" y="4174998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193030" y="4691633"/>
              <a:ext cx="896619" cy="897255"/>
            </a:xfrm>
            <a:custGeom>
              <a:avLst/>
              <a:gdLst/>
              <a:ahLst/>
              <a:cxnLst/>
              <a:rect l="l" t="t" r="r" b="b"/>
              <a:pathLst>
                <a:path w="896619" h="897253">
                  <a:moveTo>
                    <a:pt x="0" y="448437"/>
                  </a:moveTo>
                  <a:lnTo>
                    <a:pt x="2629" y="399577"/>
                  </a:lnTo>
                  <a:lnTo>
                    <a:pt x="10337" y="352241"/>
                  </a:lnTo>
                  <a:lnTo>
                    <a:pt x="22847" y="306701"/>
                  </a:lnTo>
                  <a:lnTo>
                    <a:pt x="39888" y="263233"/>
                  </a:lnTo>
                  <a:lnTo>
                    <a:pt x="61185" y="222108"/>
                  </a:lnTo>
                  <a:lnTo>
                    <a:pt x="86465" y="183602"/>
                  </a:lnTo>
                  <a:lnTo>
                    <a:pt x="115454" y="147987"/>
                  </a:lnTo>
                  <a:lnTo>
                    <a:pt x="147879" y="115537"/>
                  </a:lnTo>
                  <a:lnTo>
                    <a:pt x="183465" y="86526"/>
                  </a:lnTo>
                  <a:lnTo>
                    <a:pt x="221939" y="61228"/>
                  </a:lnTo>
                  <a:lnTo>
                    <a:pt x="263028" y="39915"/>
                  </a:lnTo>
                  <a:lnTo>
                    <a:pt x="306458" y="22863"/>
                  </a:lnTo>
                  <a:lnTo>
                    <a:pt x="351955" y="10343"/>
                  </a:lnTo>
                  <a:lnTo>
                    <a:pt x="399245" y="2631"/>
                  </a:lnTo>
                  <a:lnTo>
                    <a:pt x="448056" y="0"/>
                  </a:lnTo>
                  <a:lnTo>
                    <a:pt x="496866" y="2631"/>
                  </a:lnTo>
                  <a:lnTo>
                    <a:pt x="544156" y="10343"/>
                  </a:lnTo>
                  <a:lnTo>
                    <a:pt x="589653" y="22863"/>
                  </a:lnTo>
                  <a:lnTo>
                    <a:pt x="633083" y="39915"/>
                  </a:lnTo>
                  <a:lnTo>
                    <a:pt x="674172" y="61228"/>
                  </a:lnTo>
                  <a:lnTo>
                    <a:pt x="712646" y="86526"/>
                  </a:lnTo>
                  <a:lnTo>
                    <a:pt x="748232" y="115537"/>
                  </a:lnTo>
                  <a:lnTo>
                    <a:pt x="780657" y="147987"/>
                  </a:lnTo>
                  <a:lnTo>
                    <a:pt x="809646" y="183602"/>
                  </a:lnTo>
                  <a:lnTo>
                    <a:pt x="834926" y="222108"/>
                  </a:lnTo>
                  <a:lnTo>
                    <a:pt x="856223" y="263233"/>
                  </a:lnTo>
                  <a:lnTo>
                    <a:pt x="873264" y="306701"/>
                  </a:lnTo>
                  <a:lnTo>
                    <a:pt x="885774" y="352241"/>
                  </a:lnTo>
                  <a:lnTo>
                    <a:pt x="893482" y="399577"/>
                  </a:lnTo>
                  <a:lnTo>
                    <a:pt x="896112" y="448437"/>
                  </a:lnTo>
                  <a:lnTo>
                    <a:pt x="893482" y="497296"/>
                  </a:lnTo>
                  <a:lnTo>
                    <a:pt x="885774" y="544632"/>
                  </a:lnTo>
                  <a:lnTo>
                    <a:pt x="873264" y="590172"/>
                  </a:lnTo>
                  <a:lnTo>
                    <a:pt x="856223" y="633640"/>
                  </a:lnTo>
                  <a:lnTo>
                    <a:pt x="834926" y="674765"/>
                  </a:lnTo>
                  <a:lnTo>
                    <a:pt x="809646" y="713271"/>
                  </a:lnTo>
                  <a:lnTo>
                    <a:pt x="780657" y="748886"/>
                  </a:lnTo>
                  <a:lnTo>
                    <a:pt x="748232" y="781336"/>
                  </a:lnTo>
                  <a:lnTo>
                    <a:pt x="712646" y="810347"/>
                  </a:lnTo>
                  <a:lnTo>
                    <a:pt x="674172" y="835645"/>
                  </a:lnTo>
                  <a:lnTo>
                    <a:pt x="633083" y="856958"/>
                  </a:lnTo>
                  <a:lnTo>
                    <a:pt x="589653" y="874010"/>
                  </a:lnTo>
                  <a:lnTo>
                    <a:pt x="544156" y="886530"/>
                  </a:lnTo>
                  <a:lnTo>
                    <a:pt x="496866" y="894242"/>
                  </a:lnTo>
                  <a:lnTo>
                    <a:pt x="448056" y="896874"/>
                  </a:lnTo>
                  <a:lnTo>
                    <a:pt x="399245" y="894242"/>
                  </a:lnTo>
                  <a:lnTo>
                    <a:pt x="351955" y="886530"/>
                  </a:lnTo>
                  <a:lnTo>
                    <a:pt x="306458" y="874010"/>
                  </a:lnTo>
                  <a:lnTo>
                    <a:pt x="263028" y="856958"/>
                  </a:lnTo>
                  <a:lnTo>
                    <a:pt x="221939" y="835645"/>
                  </a:lnTo>
                  <a:lnTo>
                    <a:pt x="183465" y="810347"/>
                  </a:lnTo>
                  <a:lnTo>
                    <a:pt x="147879" y="781336"/>
                  </a:lnTo>
                  <a:lnTo>
                    <a:pt x="115454" y="748886"/>
                  </a:lnTo>
                  <a:lnTo>
                    <a:pt x="86465" y="713271"/>
                  </a:lnTo>
                  <a:lnTo>
                    <a:pt x="61185" y="674765"/>
                  </a:lnTo>
                  <a:lnTo>
                    <a:pt x="39888" y="633640"/>
                  </a:lnTo>
                  <a:lnTo>
                    <a:pt x="22847" y="590172"/>
                  </a:lnTo>
                  <a:lnTo>
                    <a:pt x="10337" y="544632"/>
                  </a:lnTo>
                  <a:lnTo>
                    <a:pt x="2629" y="497296"/>
                  </a:lnTo>
                  <a:lnTo>
                    <a:pt x="0" y="448437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5245100" y="4914392"/>
            <a:ext cx="8051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400">
                <a:latin typeface="PMingLiU"/>
                <a:cs typeface="PMingLiU"/>
              </a:rPr>
              <a:t>河岸</a:t>
            </a:r>
            <a:r>
              <a:rPr sz="2400" spc="-50">
                <a:latin typeface="Cambria Math"/>
                <a:cs typeface="Cambria Math"/>
              </a:rPr>
              <a:t>𝟐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911845" y="3399282"/>
            <a:ext cx="897255" cy="896619"/>
          </a:xfrm>
          <a:custGeom>
            <a:avLst/>
            <a:gdLst/>
            <a:ahLst/>
            <a:cxnLst/>
            <a:rect l="l" t="t" r="r" b="b"/>
            <a:pathLst>
              <a:path w="897253" h="896619">
                <a:moveTo>
                  <a:pt x="0" y="448055"/>
                </a:moveTo>
                <a:lnTo>
                  <a:pt x="2631" y="399245"/>
                </a:lnTo>
                <a:lnTo>
                  <a:pt x="10343" y="351955"/>
                </a:lnTo>
                <a:lnTo>
                  <a:pt x="22863" y="306458"/>
                </a:lnTo>
                <a:lnTo>
                  <a:pt x="39915" y="263028"/>
                </a:lnTo>
                <a:lnTo>
                  <a:pt x="61228" y="221939"/>
                </a:lnTo>
                <a:lnTo>
                  <a:pt x="86526" y="183465"/>
                </a:lnTo>
                <a:lnTo>
                  <a:pt x="115537" y="147879"/>
                </a:lnTo>
                <a:lnTo>
                  <a:pt x="147987" y="115454"/>
                </a:lnTo>
                <a:lnTo>
                  <a:pt x="183602" y="86465"/>
                </a:lnTo>
                <a:lnTo>
                  <a:pt x="222108" y="61185"/>
                </a:lnTo>
                <a:lnTo>
                  <a:pt x="263233" y="39888"/>
                </a:lnTo>
                <a:lnTo>
                  <a:pt x="306701" y="22847"/>
                </a:lnTo>
                <a:lnTo>
                  <a:pt x="352241" y="10337"/>
                </a:lnTo>
                <a:lnTo>
                  <a:pt x="399577" y="2629"/>
                </a:lnTo>
                <a:lnTo>
                  <a:pt x="448436" y="0"/>
                </a:lnTo>
                <a:lnTo>
                  <a:pt x="497296" y="2629"/>
                </a:lnTo>
                <a:lnTo>
                  <a:pt x="544632" y="10337"/>
                </a:lnTo>
                <a:lnTo>
                  <a:pt x="590172" y="22847"/>
                </a:lnTo>
                <a:lnTo>
                  <a:pt x="633640" y="39888"/>
                </a:lnTo>
                <a:lnTo>
                  <a:pt x="674765" y="61185"/>
                </a:lnTo>
                <a:lnTo>
                  <a:pt x="713271" y="86465"/>
                </a:lnTo>
                <a:lnTo>
                  <a:pt x="748886" y="115454"/>
                </a:lnTo>
                <a:lnTo>
                  <a:pt x="781336" y="147879"/>
                </a:lnTo>
                <a:lnTo>
                  <a:pt x="810347" y="183465"/>
                </a:lnTo>
                <a:lnTo>
                  <a:pt x="835645" y="221939"/>
                </a:lnTo>
                <a:lnTo>
                  <a:pt x="856958" y="263028"/>
                </a:lnTo>
                <a:lnTo>
                  <a:pt x="874010" y="306458"/>
                </a:lnTo>
                <a:lnTo>
                  <a:pt x="886530" y="351955"/>
                </a:lnTo>
                <a:lnTo>
                  <a:pt x="894242" y="399245"/>
                </a:lnTo>
                <a:lnTo>
                  <a:pt x="896874" y="448055"/>
                </a:lnTo>
                <a:lnTo>
                  <a:pt x="894242" y="496866"/>
                </a:lnTo>
                <a:lnTo>
                  <a:pt x="886530" y="544156"/>
                </a:lnTo>
                <a:lnTo>
                  <a:pt x="874010" y="589653"/>
                </a:lnTo>
                <a:lnTo>
                  <a:pt x="856958" y="633083"/>
                </a:lnTo>
                <a:lnTo>
                  <a:pt x="835645" y="674172"/>
                </a:lnTo>
                <a:lnTo>
                  <a:pt x="810347" y="712646"/>
                </a:lnTo>
                <a:lnTo>
                  <a:pt x="781336" y="748232"/>
                </a:lnTo>
                <a:lnTo>
                  <a:pt x="748886" y="780657"/>
                </a:lnTo>
                <a:lnTo>
                  <a:pt x="713271" y="809646"/>
                </a:lnTo>
                <a:lnTo>
                  <a:pt x="674765" y="834926"/>
                </a:lnTo>
                <a:lnTo>
                  <a:pt x="633640" y="856223"/>
                </a:lnTo>
                <a:lnTo>
                  <a:pt x="590172" y="873264"/>
                </a:lnTo>
                <a:lnTo>
                  <a:pt x="544632" y="885774"/>
                </a:lnTo>
                <a:lnTo>
                  <a:pt x="497296" y="893482"/>
                </a:lnTo>
                <a:lnTo>
                  <a:pt x="448436" y="896111"/>
                </a:lnTo>
                <a:lnTo>
                  <a:pt x="399577" y="893482"/>
                </a:lnTo>
                <a:lnTo>
                  <a:pt x="352241" y="885774"/>
                </a:lnTo>
                <a:lnTo>
                  <a:pt x="306701" y="873264"/>
                </a:lnTo>
                <a:lnTo>
                  <a:pt x="263233" y="856223"/>
                </a:lnTo>
                <a:lnTo>
                  <a:pt x="222108" y="834926"/>
                </a:lnTo>
                <a:lnTo>
                  <a:pt x="183602" y="809646"/>
                </a:lnTo>
                <a:lnTo>
                  <a:pt x="147987" y="780657"/>
                </a:lnTo>
                <a:lnTo>
                  <a:pt x="115537" y="748232"/>
                </a:lnTo>
                <a:lnTo>
                  <a:pt x="86526" y="712646"/>
                </a:lnTo>
                <a:lnTo>
                  <a:pt x="61228" y="674172"/>
                </a:lnTo>
                <a:lnTo>
                  <a:pt x="39915" y="633083"/>
                </a:lnTo>
                <a:lnTo>
                  <a:pt x="22863" y="589653"/>
                </a:lnTo>
                <a:lnTo>
                  <a:pt x="10343" y="544156"/>
                </a:lnTo>
                <a:lnTo>
                  <a:pt x="2631" y="496866"/>
                </a:lnTo>
                <a:lnTo>
                  <a:pt x="0" y="448055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7964678" y="3621532"/>
            <a:ext cx="8051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400">
                <a:latin typeface="PMingLiU"/>
                <a:cs typeface="PMingLiU"/>
              </a:rPr>
              <a:t>小岛</a:t>
            </a:r>
            <a:r>
              <a:rPr sz="2400" spc="-50">
                <a:latin typeface="Cambria Math"/>
                <a:cs typeface="Cambria Math"/>
              </a:rPr>
              <a:t>𝟐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091433" y="1943100"/>
            <a:ext cx="4971415" cy="3162935"/>
            <a:chOff x="3091433" y="1943100"/>
            <a:chExt cx="4971415" cy="3162935"/>
          </a:xfrm>
        </p:grpSpPr>
        <p:sp>
          <p:nvSpPr>
            <p:cNvPr id="11" name="object 11"/>
            <p:cNvSpPr/>
            <p:nvPr/>
          </p:nvSpPr>
          <p:spPr>
            <a:xfrm>
              <a:off x="3110483" y="3693414"/>
              <a:ext cx="4933315" cy="1393190"/>
            </a:xfrm>
            <a:custGeom>
              <a:avLst/>
              <a:gdLst/>
              <a:ahLst/>
              <a:cxnLst/>
              <a:rect l="l" t="t" r="r" b="b"/>
              <a:pathLst>
                <a:path w="4933315" h="1393189">
                  <a:moveTo>
                    <a:pt x="65532" y="0"/>
                  </a:moveTo>
                  <a:lnTo>
                    <a:pt x="4801362" y="153797"/>
                  </a:lnTo>
                </a:path>
                <a:path w="4933315" h="1393189">
                  <a:moveTo>
                    <a:pt x="0" y="222504"/>
                  </a:moveTo>
                  <a:lnTo>
                    <a:pt x="2118868" y="1292733"/>
                  </a:lnTo>
                </a:path>
                <a:path w="4933315" h="1393189">
                  <a:moveTo>
                    <a:pt x="3000756" y="1393190"/>
                  </a:moveTo>
                  <a:lnTo>
                    <a:pt x="4932934" y="470916"/>
                  </a:lnTo>
                </a:path>
              </a:pathLst>
            </a:custGeom>
            <a:ln w="38100">
              <a:solidFill>
                <a:srgbClr val="B8F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662422" y="1962150"/>
              <a:ext cx="897890" cy="897890"/>
            </a:xfrm>
            <a:custGeom>
              <a:avLst/>
              <a:gdLst/>
              <a:ahLst/>
              <a:cxnLst/>
              <a:rect l="l" t="t" r="r" b="b"/>
              <a:pathLst>
                <a:path w="897890" h="897889">
                  <a:moveTo>
                    <a:pt x="0" y="448817"/>
                  </a:moveTo>
                  <a:lnTo>
                    <a:pt x="2633" y="399909"/>
                  </a:lnTo>
                  <a:lnTo>
                    <a:pt x="10350" y="352527"/>
                  </a:lnTo>
                  <a:lnTo>
                    <a:pt x="22878" y="306945"/>
                  </a:lnTo>
                  <a:lnTo>
                    <a:pt x="39942" y="263438"/>
                  </a:lnTo>
                  <a:lnTo>
                    <a:pt x="61270" y="222278"/>
                  </a:lnTo>
                  <a:lnTo>
                    <a:pt x="86587" y="183739"/>
                  </a:lnTo>
                  <a:lnTo>
                    <a:pt x="115620" y="148095"/>
                  </a:lnTo>
                  <a:lnTo>
                    <a:pt x="148095" y="115620"/>
                  </a:lnTo>
                  <a:lnTo>
                    <a:pt x="183739" y="86587"/>
                  </a:lnTo>
                  <a:lnTo>
                    <a:pt x="222278" y="61270"/>
                  </a:lnTo>
                  <a:lnTo>
                    <a:pt x="263438" y="39942"/>
                  </a:lnTo>
                  <a:lnTo>
                    <a:pt x="306945" y="22878"/>
                  </a:lnTo>
                  <a:lnTo>
                    <a:pt x="352527" y="10350"/>
                  </a:lnTo>
                  <a:lnTo>
                    <a:pt x="399909" y="2633"/>
                  </a:lnTo>
                  <a:lnTo>
                    <a:pt x="448817" y="0"/>
                  </a:lnTo>
                  <a:lnTo>
                    <a:pt x="497726" y="2633"/>
                  </a:lnTo>
                  <a:lnTo>
                    <a:pt x="545108" y="10350"/>
                  </a:lnTo>
                  <a:lnTo>
                    <a:pt x="590690" y="22878"/>
                  </a:lnTo>
                  <a:lnTo>
                    <a:pt x="634197" y="39942"/>
                  </a:lnTo>
                  <a:lnTo>
                    <a:pt x="675357" y="61270"/>
                  </a:lnTo>
                  <a:lnTo>
                    <a:pt x="713896" y="86587"/>
                  </a:lnTo>
                  <a:lnTo>
                    <a:pt x="749540" y="115620"/>
                  </a:lnTo>
                  <a:lnTo>
                    <a:pt x="782015" y="148095"/>
                  </a:lnTo>
                  <a:lnTo>
                    <a:pt x="811048" y="183739"/>
                  </a:lnTo>
                  <a:lnTo>
                    <a:pt x="836365" y="222278"/>
                  </a:lnTo>
                  <a:lnTo>
                    <a:pt x="857693" y="263438"/>
                  </a:lnTo>
                  <a:lnTo>
                    <a:pt x="874757" y="306945"/>
                  </a:lnTo>
                  <a:lnTo>
                    <a:pt x="887285" y="352527"/>
                  </a:lnTo>
                  <a:lnTo>
                    <a:pt x="895002" y="399909"/>
                  </a:lnTo>
                  <a:lnTo>
                    <a:pt x="897635" y="448817"/>
                  </a:lnTo>
                  <a:lnTo>
                    <a:pt x="895002" y="497726"/>
                  </a:lnTo>
                  <a:lnTo>
                    <a:pt x="887285" y="545108"/>
                  </a:lnTo>
                  <a:lnTo>
                    <a:pt x="874757" y="590690"/>
                  </a:lnTo>
                  <a:lnTo>
                    <a:pt x="857693" y="634197"/>
                  </a:lnTo>
                  <a:lnTo>
                    <a:pt x="836365" y="675357"/>
                  </a:lnTo>
                  <a:lnTo>
                    <a:pt x="811048" y="713896"/>
                  </a:lnTo>
                  <a:lnTo>
                    <a:pt x="782015" y="749540"/>
                  </a:lnTo>
                  <a:lnTo>
                    <a:pt x="749540" y="782015"/>
                  </a:lnTo>
                  <a:lnTo>
                    <a:pt x="713896" y="811048"/>
                  </a:lnTo>
                  <a:lnTo>
                    <a:pt x="675357" y="836365"/>
                  </a:lnTo>
                  <a:lnTo>
                    <a:pt x="634197" y="857693"/>
                  </a:lnTo>
                  <a:lnTo>
                    <a:pt x="590690" y="874757"/>
                  </a:lnTo>
                  <a:lnTo>
                    <a:pt x="545108" y="887285"/>
                  </a:lnTo>
                  <a:lnTo>
                    <a:pt x="497726" y="895002"/>
                  </a:lnTo>
                  <a:lnTo>
                    <a:pt x="448817" y="897636"/>
                  </a:lnTo>
                  <a:lnTo>
                    <a:pt x="399909" y="895002"/>
                  </a:lnTo>
                  <a:lnTo>
                    <a:pt x="352527" y="887285"/>
                  </a:lnTo>
                  <a:lnTo>
                    <a:pt x="306945" y="874757"/>
                  </a:lnTo>
                  <a:lnTo>
                    <a:pt x="263438" y="857693"/>
                  </a:lnTo>
                  <a:lnTo>
                    <a:pt x="222278" y="836365"/>
                  </a:lnTo>
                  <a:lnTo>
                    <a:pt x="183739" y="811048"/>
                  </a:lnTo>
                  <a:lnTo>
                    <a:pt x="148095" y="782015"/>
                  </a:lnTo>
                  <a:lnTo>
                    <a:pt x="115620" y="749540"/>
                  </a:lnTo>
                  <a:lnTo>
                    <a:pt x="86587" y="713896"/>
                  </a:lnTo>
                  <a:lnTo>
                    <a:pt x="61270" y="675357"/>
                  </a:lnTo>
                  <a:lnTo>
                    <a:pt x="39942" y="634197"/>
                  </a:lnTo>
                  <a:lnTo>
                    <a:pt x="22878" y="590690"/>
                  </a:lnTo>
                  <a:lnTo>
                    <a:pt x="10350" y="545108"/>
                  </a:lnTo>
                  <a:lnTo>
                    <a:pt x="2633" y="497726"/>
                  </a:lnTo>
                  <a:lnTo>
                    <a:pt x="0" y="448817"/>
                  </a:lnTo>
                  <a:close/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5715253" y="2183384"/>
            <a:ext cx="8051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400">
                <a:latin typeface="PMingLiU"/>
                <a:cs typeface="PMingLiU"/>
              </a:rPr>
              <a:t>河岸</a:t>
            </a:r>
            <a:r>
              <a:rPr sz="2400" spc="-50">
                <a:latin typeface="Cambria Math"/>
                <a:cs typeface="Cambria Math"/>
              </a:rPr>
              <a:t>𝟏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2260854" y="3226307"/>
            <a:ext cx="3082290" cy="2279015"/>
            <a:chOff x="2260854" y="3226307"/>
            <a:chExt cx="3082290" cy="2279015"/>
          </a:xfrm>
        </p:grpSpPr>
        <p:sp>
          <p:nvSpPr>
            <p:cNvPr id="15" name="object 15"/>
            <p:cNvSpPr/>
            <p:nvPr/>
          </p:nvSpPr>
          <p:spPr>
            <a:xfrm>
              <a:off x="2727960" y="4141469"/>
              <a:ext cx="2596515" cy="1344930"/>
            </a:xfrm>
            <a:custGeom>
              <a:avLst/>
              <a:gdLst/>
              <a:ahLst/>
              <a:cxnLst/>
              <a:rect l="l" t="t" r="r" b="b"/>
              <a:pathLst>
                <a:path w="2596515" h="1344929">
                  <a:moveTo>
                    <a:pt x="0" y="0"/>
                  </a:moveTo>
                  <a:lnTo>
                    <a:pt x="2596006" y="1344548"/>
                  </a:lnTo>
                </a:path>
              </a:pathLst>
            </a:custGeom>
            <a:ln w="38100">
              <a:solidFill>
                <a:srgbClr val="B8F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279904" y="3245357"/>
              <a:ext cx="896619" cy="896619"/>
            </a:xfrm>
            <a:custGeom>
              <a:avLst/>
              <a:gdLst/>
              <a:ahLst/>
              <a:cxnLst/>
              <a:rect l="l" t="t" r="r" b="b"/>
              <a:pathLst>
                <a:path w="896619" h="896619">
                  <a:moveTo>
                    <a:pt x="448056" y="0"/>
                  </a:moveTo>
                  <a:lnTo>
                    <a:pt x="399245" y="2629"/>
                  </a:lnTo>
                  <a:lnTo>
                    <a:pt x="351955" y="10337"/>
                  </a:lnTo>
                  <a:lnTo>
                    <a:pt x="306458" y="22847"/>
                  </a:lnTo>
                  <a:lnTo>
                    <a:pt x="263028" y="39888"/>
                  </a:lnTo>
                  <a:lnTo>
                    <a:pt x="221939" y="61185"/>
                  </a:lnTo>
                  <a:lnTo>
                    <a:pt x="183465" y="86465"/>
                  </a:lnTo>
                  <a:lnTo>
                    <a:pt x="147879" y="115454"/>
                  </a:lnTo>
                  <a:lnTo>
                    <a:pt x="115454" y="147879"/>
                  </a:lnTo>
                  <a:lnTo>
                    <a:pt x="86465" y="183465"/>
                  </a:lnTo>
                  <a:lnTo>
                    <a:pt x="61185" y="221939"/>
                  </a:lnTo>
                  <a:lnTo>
                    <a:pt x="39888" y="263028"/>
                  </a:lnTo>
                  <a:lnTo>
                    <a:pt x="22847" y="306458"/>
                  </a:lnTo>
                  <a:lnTo>
                    <a:pt x="10337" y="351955"/>
                  </a:lnTo>
                  <a:lnTo>
                    <a:pt x="2629" y="399245"/>
                  </a:lnTo>
                  <a:lnTo>
                    <a:pt x="0" y="448055"/>
                  </a:lnTo>
                  <a:lnTo>
                    <a:pt x="2629" y="496866"/>
                  </a:lnTo>
                  <a:lnTo>
                    <a:pt x="10337" y="544156"/>
                  </a:lnTo>
                  <a:lnTo>
                    <a:pt x="22847" y="589653"/>
                  </a:lnTo>
                  <a:lnTo>
                    <a:pt x="39888" y="633083"/>
                  </a:lnTo>
                  <a:lnTo>
                    <a:pt x="61185" y="674172"/>
                  </a:lnTo>
                  <a:lnTo>
                    <a:pt x="86465" y="712646"/>
                  </a:lnTo>
                  <a:lnTo>
                    <a:pt x="115454" y="748232"/>
                  </a:lnTo>
                  <a:lnTo>
                    <a:pt x="147879" y="780657"/>
                  </a:lnTo>
                  <a:lnTo>
                    <a:pt x="183465" y="809646"/>
                  </a:lnTo>
                  <a:lnTo>
                    <a:pt x="221939" y="834926"/>
                  </a:lnTo>
                  <a:lnTo>
                    <a:pt x="263028" y="856223"/>
                  </a:lnTo>
                  <a:lnTo>
                    <a:pt x="306458" y="873264"/>
                  </a:lnTo>
                  <a:lnTo>
                    <a:pt x="351955" y="885774"/>
                  </a:lnTo>
                  <a:lnTo>
                    <a:pt x="399245" y="893482"/>
                  </a:lnTo>
                  <a:lnTo>
                    <a:pt x="448056" y="896111"/>
                  </a:lnTo>
                  <a:lnTo>
                    <a:pt x="496866" y="893482"/>
                  </a:lnTo>
                  <a:lnTo>
                    <a:pt x="544156" y="885774"/>
                  </a:lnTo>
                  <a:lnTo>
                    <a:pt x="589653" y="873264"/>
                  </a:lnTo>
                  <a:lnTo>
                    <a:pt x="633083" y="856223"/>
                  </a:lnTo>
                  <a:lnTo>
                    <a:pt x="674172" y="834926"/>
                  </a:lnTo>
                  <a:lnTo>
                    <a:pt x="712646" y="809646"/>
                  </a:lnTo>
                  <a:lnTo>
                    <a:pt x="748232" y="780657"/>
                  </a:lnTo>
                  <a:lnTo>
                    <a:pt x="780657" y="748232"/>
                  </a:lnTo>
                  <a:lnTo>
                    <a:pt x="809646" y="712646"/>
                  </a:lnTo>
                  <a:lnTo>
                    <a:pt x="834926" y="674172"/>
                  </a:lnTo>
                  <a:lnTo>
                    <a:pt x="856223" y="633083"/>
                  </a:lnTo>
                  <a:lnTo>
                    <a:pt x="873264" y="589653"/>
                  </a:lnTo>
                  <a:lnTo>
                    <a:pt x="885774" y="544156"/>
                  </a:lnTo>
                  <a:lnTo>
                    <a:pt x="893482" y="496866"/>
                  </a:lnTo>
                  <a:lnTo>
                    <a:pt x="896112" y="448055"/>
                  </a:lnTo>
                  <a:lnTo>
                    <a:pt x="893482" y="399245"/>
                  </a:lnTo>
                  <a:lnTo>
                    <a:pt x="885774" y="351955"/>
                  </a:lnTo>
                  <a:lnTo>
                    <a:pt x="873264" y="306458"/>
                  </a:lnTo>
                  <a:lnTo>
                    <a:pt x="856223" y="263028"/>
                  </a:lnTo>
                  <a:lnTo>
                    <a:pt x="834926" y="221939"/>
                  </a:lnTo>
                  <a:lnTo>
                    <a:pt x="809646" y="183465"/>
                  </a:lnTo>
                  <a:lnTo>
                    <a:pt x="780657" y="147879"/>
                  </a:lnTo>
                  <a:lnTo>
                    <a:pt x="748232" y="115454"/>
                  </a:lnTo>
                  <a:lnTo>
                    <a:pt x="712646" y="86465"/>
                  </a:lnTo>
                  <a:lnTo>
                    <a:pt x="674172" y="61185"/>
                  </a:lnTo>
                  <a:lnTo>
                    <a:pt x="633083" y="39888"/>
                  </a:lnTo>
                  <a:lnTo>
                    <a:pt x="589653" y="22847"/>
                  </a:lnTo>
                  <a:lnTo>
                    <a:pt x="544156" y="10337"/>
                  </a:lnTo>
                  <a:lnTo>
                    <a:pt x="496866" y="2629"/>
                  </a:lnTo>
                  <a:lnTo>
                    <a:pt x="44805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279904" y="3245357"/>
              <a:ext cx="896619" cy="896619"/>
            </a:xfrm>
            <a:custGeom>
              <a:avLst/>
              <a:gdLst/>
              <a:ahLst/>
              <a:cxnLst/>
              <a:rect l="l" t="t" r="r" b="b"/>
              <a:pathLst>
                <a:path w="896619" h="896619">
                  <a:moveTo>
                    <a:pt x="0" y="448055"/>
                  </a:moveTo>
                  <a:lnTo>
                    <a:pt x="2629" y="399245"/>
                  </a:lnTo>
                  <a:lnTo>
                    <a:pt x="10337" y="351955"/>
                  </a:lnTo>
                  <a:lnTo>
                    <a:pt x="22847" y="306458"/>
                  </a:lnTo>
                  <a:lnTo>
                    <a:pt x="39888" y="263028"/>
                  </a:lnTo>
                  <a:lnTo>
                    <a:pt x="61185" y="221939"/>
                  </a:lnTo>
                  <a:lnTo>
                    <a:pt x="86465" y="183465"/>
                  </a:lnTo>
                  <a:lnTo>
                    <a:pt x="115454" y="147879"/>
                  </a:lnTo>
                  <a:lnTo>
                    <a:pt x="147879" y="115454"/>
                  </a:lnTo>
                  <a:lnTo>
                    <a:pt x="183465" y="86465"/>
                  </a:lnTo>
                  <a:lnTo>
                    <a:pt x="221939" y="61185"/>
                  </a:lnTo>
                  <a:lnTo>
                    <a:pt x="263028" y="39888"/>
                  </a:lnTo>
                  <a:lnTo>
                    <a:pt x="306458" y="22847"/>
                  </a:lnTo>
                  <a:lnTo>
                    <a:pt x="351955" y="10337"/>
                  </a:lnTo>
                  <a:lnTo>
                    <a:pt x="399245" y="2629"/>
                  </a:lnTo>
                  <a:lnTo>
                    <a:pt x="448056" y="0"/>
                  </a:lnTo>
                  <a:lnTo>
                    <a:pt x="496866" y="2629"/>
                  </a:lnTo>
                  <a:lnTo>
                    <a:pt x="544156" y="10337"/>
                  </a:lnTo>
                  <a:lnTo>
                    <a:pt x="589653" y="22847"/>
                  </a:lnTo>
                  <a:lnTo>
                    <a:pt x="633083" y="39888"/>
                  </a:lnTo>
                  <a:lnTo>
                    <a:pt x="674172" y="61185"/>
                  </a:lnTo>
                  <a:lnTo>
                    <a:pt x="712646" y="86465"/>
                  </a:lnTo>
                  <a:lnTo>
                    <a:pt x="748232" y="115454"/>
                  </a:lnTo>
                  <a:lnTo>
                    <a:pt x="780657" y="147879"/>
                  </a:lnTo>
                  <a:lnTo>
                    <a:pt x="809646" y="183465"/>
                  </a:lnTo>
                  <a:lnTo>
                    <a:pt x="834926" y="221939"/>
                  </a:lnTo>
                  <a:lnTo>
                    <a:pt x="856223" y="263028"/>
                  </a:lnTo>
                  <a:lnTo>
                    <a:pt x="873264" y="306458"/>
                  </a:lnTo>
                  <a:lnTo>
                    <a:pt x="885774" y="351955"/>
                  </a:lnTo>
                  <a:lnTo>
                    <a:pt x="893482" y="399245"/>
                  </a:lnTo>
                  <a:lnTo>
                    <a:pt x="896112" y="448055"/>
                  </a:lnTo>
                  <a:lnTo>
                    <a:pt x="893482" y="496866"/>
                  </a:lnTo>
                  <a:lnTo>
                    <a:pt x="885774" y="544156"/>
                  </a:lnTo>
                  <a:lnTo>
                    <a:pt x="873264" y="589653"/>
                  </a:lnTo>
                  <a:lnTo>
                    <a:pt x="856223" y="633083"/>
                  </a:lnTo>
                  <a:lnTo>
                    <a:pt x="834926" y="674172"/>
                  </a:lnTo>
                  <a:lnTo>
                    <a:pt x="809646" y="712646"/>
                  </a:lnTo>
                  <a:lnTo>
                    <a:pt x="780657" y="748232"/>
                  </a:lnTo>
                  <a:lnTo>
                    <a:pt x="748232" y="780657"/>
                  </a:lnTo>
                  <a:lnTo>
                    <a:pt x="712646" y="809646"/>
                  </a:lnTo>
                  <a:lnTo>
                    <a:pt x="674172" y="834926"/>
                  </a:lnTo>
                  <a:lnTo>
                    <a:pt x="633083" y="856223"/>
                  </a:lnTo>
                  <a:lnTo>
                    <a:pt x="589653" y="873264"/>
                  </a:lnTo>
                  <a:lnTo>
                    <a:pt x="544156" y="885774"/>
                  </a:lnTo>
                  <a:lnTo>
                    <a:pt x="496866" y="893482"/>
                  </a:lnTo>
                  <a:lnTo>
                    <a:pt x="448056" y="896111"/>
                  </a:lnTo>
                  <a:lnTo>
                    <a:pt x="399245" y="893482"/>
                  </a:lnTo>
                  <a:lnTo>
                    <a:pt x="351955" y="885774"/>
                  </a:lnTo>
                  <a:lnTo>
                    <a:pt x="306458" y="873264"/>
                  </a:lnTo>
                  <a:lnTo>
                    <a:pt x="263028" y="856223"/>
                  </a:lnTo>
                  <a:lnTo>
                    <a:pt x="221939" y="834926"/>
                  </a:lnTo>
                  <a:lnTo>
                    <a:pt x="183465" y="809646"/>
                  </a:lnTo>
                  <a:lnTo>
                    <a:pt x="147879" y="780657"/>
                  </a:lnTo>
                  <a:lnTo>
                    <a:pt x="115454" y="748232"/>
                  </a:lnTo>
                  <a:lnTo>
                    <a:pt x="86465" y="712646"/>
                  </a:lnTo>
                  <a:lnTo>
                    <a:pt x="61185" y="674172"/>
                  </a:lnTo>
                  <a:lnTo>
                    <a:pt x="39888" y="633083"/>
                  </a:lnTo>
                  <a:lnTo>
                    <a:pt x="22847" y="589653"/>
                  </a:lnTo>
                  <a:lnTo>
                    <a:pt x="10337" y="544156"/>
                  </a:lnTo>
                  <a:lnTo>
                    <a:pt x="2629" y="496866"/>
                  </a:lnTo>
                  <a:lnTo>
                    <a:pt x="0" y="448055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2331973" y="3466083"/>
            <a:ext cx="8051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400">
                <a:latin typeface="PMingLiU"/>
                <a:cs typeface="PMingLiU"/>
              </a:rPr>
              <a:t>小岛</a:t>
            </a:r>
            <a:r>
              <a:rPr sz="2400" spc="-50">
                <a:latin typeface="Cambria Math"/>
                <a:cs typeface="Cambria Math"/>
              </a:rPr>
              <a:t>𝟏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3025901" y="1792223"/>
            <a:ext cx="7680325" cy="1920239"/>
            <a:chOff x="3025901" y="1792223"/>
            <a:chExt cx="7680325" cy="1920239"/>
          </a:xfrm>
        </p:grpSpPr>
        <p:sp>
          <p:nvSpPr>
            <p:cNvPr id="20" name="object 20"/>
            <p:cNvSpPr/>
            <p:nvPr/>
          </p:nvSpPr>
          <p:spPr>
            <a:xfrm>
              <a:off x="3044951" y="2410967"/>
              <a:ext cx="4998720" cy="1282700"/>
            </a:xfrm>
            <a:custGeom>
              <a:avLst/>
              <a:gdLst/>
              <a:ahLst/>
              <a:cxnLst/>
              <a:rect l="l" t="t" r="r" b="b"/>
              <a:pathLst>
                <a:path w="4998720" h="1282700">
                  <a:moveTo>
                    <a:pt x="4998593" y="1119505"/>
                  </a:moveTo>
                  <a:lnTo>
                    <a:pt x="3515105" y="0"/>
                  </a:lnTo>
                </a:path>
                <a:path w="4998720" h="1282700">
                  <a:moveTo>
                    <a:pt x="0" y="965581"/>
                  </a:moveTo>
                  <a:lnTo>
                    <a:pt x="2617470" y="0"/>
                  </a:lnTo>
                </a:path>
                <a:path w="4998720" h="1282700">
                  <a:moveTo>
                    <a:pt x="2748661" y="316992"/>
                  </a:moveTo>
                  <a:lnTo>
                    <a:pt x="131064" y="1282319"/>
                  </a:lnTo>
                </a:path>
              </a:pathLst>
            </a:custGeom>
            <a:ln w="38100">
              <a:solidFill>
                <a:srgbClr val="B8F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9242298" y="1792223"/>
              <a:ext cx="1463802" cy="1652015"/>
            </a:xfrm>
            <a:prstGeom prst="rect">
              <a:avLst/>
            </a:prstGeom>
          </p:spPr>
        </p:pic>
      </p:grpSp>
      <p:sp>
        <p:nvSpPr>
          <p:cNvPr id="24" name="object 2">
            <a:extLst>
              <a:ext uri="{FF2B5EF4-FFF2-40B4-BE49-F238E27FC236}">
                <a16:creationId xmlns:a16="http://schemas.microsoft.com/office/drawing/2014/main" id="{482170D1-2E4A-6C4C-837E-DE4F2862B62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438" y="227767"/>
            <a:ext cx="5065549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柯尼斯堡七桥问</a:t>
            </a:r>
            <a:r>
              <a:rPr sz="4000"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题</a:t>
            </a:r>
            <a:endParaRPr sz="4000"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33679" y="1063688"/>
            <a:ext cx="7484109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10" dirty="0" err="1">
                <a:latin typeface="PMingLiU"/>
                <a:cs typeface="PMingLiU"/>
              </a:rPr>
              <a:t>从起点出发，经过图中所有边，最终到达终点</a:t>
            </a:r>
            <a:endParaRPr sz="2800" dirty="0">
              <a:latin typeface="PMingLiU"/>
              <a:cs typeface="PMingLiU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473136" y="1779460"/>
            <a:ext cx="9232900" cy="4184650"/>
            <a:chOff x="1473136" y="1779460"/>
            <a:chExt cx="9232900" cy="4184650"/>
          </a:xfrm>
        </p:grpSpPr>
        <p:sp>
          <p:nvSpPr>
            <p:cNvPr id="5" name="object 5"/>
            <p:cNvSpPr/>
            <p:nvPr/>
          </p:nvSpPr>
          <p:spPr>
            <a:xfrm>
              <a:off x="1477899" y="1784223"/>
              <a:ext cx="9223375" cy="4175125"/>
            </a:xfrm>
            <a:custGeom>
              <a:avLst/>
              <a:gdLst/>
              <a:ahLst/>
              <a:cxnLst/>
              <a:rect l="l" t="t" r="r" b="b"/>
              <a:pathLst>
                <a:path w="9223375" h="4175125">
                  <a:moveTo>
                    <a:pt x="0" y="4174998"/>
                  </a:moveTo>
                  <a:lnTo>
                    <a:pt x="9223248" y="4174998"/>
                  </a:lnTo>
                  <a:lnTo>
                    <a:pt x="9223248" y="0"/>
                  </a:lnTo>
                  <a:lnTo>
                    <a:pt x="0" y="0"/>
                  </a:lnTo>
                  <a:lnTo>
                    <a:pt x="0" y="4174998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193030" y="3399282"/>
              <a:ext cx="3615690" cy="2189480"/>
            </a:xfrm>
            <a:custGeom>
              <a:avLst/>
              <a:gdLst/>
              <a:ahLst/>
              <a:cxnLst/>
              <a:rect l="l" t="t" r="r" b="b"/>
              <a:pathLst>
                <a:path w="3615690" h="2189479">
                  <a:moveTo>
                    <a:pt x="0" y="1740788"/>
                  </a:moveTo>
                  <a:lnTo>
                    <a:pt x="2629" y="1691929"/>
                  </a:lnTo>
                  <a:lnTo>
                    <a:pt x="10337" y="1644593"/>
                  </a:lnTo>
                  <a:lnTo>
                    <a:pt x="22847" y="1599053"/>
                  </a:lnTo>
                  <a:lnTo>
                    <a:pt x="39888" y="1555585"/>
                  </a:lnTo>
                  <a:lnTo>
                    <a:pt x="61185" y="1514460"/>
                  </a:lnTo>
                  <a:lnTo>
                    <a:pt x="86465" y="1475954"/>
                  </a:lnTo>
                  <a:lnTo>
                    <a:pt x="115454" y="1440339"/>
                  </a:lnTo>
                  <a:lnTo>
                    <a:pt x="147879" y="1407889"/>
                  </a:lnTo>
                  <a:lnTo>
                    <a:pt x="183465" y="1378878"/>
                  </a:lnTo>
                  <a:lnTo>
                    <a:pt x="221939" y="1353580"/>
                  </a:lnTo>
                  <a:lnTo>
                    <a:pt x="263028" y="1332267"/>
                  </a:lnTo>
                  <a:lnTo>
                    <a:pt x="306458" y="1315215"/>
                  </a:lnTo>
                  <a:lnTo>
                    <a:pt x="351955" y="1302695"/>
                  </a:lnTo>
                  <a:lnTo>
                    <a:pt x="399245" y="1294983"/>
                  </a:lnTo>
                  <a:lnTo>
                    <a:pt x="448056" y="1292351"/>
                  </a:lnTo>
                  <a:lnTo>
                    <a:pt x="496866" y="1294983"/>
                  </a:lnTo>
                  <a:lnTo>
                    <a:pt x="544156" y="1302695"/>
                  </a:lnTo>
                  <a:lnTo>
                    <a:pt x="589653" y="1315215"/>
                  </a:lnTo>
                  <a:lnTo>
                    <a:pt x="633083" y="1332267"/>
                  </a:lnTo>
                  <a:lnTo>
                    <a:pt x="674172" y="1353580"/>
                  </a:lnTo>
                  <a:lnTo>
                    <a:pt x="712646" y="1378878"/>
                  </a:lnTo>
                  <a:lnTo>
                    <a:pt x="748232" y="1407889"/>
                  </a:lnTo>
                  <a:lnTo>
                    <a:pt x="780657" y="1440339"/>
                  </a:lnTo>
                  <a:lnTo>
                    <a:pt x="809646" y="1475954"/>
                  </a:lnTo>
                  <a:lnTo>
                    <a:pt x="834926" y="1514460"/>
                  </a:lnTo>
                  <a:lnTo>
                    <a:pt x="856223" y="1555585"/>
                  </a:lnTo>
                  <a:lnTo>
                    <a:pt x="873264" y="1599053"/>
                  </a:lnTo>
                  <a:lnTo>
                    <a:pt x="885774" y="1644593"/>
                  </a:lnTo>
                  <a:lnTo>
                    <a:pt x="893482" y="1691929"/>
                  </a:lnTo>
                  <a:lnTo>
                    <a:pt x="896112" y="1740788"/>
                  </a:lnTo>
                  <a:lnTo>
                    <a:pt x="893482" y="1789648"/>
                  </a:lnTo>
                  <a:lnTo>
                    <a:pt x="885774" y="1836984"/>
                  </a:lnTo>
                  <a:lnTo>
                    <a:pt x="873264" y="1882524"/>
                  </a:lnTo>
                  <a:lnTo>
                    <a:pt x="856223" y="1925992"/>
                  </a:lnTo>
                  <a:lnTo>
                    <a:pt x="834926" y="1967117"/>
                  </a:lnTo>
                  <a:lnTo>
                    <a:pt x="809646" y="2005623"/>
                  </a:lnTo>
                  <a:lnTo>
                    <a:pt x="780657" y="2041238"/>
                  </a:lnTo>
                  <a:lnTo>
                    <a:pt x="748232" y="2073688"/>
                  </a:lnTo>
                  <a:lnTo>
                    <a:pt x="712646" y="2102699"/>
                  </a:lnTo>
                  <a:lnTo>
                    <a:pt x="674172" y="2127997"/>
                  </a:lnTo>
                  <a:lnTo>
                    <a:pt x="633083" y="2149310"/>
                  </a:lnTo>
                  <a:lnTo>
                    <a:pt x="589653" y="2166362"/>
                  </a:lnTo>
                  <a:lnTo>
                    <a:pt x="544156" y="2178882"/>
                  </a:lnTo>
                  <a:lnTo>
                    <a:pt x="496866" y="2186594"/>
                  </a:lnTo>
                  <a:lnTo>
                    <a:pt x="448056" y="2189226"/>
                  </a:lnTo>
                  <a:lnTo>
                    <a:pt x="399245" y="2186594"/>
                  </a:lnTo>
                  <a:lnTo>
                    <a:pt x="351955" y="2178882"/>
                  </a:lnTo>
                  <a:lnTo>
                    <a:pt x="306458" y="2166362"/>
                  </a:lnTo>
                  <a:lnTo>
                    <a:pt x="263028" y="2149310"/>
                  </a:lnTo>
                  <a:lnTo>
                    <a:pt x="221939" y="2127997"/>
                  </a:lnTo>
                  <a:lnTo>
                    <a:pt x="183465" y="2102699"/>
                  </a:lnTo>
                  <a:lnTo>
                    <a:pt x="147879" y="2073688"/>
                  </a:lnTo>
                  <a:lnTo>
                    <a:pt x="115454" y="2041238"/>
                  </a:lnTo>
                  <a:lnTo>
                    <a:pt x="86465" y="2005623"/>
                  </a:lnTo>
                  <a:lnTo>
                    <a:pt x="61185" y="1967117"/>
                  </a:lnTo>
                  <a:lnTo>
                    <a:pt x="39888" y="1925992"/>
                  </a:lnTo>
                  <a:lnTo>
                    <a:pt x="22847" y="1882524"/>
                  </a:lnTo>
                  <a:lnTo>
                    <a:pt x="10337" y="1836984"/>
                  </a:lnTo>
                  <a:lnTo>
                    <a:pt x="2629" y="1789648"/>
                  </a:lnTo>
                  <a:lnTo>
                    <a:pt x="0" y="1740788"/>
                  </a:lnTo>
                  <a:close/>
                </a:path>
                <a:path w="3615690" h="2189479">
                  <a:moveTo>
                    <a:pt x="2718816" y="448055"/>
                  </a:moveTo>
                  <a:lnTo>
                    <a:pt x="2721447" y="399245"/>
                  </a:lnTo>
                  <a:lnTo>
                    <a:pt x="2729159" y="351955"/>
                  </a:lnTo>
                  <a:lnTo>
                    <a:pt x="2741679" y="306458"/>
                  </a:lnTo>
                  <a:lnTo>
                    <a:pt x="2758731" y="263028"/>
                  </a:lnTo>
                  <a:lnTo>
                    <a:pt x="2780044" y="221939"/>
                  </a:lnTo>
                  <a:lnTo>
                    <a:pt x="2805342" y="183465"/>
                  </a:lnTo>
                  <a:lnTo>
                    <a:pt x="2834353" y="147879"/>
                  </a:lnTo>
                  <a:lnTo>
                    <a:pt x="2866803" y="115454"/>
                  </a:lnTo>
                  <a:lnTo>
                    <a:pt x="2902418" y="86465"/>
                  </a:lnTo>
                  <a:lnTo>
                    <a:pt x="2940924" y="61185"/>
                  </a:lnTo>
                  <a:lnTo>
                    <a:pt x="2982049" y="39888"/>
                  </a:lnTo>
                  <a:lnTo>
                    <a:pt x="3025517" y="22847"/>
                  </a:lnTo>
                  <a:lnTo>
                    <a:pt x="3071057" y="10337"/>
                  </a:lnTo>
                  <a:lnTo>
                    <a:pt x="3118393" y="2629"/>
                  </a:lnTo>
                  <a:lnTo>
                    <a:pt x="3167253" y="0"/>
                  </a:lnTo>
                  <a:lnTo>
                    <a:pt x="3216112" y="2629"/>
                  </a:lnTo>
                  <a:lnTo>
                    <a:pt x="3263448" y="10337"/>
                  </a:lnTo>
                  <a:lnTo>
                    <a:pt x="3308988" y="22847"/>
                  </a:lnTo>
                  <a:lnTo>
                    <a:pt x="3352456" y="39888"/>
                  </a:lnTo>
                  <a:lnTo>
                    <a:pt x="3393581" y="61185"/>
                  </a:lnTo>
                  <a:lnTo>
                    <a:pt x="3432087" y="86465"/>
                  </a:lnTo>
                  <a:lnTo>
                    <a:pt x="3467702" y="115454"/>
                  </a:lnTo>
                  <a:lnTo>
                    <a:pt x="3500152" y="147879"/>
                  </a:lnTo>
                  <a:lnTo>
                    <a:pt x="3529163" y="183465"/>
                  </a:lnTo>
                  <a:lnTo>
                    <a:pt x="3554461" y="221939"/>
                  </a:lnTo>
                  <a:lnTo>
                    <a:pt x="3575774" y="263028"/>
                  </a:lnTo>
                  <a:lnTo>
                    <a:pt x="3592826" y="306458"/>
                  </a:lnTo>
                  <a:lnTo>
                    <a:pt x="3605346" y="351955"/>
                  </a:lnTo>
                  <a:lnTo>
                    <a:pt x="3613058" y="399245"/>
                  </a:lnTo>
                  <a:lnTo>
                    <a:pt x="3615690" y="448055"/>
                  </a:lnTo>
                  <a:lnTo>
                    <a:pt x="3613058" y="496866"/>
                  </a:lnTo>
                  <a:lnTo>
                    <a:pt x="3605346" y="544156"/>
                  </a:lnTo>
                  <a:lnTo>
                    <a:pt x="3592826" y="589653"/>
                  </a:lnTo>
                  <a:lnTo>
                    <a:pt x="3575774" y="633083"/>
                  </a:lnTo>
                  <a:lnTo>
                    <a:pt x="3554461" y="674172"/>
                  </a:lnTo>
                  <a:lnTo>
                    <a:pt x="3529163" y="712646"/>
                  </a:lnTo>
                  <a:lnTo>
                    <a:pt x="3500152" y="748232"/>
                  </a:lnTo>
                  <a:lnTo>
                    <a:pt x="3467702" y="780657"/>
                  </a:lnTo>
                  <a:lnTo>
                    <a:pt x="3432087" y="809646"/>
                  </a:lnTo>
                  <a:lnTo>
                    <a:pt x="3393581" y="834926"/>
                  </a:lnTo>
                  <a:lnTo>
                    <a:pt x="3352456" y="856223"/>
                  </a:lnTo>
                  <a:lnTo>
                    <a:pt x="3308988" y="873264"/>
                  </a:lnTo>
                  <a:lnTo>
                    <a:pt x="3263448" y="885774"/>
                  </a:lnTo>
                  <a:lnTo>
                    <a:pt x="3216112" y="893482"/>
                  </a:lnTo>
                  <a:lnTo>
                    <a:pt x="3167253" y="896111"/>
                  </a:lnTo>
                  <a:lnTo>
                    <a:pt x="3118393" y="893482"/>
                  </a:lnTo>
                  <a:lnTo>
                    <a:pt x="3071057" y="885774"/>
                  </a:lnTo>
                  <a:lnTo>
                    <a:pt x="3025517" y="873264"/>
                  </a:lnTo>
                  <a:lnTo>
                    <a:pt x="2982049" y="856223"/>
                  </a:lnTo>
                  <a:lnTo>
                    <a:pt x="2940924" y="834926"/>
                  </a:lnTo>
                  <a:lnTo>
                    <a:pt x="2902418" y="809646"/>
                  </a:lnTo>
                  <a:lnTo>
                    <a:pt x="2866803" y="780657"/>
                  </a:lnTo>
                  <a:lnTo>
                    <a:pt x="2834353" y="748232"/>
                  </a:lnTo>
                  <a:lnTo>
                    <a:pt x="2805342" y="712646"/>
                  </a:lnTo>
                  <a:lnTo>
                    <a:pt x="2780044" y="674172"/>
                  </a:lnTo>
                  <a:lnTo>
                    <a:pt x="2758731" y="633083"/>
                  </a:lnTo>
                  <a:lnTo>
                    <a:pt x="2741679" y="589653"/>
                  </a:lnTo>
                  <a:lnTo>
                    <a:pt x="2729159" y="544156"/>
                  </a:lnTo>
                  <a:lnTo>
                    <a:pt x="2721447" y="496866"/>
                  </a:lnTo>
                  <a:lnTo>
                    <a:pt x="2718816" y="448055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7964678" y="3621532"/>
            <a:ext cx="8051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400">
                <a:latin typeface="PMingLiU"/>
                <a:cs typeface="PMingLiU"/>
              </a:rPr>
              <a:t>小岛</a:t>
            </a:r>
            <a:r>
              <a:rPr sz="2400" spc="-50">
                <a:latin typeface="Cambria Math"/>
                <a:cs typeface="Cambria Math"/>
              </a:rPr>
              <a:t>𝟐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091433" y="1943100"/>
            <a:ext cx="4971415" cy="3162935"/>
            <a:chOff x="3091433" y="1943100"/>
            <a:chExt cx="4971415" cy="3162935"/>
          </a:xfrm>
        </p:grpSpPr>
        <p:sp>
          <p:nvSpPr>
            <p:cNvPr id="9" name="object 9"/>
            <p:cNvSpPr/>
            <p:nvPr/>
          </p:nvSpPr>
          <p:spPr>
            <a:xfrm>
              <a:off x="3110483" y="3693414"/>
              <a:ext cx="4933315" cy="1393190"/>
            </a:xfrm>
            <a:custGeom>
              <a:avLst/>
              <a:gdLst/>
              <a:ahLst/>
              <a:cxnLst/>
              <a:rect l="l" t="t" r="r" b="b"/>
              <a:pathLst>
                <a:path w="4933315" h="1393189">
                  <a:moveTo>
                    <a:pt x="65532" y="0"/>
                  </a:moveTo>
                  <a:lnTo>
                    <a:pt x="4801362" y="153797"/>
                  </a:lnTo>
                </a:path>
                <a:path w="4933315" h="1393189">
                  <a:moveTo>
                    <a:pt x="0" y="222504"/>
                  </a:moveTo>
                  <a:lnTo>
                    <a:pt x="2118868" y="1292733"/>
                  </a:lnTo>
                </a:path>
                <a:path w="4933315" h="1393189">
                  <a:moveTo>
                    <a:pt x="3000756" y="1393190"/>
                  </a:moveTo>
                  <a:lnTo>
                    <a:pt x="4932934" y="470916"/>
                  </a:lnTo>
                </a:path>
              </a:pathLst>
            </a:custGeom>
            <a:ln w="38100">
              <a:solidFill>
                <a:srgbClr val="B8F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662422" y="1962150"/>
              <a:ext cx="897890" cy="897890"/>
            </a:xfrm>
            <a:custGeom>
              <a:avLst/>
              <a:gdLst/>
              <a:ahLst/>
              <a:cxnLst/>
              <a:rect l="l" t="t" r="r" b="b"/>
              <a:pathLst>
                <a:path w="897890" h="897889">
                  <a:moveTo>
                    <a:pt x="0" y="448817"/>
                  </a:moveTo>
                  <a:lnTo>
                    <a:pt x="2633" y="399909"/>
                  </a:lnTo>
                  <a:lnTo>
                    <a:pt x="10350" y="352527"/>
                  </a:lnTo>
                  <a:lnTo>
                    <a:pt x="22878" y="306945"/>
                  </a:lnTo>
                  <a:lnTo>
                    <a:pt x="39942" y="263438"/>
                  </a:lnTo>
                  <a:lnTo>
                    <a:pt x="61270" y="222278"/>
                  </a:lnTo>
                  <a:lnTo>
                    <a:pt x="86587" y="183739"/>
                  </a:lnTo>
                  <a:lnTo>
                    <a:pt x="115620" y="148095"/>
                  </a:lnTo>
                  <a:lnTo>
                    <a:pt x="148095" y="115620"/>
                  </a:lnTo>
                  <a:lnTo>
                    <a:pt x="183739" y="86587"/>
                  </a:lnTo>
                  <a:lnTo>
                    <a:pt x="222278" y="61270"/>
                  </a:lnTo>
                  <a:lnTo>
                    <a:pt x="263438" y="39942"/>
                  </a:lnTo>
                  <a:lnTo>
                    <a:pt x="306945" y="22878"/>
                  </a:lnTo>
                  <a:lnTo>
                    <a:pt x="352527" y="10350"/>
                  </a:lnTo>
                  <a:lnTo>
                    <a:pt x="399909" y="2633"/>
                  </a:lnTo>
                  <a:lnTo>
                    <a:pt x="448817" y="0"/>
                  </a:lnTo>
                  <a:lnTo>
                    <a:pt x="497726" y="2633"/>
                  </a:lnTo>
                  <a:lnTo>
                    <a:pt x="545108" y="10350"/>
                  </a:lnTo>
                  <a:lnTo>
                    <a:pt x="590690" y="22878"/>
                  </a:lnTo>
                  <a:lnTo>
                    <a:pt x="634197" y="39942"/>
                  </a:lnTo>
                  <a:lnTo>
                    <a:pt x="675357" y="61270"/>
                  </a:lnTo>
                  <a:lnTo>
                    <a:pt x="713896" y="86587"/>
                  </a:lnTo>
                  <a:lnTo>
                    <a:pt x="749540" y="115620"/>
                  </a:lnTo>
                  <a:lnTo>
                    <a:pt x="782015" y="148095"/>
                  </a:lnTo>
                  <a:lnTo>
                    <a:pt x="811048" y="183739"/>
                  </a:lnTo>
                  <a:lnTo>
                    <a:pt x="836365" y="222278"/>
                  </a:lnTo>
                  <a:lnTo>
                    <a:pt x="857693" y="263438"/>
                  </a:lnTo>
                  <a:lnTo>
                    <a:pt x="874757" y="306945"/>
                  </a:lnTo>
                  <a:lnTo>
                    <a:pt x="887285" y="352527"/>
                  </a:lnTo>
                  <a:lnTo>
                    <a:pt x="895002" y="399909"/>
                  </a:lnTo>
                  <a:lnTo>
                    <a:pt x="897635" y="448817"/>
                  </a:lnTo>
                  <a:lnTo>
                    <a:pt x="895002" y="497726"/>
                  </a:lnTo>
                  <a:lnTo>
                    <a:pt x="887285" y="545108"/>
                  </a:lnTo>
                  <a:lnTo>
                    <a:pt x="874757" y="590690"/>
                  </a:lnTo>
                  <a:lnTo>
                    <a:pt x="857693" y="634197"/>
                  </a:lnTo>
                  <a:lnTo>
                    <a:pt x="836365" y="675357"/>
                  </a:lnTo>
                  <a:lnTo>
                    <a:pt x="811048" y="713896"/>
                  </a:lnTo>
                  <a:lnTo>
                    <a:pt x="782015" y="749540"/>
                  </a:lnTo>
                  <a:lnTo>
                    <a:pt x="749540" y="782015"/>
                  </a:lnTo>
                  <a:lnTo>
                    <a:pt x="713896" y="811048"/>
                  </a:lnTo>
                  <a:lnTo>
                    <a:pt x="675357" y="836365"/>
                  </a:lnTo>
                  <a:lnTo>
                    <a:pt x="634197" y="857693"/>
                  </a:lnTo>
                  <a:lnTo>
                    <a:pt x="590690" y="874757"/>
                  </a:lnTo>
                  <a:lnTo>
                    <a:pt x="545108" y="887285"/>
                  </a:lnTo>
                  <a:lnTo>
                    <a:pt x="497726" y="895002"/>
                  </a:lnTo>
                  <a:lnTo>
                    <a:pt x="448817" y="897636"/>
                  </a:lnTo>
                  <a:lnTo>
                    <a:pt x="399909" y="895002"/>
                  </a:lnTo>
                  <a:lnTo>
                    <a:pt x="352527" y="887285"/>
                  </a:lnTo>
                  <a:lnTo>
                    <a:pt x="306945" y="874757"/>
                  </a:lnTo>
                  <a:lnTo>
                    <a:pt x="263438" y="857693"/>
                  </a:lnTo>
                  <a:lnTo>
                    <a:pt x="222278" y="836365"/>
                  </a:lnTo>
                  <a:lnTo>
                    <a:pt x="183739" y="811048"/>
                  </a:lnTo>
                  <a:lnTo>
                    <a:pt x="148095" y="782015"/>
                  </a:lnTo>
                  <a:lnTo>
                    <a:pt x="115620" y="749540"/>
                  </a:lnTo>
                  <a:lnTo>
                    <a:pt x="86587" y="713896"/>
                  </a:lnTo>
                  <a:lnTo>
                    <a:pt x="61270" y="675357"/>
                  </a:lnTo>
                  <a:lnTo>
                    <a:pt x="39942" y="634197"/>
                  </a:lnTo>
                  <a:lnTo>
                    <a:pt x="22878" y="590690"/>
                  </a:lnTo>
                  <a:lnTo>
                    <a:pt x="10350" y="545108"/>
                  </a:lnTo>
                  <a:lnTo>
                    <a:pt x="2633" y="497726"/>
                  </a:lnTo>
                  <a:lnTo>
                    <a:pt x="0" y="448817"/>
                  </a:lnTo>
                  <a:close/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715253" y="2183384"/>
            <a:ext cx="8051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400">
                <a:latin typeface="PMingLiU"/>
                <a:cs typeface="PMingLiU"/>
              </a:rPr>
              <a:t>河岸</a:t>
            </a:r>
            <a:r>
              <a:rPr sz="2400" spc="-50">
                <a:latin typeface="Cambria Math"/>
                <a:cs typeface="Cambria Math"/>
              </a:rPr>
              <a:t>𝟏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911590" y="4102100"/>
            <a:ext cx="143383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2000" spc="-20">
                <a:latin typeface="PMingLiU"/>
                <a:cs typeface="PMingLiU"/>
              </a:rPr>
              <a:t>顶点的度</a:t>
            </a:r>
            <a:r>
              <a:rPr sz="2000" spc="-25">
                <a:latin typeface="PMingLiU"/>
                <a:cs typeface="PMingLiU"/>
              </a:rPr>
              <a:t>：</a:t>
            </a:r>
            <a:r>
              <a:rPr sz="2000" spc="-25">
                <a:latin typeface="Cambria Math"/>
                <a:cs typeface="Cambria Math"/>
              </a:rPr>
              <a:t>𝟑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805676" y="2017268"/>
            <a:ext cx="143383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2000" spc="-20">
                <a:latin typeface="PMingLiU"/>
                <a:cs typeface="PMingLiU"/>
              </a:rPr>
              <a:t>顶点的度</a:t>
            </a:r>
            <a:r>
              <a:rPr sz="2000" spc="-25">
                <a:latin typeface="PMingLiU"/>
                <a:cs typeface="PMingLiU"/>
              </a:rPr>
              <a:t>：</a:t>
            </a:r>
            <a:r>
              <a:rPr sz="2000" spc="-25">
                <a:latin typeface="Cambria Math"/>
                <a:cs typeface="Cambria Math"/>
              </a:rPr>
              <a:t>𝟑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245100" y="4842387"/>
            <a:ext cx="2383155" cy="828040"/>
          </a:xfrm>
          <a:prstGeom prst="rect">
            <a:avLst/>
          </a:prstGeom>
        </p:spPr>
        <p:txBody>
          <a:bodyPr vert="horz" wrap="square" lIns="0" tIns="8445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665"/>
              </a:spcBef>
            </a:pPr>
            <a:r>
              <a:rPr sz="2400">
                <a:latin typeface="PMingLiU"/>
                <a:cs typeface="PMingLiU"/>
              </a:rPr>
              <a:t>河岸</a:t>
            </a:r>
            <a:r>
              <a:rPr sz="2400" spc="-50">
                <a:latin typeface="Cambria Math"/>
                <a:cs typeface="Cambria Math"/>
              </a:rPr>
              <a:t>𝟐</a:t>
            </a:r>
            <a:endParaRPr sz="2400">
              <a:latin typeface="Cambria Math"/>
              <a:cs typeface="Cambria Math"/>
            </a:endParaRPr>
          </a:p>
          <a:p>
            <a:pPr marL="949325">
              <a:lnSpc>
                <a:spcPct val="100000"/>
              </a:lnSpc>
              <a:spcBef>
                <a:spcPts val="470"/>
              </a:spcBef>
            </a:pPr>
            <a:r>
              <a:rPr sz="2000" spc="-20">
                <a:latin typeface="PMingLiU"/>
                <a:cs typeface="PMingLiU"/>
              </a:rPr>
              <a:t>顶点的度</a:t>
            </a:r>
            <a:r>
              <a:rPr sz="2000" spc="-25">
                <a:latin typeface="PMingLiU"/>
                <a:cs typeface="PMingLiU"/>
              </a:rPr>
              <a:t>：</a:t>
            </a:r>
            <a:r>
              <a:rPr sz="2000" spc="-25">
                <a:latin typeface="Cambria Math"/>
                <a:cs typeface="Cambria Math"/>
              </a:rPr>
              <a:t>𝟑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727960" y="4141470"/>
            <a:ext cx="2596515" cy="1344930"/>
          </a:xfrm>
          <a:custGeom>
            <a:avLst/>
            <a:gdLst/>
            <a:ahLst/>
            <a:cxnLst/>
            <a:rect l="l" t="t" r="r" b="b"/>
            <a:pathLst>
              <a:path w="2596515" h="1344929">
                <a:moveTo>
                  <a:pt x="0" y="0"/>
                </a:moveTo>
                <a:lnTo>
                  <a:pt x="2596006" y="1344548"/>
                </a:lnTo>
              </a:path>
            </a:pathLst>
          </a:custGeom>
          <a:ln w="38100">
            <a:solidFill>
              <a:srgbClr val="B8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701292" y="2734818"/>
            <a:ext cx="143383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2000" spc="-20">
                <a:latin typeface="PMingLiU"/>
                <a:cs typeface="PMingLiU"/>
              </a:rPr>
              <a:t>顶点的度</a:t>
            </a:r>
            <a:r>
              <a:rPr sz="2000" spc="-25">
                <a:latin typeface="PMingLiU"/>
                <a:cs typeface="PMingLiU"/>
              </a:rPr>
              <a:t>：</a:t>
            </a:r>
            <a:r>
              <a:rPr sz="2000" spc="-25">
                <a:latin typeface="Cambria Math"/>
                <a:cs typeface="Cambria Math"/>
              </a:rPr>
              <a:t>𝟓</a:t>
            </a:r>
            <a:endParaRPr sz="2000">
              <a:latin typeface="Cambria Math"/>
              <a:cs typeface="Cambria Math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2260854" y="3226307"/>
            <a:ext cx="934719" cy="934719"/>
            <a:chOff x="2260854" y="3226307"/>
            <a:chExt cx="934719" cy="934719"/>
          </a:xfrm>
        </p:grpSpPr>
        <p:sp>
          <p:nvSpPr>
            <p:cNvPr id="18" name="object 18"/>
            <p:cNvSpPr/>
            <p:nvPr/>
          </p:nvSpPr>
          <p:spPr>
            <a:xfrm>
              <a:off x="2279904" y="3245357"/>
              <a:ext cx="896619" cy="896619"/>
            </a:xfrm>
            <a:custGeom>
              <a:avLst/>
              <a:gdLst/>
              <a:ahLst/>
              <a:cxnLst/>
              <a:rect l="l" t="t" r="r" b="b"/>
              <a:pathLst>
                <a:path w="896619" h="896619">
                  <a:moveTo>
                    <a:pt x="448056" y="0"/>
                  </a:moveTo>
                  <a:lnTo>
                    <a:pt x="399245" y="2629"/>
                  </a:lnTo>
                  <a:lnTo>
                    <a:pt x="351955" y="10337"/>
                  </a:lnTo>
                  <a:lnTo>
                    <a:pt x="306458" y="22847"/>
                  </a:lnTo>
                  <a:lnTo>
                    <a:pt x="263028" y="39888"/>
                  </a:lnTo>
                  <a:lnTo>
                    <a:pt x="221939" y="61185"/>
                  </a:lnTo>
                  <a:lnTo>
                    <a:pt x="183465" y="86465"/>
                  </a:lnTo>
                  <a:lnTo>
                    <a:pt x="147879" y="115454"/>
                  </a:lnTo>
                  <a:lnTo>
                    <a:pt x="115454" y="147879"/>
                  </a:lnTo>
                  <a:lnTo>
                    <a:pt x="86465" y="183465"/>
                  </a:lnTo>
                  <a:lnTo>
                    <a:pt x="61185" y="221939"/>
                  </a:lnTo>
                  <a:lnTo>
                    <a:pt x="39888" y="263028"/>
                  </a:lnTo>
                  <a:lnTo>
                    <a:pt x="22847" y="306458"/>
                  </a:lnTo>
                  <a:lnTo>
                    <a:pt x="10337" y="351955"/>
                  </a:lnTo>
                  <a:lnTo>
                    <a:pt x="2629" y="399245"/>
                  </a:lnTo>
                  <a:lnTo>
                    <a:pt x="0" y="448055"/>
                  </a:lnTo>
                  <a:lnTo>
                    <a:pt x="2629" y="496866"/>
                  </a:lnTo>
                  <a:lnTo>
                    <a:pt x="10337" y="544156"/>
                  </a:lnTo>
                  <a:lnTo>
                    <a:pt x="22847" y="589653"/>
                  </a:lnTo>
                  <a:lnTo>
                    <a:pt x="39888" y="633083"/>
                  </a:lnTo>
                  <a:lnTo>
                    <a:pt x="61185" y="674172"/>
                  </a:lnTo>
                  <a:lnTo>
                    <a:pt x="86465" y="712646"/>
                  </a:lnTo>
                  <a:lnTo>
                    <a:pt x="115454" y="748232"/>
                  </a:lnTo>
                  <a:lnTo>
                    <a:pt x="147879" y="780657"/>
                  </a:lnTo>
                  <a:lnTo>
                    <a:pt x="183465" y="809646"/>
                  </a:lnTo>
                  <a:lnTo>
                    <a:pt x="221939" y="834926"/>
                  </a:lnTo>
                  <a:lnTo>
                    <a:pt x="263028" y="856223"/>
                  </a:lnTo>
                  <a:lnTo>
                    <a:pt x="306458" y="873264"/>
                  </a:lnTo>
                  <a:lnTo>
                    <a:pt x="351955" y="885774"/>
                  </a:lnTo>
                  <a:lnTo>
                    <a:pt x="399245" y="893482"/>
                  </a:lnTo>
                  <a:lnTo>
                    <a:pt x="448056" y="896111"/>
                  </a:lnTo>
                  <a:lnTo>
                    <a:pt x="496866" y="893482"/>
                  </a:lnTo>
                  <a:lnTo>
                    <a:pt x="544156" y="885774"/>
                  </a:lnTo>
                  <a:lnTo>
                    <a:pt x="589653" y="873264"/>
                  </a:lnTo>
                  <a:lnTo>
                    <a:pt x="633083" y="856223"/>
                  </a:lnTo>
                  <a:lnTo>
                    <a:pt x="674172" y="834926"/>
                  </a:lnTo>
                  <a:lnTo>
                    <a:pt x="712646" y="809646"/>
                  </a:lnTo>
                  <a:lnTo>
                    <a:pt x="748232" y="780657"/>
                  </a:lnTo>
                  <a:lnTo>
                    <a:pt x="780657" y="748232"/>
                  </a:lnTo>
                  <a:lnTo>
                    <a:pt x="809646" y="712646"/>
                  </a:lnTo>
                  <a:lnTo>
                    <a:pt x="834926" y="674172"/>
                  </a:lnTo>
                  <a:lnTo>
                    <a:pt x="856223" y="633083"/>
                  </a:lnTo>
                  <a:lnTo>
                    <a:pt x="873264" y="589653"/>
                  </a:lnTo>
                  <a:lnTo>
                    <a:pt x="885774" y="544156"/>
                  </a:lnTo>
                  <a:lnTo>
                    <a:pt x="893482" y="496866"/>
                  </a:lnTo>
                  <a:lnTo>
                    <a:pt x="896112" y="448055"/>
                  </a:lnTo>
                  <a:lnTo>
                    <a:pt x="893482" y="399245"/>
                  </a:lnTo>
                  <a:lnTo>
                    <a:pt x="885774" y="351955"/>
                  </a:lnTo>
                  <a:lnTo>
                    <a:pt x="873264" y="306458"/>
                  </a:lnTo>
                  <a:lnTo>
                    <a:pt x="856223" y="263028"/>
                  </a:lnTo>
                  <a:lnTo>
                    <a:pt x="834926" y="221939"/>
                  </a:lnTo>
                  <a:lnTo>
                    <a:pt x="809646" y="183465"/>
                  </a:lnTo>
                  <a:lnTo>
                    <a:pt x="780657" y="147879"/>
                  </a:lnTo>
                  <a:lnTo>
                    <a:pt x="748232" y="115454"/>
                  </a:lnTo>
                  <a:lnTo>
                    <a:pt x="712646" y="86465"/>
                  </a:lnTo>
                  <a:lnTo>
                    <a:pt x="674172" y="61185"/>
                  </a:lnTo>
                  <a:lnTo>
                    <a:pt x="633083" y="39888"/>
                  </a:lnTo>
                  <a:lnTo>
                    <a:pt x="589653" y="22847"/>
                  </a:lnTo>
                  <a:lnTo>
                    <a:pt x="544156" y="10337"/>
                  </a:lnTo>
                  <a:lnTo>
                    <a:pt x="496866" y="2629"/>
                  </a:lnTo>
                  <a:lnTo>
                    <a:pt x="44805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279904" y="3245357"/>
              <a:ext cx="896619" cy="896619"/>
            </a:xfrm>
            <a:custGeom>
              <a:avLst/>
              <a:gdLst/>
              <a:ahLst/>
              <a:cxnLst/>
              <a:rect l="l" t="t" r="r" b="b"/>
              <a:pathLst>
                <a:path w="896619" h="896619">
                  <a:moveTo>
                    <a:pt x="0" y="448055"/>
                  </a:moveTo>
                  <a:lnTo>
                    <a:pt x="2629" y="399245"/>
                  </a:lnTo>
                  <a:lnTo>
                    <a:pt x="10337" y="351955"/>
                  </a:lnTo>
                  <a:lnTo>
                    <a:pt x="22847" y="306458"/>
                  </a:lnTo>
                  <a:lnTo>
                    <a:pt x="39888" y="263028"/>
                  </a:lnTo>
                  <a:lnTo>
                    <a:pt x="61185" y="221939"/>
                  </a:lnTo>
                  <a:lnTo>
                    <a:pt x="86465" y="183465"/>
                  </a:lnTo>
                  <a:lnTo>
                    <a:pt x="115454" y="147879"/>
                  </a:lnTo>
                  <a:lnTo>
                    <a:pt x="147879" y="115454"/>
                  </a:lnTo>
                  <a:lnTo>
                    <a:pt x="183465" y="86465"/>
                  </a:lnTo>
                  <a:lnTo>
                    <a:pt x="221939" y="61185"/>
                  </a:lnTo>
                  <a:lnTo>
                    <a:pt x="263028" y="39888"/>
                  </a:lnTo>
                  <a:lnTo>
                    <a:pt x="306458" y="22847"/>
                  </a:lnTo>
                  <a:lnTo>
                    <a:pt x="351955" y="10337"/>
                  </a:lnTo>
                  <a:lnTo>
                    <a:pt x="399245" y="2629"/>
                  </a:lnTo>
                  <a:lnTo>
                    <a:pt x="448056" y="0"/>
                  </a:lnTo>
                  <a:lnTo>
                    <a:pt x="496866" y="2629"/>
                  </a:lnTo>
                  <a:lnTo>
                    <a:pt x="544156" y="10337"/>
                  </a:lnTo>
                  <a:lnTo>
                    <a:pt x="589653" y="22847"/>
                  </a:lnTo>
                  <a:lnTo>
                    <a:pt x="633083" y="39888"/>
                  </a:lnTo>
                  <a:lnTo>
                    <a:pt x="674172" y="61185"/>
                  </a:lnTo>
                  <a:lnTo>
                    <a:pt x="712646" y="86465"/>
                  </a:lnTo>
                  <a:lnTo>
                    <a:pt x="748232" y="115454"/>
                  </a:lnTo>
                  <a:lnTo>
                    <a:pt x="780657" y="147879"/>
                  </a:lnTo>
                  <a:lnTo>
                    <a:pt x="809646" y="183465"/>
                  </a:lnTo>
                  <a:lnTo>
                    <a:pt x="834926" y="221939"/>
                  </a:lnTo>
                  <a:lnTo>
                    <a:pt x="856223" y="263028"/>
                  </a:lnTo>
                  <a:lnTo>
                    <a:pt x="873264" y="306458"/>
                  </a:lnTo>
                  <a:lnTo>
                    <a:pt x="885774" y="351955"/>
                  </a:lnTo>
                  <a:lnTo>
                    <a:pt x="893482" y="399245"/>
                  </a:lnTo>
                  <a:lnTo>
                    <a:pt x="896112" y="448055"/>
                  </a:lnTo>
                  <a:lnTo>
                    <a:pt x="893482" y="496866"/>
                  </a:lnTo>
                  <a:lnTo>
                    <a:pt x="885774" y="544156"/>
                  </a:lnTo>
                  <a:lnTo>
                    <a:pt x="873264" y="589653"/>
                  </a:lnTo>
                  <a:lnTo>
                    <a:pt x="856223" y="633083"/>
                  </a:lnTo>
                  <a:lnTo>
                    <a:pt x="834926" y="674172"/>
                  </a:lnTo>
                  <a:lnTo>
                    <a:pt x="809646" y="712646"/>
                  </a:lnTo>
                  <a:lnTo>
                    <a:pt x="780657" y="748232"/>
                  </a:lnTo>
                  <a:lnTo>
                    <a:pt x="748232" y="780657"/>
                  </a:lnTo>
                  <a:lnTo>
                    <a:pt x="712646" y="809646"/>
                  </a:lnTo>
                  <a:lnTo>
                    <a:pt x="674172" y="834926"/>
                  </a:lnTo>
                  <a:lnTo>
                    <a:pt x="633083" y="856223"/>
                  </a:lnTo>
                  <a:lnTo>
                    <a:pt x="589653" y="873264"/>
                  </a:lnTo>
                  <a:lnTo>
                    <a:pt x="544156" y="885774"/>
                  </a:lnTo>
                  <a:lnTo>
                    <a:pt x="496866" y="893482"/>
                  </a:lnTo>
                  <a:lnTo>
                    <a:pt x="448056" y="896111"/>
                  </a:lnTo>
                  <a:lnTo>
                    <a:pt x="399245" y="893482"/>
                  </a:lnTo>
                  <a:lnTo>
                    <a:pt x="351955" y="885774"/>
                  </a:lnTo>
                  <a:lnTo>
                    <a:pt x="306458" y="873264"/>
                  </a:lnTo>
                  <a:lnTo>
                    <a:pt x="263028" y="856223"/>
                  </a:lnTo>
                  <a:lnTo>
                    <a:pt x="221939" y="834926"/>
                  </a:lnTo>
                  <a:lnTo>
                    <a:pt x="183465" y="809646"/>
                  </a:lnTo>
                  <a:lnTo>
                    <a:pt x="147879" y="780657"/>
                  </a:lnTo>
                  <a:lnTo>
                    <a:pt x="115454" y="748232"/>
                  </a:lnTo>
                  <a:lnTo>
                    <a:pt x="86465" y="712646"/>
                  </a:lnTo>
                  <a:lnTo>
                    <a:pt x="61185" y="674172"/>
                  </a:lnTo>
                  <a:lnTo>
                    <a:pt x="39888" y="633083"/>
                  </a:lnTo>
                  <a:lnTo>
                    <a:pt x="22847" y="589653"/>
                  </a:lnTo>
                  <a:lnTo>
                    <a:pt x="10337" y="544156"/>
                  </a:lnTo>
                  <a:lnTo>
                    <a:pt x="2629" y="496866"/>
                  </a:lnTo>
                  <a:lnTo>
                    <a:pt x="0" y="448055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2331973" y="3466083"/>
            <a:ext cx="8051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400">
                <a:latin typeface="PMingLiU"/>
                <a:cs typeface="PMingLiU"/>
              </a:rPr>
              <a:t>小岛</a:t>
            </a:r>
            <a:r>
              <a:rPr sz="2400" spc="-50">
                <a:latin typeface="Cambria Math"/>
                <a:cs typeface="Cambria Math"/>
              </a:rPr>
              <a:t>𝟏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477517" y="6012178"/>
            <a:ext cx="9223375" cy="829944"/>
          </a:xfrm>
          <a:custGeom>
            <a:avLst/>
            <a:gdLst/>
            <a:ahLst/>
            <a:cxnLst/>
            <a:rect l="l" t="t" r="r" b="b"/>
            <a:pathLst>
              <a:path w="9223375" h="829944">
                <a:moveTo>
                  <a:pt x="9223248" y="0"/>
                </a:moveTo>
                <a:lnTo>
                  <a:pt x="0" y="0"/>
                </a:lnTo>
                <a:lnTo>
                  <a:pt x="0" y="829818"/>
                </a:lnTo>
                <a:lnTo>
                  <a:pt x="9223248" y="829818"/>
                </a:lnTo>
                <a:lnTo>
                  <a:pt x="9223248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4475734" y="6156705"/>
            <a:ext cx="322834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0">
                <a:solidFill>
                  <a:srgbClr val="FFFFFF"/>
                </a:solidFill>
                <a:latin typeface="PMingLiU"/>
                <a:cs typeface="PMingLiU"/>
              </a:rPr>
              <a:t>计算出所有顶点的度</a:t>
            </a:r>
            <a:endParaRPr sz="2800">
              <a:latin typeface="PMingLiU"/>
              <a:cs typeface="PMingLiU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3025901" y="1792223"/>
            <a:ext cx="7680325" cy="1920239"/>
            <a:chOff x="3025901" y="1792223"/>
            <a:chExt cx="7680325" cy="1920239"/>
          </a:xfrm>
        </p:grpSpPr>
        <p:sp>
          <p:nvSpPr>
            <p:cNvPr id="24" name="object 24"/>
            <p:cNvSpPr/>
            <p:nvPr/>
          </p:nvSpPr>
          <p:spPr>
            <a:xfrm>
              <a:off x="3044951" y="2410967"/>
              <a:ext cx="4998720" cy="1282700"/>
            </a:xfrm>
            <a:custGeom>
              <a:avLst/>
              <a:gdLst/>
              <a:ahLst/>
              <a:cxnLst/>
              <a:rect l="l" t="t" r="r" b="b"/>
              <a:pathLst>
                <a:path w="4998720" h="1282700">
                  <a:moveTo>
                    <a:pt x="4998593" y="1119505"/>
                  </a:moveTo>
                  <a:lnTo>
                    <a:pt x="3515105" y="0"/>
                  </a:lnTo>
                </a:path>
                <a:path w="4998720" h="1282700">
                  <a:moveTo>
                    <a:pt x="0" y="965581"/>
                  </a:moveTo>
                  <a:lnTo>
                    <a:pt x="2617470" y="0"/>
                  </a:lnTo>
                </a:path>
                <a:path w="4998720" h="1282700">
                  <a:moveTo>
                    <a:pt x="2748661" y="316992"/>
                  </a:moveTo>
                  <a:lnTo>
                    <a:pt x="131064" y="1282319"/>
                  </a:lnTo>
                </a:path>
              </a:pathLst>
            </a:custGeom>
            <a:ln w="38100">
              <a:solidFill>
                <a:srgbClr val="B8F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9242298" y="1792223"/>
              <a:ext cx="1463802" cy="1652015"/>
            </a:xfrm>
            <a:prstGeom prst="rect">
              <a:avLst/>
            </a:prstGeom>
          </p:spPr>
        </p:pic>
      </p:grpSp>
      <p:sp>
        <p:nvSpPr>
          <p:cNvPr id="28" name="object 2">
            <a:extLst>
              <a:ext uri="{FF2B5EF4-FFF2-40B4-BE49-F238E27FC236}">
                <a16:creationId xmlns:a16="http://schemas.microsoft.com/office/drawing/2014/main" id="{DDD0207F-7645-AD43-80D4-3FF0FD69626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438" y="227767"/>
            <a:ext cx="5065549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柯尼斯堡七桥问</a:t>
            </a:r>
            <a:r>
              <a:rPr sz="4000"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题</a:t>
            </a:r>
            <a:endParaRPr sz="4000"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5397" y="1087167"/>
            <a:ext cx="7484109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10" dirty="0" err="1">
                <a:latin typeface="PMingLiU"/>
                <a:cs typeface="PMingLiU"/>
              </a:rPr>
              <a:t>从起点出发，经过图中所有边，最终到达终点</a:t>
            </a:r>
            <a:endParaRPr sz="2800" dirty="0">
              <a:latin typeface="PMingLiU"/>
              <a:cs typeface="PMingLiU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473136" y="1779460"/>
            <a:ext cx="9232900" cy="4184650"/>
            <a:chOff x="1473136" y="1779460"/>
            <a:chExt cx="9232900" cy="4184650"/>
          </a:xfrm>
        </p:grpSpPr>
        <p:sp>
          <p:nvSpPr>
            <p:cNvPr id="5" name="object 5"/>
            <p:cNvSpPr/>
            <p:nvPr/>
          </p:nvSpPr>
          <p:spPr>
            <a:xfrm>
              <a:off x="1477899" y="1784223"/>
              <a:ext cx="9223375" cy="4175125"/>
            </a:xfrm>
            <a:custGeom>
              <a:avLst/>
              <a:gdLst/>
              <a:ahLst/>
              <a:cxnLst/>
              <a:rect l="l" t="t" r="r" b="b"/>
              <a:pathLst>
                <a:path w="9223375" h="4175125">
                  <a:moveTo>
                    <a:pt x="0" y="4174998"/>
                  </a:moveTo>
                  <a:lnTo>
                    <a:pt x="9223248" y="4174998"/>
                  </a:lnTo>
                  <a:lnTo>
                    <a:pt x="9223248" y="0"/>
                  </a:lnTo>
                  <a:lnTo>
                    <a:pt x="0" y="0"/>
                  </a:lnTo>
                  <a:lnTo>
                    <a:pt x="0" y="4174998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193030" y="4691633"/>
              <a:ext cx="896619" cy="897255"/>
            </a:xfrm>
            <a:custGeom>
              <a:avLst/>
              <a:gdLst/>
              <a:ahLst/>
              <a:cxnLst/>
              <a:rect l="l" t="t" r="r" b="b"/>
              <a:pathLst>
                <a:path w="896619" h="897253">
                  <a:moveTo>
                    <a:pt x="448056" y="0"/>
                  </a:moveTo>
                  <a:lnTo>
                    <a:pt x="399245" y="2631"/>
                  </a:lnTo>
                  <a:lnTo>
                    <a:pt x="351955" y="10343"/>
                  </a:lnTo>
                  <a:lnTo>
                    <a:pt x="306458" y="22863"/>
                  </a:lnTo>
                  <a:lnTo>
                    <a:pt x="263028" y="39915"/>
                  </a:lnTo>
                  <a:lnTo>
                    <a:pt x="221939" y="61228"/>
                  </a:lnTo>
                  <a:lnTo>
                    <a:pt x="183465" y="86526"/>
                  </a:lnTo>
                  <a:lnTo>
                    <a:pt x="147879" y="115537"/>
                  </a:lnTo>
                  <a:lnTo>
                    <a:pt x="115454" y="147987"/>
                  </a:lnTo>
                  <a:lnTo>
                    <a:pt x="86465" y="183602"/>
                  </a:lnTo>
                  <a:lnTo>
                    <a:pt x="61185" y="222108"/>
                  </a:lnTo>
                  <a:lnTo>
                    <a:pt x="39888" y="263233"/>
                  </a:lnTo>
                  <a:lnTo>
                    <a:pt x="22847" y="306701"/>
                  </a:lnTo>
                  <a:lnTo>
                    <a:pt x="10337" y="352241"/>
                  </a:lnTo>
                  <a:lnTo>
                    <a:pt x="2629" y="399577"/>
                  </a:lnTo>
                  <a:lnTo>
                    <a:pt x="0" y="448437"/>
                  </a:lnTo>
                  <a:lnTo>
                    <a:pt x="2629" y="497296"/>
                  </a:lnTo>
                  <a:lnTo>
                    <a:pt x="10337" y="544632"/>
                  </a:lnTo>
                  <a:lnTo>
                    <a:pt x="22847" y="590172"/>
                  </a:lnTo>
                  <a:lnTo>
                    <a:pt x="39888" y="633640"/>
                  </a:lnTo>
                  <a:lnTo>
                    <a:pt x="61185" y="674765"/>
                  </a:lnTo>
                  <a:lnTo>
                    <a:pt x="86465" y="713271"/>
                  </a:lnTo>
                  <a:lnTo>
                    <a:pt x="115454" y="748886"/>
                  </a:lnTo>
                  <a:lnTo>
                    <a:pt x="147879" y="781336"/>
                  </a:lnTo>
                  <a:lnTo>
                    <a:pt x="183465" y="810347"/>
                  </a:lnTo>
                  <a:lnTo>
                    <a:pt x="221939" y="835645"/>
                  </a:lnTo>
                  <a:lnTo>
                    <a:pt x="263028" y="856958"/>
                  </a:lnTo>
                  <a:lnTo>
                    <a:pt x="306458" y="874010"/>
                  </a:lnTo>
                  <a:lnTo>
                    <a:pt x="351955" y="886530"/>
                  </a:lnTo>
                  <a:lnTo>
                    <a:pt x="399245" y="894242"/>
                  </a:lnTo>
                  <a:lnTo>
                    <a:pt x="448056" y="896874"/>
                  </a:lnTo>
                  <a:lnTo>
                    <a:pt x="496866" y="894242"/>
                  </a:lnTo>
                  <a:lnTo>
                    <a:pt x="544156" y="886530"/>
                  </a:lnTo>
                  <a:lnTo>
                    <a:pt x="589653" y="874010"/>
                  </a:lnTo>
                  <a:lnTo>
                    <a:pt x="633083" y="856958"/>
                  </a:lnTo>
                  <a:lnTo>
                    <a:pt x="674172" y="835645"/>
                  </a:lnTo>
                  <a:lnTo>
                    <a:pt x="712646" y="810347"/>
                  </a:lnTo>
                  <a:lnTo>
                    <a:pt x="748232" y="781336"/>
                  </a:lnTo>
                  <a:lnTo>
                    <a:pt x="780657" y="748886"/>
                  </a:lnTo>
                  <a:lnTo>
                    <a:pt x="809646" y="713271"/>
                  </a:lnTo>
                  <a:lnTo>
                    <a:pt x="834926" y="674765"/>
                  </a:lnTo>
                  <a:lnTo>
                    <a:pt x="856223" y="633640"/>
                  </a:lnTo>
                  <a:lnTo>
                    <a:pt x="873264" y="590172"/>
                  </a:lnTo>
                  <a:lnTo>
                    <a:pt x="885774" y="544632"/>
                  </a:lnTo>
                  <a:lnTo>
                    <a:pt x="893482" y="497296"/>
                  </a:lnTo>
                  <a:lnTo>
                    <a:pt x="896112" y="448437"/>
                  </a:lnTo>
                  <a:lnTo>
                    <a:pt x="893482" y="399577"/>
                  </a:lnTo>
                  <a:lnTo>
                    <a:pt x="885774" y="352241"/>
                  </a:lnTo>
                  <a:lnTo>
                    <a:pt x="873264" y="306701"/>
                  </a:lnTo>
                  <a:lnTo>
                    <a:pt x="856223" y="263233"/>
                  </a:lnTo>
                  <a:lnTo>
                    <a:pt x="834926" y="222108"/>
                  </a:lnTo>
                  <a:lnTo>
                    <a:pt x="809646" y="183602"/>
                  </a:lnTo>
                  <a:lnTo>
                    <a:pt x="780657" y="147987"/>
                  </a:lnTo>
                  <a:lnTo>
                    <a:pt x="748232" y="115537"/>
                  </a:lnTo>
                  <a:lnTo>
                    <a:pt x="712646" y="86526"/>
                  </a:lnTo>
                  <a:lnTo>
                    <a:pt x="674172" y="61228"/>
                  </a:lnTo>
                  <a:lnTo>
                    <a:pt x="633083" y="39915"/>
                  </a:lnTo>
                  <a:lnTo>
                    <a:pt x="589653" y="22863"/>
                  </a:lnTo>
                  <a:lnTo>
                    <a:pt x="544156" y="10343"/>
                  </a:lnTo>
                  <a:lnTo>
                    <a:pt x="496866" y="2631"/>
                  </a:lnTo>
                  <a:lnTo>
                    <a:pt x="448056" y="0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193030" y="4691633"/>
              <a:ext cx="896619" cy="897255"/>
            </a:xfrm>
            <a:custGeom>
              <a:avLst/>
              <a:gdLst/>
              <a:ahLst/>
              <a:cxnLst/>
              <a:rect l="l" t="t" r="r" b="b"/>
              <a:pathLst>
                <a:path w="896619" h="897253">
                  <a:moveTo>
                    <a:pt x="0" y="448437"/>
                  </a:moveTo>
                  <a:lnTo>
                    <a:pt x="2629" y="399577"/>
                  </a:lnTo>
                  <a:lnTo>
                    <a:pt x="10337" y="352241"/>
                  </a:lnTo>
                  <a:lnTo>
                    <a:pt x="22847" y="306701"/>
                  </a:lnTo>
                  <a:lnTo>
                    <a:pt x="39888" y="263233"/>
                  </a:lnTo>
                  <a:lnTo>
                    <a:pt x="61185" y="222108"/>
                  </a:lnTo>
                  <a:lnTo>
                    <a:pt x="86465" y="183602"/>
                  </a:lnTo>
                  <a:lnTo>
                    <a:pt x="115454" y="147987"/>
                  </a:lnTo>
                  <a:lnTo>
                    <a:pt x="147879" y="115537"/>
                  </a:lnTo>
                  <a:lnTo>
                    <a:pt x="183465" y="86526"/>
                  </a:lnTo>
                  <a:lnTo>
                    <a:pt x="221939" y="61228"/>
                  </a:lnTo>
                  <a:lnTo>
                    <a:pt x="263028" y="39915"/>
                  </a:lnTo>
                  <a:lnTo>
                    <a:pt x="306458" y="22863"/>
                  </a:lnTo>
                  <a:lnTo>
                    <a:pt x="351955" y="10343"/>
                  </a:lnTo>
                  <a:lnTo>
                    <a:pt x="399245" y="2631"/>
                  </a:lnTo>
                  <a:lnTo>
                    <a:pt x="448056" y="0"/>
                  </a:lnTo>
                  <a:lnTo>
                    <a:pt x="496866" y="2631"/>
                  </a:lnTo>
                  <a:lnTo>
                    <a:pt x="544156" y="10343"/>
                  </a:lnTo>
                  <a:lnTo>
                    <a:pt x="589653" y="22863"/>
                  </a:lnTo>
                  <a:lnTo>
                    <a:pt x="633083" y="39915"/>
                  </a:lnTo>
                  <a:lnTo>
                    <a:pt x="674172" y="61228"/>
                  </a:lnTo>
                  <a:lnTo>
                    <a:pt x="712646" y="86526"/>
                  </a:lnTo>
                  <a:lnTo>
                    <a:pt x="748232" y="115537"/>
                  </a:lnTo>
                  <a:lnTo>
                    <a:pt x="780657" y="147987"/>
                  </a:lnTo>
                  <a:lnTo>
                    <a:pt x="809646" y="183602"/>
                  </a:lnTo>
                  <a:lnTo>
                    <a:pt x="834926" y="222108"/>
                  </a:lnTo>
                  <a:lnTo>
                    <a:pt x="856223" y="263233"/>
                  </a:lnTo>
                  <a:lnTo>
                    <a:pt x="873264" y="306701"/>
                  </a:lnTo>
                  <a:lnTo>
                    <a:pt x="885774" y="352241"/>
                  </a:lnTo>
                  <a:lnTo>
                    <a:pt x="893482" y="399577"/>
                  </a:lnTo>
                  <a:lnTo>
                    <a:pt x="896112" y="448437"/>
                  </a:lnTo>
                  <a:lnTo>
                    <a:pt x="893482" y="497296"/>
                  </a:lnTo>
                  <a:lnTo>
                    <a:pt x="885774" y="544632"/>
                  </a:lnTo>
                  <a:lnTo>
                    <a:pt x="873264" y="590172"/>
                  </a:lnTo>
                  <a:lnTo>
                    <a:pt x="856223" y="633640"/>
                  </a:lnTo>
                  <a:lnTo>
                    <a:pt x="834926" y="674765"/>
                  </a:lnTo>
                  <a:lnTo>
                    <a:pt x="809646" y="713271"/>
                  </a:lnTo>
                  <a:lnTo>
                    <a:pt x="780657" y="748886"/>
                  </a:lnTo>
                  <a:lnTo>
                    <a:pt x="748232" y="781336"/>
                  </a:lnTo>
                  <a:lnTo>
                    <a:pt x="712646" y="810347"/>
                  </a:lnTo>
                  <a:lnTo>
                    <a:pt x="674172" y="835645"/>
                  </a:lnTo>
                  <a:lnTo>
                    <a:pt x="633083" y="856958"/>
                  </a:lnTo>
                  <a:lnTo>
                    <a:pt x="589653" y="874010"/>
                  </a:lnTo>
                  <a:lnTo>
                    <a:pt x="544156" y="886530"/>
                  </a:lnTo>
                  <a:lnTo>
                    <a:pt x="496866" y="894242"/>
                  </a:lnTo>
                  <a:lnTo>
                    <a:pt x="448056" y="896874"/>
                  </a:lnTo>
                  <a:lnTo>
                    <a:pt x="399245" y="894242"/>
                  </a:lnTo>
                  <a:lnTo>
                    <a:pt x="351955" y="886530"/>
                  </a:lnTo>
                  <a:lnTo>
                    <a:pt x="306458" y="874010"/>
                  </a:lnTo>
                  <a:lnTo>
                    <a:pt x="263028" y="856958"/>
                  </a:lnTo>
                  <a:lnTo>
                    <a:pt x="221939" y="835645"/>
                  </a:lnTo>
                  <a:lnTo>
                    <a:pt x="183465" y="810347"/>
                  </a:lnTo>
                  <a:lnTo>
                    <a:pt x="147879" y="781336"/>
                  </a:lnTo>
                  <a:lnTo>
                    <a:pt x="115454" y="748886"/>
                  </a:lnTo>
                  <a:lnTo>
                    <a:pt x="86465" y="713271"/>
                  </a:lnTo>
                  <a:lnTo>
                    <a:pt x="61185" y="674765"/>
                  </a:lnTo>
                  <a:lnTo>
                    <a:pt x="39888" y="633640"/>
                  </a:lnTo>
                  <a:lnTo>
                    <a:pt x="22847" y="590172"/>
                  </a:lnTo>
                  <a:lnTo>
                    <a:pt x="10337" y="544632"/>
                  </a:lnTo>
                  <a:lnTo>
                    <a:pt x="2629" y="497296"/>
                  </a:lnTo>
                  <a:lnTo>
                    <a:pt x="0" y="448437"/>
                  </a:lnTo>
                  <a:close/>
                </a:path>
              </a:pathLst>
            </a:custGeom>
            <a:ln w="38100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911845" y="3399282"/>
              <a:ext cx="897255" cy="896619"/>
            </a:xfrm>
            <a:custGeom>
              <a:avLst/>
              <a:gdLst/>
              <a:ahLst/>
              <a:cxnLst/>
              <a:rect l="l" t="t" r="r" b="b"/>
              <a:pathLst>
                <a:path w="897253" h="896619">
                  <a:moveTo>
                    <a:pt x="0" y="448055"/>
                  </a:moveTo>
                  <a:lnTo>
                    <a:pt x="2631" y="399245"/>
                  </a:lnTo>
                  <a:lnTo>
                    <a:pt x="10343" y="351955"/>
                  </a:lnTo>
                  <a:lnTo>
                    <a:pt x="22863" y="306458"/>
                  </a:lnTo>
                  <a:lnTo>
                    <a:pt x="39915" y="263028"/>
                  </a:lnTo>
                  <a:lnTo>
                    <a:pt x="61228" y="221939"/>
                  </a:lnTo>
                  <a:lnTo>
                    <a:pt x="86526" y="183465"/>
                  </a:lnTo>
                  <a:lnTo>
                    <a:pt x="115537" y="147879"/>
                  </a:lnTo>
                  <a:lnTo>
                    <a:pt x="147987" y="115454"/>
                  </a:lnTo>
                  <a:lnTo>
                    <a:pt x="183602" y="86465"/>
                  </a:lnTo>
                  <a:lnTo>
                    <a:pt x="222108" y="61185"/>
                  </a:lnTo>
                  <a:lnTo>
                    <a:pt x="263233" y="39888"/>
                  </a:lnTo>
                  <a:lnTo>
                    <a:pt x="306701" y="22847"/>
                  </a:lnTo>
                  <a:lnTo>
                    <a:pt x="352241" y="10337"/>
                  </a:lnTo>
                  <a:lnTo>
                    <a:pt x="399577" y="2629"/>
                  </a:lnTo>
                  <a:lnTo>
                    <a:pt x="448436" y="0"/>
                  </a:lnTo>
                  <a:lnTo>
                    <a:pt x="497296" y="2629"/>
                  </a:lnTo>
                  <a:lnTo>
                    <a:pt x="544632" y="10337"/>
                  </a:lnTo>
                  <a:lnTo>
                    <a:pt x="590172" y="22847"/>
                  </a:lnTo>
                  <a:lnTo>
                    <a:pt x="633640" y="39888"/>
                  </a:lnTo>
                  <a:lnTo>
                    <a:pt x="674765" y="61185"/>
                  </a:lnTo>
                  <a:lnTo>
                    <a:pt x="713271" y="86465"/>
                  </a:lnTo>
                  <a:lnTo>
                    <a:pt x="748886" y="115454"/>
                  </a:lnTo>
                  <a:lnTo>
                    <a:pt x="781336" y="147879"/>
                  </a:lnTo>
                  <a:lnTo>
                    <a:pt x="810347" y="183465"/>
                  </a:lnTo>
                  <a:lnTo>
                    <a:pt x="835645" y="221939"/>
                  </a:lnTo>
                  <a:lnTo>
                    <a:pt x="856958" y="263028"/>
                  </a:lnTo>
                  <a:lnTo>
                    <a:pt x="874010" y="306458"/>
                  </a:lnTo>
                  <a:lnTo>
                    <a:pt x="886530" y="351955"/>
                  </a:lnTo>
                  <a:lnTo>
                    <a:pt x="894242" y="399245"/>
                  </a:lnTo>
                  <a:lnTo>
                    <a:pt x="896874" y="448055"/>
                  </a:lnTo>
                  <a:lnTo>
                    <a:pt x="894242" y="496866"/>
                  </a:lnTo>
                  <a:lnTo>
                    <a:pt x="886530" y="544156"/>
                  </a:lnTo>
                  <a:lnTo>
                    <a:pt x="874010" y="589653"/>
                  </a:lnTo>
                  <a:lnTo>
                    <a:pt x="856958" y="633083"/>
                  </a:lnTo>
                  <a:lnTo>
                    <a:pt x="835645" y="674172"/>
                  </a:lnTo>
                  <a:lnTo>
                    <a:pt x="810347" y="712646"/>
                  </a:lnTo>
                  <a:lnTo>
                    <a:pt x="781336" y="748232"/>
                  </a:lnTo>
                  <a:lnTo>
                    <a:pt x="748886" y="780657"/>
                  </a:lnTo>
                  <a:lnTo>
                    <a:pt x="713271" y="809646"/>
                  </a:lnTo>
                  <a:lnTo>
                    <a:pt x="674765" y="834926"/>
                  </a:lnTo>
                  <a:lnTo>
                    <a:pt x="633640" y="856223"/>
                  </a:lnTo>
                  <a:lnTo>
                    <a:pt x="590172" y="873264"/>
                  </a:lnTo>
                  <a:lnTo>
                    <a:pt x="544632" y="885774"/>
                  </a:lnTo>
                  <a:lnTo>
                    <a:pt x="497296" y="893482"/>
                  </a:lnTo>
                  <a:lnTo>
                    <a:pt x="448436" y="896111"/>
                  </a:lnTo>
                  <a:lnTo>
                    <a:pt x="399577" y="893482"/>
                  </a:lnTo>
                  <a:lnTo>
                    <a:pt x="352241" y="885774"/>
                  </a:lnTo>
                  <a:lnTo>
                    <a:pt x="306701" y="873264"/>
                  </a:lnTo>
                  <a:lnTo>
                    <a:pt x="263233" y="856223"/>
                  </a:lnTo>
                  <a:lnTo>
                    <a:pt x="222108" y="834926"/>
                  </a:lnTo>
                  <a:lnTo>
                    <a:pt x="183602" y="809646"/>
                  </a:lnTo>
                  <a:lnTo>
                    <a:pt x="147987" y="780657"/>
                  </a:lnTo>
                  <a:lnTo>
                    <a:pt x="115537" y="748232"/>
                  </a:lnTo>
                  <a:lnTo>
                    <a:pt x="86526" y="712646"/>
                  </a:lnTo>
                  <a:lnTo>
                    <a:pt x="61228" y="674172"/>
                  </a:lnTo>
                  <a:lnTo>
                    <a:pt x="39915" y="633083"/>
                  </a:lnTo>
                  <a:lnTo>
                    <a:pt x="22863" y="589653"/>
                  </a:lnTo>
                  <a:lnTo>
                    <a:pt x="10343" y="544156"/>
                  </a:lnTo>
                  <a:lnTo>
                    <a:pt x="2631" y="496866"/>
                  </a:lnTo>
                  <a:lnTo>
                    <a:pt x="0" y="448055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7964678" y="3621532"/>
            <a:ext cx="8051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400">
                <a:latin typeface="PMingLiU"/>
                <a:cs typeface="PMingLiU"/>
              </a:rPr>
              <a:t>小岛</a:t>
            </a:r>
            <a:r>
              <a:rPr sz="2400" spc="-50">
                <a:latin typeface="Cambria Math"/>
                <a:cs typeface="Cambria Math"/>
              </a:rPr>
              <a:t>𝟐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091433" y="1943100"/>
            <a:ext cx="4971415" cy="3162935"/>
            <a:chOff x="3091433" y="1943100"/>
            <a:chExt cx="4971415" cy="3162935"/>
          </a:xfrm>
        </p:grpSpPr>
        <p:sp>
          <p:nvSpPr>
            <p:cNvPr id="11" name="object 11"/>
            <p:cNvSpPr/>
            <p:nvPr/>
          </p:nvSpPr>
          <p:spPr>
            <a:xfrm>
              <a:off x="3110483" y="3693414"/>
              <a:ext cx="4933315" cy="1393190"/>
            </a:xfrm>
            <a:custGeom>
              <a:avLst/>
              <a:gdLst/>
              <a:ahLst/>
              <a:cxnLst/>
              <a:rect l="l" t="t" r="r" b="b"/>
              <a:pathLst>
                <a:path w="4933315" h="1393189">
                  <a:moveTo>
                    <a:pt x="65532" y="0"/>
                  </a:moveTo>
                  <a:lnTo>
                    <a:pt x="4801362" y="153797"/>
                  </a:lnTo>
                </a:path>
                <a:path w="4933315" h="1393189">
                  <a:moveTo>
                    <a:pt x="0" y="222504"/>
                  </a:moveTo>
                  <a:lnTo>
                    <a:pt x="2118868" y="1292733"/>
                  </a:lnTo>
                </a:path>
                <a:path w="4933315" h="1393189">
                  <a:moveTo>
                    <a:pt x="3000756" y="1393190"/>
                  </a:moveTo>
                  <a:lnTo>
                    <a:pt x="4932934" y="470916"/>
                  </a:lnTo>
                </a:path>
              </a:pathLst>
            </a:custGeom>
            <a:ln w="38100">
              <a:solidFill>
                <a:srgbClr val="B8F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662422" y="1962150"/>
              <a:ext cx="897890" cy="897890"/>
            </a:xfrm>
            <a:custGeom>
              <a:avLst/>
              <a:gdLst/>
              <a:ahLst/>
              <a:cxnLst/>
              <a:rect l="l" t="t" r="r" b="b"/>
              <a:pathLst>
                <a:path w="897890" h="897889">
                  <a:moveTo>
                    <a:pt x="0" y="448817"/>
                  </a:moveTo>
                  <a:lnTo>
                    <a:pt x="2633" y="399909"/>
                  </a:lnTo>
                  <a:lnTo>
                    <a:pt x="10350" y="352527"/>
                  </a:lnTo>
                  <a:lnTo>
                    <a:pt x="22878" y="306945"/>
                  </a:lnTo>
                  <a:lnTo>
                    <a:pt x="39942" y="263438"/>
                  </a:lnTo>
                  <a:lnTo>
                    <a:pt x="61270" y="222278"/>
                  </a:lnTo>
                  <a:lnTo>
                    <a:pt x="86587" y="183739"/>
                  </a:lnTo>
                  <a:lnTo>
                    <a:pt x="115620" y="148095"/>
                  </a:lnTo>
                  <a:lnTo>
                    <a:pt x="148095" y="115620"/>
                  </a:lnTo>
                  <a:lnTo>
                    <a:pt x="183739" y="86587"/>
                  </a:lnTo>
                  <a:lnTo>
                    <a:pt x="222278" y="61270"/>
                  </a:lnTo>
                  <a:lnTo>
                    <a:pt x="263438" y="39942"/>
                  </a:lnTo>
                  <a:lnTo>
                    <a:pt x="306945" y="22878"/>
                  </a:lnTo>
                  <a:lnTo>
                    <a:pt x="352527" y="10350"/>
                  </a:lnTo>
                  <a:lnTo>
                    <a:pt x="399909" y="2633"/>
                  </a:lnTo>
                  <a:lnTo>
                    <a:pt x="448817" y="0"/>
                  </a:lnTo>
                  <a:lnTo>
                    <a:pt x="497726" y="2633"/>
                  </a:lnTo>
                  <a:lnTo>
                    <a:pt x="545108" y="10350"/>
                  </a:lnTo>
                  <a:lnTo>
                    <a:pt x="590690" y="22878"/>
                  </a:lnTo>
                  <a:lnTo>
                    <a:pt x="634197" y="39942"/>
                  </a:lnTo>
                  <a:lnTo>
                    <a:pt x="675357" y="61270"/>
                  </a:lnTo>
                  <a:lnTo>
                    <a:pt x="713896" y="86587"/>
                  </a:lnTo>
                  <a:lnTo>
                    <a:pt x="749540" y="115620"/>
                  </a:lnTo>
                  <a:lnTo>
                    <a:pt x="782015" y="148095"/>
                  </a:lnTo>
                  <a:lnTo>
                    <a:pt x="811048" y="183739"/>
                  </a:lnTo>
                  <a:lnTo>
                    <a:pt x="836365" y="222278"/>
                  </a:lnTo>
                  <a:lnTo>
                    <a:pt x="857693" y="263438"/>
                  </a:lnTo>
                  <a:lnTo>
                    <a:pt x="874757" y="306945"/>
                  </a:lnTo>
                  <a:lnTo>
                    <a:pt x="887285" y="352527"/>
                  </a:lnTo>
                  <a:lnTo>
                    <a:pt x="895002" y="399909"/>
                  </a:lnTo>
                  <a:lnTo>
                    <a:pt x="897635" y="448817"/>
                  </a:lnTo>
                  <a:lnTo>
                    <a:pt x="895002" y="497726"/>
                  </a:lnTo>
                  <a:lnTo>
                    <a:pt x="887285" y="545108"/>
                  </a:lnTo>
                  <a:lnTo>
                    <a:pt x="874757" y="590690"/>
                  </a:lnTo>
                  <a:lnTo>
                    <a:pt x="857693" y="634197"/>
                  </a:lnTo>
                  <a:lnTo>
                    <a:pt x="836365" y="675357"/>
                  </a:lnTo>
                  <a:lnTo>
                    <a:pt x="811048" y="713896"/>
                  </a:lnTo>
                  <a:lnTo>
                    <a:pt x="782015" y="749540"/>
                  </a:lnTo>
                  <a:lnTo>
                    <a:pt x="749540" y="782015"/>
                  </a:lnTo>
                  <a:lnTo>
                    <a:pt x="713896" y="811048"/>
                  </a:lnTo>
                  <a:lnTo>
                    <a:pt x="675357" y="836365"/>
                  </a:lnTo>
                  <a:lnTo>
                    <a:pt x="634197" y="857693"/>
                  </a:lnTo>
                  <a:lnTo>
                    <a:pt x="590690" y="874757"/>
                  </a:lnTo>
                  <a:lnTo>
                    <a:pt x="545108" y="887285"/>
                  </a:lnTo>
                  <a:lnTo>
                    <a:pt x="497726" y="895002"/>
                  </a:lnTo>
                  <a:lnTo>
                    <a:pt x="448817" y="897636"/>
                  </a:lnTo>
                  <a:lnTo>
                    <a:pt x="399909" y="895002"/>
                  </a:lnTo>
                  <a:lnTo>
                    <a:pt x="352527" y="887285"/>
                  </a:lnTo>
                  <a:lnTo>
                    <a:pt x="306945" y="874757"/>
                  </a:lnTo>
                  <a:lnTo>
                    <a:pt x="263438" y="857693"/>
                  </a:lnTo>
                  <a:lnTo>
                    <a:pt x="222278" y="836365"/>
                  </a:lnTo>
                  <a:lnTo>
                    <a:pt x="183739" y="811048"/>
                  </a:lnTo>
                  <a:lnTo>
                    <a:pt x="148095" y="782015"/>
                  </a:lnTo>
                  <a:lnTo>
                    <a:pt x="115620" y="749540"/>
                  </a:lnTo>
                  <a:lnTo>
                    <a:pt x="86587" y="713896"/>
                  </a:lnTo>
                  <a:lnTo>
                    <a:pt x="61270" y="675357"/>
                  </a:lnTo>
                  <a:lnTo>
                    <a:pt x="39942" y="634197"/>
                  </a:lnTo>
                  <a:lnTo>
                    <a:pt x="22878" y="590690"/>
                  </a:lnTo>
                  <a:lnTo>
                    <a:pt x="10350" y="545108"/>
                  </a:lnTo>
                  <a:lnTo>
                    <a:pt x="2633" y="497726"/>
                  </a:lnTo>
                  <a:lnTo>
                    <a:pt x="0" y="448817"/>
                  </a:lnTo>
                  <a:close/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5715253" y="2183384"/>
            <a:ext cx="8051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400">
                <a:latin typeface="PMingLiU"/>
                <a:cs typeface="PMingLiU"/>
              </a:rPr>
              <a:t>河岸</a:t>
            </a:r>
            <a:r>
              <a:rPr sz="2400" spc="-50">
                <a:latin typeface="Cambria Math"/>
                <a:cs typeface="Cambria Math"/>
              </a:rPr>
              <a:t>𝟏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805676" y="2017268"/>
            <a:ext cx="143383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2000" spc="-20">
                <a:latin typeface="PMingLiU"/>
                <a:cs typeface="PMingLiU"/>
              </a:rPr>
              <a:t>顶点的度</a:t>
            </a:r>
            <a:r>
              <a:rPr sz="2000" spc="-25">
                <a:latin typeface="PMingLiU"/>
                <a:cs typeface="PMingLiU"/>
              </a:rPr>
              <a:t>：</a:t>
            </a:r>
            <a:r>
              <a:rPr sz="2000" spc="-25">
                <a:latin typeface="Cambria Math"/>
                <a:cs typeface="Cambria Math"/>
              </a:rPr>
              <a:t>𝟑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477517" y="6012178"/>
            <a:ext cx="9223375" cy="829944"/>
          </a:xfrm>
          <a:custGeom>
            <a:avLst/>
            <a:gdLst/>
            <a:ahLst/>
            <a:cxnLst/>
            <a:rect l="l" t="t" r="r" b="b"/>
            <a:pathLst>
              <a:path w="9223375" h="829944">
                <a:moveTo>
                  <a:pt x="9223248" y="0"/>
                </a:moveTo>
                <a:lnTo>
                  <a:pt x="0" y="0"/>
                </a:lnTo>
                <a:lnTo>
                  <a:pt x="0" y="829818"/>
                </a:lnTo>
                <a:lnTo>
                  <a:pt x="9223248" y="829818"/>
                </a:lnTo>
                <a:lnTo>
                  <a:pt x="9223248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6" name="object 16"/>
          <p:cNvGrpSpPr/>
          <p:nvPr/>
        </p:nvGrpSpPr>
        <p:grpSpPr>
          <a:xfrm>
            <a:off x="2260854" y="2391917"/>
            <a:ext cx="5801995" cy="3113405"/>
            <a:chOff x="2260854" y="2391917"/>
            <a:chExt cx="5801995" cy="3113405"/>
          </a:xfrm>
        </p:grpSpPr>
        <p:sp>
          <p:nvSpPr>
            <p:cNvPr id="17" name="object 17"/>
            <p:cNvSpPr/>
            <p:nvPr/>
          </p:nvSpPr>
          <p:spPr>
            <a:xfrm>
              <a:off x="2727960" y="4141469"/>
              <a:ext cx="2596515" cy="1344930"/>
            </a:xfrm>
            <a:custGeom>
              <a:avLst/>
              <a:gdLst/>
              <a:ahLst/>
              <a:cxnLst/>
              <a:rect l="l" t="t" r="r" b="b"/>
              <a:pathLst>
                <a:path w="2596515" h="1344929">
                  <a:moveTo>
                    <a:pt x="0" y="0"/>
                  </a:moveTo>
                  <a:lnTo>
                    <a:pt x="2596006" y="1344548"/>
                  </a:lnTo>
                </a:path>
              </a:pathLst>
            </a:custGeom>
            <a:ln w="38100">
              <a:solidFill>
                <a:srgbClr val="B8F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279904" y="3245357"/>
              <a:ext cx="896619" cy="896619"/>
            </a:xfrm>
            <a:custGeom>
              <a:avLst/>
              <a:gdLst/>
              <a:ahLst/>
              <a:cxnLst/>
              <a:rect l="l" t="t" r="r" b="b"/>
              <a:pathLst>
                <a:path w="896619" h="896619">
                  <a:moveTo>
                    <a:pt x="448056" y="0"/>
                  </a:moveTo>
                  <a:lnTo>
                    <a:pt x="399245" y="2629"/>
                  </a:lnTo>
                  <a:lnTo>
                    <a:pt x="351955" y="10337"/>
                  </a:lnTo>
                  <a:lnTo>
                    <a:pt x="306458" y="22847"/>
                  </a:lnTo>
                  <a:lnTo>
                    <a:pt x="263028" y="39888"/>
                  </a:lnTo>
                  <a:lnTo>
                    <a:pt x="221939" y="61185"/>
                  </a:lnTo>
                  <a:lnTo>
                    <a:pt x="183465" y="86465"/>
                  </a:lnTo>
                  <a:lnTo>
                    <a:pt x="147879" y="115454"/>
                  </a:lnTo>
                  <a:lnTo>
                    <a:pt x="115454" y="147879"/>
                  </a:lnTo>
                  <a:lnTo>
                    <a:pt x="86465" y="183465"/>
                  </a:lnTo>
                  <a:lnTo>
                    <a:pt x="61185" y="221939"/>
                  </a:lnTo>
                  <a:lnTo>
                    <a:pt x="39888" y="263028"/>
                  </a:lnTo>
                  <a:lnTo>
                    <a:pt x="22847" y="306458"/>
                  </a:lnTo>
                  <a:lnTo>
                    <a:pt x="10337" y="351955"/>
                  </a:lnTo>
                  <a:lnTo>
                    <a:pt x="2629" y="399245"/>
                  </a:lnTo>
                  <a:lnTo>
                    <a:pt x="0" y="448055"/>
                  </a:lnTo>
                  <a:lnTo>
                    <a:pt x="2629" y="496866"/>
                  </a:lnTo>
                  <a:lnTo>
                    <a:pt x="10337" y="544156"/>
                  </a:lnTo>
                  <a:lnTo>
                    <a:pt x="22847" y="589653"/>
                  </a:lnTo>
                  <a:lnTo>
                    <a:pt x="39888" y="633083"/>
                  </a:lnTo>
                  <a:lnTo>
                    <a:pt x="61185" y="674172"/>
                  </a:lnTo>
                  <a:lnTo>
                    <a:pt x="86465" y="712646"/>
                  </a:lnTo>
                  <a:lnTo>
                    <a:pt x="115454" y="748232"/>
                  </a:lnTo>
                  <a:lnTo>
                    <a:pt x="147879" y="780657"/>
                  </a:lnTo>
                  <a:lnTo>
                    <a:pt x="183465" y="809646"/>
                  </a:lnTo>
                  <a:lnTo>
                    <a:pt x="221939" y="834926"/>
                  </a:lnTo>
                  <a:lnTo>
                    <a:pt x="263028" y="856223"/>
                  </a:lnTo>
                  <a:lnTo>
                    <a:pt x="306458" y="873264"/>
                  </a:lnTo>
                  <a:lnTo>
                    <a:pt x="351955" y="885774"/>
                  </a:lnTo>
                  <a:lnTo>
                    <a:pt x="399245" y="893482"/>
                  </a:lnTo>
                  <a:lnTo>
                    <a:pt x="448056" y="896111"/>
                  </a:lnTo>
                  <a:lnTo>
                    <a:pt x="496866" y="893482"/>
                  </a:lnTo>
                  <a:lnTo>
                    <a:pt x="544156" y="885774"/>
                  </a:lnTo>
                  <a:lnTo>
                    <a:pt x="589653" y="873264"/>
                  </a:lnTo>
                  <a:lnTo>
                    <a:pt x="633083" y="856223"/>
                  </a:lnTo>
                  <a:lnTo>
                    <a:pt x="674172" y="834926"/>
                  </a:lnTo>
                  <a:lnTo>
                    <a:pt x="712646" y="809646"/>
                  </a:lnTo>
                  <a:lnTo>
                    <a:pt x="748232" y="780657"/>
                  </a:lnTo>
                  <a:lnTo>
                    <a:pt x="780657" y="748232"/>
                  </a:lnTo>
                  <a:lnTo>
                    <a:pt x="809646" y="712646"/>
                  </a:lnTo>
                  <a:lnTo>
                    <a:pt x="834926" y="674172"/>
                  </a:lnTo>
                  <a:lnTo>
                    <a:pt x="856223" y="633083"/>
                  </a:lnTo>
                  <a:lnTo>
                    <a:pt x="873264" y="589653"/>
                  </a:lnTo>
                  <a:lnTo>
                    <a:pt x="885774" y="544156"/>
                  </a:lnTo>
                  <a:lnTo>
                    <a:pt x="893482" y="496866"/>
                  </a:lnTo>
                  <a:lnTo>
                    <a:pt x="896112" y="448055"/>
                  </a:lnTo>
                  <a:lnTo>
                    <a:pt x="893482" y="399245"/>
                  </a:lnTo>
                  <a:lnTo>
                    <a:pt x="885774" y="351955"/>
                  </a:lnTo>
                  <a:lnTo>
                    <a:pt x="873264" y="306458"/>
                  </a:lnTo>
                  <a:lnTo>
                    <a:pt x="856223" y="263028"/>
                  </a:lnTo>
                  <a:lnTo>
                    <a:pt x="834926" y="221939"/>
                  </a:lnTo>
                  <a:lnTo>
                    <a:pt x="809646" y="183465"/>
                  </a:lnTo>
                  <a:lnTo>
                    <a:pt x="780657" y="147879"/>
                  </a:lnTo>
                  <a:lnTo>
                    <a:pt x="748232" y="115454"/>
                  </a:lnTo>
                  <a:lnTo>
                    <a:pt x="712646" y="86465"/>
                  </a:lnTo>
                  <a:lnTo>
                    <a:pt x="674172" y="61185"/>
                  </a:lnTo>
                  <a:lnTo>
                    <a:pt x="633083" y="39888"/>
                  </a:lnTo>
                  <a:lnTo>
                    <a:pt x="589653" y="22847"/>
                  </a:lnTo>
                  <a:lnTo>
                    <a:pt x="544156" y="10337"/>
                  </a:lnTo>
                  <a:lnTo>
                    <a:pt x="496866" y="2629"/>
                  </a:lnTo>
                  <a:lnTo>
                    <a:pt x="448056" y="0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279904" y="3245357"/>
              <a:ext cx="896619" cy="896619"/>
            </a:xfrm>
            <a:custGeom>
              <a:avLst/>
              <a:gdLst/>
              <a:ahLst/>
              <a:cxnLst/>
              <a:rect l="l" t="t" r="r" b="b"/>
              <a:pathLst>
                <a:path w="896619" h="896619">
                  <a:moveTo>
                    <a:pt x="0" y="448055"/>
                  </a:moveTo>
                  <a:lnTo>
                    <a:pt x="2629" y="399245"/>
                  </a:lnTo>
                  <a:lnTo>
                    <a:pt x="10337" y="351955"/>
                  </a:lnTo>
                  <a:lnTo>
                    <a:pt x="22847" y="306458"/>
                  </a:lnTo>
                  <a:lnTo>
                    <a:pt x="39888" y="263028"/>
                  </a:lnTo>
                  <a:lnTo>
                    <a:pt x="61185" y="221939"/>
                  </a:lnTo>
                  <a:lnTo>
                    <a:pt x="86465" y="183465"/>
                  </a:lnTo>
                  <a:lnTo>
                    <a:pt x="115454" y="147879"/>
                  </a:lnTo>
                  <a:lnTo>
                    <a:pt x="147879" y="115454"/>
                  </a:lnTo>
                  <a:lnTo>
                    <a:pt x="183465" y="86465"/>
                  </a:lnTo>
                  <a:lnTo>
                    <a:pt x="221939" y="61185"/>
                  </a:lnTo>
                  <a:lnTo>
                    <a:pt x="263028" y="39888"/>
                  </a:lnTo>
                  <a:lnTo>
                    <a:pt x="306458" y="22847"/>
                  </a:lnTo>
                  <a:lnTo>
                    <a:pt x="351955" y="10337"/>
                  </a:lnTo>
                  <a:lnTo>
                    <a:pt x="399245" y="2629"/>
                  </a:lnTo>
                  <a:lnTo>
                    <a:pt x="448056" y="0"/>
                  </a:lnTo>
                  <a:lnTo>
                    <a:pt x="496866" y="2629"/>
                  </a:lnTo>
                  <a:lnTo>
                    <a:pt x="544156" y="10337"/>
                  </a:lnTo>
                  <a:lnTo>
                    <a:pt x="589653" y="22847"/>
                  </a:lnTo>
                  <a:lnTo>
                    <a:pt x="633083" y="39888"/>
                  </a:lnTo>
                  <a:lnTo>
                    <a:pt x="674172" y="61185"/>
                  </a:lnTo>
                  <a:lnTo>
                    <a:pt x="712646" y="86465"/>
                  </a:lnTo>
                  <a:lnTo>
                    <a:pt x="748232" y="115454"/>
                  </a:lnTo>
                  <a:lnTo>
                    <a:pt x="780657" y="147879"/>
                  </a:lnTo>
                  <a:lnTo>
                    <a:pt x="809646" y="183465"/>
                  </a:lnTo>
                  <a:lnTo>
                    <a:pt x="834926" y="221939"/>
                  </a:lnTo>
                  <a:lnTo>
                    <a:pt x="856223" y="263028"/>
                  </a:lnTo>
                  <a:lnTo>
                    <a:pt x="873264" y="306458"/>
                  </a:lnTo>
                  <a:lnTo>
                    <a:pt x="885774" y="351955"/>
                  </a:lnTo>
                  <a:lnTo>
                    <a:pt x="893482" y="399245"/>
                  </a:lnTo>
                  <a:lnTo>
                    <a:pt x="896112" y="448055"/>
                  </a:lnTo>
                  <a:lnTo>
                    <a:pt x="893482" y="496866"/>
                  </a:lnTo>
                  <a:lnTo>
                    <a:pt x="885774" y="544156"/>
                  </a:lnTo>
                  <a:lnTo>
                    <a:pt x="873264" y="589653"/>
                  </a:lnTo>
                  <a:lnTo>
                    <a:pt x="856223" y="633083"/>
                  </a:lnTo>
                  <a:lnTo>
                    <a:pt x="834926" y="674172"/>
                  </a:lnTo>
                  <a:lnTo>
                    <a:pt x="809646" y="712646"/>
                  </a:lnTo>
                  <a:lnTo>
                    <a:pt x="780657" y="748232"/>
                  </a:lnTo>
                  <a:lnTo>
                    <a:pt x="748232" y="780657"/>
                  </a:lnTo>
                  <a:lnTo>
                    <a:pt x="712646" y="809646"/>
                  </a:lnTo>
                  <a:lnTo>
                    <a:pt x="674172" y="834926"/>
                  </a:lnTo>
                  <a:lnTo>
                    <a:pt x="633083" y="856223"/>
                  </a:lnTo>
                  <a:lnTo>
                    <a:pt x="589653" y="873264"/>
                  </a:lnTo>
                  <a:lnTo>
                    <a:pt x="544156" y="885774"/>
                  </a:lnTo>
                  <a:lnTo>
                    <a:pt x="496866" y="893482"/>
                  </a:lnTo>
                  <a:lnTo>
                    <a:pt x="448056" y="896111"/>
                  </a:lnTo>
                  <a:lnTo>
                    <a:pt x="399245" y="893482"/>
                  </a:lnTo>
                  <a:lnTo>
                    <a:pt x="351955" y="885774"/>
                  </a:lnTo>
                  <a:lnTo>
                    <a:pt x="306458" y="873264"/>
                  </a:lnTo>
                  <a:lnTo>
                    <a:pt x="263028" y="856223"/>
                  </a:lnTo>
                  <a:lnTo>
                    <a:pt x="221939" y="834926"/>
                  </a:lnTo>
                  <a:lnTo>
                    <a:pt x="183465" y="809646"/>
                  </a:lnTo>
                  <a:lnTo>
                    <a:pt x="147879" y="780657"/>
                  </a:lnTo>
                  <a:lnTo>
                    <a:pt x="115454" y="748232"/>
                  </a:lnTo>
                  <a:lnTo>
                    <a:pt x="86465" y="712646"/>
                  </a:lnTo>
                  <a:lnTo>
                    <a:pt x="61185" y="674172"/>
                  </a:lnTo>
                  <a:lnTo>
                    <a:pt x="39888" y="633083"/>
                  </a:lnTo>
                  <a:lnTo>
                    <a:pt x="22847" y="589653"/>
                  </a:lnTo>
                  <a:lnTo>
                    <a:pt x="10337" y="544156"/>
                  </a:lnTo>
                  <a:lnTo>
                    <a:pt x="2629" y="496866"/>
                  </a:lnTo>
                  <a:lnTo>
                    <a:pt x="0" y="448055"/>
                  </a:lnTo>
                  <a:close/>
                </a:path>
              </a:pathLst>
            </a:custGeom>
            <a:ln w="38100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044952" y="2410967"/>
              <a:ext cx="4998720" cy="1282700"/>
            </a:xfrm>
            <a:custGeom>
              <a:avLst/>
              <a:gdLst/>
              <a:ahLst/>
              <a:cxnLst/>
              <a:rect l="l" t="t" r="r" b="b"/>
              <a:pathLst>
                <a:path w="4998720" h="1282700">
                  <a:moveTo>
                    <a:pt x="0" y="965581"/>
                  </a:moveTo>
                  <a:lnTo>
                    <a:pt x="2617470" y="0"/>
                  </a:lnTo>
                </a:path>
                <a:path w="4998720" h="1282700">
                  <a:moveTo>
                    <a:pt x="2748661" y="316992"/>
                  </a:moveTo>
                  <a:lnTo>
                    <a:pt x="131064" y="1282319"/>
                  </a:lnTo>
                </a:path>
                <a:path w="4998720" h="1282700">
                  <a:moveTo>
                    <a:pt x="4998593" y="1119505"/>
                  </a:moveTo>
                  <a:lnTo>
                    <a:pt x="3515105" y="0"/>
                  </a:lnTo>
                </a:path>
              </a:pathLst>
            </a:custGeom>
            <a:ln w="38100">
              <a:solidFill>
                <a:srgbClr val="B8F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1701292" y="2627833"/>
            <a:ext cx="1435735" cy="1229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6985">
              <a:lnSpc>
                <a:spcPct val="135000"/>
              </a:lnSpc>
              <a:spcBef>
                <a:spcPts val="100"/>
              </a:spcBef>
            </a:pPr>
            <a:r>
              <a:rPr sz="2000" spc="-20">
                <a:latin typeface="PMingLiU"/>
                <a:cs typeface="PMingLiU"/>
              </a:rPr>
              <a:t>顶点的度</a:t>
            </a:r>
            <a:r>
              <a:rPr sz="2000" spc="-25">
                <a:latin typeface="PMingLiU"/>
                <a:cs typeface="PMingLiU"/>
              </a:rPr>
              <a:t>：</a:t>
            </a:r>
            <a:r>
              <a:rPr sz="2000" spc="-25">
                <a:latin typeface="Cambria Math"/>
                <a:cs typeface="Cambria Math"/>
              </a:rPr>
              <a:t>𝟓</a:t>
            </a:r>
            <a:r>
              <a:rPr sz="2000" spc="-20">
                <a:latin typeface="PMingLiU"/>
                <a:cs typeface="PMingLiU"/>
              </a:rPr>
              <a:t>起</a:t>
            </a:r>
            <a:r>
              <a:rPr sz="2000" spc="-50">
                <a:latin typeface="PMingLiU"/>
                <a:cs typeface="PMingLiU"/>
              </a:rPr>
              <a:t>点</a:t>
            </a:r>
            <a:endParaRPr sz="2000">
              <a:latin typeface="PMingLiU"/>
              <a:cs typeface="PMingLiU"/>
            </a:endParaRPr>
          </a:p>
          <a:p>
            <a:pPr marL="630555">
              <a:lnSpc>
                <a:spcPct val="100000"/>
              </a:lnSpc>
              <a:spcBef>
                <a:spcPts val="120"/>
              </a:spcBef>
            </a:pPr>
            <a:r>
              <a:rPr sz="2400">
                <a:latin typeface="PMingLiU"/>
                <a:cs typeface="PMingLiU"/>
              </a:rPr>
              <a:t>小岛</a:t>
            </a:r>
            <a:r>
              <a:rPr sz="2400" spc="-50">
                <a:latin typeface="Cambria Math"/>
                <a:cs typeface="Cambria Math"/>
              </a:rPr>
              <a:t>𝟏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163572" y="4839032"/>
            <a:ext cx="5464810" cy="1770380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1490345" algn="ctr">
              <a:lnSpc>
                <a:spcPct val="100000"/>
              </a:lnSpc>
              <a:spcBef>
                <a:spcPts val="680"/>
              </a:spcBef>
            </a:pPr>
            <a:r>
              <a:rPr sz="2400">
                <a:latin typeface="PMingLiU"/>
                <a:cs typeface="PMingLiU"/>
              </a:rPr>
              <a:t>河岸</a:t>
            </a:r>
            <a:r>
              <a:rPr sz="2400" spc="-50">
                <a:latin typeface="Cambria Math"/>
                <a:cs typeface="Cambria Math"/>
              </a:rPr>
              <a:t>𝟐</a:t>
            </a:r>
            <a:endParaRPr sz="2400">
              <a:latin typeface="Cambria Math"/>
              <a:cs typeface="Cambria Math"/>
            </a:endParaRPr>
          </a:p>
          <a:p>
            <a:pPr marL="4030979">
              <a:lnSpc>
                <a:spcPts val="2280"/>
              </a:lnSpc>
              <a:spcBef>
                <a:spcPts val="480"/>
              </a:spcBef>
            </a:pPr>
            <a:r>
              <a:rPr sz="2000" spc="-20">
                <a:latin typeface="PMingLiU"/>
                <a:cs typeface="PMingLiU"/>
              </a:rPr>
              <a:t>顶点的度</a:t>
            </a:r>
            <a:r>
              <a:rPr sz="2000" spc="-25">
                <a:latin typeface="PMingLiU"/>
                <a:cs typeface="PMingLiU"/>
              </a:rPr>
              <a:t>：</a:t>
            </a:r>
            <a:r>
              <a:rPr sz="2000" spc="-25">
                <a:latin typeface="Cambria Math"/>
                <a:cs typeface="Cambria Math"/>
              </a:rPr>
              <a:t>𝟑</a:t>
            </a:r>
            <a:endParaRPr sz="2000">
              <a:latin typeface="Cambria Math"/>
              <a:cs typeface="Cambria Math"/>
            </a:endParaRPr>
          </a:p>
          <a:p>
            <a:pPr marL="1546860" algn="ctr">
              <a:lnSpc>
                <a:spcPts val="2280"/>
              </a:lnSpc>
            </a:pPr>
            <a:r>
              <a:rPr sz="2000" spc="-20">
                <a:latin typeface="PMingLiU"/>
                <a:cs typeface="PMingLiU"/>
              </a:rPr>
              <a:t>终</a:t>
            </a:r>
            <a:r>
              <a:rPr sz="2000" spc="-50">
                <a:latin typeface="PMingLiU"/>
                <a:cs typeface="PMingLiU"/>
              </a:rPr>
              <a:t>点</a:t>
            </a:r>
            <a:endParaRPr sz="2000">
              <a:latin typeface="PMingLiU"/>
              <a:cs typeface="PMingLiU"/>
            </a:endParaRPr>
          </a:p>
          <a:p>
            <a:pPr marL="12700">
              <a:lnSpc>
                <a:spcPct val="100000"/>
              </a:lnSpc>
              <a:spcBef>
                <a:spcPts val="1875"/>
              </a:spcBef>
            </a:pPr>
            <a:r>
              <a:rPr sz="2800" spc="-10">
                <a:solidFill>
                  <a:srgbClr val="FFFFFF"/>
                </a:solidFill>
                <a:latin typeface="PMingLiU"/>
                <a:cs typeface="PMingLiU"/>
              </a:rPr>
              <a:t>选择任意起点和终点</a:t>
            </a:r>
            <a:endParaRPr sz="2800">
              <a:latin typeface="PMingLiU"/>
              <a:cs typeface="PMingLiU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911590" y="4102100"/>
            <a:ext cx="143383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2000" spc="-20">
                <a:latin typeface="PMingLiU"/>
                <a:cs typeface="PMingLiU"/>
              </a:rPr>
              <a:t>顶点的度</a:t>
            </a:r>
            <a:r>
              <a:rPr sz="2000" spc="-25">
                <a:latin typeface="PMingLiU"/>
                <a:cs typeface="PMingLiU"/>
              </a:rPr>
              <a:t>：</a:t>
            </a:r>
            <a:r>
              <a:rPr sz="2000" spc="-25">
                <a:latin typeface="Cambria Math"/>
                <a:cs typeface="Cambria Math"/>
              </a:rPr>
              <a:t>𝟑</a:t>
            </a:r>
            <a:endParaRPr sz="2000">
              <a:latin typeface="Cambria Math"/>
              <a:cs typeface="Cambria Math"/>
            </a:endParaRPr>
          </a:p>
        </p:txBody>
      </p:sp>
      <p:pic>
        <p:nvPicPr>
          <p:cNvPr id="24" name="object 24"/>
          <p:cNvPicPr/>
          <p:nvPr/>
        </p:nvPicPr>
        <p:blipFill>
          <a:blip r:embed="rId2"/>
          <a:stretch>
            <a:fillRect/>
          </a:stretch>
        </p:blipFill>
        <p:spPr>
          <a:xfrm>
            <a:off x="9242297" y="1792223"/>
            <a:ext cx="1463802" cy="1652015"/>
          </a:xfrm>
          <a:prstGeom prst="rect">
            <a:avLst/>
          </a:prstGeom>
        </p:spPr>
      </p:pic>
      <p:sp>
        <p:nvSpPr>
          <p:cNvPr id="27" name="object 2">
            <a:extLst>
              <a:ext uri="{FF2B5EF4-FFF2-40B4-BE49-F238E27FC236}">
                <a16:creationId xmlns:a16="http://schemas.microsoft.com/office/drawing/2014/main" id="{726C7CF5-9E74-A74B-8DBE-02EDCA07769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438" y="227767"/>
            <a:ext cx="5065549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柯尼斯堡七桥问</a:t>
            </a:r>
            <a:r>
              <a:rPr sz="4000"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题</a:t>
            </a:r>
            <a:endParaRPr sz="4000"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48030" y="1065403"/>
            <a:ext cx="7484109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10" dirty="0" err="1">
                <a:latin typeface="PMingLiU"/>
                <a:cs typeface="PMingLiU"/>
              </a:rPr>
              <a:t>从起点出发，经过图中所有边，最终到达终点</a:t>
            </a:r>
            <a:endParaRPr sz="2800" dirty="0">
              <a:latin typeface="PMingLiU"/>
              <a:cs typeface="PMingLiU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473136" y="1779460"/>
            <a:ext cx="9232900" cy="4184650"/>
            <a:chOff x="1473136" y="1779460"/>
            <a:chExt cx="9232900" cy="4184650"/>
          </a:xfrm>
        </p:grpSpPr>
        <p:sp>
          <p:nvSpPr>
            <p:cNvPr id="5" name="object 5"/>
            <p:cNvSpPr/>
            <p:nvPr/>
          </p:nvSpPr>
          <p:spPr>
            <a:xfrm>
              <a:off x="1477899" y="1784223"/>
              <a:ext cx="9223375" cy="4175125"/>
            </a:xfrm>
            <a:custGeom>
              <a:avLst/>
              <a:gdLst/>
              <a:ahLst/>
              <a:cxnLst/>
              <a:rect l="l" t="t" r="r" b="b"/>
              <a:pathLst>
                <a:path w="9223375" h="4175125">
                  <a:moveTo>
                    <a:pt x="0" y="4174998"/>
                  </a:moveTo>
                  <a:lnTo>
                    <a:pt x="9223248" y="4174998"/>
                  </a:lnTo>
                  <a:lnTo>
                    <a:pt x="9223248" y="0"/>
                  </a:lnTo>
                  <a:lnTo>
                    <a:pt x="0" y="0"/>
                  </a:lnTo>
                  <a:lnTo>
                    <a:pt x="0" y="4174998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193030" y="4691633"/>
              <a:ext cx="896619" cy="897255"/>
            </a:xfrm>
            <a:custGeom>
              <a:avLst/>
              <a:gdLst/>
              <a:ahLst/>
              <a:cxnLst/>
              <a:rect l="l" t="t" r="r" b="b"/>
              <a:pathLst>
                <a:path w="896619" h="897253">
                  <a:moveTo>
                    <a:pt x="448056" y="0"/>
                  </a:moveTo>
                  <a:lnTo>
                    <a:pt x="399245" y="2631"/>
                  </a:lnTo>
                  <a:lnTo>
                    <a:pt x="351955" y="10343"/>
                  </a:lnTo>
                  <a:lnTo>
                    <a:pt x="306458" y="22863"/>
                  </a:lnTo>
                  <a:lnTo>
                    <a:pt x="263028" y="39915"/>
                  </a:lnTo>
                  <a:lnTo>
                    <a:pt x="221939" y="61228"/>
                  </a:lnTo>
                  <a:lnTo>
                    <a:pt x="183465" y="86526"/>
                  </a:lnTo>
                  <a:lnTo>
                    <a:pt x="147879" y="115537"/>
                  </a:lnTo>
                  <a:lnTo>
                    <a:pt x="115454" y="147987"/>
                  </a:lnTo>
                  <a:lnTo>
                    <a:pt x="86465" y="183602"/>
                  </a:lnTo>
                  <a:lnTo>
                    <a:pt x="61185" y="222108"/>
                  </a:lnTo>
                  <a:lnTo>
                    <a:pt x="39888" y="263233"/>
                  </a:lnTo>
                  <a:lnTo>
                    <a:pt x="22847" y="306701"/>
                  </a:lnTo>
                  <a:lnTo>
                    <a:pt x="10337" y="352241"/>
                  </a:lnTo>
                  <a:lnTo>
                    <a:pt x="2629" y="399577"/>
                  </a:lnTo>
                  <a:lnTo>
                    <a:pt x="0" y="448437"/>
                  </a:lnTo>
                  <a:lnTo>
                    <a:pt x="2629" y="497296"/>
                  </a:lnTo>
                  <a:lnTo>
                    <a:pt x="10337" y="544632"/>
                  </a:lnTo>
                  <a:lnTo>
                    <a:pt x="22847" y="590172"/>
                  </a:lnTo>
                  <a:lnTo>
                    <a:pt x="39888" y="633640"/>
                  </a:lnTo>
                  <a:lnTo>
                    <a:pt x="61185" y="674765"/>
                  </a:lnTo>
                  <a:lnTo>
                    <a:pt x="86465" y="713271"/>
                  </a:lnTo>
                  <a:lnTo>
                    <a:pt x="115454" y="748886"/>
                  </a:lnTo>
                  <a:lnTo>
                    <a:pt x="147879" y="781336"/>
                  </a:lnTo>
                  <a:lnTo>
                    <a:pt x="183465" y="810347"/>
                  </a:lnTo>
                  <a:lnTo>
                    <a:pt x="221939" y="835645"/>
                  </a:lnTo>
                  <a:lnTo>
                    <a:pt x="263028" y="856958"/>
                  </a:lnTo>
                  <a:lnTo>
                    <a:pt x="306458" y="874010"/>
                  </a:lnTo>
                  <a:lnTo>
                    <a:pt x="351955" y="886530"/>
                  </a:lnTo>
                  <a:lnTo>
                    <a:pt x="399245" y="894242"/>
                  </a:lnTo>
                  <a:lnTo>
                    <a:pt x="448056" y="896874"/>
                  </a:lnTo>
                  <a:lnTo>
                    <a:pt x="496866" y="894242"/>
                  </a:lnTo>
                  <a:lnTo>
                    <a:pt x="544156" y="886530"/>
                  </a:lnTo>
                  <a:lnTo>
                    <a:pt x="589653" y="874010"/>
                  </a:lnTo>
                  <a:lnTo>
                    <a:pt x="633083" y="856958"/>
                  </a:lnTo>
                  <a:lnTo>
                    <a:pt x="674172" y="835645"/>
                  </a:lnTo>
                  <a:lnTo>
                    <a:pt x="712646" y="810347"/>
                  </a:lnTo>
                  <a:lnTo>
                    <a:pt x="748232" y="781336"/>
                  </a:lnTo>
                  <a:lnTo>
                    <a:pt x="780657" y="748886"/>
                  </a:lnTo>
                  <a:lnTo>
                    <a:pt x="809646" y="713271"/>
                  </a:lnTo>
                  <a:lnTo>
                    <a:pt x="834926" y="674765"/>
                  </a:lnTo>
                  <a:lnTo>
                    <a:pt x="856223" y="633640"/>
                  </a:lnTo>
                  <a:lnTo>
                    <a:pt x="873264" y="590172"/>
                  </a:lnTo>
                  <a:lnTo>
                    <a:pt x="885774" y="544632"/>
                  </a:lnTo>
                  <a:lnTo>
                    <a:pt x="893482" y="497296"/>
                  </a:lnTo>
                  <a:lnTo>
                    <a:pt x="896112" y="448437"/>
                  </a:lnTo>
                  <a:lnTo>
                    <a:pt x="893482" y="399577"/>
                  </a:lnTo>
                  <a:lnTo>
                    <a:pt x="885774" y="352241"/>
                  </a:lnTo>
                  <a:lnTo>
                    <a:pt x="873264" y="306701"/>
                  </a:lnTo>
                  <a:lnTo>
                    <a:pt x="856223" y="263233"/>
                  </a:lnTo>
                  <a:lnTo>
                    <a:pt x="834926" y="222108"/>
                  </a:lnTo>
                  <a:lnTo>
                    <a:pt x="809646" y="183602"/>
                  </a:lnTo>
                  <a:lnTo>
                    <a:pt x="780657" y="147987"/>
                  </a:lnTo>
                  <a:lnTo>
                    <a:pt x="748232" y="115537"/>
                  </a:lnTo>
                  <a:lnTo>
                    <a:pt x="712646" y="86526"/>
                  </a:lnTo>
                  <a:lnTo>
                    <a:pt x="674172" y="61228"/>
                  </a:lnTo>
                  <a:lnTo>
                    <a:pt x="633083" y="39915"/>
                  </a:lnTo>
                  <a:lnTo>
                    <a:pt x="589653" y="22863"/>
                  </a:lnTo>
                  <a:lnTo>
                    <a:pt x="544156" y="10343"/>
                  </a:lnTo>
                  <a:lnTo>
                    <a:pt x="496866" y="2631"/>
                  </a:lnTo>
                  <a:lnTo>
                    <a:pt x="448056" y="0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193030" y="4691633"/>
              <a:ext cx="896619" cy="897255"/>
            </a:xfrm>
            <a:custGeom>
              <a:avLst/>
              <a:gdLst/>
              <a:ahLst/>
              <a:cxnLst/>
              <a:rect l="l" t="t" r="r" b="b"/>
              <a:pathLst>
                <a:path w="896619" h="897253">
                  <a:moveTo>
                    <a:pt x="0" y="448437"/>
                  </a:moveTo>
                  <a:lnTo>
                    <a:pt x="2629" y="399577"/>
                  </a:lnTo>
                  <a:lnTo>
                    <a:pt x="10337" y="352241"/>
                  </a:lnTo>
                  <a:lnTo>
                    <a:pt x="22847" y="306701"/>
                  </a:lnTo>
                  <a:lnTo>
                    <a:pt x="39888" y="263233"/>
                  </a:lnTo>
                  <a:lnTo>
                    <a:pt x="61185" y="222108"/>
                  </a:lnTo>
                  <a:lnTo>
                    <a:pt x="86465" y="183602"/>
                  </a:lnTo>
                  <a:lnTo>
                    <a:pt x="115454" y="147987"/>
                  </a:lnTo>
                  <a:lnTo>
                    <a:pt x="147879" y="115537"/>
                  </a:lnTo>
                  <a:lnTo>
                    <a:pt x="183465" y="86526"/>
                  </a:lnTo>
                  <a:lnTo>
                    <a:pt x="221939" y="61228"/>
                  </a:lnTo>
                  <a:lnTo>
                    <a:pt x="263028" y="39915"/>
                  </a:lnTo>
                  <a:lnTo>
                    <a:pt x="306458" y="22863"/>
                  </a:lnTo>
                  <a:lnTo>
                    <a:pt x="351955" y="10343"/>
                  </a:lnTo>
                  <a:lnTo>
                    <a:pt x="399245" y="2631"/>
                  </a:lnTo>
                  <a:lnTo>
                    <a:pt x="448056" y="0"/>
                  </a:lnTo>
                  <a:lnTo>
                    <a:pt x="496866" y="2631"/>
                  </a:lnTo>
                  <a:lnTo>
                    <a:pt x="544156" y="10343"/>
                  </a:lnTo>
                  <a:lnTo>
                    <a:pt x="589653" y="22863"/>
                  </a:lnTo>
                  <a:lnTo>
                    <a:pt x="633083" y="39915"/>
                  </a:lnTo>
                  <a:lnTo>
                    <a:pt x="674172" y="61228"/>
                  </a:lnTo>
                  <a:lnTo>
                    <a:pt x="712646" y="86526"/>
                  </a:lnTo>
                  <a:lnTo>
                    <a:pt x="748232" y="115537"/>
                  </a:lnTo>
                  <a:lnTo>
                    <a:pt x="780657" y="147987"/>
                  </a:lnTo>
                  <a:lnTo>
                    <a:pt x="809646" y="183602"/>
                  </a:lnTo>
                  <a:lnTo>
                    <a:pt x="834926" y="222108"/>
                  </a:lnTo>
                  <a:lnTo>
                    <a:pt x="856223" y="263233"/>
                  </a:lnTo>
                  <a:lnTo>
                    <a:pt x="873264" y="306701"/>
                  </a:lnTo>
                  <a:lnTo>
                    <a:pt x="885774" y="352241"/>
                  </a:lnTo>
                  <a:lnTo>
                    <a:pt x="893482" y="399577"/>
                  </a:lnTo>
                  <a:lnTo>
                    <a:pt x="896112" y="448437"/>
                  </a:lnTo>
                  <a:lnTo>
                    <a:pt x="893482" y="497296"/>
                  </a:lnTo>
                  <a:lnTo>
                    <a:pt x="885774" y="544632"/>
                  </a:lnTo>
                  <a:lnTo>
                    <a:pt x="873264" y="590172"/>
                  </a:lnTo>
                  <a:lnTo>
                    <a:pt x="856223" y="633640"/>
                  </a:lnTo>
                  <a:lnTo>
                    <a:pt x="834926" y="674765"/>
                  </a:lnTo>
                  <a:lnTo>
                    <a:pt x="809646" y="713271"/>
                  </a:lnTo>
                  <a:lnTo>
                    <a:pt x="780657" y="748886"/>
                  </a:lnTo>
                  <a:lnTo>
                    <a:pt x="748232" y="781336"/>
                  </a:lnTo>
                  <a:lnTo>
                    <a:pt x="712646" y="810347"/>
                  </a:lnTo>
                  <a:lnTo>
                    <a:pt x="674172" y="835645"/>
                  </a:lnTo>
                  <a:lnTo>
                    <a:pt x="633083" y="856958"/>
                  </a:lnTo>
                  <a:lnTo>
                    <a:pt x="589653" y="874010"/>
                  </a:lnTo>
                  <a:lnTo>
                    <a:pt x="544156" y="886530"/>
                  </a:lnTo>
                  <a:lnTo>
                    <a:pt x="496866" y="894242"/>
                  </a:lnTo>
                  <a:lnTo>
                    <a:pt x="448056" y="896874"/>
                  </a:lnTo>
                  <a:lnTo>
                    <a:pt x="399245" y="894242"/>
                  </a:lnTo>
                  <a:lnTo>
                    <a:pt x="351955" y="886530"/>
                  </a:lnTo>
                  <a:lnTo>
                    <a:pt x="306458" y="874010"/>
                  </a:lnTo>
                  <a:lnTo>
                    <a:pt x="263028" y="856958"/>
                  </a:lnTo>
                  <a:lnTo>
                    <a:pt x="221939" y="835645"/>
                  </a:lnTo>
                  <a:lnTo>
                    <a:pt x="183465" y="810347"/>
                  </a:lnTo>
                  <a:lnTo>
                    <a:pt x="147879" y="781336"/>
                  </a:lnTo>
                  <a:lnTo>
                    <a:pt x="115454" y="748886"/>
                  </a:lnTo>
                  <a:lnTo>
                    <a:pt x="86465" y="713271"/>
                  </a:lnTo>
                  <a:lnTo>
                    <a:pt x="61185" y="674765"/>
                  </a:lnTo>
                  <a:lnTo>
                    <a:pt x="39888" y="633640"/>
                  </a:lnTo>
                  <a:lnTo>
                    <a:pt x="22847" y="590172"/>
                  </a:lnTo>
                  <a:lnTo>
                    <a:pt x="10337" y="544632"/>
                  </a:lnTo>
                  <a:lnTo>
                    <a:pt x="2629" y="497296"/>
                  </a:lnTo>
                  <a:lnTo>
                    <a:pt x="0" y="448437"/>
                  </a:lnTo>
                  <a:close/>
                </a:path>
              </a:pathLst>
            </a:custGeom>
            <a:ln w="38100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911845" y="3399282"/>
              <a:ext cx="897255" cy="896619"/>
            </a:xfrm>
            <a:custGeom>
              <a:avLst/>
              <a:gdLst/>
              <a:ahLst/>
              <a:cxnLst/>
              <a:rect l="l" t="t" r="r" b="b"/>
              <a:pathLst>
                <a:path w="897253" h="896619">
                  <a:moveTo>
                    <a:pt x="0" y="448055"/>
                  </a:moveTo>
                  <a:lnTo>
                    <a:pt x="2631" y="399245"/>
                  </a:lnTo>
                  <a:lnTo>
                    <a:pt x="10343" y="351955"/>
                  </a:lnTo>
                  <a:lnTo>
                    <a:pt x="22863" y="306458"/>
                  </a:lnTo>
                  <a:lnTo>
                    <a:pt x="39915" y="263028"/>
                  </a:lnTo>
                  <a:lnTo>
                    <a:pt x="61228" y="221939"/>
                  </a:lnTo>
                  <a:lnTo>
                    <a:pt x="86526" y="183465"/>
                  </a:lnTo>
                  <a:lnTo>
                    <a:pt x="115537" y="147879"/>
                  </a:lnTo>
                  <a:lnTo>
                    <a:pt x="147987" y="115454"/>
                  </a:lnTo>
                  <a:lnTo>
                    <a:pt x="183602" y="86465"/>
                  </a:lnTo>
                  <a:lnTo>
                    <a:pt x="222108" y="61185"/>
                  </a:lnTo>
                  <a:lnTo>
                    <a:pt x="263233" y="39888"/>
                  </a:lnTo>
                  <a:lnTo>
                    <a:pt x="306701" y="22847"/>
                  </a:lnTo>
                  <a:lnTo>
                    <a:pt x="352241" y="10337"/>
                  </a:lnTo>
                  <a:lnTo>
                    <a:pt x="399577" y="2629"/>
                  </a:lnTo>
                  <a:lnTo>
                    <a:pt x="448436" y="0"/>
                  </a:lnTo>
                  <a:lnTo>
                    <a:pt x="497296" y="2629"/>
                  </a:lnTo>
                  <a:lnTo>
                    <a:pt x="544632" y="10337"/>
                  </a:lnTo>
                  <a:lnTo>
                    <a:pt x="590172" y="22847"/>
                  </a:lnTo>
                  <a:lnTo>
                    <a:pt x="633640" y="39888"/>
                  </a:lnTo>
                  <a:lnTo>
                    <a:pt x="674765" y="61185"/>
                  </a:lnTo>
                  <a:lnTo>
                    <a:pt x="713271" y="86465"/>
                  </a:lnTo>
                  <a:lnTo>
                    <a:pt x="748886" y="115454"/>
                  </a:lnTo>
                  <a:lnTo>
                    <a:pt x="781336" y="147879"/>
                  </a:lnTo>
                  <a:lnTo>
                    <a:pt x="810347" y="183465"/>
                  </a:lnTo>
                  <a:lnTo>
                    <a:pt x="835645" y="221939"/>
                  </a:lnTo>
                  <a:lnTo>
                    <a:pt x="856958" y="263028"/>
                  </a:lnTo>
                  <a:lnTo>
                    <a:pt x="874010" y="306458"/>
                  </a:lnTo>
                  <a:lnTo>
                    <a:pt x="886530" y="351955"/>
                  </a:lnTo>
                  <a:lnTo>
                    <a:pt x="894242" y="399245"/>
                  </a:lnTo>
                  <a:lnTo>
                    <a:pt x="896874" y="448055"/>
                  </a:lnTo>
                  <a:lnTo>
                    <a:pt x="894242" y="496866"/>
                  </a:lnTo>
                  <a:lnTo>
                    <a:pt x="886530" y="544156"/>
                  </a:lnTo>
                  <a:lnTo>
                    <a:pt x="874010" y="589653"/>
                  </a:lnTo>
                  <a:lnTo>
                    <a:pt x="856958" y="633083"/>
                  </a:lnTo>
                  <a:lnTo>
                    <a:pt x="835645" y="674172"/>
                  </a:lnTo>
                  <a:lnTo>
                    <a:pt x="810347" y="712646"/>
                  </a:lnTo>
                  <a:lnTo>
                    <a:pt x="781336" y="748232"/>
                  </a:lnTo>
                  <a:lnTo>
                    <a:pt x="748886" y="780657"/>
                  </a:lnTo>
                  <a:lnTo>
                    <a:pt x="713271" y="809646"/>
                  </a:lnTo>
                  <a:lnTo>
                    <a:pt x="674765" y="834926"/>
                  </a:lnTo>
                  <a:lnTo>
                    <a:pt x="633640" y="856223"/>
                  </a:lnTo>
                  <a:lnTo>
                    <a:pt x="590172" y="873264"/>
                  </a:lnTo>
                  <a:lnTo>
                    <a:pt x="544632" y="885774"/>
                  </a:lnTo>
                  <a:lnTo>
                    <a:pt x="497296" y="893482"/>
                  </a:lnTo>
                  <a:lnTo>
                    <a:pt x="448436" y="896111"/>
                  </a:lnTo>
                  <a:lnTo>
                    <a:pt x="399577" y="893482"/>
                  </a:lnTo>
                  <a:lnTo>
                    <a:pt x="352241" y="885774"/>
                  </a:lnTo>
                  <a:lnTo>
                    <a:pt x="306701" y="873264"/>
                  </a:lnTo>
                  <a:lnTo>
                    <a:pt x="263233" y="856223"/>
                  </a:lnTo>
                  <a:lnTo>
                    <a:pt x="222108" y="834926"/>
                  </a:lnTo>
                  <a:lnTo>
                    <a:pt x="183602" y="809646"/>
                  </a:lnTo>
                  <a:lnTo>
                    <a:pt x="147987" y="780657"/>
                  </a:lnTo>
                  <a:lnTo>
                    <a:pt x="115537" y="748232"/>
                  </a:lnTo>
                  <a:lnTo>
                    <a:pt x="86526" y="712646"/>
                  </a:lnTo>
                  <a:lnTo>
                    <a:pt x="61228" y="674172"/>
                  </a:lnTo>
                  <a:lnTo>
                    <a:pt x="39915" y="633083"/>
                  </a:lnTo>
                  <a:lnTo>
                    <a:pt x="22863" y="589653"/>
                  </a:lnTo>
                  <a:lnTo>
                    <a:pt x="10343" y="544156"/>
                  </a:lnTo>
                  <a:lnTo>
                    <a:pt x="2631" y="496866"/>
                  </a:lnTo>
                  <a:lnTo>
                    <a:pt x="0" y="448055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7964678" y="3621532"/>
            <a:ext cx="8051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400">
                <a:latin typeface="PMingLiU"/>
                <a:cs typeface="PMingLiU"/>
              </a:rPr>
              <a:t>小岛</a:t>
            </a:r>
            <a:r>
              <a:rPr sz="2400" spc="-50">
                <a:latin typeface="Cambria Math"/>
                <a:cs typeface="Cambria Math"/>
              </a:rPr>
              <a:t>𝟐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091433" y="1943100"/>
            <a:ext cx="4971415" cy="3162935"/>
            <a:chOff x="3091433" y="1943100"/>
            <a:chExt cx="4971415" cy="3162935"/>
          </a:xfrm>
        </p:grpSpPr>
        <p:sp>
          <p:nvSpPr>
            <p:cNvPr id="11" name="object 11"/>
            <p:cNvSpPr/>
            <p:nvPr/>
          </p:nvSpPr>
          <p:spPr>
            <a:xfrm>
              <a:off x="3110483" y="3693414"/>
              <a:ext cx="4933315" cy="1393190"/>
            </a:xfrm>
            <a:custGeom>
              <a:avLst/>
              <a:gdLst/>
              <a:ahLst/>
              <a:cxnLst/>
              <a:rect l="l" t="t" r="r" b="b"/>
              <a:pathLst>
                <a:path w="4933315" h="1393189">
                  <a:moveTo>
                    <a:pt x="65532" y="0"/>
                  </a:moveTo>
                  <a:lnTo>
                    <a:pt x="4801362" y="153797"/>
                  </a:lnTo>
                </a:path>
                <a:path w="4933315" h="1393189">
                  <a:moveTo>
                    <a:pt x="0" y="222504"/>
                  </a:moveTo>
                  <a:lnTo>
                    <a:pt x="2118868" y="1292733"/>
                  </a:lnTo>
                </a:path>
                <a:path w="4933315" h="1393189">
                  <a:moveTo>
                    <a:pt x="3000756" y="1393190"/>
                  </a:moveTo>
                  <a:lnTo>
                    <a:pt x="4932934" y="470916"/>
                  </a:lnTo>
                </a:path>
              </a:pathLst>
            </a:custGeom>
            <a:ln w="38100">
              <a:solidFill>
                <a:srgbClr val="B8F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662422" y="1962150"/>
              <a:ext cx="897890" cy="897890"/>
            </a:xfrm>
            <a:custGeom>
              <a:avLst/>
              <a:gdLst/>
              <a:ahLst/>
              <a:cxnLst/>
              <a:rect l="l" t="t" r="r" b="b"/>
              <a:pathLst>
                <a:path w="897890" h="897889">
                  <a:moveTo>
                    <a:pt x="0" y="448817"/>
                  </a:moveTo>
                  <a:lnTo>
                    <a:pt x="2633" y="399909"/>
                  </a:lnTo>
                  <a:lnTo>
                    <a:pt x="10350" y="352527"/>
                  </a:lnTo>
                  <a:lnTo>
                    <a:pt x="22878" y="306945"/>
                  </a:lnTo>
                  <a:lnTo>
                    <a:pt x="39942" y="263438"/>
                  </a:lnTo>
                  <a:lnTo>
                    <a:pt x="61270" y="222278"/>
                  </a:lnTo>
                  <a:lnTo>
                    <a:pt x="86587" y="183739"/>
                  </a:lnTo>
                  <a:lnTo>
                    <a:pt x="115620" y="148095"/>
                  </a:lnTo>
                  <a:lnTo>
                    <a:pt x="148095" y="115620"/>
                  </a:lnTo>
                  <a:lnTo>
                    <a:pt x="183739" y="86587"/>
                  </a:lnTo>
                  <a:lnTo>
                    <a:pt x="222278" y="61270"/>
                  </a:lnTo>
                  <a:lnTo>
                    <a:pt x="263438" y="39942"/>
                  </a:lnTo>
                  <a:lnTo>
                    <a:pt x="306945" y="22878"/>
                  </a:lnTo>
                  <a:lnTo>
                    <a:pt x="352527" y="10350"/>
                  </a:lnTo>
                  <a:lnTo>
                    <a:pt x="399909" y="2633"/>
                  </a:lnTo>
                  <a:lnTo>
                    <a:pt x="448817" y="0"/>
                  </a:lnTo>
                  <a:lnTo>
                    <a:pt x="497726" y="2633"/>
                  </a:lnTo>
                  <a:lnTo>
                    <a:pt x="545108" y="10350"/>
                  </a:lnTo>
                  <a:lnTo>
                    <a:pt x="590690" y="22878"/>
                  </a:lnTo>
                  <a:lnTo>
                    <a:pt x="634197" y="39942"/>
                  </a:lnTo>
                  <a:lnTo>
                    <a:pt x="675357" y="61270"/>
                  </a:lnTo>
                  <a:lnTo>
                    <a:pt x="713896" y="86587"/>
                  </a:lnTo>
                  <a:lnTo>
                    <a:pt x="749540" y="115620"/>
                  </a:lnTo>
                  <a:lnTo>
                    <a:pt x="782015" y="148095"/>
                  </a:lnTo>
                  <a:lnTo>
                    <a:pt x="811048" y="183739"/>
                  </a:lnTo>
                  <a:lnTo>
                    <a:pt x="836365" y="222278"/>
                  </a:lnTo>
                  <a:lnTo>
                    <a:pt x="857693" y="263438"/>
                  </a:lnTo>
                  <a:lnTo>
                    <a:pt x="874757" y="306945"/>
                  </a:lnTo>
                  <a:lnTo>
                    <a:pt x="887285" y="352527"/>
                  </a:lnTo>
                  <a:lnTo>
                    <a:pt x="895002" y="399909"/>
                  </a:lnTo>
                  <a:lnTo>
                    <a:pt x="897635" y="448817"/>
                  </a:lnTo>
                  <a:lnTo>
                    <a:pt x="895002" y="497726"/>
                  </a:lnTo>
                  <a:lnTo>
                    <a:pt x="887285" y="545108"/>
                  </a:lnTo>
                  <a:lnTo>
                    <a:pt x="874757" y="590690"/>
                  </a:lnTo>
                  <a:lnTo>
                    <a:pt x="857693" y="634197"/>
                  </a:lnTo>
                  <a:lnTo>
                    <a:pt x="836365" y="675357"/>
                  </a:lnTo>
                  <a:lnTo>
                    <a:pt x="811048" y="713896"/>
                  </a:lnTo>
                  <a:lnTo>
                    <a:pt x="782015" y="749540"/>
                  </a:lnTo>
                  <a:lnTo>
                    <a:pt x="749540" y="782015"/>
                  </a:lnTo>
                  <a:lnTo>
                    <a:pt x="713896" y="811048"/>
                  </a:lnTo>
                  <a:lnTo>
                    <a:pt x="675357" y="836365"/>
                  </a:lnTo>
                  <a:lnTo>
                    <a:pt x="634197" y="857693"/>
                  </a:lnTo>
                  <a:lnTo>
                    <a:pt x="590690" y="874757"/>
                  </a:lnTo>
                  <a:lnTo>
                    <a:pt x="545108" y="887285"/>
                  </a:lnTo>
                  <a:lnTo>
                    <a:pt x="497726" y="895002"/>
                  </a:lnTo>
                  <a:lnTo>
                    <a:pt x="448817" y="897636"/>
                  </a:lnTo>
                  <a:lnTo>
                    <a:pt x="399909" y="895002"/>
                  </a:lnTo>
                  <a:lnTo>
                    <a:pt x="352527" y="887285"/>
                  </a:lnTo>
                  <a:lnTo>
                    <a:pt x="306945" y="874757"/>
                  </a:lnTo>
                  <a:lnTo>
                    <a:pt x="263438" y="857693"/>
                  </a:lnTo>
                  <a:lnTo>
                    <a:pt x="222278" y="836365"/>
                  </a:lnTo>
                  <a:lnTo>
                    <a:pt x="183739" y="811048"/>
                  </a:lnTo>
                  <a:lnTo>
                    <a:pt x="148095" y="782015"/>
                  </a:lnTo>
                  <a:lnTo>
                    <a:pt x="115620" y="749540"/>
                  </a:lnTo>
                  <a:lnTo>
                    <a:pt x="86587" y="713896"/>
                  </a:lnTo>
                  <a:lnTo>
                    <a:pt x="61270" y="675357"/>
                  </a:lnTo>
                  <a:lnTo>
                    <a:pt x="39942" y="634197"/>
                  </a:lnTo>
                  <a:lnTo>
                    <a:pt x="22878" y="590690"/>
                  </a:lnTo>
                  <a:lnTo>
                    <a:pt x="10350" y="545108"/>
                  </a:lnTo>
                  <a:lnTo>
                    <a:pt x="2633" y="497726"/>
                  </a:lnTo>
                  <a:lnTo>
                    <a:pt x="0" y="448817"/>
                  </a:lnTo>
                  <a:close/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5715253" y="2183384"/>
            <a:ext cx="8051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400">
                <a:latin typeface="PMingLiU"/>
                <a:cs typeface="PMingLiU"/>
              </a:rPr>
              <a:t>河岸</a:t>
            </a:r>
            <a:r>
              <a:rPr sz="2400" spc="-50">
                <a:latin typeface="Cambria Math"/>
                <a:cs typeface="Cambria Math"/>
              </a:rPr>
              <a:t>𝟏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805676" y="2017268"/>
            <a:ext cx="143383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2000" spc="-20">
                <a:latin typeface="PMingLiU"/>
                <a:cs typeface="PMingLiU"/>
              </a:rPr>
              <a:t>顶点的度</a:t>
            </a:r>
            <a:r>
              <a:rPr sz="2000" spc="-25">
                <a:latin typeface="PMingLiU"/>
                <a:cs typeface="PMingLiU"/>
              </a:rPr>
              <a:t>：</a:t>
            </a:r>
            <a:r>
              <a:rPr sz="2000" spc="-25">
                <a:latin typeface="Cambria Math"/>
                <a:cs typeface="Cambria Math"/>
              </a:rPr>
              <a:t>𝟑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477517" y="6012178"/>
            <a:ext cx="9223375" cy="829944"/>
          </a:xfrm>
          <a:custGeom>
            <a:avLst/>
            <a:gdLst/>
            <a:ahLst/>
            <a:cxnLst/>
            <a:rect l="l" t="t" r="r" b="b"/>
            <a:pathLst>
              <a:path w="9223375" h="829944">
                <a:moveTo>
                  <a:pt x="9223248" y="0"/>
                </a:moveTo>
                <a:lnTo>
                  <a:pt x="0" y="0"/>
                </a:lnTo>
                <a:lnTo>
                  <a:pt x="0" y="829818"/>
                </a:lnTo>
                <a:lnTo>
                  <a:pt x="9223248" y="829818"/>
                </a:lnTo>
                <a:lnTo>
                  <a:pt x="9223248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6" name="object 16"/>
          <p:cNvGrpSpPr/>
          <p:nvPr/>
        </p:nvGrpSpPr>
        <p:grpSpPr>
          <a:xfrm>
            <a:off x="2260854" y="2368295"/>
            <a:ext cx="5800725" cy="3136900"/>
            <a:chOff x="2260854" y="2368295"/>
            <a:chExt cx="5800725" cy="3136900"/>
          </a:xfrm>
        </p:grpSpPr>
        <p:sp>
          <p:nvSpPr>
            <p:cNvPr id="17" name="object 17"/>
            <p:cNvSpPr/>
            <p:nvPr/>
          </p:nvSpPr>
          <p:spPr>
            <a:xfrm>
              <a:off x="2727960" y="4141469"/>
              <a:ext cx="2596515" cy="1344930"/>
            </a:xfrm>
            <a:custGeom>
              <a:avLst/>
              <a:gdLst/>
              <a:ahLst/>
              <a:cxnLst/>
              <a:rect l="l" t="t" r="r" b="b"/>
              <a:pathLst>
                <a:path w="2596515" h="1344929">
                  <a:moveTo>
                    <a:pt x="0" y="0"/>
                  </a:moveTo>
                  <a:lnTo>
                    <a:pt x="2596006" y="1344548"/>
                  </a:lnTo>
                </a:path>
              </a:pathLst>
            </a:custGeom>
            <a:ln w="38100">
              <a:solidFill>
                <a:srgbClr val="B8F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279904" y="3245357"/>
              <a:ext cx="896619" cy="896619"/>
            </a:xfrm>
            <a:custGeom>
              <a:avLst/>
              <a:gdLst/>
              <a:ahLst/>
              <a:cxnLst/>
              <a:rect l="l" t="t" r="r" b="b"/>
              <a:pathLst>
                <a:path w="896619" h="896619">
                  <a:moveTo>
                    <a:pt x="448056" y="0"/>
                  </a:moveTo>
                  <a:lnTo>
                    <a:pt x="399245" y="2629"/>
                  </a:lnTo>
                  <a:lnTo>
                    <a:pt x="351955" y="10337"/>
                  </a:lnTo>
                  <a:lnTo>
                    <a:pt x="306458" y="22847"/>
                  </a:lnTo>
                  <a:lnTo>
                    <a:pt x="263028" y="39888"/>
                  </a:lnTo>
                  <a:lnTo>
                    <a:pt x="221939" y="61185"/>
                  </a:lnTo>
                  <a:lnTo>
                    <a:pt x="183465" y="86465"/>
                  </a:lnTo>
                  <a:lnTo>
                    <a:pt x="147879" y="115454"/>
                  </a:lnTo>
                  <a:lnTo>
                    <a:pt x="115454" y="147879"/>
                  </a:lnTo>
                  <a:lnTo>
                    <a:pt x="86465" y="183465"/>
                  </a:lnTo>
                  <a:lnTo>
                    <a:pt x="61185" y="221939"/>
                  </a:lnTo>
                  <a:lnTo>
                    <a:pt x="39888" y="263028"/>
                  </a:lnTo>
                  <a:lnTo>
                    <a:pt x="22847" y="306458"/>
                  </a:lnTo>
                  <a:lnTo>
                    <a:pt x="10337" y="351955"/>
                  </a:lnTo>
                  <a:lnTo>
                    <a:pt x="2629" y="399245"/>
                  </a:lnTo>
                  <a:lnTo>
                    <a:pt x="0" y="448055"/>
                  </a:lnTo>
                  <a:lnTo>
                    <a:pt x="2629" y="496866"/>
                  </a:lnTo>
                  <a:lnTo>
                    <a:pt x="10337" y="544156"/>
                  </a:lnTo>
                  <a:lnTo>
                    <a:pt x="22847" y="589653"/>
                  </a:lnTo>
                  <a:lnTo>
                    <a:pt x="39888" y="633083"/>
                  </a:lnTo>
                  <a:lnTo>
                    <a:pt x="61185" y="674172"/>
                  </a:lnTo>
                  <a:lnTo>
                    <a:pt x="86465" y="712646"/>
                  </a:lnTo>
                  <a:lnTo>
                    <a:pt x="115454" y="748232"/>
                  </a:lnTo>
                  <a:lnTo>
                    <a:pt x="147879" y="780657"/>
                  </a:lnTo>
                  <a:lnTo>
                    <a:pt x="183465" y="809646"/>
                  </a:lnTo>
                  <a:lnTo>
                    <a:pt x="221939" y="834926"/>
                  </a:lnTo>
                  <a:lnTo>
                    <a:pt x="263028" y="856223"/>
                  </a:lnTo>
                  <a:lnTo>
                    <a:pt x="306458" y="873264"/>
                  </a:lnTo>
                  <a:lnTo>
                    <a:pt x="351955" y="885774"/>
                  </a:lnTo>
                  <a:lnTo>
                    <a:pt x="399245" y="893482"/>
                  </a:lnTo>
                  <a:lnTo>
                    <a:pt x="448056" y="896111"/>
                  </a:lnTo>
                  <a:lnTo>
                    <a:pt x="496866" y="893482"/>
                  </a:lnTo>
                  <a:lnTo>
                    <a:pt x="544156" y="885774"/>
                  </a:lnTo>
                  <a:lnTo>
                    <a:pt x="589653" y="873264"/>
                  </a:lnTo>
                  <a:lnTo>
                    <a:pt x="633083" y="856223"/>
                  </a:lnTo>
                  <a:lnTo>
                    <a:pt x="674172" y="834926"/>
                  </a:lnTo>
                  <a:lnTo>
                    <a:pt x="712646" y="809646"/>
                  </a:lnTo>
                  <a:lnTo>
                    <a:pt x="748232" y="780657"/>
                  </a:lnTo>
                  <a:lnTo>
                    <a:pt x="780657" y="748232"/>
                  </a:lnTo>
                  <a:lnTo>
                    <a:pt x="809646" y="712646"/>
                  </a:lnTo>
                  <a:lnTo>
                    <a:pt x="834926" y="674172"/>
                  </a:lnTo>
                  <a:lnTo>
                    <a:pt x="856223" y="633083"/>
                  </a:lnTo>
                  <a:lnTo>
                    <a:pt x="873264" y="589653"/>
                  </a:lnTo>
                  <a:lnTo>
                    <a:pt x="885774" y="544156"/>
                  </a:lnTo>
                  <a:lnTo>
                    <a:pt x="893482" y="496866"/>
                  </a:lnTo>
                  <a:lnTo>
                    <a:pt x="896112" y="448055"/>
                  </a:lnTo>
                  <a:lnTo>
                    <a:pt x="893482" y="399245"/>
                  </a:lnTo>
                  <a:lnTo>
                    <a:pt x="885774" y="351955"/>
                  </a:lnTo>
                  <a:lnTo>
                    <a:pt x="873264" y="306458"/>
                  </a:lnTo>
                  <a:lnTo>
                    <a:pt x="856223" y="263028"/>
                  </a:lnTo>
                  <a:lnTo>
                    <a:pt x="834926" y="221939"/>
                  </a:lnTo>
                  <a:lnTo>
                    <a:pt x="809646" y="183465"/>
                  </a:lnTo>
                  <a:lnTo>
                    <a:pt x="780657" y="147879"/>
                  </a:lnTo>
                  <a:lnTo>
                    <a:pt x="748232" y="115454"/>
                  </a:lnTo>
                  <a:lnTo>
                    <a:pt x="712646" y="86465"/>
                  </a:lnTo>
                  <a:lnTo>
                    <a:pt x="674172" y="61185"/>
                  </a:lnTo>
                  <a:lnTo>
                    <a:pt x="633083" y="39888"/>
                  </a:lnTo>
                  <a:lnTo>
                    <a:pt x="589653" y="22847"/>
                  </a:lnTo>
                  <a:lnTo>
                    <a:pt x="544156" y="10337"/>
                  </a:lnTo>
                  <a:lnTo>
                    <a:pt x="496866" y="2629"/>
                  </a:lnTo>
                  <a:lnTo>
                    <a:pt x="448056" y="0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279904" y="3245357"/>
              <a:ext cx="896619" cy="896619"/>
            </a:xfrm>
            <a:custGeom>
              <a:avLst/>
              <a:gdLst/>
              <a:ahLst/>
              <a:cxnLst/>
              <a:rect l="l" t="t" r="r" b="b"/>
              <a:pathLst>
                <a:path w="896619" h="896619">
                  <a:moveTo>
                    <a:pt x="0" y="448055"/>
                  </a:moveTo>
                  <a:lnTo>
                    <a:pt x="2629" y="399245"/>
                  </a:lnTo>
                  <a:lnTo>
                    <a:pt x="10337" y="351955"/>
                  </a:lnTo>
                  <a:lnTo>
                    <a:pt x="22847" y="306458"/>
                  </a:lnTo>
                  <a:lnTo>
                    <a:pt x="39888" y="263028"/>
                  </a:lnTo>
                  <a:lnTo>
                    <a:pt x="61185" y="221939"/>
                  </a:lnTo>
                  <a:lnTo>
                    <a:pt x="86465" y="183465"/>
                  </a:lnTo>
                  <a:lnTo>
                    <a:pt x="115454" y="147879"/>
                  </a:lnTo>
                  <a:lnTo>
                    <a:pt x="147879" y="115454"/>
                  </a:lnTo>
                  <a:lnTo>
                    <a:pt x="183465" y="86465"/>
                  </a:lnTo>
                  <a:lnTo>
                    <a:pt x="221939" y="61185"/>
                  </a:lnTo>
                  <a:lnTo>
                    <a:pt x="263028" y="39888"/>
                  </a:lnTo>
                  <a:lnTo>
                    <a:pt x="306458" y="22847"/>
                  </a:lnTo>
                  <a:lnTo>
                    <a:pt x="351955" y="10337"/>
                  </a:lnTo>
                  <a:lnTo>
                    <a:pt x="399245" y="2629"/>
                  </a:lnTo>
                  <a:lnTo>
                    <a:pt x="448056" y="0"/>
                  </a:lnTo>
                  <a:lnTo>
                    <a:pt x="496866" y="2629"/>
                  </a:lnTo>
                  <a:lnTo>
                    <a:pt x="544156" y="10337"/>
                  </a:lnTo>
                  <a:lnTo>
                    <a:pt x="589653" y="22847"/>
                  </a:lnTo>
                  <a:lnTo>
                    <a:pt x="633083" y="39888"/>
                  </a:lnTo>
                  <a:lnTo>
                    <a:pt x="674172" y="61185"/>
                  </a:lnTo>
                  <a:lnTo>
                    <a:pt x="712646" y="86465"/>
                  </a:lnTo>
                  <a:lnTo>
                    <a:pt x="748232" y="115454"/>
                  </a:lnTo>
                  <a:lnTo>
                    <a:pt x="780657" y="147879"/>
                  </a:lnTo>
                  <a:lnTo>
                    <a:pt x="809646" y="183465"/>
                  </a:lnTo>
                  <a:lnTo>
                    <a:pt x="834926" y="221939"/>
                  </a:lnTo>
                  <a:lnTo>
                    <a:pt x="856223" y="263028"/>
                  </a:lnTo>
                  <a:lnTo>
                    <a:pt x="873264" y="306458"/>
                  </a:lnTo>
                  <a:lnTo>
                    <a:pt x="885774" y="351955"/>
                  </a:lnTo>
                  <a:lnTo>
                    <a:pt x="893482" y="399245"/>
                  </a:lnTo>
                  <a:lnTo>
                    <a:pt x="896112" y="448055"/>
                  </a:lnTo>
                  <a:lnTo>
                    <a:pt x="893482" y="496866"/>
                  </a:lnTo>
                  <a:lnTo>
                    <a:pt x="885774" y="544156"/>
                  </a:lnTo>
                  <a:lnTo>
                    <a:pt x="873264" y="589653"/>
                  </a:lnTo>
                  <a:lnTo>
                    <a:pt x="856223" y="633083"/>
                  </a:lnTo>
                  <a:lnTo>
                    <a:pt x="834926" y="674172"/>
                  </a:lnTo>
                  <a:lnTo>
                    <a:pt x="809646" y="712646"/>
                  </a:lnTo>
                  <a:lnTo>
                    <a:pt x="780657" y="748232"/>
                  </a:lnTo>
                  <a:lnTo>
                    <a:pt x="748232" y="780657"/>
                  </a:lnTo>
                  <a:lnTo>
                    <a:pt x="712646" y="809646"/>
                  </a:lnTo>
                  <a:lnTo>
                    <a:pt x="674172" y="834926"/>
                  </a:lnTo>
                  <a:lnTo>
                    <a:pt x="633083" y="856223"/>
                  </a:lnTo>
                  <a:lnTo>
                    <a:pt x="589653" y="873264"/>
                  </a:lnTo>
                  <a:lnTo>
                    <a:pt x="544156" y="885774"/>
                  </a:lnTo>
                  <a:lnTo>
                    <a:pt x="496866" y="893482"/>
                  </a:lnTo>
                  <a:lnTo>
                    <a:pt x="448056" y="896111"/>
                  </a:lnTo>
                  <a:lnTo>
                    <a:pt x="399245" y="893482"/>
                  </a:lnTo>
                  <a:lnTo>
                    <a:pt x="351955" y="885774"/>
                  </a:lnTo>
                  <a:lnTo>
                    <a:pt x="306458" y="873264"/>
                  </a:lnTo>
                  <a:lnTo>
                    <a:pt x="263028" y="856223"/>
                  </a:lnTo>
                  <a:lnTo>
                    <a:pt x="221939" y="834926"/>
                  </a:lnTo>
                  <a:lnTo>
                    <a:pt x="183465" y="809646"/>
                  </a:lnTo>
                  <a:lnTo>
                    <a:pt x="147879" y="780657"/>
                  </a:lnTo>
                  <a:lnTo>
                    <a:pt x="115454" y="748232"/>
                  </a:lnTo>
                  <a:lnTo>
                    <a:pt x="86465" y="712646"/>
                  </a:lnTo>
                  <a:lnTo>
                    <a:pt x="61185" y="674172"/>
                  </a:lnTo>
                  <a:lnTo>
                    <a:pt x="39888" y="633083"/>
                  </a:lnTo>
                  <a:lnTo>
                    <a:pt x="22847" y="589653"/>
                  </a:lnTo>
                  <a:lnTo>
                    <a:pt x="10337" y="544156"/>
                  </a:lnTo>
                  <a:lnTo>
                    <a:pt x="2629" y="496866"/>
                  </a:lnTo>
                  <a:lnTo>
                    <a:pt x="0" y="448055"/>
                  </a:lnTo>
                  <a:close/>
                </a:path>
              </a:pathLst>
            </a:custGeom>
            <a:ln w="38100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035427" y="2368295"/>
              <a:ext cx="2627630" cy="1035685"/>
            </a:xfrm>
            <a:custGeom>
              <a:avLst/>
              <a:gdLst/>
              <a:ahLst/>
              <a:cxnLst/>
              <a:rect l="l" t="t" r="r" b="b"/>
              <a:pathLst>
                <a:path w="2627629" h="1035685">
                  <a:moveTo>
                    <a:pt x="2465185" y="72409"/>
                  </a:moveTo>
                  <a:lnTo>
                    <a:pt x="0" y="981837"/>
                  </a:lnTo>
                  <a:lnTo>
                    <a:pt x="19812" y="1035557"/>
                  </a:lnTo>
                  <a:lnTo>
                    <a:pt x="2484959" y="126022"/>
                  </a:lnTo>
                  <a:lnTo>
                    <a:pt x="2521019" y="82270"/>
                  </a:lnTo>
                  <a:lnTo>
                    <a:pt x="2465185" y="72409"/>
                  </a:lnTo>
                  <a:close/>
                </a:path>
                <a:path w="2627629" h="1035685">
                  <a:moveTo>
                    <a:pt x="2586524" y="35813"/>
                  </a:moveTo>
                  <a:lnTo>
                    <a:pt x="2564384" y="35813"/>
                  </a:lnTo>
                  <a:lnTo>
                    <a:pt x="2584196" y="89407"/>
                  </a:lnTo>
                  <a:lnTo>
                    <a:pt x="2484959" y="126022"/>
                  </a:lnTo>
                  <a:lnTo>
                    <a:pt x="2425954" y="197612"/>
                  </a:lnTo>
                  <a:lnTo>
                    <a:pt x="2420621" y="207635"/>
                  </a:lnTo>
                  <a:lnTo>
                    <a:pt x="2419588" y="218551"/>
                  </a:lnTo>
                  <a:lnTo>
                    <a:pt x="2422721" y="229062"/>
                  </a:lnTo>
                  <a:lnTo>
                    <a:pt x="2429891" y="237870"/>
                  </a:lnTo>
                  <a:lnTo>
                    <a:pt x="2439840" y="243203"/>
                  </a:lnTo>
                  <a:lnTo>
                    <a:pt x="2450719" y="244236"/>
                  </a:lnTo>
                  <a:lnTo>
                    <a:pt x="2461216" y="241103"/>
                  </a:lnTo>
                  <a:lnTo>
                    <a:pt x="2470023" y="233933"/>
                  </a:lnTo>
                  <a:lnTo>
                    <a:pt x="2627503" y="43052"/>
                  </a:lnTo>
                  <a:lnTo>
                    <a:pt x="2586524" y="35813"/>
                  </a:lnTo>
                  <a:close/>
                </a:path>
                <a:path w="2627629" h="1035685">
                  <a:moveTo>
                    <a:pt x="2521019" y="82270"/>
                  </a:moveTo>
                  <a:lnTo>
                    <a:pt x="2484959" y="126022"/>
                  </a:lnTo>
                  <a:lnTo>
                    <a:pt x="2580409" y="90804"/>
                  </a:lnTo>
                  <a:lnTo>
                    <a:pt x="2569337" y="90804"/>
                  </a:lnTo>
                  <a:lnTo>
                    <a:pt x="2521019" y="82270"/>
                  </a:lnTo>
                  <a:close/>
                </a:path>
                <a:path w="2627629" h="1035685">
                  <a:moveTo>
                    <a:pt x="2552192" y="44450"/>
                  </a:moveTo>
                  <a:lnTo>
                    <a:pt x="2521019" y="82270"/>
                  </a:lnTo>
                  <a:lnTo>
                    <a:pt x="2569337" y="90804"/>
                  </a:lnTo>
                  <a:lnTo>
                    <a:pt x="2552192" y="44450"/>
                  </a:lnTo>
                  <a:close/>
                </a:path>
                <a:path w="2627629" h="1035685">
                  <a:moveTo>
                    <a:pt x="2567576" y="44450"/>
                  </a:moveTo>
                  <a:lnTo>
                    <a:pt x="2552192" y="44450"/>
                  </a:lnTo>
                  <a:lnTo>
                    <a:pt x="2569337" y="90804"/>
                  </a:lnTo>
                  <a:lnTo>
                    <a:pt x="2580409" y="90804"/>
                  </a:lnTo>
                  <a:lnTo>
                    <a:pt x="2584196" y="89407"/>
                  </a:lnTo>
                  <a:lnTo>
                    <a:pt x="2567576" y="44450"/>
                  </a:lnTo>
                  <a:close/>
                </a:path>
                <a:path w="2627629" h="1035685">
                  <a:moveTo>
                    <a:pt x="2564384" y="35813"/>
                  </a:moveTo>
                  <a:lnTo>
                    <a:pt x="2465185" y="72409"/>
                  </a:lnTo>
                  <a:lnTo>
                    <a:pt x="2521019" y="82270"/>
                  </a:lnTo>
                  <a:lnTo>
                    <a:pt x="2552192" y="44450"/>
                  </a:lnTo>
                  <a:lnTo>
                    <a:pt x="2567576" y="44450"/>
                  </a:lnTo>
                  <a:lnTo>
                    <a:pt x="2564384" y="35813"/>
                  </a:lnTo>
                  <a:close/>
                </a:path>
                <a:path w="2627629" h="1035685">
                  <a:moveTo>
                    <a:pt x="2383790" y="0"/>
                  </a:moveTo>
                  <a:lnTo>
                    <a:pt x="2372413" y="255"/>
                  </a:lnTo>
                  <a:lnTo>
                    <a:pt x="2362406" y="4714"/>
                  </a:lnTo>
                  <a:lnTo>
                    <a:pt x="2354804" y="12626"/>
                  </a:lnTo>
                  <a:lnTo>
                    <a:pt x="2350643" y="23240"/>
                  </a:lnTo>
                  <a:lnTo>
                    <a:pt x="2350897" y="34561"/>
                  </a:lnTo>
                  <a:lnTo>
                    <a:pt x="2355341" y="44561"/>
                  </a:lnTo>
                  <a:lnTo>
                    <a:pt x="2363216" y="52155"/>
                  </a:lnTo>
                  <a:lnTo>
                    <a:pt x="2373757" y="56261"/>
                  </a:lnTo>
                  <a:lnTo>
                    <a:pt x="2465185" y="72409"/>
                  </a:lnTo>
                  <a:lnTo>
                    <a:pt x="2564384" y="35813"/>
                  </a:lnTo>
                  <a:lnTo>
                    <a:pt x="2586524" y="35813"/>
                  </a:lnTo>
                  <a:lnTo>
                    <a:pt x="238379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176270" y="2701543"/>
              <a:ext cx="2627630" cy="1035685"/>
            </a:xfrm>
            <a:custGeom>
              <a:avLst/>
              <a:gdLst/>
              <a:ahLst/>
              <a:cxnLst/>
              <a:rect l="l" t="t" r="r" b="b"/>
              <a:pathLst>
                <a:path w="2627629" h="1035685">
                  <a:moveTo>
                    <a:pt x="176736" y="790876"/>
                  </a:moveTo>
                  <a:lnTo>
                    <a:pt x="166268" y="793966"/>
                  </a:lnTo>
                  <a:lnTo>
                    <a:pt x="157480" y="801115"/>
                  </a:lnTo>
                  <a:lnTo>
                    <a:pt x="0" y="992123"/>
                  </a:lnTo>
                  <a:lnTo>
                    <a:pt x="243713" y="1035176"/>
                  </a:lnTo>
                  <a:lnTo>
                    <a:pt x="255035" y="1034867"/>
                  </a:lnTo>
                  <a:lnTo>
                    <a:pt x="265048" y="1030414"/>
                  </a:lnTo>
                  <a:lnTo>
                    <a:pt x="272680" y="1022532"/>
                  </a:lnTo>
                  <a:lnTo>
                    <a:pt x="276859" y="1011935"/>
                  </a:lnTo>
                  <a:lnTo>
                    <a:pt x="276550" y="1000615"/>
                  </a:lnTo>
                  <a:lnTo>
                    <a:pt x="275992" y="999362"/>
                  </a:lnTo>
                  <a:lnTo>
                    <a:pt x="63118" y="999362"/>
                  </a:lnTo>
                  <a:lnTo>
                    <a:pt x="43306" y="945641"/>
                  </a:lnTo>
                  <a:lnTo>
                    <a:pt x="142668" y="909003"/>
                  </a:lnTo>
                  <a:lnTo>
                    <a:pt x="201549" y="837564"/>
                  </a:lnTo>
                  <a:lnTo>
                    <a:pt x="206881" y="827541"/>
                  </a:lnTo>
                  <a:lnTo>
                    <a:pt x="207914" y="816625"/>
                  </a:lnTo>
                  <a:lnTo>
                    <a:pt x="204781" y="806114"/>
                  </a:lnTo>
                  <a:lnTo>
                    <a:pt x="197612" y="797305"/>
                  </a:lnTo>
                  <a:lnTo>
                    <a:pt x="187608" y="791954"/>
                  </a:lnTo>
                  <a:lnTo>
                    <a:pt x="176736" y="790876"/>
                  </a:lnTo>
                  <a:close/>
                </a:path>
                <a:path w="2627629" h="1035685">
                  <a:moveTo>
                    <a:pt x="142668" y="909003"/>
                  </a:moveTo>
                  <a:lnTo>
                    <a:pt x="43306" y="945641"/>
                  </a:lnTo>
                  <a:lnTo>
                    <a:pt x="63118" y="999362"/>
                  </a:lnTo>
                  <a:lnTo>
                    <a:pt x="86536" y="990726"/>
                  </a:lnTo>
                  <a:lnTo>
                    <a:pt x="75310" y="990726"/>
                  </a:lnTo>
                  <a:lnTo>
                    <a:pt x="58166" y="944371"/>
                  </a:lnTo>
                  <a:lnTo>
                    <a:pt x="113517" y="944371"/>
                  </a:lnTo>
                  <a:lnTo>
                    <a:pt x="142668" y="909003"/>
                  </a:lnTo>
                  <a:close/>
                </a:path>
                <a:path w="2627629" h="1035685">
                  <a:moveTo>
                    <a:pt x="162317" y="962779"/>
                  </a:moveTo>
                  <a:lnTo>
                    <a:pt x="63118" y="999362"/>
                  </a:lnTo>
                  <a:lnTo>
                    <a:pt x="275992" y="999362"/>
                  </a:lnTo>
                  <a:lnTo>
                    <a:pt x="272097" y="990615"/>
                  </a:lnTo>
                  <a:lnTo>
                    <a:pt x="264215" y="983021"/>
                  </a:lnTo>
                  <a:lnTo>
                    <a:pt x="253619" y="978915"/>
                  </a:lnTo>
                  <a:lnTo>
                    <a:pt x="162317" y="962779"/>
                  </a:lnTo>
                  <a:close/>
                </a:path>
                <a:path w="2627629" h="1035685">
                  <a:moveTo>
                    <a:pt x="58166" y="944371"/>
                  </a:moveTo>
                  <a:lnTo>
                    <a:pt x="75310" y="990726"/>
                  </a:lnTo>
                  <a:lnTo>
                    <a:pt x="106479" y="952910"/>
                  </a:lnTo>
                  <a:lnTo>
                    <a:pt x="58166" y="944371"/>
                  </a:lnTo>
                  <a:close/>
                </a:path>
                <a:path w="2627629" h="1035685">
                  <a:moveTo>
                    <a:pt x="106479" y="952910"/>
                  </a:moveTo>
                  <a:lnTo>
                    <a:pt x="75310" y="990726"/>
                  </a:lnTo>
                  <a:lnTo>
                    <a:pt x="86536" y="990726"/>
                  </a:lnTo>
                  <a:lnTo>
                    <a:pt x="162317" y="962779"/>
                  </a:lnTo>
                  <a:lnTo>
                    <a:pt x="106479" y="952910"/>
                  </a:lnTo>
                  <a:close/>
                </a:path>
                <a:path w="2627629" h="1035685">
                  <a:moveTo>
                    <a:pt x="2607818" y="0"/>
                  </a:moveTo>
                  <a:lnTo>
                    <a:pt x="142668" y="909003"/>
                  </a:lnTo>
                  <a:lnTo>
                    <a:pt x="106479" y="952910"/>
                  </a:lnTo>
                  <a:lnTo>
                    <a:pt x="162317" y="962779"/>
                  </a:lnTo>
                  <a:lnTo>
                    <a:pt x="2627630" y="53593"/>
                  </a:lnTo>
                  <a:lnTo>
                    <a:pt x="2607818" y="0"/>
                  </a:lnTo>
                  <a:close/>
                </a:path>
                <a:path w="2627629" h="1035685">
                  <a:moveTo>
                    <a:pt x="113517" y="944371"/>
                  </a:moveTo>
                  <a:lnTo>
                    <a:pt x="58166" y="944371"/>
                  </a:lnTo>
                  <a:lnTo>
                    <a:pt x="106479" y="952910"/>
                  </a:lnTo>
                  <a:lnTo>
                    <a:pt x="113517" y="944371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560312" y="2411221"/>
              <a:ext cx="1501140" cy="1142365"/>
            </a:xfrm>
            <a:custGeom>
              <a:avLst/>
              <a:gdLst/>
              <a:ahLst/>
              <a:cxnLst/>
              <a:rect l="l" t="t" r="r" b="b"/>
              <a:pathLst>
                <a:path w="1501140" h="1142364">
                  <a:moveTo>
                    <a:pt x="90556" y="68378"/>
                  </a:moveTo>
                  <a:lnTo>
                    <a:pt x="112425" y="120675"/>
                  </a:lnTo>
                  <a:lnTo>
                    <a:pt x="1466469" y="1142364"/>
                  </a:lnTo>
                  <a:lnTo>
                    <a:pt x="1500886" y="1096772"/>
                  </a:lnTo>
                  <a:lnTo>
                    <a:pt x="146793" y="75045"/>
                  </a:lnTo>
                  <a:lnTo>
                    <a:pt x="90556" y="68378"/>
                  </a:lnTo>
                  <a:close/>
                </a:path>
                <a:path w="1501140" h="1142364">
                  <a:moveTo>
                    <a:pt x="0" y="0"/>
                  </a:moveTo>
                  <a:lnTo>
                    <a:pt x="95504" y="228345"/>
                  </a:lnTo>
                  <a:lnTo>
                    <a:pt x="101875" y="237765"/>
                  </a:lnTo>
                  <a:lnTo>
                    <a:pt x="111045" y="243792"/>
                  </a:lnTo>
                  <a:lnTo>
                    <a:pt x="121810" y="245937"/>
                  </a:lnTo>
                  <a:lnTo>
                    <a:pt x="132969" y="243712"/>
                  </a:lnTo>
                  <a:lnTo>
                    <a:pt x="142315" y="237341"/>
                  </a:lnTo>
                  <a:lnTo>
                    <a:pt x="148304" y="228171"/>
                  </a:lnTo>
                  <a:lnTo>
                    <a:pt x="150435" y="217406"/>
                  </a:lnTo>
                  <a:lnTo>
                    <a:pt x="148209" y="206248"/>
                  </a:lnTo>
                  <a:lnTo>
                    <a:pt x="112425" y="120675"/>
                  </a:lnTo>
                  <a:lnTo>
                    <a:pt x="28067" y="57023"/>
                  </a:lnTo>
                  <a:lnTo>
                    <a:pt x="62484" y="11429"/>
                  </a:lnTo>
                  <a:lnTo>
                    <a:pt x="96161" y="11429"/>
                  </a:lnTo>
                  <a:lnTo>
                    <a:pt x="0" y="0"/>
                  </a:lnTo>
                  <a:close/>
                </a:path>
                <a:path w="1501140" h="1142364">
                  <a:moveTo>
                    <a:pt x="62484" y="11429"/>
                  </a:moveTo>
                  <a:lnTo>
                    <a:pt x="28067" y="57023"/>
                  </a:lnTo>
                  <a:lnTo>
                    <a:pt x="112425" y="120675"/>
                  </a:lnTo>
                  <a:lnTo>
                    <a:pt x="90556" y="68378"/>
                  </a:lnTo>
                  <a:lnTo>
                    <a:pt x="41910" y="62611"/>
                  </a:lnTo>
                  <a:lnTo>
                    <a:pt x="71628" y="23113"/>
                  </a:lnTo>
                  <a:lnTo>
                    <a:pt x="77968" y="23113"/>
                  </a:lnTo>
                  <a:lnTo>
                    <a:pt x="62484" y="11429"/>
                  </a:lnTo>
                  <a:close/>
                </a:path>
                <a:path w="1501140" h="1142364">
                  <a:moveTo>
                    <a:pt x="96161" y="11429"/>
                  </a:moveTo>
                  <a:lnTo>
                    <a:pt x="62484" y="11429"/>
                  </a:lnTo>
                  <a:lnTo>
                    <a:pt x="146793" y="75045"/>
                  </a:lnTo>
                  <a:lnTo>
                    <a:pt x="239014" y="85978"/>
                  </a:lnTo>
                  <a:lnTo>
                    <a:pt x="250297" y="85088"/>
                  </a:lnTo>
                  <a:lnTo>
                    <a:pt x="260032" y="80089"/>
                  </a:lnTo>
                  <a:lnTo>
                    <a:pt x="267196" y="71780"/>
                  </a:lnTo>
                  <a:lnTo>
                    <a:pt x="270764" y="60960"/>
                  </a:lnTo>
                  <a:lnTo>
                    <a:pt x="269873" y="49676"/>
                  </a:lnTo>
                  <a:lnTo>
                    <a:pt x="264874" y="39941"/>
                  </a:lnTo>
                  <a:lnTo>
                    <a:pt x="256565" y="32777"/>
                  </a:lnTo>
                  <a:lnTo>
                    <a:pt x="245745" y="29210"/>
                  </a:lnTo>
                  <a:lnTo>
                    <a:pt x="96161" y="11429"/>
                  </a:lnTo>
                  <a:close/>
                </a:path>
                <a:path w="1501140" h="1142364">
                  <a:moveTo>
                    <a:pt x="77968" y="23113"/>
                  </a:moveTo>
                  <a:lnTo>
                    <a:pt x="71628" y="23113"/>
                  </a:lnTo>
                  <a:lnTo>
                    <a:pt x="90556" y="68378"/>
                  </a:lnTo>
                  <a:lnTo>
                    <a:pt x="146793" y="75045"/>
                  </a:lnTo>
                  <a:lnTo>
                    <a:pt x="77968" y="23113"/>
                  </a:lnTo>
                  <a:close/>
                </a:path>
                <a:path w="1501140" h="1142364">
                  <a:moveTo>
                    <a:pt x="71628" y="23113"/>
                  </a:moveTo>
                  <a:lnTo>
                    <a:pt x="41910" y="62611"/>
                  </a:lnTo>
                  <a:lnTo>
                    <a:pt x="90556" y="68378"/>
                  </a:lnTo>
                  <a:lnTo>
                    <a:pt x="71628" y="23113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1701292" y="2627833"/>
            <a:ext cx="1435735" cy="1229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6985">
              <a:lnSpc>
                <a:spcPct val="135000"/>
              </a:lnSpc>
              <a:spcBef>
                <a:spcPts val="100"/>
              </a:spcBef>
            </a:pPr>
            <a:r>
              <a:rPr sz="2000" spc="-20">
                <a:latin typeface="PMingLiU"/>
                <a:cs typeface="PMingLiU"/>
              </a:rPr>
              <a:t>顶点的度</a:t>
            </a:r>
            <a:r>
              <a:rPr sz="2000" spc="-25">
                <a:latin typeface="PMingLiU"/>
                <a:cs typeface="PMingLiU"/>
              </a:rPr>
              <a:t>：</a:t>
            </a:r>
            <a:r>
              <a:rPr sz="2000" spc="-25">
                <a:latin typeface="Cambria Math"/>
                <a:cs typeface="Cambria Math"/>
              </a:rPr>
              <a:t>𝟓</a:t>
            </a:r>
            <a:r>
              <a:rPr sz="2000" spc="-20">
                <a:latin typeface="PMingLiU"/>
                <a:cs typeface="PMingLiU"/>
              </a:rPr>
              <a:t>起</a:t>
            </a:r>
            <a:r>
              <a:rPr sz="2000" spc="-50">
                <a:latin typeface="PMingLiU"/>
                <a:cs typeface="PMingLiU"/>
              </a:rPr>
              <a:t>点</a:t>
            </a:r>
            <a:endParaRPr sz="2000">
              <a:latin typeface="PMingLiU"/>
              <a:cs typeface="PMingLiU"/>
            </a:endParaRPr>
          </a:p>
          <a:p>
            <a:pPr marL="630555">
              <a:lnSpc>
                <a:spcPct val="100000"/>
              </a:lnSpc>
              <a:spcBef>
                <a:spcPts val="120"/>
              </a:spcBef>
            </a:pPr>
            <a:r>
              <a:rPr sz="2400">
                <a:latin typeface="PMingLiU"/>
                <a:cs typeface="PMingLiU"/>
              </a:rPr>
              <a:t>小岛</a:t>
            </a:r>
            <a:r>
              <a:rPr sz="2400" spc="-50">
                <a:latin typeface="Cambria Math"/>
                <a:cs typeface="Cambria Math"/>
              </a:rPr>
              <a:t>𝟏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163572" y="4839032"/>
            <a:ext cx="7851775" cy="1770380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R="888365" algn="ctr">
              <a:lnSpc>
                <a:spcPct val="100000"/>
              </a:lnSpc>
              <a:spcBef>
                <a:spcPts val="680"/>
              </a:spcBef>
            </a:pPr>
            <a:r>
              <a:rPr sz="2400">
                <a:latin typeface="PMingLiU"/>
                <a:cs typeface="PMingLiU"/>
              </a:rPr>
              <a:t>河岸</a:t>
            </a:r>
            <a:r>
              <a:rPr sz="2400" spc="-50">
                <a:latin typeface="Cambria Math"/>
                <a:cs typeface="Cambria Math"/>
              </a:rPr>
              <a:t>𝟐</a:t>
            </a:r>
            <a:endParaRPr sz="2400">
              <a:latin typeface="Cambria Math"/>
              <a:cs typeface="Cambria Math"/>
            </a:endParaRPr>
          </a:p>
          <a:p>
            <a:pPr marL="1631314" algn="ctr">
              <a:lnSpc>
                <a:spcPts val="2280"/>
              </a:lnSpc>
              <a:spcBef>
                <a:spcPts val="480"/>
              </a:spcBef>
            </a:pPr>
            <a:r>
              <a:rPr sz="2000" spc="-20">
                <a:latin typeface="PMingLiU"/>
                <a:cs typeface="PMingLiU"/>
              </a:rPr>
              <a:t>顶点的度</a:t>
            </a:r>
            <a:r>
              <a:rPr sz="2000" spc="-25">
                <a:latin typeface="PMingLiU"/>
                <a:cs typeface="PMingLiU"/>
              </a:rPr>
              <a:t>：</a:t>
            </a:r>
            <a:r>
              <a:rPr sz="2000" spc="-25">
                <a:latin typeface="Cambria Math"/>
                <a:cs typeface="Cambria Math"/>
              </a:rPr>
              <a:t>𝟑</a:t>
            </a:r>
            <a:endParaRPr sz="2000">
              <a:latin typeface="Cambria Math"/>
              <a:cs typeface="Cambria Math"/>
            </a:endParaRPr>
          </a:p>
          <a:p>
            <a:pPr marR="831215" algn="ctr">
              <a:lnSpc>
                <a:spcPts val="2280"/>
              </a:lnSpc>
            </a:pPr>
            <a:r>
              <a:rPr sz="2000" spc="-20">
                <a:latin typeface="PMingLiU"/>
                <a:cs typeface="PMingLiU"/>
              </a:rPr>
              <a:t>终</a:t>
            </a:r>
            <a:r>
              <a:rPr sz="2000" spc="-50">
                <a:latin typeface="PMingLiU"/>
                <a:cs typeface="PMingLiU"/>
              </a:rPr>
              <a:t>点</a:t>
            </a:r>
            <a:endParaRPr sz="2000">
              <a:latin typeface="PMingLiU"/>
              <a:cs typeface="PMingLiU"/>
            </a:endParaRPr>
          </a:p>
          <a:p>
            <a:pPr marL="12700">
              <a:lnSpc>
                <a:spcPct val="100000"/>
              </a:lnSpc>
              <a:spcBef>
                <a:spcPts val="1875"/>
              </a:spcBef>
            </a:pPr>
            <a:r>
              <a:rPr sz="2800" spc="-15">
                <a:solidFill>
                  <a:srgbClr val="FFFFFF"/>
                </a:solidFill>
                <a:latin typeface="PMingLiU"/>
                <a:cs typeface="PMingLiU"/>
              </a:rPr>
              <a:t>选择任意起点和终点，都存在无法离开的其他顶点</a:t>
            </a:r>
            <a:endParaRPr sz="2800">
              <a:latin typeface="PMingLiU"/>
              <a:cs typeface="PMingLiU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911590" y="4102100"/>
            <a:ext cx="143383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2000" spc="-20">
                <a:latin typeface="PMingLiU"/>
                <a:cs typeface="PMingLiU"/>
              </a:rPr>
              <a:t>顶点的度</a:t>
            </a:r>
            <a:r>
              <a:rPr sz="2000" spc="-25">
                <a:latin typeface="PMingLiU"/>
                <a:cs typeface="PMingLiU"/>
              </a:rPr>
              <a:t>：</a:t>
            </a:r>
            <a:r>
              <a:rPr sz="2000" spc="-25">
                <a:latin typeface="Cambria Math"/>
                <a:cs typeface="Cambria Math"/>
              </a:rPr>
              <a:t>𝟑</a:t>
            </a:r>
            <a:endParaRPr sz="2000">
              <a:latin typeface="Cambria Math"/>
              <a:cs typeface="Cambria Math"/>
            </a:endParaRPr>
          </a:p>
        </p:txBody>
      </p:sp>
      <p:pic>
        <p:nvPicPr>
          <p:cNvPr id="26" name="object 26"/>
          <p:cNvPicPr/>
          <p:nvPr/>
        </p:nvPicPr>
        <p:blipFill>
          <a:blip r:embed="rId2"/>
          <a:stretch>
            <a:fillRect/>
          </a:stretch>
        </p:blipFill>
        <p:spPr>
          <a:xfrm>
            <a:off x="9242297" y="1792223"/>
            <a:ext cx="1463802" cy="1652015"/>
          </a:xfrm>
          <a:prstGeom prst="rect">
            <a:avLst/>
          </a:prstGeom>
        </p:spPr>
      </p:pic>
      <p:sp>
        <p:nvSpPr>
          <p:cNvPr id="29" name="object 2">
            <a:extLst>
              <a:ext uri="{FF2B5EF4-FFF2-40B4-BE49-F238E27FC236}">
                <a16:creationId xmlns:a16="http://schemas.microsoft.com/office/drawing/2014/main" id="{0F8D3232-A047-CF46-9BE3-5B31825BCAD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438" y="227767"/>
            <a:ext cx="5065549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柯尼斯堡七桥问</a:t>
            </a:r>
            <a:r>
              <a:rPr sz="4000"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题</a:t>
            </a:r>
            <a:endParaRPr sz="4000"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48030" y="1078676"/>
            <a:ext cx="7484109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10" dirty="0" err="1">
                <a:latin typeface="PMingLiU"/>
                <a:cs typeface="PMingLiU"/>
              </a:rPr>
              <a:t>从起点出发，经过图中所有边，最终到达终点</a:t>
            </a:r>
            <a:endParaRPr sz="2800" dirty="0">
              <a:latin typeface="PMingLiU"/>
              <a:cs typeface="PMingLiU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473136" y="1779460"/>
            <a:ext cx="9232900" cy="4184650"/>
            <a:chOff x="1473136" y="1779460"/>
            <a:chExt cx="9232900" cy="4184650"/>
          </a:xfrm>
        </p:grpSpPr>
        <p:sp>
          <p:nvSpPr>
            <p:cNvPr id="5" name="object 5"/>
            <p:cNvSpPr/>
            <p:nvPr/>
          </p:nvSpPr>
          <p:spPr>
            <a:xfrm>
              <a:off x="1477899" y="1784223"/>
              <a:ext cx="9223375" cy="4175125"/>
            </a:xfrm>
            <a:custGeom>
              <a:avLst/>
              <a:gdLst/>
              <a:ahLst/>
              <a:cxnLst/>
              <a:rect l="l" t="t" r="r" b="b"/>
              <a:pathLst>
                <a:path w="9223375" h="4175125">
                  <a:moveTo>
                    <a:pt x="0" y="4174998"/>
                  </a:moveTo>
                  <a:lnTo>
                    <a:pt x="9223248" y="4174998"/>
                  </a:lnTo>
                  <a:lnTo>
                    <a:pt x="9223248" y="0"/>
                  </a:lnTo>
                  <a:lnTo>
                    <a:pt x="0" y="0"/>
                  </a:lnTo>
                  <a:lnTo>
                    <a:pt x="0" y="4174998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193030" y="4691633"/>
              <a:ext cx="896619" cy="897255"/>
            </a:xfrm>
            <a:custGeom>
              <a:avLst/>
              <a:gdLst/>
              <a:ahLst/>
              <a:cxnLst/>
              <a:rect l="l" t="t" r="r" b="b"/>
              <a:pathLst>
                <a:path w="896619" h="897253">
                  <a:moveTo>
                    <a:pt x="448056" y="0"/>
                  </a:moveTo>
                  <a:lnTo>
                    <a:pt x="399245" y="2631"/>
                  </a:lnTo>
                  <a:lnTo>
                    <a:pt x="351955" y="10343"/>
                  </a:lnTo>
                  <a:lnTo>
                    <a:pt x="306458" y="22863"/>
                  </a:lnTo>
                  <a:lnTo>
                    <a:pt x="263028" y="39915"/>
                  </a:lnTo>
                  <a:lnTo>
                    <a:pt x="221939" y="61228"/>
                  </a:lnTo>
                  <a:lnTo>
                    <a:pt x="183465" y="86526"/>
                  </a:lnTo>
                  <a:lnTo>
                    <a:pt x="147879" y="115537"/>
                  </a:lnTo>
                  <a:lnTo>
                    <a:pt x="115454" y="147987"/>
                  </a:lnTo>
                  <a:lnTo>
                    <a:pt x="86465" y="183602"/>
                  </a:lnTo>
                  <a:lnTo>
                    <a:pt x="61185" y="222108"/>
                  </a:lnTo>
                  <a:lnTo>
                    <a:pt x="39888" y="263233"/>
                  </a:lnTo>
                  <a:lnTo>
                    <a:pt x="22847" y="306701"/>
                  </a:lnTo>
                  <a:lnTo>
                    <a:pt x="10337" y="352241"/>
                  </a:lnTo>
                  <a:lnTo>
                    <a:pt x="2629" y="399577"/>
                  </a:lnTo>
                  <a:lnTo>
                    <a:pt x="0" y="448437"/>
                  </a:lnTo>
                  <a:lnTo>
                    <a:pt x="2629" y="497296"/>
                  </a:lnTo>
                  <a:lnTo>
                    <a:pt x="10337" y="544632"/>
                  </a:lnTo>
                  <a:lnTo>
                    <a:pt x="22847" y="590172"/>
                  </a:lnTo>
                  <a:lnTo>
                    <a:pt x="39888" y="633640"/>
                  </a:lnTo>
                  <a:lnTo>
                    <a:pt x="61185" y="674765"/>
                  </a:lnTo>
                  <a:lnTo>
                    <a:pt x="86465" y="713271"/>
                  </a:lnTo>
                  <a:lnTo>
                    <a:pt x="115454" y="748886"/>
                  </a:lnTo>
                  <a:lnTo>
                    <a:pt x="147879" y="781336"/>
                  </a:lnTo>
                  <a:lnTo>
                    <a:pt x="183465" y="810347"/>
                  </a:lnTo>
                  <a:lnTo>
                    <a:pt x="221939" y="835645"/>
                  </a:lnTo>
                  <a:lnTo>
                    <a:pt x="263028" y="856958"/>
                  </a:lnTo>
                  <a:lnTo>
                    <a:pt x="306458" y="874010"/>
                  </a:lnTo>
                  <a:lnTo>
                    <a:pt x="351955" y="886530"/>
                  </a:lnTo>
                  <a:lnTo>
                    <a:pt x="399245" y="894242"/>
                  </a:lnTo>
                  <a:lnTo>
                    <a:pt x="448056" y="896874"/>
                  </a:lnTo>
                  <a:lnTo>
                    <a:pt x="496866" y="894242"/>
                  </a:lnTo>
                  <a:lnTo>
                    <a:pt x="544156" y="886530"/>
                  </a:lnTo>
                  <a:lnTo>
                    <a:pt x="589653" y="874010"/>
                  </a:lnTo>
                  <a:lnTo>
                    <a:pt x="633083" y="856958"/>
                  </a:lnTo>
                  <a:lnTo>
                    <a:pt x="674172" y="835645"/>
                  </a:lnTo>
                  <a:lnTo>
                    <a:pt x="712646" y="810347"/>
                  </a:lnTo>
                  <a:lnTo>
                    <a:pt x="748232" y="781336"/>
                  </a:lnTo>
                  <a:lnTo>
                    <a:pt x="780657" y="748886"/>
                  </a:lnTo>
                  <a:lnTo>
                    <a:pt x="809646" y="713271"/>
                  </a:lnTo>
                  <a:lnTo>
                    <a:pt x="834926" y="674765"/>
                  </a:lnTo>
                  <a:lnTo>
                    <a:pt x="856223" y="633640"/>
                  </a:lnTo>
                  <a:lnTo>
                    <a:pt x="873264" y="590172"/>
                  </a:lnTo>
                  <a:lnTo>
                    <a:pt x="885774" y="544632"/>
                  </a:lnTo>
                  <a:lnTo>
                    <a:pt x="893482" y="497296"/>
                  </a:lnTo>
                  <a:lnTo>
                    <a:pt x="896112" y="448437"/>
                  </a:lnTo>
                  <a:lnTo>
                    <a:pt x="893482" y="399577"/>
                  </a:lnTo>
                  <a:lnTo>
                    <a:pt x="885774" y="352241"/>
                  </a:lnTo>
                  <a:lnTo>
                    <a:pt x="873264" y="306701"/>
                  </a:lnTo>
                  <a:lnTo>
                    <a:pt x="856223" y="263233"/>
                  </a:lnTo>
                  <a:lnTo>
                    <a:pt x="834926" y="222108"/>
                  </a:lnTo>
                  <a:lnTo>
                    <a:pt x="809646" y="183602"/>
                  </a:lnTo>
                  <a:lnTo>
                    <a:pt x="780657" y="147987"/>
                  </a:lnTo>
                  <a:lnTo>
                    <a:pt x="748232" y="115537"/>
                  </a:lnTo>
                  <a:lnTo>
                    <a:pt x="712646" y="86526"/>
                  </a:lnTo>
                  <a:lnTo>
                    <a:pt x="674172" y="61228"/>
                  </a:lnTo>
                  <a:lnTo>
                    <a:pt x="633083" y="39915"/>
                  </a:lnTo>
                  <a:lnTo>
                    <a:pt x="589653" y="22863"/>
                  </a:lnTo>
                  <a:lnTo>
                    <a:pt x="544156" y="10343"/>
                  </a:lnTo>
                  <a:lnTo>
                    <a:pt x="496866" y="2631"/>
                  </a:lnTo>
                  <a:lnTo>
                    <a:pt x="448056" y="0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193030" y="4691633"/>
              <a:ext cx="896619" cy="897255"/>
            </a:xfrm>
            <a:custGeom>
              <a:avLst/>
              <a:gdLst/>
              <a:ahLst/>
              <a:cxnLst/>
              <a:rect l="l" t="t" r="r" b="b"/>
              <a:pathLst>
                <a:path w="896619" h="897253">
                  <a:moveTo>
                    <a:pt x="0" y="448437"/>
                  </a:moveTo>
                  <a:lnTo>
                    <a:pt x="2629" y="399577"/>
                  </a:lnTo>
                  <a:lnTo>
                    <a:pt x="10337" y="352241"/>
                  </a:lnTo>
                  <a:lnTo>
                    <a:pt x="22847" y="306701"/>
                  </a:lnTo>
                  <a:lnTo>
                    <a:pt x="39888" y="263233"/>
                  </a:lnTo>
                  <a:lnTo>
                    <a:pt x="61185" y="222108"/>
                  </a:lnTo>
                  <a:lnTo>
                    <a:pt x="86465" y="183602"/>
                  </a:lnTo>
                  <a:lnTo>
                    <a:pt x="115454" y="147987"/>
                  </a:lnTo>
                  <a:lnTo>
                    <a:pt x="147879" y="115537"/>
                  </a:lnTo>
                  <a:lnTo>
                    <a:pt x="183465" y="86526"/>
                  </a:lnTo>
                  <a:lnTo>
                    <a:pt x="221939" y="61228"/>
                  </a:lnTo>
                  <a:lnTo>
                    <a:pt x="263028" y="39915"/>
                  </a:lnTo>
                  <a:lnTo>
                    <a:pt x="306458" y="22863"/>
                  </a:lnTo>
                  <a:lnTo>
                    <a:pt x="351955" y="10343"/>
                  </a:lnTo>
                  <a:lnTo>
                    <a:pt x="399245" y="2631"/>
                  </a:lnTo>
                  <a:lnTo>
                    <a:pt x="448056" y="0"/>
                  </a:lnTo>
                  <a:lnTo>
                    <a:pt x="496866" y="2631"/>
                  </a:lnTo>
                  <a:lnTo>
                    <a:pt x="544156" y="10343"/>
                  </a:lnTo>
                  <a:lnTo>
                    <a:pt x="589653" y="22863"/>
                  </a:lnTo>
                  <a:lnTo>
                    <a:pt x="633083" y="39915"/>
                  </a:lnTo>
                  <a:lnTo>
                    <a:pt x="674172" y="61228"/>
                  </a:lnTo>
                  <a:lnTo>
                    <a:pt x="712646" y="86526"/>
                  </a:lnTo>
                  <a:lnTo>
                    <a:pt x="748232" y="115537"/>
                  </a:lnTo>
                  <a:lnTo>
                    <a:pt x="780657" y="147987"/>
                  </a:lnTo>
                  <a:lnTo>
                    <a:pt x="809646" y="183602"/>
                  </a:lnTo>
                  <a:lnTo>
                    <a:pt x="834926" y="222108"/>
                  </a:lnTo>
                  <a:lnTo>
                    <a:pt x="856223" y="263233"/>
                  </a:lnTo>
                  <a:lnTo>
                    <a:pt x="873264" y="306701"/>
                  </a:lnTo>
                  <a:lnTo>
                    <a:pt x="885774" y="352241"/>
                  </a:lnTo>
                  <a:lnTo>
                    <a:pt x="893482" y="399577"/>
                  </a:lnTo>
                  <a:lnTo>
                    <a:pt x="896112" y="448437"/>
                  </a:lnTo>
                  <a:lnTo>
                    <a:pt x="893482" y="497296"/>
                  </a:lnTo>
                  <a:lnTo>
                    <a:pt x="885774" y="544632"/>
                  </a:lnTo>
                  <a:lnTo>
                    <a:pt x="873264" y="590172"/>
                  </a:lnTo>
                  <a:lnTo>
                    <a:pt x="856223" y="633640"/>
                  </a:lnTo>
                  <a:lnTo>
                    <a:pt x="834926" y="674765"/>
                  </a:lnTo>
                  <a:lnTo>
                    <a:pt x="809646" y="713271"/>
                  </a:lnTo>
                  <a:lnTo>
                    <a:pt x="780657" y="748886"/>
                  </a:lnTo>
                  <a:lnTo>
                    <a:pt x="748232" y="781336"/>
                  </a:lnTo>
                  <a:lnTo>
                    <a:pt x="712646" y="810347"/>
                  </a:lnTo>
                  <a:lnTo>
                    <a:pt x="674172" y="835645"/>
                  </a:lnTo>
                  <a:lnTo>
                    <a:pt x="633083" y="856958"/>
                  </a:lnTo>
                  <a:lnTo>
                    <a:pt x="589653" y="874010"/>
                  </a:lnTo>
                  <a:lnTo>
                    <a:pt x="544156" y="886530"/>
                  </a:lnTo>
                  <a:lnTo>
                    <a:pt x="496866" y="894242"/>
                  </a:lnTo>
                  <a:lnTo>
                    <a:pt x="448056" y="896874"/>
                  </a:lnTo>
                  <a:lnTo>
                    <a:pt x="399245" y="894242"/>
                  </a:lnTo>
                  <a:lnTo>
                    <a:pt x="351955" y="886530"/>
                  </a:lnTo>
                  <a:lnTo>
                    <a:pt x="306458" y="874010"/>
                  </a:lnTo>
                  <a:lnTo>
                    <a:pt x="263028" y="856958"/>
                  </a:lnTo>
                  <a:lnTo>
                    <a:pt x="221939" y="835645"/>
                  </a:lnTo>
                  <a:lnTo>
                    <a:pt x="183465" y="810347"/>
                  </a:lnTo>
                  <a:lnTo>
                    <a:pt x="147879" y="781336"/>
                  </a:lnTo>
                  <a:lnTo>
                    <a:pt x="115454" y="748886"/>
                  </a:lnTo>
                  <a:lnTo>
                    <a:pt x="86465" y="713271"/>
                  </a:lnTo>
                  <a:lnTo>
                    <a:pt x="61185" y="674765"/>
                  </a:lnTo>
                  <a:lnTo>
                    <a:pt x="39888" y="633640"/>
                  </a:lnTo>
                  <a:lnTo>
                    <a:pt x="22847" y="590172"/>
                  </a:lnTo>
                  <a:lnTo>
                    <a:pt x="10337" y="544632"/>
                  </a:lnTo>
                  <a:lnTo>
                    <a:pt x="2629" y="497296"/>
                  </a:lnTo>
                  <a:lnTo>
                    <a:pt x="0" y="448437"/>
                  </a:lnTo>
                  <a:close/>
                </a:path>
              </a:pathLst>
            </a:custGeom>
            <a:ln w="38100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911845" y="3399282"/>
              <a:ext cx="897255" cy="896619"/>
            </a:xfrm>
            <a:custGeom>
              <a:avLst/>
              <a:gdLst/>
              <a:ahLst/>
              <a:cxnLst/>
              <a:rect l="l" t="t" r="r" b="b"/>
              <a:pathLst>
                <a:path w="897253" h="896619">
                  <a:moveTo>
                    <a:pt x="0" y="448055"/>
                  </a:moveTo>
                  <a:lnTo>
                    <a:pt x="2631" y="399245"/>
                  </a:lnTo>
                  <a:lnTo>
                    <a:pt x="10343" y="351955"/>
                  </a:lnTo>
                  <a:lnTo>
                    <a:pt x="22863" y="306458"/>
                  </a:lnTo>
                  <a:lnTo>
                    <a:pt x="39915" y="263028"/>
                  </a:lnTo>
                  <a:lnTo>
                    <a:pt x="61228" y="221939"/>
                  </a:lnTo>
                  <a:lnTo>
                    <a:pt x="86526" y="183465"/>
                  </a:lnTo>
                  <a:lnTo>
                    <a:pt x="115537" y="147879"/>
                  </a:lnTo>
                  <a:lnTo>
                    <a:pt x="147987" y="115454"/>
                  </a:lnTo>
                  <a:lnTo>
                    <a:pt x="183602" y="86465"/>
                  </a:lnTo>
                  <a:lnTo>
                    <a:pt x="222108" y="61185"/>
                  </a:lnTo>
                  <a:lnTo>
                    <a:pt x="263233" y="39888"/>
                  </a:lnTo>
                  <a:lnTo>
                    <a:pt x="306701" y="22847"/>
                  </a:lnTo>
                  <a:lnTo>
                    <a:pt x="352241" y="10337"/>
                  </a:lnTo>
                  <a:lnTo>
                    <a:pt x="399577" y="2629"/>
                  </a:lnTo>
                  <a:lnTo>
                    <a:pt x="448436" y="0"/>
                  </a:lnTo>
                  <a:lnTo>
                    <a:pt x="497296" y="2629"/>
                  </a:lnTo>
                  <a:lnTo>
                    <a:pt x="544632" y="10337"/>
                  </a:lnTo>
                  <a:lnTo>
                    <a:pt x="590172" y="22847"/>
                  </a:lnTo>
                  <a:lnTo>
                    <a:pt x="633640" y="39888"/>
                  </a:lnTo>
                  <a:lnTo>
                    <a:pt x="674765" y="61185"/>
                  </a:lnTo>
                  <a:lnTo>
                    <a:pt x="713271" y="86465"/>
                  </a:lnTo>
                  <a:lnTo>
                    <a:pt x="748886" y="115454"/>
                  </a:lnTo>
                  <a:lnTo>
                    <a:pt x="781336" y="147879"/>
                  </a:lnTo>
                  <a:lnTo>
                    <a:pt x="810347" y="183465"/>
                  </a:lnTo>
                  <a:lnTo>
                    <a:pt x="835645" y="221939"/>
                  </a:lnTo>
                  <a:lnTo>
                    <a:pt x="856958" y="263028"/>
                  </a:lnTo>
                  <a:lnTo>
                    <a:pt x="874010" y="306458"/>
                  </a:lnTo>
                  <a:lnTo>
                    <a:pt x="886530" y="351955"/>
                  </a:lnTo>
                  <a:lnTo>
                    <a:pt x="894242" y="399245"/>
                  </a:lnTo>
                  <a:lnTo>
                    <a:pt x="896874" y="448055"/>
                  </a:lnTo>
                  <a:lnTo>
                    <a:pt x="894242" y="496866"/>
                  </a:lnTo>
                  <a:lnTo>
                    <a:pt x="886530" y="544156"/>
                  </a:lnTo>
                  <a:lnTo>
                    <a:pt x="874010" y="589653"/>
                  </a:lnTo>
                  <a:lnTo>
                    <a:pt x="856958" y="633083"/>
                  </a:lnTo>
                  <a:lnTo>
                    <a:pt x="835645" y="674172"/>
                  </a:lnTo>
                  <a:lnTo>
                    <a:pt x="810347" y="712646"/>
                  </a:lnTo>
                  <a:lnTo>
                    <a:pt x="781336" y="748232"/>
                  </a:lnTo>
                  <a:lnTo>
                    <a:pt x="748886" y="780657"/>
                  </a:lnTo>
                  <a:lnTo>
                    <a:pt x="713271" y="809646"/>
                  </a:lnTo>
                  <a:lnTo>
                    <a:pt x="674765" y="834926"/>
                  </a:lnTo>
                  <a:lnTo>
                    <a:pt x="633640" y="856223"/>
                  </a:lnTo>
                  <a:lnTo>
                    <a:pt x="590172" y="873264"/>
                  </a:lnTo>
                  <a:lnTo>
                    <a:pt x="544632" y="885774"/>
                  </a:lnTo>
                  <a:lnTo>
                    <a:pt x="497296" y="893482"/>
                  </a:lnTo>
                  <a:lnTo>
                    <a:pt x="448436" y="896111"/>
                  </a:lnTo>
                  <a:lnTo>
                    <a:pt x="399577" y="893482"/>
                  </a:lnTo>
                  <a:lnTo>
                    <a:pt x="352241" y="885774"/>
                  </a:lnTo>
                  <a:lnTo>
                    <a:pt x="306701" y="873264"/>
                  </a:lnTo>
                  <a:lnTo>
                    <a:pt x="263233" y="856223"/>
                  </a:lnTo>
                  <a:lnTo>
                    <a:pt x="222108" y="834926"/>
                  </a:lnTo>
                  <a:lnTo>
                    <a:pt x="183602" y="809646"/>
                  </a:lnTo>
                  <a:lnTo>
                    <a:pt x="147987" y="780657"/>
                  </a:lnTo>
                  <a:lnTo>
                    <a:pt x="115537" y="748232"/>
                  </a:lnTo>
                  <a:lnTo>
                    <a:pt x="86526" y="712646"/>
                  </a:lnTo>
                  <a:lnTo>
                    <a:pt x="61228" y="674172"/>
                  </a:lnTo>
                  <a:lnTo>
                    <a:pt x="39915" y="633083"/>
                  </a:lnTo>
                  <a:lnTo>
                    <a:pt x="22863" y="589653"/>
                  </a:lnTo>
                  <a:lnTo>
                    <a:pt x="10343" y="544156"/>
                  </a:lnTo>
                  <a:lnTo>
                    <a:pt x="2631" y="496866"/>
                  </a:lnTo>
                  <a:lnTo>
                    <a:pt x="0" y="448055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7964678" y="3621532"/>
            <a:ext cx="8051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400">
                <a:latin typeface="PMingLiU"/>
                <a:cs typeface="PMingLiU"/>
              </a:rPr>
              <a:t>小岛</a:t>
            </a:r>
            <a:r>
              <a:rPr sz="2400" spc="-50">
                <a:latin typeface="Cambria Math"/>
                <a:cs typeface="Cambria Math"/>
              </a:rPr>
              <a:t>𝟐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091433" y="1943100"/>
            <a:ext cx="4971415" cy="3162935"/>
            <a:chOff x="3091433" y="1943100"/>
            <a:chExt cx="4971415" cy="3162935"/>
          </a:xfrm>
        </p:grpSpPr>
        <p:sp>
          <p:nvSpPr>
            <p:cNvPr id="11" name="object 11"/>
            <p:cNvSpPr/>
            <p:nvPr/>
          </p:nvSpPr>
          <p:spPr>
            <a:xfrm>
              <a:off x="3110483" y="3693414"/>
              <a:ext cx="4933315" cy="1393190"/>
            </a:xfrm>
            <a:custGeom>
              <a:avLst/>
              <a:gdLst/>
              <a:ahLst/>
              <a:cxnLst/>
              <a:rect l="l" t="t" r="r" b="b"/>
              <a:pathLst>
                <a:path w="4933315" h="1393189">
                  <a:moveTo>
                    <a:pt x="65532" y="0"/>
                  </a:moveTo>
                  <a:lnTo>
                    <a:pt x="4801362" y="153797"/>
                  </a:lnTo>
                </a:path>
                <a:path w="4933315" h="1393189">
                  <a:moveTo>
                    <a:pt x="0" y="222504"/>
                  </a:moveTo>
                  <a:lnTo>
                    <a:pt x="2118868" y="1292733"/>
                  </a:lnTo>
                </a:path>
                <a:path w="4933315" h="1393189">
                  <a:moveTo>
                    <a:pt x="3000756" y="1393190"/>
                  </a:moveTo>
                  <a:lnTo>
                    <a:pt x="4932934" y="470916"/>
                  </a:lnTo>
                </a:path>
              </a:pathLst>
            </a:custGeom>
            <a:ln w="38100">
              <a:solidFill>
                <a:srgbClr val="B8F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662422" y="1962150"/>
              <a:ext cx="897890" cy="897890"/>
            </a:xfrm>
            <a:custGeom>
              <a:avLst/>
              <a:gdLst/>
              <a:ahLst/>
              <a:cxnLst/>
              <a:rect l="l" t="t" r="r" b="b"/>
              <a:pathLst>
                <a:path w="897890" h="897889">
                  <a:moveTo>
                    <a:pt x="0" y="448817"/>
                  </a:moveTo>
                  <a:lnTo>
                    <a:pt x="2633" y="399909"/>
                  </a:lnTo>
                  <a:lnTo>
                    <a:pt x="10350" y="352527"/>
                  </a:lnTo>
                  <a:lnTo>
                    <a:pt x="22878" y="306945"/>
                  </a:lnTo>
                  <a:lnTo>
                    <a:pt x="39942" y="263438"/>
                  </a:lnTo>
                  <a:lnTo>
                    <a:pt x="61270" y="222278"/>
                  </a:lnTo>
                  <a:lnTo>
                    <a:pt x="86587" y="183739"/>
                  </a:lnTo>
                  <a:lnTo>
                    <a:pt x="115620" y="148095"/>
                  </a:lnTo>
                  <a:lnTo>
                    <a:pt x="148095" y="115620"/>
                  </a:lnTo>
                  <a:lnTo>
                    <a:pt x="183739" y="86587"/>
                  </a:lnTo>
                  <a:lnTo>
                    <a:pt x="222278" y="61270"/>
                  </a:lnTo>
                  <a:lnTo>
                    <a:pt x="263438" y="39942"/>
                  </a:lnTo>
                  <a:lnTo>
                    <a:pt x="306945" y="22878"/>
                  </a:lnTo>
                  <a:lnTo>
                    <a:pt x="352527" y="10350"/>
                  </a:lnTo>
                  <a:lnTo>
                    <a:pt x="399909" y="2633"/>
                  </a:lnTo>
                  <a:lnTo>
                    <a:pt x="448817" y="0"/>
                  </a:lnTo>
                  <a:lnTo>
                    <a:pt x="497726" y="2633"/>
                  </a:lnTo>
                  <a:lnTo>
                    <a:pt x="545108" y="10350"/>
                  </a:lnTo>
                  <a:lnTo>
                    <a:pt x="590690" y="22878"/>
                  </a:lnTo>
                  <a:lnTo>
                    <a:pt x="634197" y="39942"/>
                  </a:lnTo>
                  <a:lnTo>
                    <a:pt x="675357" y="61270"/>
                  </a:lnTo>
                  <a:lnTo>
                    <a:pt x="713896" y="86587"/>
                  </a:lnTo>
                  <a:lnTo>
                    <a:pt x="749540" y="115620"/>
                  </a:lnTo>
                  <a:lnTo>
                    <a:pt x="782015" y="148095"/>
                  </a:lnTo>
                  <a:lnTo>
                    <a:pt x="811048" y="183739"/>
                  </a:lnTo>
                  <a:lnTo>
                    <a:pt x="836365" y="222278"/>
                  </a:lnTo>
                  <a:lnTo>
                    <a:pt x="857693" y="263438"/>
                  </a:lnTo>
                  <a:lnTo>
                    <a:pt x="874757" y="306945"/>
                  </a:lnTo>
                  <a:lnTo>
                    <a:pt x="887285" y="352527"/>
                  </a:lnTo>
                  <a:lnTo>
                    <a:pt x="895002" y="399909"/>
                  </a:lnTo>
                  <a:lnTo>
                    <a:pt x="897635" y="448817"/>
                  </a:lnTo>
                  <a:lnTo>
                    <a:pt x="895002" y="497726"/>
                  </a:lnTo>
                  <a:lnTo>
                    <a:pt x="887285" y="545108"/>
                  </a:lnTo>
                  <a:lnTo>
                    <a:pt x="874757" y="590690"/>
                  </a:lnTo>
                  <a:lnTo>
                    <a:pt x="857693" y="634197"/>
                  </a:lnTo>
                  <a:lnTo>
                    <a:pt x="836365" y="675357"/>
                  </a:lnTo>
                  <a:lnTo>
                    <a:pt x="811048" y="713896"/>
                  </a:lnTo>
                  <a:lnTo>
                    <a:pt x="782015" y="749540"/>
                  </a:lnTo>
                  <a:lnTo>
                    <a:pt x="749540" y="782015"/>
                  </a:lnTo>
                  <a:lnTo>
                    <a:pt x="713896" y="811048"/>
                  </a:lnTo>
                  <a:lnTo>
                    <a:pt x="675357" y="836365"/>
                  </a:lnTo>
                  <a:lnTo>
                    <a:pt x="634197" y="857693"/>
                  </a:lnTo>
                  <a:lnTo>
                    <a:pt x="590690" y="874757"/>
                  </a:lnTo>
                  <a:lnTo>
                    <a:pt x="545108" y="887285"/>
                  </a:lnTo>
                  <a:lnTo>
                    <a:pt x="497726" y="895002"/>
                  </a:lnTo>
                  <a:lnTo>
                    <a:pt x="448817" y="897636"/>
                  </a:lnTo>
                  <a:lnTo>
                    <a:pt x="399909" y="895002"/>
                  </a:lnTo>
                  <a:lnTo>
                    <a:pt x="352527" y="887285"/>
                  </a:lnTo>
                  <a:lnTo>
                    <a:pt x="306945" y="874757"/>
                  </a:lnTo>
                  <a:lnTo>
                    <a:pt x="263438" y="857693"/>
                  </a:lnTo>
                  <a:lnTo>
                    <a:pt x="222278" y="836365"/>
                  </a:lnTo>
                  <a:lnTo>
                    <a:pt x="183739" y="811048"/>
                  </a:lnTo>
                  <a:lnTo>
                    <a:pt x="148095" y="782015"/>
                  </a:lnTo>
                  <a:lnTo>
                    <a:pt x="115620" y="749540"/>
                  </a:lnTo>
                  <a:lnTo>
                    <a:pt x="86587" y="713896"/>
                  </a:lnTo>
                  <a:lnTo>
                    <a:pt x="61270" y="675357"/>
                  </a:lnTo>
                  <a:lnTo>
                    <a:pt x="39942" y="634197"/>
                  </a:lnTo>
                  <a:lnTo>
                    <a:pt x="22878" y="590690"/>
                  </a:lnTo>
                  <a:lnTo>
                    <a:pt x="10350" y="545108"/>
                  </a:lnTo>
                  <a:lnTo>
                    <a:pt x="2633" y="497726"/>
                  </a:lnTo>
                  <a:lnTo>
                    <a:pt x="0" y="448817"/>
                  </a:lnTo>
                  <a:close/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5715253" y="2183384"/>
            <a:ext cx="8051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400">
                <a:latin typeface="PMingLiU"/>
                <a:cs typeface="PMingLiU"/>
              </a:rPr>
              <a:t>河岸</a:t>
            </a:r>
            <a:r>
              <a:rPr sz="2400" spc="-50">
                <a:latin typeface="Cambria Math"/>
                <a:cs typeface="Cambria Math"/>
              </a:rPr>
              <a:t>𝟏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805676" y="2017268"/>
            <a:ext cx="143383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2000" spc="-20">
                <a:latin typeface="PMingLiU"/>
                <a:cs typeface="PMingLiU"/>
              </a:rPr>
              <a:t>顶点的度</a:t>
            </a:r>
            <a:r>
              <a:rPr sz="2000" spc="-25">
                <a:latin typeface="PMingLiU"/>
                <a:cs typeface="PMingLiU"/>
              </a:rPr>
              <a:t>：</a:t>
            </a:r>
            <a:r>
              <a:rPr sz="2000" spc="-25">
                <a:latin typeface="Cambria Math"/>
                <a:cs typeface="Cambria Math"/>
              </a:rPr>
              <a:t>𝟑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477517" y="6012178"/>
            <a:ext cx="9223375" cy="829944"/>
          </a:xfrm>
          <a:custGeom>
            <a:avLst/>
            <a:gdLst/>
            <a:ahLst/>
            <a:cxnLst/>
            <a:rect l="l" t="t" r="r" b="b"/>
            <a:pathLst>
              <a:path w="9223375" h="829944">
                <a:moveTo>
                  <a:pt x="9223248" y="0"/>
                </a:moveTo>
                <a:lnTo>
                  <a:pt x="0" y="0"/>
                </a:lnTo>
                <a:lnTo>
                  <a:pt x="0" y="829818"/>
                </a:lnTo>
                <a:lnTo>
                  <a:pt x="9223248" y="829818"/>
                </a:lnTo>
                <a:lnTo>
                  <a:pt x="9223248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6" name="object 16"/>
          <p:cNvGrpSpPr/>
          <p:nvPr/>
        </p:nvGrpSpPr>
        <p:grpSpPr>
          <a:xfrm>
            <a:off x="2260854" y="2368295"/>
            <a:ext cx="5800725" cy="3136900"/>
            <a:chOff x="2260854" y="2368295"/>
            <a:chExt cx="5800725" cy="3136900"/>
          </a:xfrm>
        </p:grpSpPr>
        <p:sp>
          <p:nvSpPr>
            <p:cNvPr id="17" name="object 17"/>
            <p:cNvSpPr/>
            <p:nvPr/>
          </p:nvSpPr>
          <p:spPr>
            <a:xfrm>
              <a:off x="2727960" y="4141469"/>
              <a:ext cx="2596515" cy="1344930"/>
            </a:xfrm>
            <a:custGeom>
              <a:avLst/>
              <a:gdLst/>
              <a:ahLst/>
              <a:cxnLst/>
              <a:rect l="l" t="t" r="r" b="b"/>
              <a:pathLst>
                <a:path w="2596515" h="1344929">
                  <a:moveTo>
                    <a:pt x="0" y="0"/>
                  </a:moveTo>
                  <a:lnTo>
                    <a:pt x="2596006" y="1344548"/>
                  </a:lnTo>
                </a:path>
              </a:pathLst>
            </a:custGeom>
            <a:ln w="38100">
              <a:solidFill>
                <a:srgbClr val="B8F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279904" y="3245357"/>
              <a:ext cx="896619" cy="896619"/>
            </a:xfrm>
            <a:custGeom>
              <a:avLst/>
              <a:gdLst/>
              <a:ahLst/>
              <a:cxnLst/>
              <a:rect l="l" t="t" r="r" b="b"/>
              <a:pathLst>
                <a:path w="896619" h="896619">
                  <a:moveTo>
                    <a:pt x="448056" y="0"/>
                  </a:moveTo>
                  <a:lnTo>
                    <a:pt x="399245" y="2629"/>
                  </a:lnTo>
                  <a:lnTo>
                    <a:pt x="351955" y="10337"/>
                  </a:lnTo>
                  <a:lnTo>
                    <a:pt x="306458" y="22847"/>
                  </a:lnTo>
                  <a:lnTo>
                    <a:pt x="263028" y="39888"/>
                  </a:lnTo>
                  <a:lnTo>
                    <a:pt x="221939" y="61185"/>
                  </a:lnTo>
                  <a:lnTo>
                    <a:pt x="183465" y="86465"/>
                  </a:lnTo>
                  <a:lnTo>
                    <a:pt x="147879" y="115454"/>
                  </a:lnTo>
                  <a:lnTo>
                    <a:pt x="115454" y="147879"/>
                  </a:lnTo>
                  <a:lnTo>
                    <a:pt x="86465" y="183465"/>
                  </a:lnTo>
                  <a:lnTo>
                    <a:pt x="61185" y="221939"/>
                  </a:lnTo>
                  <a:lnTo>
                    <a:pt x="39888" y="263028"/>
                  </a:lnTo>
                  <a:lnTo>
                    <a:pt x="22847" y="306458"/>
                  </a:lnTo>
                  <a:lnTo>
                    <a:pt x="10337" y="351955"/>
                  </a:lnTo>
                  <a:lnTo>
                    <a:pt x="2629" y="399245"/>
                  </a:lnTo>
                  <a:lnTo>
                    <a:pt x="0" y="448055"/>
                  </a:lnTo>
                  <a:lnTo>
                    <a:pt x="2629" y="496866"/>
                  </a:lnTo>
                  <a:lnTo>
                    <a:pt x="10337" y="544156"/>
                  </a:lnTo>
                  <a:lnTo>
                    <a:pt x="22847" y="589653"/>
                  </a:lnTo>
                  <a:lnTo>
                    <a:pt x="39888" y="633083"/>
                  </a:lnTo>
                  <a:lnTo>
                    <a:pt x="61185" y="674172"/>
                  </a:lnTo>
                  <a:lnTo>
                    <a:pt x="86465" y="712646"/>
                  </a:lnTo>
                  <a:lnTo>
                    <a:pt x="115454" y="748232"/>
                  </a:lnTo>
                  <a:lnTo>
                    <a:pt x="147879" y="780657"/>
                  </a:lnTo>
                  <a:lnTo>
                    <a:pt x="183465" y="809646"/>
                  </a:lnTo>
                  <a:lnTo>
                    <a:pt x="221939" y="834926"/>
                  </a:lnTo>
                  <a:lnTo>
                    <a:pt x="263028" y="856223"/>
                  </a:lnTo>
                  <a:lnTo>
                    <a:pt x="306458" y="873264"/>
                  </a:lnTo>
                  <a:lnTo>
                    <a:pt x="351955" y="885774"/>
                  </a:lnTo>
                  <a:lnTo>
                    <a:pt x="399245" y="893482"/>
                  </a:lnTo>
                  <a:lnTo>
                    <a:pt x="448056" y="896111"/>
                  </a:lnTo>
                  <a:lnTo>
                    <a:pt x="496866" y="893482"/>
                  </a:lnTo>
                  <a:lnTo>
                    <a:pt x="544156" y="885774"/>
                  </a:lnTo>
                  <a:lnTo>
                    <a:pt x="589653" y="873264"/>
                  </a:lnTo>
                  <a:lnTo>
                    <a:pt x="633083" y="856223"/>
                  </a:lnTo>
                  <a:lnTo>
                    <a:pt x="674172" y="834926"/>
                  </a:lnTo>
                  <a:lnTo>
                    <a:pt x="712646" y="809646"/>
                  </a:lnTo>
                  <a:lnTo>
                    <a:pt x="748232" y="780657"/>
                  </a:lnTo>
                  <a:lnTo>
                    <a:pt x="780657" y="748232"/>
                  </a:lnTo>
                  <a:lnTo>
                    <a:pt x="809646" y="712646"/>
                  </a:lnTo>
                  <a:lnTo>
                    <a:pt x="834926" y="674172"/>
                  </a:lnTo>
                  <a:lnTo>
                    <a:pt x="856223" y="633083"/>
                  </a:lnTo>
                  <a:lnTo>
                    <a:pt x="873264" y="589653"/>
                  </a:lnTo>
                  <a:lnTo>
                    <a:pt x="885774" y="544156"/>
                  </a:lnTo>
                  <a:lnTo>
                    <a:pt x="893482" y="496866"/>
                  </a:lnTo>
                  <a:lnTo>
                    <a:pt x="896112" y="448055"/>
                  </a:lnTo>
                  <a:lnTo>
                    <a:pt x="893482" y="399245"/>
                  </a:lnTo>
                  <a:lnTo>
                    <a:pt x="885774" y="351955"/>
                  </a:lnTo>
                  <a:lnTo>
                    <a:pt x="873264" y="306458"/>
                  </a:lnTo>
                  <a:lnTo>
                    <a:pt x="856223" y="263028"/>
                  </a:lnTo>
                  <a:lnTo>
                    <a:pt x="834926" y="221939"/>
                  </a:lnTo>
                  <a:lnTo>
                    <a:pt x="809646" y="183465"/>
                  </a:lnTo>
                  <a:lnTo>
                    <a:pt x="780657" y="147879"/>
                  </a:lnTo>
                  <a:lnTo>
                    <a:pt x="748232" y="115454"/>
                  </a:lnTo>
                  <a:lnTo>
                    <a:pt x="712646" y="86465"/>
                  </a:lnTo>
                  <a:lnTo>
                    <a:pt x="674172" y="61185"/>
                  </a:lnTo>
                  <a:lnTo>
                    <a:pt x="633083" y="39888"/>
                  </a:lnTo>
                  <a:lnTo>
                    <a:pt x="589653" y="22847"/>
                  </a:lnTo>
                  <a:lnTo>
                    <a:pt x="544156" y="10337"/>
                  </a:lnTo>
                  <a:lnTo>
                    <a:pt x="496866" y="2629"/>
                  </a:lnTo>
                  <a:lnTo>
                    <a:pt x="448056" y="0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279904" y="3245357"/>
              <a:ext cx="896619" cy="896619"/>
            </a:xfrm>
            <a:custGeom>
              <a:avLst/>
              <a:gdLst/>
              <a:ahLst/>
              <a:cxnLst/>
              <a:rect l="l" t="t" r="r" b="b"/>
              <a:pathLst>
                <a:path w="896619" h="896619">
                  <a:moveTo>
                    <a:pt x="0" y="448055"/>
                  </a:moveTo>
                  <a:lnTo>
                    <a:pt x="2629" y="399245"/>
                  </a:lnTo>
                  <a:lnTo>
                    <a:pt x="10337" y="351955"/>
                  </a:lnTo>
                  <a:lnTo>
                    <a:pt x="22847" y="306458"/>
                  </a:lnTo>
                  <a:lnTo>
                    <a:pt x="39888" y="263028"/>
                  </a:lnTo>
                  <a:lnTo>
                    <a:pt x="61185" y="221939"/>
                  </a:lnTo>
                  <a:lnTo>
                    <a:pt x="86465" y="183465"/>
                  </a:lnTo>
                  <a:lnTo>
                    <a:pt x="115454" y="147879"/>
                  </a:lnTo>
                  <a:lnTo>
                    <a:pt x="147879" y="115454"/>
                  </a:lnTo>
                  <a:lnTo>
                    <a:pt x="183465" y="86465"/>
                  </a:lnTo>
                  <a:lnTo>
                    <a:pt x="221939" y="61185"/>
                  </a:lnTo>
                  <a:lnTo>
                    <a:pt x="263028" y="39888"/>
                  </a:lnTo>
                  <a:lnTo>
                    <a:pt x="306458" y="22847"/>
                  </a:lnTo>
                  <a:lnTo>
                    <a:pt x="351955" y="10337"/>
                  </a:lnTo>
                  <a:lnTo>
                    <a:pt x="399245" y="2629"/>
                  </a:lnTo>
                  <a:lnTo>
                    <a:pt x="448056" y="0"/>
                  </a:lnTo>
                  <a:lnTo>
                    <a:pt x="496866" y="2629"/>
                  </a:lnTo>
                  <a:lnTo>
                    <a:pt x="544156" y="10337"/>
                  </a:lnTo>
                  <a:lnTo>
                    <a:pt x="589653" y="22847"/>
                  </a:lnTo>
                  <a:lnTo>
                    <a:pt x="633083" y="39888"/>
                  </a:lnTo>
                  <a:lnTo>
                    <a:pt x="674172" y="61185"/>
                  </a:lnTo>
                  <a:lnTo>
                    <a:pt x="712646" y="86465"/>
                  </a:lnTo>
                  <a:lnTo>
                    <a:pt x="748232" y="115454"/>
                  </a:lnTo>
                  <a:lnTo>
                    <a:pt x="780657" y="147879"/>
                  </a:lnTo>
                  <a:lnTo>
                    <a:pt x="809646" y="183465"/>
                  </a:lnTo>
                  <a:lnTo>
                    <a:pt x="834926" y="221939"/>
                  </a:lnTo>
                  <a:lnTo>
                    <a:pt x="856223" y="263028"/>
                  </a:lnTo>
                  <a:lnTo>
                    <a:pt x="873264" y="306458"/>
                  </a:lnTo>
                  <a:lnTo>
                    <a:pt x="885774" y="351955"/>
                  </a:lnTo>
                  <a:lnTo>
                    <a:pt x="893482" y="399245"/>
                  </a:lnTo>
                  <a:lnTo>
                    <a:pt x="896112" y="448055"/>
                  </a:lnTo>
                  <a:lnTo>
                    <a:pt x="893482" y="496866"/>
                  </a:lnTo>
                  <a:lnTo>
                    <a:pt x="885774" y="544156"/>
                  </a:lnTo>
                  <a:lnTo>
                    <a:pt x="873264" y="589653"/>
                  </a:lnTo>
                  <a:lnTo>
                    <a:pt x="856223" y="633083"/>
                  </a:lnTo>
                  <a:lnTo>
                    <a:pt x="834926" y="674172"/>
                  </a:lnTo>
                  <a:lnTo>
                    <a:pt x="809646" y="712646"/>
                  </a:lnTo>
                  <a:lnTo>
                    <a:pt x="780657" y="748232"/>
                  </a:lnTo>
                  <a:lnTo>
                    <a:pt x="748232" y="780657"/>
                  </a:lnTo>
                  <a:lnTo>
                    <a:pt x="712646" y="809646"/>
                  </a:lnTo>
                  <a:lnTo>
                    <a:pt x="674172" y="834926"/>
                  </a:lnTo>
                  <a:lnTo>
                    <a:pt x="633083" y="856223"/>
                  </a:lnTo>
                  <a:lnTo>
                    <a:pt x="589653" y="873264"/>
                  </a:lnTo>
                  <a:lnTo>
                    <a:pt x="544156" y="885774"/>
                  </a:lnTo>
                  <a:lnTo>
                    <a:pt x="496866" y="893482"/>
                  </a:lnTo>
                  <a:lnTo>
                    <a:pt x="448056" y="896111"/>
                  </a:lnTo>
                  <a:lnTo>
                    <a:pt x="399245" y="893482"/>
                  </a:lnTo>
                  <a:lnTo>
                    <a:pt x="351955" y="885774"/>
                  </a:lnTo>
                  <a:lnTo>
                    <a:pt x="306458" y="873264"/>
                  </a:lnTo>
                  <a:lnTo>
                    <a:pt x="263028" y="856223"/>
                  </a:lnTo>
                  <a:lnTo>
                    <a:pt x="221939" y="834926"/>
                  </a:lnTo>
                  <a:lnTo>
                    <a:pt x="183465" y="809646"/>
                  </a:lnTo>
                  <a:lnTo>
                    <a:pt x="147879" y="780657"/>
                  </a:lnTo>
                  <a:lnTo>
                    <a:pt x="115454" y="748232"/>
                  </a:lnTo>
                  <a:lnTo>
                    <a:pt x="86465" y="712646"/>
                  </a:lnTo>
                  <a:lnTo>
                    <a:pt x="61185" y="674172"/>
                  </a:lnTo>
                  <a:lnTo>
                    <a:pt x="39888" y="633083"/>
                  </a:lnTo>
                  <a:lnTo>
                    <a:pt x="22847" y="589653"/>
                  </a:lnTo>
                  <a:lnTo>
                    <a:pt x="10337" y="544156"/>
                  </a:lnTo>
                  <a:lnTo>
                    <a:pt x="2629" y="496866"/>
                  </a:lnTo>
                  <a:lnTo>
                    <a:pt x="0" y="448055"/>
                  </a:lnTo>
                  <a:close/>
                </a:path>
              </a:pathLst>
            </a:custGeom>
            <a:ln w="38100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035427" y="2368295"/>
              <a:ext cx="2627630" cy="1035685"/>
            </a:xfrm>
            <a:custGeom>
              <a:avLst/>
              <a:gdLst/>
              <a:ahLst/>
              <a:cxnLst/>
              <a:rect l="l" t="t" r="r" b="b"/>
              <a:pathLst>
                <a:path w="2627629" h="1035685">
                  <a:moveTo>
                    <a:pt x="2465185" y="72409"/>
                  </a:moveTo>
                  <a:lnTo>
                    <a:pt x="0" y="981837"/>
                  </a:lnTo>
                  <a:lnTo>
                    <a:pt x="19812" y="1035557"/>
                  </a:lnTo>
                  <a:lnTo>
                    <a:pt x="2484959" y="126022"/>
                  </a:lnTo>
                  <a:lnTo>
                    <a:pt x="2521019" y="82270"/>
                  </a:lnTo>
                  <a:lnTo>
                    <a:pt x="2465185" y="72409"/>
                  </a:lnTo>
                  <a:close/>
                </a:path>
                <a:path w="2627629" h="1035685">
                  <a:moveTo>
                    <a:pt x="2586524" y="35813"/>
                  </a:moveTo>
                  <a:lnTo>
                    <a:pt x="2564384" y="35813"/>
                  </a:lnTo>
                  <a:lnTo>
                    <a:pt x="2584196" y="89407"/>
                  </a:lnTo>
                  <a:lnTo>
                    <a:pt x="2484959" y="126022"/>
                  </a:lnTo>
                  <a:lnTo>
                    <a:pt x="2425954" y="197612"/>
                  </a:lnTo>
                  <a:lnTo>
                    <a:pt x="2420621" y="207635"/>
                  </a:lnTo>
                  <a:lnTo>
                    <a:pt x="2419588" y="218551"/>
                  </a:lnTo>
                  <a:lnTo>
                    <a:pt x="2422721" y="229062"/>
                  </a:lnTo>
                  <a:lnTo>
                    <a:pt x="2429891" y="237870"/>
                  </a:lnTo>
                  <a:lnTo>
                    <a:pt x="2439840" y="243203"/>
                  </a:lnTo>
                  <a:lnTo>
                    <a:pt x="2450719" y="244236"/>
                  </a:lnTo>
                  <a:lnTo>
                    <a:pt x="2461216" y="241103"/>
                  </a:lnTo>
                  <a:lnTo>
                    <a:pt x="2470023" y="233933"/>
                  </a:lnTo>
                  <a:lnTo>
                    <a:pt x="2627503" y="43052"/>
                  </a:lnTo>
                  <a:lnTo>
                    <a:pt x="2586524" y="35813"/>
                  </a:lnTo>
                  <a:close/>
                </a:path>
                <a:path w="2627629" h="1035685">
                  <a:moveTo>
                    <a:pt x="2521019" y="82270"/>
                  </a:moveTo>
                  <a:lnTo>
                    <a:pt x="2484959" y="126022"/>
                  </a:lnTo>
                  <a:lnTo>
                    <a:pt x="2580409" y="90804"/>
                  </a:lnTo>
                  <a:lnTo>
                    <a:pt x="2569337" y="90804"/>
                  </a:lnTo>
                  <a:lnTo>
                    <a:pt x="2521019" y="82270"/>
                  </a:lnTo>
                  <a:close/>
                </a:path>
                <a:path w="2627629" h="1035685">
                  <a:moveTo>
                    <a:pt x="2552192" y="44450"/>
                  </a:moveTo>
                  <a:lnTo>
                    <a:pt x="2521019" y="82270"/>
                  </a:lnTo>
                  <a:lnTo>
                    <a:pt x="2569337" y="90804"/>
                  </a:lnTo>
                  <a:lnTo>
                    <a:pt x="2552192" y="44450"/>
                  </a:lnTo>
                  <a:close/>
                </a:path>
                <a:path w="2627629" h="1035685">
                  <a:moveTo>
                    <a:pt x="2567576" y="44450"/>
                  </a:moveTo>
                  <a:lnTo>
                    <a:pt x="2552192" y="44450"/>
                  </a:lnTo>
                  <a:lnTo>
                    <a:pt x="2569337" y="90804"/>
                  </a:lnTo>
                  <a:lnTo>
                    <a:pt x="2580409" y="90804"/>
                  </a:lnTo>
                  <a:lnTo>
                    <a:pt x="2584196" y="89407"/>
                  </a:lnTo>
                  <a:lnTo>
                    <a:pt x="2567576" y="44450"/>
                  </a:lnTo>
                  <a:close/>
                </a:path>
                <a:path w="2627629" h="1035685">
                  <a:moveTo>
                    <a:pt x="2564384" y="35813"/>
                  </a:moveTo>
                  <a:lnTo>
                    <a:pt x="2465185" y="72409"/>
                  </a:lnTo>
                  <a:lnTo>
                    <a:pt x="2521019" y="82270"/>
                  </a:lnTo>
                  <a:lnTo>
                    <a:pt x="2552192" y="44450"/>
                  </a:lnTo>
                  <a:lnTo>
                    <a:pt x="2567576" y="44450"/>
                  </a:lnTo>
                  <a:lnTo>
                    <a:pt x="2564384" y="35813"/>
                  </a:lnTo>
                  <a:close/>
                </a:path>
                <a:path w="2627629" h="1035685">
                  <a:moveTo>
                    <a:pt x="2383790" y="0"/>
                  </a:moveTo>
                  <a:lnTo>
                    <a:pt x="2372413" y="255"/>
                  </a:lnTo>
                  <a:lnTo>
                    <a:pt x="2362406" y="4714"/>
                  </a:lnTo>
                  <a:lnTo>
                    <a:pt x="2354804" y="12626"/>
                  </a:lnTo>
                  <a:lnTo>
                    <a:pt x="2350643" y="23240"/>
                  </a:lnTo>
                  <a:lnTo>
                    <a:pt x="2350897" y="34561"/>
                  </a:lnTo>
                  <a:lnTo>
                    <a:pt x="2355341" y="44561"/>
                  </a:lnTo>
                  <a:lnTo>
                    <a:pt x="2363216" y="52155"/>
                  </a:lnTo>
                  <a:lnTo>
                    <a:pt x="2373757" y="56261"/>
                  </a:lnTo>
                  <a:lnTo>
                    <a:pt x="2465185" y="72409"/>
                  </a:lnTo>
                  <a:lnTo>
                    <a:pt x="2564384" y="35813"/>
                  </a:lnTo>
                  <a:lnTo>
                    <a:pt x="2586524" y="35813"/>
                  </a:lnTo>
                  <a:lnTo>
                    <a:pt x="238379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176270" y="2701543"/>
              <a:ext cx="2627630" cy="1035685"/>
            </a:xfrm>
            <a:custGeom>
              <a:avLst/>
              <a:gdLst/>
              <a:ahLst/>
              <a:cxnLst/>
              <a:rect l="l" t="t" r="r" b="b"/>
              <a:pathLst>
                <a:path w="2627629" h="1035685">
                  <a:moveTo>
                    <a:pt x="176736" y="790876"/>
                  </a:moveTo>
                  <a:lnTo>
                    <a:pt x="166268" y="793966"/>
                  </a:lnTo>
                  <a:lnTo>
                    <a:pt x="157480" y="801115"/>
                  </a:lnTo>
                  <a:lnTo>
                    <a:pt x="0" y="992123"/>
                  </a:lnTo>
                  <a:lnTo>
                    <a:pt x="243713" y="1035176"/>
                  </a:lnTo>
                  <a:lnTo>
                    <a:pt x="255035" y="1034867"/>
                  </a:lnTo>
                  <a:lnTo>
                    <a:pt x="265048" y="1030414"/>
                  </a:lnTo>
                  <a:lnTo>
                    <a:pt x="272680" y="1022532"/>
                  </a:lnTo>
                  <a:lnTo>
                    <a:pt x="276859" y="1011935"/>
                  </a:lnTo>
                  <a:lnTo>
                    <a:pt x="276550" y="1000615"/>
                  </a:lnTo>
                  <a:lnTo>
                    <a:pt x="275992" y="999362"/>
                  </a:lnTo>
                  <a:lnTo>
                    <a:pt x="63118" y="999362"/>
                  </a:lnTo>
                  <a:lnTo>
                    <a:pt x="43306" y="945641"/>
                  </a:lnTo>
                  <a:lnTo>
                    <a:pt x="142668" y="909003"/>
                  </a:lnTo>
                  <a:lnTo>
                    <a:pt x="201549" y="837564"/>
                  </a:lnTo>
                  <a:lnTo>
                    <a:pt x="206881" y="827541"/>
                  </a:lnTo>
                  <a:lnTo>
                    <a:pt x="207914" y="816625"/>
                  </a:lnTo>
                  <a:lnTo>
                    <a:pt x="204781" y="806114"/>
                  </a:lnTo>
                  <a:lnTo>
                    <a:pt x="197612" y="797305"/>
                  </a:lnTo>
                  <a:lnTo>
                    <a:pt x="187608" y="791954"/>
                  </a:lnTo>
                  <a:lnTo>
                    <a:pt x="176736" y="790876"/>
                  </a:lnTo>
                  <a:close/>
                </a:path>
                <a:path w="2627629" h="1035685">
                  <a:moveTo>
                    <a:pt x="142668" y="909003"/>
                  </a:moveTo>
                  <a:lnTo>
                    <a:pt x="43306" y="945641"/>
                  </a:lnTo>
                  <a:lnTo>
                    <a:pt x="63118" y="999362"/>
                  </a:lnTo>
                  <a:lnTo>
                    <a:pt x="86536" y="990726"/>
                  </a:lnTo>
                  <a:lnTo>
                    <a:pt x="75310" y="990726"/>
                  </a:lnTo>
                  <a:lnTo>
                    <a:pt x="58166" y="944371"/>
                  </a:lnTo>
                  <a:lnTo>
                    <a:pt x="113517" y="944371"/>
                  </a:lnTo>
                  <a:lnTo>
                    <a:pt x="142668" y="909003"/>
                  </a:lnTo>
                  <a:close/>
                </a:path>
                <a:path w="2627629" h="1035685">
                  <a:moveTo>
                    <a:pt x="162317" y="962779"/>
                  </a:moveTo>
                  <a:lnTo>
                    <a:pt x="63118" y="999362"/>
                  </a:lnTo>
                  <a:lnTo>
                    <a:pt x="275992" y="999362"/>
                  </a:lnTo>
                  <a:lnTo>
                    <a:pt x="272097" y="990615"/>
                  </a:lnTo>
                  <a:lnTo>
                    <a:pt x="264215" y="983021"/>
                  </a:lnTo>
                  <a:lnTo>
                    <a:pt x="253619" y="978915"/>
                  </a:lnTo>
                  <a:lnTo>
                    <a:pt x="162317" y="962779"/>
                  </a:lnTo>
                  <a:close/>
                </a:path>
                <a:path w="2627629" h="1035685">
                  <a:moveTo>
                    <a:pt x="58166" y="944371"/>
                  </a:moveTo>
                  <a:lnTo>
                    <a:pt x="75310" y="990726"/>
                  </a:lnTo>
                  <a:lnTo>
                    <a:pt x="106479" y="952910"/>
                  </a:lnTo>
                  <a:lnTo>
                    <a:pt x="58166" y="944371"/>
                  </a:lnTo>
                  <a:close/>
                </a:path>
                <a:path w="2627629" h="1035685">
                  <a:moveTo>
                    <a:pt x="106479" y="952910"/>
                  </a:moveTo>
                  <a:lnTo>
                    <a:pt x="75310" y="990726"/>
                  </a:lnTo>
                  <a:lnTo>
                    <a:pt x="86536" y="990726"/>
                  </a:lnTo>
                  <a:lnTo>
                    <a:pt x="162317" y="962779"/>
                  </a:lnTo>
                  <a:lnTo>
                    <a:pt x="106479" y="952910"/>
                  </a:lnTo>
                  <a:close/>
                </a:path>
                <a:path w="2627629" h="1035685">
                  <a:moveTo>
                    <a:pt x="2607818" y="0"/>
                  </a:moveTo>
                  <a:lnTo>
                    <a:pt x="142668" y="909003"/>
                  </a:lnTo>
                  <a:lnTo>
                    <a:pt x="106479" y="952910"/>
                  </a:lnTo>
                  <a:lnTo>
                    <a:pt x="162317" y="962779"/>
                  </a:lnTo>
                  <a:lnTo>
                    <a:pt x="2627630" y="53593"/>
                  </a:lnTo>
                  <a:lnTo>
                    <a:pt x="2607818" y="0"/>
                  </a:lnTo>
                  <a:close/>
                </a:path>
                <a:path w="2627629" h="1035685">
                  <a:moveTo>
                    <a:pt x="113517" y="944371"/>
                  </a:moveTo>
                  <a:lnTo>
                    <a:pt x="58166" y="944371"/>
                  </a:lnTo>
                  <a:lnTo>
                    <a:pt x="106479" y="952910"/>
                  </a:lnTo>
                  <a:lnTo>
                    <a:pt x="113517" y="944371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560312" y="2411221"/>
              <a:ext cx="1501140" cy="1142365"/>
            </a:xfrm>
            <a:custGeom>
              <a:avLst/>
              <a:gdLst/>
              <a:ahLst/>
              <a:cxnLst/>
              <a:rect l="l" t="t" r="r" b="b"/>
              <a:pathLst>
                <a:path w="1501140" h="1142364">
                  <a:moveTo>
                    <a:pt x="90556" y="68378"/>
                  </a:moveTo>
                  <a:lnTo>
                    <a:pt x="112425" y="120675"/>
                  </a:lnTo>
                  <a:lnTo>
                    <a:pt x="1466469" y="1142364"/>
                  </a:lnTo>
                  <a:lnTo>
                    <a:pt x="1500886" y="1096772"/>
                  </a:lnTo>
                  <a:lnTo>
                    <a:pt x="146793" y="75045"/>
                  </a:lnTo>
                  <a:lnTo>
                    <a:pt x="90556" y="68378"/>
                  </a:lnTo>
                  <a:close/>
                </a:path>
                <a:path w="1501140" h="1142364">
                  <a:moveTo>
                    <a:pt x="0" y="0"/>
                  </a:moveTo>
                  <a:lnTo>
                    <a:pt x="95504" y="228345"/>
                  </a:lnTo>
                  <a:lnTo>
                    <a:pt x="101875" y="237765"/>
                  </a:lnTo>
                  <a:lnTo>
                    <a:pt x="111045" y="243792"/>
                  </a:lnTo>
                  <a:lnTo>
                    <a:pt x="121810" y="245937"/>
                  </a:lnTo>
                  <a:lnTo>
                    <a:pt x="132969" y="243712"/>
                  </a:lnTo>
                  <a:lnTo>
                    <a:pt x="142315" y="237341"/>
                  </a:lnTo>
                  <a:lnTo>
                    <a:pt x="148304" y="228171"/>
                  </a:lnTo>
                  <a:lnTo>
                    <a:pt x="150435" y="217406"/>
                  </a:lnTo>
                  <a:lnTo>
                    <a:pt x="148209" y="206248"/>
                  </a:lnTo>
                  <a:lnTo>
                    <a:pt x="112425" y="120675"/>
                  </a:lnTo>
                  <a:lnTo>
                    <a:pt x="28067" y="57023"/>
                  </a:lnTo>
                  <a:lnTo>
                    <a:pt x="62484" y="11429"/>
                  </a:lnTo>
                  <a:lnTo>
                    <a:pt x="96161" y="11429"/>
                  </a:lnTo>
                  <a:lnTo>
                    <a:pt x="0" y="0"/>
                  </a:lnTo>
                  <a:close/>
                </a:path>
                <a:path w="1501140" h="1142364">
                  <a:moveTo>
                    <a:pt x="62484" y="11429"/>
                  </a:moveTo>
                  <a:lnTo>
                    <a:pt x="28067" y="57023"/>
                  </a:lnTo>
                  <a:lnTo>
                    <a:pt x="112425" y="120675"/>
                  </a:lnTo>
                  <a:lnTo>
                    <a:pt x="90556" y="68378"/>
                  </a:lnTo>
                  <a:lnTo>
                    <a:pt x="41910" y="62611"/>
                  </a:lnTo>
                  <a:lnTo>
                    <a:pt x="71628" y="23113"/>
                  </a:lnTo>
                  <a:lnTo>
                    <a:pt x="77968" y="23113"/>
                  </a:lnTo>
                  <a:lnTo>
                    <a:pt x="62484" y="11429"/>
                  </a:lnTo>
                  <a:close/>
                </a:path>
                <a:path w="1501140" h="1142364">
                  <a:moveTo>
                    <a:pt x="96161" y="11429"/>
                  </a:moveTo>
                  <a:lnTo>
                    <a:pt x="62484" y="11429"/>
                  </a:lnTo>
                  <a:lnTo>
                    <a:pt x="146793" y="75045"/>
                  </a:lnTo>
                  <a:lnTo>
                    <a:pt x="239014" y="85978"/>
                  </a:lnTo>
                  <a:lnTo>
                    <a:pt x="250297" y="85088"/>
                  </a:lnTo>
                  <a:lnTo>
                    <a:pt x="260032" y="80089"/>
                  </a:lnTo>
                  <a:lnTo>
                    <a:pt x="267196" y="71780"/>
                  </a:lnTo>
                  <a:lnTo>
                    <a:pt x="270764" y="60960"/>
                  </a:lnTo>
                  <a:lnTo>
                    <a:pt x="269873" y="49676"/>
                  </a:lnTo>
                  <a:lnTo>
                    <a:pt x="264874" y="39941"/>
                  </a:lnTo>
                  <a:lnTo>
                    <a:pt x="256565" y="32777"/>
                  </a:lnTo>
                  <a:lnTo>
                    <a:pt x="245745" y="29210"/>
                  </a:lnTo>
                  <a:lnTo>
                    <a:pt x="96161" y="11429"/>
                  </a:lnTo>
                  <a:close/>
                </a:path>
                <a:path w="1501140" h="1142364">
                  <a:moveTo>
                    <a:pt x="77968" y="23113"/>
                  </a:moveTo>
                  <a:lnTo>
                    <a:pt x="71628" y="23113"/>
                  </a:lnTo>
                  <a:lnTo>
                    <a:pt x="90556" y="68378"/>
                  </a:lnTo>
                  <a:lnTo>
                    <a:pt x="146793" y="75045"/>
                  </a:lnTo>
                  <a:lnTo>
                    <a:pt x="77968" y="23113"/>
                  </a:lnTo>
                  <a:close/>
                </a:path>
                <a:path w="1501140" h="1142364">
                  <a:moveTo>
                    <a:pt x="71628" y="23113"/>
                  </a:moveTo>
                  <a:lnTo>
                    <a:pt x="41910" y="62611"/>
                  </a:lnTo>
                  <a:lnTo>
                    <a:pt x="90556" y="68378"/>
                  </a:lnTo>
                  <a:lnTo>
                    <a:pt x="71628" y="23113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1701292" y="2627833"/>
            <a:ext cx="1435735" cy="1229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6985">
              <a:lnSpc>
                <a:spcPct val="135000"/>
              </a:lnSpc>
              <a:spcBef>
                <a:spcPts val="100"/>
              </a:spcBef>
            </a:pPr>
            <a:r>
              <a:rPr sz="2000" spc="-20">
                <a:latin typeface="PMingLiU"/>
                <a:cs typeface="PMingLiU"/>
              </a:rPr>
              <a:t>顶点的度</a:t>
            </a:r>
            <a:r>
              <a:rPr sz="2000" spc="-25">
                <a:latin typeface="PMingLiU"/>
                <a:cs typeface="PMingLiU"/>
              </a:rPr>
              <a:t>：</a:t>
            </a:r>
            <a:r>
              <a:rPr sz="2000" spc="-25">
                <a:latin typeface="Cambria Math"/>
                <a:cs typeface="Cambria Math"/>
              </a:rPr>
              <a:t>𝟓</a:t>
            </a:r>
            <a:r>
              <a:rPr sz="2000" spc="-20">
                <a:latin typeface="PMingLiU"/>
                <a:cs typeface="PMingLiU"/>
              </a:rPr>
              <a:t>起</a:t>
            </a:r>
            <a:r>
              <a:rPr sz="2000" spc="-50">
                <a:latin typeface="PMingLiU"/>
                <a:cs typeface="PMingLiU"/>
              </a:rPr>
              <a:t>点</a:t>
            </a:r>
            <a:endParaRPr sz="2000">
              <a:latin typeface="PMingLiU"/>
              <a:cs typeface="PMingLiU"/>
            </a:endParaRPr>
          </a:p>
          <a:p>
            <a:pPr marL="630555">
              <a:lnSpc>
                <a:spcPct val="100000"/>
              </a:lnSpc>
              <a:spcBef>
                <a:spcPts val="120"/>
              </a:spcBef>
            </a:pPr>
            <a:r>
              <a:rPr sz="2400">
                <a:latin typeface="PMingLiU"/>
                <a:cs typeface="PMingLiU"/>
              </a:rPr>
              <a:t>小岛</a:t>
            </a:r>
            <a:r>
              <a:rPr sz="2400" spc="-50">
                <a:latin typeface="Cambria Math"/>
                <a:cs typeface="Cambria Math"/>
              </a:rPr>
              <a:t>𝟏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297426" y="4839032"/>
            <a:ext cx="3583940" cy="1770380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R="888365" algn="ctr">
              <a:lnSpc>
                <a:spcPct val="100000"/>
              </a:lnSpc>
              <a:spcBef>
                <a:spcPts val="680"/>
              </a:spcBef>
            </a:pPr>
            <a:r>
              <a:rPr sz="2400">
                <a:latin typeface="PMingLiU"/>
                <a:cs typeface="PMingLiU"/>
              </a:rPr>
              <a:t>河岸</a:t>
            </a:r>
            <a:r>
              <a:rPr sz="2400" spc="-50">
                <a:latin typeface="Cambria Math"/>
                <a:cs typeface="Cambria Math"/>
              </a:rPr>
              <a:t>𝟐</a:t>
            </a:r>
            <a:endParaRPr sz="2400">
              <a:latin typeface="Cambria Math"/>
              <a:cs typeface="Cambria Math"/>
            </a:endParaRPr>
          </a:p>
          <a:p>
            <a:pPr marL="1896745">
              <a:lnSpc>
                <a:spcPts val="2280"/>
              </a:lnSpc>
              <a:spcBef>
                <a:spcPts val="480"/>
              </a:spcBef>
            </a:pPr>
            <a:r>
              <a:rPr sz="2000" spc="-20">
                <a:latin typeface="PMingLiU"/>
                <a:cs typeface="PMingLiU"/>
              </a:rPr>
              <a:t>顶点的度</a:t>
            </a:r>
            <a:r>
              <a:rPr sz="2000" spc="-25">
                <a:latin typeface="PMingLiU"/>
                <a:cs typeface="PMingLiU"/>
              </a:rPr>
              <a:t>：</a:t>
            </a:r>
            <a:r>
              <a:rPr sz="2000" spc="-25">
                <a:latin typeface="Cambria Math"/>
                <a:cs typeface="Cambria Math"/>
              </a:rPr>
              <a:t>𝟑</a:t>
            </a:r>
            <a:endParaRPr sz="2000">
              <a:latin typeface="Cambria Math"/>
              <a:cs typeface="Cambria Math"/>
            </a:endParaRPr>
          </a:p>
          <a:p>
            <a:pPr marR="831850" algn="ctr">
              <a:lnSpc>
                <a:spcPts val="2280"/>
              </a:lnSpc>
            </a:pPr>
            <a:r>
              <a:rPr sz="2000" spc="-20">
                <a:latin typeface="PMingLiU"/>
                <a:cs typeface="PMingLiU"/>
              </a:rPr>
              <a:t>终</a:t>
            </a:r>
            <a:r>
              <a:rPr sz="2000" spc="-50">
                <a:latin typeface="PMingLiU"/>
                <a:cs typeface="PMingLiU"/>
              </a:rPr>
              <a:t>点</a:t>
            </a:r>
            <a:endParaRPr sz="2000">
              <a:latin typeface="PMingLiU"/>
              <a:cs typeface="PMingLiU"/>
            </a:endParaRPr>
          </a:p>
          <a:p>
            <a:pPr marL="12700">
              <a:lnSpc>
                <a:spcPct val="100000"/>
              </a:lnSpc>
              <a:spcBef>
                <a:spcPts val="1875"/>
              </a:spcBef>
            </a:pPr>
            <a:r>
              <a:rPr sz="2800" spc="-5">
                <a:solidFill>
                  <a:srgbClr val="FFFFFF"/>
                </a:solidFill>
                <a:latin typeface="PMingLiU"/>
                <a:cs typeface="PMingLiU"/>
              </a:rPr>
              <a:t>柯尼斯堡七桥问题无解</a:t>
            </a:r>
            <a:endParaRPr sz="2800">
              <a:latin typeface="PMingLiU"/>
              <a:cs typeface="PMingLiU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911590" y="4102100"/>
            <a:ext cx="143383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2000" spc="-20">
                <a:latin typeface="PMingLiU"/>
                <a:cs typeface="PMingLiU"/>
              </a:rPr>
              <a:t>顶点的度</a:t>
            </a:r>
            <a:r>
              <a:rPr sz="2000" spc="-25">
                <a:latin typeface="PMingLiU"/>
                <a:cs typeface="PMingLiU"/>
              </a:rPr>
              <a:t>：</a:t>
            </a:r>
            <a:r>
              <a:rPr sz="2000" spc="-25">
                <a:latin typeface="Cambria Math"/>
                <a:cs typeface="Cambria Math"/>
              </a:rPr>
              <a:t>𝟑</a:t>
            </a:r>
            <a:endParaRPr sz="2000">
              <a:latin typeface="Cambria Math"/>
              <a:cs typeface="Cambria Math"/>
            </a:endParaRPr>
          </a:p>
        </p:txBody>
      </p:sp>
      <p:pic>
        <p:nvPicPr>
          <p:cNvPr id="26" name="object 26"/>
          <p:cNvPicPr/>
          <p:nvPr/>
        </p:nvPicPr>
        <p:blipFill>
          <a:blip r:embed="rId2"/>
          <a:stretch>
            <a:fillRect/>
          </a:stretch>
        </p:blipFill>
        <p:spPr>
          <a:xfrm>
            <a:off x="9242297" y="1792223"/>
            <a:ext cx="1463802" cy="1652015"/>
          </a:xfrm>
          <a:prstGeom prst="rect">
            <a:avLst/>
          </a:prstGeom>
        </p:spPr>
      </p:pic>
      <p:sp>
        <p:nvSpPr>
          <p:cNvPr id="29" name="object 2">
            <a:extLst>
              <a:ext uri="{FF2B5EF4-FFF2-40B4-BE49-F238E27FC236}">
                <a16:creationId xmlns:a16="http://schemas.microsoft.com/office/drawing/2014/main" id="{66EBE2FF-E00B-AF43-9370-8210CFB30FE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438" y="227767"/>
            <a:ext cx="5065549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柯尼斯堡七桥问</a:t>
            </a:r>
            <a:r>
              <a:rPr sz="4000"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题</a:t>
            </a:r>
            <a:endParaRPr sz="4000"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510728" y="2118568"/>
            <a:ext cx="970915" cy="282575"/>
          </a:xfrm>
          <a:custGeom>
            <a:avLst/>
            <a:gdLst/>
            <a:ahLst/>
            <a:cxnLst/>
            <a:rect l="l" t="t" r="r" b="b"/>
            <a:pathLst>
              <a:path w="970914" h="282575">
                <a:moveTo>
                  <a:pt x="880491" y="0"/>
                </a:moveTo>
                <a:lnTo>
                  <a:pt x="876554" y="11429"/>
                </a:lnTo>
                <a:lnTo>
                  <a:pt x="892861" y="18504"/>
                </a:lnTo>
                <a:lnTo>
                  <a:pt x="906907" y="28305"/>
                </a:lnTo>
                <a:lnTo>
                  <a:pt x="935430" y="73852"/>
                </a:lnTo>
                <a:lnTo>
                  <a:pt x="943725" y="115623"/>
                </a:lnTo>
                <a:lnTo>
                  <a:pt x="944753" y="139700"/>
                </a:lnTo>
                <a:lnTo>
                  <a:pt x="943707" y="164580"/>
                </a:lnTo>
                <a:lnTo>
                  <a:pt x="935376" y="207529"/>
                </a:lnTo>
                <a:lnTo>
                  <a:pt x="906954" y="253730"/>
                </a:lnTo>
                <a:lnTo>
                  <a:pt x="876935" y="270763"/>
                </a:lnTo>
                <a:lnTo>
                  <a:pt x="880491" y="282321"/>
                </a:lnTo>
                <a:lnTo>
                  <a:pt x="918987" y="264191"/>
                </a:lnTo>
                <a:lnTo>
                  <a:pt x="947293" y="232917"/>
                </a:lnTo>
                <a:lnTo>
                  <a:pt x="964723" y="191023"/>
                </a:lnTo>
                <a:lnTo>
                  <a:pt x="970534" y="141224"/>
                </a:lnTo>
                <a:lnTo>
                  <a:pt x="969081" y="115339"/>
                </a:lnTo>
                <a:lnTo>
                  <a:pt x="957460" y="69429"/>
                </a:lnTo>
                <a:lnTo>
                  <a:pt x="934337" y="32093"/>
                </a:lnTo>
                <a:lnTo>
                  <a:pt x="900947" y="7379"/>
                </a:lnTo>
                <a:lnTo>
                  <a:pt x="880491" y="0"/>
                </a:lnTo>
                <a:close/>
              </a:path>
              <a:path w="970914" h="282575">
                <a:moveTo>
                  <a:pt x="90043" y="0"/>
                </a:moveTo>
                <a:lnTo>
                  <a:pt x="51641" y="18081"/>
                </a:lnTo>
                <a:lnTo>
                  <a:pt x="23241" y="49402"/>
                </a:lnTo>
                <a:lnTo>
                  <a:pt x="5810" y="91408"/>
                </a:lnTo>
                <a:lnTo>
                  <a:pt x="0" y="141224"/>
                </a:lnTo>
                <a:lnTo>
                  <a:pt x="1452" y="167106"/>
                </a:lnTo>
                <a:lnTo>
                  <a:pt x="13073" y="212965"/>
                </a:lnTo>
                <a:lnTo>
                  <a:pt x="36125" y="250209"/>
                </a:lnTo>
                <a:lnTo>
                  <a:pt x="69514" y="274887"/>
                </a:lnTo>
                <a:lnTo>
                  <a:pt x="90043" y="282321"/>
                </a:lnTo>
                <a:lnTo>
                  <a:pt x="93599" y="270763"/>
                </a:lnTo>
                <a:lnTo>
                  <a:pt x="77531" y="263646"/>
                </a:lnTo>
                <a:lnTo>
                  <a:pt x="63642" y="253730"/>
                </a:lnTo>
                <a:lnTo>
                  <a:pt x="35210" y="207529"/>
                </a:lnTo>
                <a:lnTo>
                  <a:pt x="26828" y="164580"/>
                </a:lnTo>
                <a:lnTo>
                  <a:pt x="25781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754" y="28305"/>
                </a:lnTo>
                <a:lnTo>
                  <a:pt x="94107" y="11429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646870" y="2118568"/>
            <a:ext cx="970280" cy="282575"/>
          </a:xfrm>
          <a:custGeom>
            <a:avLst/>
            <a:gdLst/>
            <a:ahLst/>
            <a:cxnLst/>
            <a:rect l="l" t="t" r="r" b="b"/>
            <a:pathLst>
              <a:path w="970278" h="282575">
                <a:moveTo>
                  <a:pt x="879728" y="0"/>
                </a:moveTo>
                <a:lnTo>
                  <a:pt x="875792" y="11429"/>
                </a:lnTo>
                <a:lnTo>
                  <a:pt x="892099" y="18504"/>
                </a:lnTo>
                <a:lnTo>
                  <a:pt x="906144" y="28305"/>
                </a:lnTo>
                <a:lnTo>
                  <a:pt x="934668" y="73852"/>
                </a:lnTo>
                <a:lnTo>
                  <a:pt x="942963" y="115623"/>
                </a:lnTo>
                <a:lnTo>
                  <a:pt x="943990" y="139700"/>
                </a:lnTo>
                <a:lnTo>
                  <a:pt x="942945" y="164580"/>
                </a:lnTo>
                <a:lnTo>
                  <a:pt x="934614" y="207529"/>
                </a:lnTo>
                <a:lnTo>
                  <a:pt x="906192" y="253730"/>
                </a:lnTo>
                <a:lnTo>
                  <a:pt x="876173" y="270763"/>
                </a:lnTo>
                <a:lnTo>
                  <a:pt x="879728" y="282321"/>
                </a:lnTo>
                <a:lnTo>
                  <a:pt x="918225" y="264191"/>
                </a:lnTo>
                <a:lnTo>
                  <a:pt x="946530" y="232917"/>
                </a:lnTo>
                <a:lnTo>
                  <a:pt x="963961" y="191023"/>
                </a:lnTo>
                <a:lnTo>
                  <a:pt x="969772" y="141224"/>
                </a:lnTo>
                <a:lnTo>
                  <a:pt x="968319" y="115339"/>
                </a:lnTo>
                <a:lnTo>
                  <a:pt x="956698" y="69429"/>
                </a:lnTo>
                <a:lnTo>
                  <a:pt x="933575" y="32093"/>
                </a:lnTo>
                <a:lnTo>
                  <a:pt x="900185" y="7379"/>
                </a:lnTo>
                <a:lnTo>
                  <a:pt x="879728" y="0"/>
                </a:lnTo>
                <a:close/>
              </a:path>
              <a:path w="970278" h="282575">
                <a:moveTo>
                  <a:pt x="90043" y="0"/>
                </a:moveTo>
                <a:lnTo>
                  <a:pt x="51641" y="18081"/>
                </a:lnTo>
                <a:lnTo>
                  <a:pt x="23240" y="49402"/>
                </a:lnTo>
                <a:lnTo>
                  <a:pt x="5810" y="91408"/>
                </a:lnTo>
                <a:lnTo>
                  <a:pt x="0" y="141224"/>
                </a:lnTo>
                <a:lnTo>
                  <a:pt x="1452" y="167106"/>
                </a:lnTo>
                <a:lnTo>
                  <a:pt x="13073" y="212965"/>
                </a:lnTo>
                <a:lnTo>
                  <a:pt x="36125" y="250209"/>
                </a:lnTo>
                <a:lnTo>
                  <a:pt x="69514" y="274887"/>
                </a:lnTo>
                <a:lnTo>
                  <a:pt x="90043" y="282321"/>
                </a:lnTo>
                <a:lnTo>
                  <a:pt x="93599" y="270763"/>
                </a:lnTo>
                <a:lnTo>
                  <a:pt x="77531" y="263646"/>
                </a:lnTo>
                <a:lnTo>
                  <a:pt x="63642" y="253730"/>
                </a:lnTo>
                <a:lnTo>
                  <a:pt x="35210" y="207529"/>
                </a:lnTo>
                <a:lnTo>
                  <a:pt x="26828" y="164580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753" y="28305"/>
                </a:lnTo>
                <a:lnTo>
                  <a:pt x="94106" y="11429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09240" y="995418"/>
            <a:ext cx="8803005" cy="230314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381000" indent="-342900">
              <a:lnSpc>
                <a:spcPct val="100000"/>
              </a:lnSpc>
              <a:spcBef>
                <a:spcPts val="81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80365" algn="l"/>
                <a:tab pos="381000" algn="l"/>
              </a:tabLst>
            </a:pPr>
            <a:r>
              <a:rPr sz="28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路径</a:t>
            </a:r>
            <a:r>
              <a:rPr sz="2800" b="1" spc="-10" dirty="0">
                <a:latin typeface="Times New Roman"/>
                <a:cs typeface="Times New Roman"/>
              </a:rPr>
              <a:t>(Path)</a:t>
            </a:r>
            <a:endParaRPr sz="2800" dirty="0">
              <a:latin typeface="Times New Roman"/>
              <a:cs typeface="Times New Roman"/>
            </a:endParaRPr>
          </a:p>
          <a:p>
            <a:pPr marL="729615" lvl="1" indent="-347980">
              <a:lnSpc>
                <a:spcPct val="100000"/>
              </a:lnSpc>
              <a:spcBef>
                <a:spcPts val="610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29615" algn="l"/>
                <a:tab pos="730250" algn="l"/>
              </a:tabLst>
            </a:pPr>
            <a:r>
              <a:rPr sz="2400" dirty="0" err="1">
                <a:latin typeface="PMingLiU"/>
                <a:cs typeface="PMingLiU"/>
              </a:rPr>
              <a:t>图中一个的顶点序列</a:t>
            </a:r>
            <a:r>
              <a:rPr sz="2400" spc="100" dirty="0">
                <a:latin typeface="Cambria Math"/>
                <a:cs typeface="Cambria Math"/>
              </a:rPr>
              <a:t>&lt; </a:t>
            </a:r>
            <a:r>
              <a:rPr sz="2400" dirty="0">
                <a:latin typeface="Cambria Math"/>
                <a:cs typeface="Cambria Math"/>
              </a:rPr>
              <a:t>𝒗</a:t>
            </a:r>
            <a:r>
              <a:rPr sz="2625" baseline="-15873" dirty="0">
                <a:latin typeface="Cambria Math"/>
                <a:cs typeface="Cambria Math"/>
              </a:rPr>
              <a:t>𝟎</a:t>
            </a:r>
            <a:r>
              <a:rPr sz="2400" spc="-45" dirty="0">
                <a:latin typeface="Cambria Math"/>
                <a:cs typeface="Cambria Math"/>
              </a:rPr>
              <a:t>, </a:t>
            </a:r>
            <a:r>
              <a:rPr sz="2400" dirty="0">
                <a:latin typeface="Cambria Math"/>
                <a:cs typeface="Cambria Math"/>
              </a:rPr>
              <a:t>𝒗</a:t>
            </a:r>
            <a:r>
              <a:rPr sz="2625" baseline="-15873" dirty="0">
                <a:latin typeface="Cambria Math"/>
                <a:cs typeface="Cambria Math"/>
              </a:rPr>
              <a:t>𝟏</a:t>
            </a:r>
            <a:r>
              <a:rPr sz="2400" spc="-50" dirty="0">
                <a:latin typeface="Cambria Math"/>
                <a:cs typeface="Cambria Math"/>
              </a:rPr>
              <a:t>, … , </a:t>
            </a:r>
            <a:r>
              <a:rPr sz="2400" dirty="0">
                <a:latin typeface="Cambria Math"/>
                <a:cs typeface="Cambria Math"/>
              </a:rPr>
              <a:t>𝒗</a:t>
            </a:r>
            <a:r>
              <a:rPr sz="2625" baseline="-15873" dirty="0">
                <a:latin typeface="Cambria Math"/>
                <a:cs typeface="Cambria Math"/>
              </a:rPr>
              <a:t>𝒌</a:t>
            </a:r>
            <a:r>
              <a:rPr sz="2625" spc="712" baseline="-15873" dirty="0">
                <a:latin typeface="Cambria Math"/>
                <a:cs typeface="Cambria Math"/>
              </a:rPr>
              <a:t> </a:t>
            </a:r>
            <a:r>
              <a:rPr sz="2400" spc="-10" dirty="0">
                <a:latin typeface="Cambria Math"/>
                <a:cs typeface="Cambria Math"/>
              </a:rPr>
              <a:t>&gt;</a:t>
            </a:r>
            <a:r>
              <a:rPr sz="24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称为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𝒗</a:t>
            </a:r>
            <a:r>
              <a:rPr sz="2625" baseline="-15873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𝟎</a:t>
            </a:r>
            <a:r>
              <a:rPr sz="24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到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𝒗</a:t>
            </a:r>
            <a:r>
              <a:rPr sz="2625" baseline="-15873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𝒌</a:t>
            </a:r>
            <a:r>
              <a:rPr sz="2400" spc="-2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的路径</a:t>
            </a:r>
            <a:endParaRPr sz="24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729615" lvl="1" indent="-347980">
              <a:lnSpc>
                <a:spcPct val="100000"/>
              </a:lnSpc>
              <a:spcBef>
                <a:spcPts val="580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29615" algn="l"/>
                <a:tab pos="730250" algn="l"/>
                <a:tab pos="5798820" algn="l"/>
                <a:tab pos="6037580" algn="l"/>
                <a:tab pos="6934200" algn="l"/>
              </a:tabLst>
            </a:pPr>
            <a:r>
              <a:rPr sz="24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路径包含顶点</a:t>
            </a:r>
            <a:r>
              <a:rPr sz="2400" dirty="0">
                <a:latin typeface="Cambria Math"/>
                <a:cs typeface="Cambria Math"/>
              </a:rPr>
              <a:t>𝒗</a:t>
            </a:r>
            <a:r>
              <a:rPr sz="2625" baseline="-15873" dirty="0">
                <a:latin typeface="Cambria Math"/>
                <a:cs typeface="Cambria Math"/>
              </a:rPr>
              <a:t>𝟎</a:t>
            </a:r>
            <a:r>
              <a:rPr sz="2400" dirty="0">
                <a:latin typeface="Cambria Math"/>
                <a:cs typeface="Cambria Math"/>
              </a:rPr>
              <a:t>,</a:t>
            </a:r>
            <a:r>
              <a:rPr sz="2400" spc="-10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𝒗</a:t>
            </a:r>
            <a:r>
              <a:rPr sz="2625" baseline="-15873" dirty="0">
                <a:latin typeface="Cambria Math"/>
                <a:cs typeface="Cambria Math"/>
              </a:rPr>
              <a:t>𝟏</a:t>
            </a:r>
            <a:r>
              <a:rPr sz="2400" dirty="0">
                <a:latin typeface="Cambria Math"/>
                <a:cs typeface="Cambria Math"/>
              </a:rPr>
              <a:t>,</a:t>
            </a:r>
            <a:r>
              <a:rPr sz="2400" spc="-8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…</a:t>
            </a:r>
            <a:r>
              <a:rPr sz="2400" spc="-9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,</a:t>
            </a:r>
            <a:r>
              <a:rPr sz="2400" spc="-8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𝒗</a:t>
            </a:r>
            <a:r>
              <a:rPr sz="2625" baseline="-15873" dirty="0">
                <a:latin typeface="Cambria Math"/>
                <a:cs typeface="Cambria Math"/>
              </a:rPr>
              <a:t>𝒌</a:t>
            </a:r>
            <a:r>
              <a:rPr sz="2400" dirty="0" err="1">
                <a:latin typeface="PMingLiU"/>
                <a:cs typeface="PMingLiU"/>
              </a:rPr>
              <a:t>和边</a:t>
            </a:r>
            <a:r>
              <a:rPr sz="2400" spc="490" dirty="0">
                <a:latin typeface="PMingLiU"/>
                <a:cs typeface="PMingLiU"/>
              </a:rPr>
              <a:t> </a:t>
            </a:r>
            <a:r>
              <a:rPr sz="2400" dirty="0">
                <a:latin typeface="Cambria Math"/>
                <a:cs typeface="Cambria Math"/>
              </a:rPr>
              <a:t>𝒗</a:t>
            </a:r>
            <a:r>
              <a:rPr sz="2625" baseline="-15873" dirty="0">
                <a:latin typeface="Cambria Math"/>
                <a:cs typeface="Cambria Math"/>
              </a:rPr>
              <a:t>𝟎</a:t>
            </a:r>
            <a:r>
              <a:rPr sz="2400" dirty="0">
                <a:latin typeface="Cambria Math"/>
                <a:cs typeface="Cambria Math"/>
              </a:rPr>
              <a:t>,</a:t>
            </a:r>
            <a:r>
              <a:rPr sz="2400" spc="-80" dirty="0">
                <a:latin typeface="Cambria Math"/>
                <a:cs typeface="Cambria Math"/>
              </a:rPr>
              <a:t> </a:t>
            </a:r>
            <a:r>
              <a:rPr sz="2400" spc="-25" dirty="0">
                <a:latin typeface="Cambria Math"/>
                <a:cs typeface="Cambria Math"/>
              </a:rPr>
              <a:t>𝒗</a:t>
            </a:r>
            <a:r>
              <a:rPr sz="2625" spc="-37" baseline="-15873" dirty="0">
                <a:latin typeface="Cambria Math"/>
                <a:cs typeface="Cambria Math"/>
              </a:rPr>
              <a:t>𝟏</a:t>
            </a:r>
            <a:r>
              <a:rPr sz="2625" baseline="-15873" dirty="0">
                <a:latin typeface="Cambria Math"/>
                <a:cs typeface="Cambria Math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,</a:t>
            </a:r>
            <a:r>
              <a:rPr sz="2400" dirty="0">
                <a:latin typeface="Cambria Math"/>
                <a:cs typeface="Cambria Math"/>
              </a:rPr>
              <a:t>	𝒗</a:t>
            </a:r>
            <a:r>
              <a:rPr sz="2625" baseline="-15873" dirty="0">
                <a:latin typeface="Cambria Math"/>
                <a:cs typeface="Cambria Math"/>
              </a:rPr>
              <a:t>𝟏</a:t>
            </a:r>
            <a:r>
              <a:rPr sz="2400" dirty="0">
                <a:latin typeface="Cambria Math"/>
                <a:cs typeface="Cambria Math"/>
              </a:rPr>
              <a:t>,</a:t>
            </a:r>
            <a:r>
              <a:rPr sz="2400" spc="-45" dirty="0">
                <a:latin typeface="Cambria Math"/>
                <a:cs typeface="Cambria Math"/>
              </a:rPr>
              <a:t> </a:t>
            </a:r>
            <a:r>
              <a:rPr sz="2400" spc="-25" dirty="0">
                <a:latin typeface="Cambria Math"/>
                <a:cs typeface="Cambria Math"/>
              </a:rPr>
              <a:t>𝒗</a:t>
            </a:r>
            <a:r>
              <a:rPr sz="2625" spc="-37" baseline="-15873" dirty="0">
                <a:latin typeface="Cambria Math"/>
                <a:cs typeface="Cambria Math"/>
              </a:rPr>
              <a:t>𝟐</a:t>
            </a:r>
            <a:r>
              <a:rPr sz="2625" baseline="-15873" dirty="0">
                <a:latin typeface="Cambria Math"/>
                <a:cs typeface="Cambria Math"/>
              </a:rPr>
              <a:t>	</a:t>
            </a:r>
            <a:r>
              <a:rPr sz="2400" dirty="0">
                <a:latin typeface="Cambria Math"/>
                <a:cs typeface="Cambria Math"/>
              </a:rPr>
              <a:t>,</a:t>
            </a:r>
            <a:r>
              <a:rPr sz="2400" spc="-13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…</a:t>
            </a:r>
            <a:r>
              <a:rPr sz="2400" spc="-12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,</a:t>
            </a:r>
            <a:r>
              <a:rPr sz="2400" spc="-12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(𝒗</a:t>
            </a:r>
            <a:r>
              <a:rPr sz="2625" baseline="-15873" dirty="0">
                <a:latin typeface="Cambria Math"/>
                <a:cs typeface="Cambria Math"/>
              </a:rPr>
              <a:t>𝒌−𝟏</a:t>
            </a:r>
            <a:r>
              <a:rPr sz="2400" dirty="0">
                <a:latin typeface="Cambria Math"/>
                <a:cs typeface="Cambria Math"/>
              </a:rPr>
              <a:t>,</a:t>
            </a:r>
            <a:r>
              <a:rPr sz="2400" spc="-120" dirty="0">
                <a:latin typeface="Cambria Math"/>
                <a:cs typeface="Cambria Math"/>
              </a:rPr>
              <a:t> </a:t>
            </a:r>
            <a:r>
              <a:rPr sz="2400" spc="-25" dirty="0">
                <a:latin typeface="Cambria Math"/>
                <a:cs typeface="Cambria Math"/>
              </a:rPr>
              <a:t>𝒗</a:t>
            </a:r>
            <a:r>
              <a:rPr sz="2625" spc="-37" baseline="-15873" dirty="0">
                <a:latin typeface="Cambria Math"/>
                <a:cs typeface="Cambria Math"/>
              </a:rPr>
              <a:t>𝒌</a:t>
            </a:r>
            <a:r>
              <a:rPr sz="2400" spc="-25" dirty="0">
                <a:latin typeface="Cambria Math"/>
                <a:cs typeface="Cambria Math"/>
              </a:rPr>
              <a:t>)</a:t>
            </a:r>
            <a:endParaRPr sz="2400" dirty="0">
              <a:latin typeface="Cambria Math"/>
              <a:cs typeface="Cambria Math"/>
            </a:endParaRPr>
          </a:p>
          <a:p>
            <a:pPr marL="729615" lvl="1" indent="-347980">
              <a:lnSpc>
                <a:spcPct val="100000"/>
              </a:lnSpc>
              <a:spcBef>
                <a:spcPts val="58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29615" algn="l"/>
                <a:tab pos="730250" algn="l"/>
              </a:tabLst>
            </a:pPr>
            <a:r>
              <a:rPr sz="24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存在路径</a:t>
            </a:r>
            <a:r>
              <a:rPr sz="2400" spc="85" dirty="0">
                <a:latin typeface="Cambria Math"/>
                <a:cs typeface="Cambria Math"/>
              </a:rPr>
              <a:t>&lt; </a:t>
            </a:r>
            <a:r>
              <a:rPr sz="2400" dirty="0">
                <a:latin typeface="Cambria Math"/>
                <a:cs typeface="Cambria Math"/>
              </a:rPr>
              <a:t>𝒗</a:t>
            </a:r>
            <a:r>
              <a:rPr sz="2625" baseline="-15873" dirty="0">
                <a:latin typeface="Cambria Math"/>
                <a:cs typeface="Cambria Math"/>
              </a:rPr>
              <a:t>𝟎</a:t>
            </a:r>
            <a:r>
              <a:rPr sz="2400" spc="-60" dirty="0">
                <a:latin typeface="Cambria Math"/>
                <a:cs typeface="Cambria Math"/>
              </a:rPr>
              <a:t>, </a:t>
            </a:r>
            <a:r>
              <a:rPr sz="2400" dirty="0">
                <a:latin typeface="Cambria Math"/>
                <a:cs typeface="Cambria Math"/>
              </a:rPr>
              <a:t>𝒗</a:t>
            </a:r>
            <a:r>
              <a:rPr sz="2625" baseline="-15873" dirty="0">
                <a:latin typeface="Cambria Math"/>
                <a:cs typeface="Cambria Math"/>
              </a:rPr>
              <a:t>𝟏</a:t>
            </a:r>
            <a:r>
              <a:rPr sz="2400" spc="-60" dirty="0">
                <a:latin typeface="Cambria Math"/>
                <a:cs typeface="Cambria Math"/>
              </a:rPr>
              <a:t>, … , </a:t>
            </a:r>
            <a:r>
              <a:rPr sz="2400" dirty="0">
                <a:latin typeface="Cambria Math"/>
                <a:cs typeface="Cambria Math"/>
              </a:rPr>
              <a:t>𝒗</a:t>
            </a:r>
            <a:r>
              <a:rPr sz="2625" baseline="-15873" dirty="0">
                <a:latin typeface="Cambria Math"/>
                <a:cs typeface="Cambria Math"/>
              </a:rPr>
              <a:t>𝒌</a:t>
            </a:r>
            <a:r>
              <a:rPr sz="2625" spc="630" baseline="-15873" dirty="0">
                <a:latin typeface="Cambria Math"/>
                <a:cs typeface="Cambria Math"/>
              </a:rPr>
              <a:t> </a:t>
            </a:r>
            <a:r>
              <a:rPr sz="2400" spc="10" dirty="0">
                <a:latin typeface="Cambria Math"/>
                <a:cs typeface="Cambria Math"/>
              </a:rPr>
              <a:t>&gt; </a:t>
            </a:r>
            <a:r>
              <a:rPr sz="2400" dirty="0">
                <a:latin typeface="PMingLiU"/>
                <a:cs typeface="PMingLiU"/>
              </a:rPr>
              <a:t>，</a:t>
            </a:r>
            <a:r>
              <a:rPr sz="2400" dirty="0" err="1">
                <a:latin typeface="PMingLiU"/>
                <a:cs typeface="PMingLiU"/>
              </a:rPr>
              <a:t>则</a:t>
            </a:r>
            <a:r>
              <a:rPr sz="2400" spc="45" dirty="0">
                <a:latin typeface="Cambria Math"/>
                <a:cs typeface="Cambria Math"/>
              </a:rPr>
              <a:t>𝒗</a:t>
            </a:r>
            <a:r>
              <a:rPr sz="2625" spc="67" baseline="-15873" dirty="0">
                <a:latin typeface="Cambria Math"/>
                <a:cs typeface="Cambria Math"/>
              </a:rPr>
              <a:t>𝟎</a:t>
            </a:r>
            <a:r>
              <a:rPr sz="2400" dirty="0" err="1">
                <a:solidFill>
                  <a:srgbClr val="FF0000"/>
                </a:solidFill>
                <a:latin typeface="PMingLiU"/>
                <a:cs typeface="PMingLiU"/>
              </a:rPr>
              <a:t>可达</a:t>
            </a:r>
            <a:r>
              <a:rPr sz="2400" spc="-25" dirty="0">
                <a:latin typeface="Cambria Math"/>
                <a:cs typeface="Cambria Math"/>
              </a:rPr>
              <a:t>𝒗</a:t>
            </a:r>
            <a:r>
              <a:rPr sz="2625" spc="-37" baseline="-15873" dirty="0">
                <a:latin typeface="Cambria Math"/>
                <a:cs typeface="Cambria Math"/>
              </a:rPr>
              <a:t>𝒌</a:t>
            </a:r>
            <a:endParaRPr sz="2625" baseline="-15873" dirty="0">
              <a:latin typeface="Cambria Math"/>
              <a:cs typeface="Cambria Math"/>
            </a:endParaRPr>
          </a:p>
          <a:p>
            <a:pPr marL="729615" lvl="1" indent="-347980">
              <a:lnSpc>
                <a:spcPct val="100000"/>
              </a:lnSpc>
              <a:spcBef>
                <a:spcPts val="56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29615" algn="l"/>
                <a:tab pos="730250" algn="l"/>
              </a:tabLst>
            </a:pPr>
            <a:r>
              <a:rPr sz="2400" dirty="0" err="1">
                <a:latin typeface="PMingLiU"/>
                <a:cs typeface="PMingLiU"/>
              </a:rPr>
              <a:t>如果</a:t>
            </a:r>
            <a:r>
              <a:rPr sz="2400" dirty="0">
                <a:latin typeface="Cambria Math"/>
                <a:cs typeface="Cambria Math"/>
              </a:rPr>
              <a:t>𝒗</a:t>
            </a:r>
            <a:r>
              <a:rPr sz="2625" baseline="-15873" dirty="0">
                <a:latin typeface="Cambria Math"/>
                <a:cs typeface="Cambria Math"/>
              </a:rPr>
              <a:t>𝟎</a:t>
            </a:r>
            <a:r>
              <a:rPr sz="2400" spc="-45" dirty="0">
                <a:latin typeface="Cambria Math"/>
                <a:cs typeface="Cambria Math"/>
              </a:rPr>
              <a:t>, </a:t>
            </a:r>
            <a:r>
              <a:rPr sz="2400" dirty="0">
                <a:latin typeface="Cambria Math"/>
                <a:cs typeface="Cambria Math"/>
              </a:rPr>
              <a:t>𝒗</a:t>
            </a:r>
            <a:r>
              <a:rPr sz="2625" baseline="-15873" dirty="0">
                <a:latin typeface="Cambria Math"/>
                <a:cs typeface="Cambria Math"/>
              </a:rPr>
              <a:t>𝟏</a:t>
            </a:r>
            <a:r>
              <a:rPr sz="2400" spc="-35" dirty="0">
                <a:latin typeface="Cambria Math"/>
                <a:cs typeface="Cambria Math"/>
              </a:rPr>
              <a:t>, … , </a:t>
            </a:r>
            <a:r>
              <a:rPr sz="2400" dirty="0">
                <a:latin typeface="Cambria Math"/>
                <a:cs typeface="Cambria Math"/>
              </a:rPr>
              <a:t>𝒗</a:t>
            </a:r>
            <a:r>
              <a:rPr sz="2625" baseline="-15873" dirty="0">
                <a:latin typeface="Cambria Math"/>
                <a:cs typeface="Cambria Math"/>
              </a:rPr>
              <a:t>𝒌</a:t>
            </a:r>
            <a:r>
              <a:rPr sz="2400" spc="-5" dirty="0" err="1">
                <a:latin typeface="PMingLiU"/>
                <a:cs typeface="PMingLiU"/>
              </a:rPr>
              <a:t>互不相同</a:t>
            </a:r>
            <a:r>
              <a:rPr sz="2400" spc="-5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，则该路径是简单的</a:t>
            </a:r>
            <a:endParaRPr sz="24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288952" y="221688"/>
            <a:ext cx="4996101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 err="1"/>
              <a:t>图的概念：路</a:t>
            </a:r>
            <a:r>
              <a:rPr spc="-50" dirty="0" err="1"/>
              <a:t>径</a:t>
            </a:r>
            <a:endParaRPr spc="-50" dirty="0"/>
          </a:p>
        </p:txBody>
      </p:sp>
      <p:sp>
        <p:nvSpPr>
          <p:cNvPr id="6" name="object 6"/>
          <p:cNvSpPr/>
          <p:nvPr/>
        </p:nvSpPr>
        <p:spPr>
          <a:xfrm>
            <a:off x="4375222" y="4406600"/>
            <a:ext cx="2065020" cy="596265"/>
          </a:xfrm>
          <a:custGeom>
            <a:avLst/>
            <a:gdLst/>
            <a:ahLst/>
            <a:cxnLst/>
            <a:rect l="l" t="t" r="r" b="b"/>
            <a:pathLst>
              <a:path w="2065020" h="596264">
                <a:moveTo>
                  <a:pt x="595884" y="297942"/>
                </a:moveTo>
                <a:lnTo>
                  <a:pt x="591985" y="249605"/>
                </a:lnTo>
                <a:lnTo>
                  <a:pt x="580694" y="203758"/>
                </a:lnTo>
                <a:lnTo>
                  <a:pt x="562635" y="161010"/>
                </a:lnTo>
                <a:lnTo>
                  <a:pt x="538403" y="121970"/>
                </a:lnTo>
                <a:lnTo>
                  <a:pt x="508622" y="87249"/>
                </a:lnTo>
                <a:lnTo>
                  <a:pt x="473913" y="57480"/>
                </a:lnTo>
                <a:lnTo>
                  <a:pt x="434873" y="33248"/>
                </a:lnTo>
                <a:lnTo>
                  <a:pt x="392125" y="15189"/>
                </a:lnTo>
                <a:lnTo>
                  <a:pt x="346278" y="3898"/>
                </a:lnTo>
                <a:lnTo>
                  <a:pt x="297942" y="0"/>
                </a:lnTo>
                <a:lnTo>
                  <a:pt x="249593" y="3898"/>
                </a:lnTo>
                <a:lnTo>
                  <a:pt x="203746" y="15189"/>
                </a:lnTo>
                <a:lnTo>
                  <a:pt x="160997" y="33248"/>
                </a:lnTo>
                <a:lnTo>
                  <a:pt x="121958" y="57480"/>
                </a:lnTo>
                <a:lnTo>
                  <a:pt x="87236" y="87249"/>
                </a:lnTo>
                <a:lnTo>
                  <a:pt x="57467" y="121970"/>
                </a:lnTo>
                <a:lnTo>
                  <a:pt x="33235" y="161010"/>
                </a:lnTo>
                <a:lnTo>
                  <a:pt x="15176" y="203758"/>
                </a:lnTo>
                <a:lnTo>
                  <a:pt x="3886" y="249605"/>
                </a:lnTo>
                <a:lnTo>
                  <a:pt x="0" y="297942"/>
                </a:lnTo>
                <a:lnTo>
                  <a:pt x="3886" y="346290"/>
                </a:lnTo>
                <a:lnTo>
                  <a:pt x="15176" y="392137"/>
                </a:lnTo>
                <a:lnTo>
                  <a:pt x="33235" y="434886"/>
                </a:lnTo>
                <a:lnTo>
                  <a:pt x="57467" y="473925"/>
                </a:lnTo>
                <a:lnTo>
                  <a:pt x="87249" y="508635"/>
                </a:lnTo>
                <a:lnTo>
                  <a:pt x="121958" y="538416"/>
                </a:lnTo>
                <a:lnTo>
                  <a:pt x="160997" y="562648"/>
                </a:lnTo>
                <a:lnTo>
                  <a:pt x="203746" y="580707"/>
                </a:lnTo>
                <a:lnTo>
                  <a:pt x="249593" y="591997"/>
                </a:lnTo>
                <a:lnTo>
                  <a:pt x="297942" y="595884"/>
                </a:lnTo>
                <a:lnTo>
                  <a:pt x="346278" y="591997"/>
                </a:lnTo>
                <a:lnTo>
                  <a:pt x="392125" y="580707"/>
                </a:lnTo>
                <a:lnTo>
                  <a:pt x="434873" y="562648"/>
                </a:lnTo>
                <a:lnTo>
                  <a:pt x="473913" y="538416"/>
                </a:lnTo>
                <a:lnTo>
                  <a:pt x="508635" y="508635"/>
                </a:lnTo>
                <a:lnTo>
                  <a:pt x="538403" y="473925"/>
                </a:lnTo>
                <a:lnTo>
                  <a:pt x="562635" y="434886"/>
                </a:lnTo>
                <a:lnTo>
                  <a:pt x="580694" y="392137"/>
                </a:lnTo>
                <a:lnTo>
                  <a:pt x="591985" y="346290"/>
                </a:lnTo>
                <a:lnTo>
                  <a:pt x="595884" y="297942"/>
                </a:lnTo>
                <a:close/>
              </a:path>
              <a:path w="2065020" h="596264">
                <a:moveTo>
                  <a:pt x="2065020" y="297942"/>
                </a:moveTo>
                <a:lnTo>
                  <a:pt x="2061121" y="249605"/>
                </a:lnTo>
                <a:lnTo>
                  <a:pt x="2049830" y="203758"/>
                </a:lnTo>
                <a:lnTo>
                  <a:pt x="2031771" y="161010"/>
                </a:lnTo>
                <a:lnTo>
                  <a:pt x="2007539" y="121970"/>
                </a:lnTo>
                <a:lnTo>
                  <a:pt x="1977771" y="87249"/>
                </a:lnTo>
                <a:lnTo>
                  <a:pt x="1943049" y="57480"/>
                </a:lnTo>
                <a:lnTo>
                  <a:pt x="1904009" y="33248"/>
                </a:lnTo>
                <a:lnTo>
                  <a:pt x="1861261" y="15189"/>
                </a:lnTo>
                <a:lnTo>
                  <a:pt x="1815414" y="3898"/>
                </a:lnTo>
                <a:lnTo>
                  <a:pt x="1767078" y="0"/>
                </a:lnTo>
                <a:lnTo>
                  <a:pt x="1718729" y="3898"/>
                </a:lnTo>
                <a:lnTo>
                  <a:pt x="1672882" y="15189"/>
                </a:lnTo>
                <a:lnTo>
                  <a:pt x="1630133" y="33248"/>
                </a:lnTo>
                <a:lnTo>
                  <a:pt x="1591094" y="57480"/>
                </a:lnTo>
                <a:lnTo>
                  <a:pt x="1556372" y="87249"/>
                </a:lnTo>
                <a:lnTo>
                  <a:pt x="1526603" y="121970"/>
                </a:lnTo>
                <a:lnTo>
                  <a:pt x="1502371" y="161010"/>
                </a:lnTo>
                <a:lnTo>
                  <a:pt x="1484312" y="203758"/>
                </a:lnTo>
                <a:lnTo>
                  <a:pt x="1473022" y="249605"/>
                </a:lnTo>
                <a:lnTo>
                  <a:pt x="1469136" y="297942"/>
                </a:lnTo>
                <a:lnTo>
                  <a:pt x="1473022" y="346290"/>
                </a:lnTo>
                <a:lnTo>
                  <a:pt x="1484312" y="392137"/>
                </a:lnTo>
                <a:lnTo>
                  <a:pt x="1502371" y="434886"/>
                </a:lnTo>
                <a:lnTo>
                  <a:pt x="1526603" y="473925"/>
                </a:lnTo>
                <a:lnTo>
                  <a:pt x="1556385" y="508635"/>
                </a:lnTo>
                <a:lnTo>
                  <a:pt x="1591094" y="538416"/>
                </a:lnTo>
                <a:lnTo>
                  <a:pt x="1630133" y="562648"/>
                </a:lnTo>
                <a:lnTo>
                  <a:pt x="1672882" y="580707"/>
                </a:lnTo>
                <a:lnTo>
                  <a:pt x="1718729" y="591997"/>
                </a:lnTo>
                <a:lnTo>
                  <a:pt x="1767078" y="595884"/>
                </a:lnTo>
                <a:lnTo>
                  <a:pt x="1815414" y="591997"/>
                </a:lnTo>
                <a:lnTo>
                  <a:pt x="1861261" y="580707"/>
                </a:lnTo>
                <a:lnTo>
                  <a:pt x="1904009" y="562648"/>
                </a:lnTo>
                <a:lnTo>
                  <a:pt x="1943049" y="538416"/>
                </a:lnTo>
                <a:lnTo>
                  <a:pt x="1977771" y="508635"/>
                </a:lnTo>
                <a:lnTo>
                  <a:pt x="2007539" y="473925"/>
                </a:lnTo>
                <a:lnTo>
                  <a:pt x="2031771" y="434886"/>
                </a:lnTo>
                <a:lnTo>
                  <a:pt x="2049830" y="392137"/>
                </a:lnTo>
                <a:lnTo>
                  <a:pt x="2061121" y="346290"/>
                </a:lnTo>
                <a:lnTo>
                  <a:pt x="2065020" y="297942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734640" y="3791159"/>
            <a:ext cx="6627495" cy="10991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路径</a:t>
            </a:r>
            <a:r>
              <a:rPr sz="2800" dirty="0">
                <a:latin typeface="Cambria Math"/>
                <a:cs typeface="Cambria Math"/>
              </a:rPr>
              <a:t>𝑷</a:t>
            </a:r>
            <a:r>
              <a:rPr sz="2800" spc="75" dirty="0">
                <a:latin typeface="Cambria Math"/>
                <a:cs typeface="Cambria Math"/>
              </a:rPr>
              <a:t> =&lt; </a:t>
            </a:r>
            <a:r>
              <a:rPr sz="2800" spc="-10" dirty="0">
                <a:latin typeface="Cambria Math"/>
                <a:cs typeface="Cambria Math"/>
              </a:rPr>
              <a:t>𝒂</a:t>
            </a:r>
            <a:r>
              <a:rPr sz="2800" spc="-80" dirty="0">
                <a:latin typeface="Cambria Math"/>
                <a:cs typeface="Cambria Math"/>
              </a:rPr>
              <a:t>, </a:t>
            </a:r>
            <a:r>
              <a:rPr sz="2800" spc="-10" dirty="0">
                <a:latin typeface="Cambria Math"/>
                <a:cs typeface="Cambria Math"/>
              </a:rPr>
              <a:t>𝒃</a:t>
            </a:r>
            <a:r>
              <a:rPr sz="2800" spc="-80" dirty="0">
                <a:latin typeface="Cambria Math"/>
                <a:cs typeface="Cambria Math"/>
              </a:rPr>
              <a:t>, </a:t>
            </a:r>
            <a:r>
              <a:rPr sz="2800" dirty="0">
                <a:latin typeface="Cambria Math"/>
                <a:cs typeface="Cambria Math"/>
              </a:rPr>
              <a:t>𝒄,</a:t>
            </a:r>
            <a:r>
              <a:rPr sz="2800" spc="-150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𝒈</a:t>
            </a:r>
            <a:r>
              <a:rPr sz="2800" spc="85" dirty="0">
                <a:latin typeface="Cambria Math"/>
                <a:cs typeface="Cambria Math"/>
              </a:rPr>
              <a:t> &gt;</a:t>
            </a:r>
            <a:r>
              <a:rPr sz="2800" dirty="0">
                <a:latin typeface="PMingLiU"/>
                <a:cs typeface="PMingLiU"/>
              </a:rPr>
              <a:t>，</a:t>
            </a:r>
            <a:r>
              <a:rPr sz="2800" dirty="0" err="1">
                <a:latin typeface="PMingLiU"/>
                <a:cs typeface="PMingLiU"/>
              </a:rPr>
              <a:t>顶点</a:t>
            </a:r>
            <a:r>
              <a:rPr sz="2800" spc="-10" dirty="0">
                <a:latin typeface="Cambria Math"/>
                <a:cs typeface="Cambria Math"/>
              </a:rPr>
              <a:t>𝒂</a:t>
            </a:r>
            <a:r>
              <a:rPr sz="2800" spc="-5" dirty="0" err="1">
                <a:latin typeface="PMingLiU"/>
                <a:cs typeface="PMingLiU"/>
              </a:rPr>
              <a:t>可达顶点</a:t>
            </a:r>
            <a:r>
              <a:rPr sz="2800" spc="-50" dirty="0">
                <a:latin typeface="Cambria Math"/>
                <a:cs typeface="Cambria Math"/>
              </a:rPr>
              <a:t>𝒈</a:t>
            </a:r>
            <a:endParaRPr sz="2800" dirty="0">
              <a:latin typeface="Cambria Math"/>
              <a:cs typeface="Cambria Math"/>
            </a:endParaRPr>
          </a:p>
          <a:p>
            <a:pPr marL="3806190">
              <a:lnSpc>
                <a:spcPct val="100000"/>
              </a:lnSpc>
              <a:spcBef>
                <a:spcPts val="2210"/>
              </a:spcBef>
              <a:tabLst>
                <a:tab pos="5276215" algn="l"/>
              </a:tabLst>
            </a:pPr>
            <a:r>
              <a:rPr sz="2400" spc="-50" dirty="0">
                <a:latin typeface="Cambria Math"/>
                <a:cs typeface="Cambria Math"/>
              </a:rPr>
              <a:t>𝒂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𝒃</a:t>
            </a:r>
            <a:endParaRPr sz="2400" dirty="0">
              <a:latin typeface="Cambria Math"/>
              <a:cs typeface="Cambria Math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375221" y="6041853"/>
            <a:ext cx="596265" cy="596265"/>
          </a:xfrm>
          <a:custGeom>
            <a:avLst/>
            <a:gdLst/>
            <a:ahLst/>
            <a:cxnLst/>
            <a:rect l="l" t="t" r="r" b="b"/>
            <a:pathLst>
              <a:path w="596264" h="596264">
                <a:moveTo>
                  <a:pt x="0" y="297941"/>
                </a:moveTo>
                <a:lnTo>
                  <a:pt x="3898" y="249613"/>
                </a:lnTo>
                <a:lnTo>
                  <a:pt x="15185" y="203767"/>
                </a:lnTo>
                <a:lnTo>
                  <a:pt x="33247" y="161018"/>
                </a:lnTo>
                <a:lnTo>
                  <a:pt x="57473" y="121979"/>
                </a:lnTo>
                <a:lnTo>
                  <a:pt x="87248" y="87263"/>
                </a:lnTo>
                <a:lnTo>
                  <a:pt x="121962" y="57484"/>
                </a:lnTo>
                <a:lnTo>
                  <a:pt x="161001" y="33254"/>
                </a:lnTo>
                <a:lnTo>
                  <a:pt x="203752" y="15188"/>
                </a:lnTo>
                <a:lnTo>
                  <a:pt x="249603" y="3899"/>
                </a:lnTo>
                <a:lnTo>
                  <a:pt x="297941" y="0"/>
                </a:lnTo>
                <a:lnTo>
                  <a:pt x="346280" y="3899"/>
                </a:lnTo>
                <a:lnTo>
                  <a:pt x="392131" y="15188"/>
                </a:lnTo>
                <a:lnTo>
                  <a:pt x="434882" y="33254"/>
                </a:lnTo>
                <a:lnTo>
                  <a:pt x="473921" y="57484"/>
                </a:lnTo>
                <a:lnTo>
                  <a:pt x="508634" y="87263"/>
                </a:lnTo>
                <a:lnTo>
                  <a:pt x="538410" y="121979"/>
                </a:lnTo>
                <a:lnTo>
                  <a:pt x="562636" y="161018"/>
                </a:lnTo>
                <a:lnTo>
                  <a:pt x="580698" y="203767"/>
                </a:lnTo>
                <a:lnTo>
                  <a:pt x="591985" y="249613"/>
                </a:lnTo>
                <a:lnTo>
                  <a:pt x="595883" y="297941"/>
                </a:lnTo>
                <a:lnTo>
                  <a:pt x="591985" y="346270"/>
                </a:lnTo>
                <a:lnTo>
                  <a:pt x="580698" y="392116"/>
                </a:lnTo>
                <a:lnTo>
                  <a:pt x="562636" y="434865"/>
                </a:lnTo>
                <a:lnTo>
                  <a:pt x="538410" y="473904"/>
                </a:lnTo>
                <a:lnTo>
                  <a:pt x="508635" y="508620"/>
                </a:lnTo>
                <a:lnTo>
                  <a:pt x="473921" y="538399"/>
                </a:lnTo>
                <a:lnTo>
                  <a:pt x="434882" y="562629"/>
                </a:lnTo>
                <a:lnTo>
                  <a:pt x="392131" y="580695"/>
                </a:lnTo>
                <a:lnTo>
                  <a:pt x="346280" y="591984"/>
                </a:lnTo>
                <a:lnTo>
                  <a:pt x="297941" y="595883"/>
                </a:lnTo>
                <a:lnTo>
                  <a:pt x="249603" y="591984"/>
                </a:lnTo>
                <a:lnTo>
                  <a:pt x="203752" y="580695"/>
                </a:lnTo>
                <a:lnTo>
                  <a:pt x="161001" y="562629"/>
                </a:lnTo>
                <a:lnTo>
                  <a:pt x="121962" y="538399"/>
                </a:lnTo>
                <a:lnTo>
                  <a:pt x="87249" y="508620"/>
                </a:lnTo>
                <a:lnTo>
                  <a:pt x="57473" y="473904"/>
                </a:lnTo>
                <a:lnTo>
                  <a:pt x="33247" y="434865"/>
                </a:lnTo>
                <a:lnTo>
                  <a:pt x="15185" y="392116"/>
                </a:lnTo>
                <a:lnTo>
                  <a:pt x="3898" y="346270"/>
                </a:lnTo>
                <a:lnTo>
                  <a:pt x="0" y="297941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524573" y="6133800"/>
            <a:ext cx="2216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𝒅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305873" y="6041853"/>
            <a:ext cx="596265" cy="596265"/>
          </a:xfrm>
          <a:custGeom>
            <a:avLst/>
            <a:gdLst/>
            <a:ahLst/>
            <a:cxnLst/>
            <a:rect l="l" t="t" r="r" b="b"/>
            <a:pathLst>
              <a:path w="596265" h="596264">
                <a:moveTo>
                  <a:pt x="297942" y="0"/>
                </a:moveTo>
                <a:lnTo>
                  <a:pt x="249603" y="3899"/>
                </a:lnTo>
                <a:lnTo>
                  <a:pt x="203752" y="15188"/>
                </a:lnTo>
                <a:lnTo>
                  <a:pt x="161001" y="33254"/>
                </a:lnTo>
                <a:lnTo>
                  <a:pt x="121962" y="57484"/>
                </a:lnTo>
                <a:lnTo>
                  <a:pt x="87249" y="87263"/>
                </a:lnTo>
                <a:lnTo>
                  <a:pt x="57473" y="121979"/>
                </a:lnTo>
                <a:lnTo>
                  <a:pt x="33247" y="161018"/>
                </a:lnTo>
                <a:lnTo>
                  <a:pt x="15185" y="203767"/>
                </a:lnTo>
                <a:lnTo>
                  <a:pt x="3898" y="249613"/>
                </a:lnTo>
                <a:lnTo>
                  <a:pt x="0" y="297941"/>
                </a:lnTo>
                <a:lnTo>
                  <a:pt x="3898" y="346270"/>
                </a:lnTo>
                <a:lnTo>
                  <a:pt x="15185" y="392116"/>
                </a:lnTo>
                <a:lnTo>
                  <a:pt x="33247" y="434865"/>
                </a:lnTo>
                <a:lnTo>
                  <a:pt x="57473" y="473904"/>
                </a:lnTo>
                <a:lnTo>
                  <a:pt x="87249" y="508620"/>
                </a:lnTo>
                <a:lnTo>
                  <a:pt x="121962" y="538399"/>
                </a:lnTo>
                <a:lnTo>
                  <a:pt x="161001" y="562629"/>
                </a:lnTo>
                <a:lnTo>
                  <a:pt x="203752" y="580695"/>
                </a:lnTo>
                <a:lnTo>
                  <a:pt x="249603" y="591984"/>
                </a:lnTo>
                <a:lnTo>
                  <a:pt x="297942" y="595883"/>
                </a:lnTo>
                <a:lnTo>
                  <a:pt x="346280" y="591984"/>
                </a:lnTo>
                <a:lnTo>
                  <a:pt x="392131" y="580695"/>
                </a:lnTo>
                <a:lnTo>
                  <a:pt x="434882" y="562629"/>
                </a:lnTo>
                <a:lnTo>
                  <a:pt x="473921" y="538399"/>
                </a:lnTo>
                <a:lnTo>
                  <a:pt x="508634" y="508620"/>
                </a:lnTo>
                <a:lnTo>
                  <a:pt x="538410" y="473904"/>
                </a:lnTo>
                <a:lnTo>
                  <a:pt x="562636" y="434865"/>
                </a:lnTo>
                <a:lnTo>
                  <a:pt x="580698" y="392116"/>
                </a:lnTo>
                <a:lnTo>
                  <a:pt x="591985" y="346270"/>
                </a:lnTo>
                <a:lnTo>
                  <a:pt x="595883" y="297941"/>
                </a:lnTo>
                <a:lnTo>
                  <a:pt x="591985" y="249613"/>
                </a:lnTo>
                <a:lnTo>
                  <a:pt x="580698" y="203767"/>
                </a:lnTo>
                <a:lnTo>
                  <a:pt x="562636" y="161018"/>
                </a:lnTo>
                <a:lnTo>
                  <a:pt x="538410" y="121979"/>
                </a:lnTo>
                <a:lnTo>
                  <a:pt x="508634" y="87263"/>
                </a:lnTo>
                <a:lnTo>
                  <a:pt x="473921" y="57484"/>
                </a:lnTo>
                <a:lnTo>
                  <a:pt x="434882" y="33254"/>
                </a:lnTo>
                <a:lnTo>
                  <a:pt x="392131" y="15188"/>
                </a:lnTo>
                <a:lnTo>
                  <a:pt x="346280" y="3899"/>
                </a:lnTo>
                <a:lnTo>
                  <a:pt x="29794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7450145" y="6133800"/>
            <a:ext cx="2317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𝒈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313493" y="4406600"/>
            <a:ext cx="596265" cy="596265"/>
          </a:xfrm>
          <a:custGeom>
            <a:avLst/>
            <a:gdLst/>
            <a:ahLst/>
            <a:cxnLst/>
            <a:rect l="l" t="t" r="r" b="b"/>
            <a:pathLst>
              <a:path w="596265" h="596264">
                <a:moveTo>
                  <a:pt x="297941" y="0"/>
                </a:moveTo>
                <a:lnTo>
                  <a:pt x="249603" y="3898"/>
                </a:lnTo>
                <a:lnTo>
                  <a:pt x="203752" y="15185"/>
                </a:lnTo>
                <a:lnTo>
                  <a:pt x="161001" y="33247"/>
                </a:lnTo>
                <a:lnTo>
                  <a:pt x="121962" y="57473"/>
                </a:lnTo>
                <a:lnTo>
                  <a:pt x="87249" y="87249"/>
                </a:lnTo>
                <a:lnTo>
                  <a:pt x="57473" y="121962"/>
                </a:lnTo>
                <a:lnTo>
                  <a:pt x="33247" y="161001"/>
                </a:lnTo>
                <a:lnTo>
                  <a:pt x="15185" y="203752"/>
                </a:lnTo>
                <a:lnTo>
                  <a:pt x="3898" y="249603"/>
                </a:lnTo>
                <a:lnTo>
                  <a:pt x="0" y="297942"/>
                </a:lnTo>
                <a:lnTo>
                  <a:pt x="3898" y="346280"/>
                </a:lnTo>
                <a:lnTo>
                  <a:pt x="15185" y="392131"/>
                </a:lnTo>
                <a:lnTo>
                  <a:pt x="33247" y="434882"/>
                </a:lnTo>
                <a:lnTo>
                  <a:pt x="57473" y="473921"/>
                </a:lnTo>
                <a:lnTo>
                  <a:pt x="87249" y="508635"/>
                </a:lnTo>
                <a:lnTo>
                  <a:pt x="121962" y="538410"/>
                </a:lnTo>
                <a:lnTo>
                  <a:pt x="161001" y="562636"/>
                </a:lnTo>
                <a:lnTo>
                  <a:pt x="203752" y="580698"/>
                </a:lnTo>
                <a:lnTo>
                  <a:pt x="249603" y="591985"/>
                </a:lnTo>
                <a:lnTo>
                  <a:pt x="297941" y="595884"/>
                </a:lnTo>
                <a:lnTo>
                  <a:pt x="346280" y="591985"/>
                </a:lnTo>
                <a:lnTo>
                  <a:pt x="392131" y="580698"/>
                </a:lnTo>
                <a:lnTo>
                  <a:pt x="434882" y="562636"/>
                </a:lnTo>
                <a:lnTo>
                  <a:pt x="473921" y="538410"/>
                </a:lnTo>
                <a:lnTo>
                  <a:pt x="508634" y="508635"/>
                </a:lnTo>
                <a:lnTo>
                  <a:pt x="538410" y="473921"/>
                </a:lnTo>
                <a:lnTo>
                  <a:pt x="562636" y="434882"/>
                </a:lnTo>
                <a:lnTo>
                  <a:pt x="580698" y="392131"/>
                </a:lnTo>
                <a:lnTo>
                  <a:pt x="591985" y="346280"/>
                </a:lnTo>
                <a:lnTo>
                  <a:pt x="595883" y="297942"/>
                </a:lnTo>
                <a:lnTo>
                  <a:pt x="591985" y="249603"/>
                </a:lnTo>
                <a:lnTo>
                  <a:pt x="580698" y="203752"/>
                </a:lnTo>
                <a:lnTo>
                  <a:pt x="562636" y="161001"/>
                </a:lnTo>
                <a:lnTo>
                  <a:pt x="538410" y="121962"/>
                </a:lnTo>
                <a:lnTo>
                  <a:pt x="508634" y="87249"/>
                </a:lnTo>
                <a:lnTo>
                  <a:pt x="473921" y="57473"/>
                </a:lnTo>
                <a:lnTo>
                  <a:pt x="434882" y="33247"/>
                </a:lnTo>
                <a:lnTo>
                  <a:pt x="392131" y="15185"/>
                </a:lnTo>
                <a:lnTo>
                  <a:pt x="346280" y="3898"/>
                </a:lnTo>
                <a:lnTo>
                  <a:pt x="297941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7483673" y="4498802"/>
            <a:ext cx="1797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𝒄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4654114" y="4685492"/>
            <a:ext cx="2976245" cy="1971675"/>
            <a:chOff x="4607814" y="4384547"/>
            <a:chExt cx="2976245" cy="1971675"/>
          </a:xfrm>
        </p:grpSpPr>
        <p:sp>
          <p:nvSpPr>
            <p:cNvPr id="15" name="object 15"/>
            <p:cNvSpPr/>
            <p:nvPr/>
          </p:nvSpPr>
          <p:spPr>
            <a:xfrm>
              <a:off x="4924806" y="4403597"/>
              <a:ext cx="873125" cy="0"/>
            </a:xfrm>
            <a:custGeom>
              <a:avLst/>
              <a:gdLst/>
              <a:ahLst/>
              <a:cxnLst/>
              <a:rect l="l" t="t" r="r" b="b"/>
              <a:pathLst>
                <a:path w="873125">
                  <a:moveTo>
                    <a:pt x="0" y="0"/>
                  </a:moveTo>
                  <a:lnTo>
                    <a:pt x="872744" y="0"/>
                  </a:lnTo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626864" y="4614671"/>
              <a:ext cx="2632710" cy="1424305"/>
            </a:xfrm>
            <a:custGeom>
              <a:avLst/>
              <a:gdLst/>
              <a:ahLst/>
              <a:cxnLst/>
              <a:rect l="l" t="t" r="r" b="b"/>
              <a:pathLst>
                <a:path w="2632709" h="1424304">
                  <a:moveTo>
                    <a:pt x="0" y="86867"/>
                  </a:moveTo>
                  <a:lnTo>
                    <a:pt x="0" y="1125715"/>
                  </a:lnTo>
                </a:path>
                <a:path w="2632709" h="1424304">
                  <a:moveTo>
                    <a:pt x="1258443" y="0"/>
                  </a:moveTo>
                  <a:lnTo>
                    <a:pt x="211074" y="1213421"/>
                  </a:lnTo>
                </a:path>
                <a:path w="2632709" h="1424304">
                  <a:moveTo>
                    <a:pt x="2632329" y="1424177"/>
                  </a:moveTo>
                  <a:lnTo>
                    <a:pt x="1767077" y="1424177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393942" y="4403597"/>
              <a:ext cx="1171575" cy="1337310"/>
            </a:xfrm>
            <a:custGeom>
              <a:avLst/>
              <a:gdLst/>
              <a:ahLst/>
              <a:cxnLst/>
              <a:rect l="l" t="t" r="r" b="b"/>
              <a:pathLst>
                <a:path w="1171575" h="1337310">
                  <a:moveTo>
                    <a:pt x="1171066" y="297941"/>
                  </a:moveTo>
                  <a:lnTo>
                    <a:pt x="1163574" y="1336789"/>
                  </a:lnTo>
                </a:path>
                <a:path w="1171575" h="1337310">
                  <a:moveTo>
                    <a:pt x="0" y="0"/>
                  </a:moveTo>
                  <a:lnTo>
                    <a:pt x="872743" y="0"/>
                  </a:lnTo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798058" y="5740907"/>
              <a:ext cx="596265" cy="596265"/>
            </a:xfrm>
            <a:custGeom>
              <a:avLst/>
              <a:gdLst/>
              <a:ahLst/>
              <a:cxnLst/>
              <a:rect l="l" t="t" r="r" b="b"/>
              <a:pathLst>
                <a:path w="596264" h="596264">
                  <a:moveTo>
                    <a:pt x="0" y="297941"/>
                  </a:moveTo>
                  <a:lnTo>
                    <a:pt x="3898" y="249613"/>
                  </a:lnTo>
                  <a:lnTo>
                    <a:pt x="15185" y="203767"/>
                  </a:lnTo>
                  <a:lnTo>
                    <a:pt x="33247" y="161018"/>
                  </a:lnTo>
                  <a:lnTo>
                    <a:pt x="57473" y="121979"/>
                  </a:lnTo>
                  <a:lnTo>
                    <a:pt x="87248" y="87263"/>
                  </a:lnTo>
                  <a:lnTo>
                    <a:pt x="121962" y="57484"/>
                  </a:lnTo>
                  <a:lnTo>
                    <a:pt x="161001" y="33254"/>
                  </a:lnTo>
                  <a:lnTo>
                    <a:pt x="203752" y="15188"/>
                  </a:lnTo>
                  <a:lnTo>
                    <a:pt x="249603" y="3899"/>
                  </a:lnTo>
                  <a:lnTo>
                    <a:pt x="297941" y="0"/>
                  </a:lnTo>
                  <a:lnTo>
                    <a:pt x="346280" y="3899"/>
                  </a:lnTo>
                  <a:lnTo>
                    <a:pt x="392131" y="15188"/>
                  </a:lnTo>
                  <a:lnTo>
                    <a:pt x="434882" y="33254"/>
                  </a:lnTo>
                  <a:lnTo>
                    <a:pt x="473921" y="57484"/>
                  </a:lnTo>
                  <a:lnTo>
                    <a:pt x="508634" y="87263"/>
                  </a:lnTo>
                  <a:lnTo>
                    <a:pt x="538410" y="121979"/>
                  </a:lnTo>
                  <a:lnTo>
                    <a:pt x="562636" y="161018"/>
                  </a:lnTo>
                  <a:lnTo>
                    <a:pt x="580698" y="203767"/>
                  </a:lnTo>
                  <a:lnTo>
                    <a:pt x="591985" y="249613"/>
                  </a:lnTo>
                  <a:lnTo>
                    <a:pt x="595883" y="297941"/>
                  </a:lnTo>
                  <a:lnTo>
                    <a:pt x="591985" y="346270"/>
                  </a:lnTo>
                  <a:lnTo>
                    <a:pt x="580698" y="392116"/>
                  </a:lnTo>
                  <a:lnTo>
                    <a:pt x="562636" y="434865"/>
                  </a:lnTo>
                  <a:lnTo>
                    <a:pt x="538410" y="473904"/>
                  </a:lnTo>
                  <a:lnTo>
                    <a:pt x="508635" y="508620"/>
                  </a:lnTo>
                  <a:lnTo>
                    <a:pt x="473921" y="538399"/>
                  </a:lnTo>
                  <a:lnTo>
                    <a:pt x="434882" y="562629"/>
                  </a:lnTo>
                  <a:lnTo>
                    <a:pt x="392131" y="580695"/>
                  </a:lnTo>
                  <a:lnTo>
                    <a:pt x="346280" y="591984"/>
                  </a:lnTo>
                  <a:lnTo>
                    <a:pt x="297941" y="595883"/>
                  </a:lnTo>
                  <a:lnTo>
                    <a:pt x="249603" y="591984"/>
                  </a:lnTo>
                  <a:lnTo>
                    <a:pt x="203752" y="580695"/>
                  </a:lnTo>
                  <a:lnTo>
                    <a:pt x="161001" y="562629"/>
                  </a:lnTo>
                  <a:lnTo>
                    <a:pt x="121962" y="538399"/>
                  </a:lnTo>
                  <a:lnTo>
                    <a:pt x="87249" y="508620"/>
                  </a:lnTo>
                  <a:lnTo>
                    <a:pt x="57473" y="473904"/>
                  </a:lnTo>
                  <a:lnTo>
                    <a:pt x="33247" y="434865"/>
                  </a:lnTo>
                  <a:lnTo>
                    <a:pt x="15185" y="392116"/>
                  </a:lnTo>
                  <a:lnTo>
                    <a:pt x="3898" y="346270"/>
                  </a:lnTo>
                  <a:lnTo>
                    <a:pt x="0" y="297941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6006409" y="6133800"/>
            <a:ext cx="1974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𝒇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4971105" y="6339795"/>
            <a:ext cx="873125" cy="0"/>
          </a:xfrm>
          <a:custGeom>
            <a:avLst/>
            <a:gdLst/>
            <a:ahLst/>
            <a:cxnLst/>
            <a:rect l="l" t="t" r="r" b="b"/>
            <a:pathLst>
              <a:path w="873125">
                <a:moveTo>
                  <a:pt x="872744" y="0"/>
                </a:moveTo>
                <a:lnTo>
                  <a:pt x="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08115" y="1157460"/>
            <a:ext cx="10790555" cy="237045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393700" indent="-342900">
              <a:lnSpc>
                <a:spcPct val="100000"/>
              </a:lnSpc>
              <a:spcBef>
                <a:spcPts val="81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93065" algn="l"/>
                <a:tab pos="393700" algn="l"/>
              </a:tabLst>
            </a:pPr>
            <a:r>
              <a:rPr sz="2800" dirty="0" err="1">
                <a:latin typeface="PMingLiU"/>
                <a:cs typeface="PMingLiU"/>
              </a:rPr>
              <a:t>环路</a:t>
            </a:r>
            <a:r>
              <a:rPr sz="2800" b="1" spc="-10" dirty="0">
                <a:latin typeface="Times New Roman"/>
                <a:cs typeface="Times New Roman"/>
              </a:rPr>
              <a:t>(Cycle)</a:t>
            </a:r>
            <a:endParaRPr sz="2800" dirty="0">
              <a:latin typeface="Times New Roman"/>
              <a:cs typeface="Times New Roman"/>
            </a:endParaRPr>
          </a:p>
          <a:p>
            <a:pPr marL="742315" lvl="1" indent="-347980">
              <a:lnSpc>
                <a:spcPct val="100000"/>
              </a:lnSpc>
              <a:spcBef>
                <a:spcPts val="610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42315" algn="l"/>
                <a:tab pos="742950" algn="l"/>
              </a:tabLst>
            </a:pPr>
            <a:r>
              <a:rPr sz="24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如果路径</a:t>
            </a:r>
            <a:r>
              <a:rPr sz="2400" spc="75" dirty="0">
                <a:latin typeface="Cambria Math"/>
                <a:cs typeface="Cambria Math"/>
              </a:rPr>
              <a:t>&lt; </a:t>
            </a:r>
            <a:r>
              <a:rPr sz="2400" dirty="0">
                <a:latin typeface="Cambria Math"/>
                <a:cs typeface="Cambria Math"/>
              </a:rPr>
              <a:t>𝒗</a:t>
            </a:r>
            <a:r>
              <a:rPr sz="2625" baseline="-15873" dirty="0">
                <a:latin typeface="Cambria Math"/>
                <a:cs typeface="Cambria Math"/>
              </a:rPr>
              <a:t>𝟎</a:t>
            </a:r>
            <a:r>
              <a:rPr sz="2400" spc="-60" dirty="0">
                <a:latin typeface="Cambria Math"/>
                <a:cs typeface="Cambria Math"/>
              </a:rPr>
              <a:t>, </a:t>
            </a:r>
            <a:r>
              <a:rPr sz="2400" dirty="0">
                <a:latin typeface="Cambria Math"/>
                <a:cs typeface="Cambria Math"/>
              </a:rPr>
              <a:t>𝒗</a:t>
            </a:r>
            <a:r>
              <a:rPr sz="2625" baseline="-15873" dirty="0">
                <a:latin typeface="Cambria Math"/>
                <a:cs typeface="Cambria Math"/>
              </a:rPr>
              <a:t>𝟏</a:t>
            </a:r>
            <a:r>
              <a:rPr sz="2400" spc="-70" dirty="0">
                <a:latin typeface="Cambria Math"/>
                <a:cs typeface="Cambria Math"/>
              </a:rPr>
              <a:t>, … , </a:t>
            </a:r>
            <a:r>
              <a:rPr sz="2400" dirty="0">
                <a:latin typeface="Cambria Math"/>
                <a:cs typeface="Cambria Math"/>
              </a:rPr>
              <a:t>𝒗</a:t>
            </a:r>
            <a:r>
              <a:rPr sz="2625" baseline="-15873" dirty="0">
                <a:latin typeface="Cambria Math"/>
                <a:cs typeface="Cambria Math"/>
              </a:rPr>
              <a:t>𝒌</a:t>
            </a:r>
            <a:r>
              <a:rPr sz="2625" spc="622" baseline="-15873" dirty="0">
                <a:latin typeface="Cambria Math"/>
                <a:cs typeface="Cambria Math"/>
              </a:rPr>
              <a:t> </a:t>
            </a:r>
            <a:r>
              <a:rPr sz="2400" spc="-10" dirty="0">
                <a:latin typeface="Cambria Math"/>
                <a:cs typeface="Cambria Math"/>
              </a:rPr>
              <a:t>&gt;</a:t>
            </a:r>
            <a:r>
              <a:rPr sz="2400" dirty="0" err="1">
                <a:latin typeface="PMingLiU"/>
                <a:cs typeface="PMingLiU"/>
              </a:rPr>
              <a:t>中</a:t>
            </a:r>
            <a:r>
              <a:rPr sz="2400" dirty="0">
                <a:latin typeface="Cambria Math"/>
                <a:cs typeface="Cambria Math"/>
              </a:rPr>
              <a:t>𝒗</a:t>
            </a:r>
            <a:r>
              <a:rPr sz="2625" baseline="-15873" dirty="0">
                <a:latin typeface="Cambria Math"/>
                <a:cs typeface="Cambria Math"/>
              </a:rPr>
              <a:t>𝟎</a:t>
            </a:r>
            <a:r>
              <a:rPr sz="2625" spc="615" baseline="-15873" dirty="0">
                <a:latin typeface="Cambria Math"/>
                <a:cs typeface="Cambria Math"/>
              </a:rPr>
              <a:t> </a:t>
            </a:r>
            <a:r>
              <a:rPr sz="2400" spc="80" dirty="0">
                <a:latin typeface="Cambria Math"/>
                <a:cs typeface="Cambria Math"/>
              </a:rPr>
              <a:t>= </a:t>
            </a:r>
            <a:r>
              <a:rPr sz="2400" spc="45" dirty="0">
                <a:latin typeface="Cambria Math"/>
                <a:cs typeface="Cambria Math"/>
              </a:rPr>
              <a:t>𝒗</a:t>
            </a:r>
            <a:r>
              <a:rPr sz="2625" spc="67" baseline="-15873" dirty="0">
                <a:latin typeface="Cambria Math"/>
                <a:cs typeface="Cambria Math"/>
              </a:rPr>
              <a:t>𝒌</a:t>
            </a:r>
            <a:r>
              <a:rPr sz="2400" dirty="0" err="1">
                <a:latin typeface="PMingLiU"/>
                <a:cs typeface="PMingLiU"/>
              </a:rPr>
              <a:t>且至少包含一条边</a:t>
            </a:r>
            <a:r>
              <a:rPr sz="2400" b="1" dirty="0" err="1">
                <a:latin typeface="Microsoft JhengHei"/>
                <a:cs typeface="Microsoft JhengHei"/>
              </a:rPr>
              <a:t>，</a:t>
            </a:r>
            <a:r>
              <a:rPr sz="24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则该路径构成</a:t>
            </a:r>
            <a:r>
              <a:rPr sz="2400" spc="-25" dirty="0" err="1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环路</a:t>
            </a:r>
            <a:endParaRPr sz="24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742315" lvl="1" indent="-347980">
              <a:lnSpc>
                <a:spcPct val="100000"/>
              </a:lnSpc>
              <a:spcBef>
                <a:spcPts val="580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42315" algn="l"/>
                <a:tab pos="742950" algn="l"/>
              </a:tabLst>
            </a:pPr>
            <a:r>
              <a:rPr sz="2400" dirty="0" err="1">
                <a:latin typeface="PMingLiU"/>
                <a:cs typeface="PMingLiU"/>
              </a:rPr>
              <a:t>如果</a:t>
            </a:r>
            <a:r>
              <a:rPr sz="2400" dirty="0">
                <a:latin typeface="Cambria Math"/>
                <a:cs typeface="Cambria Math"/>
              </a:rPr>
              <a:t>𝒗</a:t>
            </a:r>
            <a:r>
              <a:rPr sz="2625" baseline="-15873" dirty="0">
                <a:latin typeface="Cambria Math"/>
                <a:cs typeface="Cambria Math"/>
              </a:rPr>
              <a:t>𝟏</a:t>
            </a:r>
            <a:r>
              <a:rPr sz="2400" spc="-50" dirty="0">
                <a:latin typeface="Cambria Math"/>
                <a:cs typeface="Cambria Math"/>
              </a:rPr>
              <a:t>, </a:t>
            </a:r>
            <a:r>
              <a:rPr sz="2400" dirty="0">
                <a:latin typeface="Cambria Math"/>
                <a:cs typeface="Cambria Math"/>
              </a:rPr>
              <a:t>𝒗</a:t>
            </a:r>
            <a:r>
              <a:rPr sz="2625" baseline="-15873" dirty="0">
                <a:latin typeface="Cambria Math"/>
                <a:cs typeface="Cambria Math"/>
              </a:rPr>
              <a:t>𝟐</a:t>
            </a:r>
            <a:r>
              <a:rPr sz="2400" spc="-50" dirty="0">
                <a:latin typeface="Cambria Math"/>
                <a:cs typeface="Cambria Math"/>
              </a:rPr>
              <a:t>, … , </a:t>
            </a:r>
            <a:r>
              <a:rPr sz="2400" spc="45" dirty="0">
                <a:latin typeface="Cambria Math"/>
                <a:cs typeface="Cambria Math"/>
              </a:rPr>
              <a:t>𝒗</a:t>
            </a:r>
            <a:r>
              <a:rPr sz="2625" spc="67" baseline="-15873" dirty="0">
                <a:latin typeface="Cambria Math"/>
                <a:cs typeface="Cambria Math"/>
              </a:rPr>
              <a:t>𝒌</a:t>
            </a:r>
            <a:r>
              <a:rPr sz="2400" spc="-10" dirty="0" err="1">
                <a:latin typeface="PMingLiU"/>
                <a:cs typeface="PMingLiU"/>
              </a:rPr>
              <a:t>互不相同，则该环路是简单的</a:t>
            </a:r>
            <a:endParaRPr sz="2400" dirty="0">
              <a:latin typeface="PMingLiU"/>
              <a:cs typeface="PMingLiU"/>
            </a:endParaRPr>
          </a:p>
          <a:p>
            <a:pPr lvl="1">
              <a:lnSpc>
                <a:spcPct val="100000"/>
              </a:lnSpc>
              <a:spcBef>
                <a:spcPts val="25"/>
              </a:spcBef>
              <a:buClr>
                <a:srgbClr val="DAB6FB"/>
              </a:buClr>
              <a:buFont typeface="Wingdings"/>
              <a:buChar char=""/>
            </a:pPr>
            <a:endParaRPr sz="2900" dirty="0">
              <a:latin typeface="PMingLiU"/>
              <a:cs typeface="PMingLiU"/>
            </a:endParaRPr>
          </a:p>
          <a:p>
            <a:pPr marL="393700" indent="-342900">
              <a:lnSpc>
                <a:spcPct val="100000"/>
              </a:lnSpc>
              <a:buClr>
                <a:srgbClr val="8092F0"/>
              </a:buClr>
              <a:buSzPct val="69642"/>
              <a:buFont typeface="Wingdings"/>
              <a:buChar char=""/>
              <a:tabLst>
                <a:tab pos="393065" algn="l"/>
                <a:tab pos="393700" algn="l"/>
              </a:tabLst>
            </a:pPr>
            <a:r>
              <a:rPr sz="2800" dirty="0" err="1">
                <a:latin typeface="PMingLiU"/>
                <a:cs typeface="PMingLiU"/>
              </a:rPr>
              <a:t>环路</a:t>
            </a:r>
            <a:r>
              <a:rPr sz="2800" dirty="0">
                <a:latin typeface="Cambria Math"/>
                <a:cs typeface="Cambria Math"/>
              </a:rPr>
              <a:t>𝑪</a:t>
            </a:r>
            <a:r>
              <a:rPr sz="2800" spc="75" dirty="0">
                <a:latin typeface="Cambria Math"/>
                <a:cs typeface="Cambria Math"/>
              </a:rPr>
              <a:t> =&lt; </a:t>
            </a:r>
            <a:r>
              <a:rPr sz="2800" spc="-10" dirty="0">
                <a:latin typeface="Cambria Math"/>
                <a:cs typeface="Cambria Math"/>
              </a:rPr>
              <a:t>𝒂</a:t>
            </a:r>
            <a:r>
              <a:rPr sz="2800" spc="-80" dirty="0">
                <a:latin typeface="Cambria Math"/>
                <a:cs typeface="Cambria Math"/>
              </a:rPr>
              <a:t>, </a:t>
            </a:r>
            <a:r>
              <a:rPr sz="2800" spc="-10" dirty="0">
                <a:latin typeface="Cambria Math"/>
                <a:cs typeface="Cambria Math"/>
              </a:rPr>
              <a:t>𝒃</a:t>
            </a:r>
            <a:r>
              <a:rPr sz="2800" spc="-80" dirty="0">
                <a:latin typeface="Cambria Math"/>
                <a:cs typeface="Cambria Math"/>
              </a:rPr>
              <a:t>, </a:t>
            </a:r>
            <a:r>
              <a:rPr sz="2800" dirty="0">
                <a:latin typeface="Cambria Math"/>
                <a:cs typeface="Cambria Math"/>
              </a:rPr>
              <a:t>𝒅,</a:t>
            </a:r>
            <a:r>
              <a:rPr sz="2800" spc="-155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𝒂</a:t>
            </a:r>
            <a:r>
              <a:rPr sz="2800" spc="55" dirty="0">
                <a:latin typeface="Cambria Math"/>
                <a:cs typeface="Cambria Math"/>
              </a:rPr>
              <a:t> &gt;</a:t>
            </a:r>
            <a:endParaRPr sz="2800" dirty="0">
              <a:latin typeface="Cambria Math"/>
              <a:cs typeface="Cambria Math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07930" y="184406"/>
            <a:ext cx="4002660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 err="1"/>
              <a:t>图的概念：环</a:t>
            </a:r>
            <a:r>
              <a:rPr spc="-50" dirty="0" err="1"/>
              <a:t>路</a:t>
            </a:r>
            <a:endParaRPr spc="-50" dirty="0"/>
          </a:p>
        </p:txBody>
      </p:sp>
      <p:sp>
        <p:nvSpPr>
          <p:cNvPr id="4" name="object 4"/>
          <p:cNvSpPr/>
          <p:nvPr/>
        </p:nvSpPr>
        <p:spPr>
          <a:xfrm>
            <a:off x="4379177" y="4095440"/>
            <a:ext cx="596900" cy="596265"/>
          </a:xfrm>
          <a:custGeom>
            <a:avLst/>
            <a:gdLst/>
            <a:ahLst/>
            <a:cxnLst/>
            <a:rect l="l" t="t" r="r" b="b"/>
            <a:pathLst>
              <a:path w="596900" h="596264">
                <a:moveTo>
                  <a:pt x="298323" y="0"/>
                </a:moveTo>
                <a:lnTo>
                  <a:pt x="249943" y="3898"/>
                </a:lnTo>
                <a:lnTo>
                  <a:pt x="204045" y="15185"/>
                </a:lnTo>
                <a:lnTo>
                  <a:pt x="161244" y="33247"/>
                </a:lnTo>
                <a:lnTo>
                  <a:pt x="122154" y="57473"/>
                </a:lnTo>
                <a:lnTo>
                  <a:pt x="87391" y="87248"/>
                </a:lnTo>
                <a:lnTo>
                  <a:pt x="57570" y="121962"/>
                </a:lnTo>
                <a:lnTo>
                  <a:pt x="33305" y="161001"/>
                </a:lnTo>
                <a:lnTo>
                  <a:pt x="15212" y="203752"/>
                </a:lnTo>
                <a:lnTo>
                  <a:pt x="3905" y="249603"/>
                </a:lnTo>
                <a:lnTo>
                  <a:pt x="0" y="297942"/>
                </a:lnTo>
                <a:lnTo>
                  <a:pt x="3905" y="346280"/>
                </a:lnTo>
                <a:lnTo>
                  <a:pt x="15212" y="392131"/>
                </a:lnTo>
                <a:lnTo>
                  <a:pt x="33305" y="434882"/>
                </a:lnTo>
                <a:lnTo>
                  <a:pt x="57570" y="473921"/>
                </a:lnTo>
                <a:lnTo>
                  <a:pt x="87391" y="508635"/>
                </a:lnTo>
                <a:lnTo>
                  <a:pt x="122154" y="538410"/>
                </a:lnTo>
                <a:lnTo>
                  <a:pt x="161244" y="562636"/>
                </a:lnTo>
                <a:lnTo>
                  <a:pt x="204045" y="580698"/>
                </a:lnTo>
                <a:lnTo>
                  <a:pt x="249943" y="591985"/>
                </a:lnTo>
                <a:lnTo>
                  <a:pt x="298323" y="595884"/>
                </a:lnTo>
                <a:lnTo>
                  <a:pt x="346702" y="591985"/>
                </a:lnTo>
                <a:lnTo>
                  <a:pt x="392600" y="580698"/>
                </a:lnTo>
                <a:lnTo>
                  <a:pt x="435401" y="562636"/>
                </a:lnTo>
                <a:lnTo>
                  <a:pt x="474491" y="538410"/>
                </a:lnTo>
                <a:lnTo>
                  <a:pt x="509254" y="508635"/>
                </a:lnTo>
                <a:lnTo>
                  <a:pt x="539075" y="473921"/>
                </a:lnTo>
                <a:lnTo>
                  <a:pt x="563340" y="434882"/>
                </a:lnTo>
                <a:lnTo>
                  <a:pt x="581433" y="392131"/>
                </a:lnTo>
                <a:lnTo>
                  <a:pt x="592740" y="346280"/>
                </a:lnTo>
                <a:lnTo>
                  <a:pt x="596646" y="297942"/>
                </a:lnTo>
                <a:lnTo>
                  <a:pt x="592740" y="249603"/>
                </a:lnTo>
                <a:lnTo>
                  <a:pt x="581433" y="203752"/>
                </a:lnTo>
                <a:lnTo>
                  <a:pt x="563340" y="161001"/>
                </a:lnTo>
                <a:lnTo>
                  <a:pt x="539075" y="121962"/>
                </a:lnTo>
                <a:lnTo>
                  <a:pt x="509254" y="87249"/>
                </a:lnTo>
                <a:lnTo>
                  <a:pt x="474491" y="57473"/>
                </a:lnTo>
                <a:lnTo>
                  <a:pt x="435401" y="33247"/>
                </a:lnTo>
                <a:lnTo>
                  <a:pt x="392600" y="15185"/>
                </a:lnTo>
                <a:lnTo>
                  <a:pt x="346702" y="3898"/>
                </a:lnTo>
                <a:lnTo>
                  <a:pt x="29832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532339" y="4187389"/>
            <a:ext cx="2152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𝒂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945086" y="4095440"/>
            <a:ext cx="596900" cy="596265"/>
          </a:xfrm>
          <a:custGeom>
            <a:avLst/>
            <a:gdLst/>
            <a:ahLst/>
            <a:cxnLst/>
            <a:rect l="l" t="t" r="r" b="b"/>
            <a:pathLst>
              <a:path w="596900" h="596264">
                <a:moveTo>
                  <a:pt x="298323" y="0"/>
                </a:moveTo>
                <a:lnTo>
                  <a:pt x="249943" y="3898"/>
                </a:lnTo>
                <a:lnTo>
                  <a:pt x="204045" y="15185"/>
                </a:lnTo>
                <a:lnTo>
                  <a:pt x="161244" y="33247"/>
                </a:lnTo>
                <a:lnTo>
                  <a:pt x="122154" y="57473"/>
                </a:lnTo>
                <a:lnTo>
                  <a:pt x="87391" y="87248"/>
                </a:lnTo>
                <a:lnTo>
                  <a:pt x="57570" y="121962"/>
                </a:lnTo>
                <a:lnTo>
                  <a:pt x="33305" y="161001"/>
                </a:lnTo>
                <a:lnTo>
                  <a:pt x="15212" y="203752"/>
                </a:lnTo>
                <a:lnTo>
                  <a:pt x="3905" y="249603"/>
                </a:lnTo>
                <a:lnTo>
                  <a:pt x="0" y="297942"/>
                </a:lnTo>
                <a:lnTo>
                  <a:pt x="3905" y="346280"/>
                </a:lnTo>
                <a:lnTo>
                  <a:pt x="15212" y="392131"/>
                </a:lnTo>
                <a:lnTo>
                  <a:pt x="33305" y="434882"/>
                </a:lnTo>
                <a:lnTo>
                  <a:pt x="57570" y="473921"/>
                </a:lnTo>
                <a:lnTo>
                  <a:pt x="87391" y="508635"/>
                </a:lnTo>
                <a:lnTo>
                  <a:pt x="122154" y="538410"/>
                </a:lnTo>
                <a:lnTo>
                  <a:pt x="161244" y="562636"/>
                </a:lnTo>
                <a:lnTo>
                  <a:pt x="204045" y="580698"/>
                </a:lnTo>
                <a:lnTo>
                  <a:pt x="249943" y="591985"/>
                </a:lnTo>
                <a:lnTo>
                  <a:pt x="298323" y="595884"/>
                </a:lnTo>
                <a:lnTo>
                  <a:pt x="346702" y="591985"/>
                </a:lnTo>
                <a:lnTo>
                  <a:pt x="392600" y="580698"/>
                </a:lnTo>
                <a:lnTo>
                  <a:pt x="435401" y="562636"/>
                </a:lnTo>
                <a:lnTo>
                  <a:pt x="474491" y="538410"/>
                </a:lnTo>
                <a:lnTo>
                  <a:pt x="509254" y="508635"/>
                </a:lnTo>
                <a:lnTo>
                  <a:pt x="539075" y="473921"/>
                </a:lnTo>
                <a:lnTo>
                  <a:pt x="563340" y="434882"/>
                </a:lnTo>
                <a:lnTo>
                  <a:pt x="581433" y="392131"/>
                </a:lnTo>
                <a:lnTo>
                  <a:pt x="592740" y="346280"/>
                </a:lnTo>
                <a:lnTo>
                  <a:pt x="596646" y="297942"/>
                </a:lnTo>
                <a:lnTo>
                  <a:pt x="592740" y="249603"/>
                </a:lnTo>
                <a:lnTo>
                  <a:pt x="581433" y="203752"/>
                </a:lnTo>
                <a:lnTo>
                  <a:pt x="563340" y="161001"/>
                </a:lnTo>
                <a:lnTo>
                  <a:pt x="539075" y="121962"/>
                </a:lnTo>
                <a:lnTo>
                  <a:pt x="509254" y="87249"/>
                </a:lnTo>
                <a:lnTo>
                  <a:pt x="474491" y="57473"/>
                </a:lnTo>
                <a:lnTo>
                  <a:pt x="435401" y="33247"/>
                </a:lnTo>
                <a:lnTo>
                  <a:pt x="392600" y="15185"/>
                </a:lnTo>
                <a:lnTo>
                  <a:pt x="346702" y="3898"/>
                </a:lnTo>
                <a:lnTo>
                  <a:pt x="29832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099772" y="4187389"/>
            <a:ext cx="2108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𝒃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379177" y="5729931"/>
            <a:ext cx="596900" cy="596900"/>
          </a:xfrm>
          <a:custGeom>
            <a:avLst/>
            <a:gdLst/>
            <a:ahLst/>
            <a:cxnLst/>
            <a:rect l="l" t="t" r="r" b="b"/>
            <a:pathLst>
              <a:path w="596900" h="596900">
                <a:moveTo>
                  <a:pt x="298323" y="0"/>
                </a:moveTo>
                <a:lnTo>
                  <a:pt x="249943" y="3905"/>
                </a:lnTo>
                <a:lnTo>
                  <a:pt x="204045" y="15212"/>
                </a:lnTo>
                <a:lnTo>
                  <a:pt x="161244" y="33305"/>
                </a:lnTo>
                <a:lnTo>
                  <a:pt x="122154" y="57570"/>
                </a:lnTo>
                <a:lnTo>
                  <a:pt x="87391" y="87391"/>
                </a:lnTo>
                <a:lnTo>
                  <a:pt x="57570" y="122154"/>
                </a:lnTo>
                <a:lnTo>
                  <a:pt x="33305" y="161244"/>
                </a:lnTo>
                <a:lnTo>
                  <a:pt x="15212" y="204045"/>
                </a:lnTo>
                <a:lnTo>
                  <a:pt x="3905" y="249943"/>
                </a:lnTo>
                <a:lnTo>
                  <a:pt x="0" y="298322"/>
                </a:lnTo>
                <a:lnTo>
                  <a:pt x="3905" y="346712"/>
                </a:lnTo>
                <a:lnTo>
                  <a:pt x="15212" y="392615"/>
                </a:lnTo>
                <a:lnTo>
                  <a:pt x="33305" y="435418"/>
                </a:lnTo>
                <a:lnTo>
                  <a:pt x="57570" y="474507"/>
                </a:lnTo>
                <a:lnTo>
                  <a:pt x="87391" y="509268"/>
                </a:lnTo>
                <a:lnTo>
                  <a:pt x="122154" y="539086"/>
                </a:lnTo>
                <a:lnTo>
                  <a:pt x="161244" y="563347"/>
                </a:lnTo>
                <a:lnTo>
                  <a:pt x="204045" y="581437"/>
                </a:lnTo>
                <a:lnTo>
                  <a:pt x="249943" y="592741"/>
                </a:lnTo>
                <a:lnTo>
                  <a:pt x="298323" y="596645"/>
                </a:lnTo>
                <a:lnTo>
                  <a:pt x="346702" y="592741"/>
                </a:lnTo>
                <a:lnTo>
                  <a:pt x="392600" y="581437"/>
                </a:lnTo>
                <a:lnTo>
                  <a:pt x="435401" y="563347"/>
                </a:lnTo>
                <a:lnTo>
                  <a:pt x="474491" y="539086"/>
                </a:lnTo>
                <a:lnTo>
                  <a:pt x="509254" y="509268"/>
                </a:lnTo>
                <a:lnTo>
                  <a:pt x="539075" y="474507"/>
                </a:lnTo>
                <a:lnTo>
                  <a:pt x="563340" y="435418"/>
                </a:lnTo>
                <a:lnTo>
                  <a:pt x="581433" y="392615"/>
                </a:lnTo>
                <a:lnTo>
                  <a:pt x="592740" y="346712"/>
                </a:lnTo>
                <a:lnTo>
                  <a:pt x="596646" y="298322"/>
                </a:lnTo>
                <a:lnTo>
                  <a:pt x="592740" y="249943"/>
                </a:lnTo>
                <a:lnTo>
                  <a:pt x="581433" y="204045"/>
                </a:lnTo>
                <a:lnTo>
                  <a:pt x="563340" y="161244"/>
                </a:lnTo>
                <a:lnTo>
                  <a:pt x="539075" y="122154"/>
                </a:lnTo>
                <a:lnTo>
                  <a:pt x="509254" y="87391"/>
                </a:lnTo>
                <a:lnTo>
                  <a:pt x="474491" y="57570"/>
                </a:lnTo>
                <a:lnTo>
                  <a:pt x="435401" y="33305"/>
                </a:lnTo>
                <a:lnTo>
                  <a:pt x="392600" y="15212"/>
                </a:lnTo>
                <a:lnTo>
                  <a:pt x="346702" y="3905"/>
                </a:lnTo>
                <a:lnTo>
                  <a:pt x="29832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528528" y="5822387"/>
            <a:ext cx="2216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𝒅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309829" y="5729931"/>
            <a:ext cx="596265" cy="596900"/>
          </a:xfrm>
          <a:custGeom>
            <a:avLst/>
            <a:gdLst/>
            <a:ahLst/>
            <a:cxnLst/>
            <a:rect l="l" t="t" r="r" b="b"/>
            <a:pathLst>
              <a:path w="596265" h="596900">
                <a:moveTo>
                  <a:pt x="0" y="298322"/>
                </a:moveTo>
                <a:lnTo>
                  <a:pt x="3898" y="249943"/>
                </a:lnTo>
                <a:lnTo>
                  <a:pt x="15185" y="204045"/>
                </a:lnTo>
                <a:lnTo>
                  <a:pt x="33247" y="161244"/>
                </a:lnTo>
                <a:lnTo>
                  <a:pt x="57473" y="122154"/>
                </a:lnTo>
                <a:lnTo>
                  <a:pt x="87249" y="87391"/>
                </a:lnTo>
                <a:lnTo>
                  <a:pt x="121962" y="57570"/>
                </a:lnTo>
                <a:lnTo>
                  <a:pt x="161001" y="33305"/>
                </a:lnTo>
                <a:lnTo>
                  <a:pt x="203752" y="15212"/>
                </a:lnTo>
                <a:lnTo>
                  <a:pt x="249603" y="3905"/>
                </a:lnTo>
                <a:lnTo>
                  <a:pt x="297942" y="0"/>
                </a:lnTo>
                <a:lnTo>
                  <a:pt x="346280" y="3905"/>
                </a:lnTo>
                <a:lnTo>
                  <a:pt x="392131" y="15212"/>
                </a:lnTo>
                <a:lnTo>
                  <a:pt x="434882" y="33305"/>
                </a:lnTo>
                <a:lnTo>
                  <a:pt x="473921" y="57570"/>
                </a:lnTo>
                <a:lnTo>
                  <a:pt x="508635" y="87391"/>
                </a:lnTo>
                <a:lnTo>
                  <a:pt x="538410" y="122154"/>
                </a:lnTo>
                <a:lnTo>
                  <a:pt x="562636" y="161244"/>
                </a:lnTo>
                <a:lnTo>
                  <a:pt x="580698" y="204045"/>
                </a:lnTo>
                <a:lnTo>
                  <a:pt x="591985" y="249943"/>
                </a:lnTo>
                <a:lnTo>
                  <a:pt x="595884" y="298322"/>
                </a:lnTo>
                <a:lnTo>
                  <a:pt x="591985" y="346712"/>
                </a:lnTo>
                <a:lnTo>
                  <a:pt x="580698" y="392615"/>
                </a:lnTo>
                <a:lnTo>
                  <a:pt x="562636" y="435418"/>
                </a:lnTo>
                <a:lnTo>
                  <a:pt x="538410" y="474507"/>
                </a:lnTo>
                <a:lnTo>
                  <a:pt x="508635" y="509268"/>
                </a:lnTo>
                <a:lnTo>
                  <a:pt x="473921" y="539086"/>
                </a:lnTo>
                <a:lnTo>
                  <a:pt x="434882" y="563347"/>
                </a:lnTo>
                <a:lnTo>
                  <a:pt x="392131" y="581437"/>
                </a:lnTo>
                <a:lnTo>
                  <a:pt x="346280" y="592741"/>
                </a:lnTo>
                <a:lnTo>
                  <a:pt x="297942" y="596645"/>
                </a:lnTo>
                <a:lnTo>
                  <a:pt x="249603" y="592741"/>
                </a:lnTo>
                <a:lnTo>
                  <a:pt x="203752" y="581437"/>
                </a:lnTo>
                <a:lnTo>
                  <a:pt x="161001" y="563347"/>
                </a:lnTo>
                <a:lnTo>
                  <a:pt x="121962" y="539086"/>
                </a:lnTo>
                <a:lnTo>
                  <a:pt x="87249" y="509268"/>
                </a:lnTo>
                <a:lnTo>
                  <a:pt x="57473" y="474507"/>
                </a:lnTo>
                <a:lnTo>
                  <a:pt x="33247" y="435418"/>
                </a:lnTo>
                <a:lnTo>
                  <a:pt x="15185" y="392615"/>
                </a:lnTo>
                <a:lnTo>
                  <a:pt x="3898" y="346712"/>
                </a:lnTo>
                <a:lnTo>
                  <a:pt x="0" y="298322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7454355" y="5822387"/>
            <a:ext cx="2317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𝒈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317448" y="4095440"/>
            <a:ext cx="596265" cy="596265"/>
          </a:xfrm>
          <a:custGeom>
            <a:avLst/>
            <a:gdLst/>
            <a:ahLst/>
            <a:cxnLst/>
            <a:rect l="l" t="t" r="r" b="b"/>
            <a:pathLst>
              <a:path w="596265" h="596264">
                <a:moveTo>
                  <a:pt x="0" y="297942"/>
                </a:moveTo>
                <a:lnTo>
                  <a:pt x="3898" y="249603"/>
                </a:lnTo>
                <a:lnTo>
                  <a:pt x="15185" y="203752"/>
                </a:lnTo>
                <a:lnTo>
                  <a:pt x="33247" y="161001"/>
                </a:lnTo>
                <a:lnTo>
                  <a:pt x="57473" y="121962"/>
                </a:lnTo>
                <a:lnTo>
                  <a:pt x="87249" y="87248"/>
                </a:lnTo>
                <a:lnTo>
                  <a:pt x="121962" y="57473"/>
                </a:lnTo>
                <a:lnTo>
                  <a:pt x="161001" y="33247"/>
                </a:lnTo>
                <a:lnTo>
                  <a:pt x="203752" y="15185"/>
                </a:lnTo>
                <a:lnTo>
                  <a:pt x="249603" y="3898"/>
                </a:lnTo>
                <a:lnTo>
                  <a:pt x="297942" y="0"/>
                </a:lnTo>
                <a:lnTo>
                  <a:pt x="346280" y="3898"/>
                </a:lnTo>
                <a:lnTo>
                  <a:pt x="392131" y="15185"/>
                </a:lnTo>
                <a:lnTo>
                  <a:pt x="434882" y="33247"/>
                </a:lnTo>
                <a:lnTo>
                  <a:pt x="473921" y="57473"/>
                </a:lnTo>
                <a:lnTo>
                  <a:pt x="508634" y="87249"/>
                </a:lnTo>
                <a:lnTo>
                  <a:pt x="538410" y="121962"/>
                </a:lnTo>
                <a:lnTo>
                  <a:pt x="562636" y="161001"/>
                </a:lnTo>
                <a:lnTo>
                  <a:pt x="580698" y="203752"/>
                </a:lnTo>
                <a:lnTo>
                  <a:pt x="591985" y="249603"/>
                </a:lnTo>
                <a:lnTo>
                  <a:pt x="595883" y="297942"/>
                </a:lnTo>
                <a:lnTo>
                  <a:pt x="591985" y="346280"/>
                </a:lnTo>
                <a:lnTo>
                  <a:pt x="580698" y="392131"/>
                </a:lnTo>
                <a:lnTo>
                  <a:pt x="562636" y="434882"/>
                </a:lnTo>
                <a:lnTo>
                  <a:pt x="538410" y="473921"/>
                </a:lnTo>
                <a:lnTo>
                  <a:pt x="508634" y="508635"/>
                </a:lnTo>
                <a:lnTo>
                  <a:pt x="473921" y="538410"/>
                </a:lnTo>
                <a:lnTo>
                  <a:pt x="434882" y="562636"/>
                </a:lnTo>
                <a:lnTo>
                  <a:pt x="392131" y="580698"/>
                </a:lnTo>
                <a:lnTo>
                  <a:pt x="346280" y="591985"/>
                </a:lnTo>
                <a:lnTo>
                  <a:pt x="297942" y="595884"/>
                </a:lnTo>
                <a:lnTo>
                  <a:pt x="249603" y="591985"/>
                </a:lnTo>
                <a:lnTo>
                  <a:pt x="203752" y="580698"/>
                </a:lnTo>
                <a:lnTo>
                  <a:pt x="161001" y="562636"/>
                </a:lnTo>
                <a:lnTo>
                  <a:pt x="121962" y="538410"/>
                </a:lnTo>
                <a:lnTo>
                  <a:pt x="87249" y="508635"/>
                </a:lnTo>
                <a:lnTo>
                  <a:pt x="57473" y="473921"/>
                </a:lnTo>
                <a:lnTo>
                  <a:pt x="33247" y="434882"/>
                </a:lnTo>
                <a:lnTo>
                  <a:pt x="15185" y="392131"/>
                </a:lnTo>
                <a:lnTo>
                  <a:pt x="3898" y="346280"/>
                </a:lnTo>
                <a:lnTo>
                  <a:pt x="0" y="297942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7487882" y="4187389"/>
            <a:ext cx="1797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𝒄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4658069" y="4374333"/>
            <a:ext cx="2678430" cy="1971675"/>
            <a:chOff x="4600194" y="3911346"/>
            <a:chExt cx="2678430" cy="1971675"/>
          </a:xfrm>
        </p:grpSpPr>
        <p:sp>
          <p:nvSpPr>
            <p:cNvPr id="15" name="object 15"/>
            <p:cNvSpPr/>
            <p:nvPr/>
          </p:nvSpPr>
          <p:spPr>
            <a:xfrm>
              <a:off x="4619244" y="3930396"/>
              <a:ext cx="1355725" cy="1424305"/>
            </a:xfrm>
            <a:custGeom>
              <a:avLst/>
              <a:gdLst/>
              <a:ahLst/>
              <a:cxnLst/>
              <a:rect l="l" t="t" r="r" b="b"/>
              <a:pathLst>
                <a:path w="1355725" h="1424304">
                  <a:moveTo>
                    <a:pt x="298703" y="0"/>
                  </a:moveTo>
                  <a:lnTo>
                    <a:pt x="1268602" y="0"/>
                  </a:lnTo>
                </a:path>
                <a:path w="1355725" h="1424304">
                  <a:moveTo>
                    <a:pt x="0" y="297941"/>
                  </a:moveTo>
                  <a:lnTo>
                    <a:pt x="0" y="1336801"/>
                  </a:lnTo>
                </a:path>
                <a:path w="1355725" h="1424304">
                  <a:moveTo>
                    <a:pt x="1355470" y="210311"/>
                  </a:moveTo>
                  <a:lnTo>
                    <a:pt x="211073" y="1423796"/>
                  </a:lnTo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887211" y="3930396"/>
              <a:ext cx="1372870" cy="1933575"/>
            </a:xfrm>
            <a:custGeom>
              <a:avLst/>
              <a:gdLst/>
              <a:ahLst/>
              <a:cxnLst/>
              <a:rect l="l" t="t" r="r" b="b"/>
              <a:pathLst>
                <a:path w="1372870" h="1933575">
                  <a:moveTo>
                    <a:pt x="1364868" y="1634489"/>
                  </a:moveTo>
                  <a:lnTo>
                    <a:pt x="596646" y="1634489"/>
                  </a:lnTo>
                </a:path>
                <a:path w="1372870" h="1933575">
                  <a:moveTo>
                    <a:pt x="297941" y="297941"/>
                  </a:moveTo>
                  <a:lnTo>
                    <a:pt x="297941" y="1336801"/>
                  </a:lnTo>
                </a:path>
                <a:path w="1372870" h="1933575">
                  <a:moveTo>
                    <a:pt x="596646" y="0"/>
                  </a:moveTo>
                  <a:lnTo>
                    <a:pt x="1372362" y="0"/>
                  </a:lnTo>
                </a:path>
                <a:path w="1372870" h="1933575">
                  <a:moveTo>
                    <a:pt x="0" y="1634870"/>
                  </a:moveTo>
                  <a:lnTo>
                    <a:pt x="3905" y="1586491"/>
                  </a:lnTo>
                  <a:lnTo>
                    <a:pt x="15212" y="1540593"/>
                  </a:lnTo>
                  <a:lnTo>
                    <a:pt x="33305" y="1497792"/>
                  </a:lnTo>
                  <a:lnTo>
                    <a:pt x="57570" y="1458702"/>
                  </a:lnTo>
                  <a:lnTo>
                    <a:pt x="87391" y="1423939"/>
                  </a:lnTo>
                  <a:lnTo>
                    <a:pt x="122154" y="1394118"/>
                  </a:lnTo>
                  <a:lnTo>
                    <a:pt x="161244" y="1369853"/>
                  </a:lnTo>
                  <a:lnTo>
                    <a:pt x="204045" y="1351760"/>
                  </a:lnTo>
                  <a:lnTo>
                    <a:pt x="249943" y="1340453"/>
                  </a:lnTo>
                  <a:lnTo>
                    <a:pt x="298323" y="1336547"/>
                  </a:lnTo>
                  <a:lnTo>
                    <a:pt x="346702" y="1340453"/>
                  </a:lnTo>
                  <a:lnTo>
                    <a:pt x="392600" y="1351760"/>
                  </a:lnTo>
                  <a:lnTo>
                    <a:pt x="435401" y="1369853"/>
                  </a:lnTo>
                  <a:lnTo>
                    <a:pt x="474491" y="1394118"/>
                  </a:lnTo>
                  <a:lnTo>
                    <a:pt x="509254" y="1423939"/>
                  </a:lnTo>
                  <a:lnTo>
                    <a:pt x="539075" y="1458702"/>
                  </a:lnTo>
                  <a:lnTo>
                    <a:pt x="563340" y="1497792"/>
                  </a:lnTo>
                  <a:lnTo>
                    <a:pt x="581433" y="1540593"/>
                  </a:lnTo>
                  <a:lnTo>
                    <a:pt x="592740" y="1586491"/>
                  </a:lnTo>
                  <a:lnTo>
                    <a:pt x="596646" y="1634870"/>
                  </a:lnTo>
                  <a:lnTo>
                    <a:pt x="592740" y="1683260"/>
                  </a:lnTo>
                  <a:lnTo>
                    <a:pt x="581433" y="1729163"/>
                  </a:lnTo>
                  <a:lnTo>
                    <a:pt x="563340" y="1771966"/>
                  </a:lnTo>
                  <a:lnTo>
                    <a:pt x="539075" y="1811055"/>
                  </a:lnTo>
                  <a:lnTo>
                    <a:pt x="509254" y="1845816"/>
                  </a:lnTo>
                  <a:lnTo>
                    <a:pt x="474491" y="1875634"/>
                  </a:lnTo>
                  <a:lnTo>
                    <a:pt x="435401" y="1899895"/>
                  </a:lnTo>
                  <a:lnTo>
                    <a:pt x="392600" y="1917985"/>
                  </a:lnTo>
                  <a:lnTo>
                    <a:pt x="346702" y="1929289"/>
                  </a:lnTo>
                  <a:lnTo>
                    <a:pt x="298323" y="1933193"/>
                  </a:lnTo>
                  <a:lnTo>
                    <a:pt x="249943" y="1929289"/>
                  </a:lnTo>
                  <a:lnTo>
                    <a:pt x="204045" y="1917985"/>
                  </a:lnTo>
                  <a:lnTo>
                    <a:pt x="161244" y="1899895"/>
                  </a:lnTo>
                  <a:lnTo>
                    <a:pt x="122154" y="1875634"/>
                  </a:lnTo>
                  <a:lnTo>
                    <a:pt x="87391" y="1845816"/>
                  </a:lnTo>
                  <a:lnTo>
                    <a:pt x="57570" y="1811055"/>
                  </a:lnTo>
                  <a:lnTo>
                    <a:pt x="33305" y="1771966"/>
                  </a:lnTo>
                  <a:lnTo>
                    <a:pt x="15212" y="1729163"/>
                  </a:lnTo>
                  <a:lnTo>
                    <a:pt x="3905" y="1683260"/>
                  </a:lnTo>
                  <a:lnTo>
                    <a:pt x="0" y="163487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6107392" y="5822387"/>
            <a:ext cx="1974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𝒇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4975822" y="6027872"/>
            <a:ext cx="970280" cy="0"/>
          </a:xfrm>
          <a:custGeom>
            <a:avLst/>
            <a:gdLst/>
            <a:ahLst/>
            <a:cxnLst/>
            <a:rect l="l" t="t" r="r" b="b"/>
            <a:pathLst>
              <a:path w="970278">
                <a:moveTo>
                  <a:pt x="969899" y="0"/>
                </a:moveTo>
                <a:lnTo>
                  <a:pt x="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1815" y="1006990"/>
            <a:ext cx="10790555" cy="2372360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393700" indent="-342900">
              <a:lnSpc>
                <a:spcPct val="100000"/>
              </a:lnSpc>
              <a:spcBef>
                <a:spcPts val="81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93065" algn="l"/>
                <a:tab pos="393700" algn="l"/>
              </a:tabLst>
            </a:pPr>
            <a:r>
              <a:rPr sz="2800" dirty="0" err="1">
                <a:latin typeface="PMingLiU"/>
                <a:cs typeface="PMingLiU"/>
              </a:rPr>
              <a:t>环路</a:t>
            </a:r>
            <a:r>
              <a:rPr sz="2800" b="1" spc="-10" dirty="0">
                <a:latin typeface="Times New Roman"/>
                <a:cs typeface="Times New Roman"/>
              </a:rPr>
              <a:t>(Cycle)</a:t>
            </a:r>
            <a:endParaRPr sz="2800" dirty="0">
              <a:latin typeface="Times New Roman"/>
              <a:cs typeface="Times New Roman"/>
            </a:endParaRPr>
          </a:p>
          <a:p>
            <a:pPr marL="742315" lvl="1" indent="-347980">
              <a:lnSpc>
                <a:spcPct val="100000"/>
              </a:lnSpc>
              <a:spcBef>
                <a:spcPts val="610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42315" algn="l"/>
                <a:tab pos="742950" algn="l"/>
              </a:tabLst>
            </a:pPr>
            <a:r>
              <a:rPr sz="24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如果路径</a:t>
            </a:r>
            <a:r>
              <a:rPr sz="2400" spc="75" dirty="0">
                <a:latin typeface="Cambria Math"/>
                <a:cs typeface="Cambria Math"/>
              </a:rPr>
              <a:t>&lt; </a:t>
            </a:r>
            <a:r>
              <a:rPr sz="2400" dirty="0">
                <a:latin typeface="Cambria Math"/>
                <a:cs typeface="Cambria Math"/>
              </a:rPr>
              <a:t>𝒗</a:t>
            </a:r>
            <a:r>
              <a:rPr sz="2625" baseline="-15873" dirty="0">
                <a:latin typeface="Cambria Math"/>
                <a:cs typeface="Cambria Math"/>
              </a:rPr>
              <a:t>𝟎</a:t>
            </a:r>
            <a:r>
              <a:rPr sz="2400" spc="-60" dirty="0">
                <a:latin typeface="Cambria Math"/>
                <a:cs typeface="Cambria Math"/>
              </a:rPr>
              <a:t>, </a:t>
            </a:r>
            <a:r>
              <a:rPr sz="2400" dirty="0">
                <a:latin typeface="Cambria Math"/>
                <a:cs typeface="Cambria Math"/>
              </a:rPr>
              <a:t>𝒗</a:t>
            </a:r>
            <a:r>
              <a:rPr sz="2625" baseline="-15873" dirty="0">
                <a:latin typeface="Cambria Math"/>
                <a:cs typeface="Cambria Math"/>
              </a:rPr>
              <a:t>𝟏</a:t>
            </a:r>
            <a:r>
              <a:rPr sz="2400" spc="-70" dirty="0">
                <a:latin typeface="Cambria Math"/>
                <a:cs typeface="Cambria Math"/>
              </a:rPr>
              <a:t>, … , </a:t>
            </a:r>
            <a:r>
              <a:rPr sz="2400" dirty="0">
                <a:latin typeface="Cambria Math"/>
                <a:cs typeface="Cambria Math"/>
              </a:rPr>
              <a:t>𝒗</a:t>
            </a:r>
            <a:r>
              <a:rPr sz="2625" baseline="-15873" dirty="0">
                <a:latin typeface="Cambria Math"/>
                <a:cs typeface="Cambria Math"/>
              </a:rPr>
              <a:t>𝒌</a:t>
            </a:r>
            <a:r>
              <a:rPr sz="2625" spc="622" baseline="-15873" dirty="0">
                <a:latin typeface="Cambria Math"/>
                <a:cs typeface="Cambria Math"/>
              </a:rPr>
              <a:t> </a:t>
            </a:r>
            <a:r>
              <a:rPr sz="2400" spc="-10" dirty="0">
                <a:latin typeface="Cambria Math"/>
                <a:cs typeface="Cambria Math"/>
              </a:rPr>
              <a:t>&gt;</a:t>
            </a:r>
            <a:r>
              <a:rPr sz="2400" dirty="0" err="1">
                <a:latin typeface="PMingLiU"/>
                <a:cs typeface="PMingLiU"/>
              </a:rPr>
              <a:t>中</a:t>
            </a:r>
            <a:r>
              <a:rPr sz="2400" dirty="0">
                <a:latin typeface="Cambria Math"/>
                <a:cs typeface="Cambria Math"/>
              </a:rPr>
              <a:t>𝒗</a:t>
            </a:r>
            <a:r>
              <a:rPr sz="2625" baseline="-15873" dirty="0">
                <a:latin typeface="Cambria Math"/>
                <a:cs typeface="Cambria Math"/>
              </a:rPr>
              <a:t>𝟎</a:t>
            </a:r>
            <a:r>
              <a:rPr sz="2625" spc="615" baseline="-15873" dirty="0">
                <a:latin typeface="Cambria Math"/>
                <a:cs typeface="Cambria Math"/>
              </a:rPr>
              <a:t> </a:t>
            </a:r>
            <a:r>
              <a:rPr sz="2400" spc="80" dirty="0">
                <a:latin typeface="Cambria Math"/>
                <a:cs typeface="Cambria Math"/>
              </a:rPr>
              <a:t>= </a:t>
            </a:r>
            <a:r>
              <a:rPr sz="2400" spc="45" dirty="0">
                <a:latin typeface="Cambria Math"/>
                <a:cs typeface="Cambria Math"/>
              </a:rPr>
              <a:t>𝒗</a:t>
            </a:r>
            <a:r>
              <a:rPr sz="2625" spc="67" baseline="-15873" dirty="0">
                <a:latin typeface="Cambria Math"/>
                <a:cs typeface="Cambria Math"/>
              </a:rPr>
              <a:t>𝒌</a:t>
            </a:r>
            <a:r>
              <a:rPr sz="2400" dirty="0" err="1">
                <a:latin typeface="PMingLiU"/>
                <a:cs typeface="PMingLiU"/>
              </a:rPr>
              <a:t>且至少包含一条边</a:t>
            </a:r>
            <a:r>
              <a:rPr sz="2400" b="1" dirty="0" err="1">
                <a:latin typeface="SimSun" panose="02010600030101010101" pitchFamily="2" charset="-122"/>
                <a:ea typeface="SimSun" panose="02010600030101010101" pitchFamily="2" charset="-122"/>
                <a:cs typeface="Microsoft JhengHei"/>
              </a:rPr>
              <a:t>，</a:t>
            </a:r>
            <a:r>
              <a:rPr sz="24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则该路径构成</a:t>
            </a:r>
            <a:r>
              <a:rPr sz="2400" spc="-25" dirty="0" err="1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环路</a:t>
            </a:r>
            <a:endParaRPr sz="24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742315" lvl="1" indent="-347980">
              <a:lnSpc>
                <a:spcPct val="100000"/>
              </a:lnSpc>
              <a:spcBef>
                <a:spcPts val="580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42315" algn="l"/>
                <a:tab pos="742950" algn="l"/>
              </a:tabLst>
            </a:pPr>
            <a:r>
              <a:rPr sz="2400" dirty="0" err="1">
                <a:latin typeface="PMingLiU"/>
                <a:cs typeface="PMingLiU"/>
              </a:rPr>
              <a:t>如果</a:t>
            </a:r>
            <a:r>
              <a:rPr sz="2400" dirty="0">
                <a:latin typeface="Cambria Math"/>
                <a:cs typeface="Cambria Math"/>
              </a:rPr>
              <a:t>𝒗</a:t>
            </a:r>
            <a:r>
              <a:rPr sz="2625" baseline="-15873" dirty="0">
                <a:latin typeface="Cambria Math"/>
                <a:cs typeface="Cambria Math"/>
              </a:rPr>
              <a:t>𝟏</a:t>
            </a:r>
            <a:r>
              <a:rPr sz="2400" spc="-50" dirty="0">
                <a:latin typeface="Cambria Math"/>
                <a:cs typeface="Cambria Math"/>
              </a:rPr>
              <a:t>, </a:t>
            </a:r>
            <a:r>
              <a:rPr sz="2400" dirty="0">
                <a:latin typeface="Cambria Math"/>
                <a:cs typeface="Cambria Math"/>
              </a:rPr>
              <a:t>𝒗</a:t>
            </a:r>
            <a:r>
              <a:rPr sz="2625" baseline="-15873" dirty="0">
                <a:latin typeface="Cambria Math"/>
                <a:cs typeface="Cambria Math"/>
              </a:rPr>
              <a:t>𝟐</a:t>
            </a:r>
            <a:r>
              <a:rPr sz="2400" spc="-50" dirty="0">
                <a:latin typeface="Cambria Math"/>
                <a:cs typeface="Cambria Math"/>
              </a:rPr>
              <a:t>, … , </a:t>
            </a:r>
            <a:r>
              <a:rPr sz="2400" spc="45" dirty="0">
                <a:latin typeface="Cambria Math"/>
                <a:cs typeface="Cambria Math"/>
              </a:rPr>
              <a:t>𝒗</a:t>
            </a:r>
            <a:r>
              <a:rPr sz="2625" spc="67" baseline="-15873" dirty="0">
                <a:latin typeface="Cambria Math"/>
                <a:cs typeface="Cambria Math"/>
              </a:rPr>
              <a:t>𝒌</a:t>
            </a:r>
            <a:r>
              <a:rPr sz="2400" spc="-10" dirty="0" err="1">
                <a:latin typeface="PMingLiU"/>
                <a:cs typeface="PMingLiU"/>
              </a:rPr>
              <a:t>互不相同，则该环路是简单的</a:t>
            </a:r>
            <a:endParaRPr sz="2400" dirty="0">
              <a:latin typeface="PMingLiU"/>
              <a:cs typeface="PMingLiU"/>
            </a:endParaRPr>
          </a:p>
          <a:p>
            <a:pPr lvl="1">
              <a:lnSpc>
                <a:spcPct val="100000"/>
              </a:lnSpc>
              <a:spcBef>
                <a:spcPts val="40"/>
              </a:spcBef>
              <a:buClr>
                <a:srgbClr val="DAB6FB"/>
              </a:buClr>
              <a:buFont typeface="Wingdings"/>
              <a:buChar char=""/>
            </a:pPr>
            <a:endParaRPr sz="2900" dirty="0">
              <a:latin typeface="PMingLiU"/>
              <a:cs typeface="PMingLiU"/>
            </a:endParaRPr>
          </a:p>
          <a:p>
            <a:pPr marL="393700" indent="-342900">
              <a:lnSpc>
                <a:spcPct val="100000"/>
              </a:lnSpc>
              <a:buClr>
                <a:srgbClr val="8092F0"/>
              </a:buClr>
              <a:buSzPct val="69642"/>
              <a:buFont typeface="Wingdings"/>
              <a:buChar char=""/>
              <a:tabLst>
                <a:tab pos="393065" algn="l"/>
                <a:tab pos="393700" algn="l"/>
              </a:tabLst>
            </a:pPr>
            <a:r>
              <a:rPr sz="2800" dirty="0" err="1">
                <a:latin typeface="PMingLiU"/>
                <a:cs typeface="PMingLiU"/>
              </a:rPr>
              <a:t>无环图</a:t>
            </a:r>
            <a:r>
              <a:rPr sz="2800" b="1" dirty="0">
                <a:latin typeface="Times New Roman"/>
                <a:cs typeface="Times New Roman"/>
              </a:rPr>
              <a:t>(Acyclic</a:t>
            </a:r>
            <a:r>
              <a:rPr sz="2800" b="1" spc="-2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Graph)</a:t>
            </a:r>
            <a:r>
              <a:rPr sz="2800" spc="-10" dirty="0">
                <a:latin typeface="PMingLiU"/>
                <a:cs typeface="PMingLiU"/>
              </a:rPr>
              <a:t>：</a:t>
            </a:r>
            <a:r>
              <a:rPr sz="2800" spc="-10" dirty="0" err="1">
                <a:latin typeface="PMingLiU"/>
                <a:cs typeface="PMingLiU"/>
              </a:rPr>
              <a:t>图中不存在环路</a:t>
            </a:r>
            <a:endParaRPr sz="2800" dirty="0">
              <a:latin typeface="PMingLiU"/>
              <a:cs typeface="PMingLiU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23357" y="162124"/>
            <a:ext cx="4467352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 err="1"/>
              <a:t>图的概念：环</a:t>
            </a:r>
            <a:r>
              <a:rPr spc="-50" dirty="0" err="1"/>
              <a:t>路</a:t>
            </a:r>
            <a:endParaRPr spc="-50" dirty="0"/>
          </a:p>
        </p:txBody>
      </p:sp>
      <p:sp>
        <p:nvSpPr>
          <p:cNvPr id="4" name="object 4"/>
          <p:cNvSpPr/>
          <p:nvPr/>
        </p:nvSpPr>
        <p:spPr>
          <a:xfrm>
            <a:off x="6777372" y="3974688"/>
            <a:ext cx="596265" cy="596900"/>
          </a:xfrm>
          <a:custGeom>
            <a:avLst/>
            <a:gdLst/>
            <a:ahLst/>
            <a:cxnLst/>
            <a:rect l="l" t="t" r="r" b="b"/>
            <a:pathLst>
              <a:path w="596265" h="596900">
                <a:moveTo>
                  <a:pt x="0" y="298322"/>
                </a:moveTo>
                <a:lnTo>
                  <a:pt x="3898" y="249943"/>
                </a:lnTo>
                <a:lnTo>
                  <a:pt x="15185" y="204045"/>
                </a:lnTo>
                <a:lnTo>
                  <a:pt x="33247" y="161244"/>
                </a:lnTo>
                <a:lnTo>
                  <a:pt x="57473" y="122154"/>
                </a:lnTo>
                <a:lnTo>
                  <a:pt x="87249" y="87391"/>
                </a:lnTo>
                <a:lnTo>
                  <a:pt x="121962" y="57570"/>
                </a:lnTo>
                <a:lnTo>
                  <a:pt x="161001" y="33305"/>
                </a:lnTo>
                <a:lnTo>
                  <a:pt x="203752" y="15212"/>
                </a:lnTo>
                <a:lnTo>
                  <a:pt x="249603" y="3905"/>
                </a:lnTo>
                <a:lnTo>
                  <a:pt x="297942" y="0"/>
                </a:lnTo>
                <a:lnTo>
                  <a:pt x="346280" y="3905"/>
                </a:lnTo>
                <a:lnTo>
                  <a:pt x="392131" y="15212"/>
                </a:lnTo>
                <a:lnTo>
                  <a:pt x="434882" y="33305"/>
                </a:lnTo>
                <a:lnTo>
                  <a:pt x="473921" y="57570"/>
                </a:lnTo>
                <a:lnTo>
                  <a:pt x="508634" y="87391"/>
                </a:lnTo>
                <a:lnTo>
                  <a:pt x="538410" y="122154"/>
                </a:lnTo>
                <a:lnTo>
                  <a:pt x="562636" y="161244"/>
                </a:lnTo>
                <a:lnTo>
                  <a:pt x="580698" y="204045"/>
                </a:lnTo>
                <a:lnTo>
                  <a:pt x="591985" y="249943"/>
                </a:lnTo>
                <a:lnTo>
                  <a:pt x="595883" y="298322"/>
                </a:lnTo>
                <a:lnTo>
                  <a:pt x="591985" y="346702"/>
                </a:lnTo>
                <a:lnTo>
                  <a:pt x="580698" y="392600"/>
                </a:lnTo>
                <a:lnTo>
                  <a:pt x="562636" y="435401"/>
                </a:lnTo>
                <a:lnTo>
                  <a:pt x="538410" y="474491"/>
                </a:lnTo>
                <a:lnTo>
                  <a:pt x="508634" y="509254"/>
                </a:lnTo>
                <a:lnTo>
                  <a:pt x="473921" y="539075"/>
                </a:lnTo>
                <a:lnTo>
                  <a:pt x="434882" y="563340"/>
                </a:lnTo>
                <a:lnTo>
                  <a:pt x="392131" y="581433"/>
                </a:lnTo>
                <a:lnTo>
                  <a:pt x="346280" y="592740"/>
                </a:lnTo>
                <a:lnTo>
                  <a:pt x="297942" y="596645"/>
                </a:lnTo>
                <a:lnTo>
                  <a:pt x="249603" y="592740"/>
                </a:lnTo>
                <a:lnTo>
                  <a:pt x="203752" y="581433"/>
                </a:lnTo>
                <a:lnTo>
                  <a:pt x="161001" y="563340"/>
                </a:lnTo>
                <a:lnTo>
                  <a:pt x="121962" y="539075"/>
                </a:lnTo>
                <a:lnTo>
                  <a:pt x="87249" y="509254"/>
                </a:lnTo>
                <a:lnTo>
                  <a:pt x="57473" y="474491"/>
                </a:lnTo>
                <a:lnTo>
                  <a:pt x="33247" y="435401"/>
                </a:lnTo>
                <a:lnTo>
                  <a:pt x="15185" y="392600"/>
                </a:lnTo>
                <a:lnTo>
                  <a:pt x="3898" y="346702"/>
                </a:lnTo>
                <a:lnTo>
                  <a:pt x="0" y="298322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930281" y="4067145"/>
            <a:ext cx="2152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𝒂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343282" y="3974688"/>
            <a:ext cx="596265" cy="596900"/>
          </a:xfrm>
          <a:custGeom>
            <a:avLst/>
            <a:gdLst/>
            <a:ahLst/>
            <a:cxnLst/>
            <a:rect l="l" t="t" r="r" b="b"/>
            <a:pathLst>
              <a:path w="596265" h="596900">
                <a:moveTo>
                  <a:pt x="0" y="298322"/>
                </a:moveTo>
                <a:lnTo>
                  <a:pt x="3898" y="249943"/>
                </a:lnTo>
                <a:lnTo>
                  <a:pt x="15185" y="204045"/>
                </a:lnTo>
                <a:lnTo>
                  <a:pt x="33247" y="161244"/>
                </a:lnTo>
                <a:lnTo>
                  <a:pt x="57473" y="122154"/>
                </a:lnTo>
                <a:lnTo>
                  <a:pt x="87249" y="87391"/>
                </a:lnTo>
                <a:lnTo>
                  <a:pt x="121962" y="57570"/>
                </a:lnTo>
                <a:lnTo>
                  <a:pt x="161001" y="33305"/>
                </a:lnTo>
                <a:lnTo>
                  <a:pt x="203752" y="15212"/>
                </a:lnTo>
                <a:lnTo>
                  <a:pt x="249603" y="3905"/>
                </a:lnTo>
                <a:lnTo>
                  <a:pt x="297942" y="0"/>
                </a:lnTo>
                <a:lnTo>
                  <a:pt x="346280" y="3905"/>
                </a:lnTo>
                <a:lnTo>
                  <a:pt x="392131" y="15212"/>
                </a:lnTo>
                <a:lnTo>
                  <a:pt x="434882" y="33305"/>
                </a:lnTo>
                <a:lnTo>
                  <a:pt x="473921" y="57570"/>
                </a:lnTo>
                <a:lnTo>
                  <a:pt x="508635" y="87391"/>
                </a:lnTo>
                <a:lnTo>
                  <a:pt x="538410" y="122154"/>
                </a:lnTo>
                <a:lnTo>
                  <a:pt x="562636" y="161244"/>
                </a:lnTo>
                <a:lnTo>
                  <a:pt x="580698" y="204045"/>
                </a:lnTo>
                <a:lnTo>
                  <a:pt x="591985" y="249943"/>
                </a:lnTo>
                <a:lnTo>
                  <a:pt x="595884" y="298322"/>
                </a:lnTo>
                <a:lnTo>
                  <a:pt x="591985" y="346702"/>
                </a:lnTo>
                <a:lnTo>
                  <a:pt x="580698" y="392600"/>
                </a:lnTo>
                <a:lnTo>
                  <a:pt x="562636" y="435401"/>
                </a:lnTo>
                <a:lnTo>
                  <a:pt x="538410" y="474491"/>
                </a:lnTo>
                <a:lnTo>
                  <a:pt x="508635" y="509254"/>
                </a:lnTo>
                <a:lnTo>
                  <a:pt x="473921" y="539075"/>
                </a:lnTo>
                <a:lnTo>
                  <a:pt x="434882" y="563340"/>
                </a:lnTo>
                <a:lnTo>
                  <a:pt x="392131" y="581433"/>
                </a:lnTo>
                <a:lnTo>
                  <a:pt x="346280" y="592740"/>
                </a:lnTo>
                <a:lnTo>
                  <a:pt x="297942" y="596645"/>
                </a:lnTo>
                <a:lnTo>
                  <a:pt x="249603" y="592740"/>
                </a:lnTo>
                <a:lnTo>
                  <a:pt x="203752" y="581433"/>
                </a:lnTo>
                <a:lnTo>
                  <a:pt x="161001" y="563340"/>
                </a:lnTo>
                <a:lnTo>
                  <a:pt x="121962" y="539075"/>
                </a:lnTo>
                <a:lnTo>
                  <a:pt x="87249" y="509254"/>
                </a:lnTo>
                <a:lnTo>
                  <a:pt x="57473" y="474491"/>
                </a:lnTo>
                <a:lnTo>
                  <a:pt x="33247" y="435401"/>
                </a:lnTo>
                <a:lnTo>
                  <a:pt x="15185" y="392600"/>
                </a:lnTo>
                <a:lnTo>
                  <a:pt x="3898" y="346702"/>
                </a:lnTo>
                <a:lnTo>
                  <a:pt x="0" y="298322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8497968" y="4067145"/>
            <a:ext cx="2108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𝒃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777372" y="5609940"/>
            <a:ext cx="596265" cy="596265"/>
          </a:xfrm>
          <a:custGeom>
            <a:avLst/>
            <a:gdLst/>
            <a:ahLst/>
            <a:cxnLst/>
            <a:rect l="l" t="t" r="r" b="b"/>
            <a:pathLst>
              <a:path w="596265" h="596264">
                <a:moveTo>
                  <a:pt x="0" y="297941"/>
                </a:moveTo>
                <a:lnTo>
                  <a:pt x="3898" y="249603"/>
                </a:lnTo>
                <a:lnTo>
                  <a:pt x="15185" y="203752"/>
                </a:lnTo>
                <a:lnTo>
                  <a:pt x="33247" y="161001"/>
                </a:lnTo>
                <a:lnTo>
                  <a:pt x="57473" y="121962"/>
                </a:lnTo>
                <a:lnTo>
                  <a:pt x="87249" y="87248"/>
                </a:lnTo>
                <a:lnTo>
                  <a:pt x="121962" y="57473"/>
                </a:lnTo>
                <a:lnTo>
                  <a:pt x="161001" y="33247"/>
                </a:lnTo>
                <a:lnTo>
                  <a:pt x="203752" y="15185"/>
                </a:lnTo>
                <a:lnTo>
                  <a:pt x="249603" y="3898"/>
                </a:lnTo>
                <a:lnTo>
                  <a:pt x="297942" y="0"/>
                </a:lnTo>
                <a:lnTo>
                  <a:pt x="346280" y="3898"/>
                </a:lnTo>
                <a:lnTo>
                  <a:pt x="392131" y="15185"/>
                </a:lnTo>
                <a:lnTo>
                  <a:pt x="434882" y="33247"/>
                </a:lnTo>
                <a:lnTo>
                  <a:pt x="473921" y="57473"/>
                </a:lnTo>
                <a:lnTo>
                  <a:pt x="508634" y="87249"/>
                </a:lnTo>
                <a:lnTo>
                  <a:pt x="538410" y="121962"/>
                </a:lnTo>
                <a:lnTo>
                  <a:pt x="562636" y="161001"/>
                </a:lnTo>
                <a:lnTo>
                  <a:pt x="580698" y="203752"/>
                </a:lnTo>
                <a:lnTo>
                  <a:pt x="591985" y="249603"/>
                </a:lnTo>
                <a:lnTo>
                  <a:pt x="595883" y="297941"/>
                </a:lnTo>
                <a:lnTo>
                  <a:pt x="591985" y="346270"/>
                </a:lnTo>
                <a:lnTo>
                  <a:pt x="580698" y="392116"/>
                </a:lnTo>
                <a:lnTo>
                  <a:pt x="562636" y="434865"/>
                </a:lnTo>
                <a:lnTo>
                  <a:pt x="538410" y="473904"/>
                </a:lnTo>
                <a:lnTo>
                  <a:pt x="508634" y="508620"/>
                </a:lnTo>
                <a:lnTo>
                  <a:pt x="473921" y="538399"/>
                </a:lnTo>
                <a:lnTo>
                  <a:pt x="434882" y="562629"/>
                </a:lnTo>
                <a:lnTo>
                  <a:pt x="392131" y="580695"/>
                </a:lnTo>
                <a:lnTo>
                  <a:pt x="346280" y="591984"/>
                </a:lnTo>
                <a:lnTo>
                  <a:pt x="297942" y="595884"/>
                </a:lnTo>
                <a:lnTo>
                  <a:pt x="249603" y="591984"/>
                </a:lnTo>
                <a:lnTo>
                  <a:pt x="203752" y="580695"/>
                </a:lnTo>
                <a:lnTo>
                  <a:pt x="161001" y="562629"/>
                </a:lnTo>
                <a:lnTo>
                  <a:pt x="121962" y="538399"/>
                </a:lnTo>
                <a:lnTo>
                  <a:pt x="87249" y="508620"/>
                </a:lnTo>
                <a:lnTo>
                  <a:pt x="57473" y="473904"/>
                </a:lnTo>
                <a:lnTo>
                  <a:pt x="33247" y="434865"/>
                </a:lnTo>
                <a:lnTo>
                  <a:pt x="15185" y="392116"/>
                </a:lnTo>
                <a:lnTo>
                  <a:pt x="3898" y="346270"/>
                </a:lnTo>
                <a:lnTo>
                  <a:pt x="0" y="297941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926470" y="5702143"/>
            <a:ext cx="2216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𝒅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707263" y="5609940"/>
            <a:ext cx="596900" cy="596265"/>
          </a:xfrm>
          <a:custGeom>
            <a:avLst/>
            <a:gdLst/>
            <a:ahLst/>
            <a:cxnLst/>
            <a:rect l="l" t="t" r="r" b="b"/>
            <a:pathLst>
              <a:path w="596900" h="596264">
                <a:moveTo>
                  <a:pt x="0" y="297941"/>
                </a:moveTo>
                <a:lnTo>
                  <a:pt x="3905" y="249603"/>
                </a:lnTo>
                <a:lnTo>
                  <a:pt x="15212" y="203752"/>
                </a:lnTo>
                <a:lnTo>
                  <a:pt x="33305" y="161001"/>
                </a:lnTo>
                <a:lnTo>
                  <a:pt x="57570" y="121962"/>
                </a:lnTo>
                <a:lnTo>
                  <a:pt x="87391" y="87248"/>
                </a:lnTo>
                <a:lnTo>
                  <a:pt x="122154" y="57473"/>
                </a:lnTo>
                <a:lnTo>
                  <a:pt x="161244" y="33247"/>
                </a:lnTo>
                <a:lnTo>
                  <a:pt x="204045" y="15185"/>
                </a:lnTo>
                <a:lnTo>
                  <a:pt x="249943" y="3898"/>
                </a:lnTo>
                <a:lnTo>
                  <a:pt x="298322" y="0"/>
                </a:lnTo>
                <a:lnTo>
                  <a:pt x="346702" y="3898"/>
                </a:lnTo>
                <a:lnTo>
                  <a:pt x="392600" y="15185"/>
                </a:lnTo>
                <a:lnTo>
                  <a:pt x="435401" y="33247"/>
                </a:lnTo>
                <a:lnTo>
                  <a:pt x="474491" y="57473"/>
                </a:lnTo>
                <a:lnTo>
                  <a:pt x="509254" y="87249"/>
                </a:lnTo>
                <a:lnTo>
                  <a:pt x="539075" y="121962"/>
                </a:lnTo>
                <a:lnTo>
                  <a:pt x="563340" y="161001"/>
                </a:lnTo>
                <a:lnTo>
                  <a:pt x="581433" y="203752"/>
                </a:lnTo>
                <a:lnTo>
                  <a:pt x="592740" y="249603"/>
                </a:lnTo>
                <a:lnTo>
                  <a:pt x="596645" y="297941"/>
                </a:lnTo>
                <a:lnTo>
                  <a:pt x="592740" y="346270"/>
                </a:lnTo>
                <a:lnTo>
                  <a:pt x="581433" y="392116"/>
                </a:lnTo>
                <a:lnTo>
                  <a:pt x="563340" y="434865"/>
                </a:lnTo>
                <a:lnTo>
                  <a:pt x="539075" y="473904"/>
                </a:lnTo>
                <a:lnTo>
                  <a:pt x="509254" y="508620"/>
                </a:lnTo>
                <a:lnTo>
                  <a:pt x="474491" y="538399"/>
                </a:lnTo>
                <a:lnTo>
                  <a:pt x="435401" y="562629"/>
                </a:lnTo>
                <a:lnTo>
                  <a:pt x="392600" y="580695"/>
                </a:lnTo>
                <a:lnTo>
                  <a:pt x="346702" y="591984"/>
                </a:lnTo>
                <a:lnTo>
                  <a:pt x="298322" y="595884"/>
                </a:lnTo>
                <a:lnTo>
                  <a:pt x="249943" y="591984"/>
                </a:lnTo>
                <a:lnTo>
                  <a:pt x="204045" y="580695"/>
                </a:lnTo>
                <a:lnTo>
                  <a:pt x="161244" y="562629"/>
                </a:lnTo>
                <a:lnTo>
                  <a:pt x="122154" y="538399"/>
                </a:lnTo>
                <a:lnTo>
                  <a:pt x="87391" y="508620"/>
                </a:lnTo>
                <a:lnTo>
                  <a:pt x="57570" y="473904"/>
                </a:lnTo>
                <a:lnTo>
                  <a:pt x="33305" y="434865"/>
                </a:lnTo>
                <a:lnTo>
                  <a:pt x="15212" y="392116"/>
                </a:lnTo>
                <a:lnTo>
                  <a:pt x="3905" y="346270"/>
                </a:lnTo>
                <a:lnTo>
                  <a:pt x="0" y="297941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9852296" y="5702143"/>
            <a:ext cx="2317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𝒈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714882" y="3974688"/>
            <a:ext cx="596265" cy="596900"/>
          </a:xfrm>
          <a:custGeom>
            <a:avLst/>
            <a:gdLst/>
            <a:ahLst/>
            <a:cxnLst/>
            <a:rect l="l" t="t" r="r" b="b"/>
            <a:pathLst>
              <a:path w="596265" h="596900">
                <a:moveTo>
                  <a:pt x="0" y="298322"/>
                </a:moveTo>
                <a:lnTo>
                  <a:pt x="3898" y="249943"/>
                </a:lnTo>
                <a:lnTo>
                  <a:pt x="15185" y="204045"/>
                </a:lnTo>
                <a:lnTo>
                  <a:pt x="33247" y="161244"/>
                </a:lnTo>
                <a:lnTo>
                  <a:pt x="57473" y="122154"/>
                </a:lnTo>
                <a:lnTo>
                  <a:pt x="87249" y="87391"/>
                </a:lnTo>
                <a:lnTo>
                  <a:pt x="121962" y="57570"/>
                </a:lnTo>
                <a:lnTo>
                  <a:pt x="161001" y="33305"/>
                </a:lnTo>
                <a:lnTo>
                  <a:pt x="203752" y="15212"/>
                </a:lnTo>
                <a:lnTo>
                  <a:pt x="249603" y="3905"/>
                </a:lnTo>
                <a:lnTo>
                  <a:pt x="297942" y="0"/>
                </a:lnTo>
                <a:lnTo>
                  <a:pt x="346280" y="3905"/>
                </a:lnTo>
                <a:lnTo>
                  <a:pt x="392131" y="15212"/>
                </a:lnTo>
                <a:lnTo>
                  <a:pt x="434882" y="33305"/>
                </a:lnTo>
                <a:lnTo>
                  <a:pt x="473921" y="57570"/>
                </a:lnTo>
                <a:lnTo>
                  <a:pt x="508635" y="87391"/>
                </a:lnTo>
                <a:lnTo>
                  <a:pt x="538410" y="122154"/>
                </a:lnTo>
                <a:lnTo>
                  <a:pt x="562636" y="161244"/>
                </a:lnTo>
                <a:lnTo>
                  <a:pt x="580698" y="204045"/>
                </a:lnTo>
                <a:lnTo>
                  <a:pt x="591985" y="249943"/>
                </a:lnTo>
                <a:lnTo>
                  <a:pt x="595884" y="298322"/>
                </a:lnTo>
                <a:lnTo>
                  <a:pt x="591985" y="346702"/>
                </a:lnTo>
                <a:lnTo>
                  <a:pt x="580698" y="392600"/>
                </a:lnTo>
                <a:lnTo>
                  <a:pt x="562636" y="435401"/>
                </a:lnTo>
                <a:lnTo>
                  <a:pt x="538410" y="474491"/>
                </a:lnTo>
                <a:lnTo>
                  <a:pt x="508635" y="509254"/>
                </a:lnTo>
                <a:lnTo>
                  <a:pt x="473921" y="539075"/>
                </a:lnTo>
                <a:lnTo>
                  <a:pt x="434882" y="563340"/>
                </a:lnTo>
                <a:lnTo>
                  <a:pt x="392131" y="581433"/>
                </a:lnTo>
                <a:lnTo>
                  <a:pt x="346280" y="592740"/>
                </a:lnTo>
                <a:lnTo>
                  <a:pt x="297942" y="596645"/>
                </a:lnTo>
                <a:lnTo>
                  <a:pt x="249603" y="592740"/>
                </a:lnTo>
                <a:lnTo>
                  <a:pt x="203752" y="581433"/>
                </a:lnTo>
                <a:lnTo>
                  <a:pt x="161001" y="563340"/>
                </a:lnTo>
                <a:lnTo>
                  <a:pt x="121962" y="539075"/>
                </a:lnTo>
                <a:lnTo>
                  <a:pt x="87249" y="509254"/>
                </a:lnTo>
                <a:lnTo>
                  <a:pt x="57473" y="474491"/>
                </a:lnTo>
                <a:lnTo>
                  <a:pt x="33247" y="435401"/>
                </a:lnTo>
                <a:lnTo>
                  <a:pt x="15185" y="392600"/>
                </a:lnTo>
                <a:lnTo>
                  <a:pt x="3898" y="346702"/>
                </a:lnTo>
                <a:lnTo>
                  <a:pt x="0" y="298322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9885825" y="4067145"/>
            <a:ext cx="1797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𝒄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7075315" y="4273393"/>
            <a:ext cx="2639695" cy="1932939"/>
          </a:xfrm>
          <a:custGeom>
            <a:avLst/>
            <a:gdLst/>
            <a:ahLst/>
            <a:cxnLst/>
            <a:rect l="l" t="t" r="r" b="b"/>
            <a:pathLst>
              <a:path w="2639695" h="1932939">
                <a:moveTo>
                  <a:pt x="297941" y="0"/>
                </a:moveTo>
                <a:lnTo>
                  <a:pt x="1267840" y="0"/>
                </a:lnTo>
              </a:path>
              <a:path w="2639695" h="1932939">
                <a:moveTo>
                  <a:pt x="0" y="297942"/>
                </a:moveTo>
                <a:lnTo>
                  <a:pt x="0" y="1336802"/>
                </a:lnTo>
              </a:path>
              <a:path w="2639695" h="1932939">
                <a:moveTo>
                  <a:pt x="2632075" y="1634489"/>
                </a:moveTo>
                <a:lnTo>
                  <a:pt x="1863852" y="1634489"/>
                </a:lnTo>
              </a:path>
              <a:path w="2639695" h="1932939">
                <a:moveTo>
                  <a:pt x="1863852" y="0"/>
                </a:moveTo>
                <a:lnTo>
                  <a:pt x="2639567" y="0"/>
                </a:lnTo>
              </a:path>
              <a:path w="2639695" h="1932939">
                <a:moveTo>
                  <a:pt x="1267967" y="1634489"/>
                </a:moveTo>
                <a:lnTo>
                  <a:pt x="1271866" y="1586151"/>
                </a:lnTo>
                <a:lnTo>
                  <a:pt x="1283153" y="1540300"/>
                </a:lnTo>
                <a:lnTo>
                  <a:pt x="1301215" y="1497549"/>
                </a:lnTo>
                <a:lnTo>
                  <a:pt x="1325441" y="1458510"/>
                </a:lnTo>
                <a:lnTo>
                  <a:pt x="1355216" y="1423796"/>
                </a:lnTo>
                <a:lnTo>
                  <a:pt x="1389930" y="1394021"/>
                </a:lnTo>
                <a:lnTo>
                  <a:pt x="1428969" y="1369795"/>
                </a:lnTo>
                <a:lnTo>
                  <a:pt x="1471720" y="1351733"/>
                </a:lnTo>
                <a:lnTo>
                  <a:pt x="1517571" y="1340446"/>
                </a:lnTo>
                <a:lnTo>
                  <a:pt x="1565909" y="1336548"/>
                </a:lnTo>
                <a:lnTo>
                  <a:pt x="1614248" y="1340446"/>
                </a:lnTo>
                <a:lnTo>
                  <a:pt x="1660099" y="1351733"/>
                </a:lnTo>
                <a:lnTo>
                  <a:pt x="1702850" y="1369795"/>
                </a:lnTo>
                <a:lnTo>
                  <a:pt x="1741889" y="1394021"/>
                </a:lnTo>
                <a:lnTo>
                  <a:pt x="1776602" y="1423797"/>
                </a:lnTo>
                <a:lnTo>
                  <a:pt x="1806378" y="1458510"/>
                </a:lnTo>
                <a:lnTo>
                  <a:pt x="1830604" y="1497549"/>
                </a:lnTo>
                <a:lnTo>
                  <a:pt x="1848666" y="1540300"/>
                </a:lnTo>
                <a:lnTo>
                  <a:pt x="1859953" y="1586151"/>
                </a:lnTo>
                <a:lnTo>
                  <a:pt x="1863852" y="1634489"/>
                </a:lnTo>
                <a:lnTo>
                  <a:pt x="1859953" y="1682818"/>
                </a:lnTo>
                <a:lnTo>
                  <a:pt x="1848666" y="1728664"/>
                </a:lnTo>
                <a:lnTo>
                  <a:pt x="1830604" y="1771413"/>
                </a:lnTo>
                <a:lnTo>
                  <a:pt x="1806378" y="1810452"/>
                </a:lnTo>
                <a:lnTo>
                  <a:pt x="1776602" y="1845168"/>
                </a:lnTo>
                <a:lnTo>
                  <a:pt x="1741889" y="1874947"/>
                </a:lnTo>
                <a:lnTo>
                  <a:pt x="1702850" y="1899177"/>
                </a:lnTo>
                <a:lnTo>
                  <a:pt x="1660099" y="1917243"/>
                </a:lnTo>
                <a:lnTo>
                  <a:pt x="1614248" y="1928532"/>
                </a:lnTo>
                <a:lnTo>
                  <a:pt x="1565909" y="1932432"/>
                </a:lnTo>
                <a:lnTo>
                  <a:pt x="1517571" y="1928532"/>
                </a:lnTo>
                <a:lnTo>
                  <a:pt x="1471720" y="1917243"/>
                </a:lnTo>
                <a:lnTo>
                  <a:pt x="1428969" y="1899177"/>
                </a:lnTo>
                <a:lnTo>
                  <a:pt x="1389930" y="1874947"/>
                </a:lnTo>
                <a:lnTo>
                  <a:pt x="1355216" y="1845168"/>
                </a:lnTo>
                <a:lnTo>
                  <a:pt x="1325441" y="1810452"/>
                </a:lnTo>
                <a:lnTo>
                  <a:pt x="1301215" y="1771413"/>
                </a:lnTo>
                <a:lnTo>
                  <a:pt x="1283153" y="1728664"/>
                </a:lnTo>
                <a:lnTo>
                  <a:pt x="1271866" y="1682818"/>
                </a:lnTo>
                <a:lnTo>
                  <a:pt x="1267967" y="1634489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8505589" y="5702143"/>
            <a:ext cx="1974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𝒇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7373256" y="5907882"/>
            <a:ext cx="970280" cy="0"/>
          </a:xfrm>
          <a:custGeom>
            <a:avLst/>
            <a:gdLst/>
            <a:ahLst/>
            <a:cxnLst/>
            <a:rect l="l" t="t" r="r" b="b"/>
            <a:pathLst>
              <a:path w="970278">
                <a:moveTo>
                  <a:pt x="969899" y="0"/>
                </a:moveTo>
                <a:lnTo>
                  <a:pt x="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8146432" y="6219032"/>
            <a:ext cx="78676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20" dirty="0" err="1">
                <a:solidFill>
                  <a:srgbClr val="FF0000"/>
                </a:solidFill>
                <a:latin typeface="PMingLiU"/>
                <a:cs typeface="PMingLiU"/>
              </a:rPr>
              <a:t>无环</a:t>
            </a:r>
            <a:r>
              <a:rPr sz="2000" b="1" spc="-50" dirty="0" err="1">
                <a:solidFill>
                  <a:srgbClr val="FF0000"/>
                </a:solidFill>
                <a:latin typeface="PMingLiU"/>
                <a:cs typeface="PMingLiU"/>
              </a:rPr>
              <a:t>图</a:t>
            </a:r>
            <a:endParaRPr sz="2000" b="1" dirty="0">
              <a:solidFill>
                <a:srgbClr val="FF0000"/>
              </a:solidFill>
              <a:latin typeface="PMingLiU"/>
              <a:cs typeface="PMingLiU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631586" y="3974688"/>
            <a:ext cx="596265" cy="596900"/>
          </a:xfrm>
          <a:custGeom>
            <a:avLst/>
            <a:gdLst/>
            <a:ahLst/>
            <a:cxnLst/>
            <a:rect l="l" t="t" r="r" b="b"/>
            <a:pathLst>
              <a:path w="596264" h="596900">
                <a:moveTo>
                  <a:pt x="297942" y="0"/>
                </a:moveTo>
                <a:lnTo>
                  <a:pt x="249603" y="3905"/>
                </a:lnTo>
                <a:lnTo>
                  <a:pt x="203752" y="15212"/>
                </a:lnTo>
                <a:lnTo>
                  <a:pt x="161001" y="33305"/>
                </a:lnTo>
                <a:lnTo>
                  <a:pt x="121962" y="57570"/>
                </a:lnTo>
                <a:lnTo>
                  <a:pt x="87249" y="87391"/>
                </a:lnTo>
                <a:lnTo>
                  <a:pt x="57473" y="122154"/>
                </a:lnTo>
                <a:lnTo>
                  <a:pt x="33247" y="161244"/>
                </a:lnTo>
                <a:lnTo>
                  <a:pt x="15185" y="204045"/>
                </a:lnTo>
                <a:lnTo>
                  <a:pt x="3898" y="249943"/>
                </a:lnTo>
                <a:lnTo>
                  <a:pt x="0" y="298322"/>
                </a:lnTo>
                <a:lnTo>
                  <a:pt x="3898" y="346702"/>
                </a:lnTo>
                <a:lnTo>
                  <a:pt x="15185" y="392600"/>
                </a:lnTo>
                <a:lnTo>
                  <a:pt x="33247" y="435401"/>
                </a:lnTo>
                <a:lnTo>
                  <a:pt x="57473" y="474491"/>
                </a:lnTo>
                <a:lnTo>
                  <a:pt x="87248" y="509254"/>
                </a:lnTo>
                <a:lnTo>
                  <a:pt x="121962" y="539075"/>
                </a:lnTo>
                <a:lnTo>
                  <a:pt x="161001" y="563340"/>
                </a:lnTo>
                <a:lnTo>
                  <a:pt x="203752" y="581433"/>
                </a:lnTo>
                <a:lnTo>
                  <a:pt x="249603" y="592740"/>
                </a:lnTo>
                <a:lnTo>
                  <a:pt x="297942" y="596645"/>
                </a:lnTo>
                <a:lnTo>
                  <a:pt x="346280" y="592740"/>
                </a:lnTo>
                <a:lnTo>
                  <a:pt x="392131" y="581433"/>
                </a:lnTo>
                <a:lnTo>
                  <a:pt x="434882" y="563340"/>
                </a:lnTo>
                <a:lnTo>
                  <a:pt x="473921" y="539075"/>
                </a:lnTo>
                <a:lnTo>
                  <a:pt x="508634" y="509254"/>
                </a:lnTo>
                <a:lnTo>
                  <a:pt x="538410" y="474491"/>
                </a:lnTo>
                <a:lnTo>
                  <a:pt x="562636" y="435401"/>
                </a:lnTo>
                <a:lnTo>
                  <a:pt x="580698" y="392600"/>
                </a:lnTo>
                <a:lnTo>
                  <a:pt x="591985" y="346702"/>
                </a:lnTo>
                <a:lnTo>
                  <a:pt x="595883" y="298322"/>
                </a:lnTo>
                <a:lnTo>
                  <a:pt x="591985" y="249943"/>
                </a:lnTo>
                <a:lnTo>
                  <a:pt x="580698" y="204045"/>
                </a:lnTo>
                <a:lnTo>
                  <a:pt x="562636" y="161244"/>
                </a:lnTo>
                <a:lnTo>
                  <a:pt x="538410" y="122154"/>
                </a:lnTo>
                <a:lnTo>
                  <a:pt x="508635" y="87391"/>
                </a:lnTo>
                <a:lnTo>
                  <a:pt x="473921" y="57570"/>
                </a:lnTo>
                <a:lnTo>
                  <a:pt x="434882" y="33305"/>
                </a:lnTo>
                <a:lnTo>
                  <a:pt x="392131" y="15212"/>
                </a:lnTo>
                <a:lnTo>
                  <a:pt x="346280" y="3905"/>
                </a:lnTo>
                <a:lnTo>
                  <a:pt x="29794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784495" y="4067145"/>
            <a:ext cx="2152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𝒂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197497" y="3974688"/>
            <a:ext cx="596265" cy="596900"/>
          </a:xfrm>
          <a:custGeom>
            <a:avLst/>
            <a:gdLst/>
            <a:ahLst/>
            <a:cxnLst/>
            <a:rect l="l" t="t" r="r" b="b"/>
            <a:pathLst>
              <a:path w="596264" h="596900">
                <a:moveTo>
                  <a:pt x="297941" y="0"/>
                </a:moveTo>
                <a:lnTo>
                  <a:pt x="249603" y="3905"/>
                </a:lnTo>
                <a:lnTo>
                  <a:pt x="203752" y="15212"/>
                </a:lnTo>
                <a:lnTo>
                  <a:pt x="161001" y="33305"/>
                </a:lnTo>
                <a:lnTo>
                  <a:pt x="121962" y="57570"/>
                </a:lnTo>
                <a:lnTo>
                  <a:pt x="87249" y="87391"/>
                </a:lnTo>
                <a:lnTo>
                  <a:pt x="57473" y="122154"/>
                </a:lnTo>
                <a:lnTo>
                  <a:pt x="33247" y="161244"/>
                </a:lnTo>
                <a:lnTo>
                  <a:pt x="15185" y="204045"/>
                </a:lnTo>
                <a:lnTo>
                  <a:pt x="3898" y="249943"/>
                </a:lnTo>
                <a:lnTo>
                  <a:pt x="0" y="298322"/>
                </a:lnTo>
                <a:lnTo>
                  <a:pt x="3898" y="346702"/>
                </a:lnTo>
                <a:lnTo>
                  <a:pt x="15185" y="392600"/>
                </a:lnTo>
                <a:lnTo>
                  <a:pt x="33247" y="435401"/>
                </a:lnTo>
                <a:lnTo>
                  <a:pt x="57473" y="474491"/>
                </a:lnTo>
                <a:lnTo>
                  <a:pt x="87249" y="509254"/>
                </a:lnTo>
                <a:lnTo>
                  <a:pt x="121962" y="539075"/>
                </a:lnTo>
                <a:lnTo>
                  <a:pt x="161001" y="563340"/>
                </a:lnTo>
                <a:lnTo>
                  <a:pt x="203752" y="581433"/>
                </a:lnTo>
                <a:lnTo>
                  <a:pt x="249603" y="592740"/>
                </a:lnTo>
                <a:lnTo>
                  <a:pt x="297941" y="596645"/>
                </a:lnTo>
                <a:lnTo>
                  <a:pt x="346280" y="592740"/>
                </a:lnTo>
                <a:lnTo>
                  <a:pt x="392131" y="581433"/>
                </a:lnTo>
                <a:lnTo>
                  <a:pt x="434882" y="563340"/>
                </a:lnTo>
                <a:lnTo>
                  <a:pt x="473921" y="539075"/>
                </a:lnTo>
                <a:lnTo>
                  <a:pt x="508635" y="509254"/>
                </a:lnTo>
                <a:lnTo>
                  <a:pt x="538410" y="474491"/>
                </a:lnTo>
                <a:lnTo>
                  <a:pt x="562636" y="435401"/>
                </a:lnTo>
                <a:lnTo>
                  <a:pt x="580698" y="392600"/>
                </a:lnTo>
                <a:lnTo>
                  <a:pt x="591985" y="346702"/>
                </a:lnTo>
                <a:lnTo>
                  <a:pt x="595883" y="298322"/>
                </a:lnTo>
                <a:lnTo>
                  <a:pt x="591985" y="249943"/>
                </a:lnTo>
                <a:lnTo>
                  <a:pt x="580698" y="204045"/>
                </a:lnTo>
                <a:lnTo>
                  <a:pt x="562636" y="161244"/>
                </a:lnTo>
                <a:lnTo>
                  <a:pt x="538410" y="122154"/>
                </a:lnTo>
                <a:lnTo>
                  <a:pt x="508634" y="87391"/>
                </a:lnTo>
                <a:lnTo>
                  <a:pt x="473921" y="57570"/>
                </a:lnTo>
                <a:lnTo>
                  <a:pt x="434882" y="33305"/>
                </a:lnTo>
                <a:lnTo>
                  <a:pt x="392131" y="15212"/>
                </a:lnTo>
                <a:lnTo>
                  <a:pt x="346280" y="3905"/>
                </a:lnTo>
                <a:lnTo>
                  <a:pt x="297941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3351928" y="4067145"/>
            <a:ext cx="2108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𝒃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631586" y="5609940"/>
            <a:ext cx="596265" cy="596265"/>
          </a:xfrm>
          <a:custGeom>
            <a:avLst/>
            <a:gdLst/>
            <a:ahLst/>
            <a:cxnLst/>
            <a:rect l="l" t="t" r="r" b="b"/>
            <a:pathLst>
              <a:path w="596264" h="596264">
                <a:moveTo>
                  <a:pt x="297942" y="0"/>
                </a:moveTo>
                <a:lnTo>
                  <a:pt x="249603" y="3898"/>
                </a:lnTo>
                <a:lnTo>
                  <a:pt x="203752" y="15185"/>
                </a:lnTo>
                <a:lnTo>
                  <a:pt x="161001" y="33247"/>
                </a:lnTo>
                <a:lnTo>
                  <a:pt x="121962" y="57473"/>
                </a:lnTo>
                <a:lnTo>
                  <a:pt x="87249" y="87248"/>
                </a:lnTo>
                <a:lnTo>
                  <a:pt x="57473" y="121962"/>
                </a:lnTo>
                <a:lnTo>
                  <a:pt x="33247" y="161001"/>
                </a:lnTo>
                <a:lnTo>
                  <a:pt x="15185" y="203752"/>
                </a:lnTo>
                <a:lnTo>
                  <a:pt x="3898" y="249603"/>
                </a:lnTo>
                <a:lnTo>
                  <a:pt x="0" y="297941"/>
                </a:lnTo>
                <a:lnTo>
                  <a:pt x="3898" y="346270"/>
                </a:lnTo>
                <a:lnTo>
                  <a:pt x="15185" y="392116"/>
                </a:lnTo>
                <a:lnTo>
                  <a:pt x="33247" y="434865"/>
                </a:lnTo>
                <a:lnTo>
                  <a:pt x="57473" y="473904"/>
                </a:lnTo>
                <a:lnTo>
                  <a:pt x="87248" y="508620"/>
                </a:lnTo>
                <a:lnTo>
                  <a:pt x="121962" y="538399"/>
                </a:lnTo>
                <a:lnTo>
                  <a:pt x="161001" y="562629"/>
                </a:lnTo>
                <a:lnTo>
                  <a:pt x="203752" y="580695"/>
                </a:lnTo>
                <a:lnTo>
                  <a:pt x="249603" y="591984"/>
                </a:lnTo>
                <a:lnTo>
                  <a:pt x="297942" y="595884"/>
                </a:lnTo>
                <a:lnTo>
                  <a:pt x="346280" y="591984"/>
                </a:lnTo>
                <a:lnTo>
                  <a:pt x="392131" y="580695"/>
                </a:lnTo>
                <a:lnTo>
                  <a:pt x="434882" y="562629"/>
                </a:lnTo>
                <a:lnTo>
                  <a:pt x="473921" y="538399"/>
                </a:lnTo>
                <a:lnTo>
                  <a:pt x="508634" y="508620"/>
                </a:lnTo>
                <a:lnTo>
                  <a:pt x="538410" y="473904"/>
                </a:lnTo>
                <a:lnTo>
                  <a:pt x="562636" y="434865"/>
                </a:lnTo>
                <a:lnTo>
                  <a:pt x="580698" y="392116"/>
                </a:lnTo>
                <a:lnTo>
                  <a:pt x="591985" y="346270"/>
                </a:lnTo>
                <a:lnTo>
                  <a:pt x="595883" y="297941"/>
                </a:lnTo>
                <a:lnTo>
                  <a:pt x="591985" y="249603"/>
                </a:lnTo>
                <a:lnTo>
                  <a:pt x="580698" y="203752"/>
                </a:lnTo>
                <a:lnTo>
                  <a:pt x="562636" y="161001"/>
                </a:lnTo>
                <a:lnTo>
                  <a:pt x="538410" y="121962"/>
                </a:lnTo>
                <a:lnTo>
                  <a:pt x="508635" y="87249"/>
                </a:lnTo>
                <a:lnTo>
                  <a:pt x="473921" y="57473"/>
                </a:lnTo>
                <a:lnTo>
                  <a:pt x="434882" y="33247"/>
                </a:lnTo>
                <a:lnTo>
                  <a:pt x="392131" y="15185"/>
                </a:lnTo>
                <a:lnTo>
                  <a:pt x="346280" y="3898"/>
                </a:lnTo>
                <a:lnTo>
                  <a:pt x="29794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1780685" y="5702143"/>
            <a:ext cx="2216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𝒅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4562239" y="5609940"/>
            <a:ext cx="596265" cy="596265"/>
          </a:xfrm>
          <a:custGeom>
            <a:avLst/>
            <a:gdLst/>
            <a:ahLst/>
            <a:cxnLst/>
            <a:rect l="l" t="t" r="r" b="b"/>
            <a:pathLst>
              <a:path w="596264" h="596264">
                <a:moveTo>
                  <a:pt x="0" y="297941"/>
                </a:moveTo>
                <a:lnTo>
                  <a:pt x="3898" y="249603"/>
                </a:lnTo>
                <a:lnTo>
                  <a:pt x="15185" y="203752"/>
                </a:lnTo>
                <a:lnTo>
                  <a:pt x="33247" y="161001"/>
                </a:lnTo>
                <a:lnTo>
                  <a:pt x="57473" y="121962"/>
                </a:lnTo>
                <a:lnTo>
                  <a:pt x="87248" y="87248"/>
                </a:lnTo>
                <a:lnTo>
                  <a:pt x="121962" y="57473"/>
                </a:lnTo>
                <a:lnTo>
                  <a:pt x="161001" y="33247"/>
                </a:lnTo>
                <a:lnTo>
                  <a:pt x="203752" y="15185"/>
                </a:lnTo>
                <a:lnTo>
                  <a:pt x="249603" y="3898"/>
                </a:lnTo>
                <a:lnTo>
                  <a:pt x="297941" y="0"/>
                </a:lnTo>
                <a:lnTo>
                  <a:pt x="346280" y="3898"/>
                </a:lnTo>
                <a:lnTo>
                  <a:pt x="392131" y="15185"/>
                </a:lnTo>
                <a:lnTo>
                  <a:pt x="434882" y="33247"/>
                </a:lnTo>
                <a:lnTo>
                  <a:pt x="473921" y="57473"/>
                </a:lnTo>
                <a:lnTo>
                  <a:pt x="508635" y="87249"/>
                </a:lnTo>
                <a:lnTo>
                  <a:pt x="538410" y="121962"/>
                </a:lnTo>
                <a:lnTo>
                  <a:pt x="562636" y="161001"/>
                </a:lnTo>
                <a:lnTo>
                  <a:pt x="580698" y="203752"/>
                </a:lnTo>
                <a:lnTo>
                  <a:pt x="591985" y="249603"/>
                </a:lnTo>
                <a:lnTo>
                  <a:pt x="595884" y="297941"/>
                </a:lnTo>
                <a:lnTo>
                  <a:pt x="591985" y="346270"/>
                </a:lnTo>
                <a:lnTo>
                  <a:pt x="580698" y="392116"/>
                </a:lnTo>
                <a:lnTo>
                  <a:pt x="562636" y="434865"/>
                </a:lnTo>
                <a:lnTo>
                  <a:pt x="538410" y="473904"/>
                </a:lnTo>
                <a:lnTo>
                  <a:pt x="508635" y="508620"/>
                </a:lnTo>
                <a:lnTo>
                  <a:pt x="473921" y="538399"/>
                </a:lnTo>
                <a:lnTo>
                  <a:pt x="434882" y="562629"/>
                </a:lnTo>
                <a:lnTo>
                  <a:pt x="392131" y="580695"/>
                </a:lnTo>
                <a:lnTo>
                  <a:pt x="346280" y="591984"/>
                </a:lnTo>
                <a:lnTo>
                  <a:pt x="297941" y="595884"/>
                </a:lnTo>
                <a:lnTo>
                  <a:pt x="249603" y="591984"/>
                </a:lnTo>
                <a:lnTo>
                  <a:pt x="203752" y="580695"/>
                </a:lnTo>
                <a:lnTo>
                  <a:pt x="161001" y="562629"/>
                </a:lnTo>
                <a:lnTo>
                  <a:pt x="121962" y="538399"/>
                </a:lnTo>
                <a:lnTo>
                  <a:pt x="87249" y="508620"/>
                </a:lnTo>
                <a:lnTo>
                  <a:pt x="57473" y="473904"/>
                </a:lnTo>
                <a:lnTo>
                  <a:pt x="33247" y="434865"/>
                </a:lnTo>
                <a:lnTo>
                  <a:pt x="15185" y="392116"/>
                </a:lnTo>
                <a:lnTo>
                  <a:pt x="3898" y="346270"/>
                </a:lnTo>
                <a:lnTo>
                  <a:pt x="0" y="297941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4706510" y="5702143"/>
            <a:ext cx="2317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𝒈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4569096" y="3974688"/>
            <a:ext cx="596900" cy="596900"/>
          </a:xfrm>
          <a:custGeom>
            <a:avLst/>
            <a:gdLst/>
            <a:ahLst/>
            <a:cxnLst/>
            <a:rect l="l" t="t" r="r" b="b"/>
            <a:pathLst>
              <a:path w="596900" h="596900">
                <a:moveTo>
                  <a:pt x="0" y="298322"/>
                </a:moveTo>
                <a:lnTo>
                  <a:pt x="3905" y="249943"/>
                </a:lnTo>
                <a:lnTo>
                  <a:pt x="15212" y="204045"/>
                </a:lnTo>
                <a:lnTo>
                  <a:pt x="33305" y="161244"/>
                </a:lnTo>
                <a:lnTo>
                  <a:pt x="57570" y="122154"/>
                </a:lnTo>
                <a:lnTo>
                  <a:pt x="87391" y="87391"/>
                </a:lnTo>
                <a:lnTo>
                  <a:pt x="122154" y="57570"/>
                </a:lnTo>
                <a:lnTo>
                  <a:pt x="161244" y="33305"/>
                </a:lnTo>
                <a:lnTo>
                  <a:pt x="204045" y="15212"/>
                </a:lnTo>
                <a:lnTo>
                  <a:pt x="249943" y="3905"/>
                </a:lnTo>
                <a:lnTo>
                  <a:pt x="298323" y="0"/>
                </a:lnTo>
                <a:lnTo>
                  <a:pt x="346702" y="3905"/>
                </a:lnTo>
                <a:lnTo>
                  <a:pt x="392600" y="15212"/>
                </a:lnTo>
                <a:lnTo>
                  <a:pt x="435401" y="33305"/>
                </a:lnTo>
                <a:lnTo>
                  <a:pt x="474491" y="57570"/>
                </a:lnTo>
                <a:lnTo>
                  <a:pt x="509254" y="87391"/>
                </a:lnTo>
                <a:lnTo>
                  <a:pt x="539075" y="122154"/>
                </a:lnTo>
                <a:lnTo>
                  <a:pt x="563340" y="161244"/>
                </a:lnTo>
                <a:lnTo>
                  <a:pt x="581433" y="204045"/>
                </a:lnTo>
                <a:lnTo>
                  <a:pt x="592740" y="249943"/>
                </a:lnTo>
                <a:lnTo>
                  <a:pt x="596645" y="298322"/>
                </a:lnTo>
                <a:lnTo>
                  <a:pt x="592740" y="346702"/>
                </a:lnTo>
                <a:lnTo>
                  <a:pt x="581433" y="392600"/>
                </a:lnTo>
                <a:lnTo>
                  <a:pt x="563340" y="435401"/>
                </a:lnTo>
                <a:lnTo>
                  <a:pt x="539075" y="474491"/>
                </a:lnTo>
                <a:lnTo>
                  <a:pt x="509254" y="509254"/>
                </a:lnTo>
                <a:lnTo>
                  <a:pt x="474491" y="539075"/>
                </a:lnTo>
                <a:lnTo>
                  <a:pt x="435401" y="563340"/>
                </a:lnTo>
                <a:lnTo>
                  <a:pt x="392600" y="581433"/>
                </a:lnTo>
                <a:lnTo>
                  <a:pt x="346702" y="592740"/>
                </a:lnTo>
                <a:lnTo>
                  <a:pt x="298323" y="596645"/>
                </a:lnTo>
                <a:lnTo>
                  <a:pt x="249943" y="592740"/>
                </a:lnTo>
                <a:lnTo>
                  <a:pt x="204045" y="581433"/>
                </a:lnTo>
                <a:lnTo>
                  <a:pt x="161244" y="563340"/>
                </a:lnTo>
                <a:lnTo>
                  <a:pt x="122154" y="539075"/>
                </a:lnTo>
                <a:lnTo>
                  <a:pt x="87391" y="509254"/>
                </a:lnTo>
                <a:lnTo>
                  <a:pt x="57570" y="474491"/>
                </a:lnTo>
                <a:lnTo>
                  <a:pt x="33305" y="435401"/>
                </a:lnTo>
                <a:lnTo>
                  <a:pt x="15212" y="392600"/>
                </a:lnTo>
                <a:lnTo>
                  <a:pt x="3905" y="346702"/>
                </a:lnTo>
                <a:lnTo>
                  <a:pt x="0" y="298322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4739784" y="4067145"/>
            <a:ext cx="1797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𝒄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1910479" y="4254343"/>
            <a:ext cx="2677795" cy="1971039"/>
            <a:chOff x="1898904" y="3941826"/>
            <a:chExt cx="2677795" cy="1971039"/>
          </a:xfrm>
        </p:grpSpPr>
        <p:sp>
          <p:nvSpPr>
            <p:cNvPr id="29" name="object 29"/>
            <p:cNvSpPr/>
            <p:nvPr/>
          </p:nvSpPr>
          <p:spPr>
            <a:xfrm>
              <a:off x="1917954" y="3960876"/>
              <a:ext cx="1355725" cy="1424305"/>
            </a:xfrm>
            <a:custGeom>
              <a:avLst/>
              <a:gdLst/>
              <a:ahLst/>
              <a:cxnLst/>
              <a:rect l="l" t="t" r="r" b="b"/>
              <a:pathLst>
                <a:path w="1355725" h="1424304">
                  <a:moveTo>
                    <a:pt x="297941" y="0"/>
                  </a:moveTo>
                  <a:lnTo>
                    <a:pt x="1267840" y="0"/>
                  </a:lnTo>
                </a:path>
                <a:path w="1355725" h="1424304">
                  <a:moveTo>
                    <a:pt x="0" y="297942"/>
                  </a:moveTo>
                  <a:lnTo>
                    <a:pt x="0" y="1336802"/>
                  </a:lnTo>
                </a:path>
                <a:path w="1355725" h="1424304">
                  <a:moveTo>
                    <a:pt x="1355470" y="210312"/>
                  </a:moveTo>
                  <a:lnTo>
                    <a:pt x="211073" y="1423797"/>
                  </a:lnTo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185922" y="3960876"/>
              <a:ext cx="1371600" cy="1932939"/>
            </a:xfrm>
            <a:custGeom>
              <a:avLst/>
              <a:gdLst/>
              <a:ahLst/>
              <a:cxnLst/>
              <a:rect l="l" t="t" r="r" b="b"/>
              <a:pathLst>
                <a:path w="1371600" h="1932939">
                  <a:moveTo>
                    <a:pt x="1364106" y="1634489"/>
                  </a:moveTo>
                  <a:lnTo>
                    <a:pt x="595883" y="1634489"/>
                  </a:lnTo>
                </a:path>
                <a:path w="1371600" h="1932939">
                  <a:moveTo>
                    <a:pt x="297941" y="297942"/>
                  </a:moveTo>
                  <a:lnTo>
                    <a:pt x="297941" y="1336802"/>
                  </a:lnTo>
                </a:path>
                <a:path w="1371600" h="1932939">
                  <a:moveTo>
                    <a:pt x="595883" y="0"/>
                  </a:moveTo>
                  <a:lnTo>
                    <a:pt x="1371600" y="0"/>
                  </a:lnTo>
                </a:path>
                <a:path w="1371600" h="1932939">
                  <a:moveTo>
                    <a:pt x="0" y="1634489"/>
                  </a:moveTo>
                  <a:lnTo>
                    <a:pt x="3898" y="1586151"/>
                  </a:lnTo>
                  <a:lnTo>
                    <a:pt x="15185" y="1540300"/>
                  </a:lnTo>
                  <a:lnTo>
                    <a:pt x="33247" y="1497549"/>
                  </a:lnTo>
                  <a:lnTo>
                    <a:pt x="57473" y="1458510"/>
                  </a:lnTo>
                  <a:lnTo>
                    <a:pt x="87249" y="1423796"/>
                  </a:lnTo>
                  <a:lnTo>
                    <a:pt x="121962" y="1394021"/>
                  </a:lnTo>
                  <a:lnTo>
                    <a:pt x="161001" y="1369795"/>
                  </a:lnTo>
                  <a:lnTo>
                    <a:pt x="203752" y="1351733"/>
                  </a:lnTo>
                  <a:lnTo>
                    <a:pt x="249603" y="1340446"/>
                  </a:lnTo>
                  <a:lnTo>
                    <a:pt x="297941" y="1336548"/>
                  </a:lnTo>
                  <a:lnTo>
                    <a:pt x="346280" y="1340446"/>
                  </a:lnTo>
                  <a:lnTo>
                    <a:pt x="392131" y="1351733"/>
                  </a:lnTo>
                  <a:lnTo>
                    <a:pt x="434882" y="1369795"/>
                  </a:lnTo>
                  <a:lnTo>
                    <a:pt x="473921" y="1394021"/>
                  </a:lnTo>
                  <a:lnTo>
                    <a:pt x="508634" y="1423797"/>
                  </a:lnTo>
                  <a:lnTo>
                    <a:pt x="538410" y="1458510"/>
                  </a:lnTo>
                  <a:lnTo>
                    <a:pt x="562636" y="1497549"/>
                  </a:lnTo>
                  <a:lnTo>
                    <a:pt x="580698" y="1540300"/>
                  </a:lnTo>
                  <a:lnTo>
                    <a:pt x="591985" y="1586151"/>
                  </a:lnTo>
                  <a:lnTo>
                    <a:pt x="595883" y="1634489"/>
                  </a:lnTo>
                  <a:lnTo>
                    <a:pt x="591985" y="1682818"/>
                  </a:lnTo>
                  <a:lnTo>
                    <a:pt x="580698" y="1728664"/>
                  </a:lnTo>
                  <a:lnTo>
                    <a:pt x="562636" y="1771413"/>
                  </a:lnTo>
                  <a:lnTo>
                    <a:pt x="538410" y="1810452"/>
                  </a:lnTo>
                  <a:lnTo>
                    <a:pt x="508635" y="1845168"/>
                  </a:lnTo>
                  <a:lnTo>
                    <a:pt x="473921" y="1874947"/>
                  </a:lnTo>
                  <a:lnTo>
                    <a:pt x="434882" y="1899177"/>
                  </a:lnTo>
                  <a:lnTo>
                    <a:pt x="392131" y="1917243"/>
                  </a:lnTo>
                  <a:lnTo>
                    <a:pt x="346280" y="1928532"/>
                  </a:lnTo>
                  <a:lnTo>
                    <a:pt x="297941" y="1932432"/>
                  </a:lnTo>
                  <a:lnTo>
                    <a:pt x="249603" y="1928532"/>
                  </a:lnTo>
                  <a:lnTo>
                    <a:pt x="203752" y="1917243"/>
                  </a:lnTo>
                  <a:lnTo>
                    <a:pt x="161001" y="1899177"/>
                  </a:lnTo>
                  <a:lnTo>
                    <a:pt x="121962" y="1874947"/>
                  </a:lnTo>
                  <a:lnTo>
                    <a:pt x="87249" y="1845168"/>
                  </a:lnTo>
                  <a:lnTo>
                    <a:pt x="57473" y="1810452"/>
                  </a:lnTo>
                  <a:lnTo>
                    <a:pt x="33247" y="1771413"/>
                  </a:lnTo>
                  <a:lnTo>
                    <a:pt x="15185" y="1728664"/>
                  </a:lnTo>
                  <a:lnTo>
                    <a:pt x="3898" y="1682818"/>
                  </a:lnTo>
                  <a:lnTo>
                    <a:pt x="0" y="1634489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3359548" y="5702143"/>
            <a:ext cx="1974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𝒇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2227470" y="5907882"/>
            <a:ext cx="970280" cy="0"/>
          </a:xfrm>
          <a:custGeom>
            <a:avLst/>
            <a:gdLst/>
            <a:ahLst/>
            <a:cxnLst/>
            <a:rect l="l" t="t" r="r" b="b"/>
            <a:pathLst>
              <a:path w="970280">
                <a:moveTo>
                  <a:pt x="969899" y="0"/>
                </a:moveTo>
                <a:lnTo>
                  <a:pt x="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3000647" y="6219032"/>
            <a:ext cx="78676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20">
                <a:latin typeface="PMingLiU"/>
                <a:cs typeface="PMingLiU"/>
              </a:rPr>
              <a:t>有环</a:t>
            </a:r>
            <a:r>
              <a:rPr sz="2000" spc="-50">
                <a:latin typeface="PMingLiU"/>
                <a:cs typeface="PMingLiU"/>
              </a:rPr>
              <a:t>图</a:t>
            </a:r>
            <a:endParaRPr sz="2000">
              <a:latin typeface="PMingLiU"/>
              <a:cs typeface="PMingLiU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34640" y="1222450"/>
            <a:ext cx="9862185" cy="972819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55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>
                <a:latin typeface="PMingLiU"/>
                <a:cs typeface="PMingLiU"/>
              </a:rPr>
              <a:t>连通</a:t>
            </a:r>
            <a:r>
              <a:rPr sz="2800" b="1" spc="-10">
                <a:latin typeface="Times New Roman"/>
                <a:cs typeface="Times New Roman"/>
              </a:rPr>
              <a:t>(Connectivity)</a:t>
            </a:r>
            <a:endParaRPr sz="2800">
              <a:latin typeface="Times New Roman"/>
              <a:cs typeface="Times New Roman"/>
            </a:endParaRPr>
          </a:p>
          <a:p>
            <a:pPr marL="704215" lvl="1" indent="-347980">
              <a:lnSpc>
                <a:spcPct val="100000"/>
              </a:lnSpc>
              <a:spcBef>
                <a:spcPts val="56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>
                <a:latin typeface="PMingLiU"/>
                <a:cs typeface="PMingLiU"/>
              </a:rPr>
              <a:t>如果图的任意对顶点互相可达，则称该图是</a:t>
            </a:r>
            <a:r>
              <a:rPr sz="2400">
                <a:solidFill>
                  <a:srgbClr val="FF0000"/>
                </a:solidFill>
                <a:latin typeface="PMingLiU"/>
                <a:cs typeface="PMingLiU"/>
              </a:rPr>
              <a:t>连通的</a:t>
            </a:r>
            <a:r>
              <a:rPr sz="2400" spc="-10">
                <a:latin typeface="PMingLiU"/>
                <a:cs typeface="PMingLiU"/>
              </a:rPr>
              <a:t>，反之称为非连通</a:t>
            </a:r>
            <a:endParaRPr sz="2400">
              <a:latin typeface="PMingLiU"/>
              <a:cs typeface="PMingLiU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17412" y="181590"/>
            <a:ext cx="4729883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 err="1"/>
              <a:t>图的概念：连</a:t>
            </a:r>
            <a:r>
              <a:rPr spc="-50" dirty="0" err="1"/>
              <a:t>通</a:t>
            </a:r>
            <a:endParaRPr spc="-50" dirty="0"/>
          </a:p>
        </p:txBody>
      </p:sp>
      <p:sp>
        <p:nvSpPr>
          <p:cNvPr id="4" name="object 4"/>
          <p:cNvSpPr/>
          <p:nvPr/>
        </p:nvSpPr>
        <p:spPr>
          <a:xfrm>
            <a:off x="1111758" y="3017520"/>
            <a:ext cx="596265" cy="596265"/>
          </a:xfrm>
          <a:custGeom>
            <a:avLst/>
            <a:gdLst/>
            <a:ahLst/>
            <a:cxnLst/>
            <a:rect l="l" t="t" r="r" b="b"/>
            <a:pathLst>
              <a:path w="596264" h="596264">
                <a:moveTo>
                  <a:pt x="0" y="297941"/>
                </a:moveTo>
                <a:lnTo>
                  <a:pt x="3899" y="249603"/>
                </a:lnTo>
                <a:lnTo>
                  <a:pt x="15188" y="203752"/>
                </a:lnTo>
                <a:lnTo>
                  <a:pt x="33254" y="161001"/>
                </a:lnTo>
                <a:lnTo>
                  <a:pt x="57484" y="121962"/>
                </a:lnTo>
                <a:lnTo>
                  <a:pt x="87263" y="87249"/>
                </a:lnTo>
                <a:lnTo>
                  <a:pt x="121979" y="57473"/>
                </a:lnTo>
                <a:lnTo>
                  <a:pt x="161018" y="33247"/>
                </a:lnTo>
                <a:lnTo>
                  <a:pt x="203767" y="15185"/>
                </a:lnTo>
                <a:lnTo>
                  <a:pt x="249613" y="3898"/>
                </a:lnTo>
                <a:lnTo>
                  <a:pt x="297941" y="0"/>
                </a:lnTo>
                <a:lnTo>
                  <a:pt x="346280" y="3898"/>
                </a:lnTo>
                <a:lnTo>
                  <a:pt x="392131" y="15185"/>
                </a:lnTo>
                <a:lnTo>
                  <a:pt x="434882" y="33247"/>
                </a:lnTo>
                <a:lnTo>
                  <a:pt x="473921" y="57473"/>
                </a:lnTo>
                <a:lnTo>
                  <a:pt x="508635" y="87248"/>
                </a:lnTo>
                <a:lnTo>
                  <a:pt x="538410" y="121962"/>
                </a:lnTo>
                <a:lnTo>
                  <a:pt x="562636" y="161001"/>
                </a:lnTo>
                <a:lnTo>
                  <a:pt x="580698" y="203752"/>
                </a:lnTo>
                <a:lnTo>
                  <a:pt x="591985" y="249603"/>
                </a:lnTo>
                <a:lnTo>
                  <a:pt x="595884" y="297941"/>
                </a:lnTo>
                <a:lnTo>
                  <a:pt x="591985" y="346280"/>
                </a:lnTo>
                <a:lnTo>
                  <a:pt x="580698" y="392131"/>
                </a:lnTo>
                <a:lnTo>
                  <a:pt x="562636" y="434882"/>
                </a:lnTo>
                <a:lnTo>
                  <a:pt x="538410" y="473921"/>
                </a:lnTo>
                <a:lnTo>
                  <a:pt x="508634" y="508634"/>
                </a:lnTo>
                <a:lnTo>
                  <a:pt x="473921" y="538410"/>
                </a:lnTo>
                <a:lnTo>
                  <a:pt x="434882" y="562636"/>
                </a:lnTo>
                <a:lnTo>
                  <a:pt x="392131" y="580698"/>
                </a:lnTo>
                <a:lnTo>
                  <a:pt x="346280" y="591985"/>
                </a:lnTo>
                <a:lnTo>
                  <a:pt x="297941" y="595883"/>
                </a:lnTo>
                <a:lnTo>
                  <a:pt x="249613" y="591985"/>
                </a:lnTo>
                <a:lnTo>
                  <a:pt x="203767" y="580698"/>
                </a:lnTo>
                <a:lnTo>
                  <a:pt x="161018" y="562636"/>
                </a:lnTo>
                <a:lnTo>
                  <a:pt x="121979" y="538410"/>
                </a:lnTo>
                <a:lnTo>
                  <a:pt x="87263" y="508635"/>
                </a:lnTo>
                <a:lnTo>
                  <a:pt x="57484" y="473921"/>
                </a:lnTo>
                <a:lnTo>
                  <a:pt x="33254" y="434882"/>
                </a:lnTo>
                <a:lnTo>
                  <a:pt x="15188" y="392131"/>
                </a:lnTo>
                <a:lnTo>
                  <a:pt x="3899" y="346280"/>
                </a:lnTo>
                <a:lnTo>
                  <a:pt x="0" y="297941"/>
                </a:lnTo>
                <a:close/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264158" y="3109214"/>
            <a:ext cx="2152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𝒂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677667" y="3017520"/>
            <a:ext cx="596265" cy="596265"/>
          </a:xfrm>
          <a:custGeom>
            <a:avLst/>
            <a:gdLst/>
            <a:ahLst/>
            <a:cxnLst/>
            <a:rect l="l" t="t" r="r" b="b"/>
            <a:pathLst>
              <a:path w="596264" h="596264">
                <a:moveTo>
                  <a:pt x="0" y="297941"/>
                </a:moveTo>
                <a:lnTo>
                  <a:pt x="3898" y="249603"/>
                </a:lnTo>
                <a:lnTo>
                  <a:pt x="15185" y="203752"/>
                </a:lnTo>
                <a:lnTo>
                  <a:pt x="33247" y="161001"/>
                </a:lnTo>
                <a:lnTo>
                  <a:pt x="57473" y="121962"/>
                </a:lnTo>
                <a:lnTo>
                  <a:pt x="87249" y="87249"/>
                </a:lnTo>
                <a:lnTo>
                  <a:pt x="121962" y="57473"/>
                </a:lnTo>
                <a:lnTo>
                  <a:pt x="161001" y="33247"/>
                </a:lnTo>
                <a:lnTo>
                  <a:pt x="203752" y="15185"/>
                </a:lnTo>
                <a:lnTo>
                  <a:pt x="249603" y="3898"/>
                </a:lnTo>
                <a:lnTo>
                  <a:pt x="297942" y="0"/>
                </a:lnTo>
                <a:lnTo>
                  <a:pt x="346280" y="3898"/>
                </a:lnTo>
                <a:lnTo>
                  <a:pt x="392131" y="15185"/>
                </a:lnTo>
                <a:lnTo>
                  <a:pt x="434882" y="33247"/>
                </a:lnTo>
                <a:lnTo>
                  <a:pt x="473921" y="57473"/>
                </a:lnTo>
                <a:lnTo>
                  <a:pt x="508635" y="87248"/>
                </a:lnTo>
                <a:lnTo>
                  <a:pt x="538410" y="121962"/>
                </a:lnTo>
                <a:lnTo>
                  <a:pt x="562636" y="161001"/>
                </a:lnTo>
                <a:lnTo>
                  <a:pt x="580698" y="203752"/>
                </a:lnTo>
                <a:lnTo>
                  <a:pt x="591985" y="249603"/>
                </a:lnTo>
                <a:lnTo>
                  <a:pt x="595883" y="297941"/>
                </a:lnTo>
                <a:lnTo>
                  <a:pt x="591985" y="346280"/>
                </a:lnTo>
                <a:lnTo>
                  <a:pt x="580698" y="392131"/>
                </a:lnTo>
                <a:lnTo>
                  <a:pt x="562636" y="434882"/>
                </a:lnTo>
                <a:lnTo>
                  <a:pt x="538410" y="473921"/>
                </a:lnTo>
                <a:lnTo>
                  <a:pt x="508635" y="508634"/>
                </a:lnTo>
                <a:lnTo>
                  <a:pt x="473921" y="538410"/>
                </a:lnTo>
                <a:lnTo>
                  <a:pt x="434882" y="562636"/>
                </a:lnTo>
                <a:lnTo>
                  <a:pt x="392131" y="580698"/>
                </a:lnTo>
                <a:lnTo>
                  <a:pt x="346280" y="591985"/>
                </a:lnTo>
                <a:lnTo>
                  <a:pt x="297942" y="595883"/>
                </a:lnTo>
                <a:lnTo>
                  <a:pt x="249603" y="591985"/>
                </a:lnTo>
                <a:lnTo>
                  <a:pt x="203752" y="580698"/>
                </a:lnTo>
                <a:lnTo>
                  <a:pt x="161001" y="562636"/>
                </a:lnTo>
                <a:lnTo>
                  <a:pt x="121962" y="538410"/>
                </a:lnTo>
                <a:lnTo>
                  <a:pt x="87248" y="508635"/>
                </a:lnTo>
                <a:lnTo>
                  <a:pt x="57473" y="473921"/>
                </a:lnTo>
                <a:lnTo>
                  <a:pt x="33247" y="434882"/>
                </a:lnTo>
                <a:lnTo>
                  <a:pt x="15185" y="392131"/>
                </a:lnTo>
                <a:lnTo>
                  <a:pt x="3898" y="346280"/>
                </a:lnTo>
                <a:lnTo>
                  <a:pt x="0" y="297941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831592" y="3109214"/>
            <a:ext cx="2108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𝒃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111758" y="4652009"/>
            <a:ext cx="596265" cy="596265"/>
          </a:xfrm>
          <a:custGeom>
            <a:avLst/>
            <a:gdLst/>
            <a:ahLst/>
            <a:cxnLst/>
            <a:rect l="l" t="t" r="r" b="b"/>
            <a:pathLst>
              <a:path w="596264" h="596264">
                <a:moveTo>
                  <a:pt x="0" y="297941"/>
                </a:moveTo>
                <a:lnTo>
                  <a:pt x="3899" y="249603"/>
                </a:lnTo>
                <a:lnTo>
                  <a:pt x="15188" y="203752"/>
                </a:lnTo>
                <a:lnTo>
                  <a:pt x="33254" y="161001"/>
                </a:lnTo>
                <a:lnTo>
                  <a:pt x="57484" y="121962"/>
                </a:lnTo>
                <a:lnTo>
                  <a:pt x="87263" y="87248"/>
                </a:lnTo>
                <a:lnTo>
                  <a:pt x="121979" y="57473"/>
                </a:lnTo>
                <a:lnTo>
                  <a:pt x="161018" y="33247"/>
                </a:lnTo>
                <a:lnTo>
                  <a:pt x="203767" y="15185"/>
                </a:lnTo>
                <a:lnTo>
                  <a:pt x="249613" y="3898"/>
                </a:lnTo>
                <a:lnTo>
                  <a:pt x="297941" y="0"/>
                </a:lnTo>
                <a:lnTo>
                  <a:pt x="346280" y="3898"/>
                </a:lnTo>
                <a:lnTo>
                  <a:pt x="392131" y="15185"/>
                </a:lnTo>
                <a:lnTo>
                  <a:pt x="434882" y="33247"/>
                </a:lnTo>
                <a:lnTo>
                  <a:pt x="473921" y="57473"/>
                </a:lnTo>
                <a:lnTo>
                  <a:pt x="508635" y="87249"/>
                </a:lnTo>
                <a:lnTo>
                  <a:pt x="538410" y="121962"/>
                </a:lnTo>
                <a:lnTo>
                  <a:pt x="562636" y="161001"/>
                </a:lnTo>
                <a:lnTo>
                  <a:pt x="580698" y="203752"/>
                </a:lnTo>
                <a:lnTo>
                  <a:pt x="591985" y="249603"/>
                </a:lnTo>
                <a:lnTo>
                  <a:pt x="595884" y="297941"/>
                </a:lnTo>
                <a:lnTo>
                  <a:pt x="591985" y="346280"/>
                </a:lnTo>
                <a:lnTo>
                  <a:pt x="580698" y="392131"/>
                </a:lnTo>
                <a:lnTo>
                  <a:pt x="562636" y="434882"/>
                </a:lnTo>
                <a:lnTo>
                  <a:pt x="538410" y="473921"/>
                </a:lnTo>
                <a:lnTo>
                  <a:pt x="508634" y="508635"/>
                </a:lnTo>
                <a:lnTo>
                  <a:pt x="473921" y="538410"/>
                </a:lnTo>
                <a:lnTo>
                  <a:pt x="434882" y="562636"/>
                </a:lnTo>
                <a:lnTo>
                  <a:pt x="392131" y="580698"/>
                </a:lnTo>
                <a:lnTo>
                  <a:pt x="346280" y="591985"/>
                </a:lnTo>
                <a:lnTo>
                  <a:pt x="297941" y="595883"/>
                </a:lnTo>
                <a:lnTo>
                  <a:pt x="249613" y="591985"/>
                </a:lnTo>
                <a:lnTo>
                  <a:pt x="203767" y="580698"/>
                </a:lnTo>
                <a:lnTo>
                  <a:pt x="161018" y="562636"/>
                </a:lnTo>
                <a:lnTo>
                  <a:pt x="121979" y="538410"/>
                </a:lnTo>
                <a:lnTo>
                  <a:pt x="87263" y="508634"/>
                </a:lnTo>
                <a:lnTo>
                  <a:pt x="57484" y="473921"/>
                </a:lnTo>
                <a:lnTo>
                  <a:pt x="33254" y="434882"/>
                </a:lnTo>
                <a:lnTo>
                  <a:pt x="15188" y="392131"/>
                </a:lnTo>
                <a:lnTo>
                  <a:pt x="3899" y="346280"/>
                </a:lnTo>
                <a:lnTo>
                  <a:pt x="0" y="297941"/>
                </a:lnTo>
                <a:close/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260347" y="4744211"/>
            <a:ext cx="2216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𝒅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041647" y="4652009"/>
            <a:ext cx="596265" cy="596265"/>
          </a:xfrm>
          <a:custGeom>
            <a:avLst/>
            <a:gdLst/>
            <a:ahLst/>
            <a:cxnLst/>
            <a:rect l="l" t="t" r="r" b="b"/>
            <a:pathLst>
              <a:path w="596264" h="596264">
                <a:moveTo>
                  <a:pt x="0" y="297941"/>
                </a:moveTo>
                <a:lnTo>
                  <a:pt x="3898" y="249603"/>
                </a:lnTo>
                <a:lnTo>
                  <a:pt x="15185" y="203752"/>
                </a:lnTo>
                <a:lnTo>
                  <a:pt x="33247" y="161001"/>
                </a:lnTo>
                <a:lnTo>
                  <a:pt x="57473" y="121962"/>
                </a:lnTo>
                <a:lnTo>
                  <a:pt x="87248" y="87248"/>
                </a:lnTo>
                <a:lnTo>
                  <a:pt x="121962" y="57473"/>
                </a:lnTo>
                <a:lnTo>
                  <a:pt x="161001" y="33247"/>
                </a:lnTo>
                <a:lnTo>
                  <a:pt x="203752" y="15185"/>
                </a:lnTo>
                <a:lnTo>
                  <a:pt x="249603" y="3898"/>
                </a:lnTo>
                <a:lnTo>
                  <a:pt x="297941" y="0"/>
                </a:lnTo>
                <a:lnTo>
                  <a:pt x="346280" y="3898"/>
                </a:lnTo>
                <a:lnTo>
                  <a:pt x="392131" y="15185"/>
                </a:lnTo>
                <a:lnTo>
                  <a:pt x="434882" y="33247"/>
                </a:lnTo>
                <a:lnTo>
                  <a:pt x="473921" y="57473"/>
                </a:lnTo>
                <a:lnTo>
                  <a:pt x="508635" y="87249"/>
                </a:lnTo>
                <a:lnTo>
                  <a:pt x="538410" y="121962"/>
                </a:lnTo>
                <a:lnTo>
                  <a:pt x="562636" y="161001"/>
                </a:lnTo>
                <a:lnTo>
                  <a:pt x="580698" y="203752"/>
                </a:lnTo>
                <a:lnTo>
                  <a:pt x="591985" y="249603"/>
                </a:lnTo>
                <a:lnTo>
                  <a:pt x="595884" y="297941"/>
                </a:lnTo>
                <a:lnTo>
                  <a:pt x="591985" y="346280"/>
                </a:lnTo>
                <a:lnTo>
                  <a:pt x="580698" y="392131"/>
                </a:lnTo>
                <a:lnTo>
                  <a:pt x="562636" y="434882"/>
                </a:lnTo>
                <a:lnTo>
                  <a:pt x="538410" y="473921"/>
                </a:lnTo>
                <a:lnTo>
                  <a:pt x="508635" y="508635"/>
                </a:lnTo>
                <a:lnTo>
                  <a:pt x="473921" y="538410"/>
                </a:lnTo>
                <a:lnTo>
                  <a:pt x="434882" y="562636"/>
                </a:lnTo>
                <a:lnTo>
                  <a:pt x="392131" y="580698"/>
                </a:lnTo>
                <a:lnTo>
                  <a:pt x="346280" y="591985"/>
                </a:lnTo>
                <a:lnTo>
                  <a:pt x="297941" y="595883"/>
                </a:lnTo>
                <a:lnTo>
                  <a:pt x="249603" y="591985"/>
                </a:lnTo>
                <a:lnTo>
                  <a:pt x="203752" y="580698"/>
                </a:lnTo>
                <a:lnTo>
                  <a:pt x="161001" y="562636"/>
                </a:lnTo>
                <a:lnTo>
                  <a:pt x="121962" y="538410"/>
                </a:lnTo>
                <a:lnTo>
                  <a:pt x="87249" y="508634"/>
                </a:lnTo>
                <a:lnTo>
                  <a:pt x="57473" y="473921"/>
                </a:lnTo>
                <a:lnTo>
                  <a:pt x="33247" y="434882"/>
                </a:lnTo>
                <a:lnTo>
                  <a:pt x="15185" y="392131"/>
                </a:lnTo>
                <a:lnTo>
                  <a:pt x="3898" y="346280"/>
                </a:lnTo>
                <a:lnTo>
                  <a:pt x="0" y="297941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185920" y="4744211"/>
            <a:ext cx="2317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𝒈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049267" y="3017520"/>
            <a:ext cx="596265" cy="596265"/>
          </a:xfrm>
          <a:custGeom>
            <a:avLst/>
            <a:gdLst/>
            <a:ahLst/>
            <a:cxnLst/>
            <a:rect l="l" t="t" r="r" b="b"/>
            <a:pathLst>
              <a:path w="596264" h="596264">
                <a:moveTo>
                  <a:pt x="0" y="297941"/>
                </a:moveTo>
                <a:lnTo>
                  <a:pt x="3898" y="249603"/>
                </a:lnTo>
                <a:lnTo>
                  <a:pt x="15185" y="203752"/>
                </a:lnTo>
                <a:lnTo>
                  <a:pt x="33247" y="161001"/>
                </a:lnTo>
                <a:lnTo>
                  <a:pt x="57473" y="121962"/>
                </a:lnTo>
                <a:lnTo>
                  <a:pt x="87248" y="87249"/>
                </a:lnTo>
                <a:lnTo>
                  <a:pt x="121962" y="57473"/>
                </a:lnTo>
                <a:lnTo>
                  <a:pt x="161001" y="33247"/>
                </a:lnTo>
                <a:lnTo>
                  <a:pt x="203752" y="15185"/>
                </a:lnTo>
                <a:lnTo>
                  <a:pt x="249603" y="3898"/>
                </a:lnTo>
                <a:lnTo>
                  <a:pt x="297942" y="0"/>
                </a:lnTo>
                <a:lnTo>
                  <a:pt x="346280" y="3898"/>
                </a:lnTo>
                <a:lnTo>
                  <a:pt x="392131" y="15185"/>
                </a:lnTo>
                <a:lnTo>
                  <a:pt x="434882" y="33247"/>
                </a:lnTo>
                <a:lnTo>
                  <a:pt x="473921" y="57473"/>
                </a:lnTo>
                <a:lnTo>
                  <a:pt x="508635" y="87248"/>
                </a:lnTo>
                <a:lnTo>
                  <a:pt x="538410" y="121962"/>
                </a:lnTo>
                <a:lnTo>
                  <a:pt x="562636" y="161001"/>
                </a:lnTo>
                <a:lnTo>
                  <a:pt x="580698" y="203752"/>
                </a:lnTo>
                <a:lnTo>
                  <a:pt x="591985" y="249603"/>
                </a:lnTo>
                <a:lnTo>
                  <a:pt x="595884" y="297941"/>
                </a:lnTo>
                <a:lnTo>
                  <a:pt x="591985" y="346280"/>
                </a:lnTo>
                <a:lnTo>
                  <a:pt x="580698" y="392131"/>
                </a:lnTo>
                <a:lnTo>
                  <a:pt x="562636" y="434882"/>
                </a:lnTo>
                <a:lnTo>
                  <a:pt x="538410" y="473921"/>
                </a:lnTo>
                <a:lnTo>
                  <a:pt x="508635" y="508634"/>
                </a:lnTo>
                <a:lnTo>
                  <a:pt x="473921" y="538410"/>
                </a:lnTo>
                <a:lnTo>
                  <a:pt x="434882" y="562636"/>
                </a:lnTo>
                <a:lnTo>
                  <a:pt x="392131" y="580698"/>
                </a:lnTo>
                <a:lnTo>
                  <a:pt x="346280" y="591985"/>
                </a:lnTo>
                <a:lnTo>
                  <a:pt x="297942" y="595883"/>
                </a:lnTo>
                <a:lnTo>
                  <a:pt x="249603" y="591985"/>
                </a:lnTo>
                <a:lnTo>
                  <a:pt x="203752" y="580698"/>
                </a:lnTo>
                <a:lnTo>
                  <a:pt x="161001" y="562636"/>
                </a:lnTo>
                <a:lnTo>
                  <a:pt x="121962" y="538410"/>
                </a:lnTo>
                <a:lnTo>
                  <a:pt x="87249" y="508635"/>
                </a:lnTo>
                <a:lnTo>
                  <a:pt x="57473" y="473921"/>
                </a:lnTo>
                <a:lnTo>
                  <a:pt x="33247" y="434882"/>
                </a:lnTo>
                <a:lnTo>
                  <a:pt x="15185" y="392131"/>
                </a:lnTo>
                <a:lnTo>
                  <a:pt x="3898" y="346280"/>
                </a:lnTo>
                <a:lnTo>
                  <a:pt x="0" y="297941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4219447" y="3109214"/>
            <a:ext cx="1797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𝒄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409700" y="3315461"/>
            <a:ext cx="2639695" cy="1932939"/>
          </a:xfrm>
          <a:custGeom>
            <a:avLst/>
            <a:gdLst/>
            <a:ahLst/>
            <a:cxnLst/>
            <a:rect l="l" t="t" r="r" b="b"/>
            <a:pathLst>
              <a:path w="2639695" h="1932939">
                <a:moveTo>
                  <a:pt x="297942" y="0"/>
                </a:moveTo>
                <a:lnTo>
                  <a:pt x="1267841" y="0"/>
                </a:lnTo>
              </a:path>
              <a:path w="2639695" h="1932939">
                <a:moveTo>
                  <a:pt x="0" y="297942"/>
                </a:moveTo>
                <a:lnTo>
                  <a:pt x="0" y="1336802"/>
                </a:lnTo>
              </a:path>
              <a:path w="2639695" h="1932939">
                <a:moveTo>
                  <a:pt x="1354708" y="210312"/>
                </a:moveTo>
                <a:lnTo>
                  <a:pt x="210312" y="1423796"/>
                </a:lnTo>
              </a:path>
              <a:path w="2639695" h="1932939">
                <a:moveTo>
                  <a:pt x="2632075" y="1634489"/>
                </a:moveTo>
                <a:lnTo>
                  <a:pt x="1863852" y="1634489"/>
                </a:lnTo>
              </a:path>
              <a:path w="2639695" h="1932939">
                <a:moveTo>
                  <a:pt x="1565910" y="297942"/>
                </a:moveTo>
                <a:lnTo>
                  <a:pt x="1565910" y="1336802"/>
                </a:lnTo>
              </a:path>
              <a:path w="2639695" h="1932939">
                <a:moveTo>
                  <a:pt x="1863852" y="0"/>
                </a:moveTo>
                <a:lnTo>
                  <a:pt x="2639567" y="0"/>
                </a:lnTo>
              </a:path>
              <a:path w="2639695" h="1932939">
                <a:moveTo>
                  <a:pt x="1267968" y="1634489"/>
                </a:moveTo>
                <a:lnTo>
                  <a:pt x="1271866" y="1586151"/>
                </a:lnTo>
                <a:lnTo>
                  <a:pt x="1283153" y="1540300"/>
                </a:lnTo>
                <a:lnTo>
                  <a:pt x="1301215" y="1497549"/>
                </a:lnTo>
                <a:lnTo>
                  <a:pt x="1325441" y="1458510"/>
                </a:lnTo>
                <a:lnTo>
                  <a:pt x="1355217" y="1423796"/>
                </a:lnTo>
                <a:lnTo>
                  <a:pt x="1389930" y="1394021"/>
                </a:lnTo>
                <a:lnTo>
                  <a:pt x="1428969" y="1369795"/>
                </a:lnTo>
                <a:lnTo>
                  <a:pt x="1471720" y="1351733"/>
                </a:lnTo>
                <a:lnTo>
                  <a:pt x="1517571" y="1340446"/>
                </a:lnTo>
                <a:lnTo>
                  <a:pt x="1565910" y="1336548"/>
                </a:lnTo>
                <a:lnTo>
                  <a:pt x="1614248" y="1340446"/>
                </a:lnTo>
                <a:lnTo>
                  <a:pt x="1660099" y="1351733"/>
                </a:lnTo>
                <a:lnTo>
                  <a:pt x="1702850" y="1369795"/>
                </a:lnTo>
                <a:lnTo>
                  <a:pt x="1741889" y="1394021"/>
                </a:lnTo>
                <a:lnTo>
                  <a:pt x="1776603" y="1423797"/>
                </a:lnTo>
                <a:lnTo>
                  <a:pt x="1806378" y="1458510"/>
                </a:lnTo>
                <a:lnTo>
                  <a:pt x="1830604" y="1497549"/>
                </a:lnTo>
                <a:lnTo>
                  <a:pt x="1848666" y="1540300"/>
                </a:lnTo>
                <a:lnTo>
                  <a:pt x="1859953" y="1586151"/>
                </a:lnTo>
                <a:lnTo>
                  <a:pt x="1863852" y="1634489"/>
                </a:lnTo>
                <a:lnTo>
                  <a:pt x="1859953" y="1682828"/>
                </a:lnTo>
                <a:lnTo>
                  <a:pt x="1848666" y="1728679"/>
                </a:lnTo>
                <a:lnTo>
                  <a:pt x="1830604" y="1771430"/>
                </a:lnTo>
                <a:lnTo>
                  <a:pt x="1806378" y="1810469"/>
                </a:lnTo>
                <a:lnTo>
                  <a:pt x="1776603" y="1845183"/>
                </a:lnTo>
                <a:lnTo>
                  <a:pt x="1741889" y="1874958"/>
                </a:lnTo>
                <a:lnTo>
                  <a:pt x="1702850" y="1899184"/>
                </a:lnTo>
                <a:lnTo>
                  <a:pt x="1660099" y="1917246"/>
                </a:lnTo>
                <a:lnTo>
                  <a:pt x="1614248" y="1928533"/>
                </a:lnTo>
                <a:lnTo>
                  <a:pt x="1565910" y="1932432"/>
                </a:lnTo>
                <a:lnTo>
                  <a:pt x="1517571" y="1928533"/>
                </a:lnTo>
                <a:lnTo>
                  <a:pt x="1471720" y="1917246"/>
                </a:lnTo>
                <a:lnTo>
                  <a:pt x="1428969" y="1899184"/>
                </a:lnTo>
                <a:lnTo>
                  <a:pt x="1389930" y="1874958"/>
                </a:lnTo>
                <a:lnTo>
                  <a:pt x="1355216" y="1845183"/>
                </a:lnTo>
                <a:lnTo>
                  <a:pt x="1325441" y="1810469"/>
                </a:lnTo>
                <a:lnTo>
                  <a:pt x="1301215" y="1771430"/>
                </a:lnTo>
                <a:lnTo>
                  <a:pt x="1283153" y="1728679"/>
                </a:lnTo>
                <a:lnTo>
                  <a:pt x="1271866" y="1682828"/>
                </a:lnTo>
                <a:lnTo>
                  <a:pt x="1267968" y="1634489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2839211" y="4744211"/>
            <a:ext cx="1974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𝒇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707642" y="4949952"/>
            <a:ext cx="970280" cy="0"/>
          </a:xfrm>
          <a:custGeom>
            <a:avLst/>
            <a:gdLst/>
            <a:ahLst/>
            <a:cxnLst/>
            <a:rect l="l" t="t" r="r" b="b"/>
            <a:pathLst>
              <a:path w="970280">
                <a:moveTo>
                  <a:pt x="969899" y="0"/>
                </a:moveTo>
                <a:lnTo>
                  <a:pt x="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2480055" y="5261102"/>
            <a:ext cx="78676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20">
                <a:latin typeface="PMingLiU"/>
                <a:cs typeface="PMingLiU"/>
              </a:rPr>
              <a:t>连通</a:t>
            </a:r>
            <a:r>
              <a:rPr sz="2000" spc="-50">
                <a:latin typeface="PMingLiU"/>
                <a:cs typeface="PMingLiU"/>
              </a:rPr>
              <a:t>图</a:t>
            </a:r>
            <a:endParaRPr sz="2000">
              <a:latin typeface="PMingLiU"/>
              <a:cs typeface="PMingLiU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5787390" y="3017520"/>
            <a:ext cx="596265" cy="596265"/>
          </a:xfrm>
          <a:custGeom>
            <a:avLst/>
            <a:gdLst/>
            <a:ahLst/>
            <a:cxnLst/>
            <a:rect l="l" t="t" r="r" b="b"/>
            <a:pathLst>
              <a:path w="596264" h="596264">
                <a:moveTo>
                  <a:pt x="0" y="297941"/>
                </a:moveTo>
                <a:lnTo>
                  <a:pt x="3898" y="249603"/>
                </a:lnTo>
                <a:lnTo>
                  <a:pt x="15185" y="203752"/>
                </a:lnTo>
                <a:lnTo>
                  <a:pt x="33247" y="161001"/>
                </a:lnTo>
                <a:lnTo>
                  <a:pt x="57473" y="121962"/>
                </a:lnTo>
                <a:lnTo>
                  <a:pt x="87248" y="87249"/>
                </a:lnTo>
                <a:lnTo>
                  <a:pt x="121962" y="57473"/>
                </a:lnTo>
                <a:lnTo>
                  <a:pt x="161001" y="33247"/>
                </a:lnTo>
                <a:lnTo>
                  <a:pt x="203752" y="15185"/>
                </a:lnTo>
                <a:lnTo>
                  <a:pt x="249603" y="3898"/>
                </a:lnTo>
                <a:lnTo>
                  <a:pt x="297942" y="0"/>
                </a:lnTo>
                <a:lnTo>
                  <a:pt x="346280" y="3898"/>
                </a:lnTo>
                <a:lnTo>
                  <a:pt x="392131" y="15185"/>
                </a:lnTo>
                <a:lnTo>
                  <a:pt x="434882" y="33247"/>
                </a:lnTo>
                <a:lnTo>
                  <a:pt x="473921" y="57473"/>
                </a:lnTo>
                <a:lnTo>
                  <a:pt x="508635" y="87248"/>
                </a:lnTo>
                <a:lnTo>
                  <a:pt x="538410" y="121962"/>
                </a:lnTo>
                <a:lnTo>
                  <a:pt x="562636" y="161001"/>
                </a:lnTo>
                <a:lnTo>
                  <a:pt x="580698" y="203752"/>
                </a:lnTo>
                <a:lnTo>
                  <a:pt x="591985" y="249603"/>
                </a:lnTo>
                <a:lnTo>
                  <a:pt x="595884" y="297941"/>
                </a:lnTo>
                <a:lnTo>
                  <a:pt x="591985" y="346280"/>
                </a:lnTo>
                <a:lnTo>
                  <a:pt x="580698" y="392131"/>
                </a:lnTo>
                <a:lnTo>
                  <a:pt x="562636" y="434882"/>
                </a:lnTo>
                <a:lnTo>
                  <a:pt x="538410" y="473921"/>
                </a:lnTo>
                <a:lnTo>
                  <a:pt x="508635" y="508634"/>
                </a:lnTo>
                <a:lnTo>
                  <a:pt x="473921" y="538410"/>
                </a:lnTo>
                <a:lnTo>
                  <a:pt x="434882" y="562636"/>
                </a:lnTo>
                <a:lnTo>
                  <a:pt x="392131" y="580698"/>
                </a:lnTo>
                <a:lnTo>
                  <a:pt x="346280" y="591985"/>
                </a:lnTo>
                <a:lnTo>
                  <a:pt x="297942" y="595883"/>
                </a:lnTo>
                <a:lnTo>
                  <a:pt x="249603" y="591985"/>
                </a:lnTo>
                <a:lnTo>
                  <a:pt x="203752" y="580698"/>
                </a:lnTo>
                <a:lnTo>
                  <a:pt x="161001" y="562636"/>
                </a:lnTo>
                <a:lnTo>
                  <a:pt x="121962" y="538410"/>
                </a:lnTo>
                <a:lnTo>
                  <a:pt x="87249" y="508635"/>
                </a:lnTo>
                <a:lnTo>
                  <a:pt x="57473" y="473921"/>
                </a:lnTo>
                <a:lnTo>
                  <a:pt x="33247" y="434882"/>
                </a:lnTo>
                <a:lnTo>
                  <a:pt x="15185" y="392131"/>
                </a:lnTo>
                <a:lnTo>
                  <a:pt x="3898" y="346280"/>
                </a:lnTo>
                <a:lnTo>
                  <a:pt x="0" y="297941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5940552" y="3109214"/>
            <a:ext cx="2152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𝒂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7353300" y="3017520"/>
            <a:ext cx="596265" cy="596265"/>
          </a:xfrm>
          <a:custGeom>
            <a:avLst/>
            <a:gdLst/>
            <a:ahLst/>
            <a:cxnLst/>
            <a:rect l="l" t="t" r="r" b="b"/>
            <a:pathLst>
              <a:path w="596265" h="596264">
                <a:moveTo>
                  <a:pt x="0" y="297941"/>
                </a:moveTo>
                <a:lnTo>
                  <a:pt x="3898" y="249603"/>
                </a:lnTo>
                <a:lnTo>
                  <a:pt x="15185" y="203752"/>
                </a:lnTo>
                <a:lnTo>
                  <a:pt x="33247" y="161001"/>
                </a:lnTo>
                <a:lnTo>
                  <a:pt x="57473" y="121962"/>
                </a:lnTo>
                <a:lnTo>
                  <a:pt x="87249" y="87249"/>
                </a:lnTo>
                <a:lnTo>
                  <a:pt x="121962" y="57473"/>
                </a:lnTo>
                <a:lnTo>
                  <a:pt x="161001" y="33247"/>
                </a:lnTo>
                <a:lnTo>
                  <a:pt x="203752" y="15185"/>
                </a:lnTo>
                <a:lnTo>
                  <a:pt x="249603" y="3898"/>
                </a:lnTo>
                <a:lnTo>
                  <a:pt x="297942" y="0"/>
                </a:lnTo>
                <a:lnTo>
                  <a:pt x="346280" y="3898"/>
                </a:lnTo>
                <a:lnTo>
                  <a:pt x="392131" y="15185"/>
                </a:lnTo>
                <a:lnTo>
                  <a:pt x="434882" y="33247"/>
                </a:lnTo>
                <a:lnTo>
                  <a:pt x="473921" y="57473"/>
                </a:lnTo>
                <a:lnTo>
                  <a:pt x="508634" y="87248"/>
                </a:lnTo>
                <a:lnTo>
                  <a:pt x="538410" y="121962"/>
                </a:lnTo>
                <a:lnTo>
                  <a:pt x="562636" y="161001"/>
                </a:lnTo>
                <a:lnTo>
                  <a:pt x="580698" y="203752"/>
                </a:lnTo>
                <a:lnTo>
                  <a:pt x="591985" y="249603"/>
                </a:lnTo>
                <a:lnTo>
                  <a:pt x="595883" y="297941"/>
                </a:lnTo>
                <a:lnTo>
                  <a:pt x="591985" y="346280"/>
                </a:lnTo>
                <a:lnTo>
                  <a:pt x="580698" y="392131"/>
                </a:lnTo>
                <a:lnTo>
                  <a:pt x="562636" y="434882"/>
                </a:lnTo>
                <a:lnTo>
                  <a:pt x="538410" y="473921"/>
                </a:lnTo>
                <a:lnTo>
                  <a:pt x="508634" y="508634"/>
                </a:lnTo>
                <a:lnTo>
                  <a:pt x="473921" y="538410"/>
                </a:lnTo>
                <a:lnTo>
                  <a:pt x="434882" y="562636"/>
                </a:lnTo>
                <a:lnTo>
                  <a:pt x="392131" y="580698"/>
                </a:lnTo>
                <a:lnTo>
                  <a:pt x="346280" y="591985"/>
                </a:lnTo>
                <a:lnTo>
                  <a:pt x="297942" y="595883"/>
                </a:lnTo>
                <a:lnTo>
                  <a:pt x="249603" y="591985"/>
                </a:lnTo>
                <a:lnTo>
                  <a:pt x="203752" y="580698"/>
                </a:lnTo>
                <a:lnTo>
                  <a:pt x="161001" y="562636"/>
                </a:lnTo>
                <a:lnTo>
                  <a:pt x="121962" y="538410"/>
                </a:lnTo>
                <a:lnTo>
                  <a:pt x="87249" y="508635"/>
                </a:lnTo>
                <a:lnTo>
                  <a:pt x="57473" y="473921"/>
                </a:lnTo>
                <a:lnTo>
                  <a:pt x="33247" y="434882"/>
                </a:lnTo>
                <a:lnTo>
                  <a:pt x="15185" y="392131"/>
                </a:lnTo>
                <a:lnTo>
                  <a:pt x="3898" y="346280"/>
                </a:lnTo>
                <a:lnTo>
                  <a:pt x="0" y="297941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7507985" y="3109214"/>
            <a:ext cx="2108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𝒃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5787390" y="4652009"/>
            <a:ext cx="596265" cy="596265"/>
          </a:xfrm>
          <a:custGeom>
            <a:avLst/>
            <a:gdLst/>
            <a:ahLst/>
            <a:cxnLst/>
            <a:rect l="l" t="t" r="r" b="b"/>
            <a:pathLst>
              <a:path w="596264" h="596264">
                <a:moveTo>
                  <a:pt x="0" y="297941"/>
                </a:moveTo>
                <a:lnTo>
                  <a:pt x="3898" y="249603"/>
                </a:lnTo>
                <a:lnTo>
                  <a:pt x="15185" y="203752"/>
                </a:lnTo>
                <a:lnTo>
                  <a:pt x="33247" y="161001"/>
                </a:lnTo>
                <a:lnTo>
                  <a:pt x="57473" y="121962"/>
                </a:lnTo>
                <a:lnTo>
                  <a:pt x="87248" y="87248"/>
                </a:lnTo>
                <a:lnTo>
                  <a:pt x="121962" y="57473"/>
                </a:lnTo>
                <a:lnTo>
                  <a:pt x="161001" y="33247"/>
                </a:lnTo>
                <a:lnTo>
                  <a:pt x="203752" y="15185"/>
                </a:lnTo>
                <a:lnTo>
                  <a:pt x="249603" y="3898"/>
                </a:lnTo>
                <a:lnTo>
                  <a:pt x="297942" y="0"/>
                </a:lnTo>
                <a:lnTo>
                  <a:pt x="346280" y="3898"/>
                </a:lnTo>
                <a:lnTo>
                  <a:pt x="392131" y="15185"/>
                </a:lnTo>
                <a:lnTo>
                  <a:pt x="434882" y="33247"/>
                </a:lnTo>
                <a:lnTo>
                  <a:pt x="473921" y="57473"/>
                </a:lnTo>
                <a:lnTo>
                  <a:pt x="508635" y="87249"/>
                </a:lnTo>
                <a:lnTo>
                  <a:pt x="538410" y="121962"/>
                </a:lnTo>
                <a:lnTo>
                  <a:pt x="562636" y="161001"/>
                </a:lnTo>
                <a:lnTo>
                  <a:pt x="580698" y="203752"/>
                </a:lnTo>
                <a:lnTo>
                  <a:pt x="591985" y="249603"/>
                </a:lnTo>
                <a:lnTo>
                  <a:pt x="595884" y="297941"/>
                </a:lnTo>
                <a:lnTo>
                  <a:pt x="591985" y="346280"/>
                </a:lnTo>
                <a:lnTo>
                  <a:pt x="580698" y="392131"/>
                </a:lnTo>
                <a:lnTo>
                  <a:pt x="562636" y="434882"/>
                </a:lnTo>
                <a:lnTo>
                  <a:pt x="538410" y="473921"/>
                </a:lnTo>
                <a:lnTo>
                  <a:pt x="508635" y="508635"/>
                </a:lnTo>
                <a:lnTo>
                  <a:pt x="473921" y="538410"/>
                </a:lnTo>
                <a:lnTo>
                  <a:pt x="434882" y="562636"/>
                </a:lnTo>
                <a:lnTo>
                  <a:pt x="392131" y="580698"/>
                </a:lnTo>
                <a:lnTo>
                  <a:pt x="346280" y="591985"/>
                </a:lnTo>
                <a:lnTo>
                  <a:pt x="297942" y="595883"/>
                </a:lnTo>
                <a:lnTo>
                  <a:pt x="249603" y="591985"/>
                </a:lnTo>
                <a:lnTo>
                  <a:pt x="203752" y="580698"/>
                </a:lnTo>
                <a:lnTo>
                  <a:pt x="161001" y="562636"/>
                </a:lnTo>
                <a:lnTo>
                  <a:pt x="121962" y="538410"/>
                </a:lnTo>
                <a:lnTo>
                  <a:pt x="87249" y="508634"/>
                </a:lnTo>
                <a:lnTo>
                  <a:pt x="57473" y="473921"/>
                </a:lnTo>
                <a:lnTo>
                  <a:pt x="33247" y="434882"/>
                </a:lnTo>
                <a:lnTo>
                  <a:pt x="15185" y="392131"/>
                </a:lnTo>
                <a:lnTo>
                  <a:pt x="3898" y="346280"/>
                </a:lnTo>
                <a:lnTo>
                  <a:pt x="0" y="297941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5936488" y="4744211"/>
            <a:ext cx="2216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𝒅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8717280" y="4652009"/>
            <a:ext cx="596900" cy="596265"/>
          </a:xfrm>
          <a:custGeom>
            <a:avLst/>
            <a:gdLst/>
            <a:ahLst/>
            <a:cxnLst/>
            <a:rect l="l" t="t" r="r" b="b"/>
            <a:pathLst>
              <a:path w="596900" h="596264">
                <a:moveTo>
                  <a:pt x="0" y="297941"/>
                </a:moveTo>
                <a:lnTo>
                  <a:pt x="3905" y="249603"/>
                </a:lnTo>
                <a:lnTo>
                  <a:pt x="15212" y="203752"/>
                </a:lnTo>
                <a:lnTo>
                  <a:pt x="33305" y="161001"/>
                </a:lnTo>
                <a:lnTo>
                  <a:pt x="57570" y="121962"/>
                </a:lnTo>
                <a:lnTo>
                  <a:pt x="87391" y="87248"/>
                </a:lnTo>
                <a:lnTo>
                  <a:pt x="122154" y="57473"/>
                </a:lnTo>
                <a:lnTo>
                  <a:pt x="161244" y="33247"/>
                </a:lnTo>
                <a:lnTo>
                  <a:pt x="204045" y="15185"/>
                </a:lnTo>
                <a:lnTo>
                  <a:pt x="249943" y="3898"/>
                </a:lnTo>
                <a:lnTo>
                  <a:pt x="298323" y="0"/>
                </a:lnTo>
                <a:lnTo>
                  <a:pt x="346702" y="3898"/>
                </a:lnTo>
                <a:lnTo>
                  <a:pt x="392600" y="15185"/>
                </a:lnTo>
                <a:lnTo>
                  <a:pt x="435401" y="33247"/>
                </a:lnTo>
                <a:lnTo>
                  <a:pt x="474491" y="57473"/>
                </a:lnTo>
                <a:lnTo>
                  <a:pt x="509254" y="87249"/>
                </a:lnTo>
                <a:lnTo>
                  <a:pt x="539075" y="121962"/>
                </a:lnTo>
                <a:lnTo>
                  <a:pt x="563340" y="161001"/>
                </a:lnTo>
                <a:lnTo>
                  <a:pt x="581433" y="203752"/>
                </a:lnTo>
                <a:lnTo>
                  <a:pt x="592740" y="249603"/>
                </a:lnTo>
                <a:lnTo>
                  <a:pt x="596646" y="297941"/>
                </a:lnTo>
                <a:lnTo>
                  <a:pt x="592740" y="346280"/>
                </a:lnTo>
                <a:lnTo>
                  <a:pt x="581433" y="392131"/>
                </a:lnTo>
                <a:lnTo>
                  <a:pt x="563340" y="434882"/>
                </a:lnTo>
                <a:lnTo>
                  <a:pt x="539075" y="473921"/>
                </a:lnTo>
                <a:lnTo>
                  <a:pt x="509254" y="508635"/>
                </a:lnTo>
                <a:lnTo>
                  <a:pt x="474491" y="538410"/>
                </a:lnTo>
                <a:lnTo>
                  <a:pt x="435401" y="562636"/>
                </a:lnTo>
                <a:lnTo>
                  <a:pt x="392600" y="580698"/>
                </a:lnTo>
                <a:lnTo>
                  <a:pt x="346702" y="591985"/>
                </a:lnTo>
                <a:lnTo>
                  <a:pt x="298323" y="595883"/>
                </a:lnTo>
                <a:lnTo>
                  <a:pt x="249943" y="591985"/>
                </a:lnTo>
                <a:lnTo>
                  <a:pt x="204045" y="580698"/>
                </a:lnTo>
                <a:lnTo>
                  <a:pt x="161244" y="562636"/>
                </a:lnTo>
                <a:lnTo>
                  <a:pt x="122154" y="538410"/>
                </a:lnTo>
                <a:lnTo>
                  <a:pt x="87391" y="508634"/>
                </a:lnTo>
                <a:lnTo>
                  <a:pt x="57570" y="473921"/>
                </a:lnTo>
                <a:lnTo>
                  <a:pt x="33305" y="434882"/>
                </a:lnTo>
                <a:lnTo>
                  <a:pt x="15212" y="392131"/>
                </a:lnTo>
                <a:lnTo>
                  <a:pt x="3905" y="346280"/>
                </a:lnTo>
                <a:lnTo>
                  <a:pt x="0" y="297941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8862314" y="4744211"/>
            <a:ext cx="2317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𝒈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8724900" y="3017520"/>
            <a:ext cx="596900" cy="596265"/>
          </a:xfrm>
          <a:custGeom>
            <a:avLst/>
            <a:gdLst/>
            <a:ahLst/>
            <a:cxnLst/>
            <a:rect l="l" t="t" r="r" b="b"/>
            <a:pathLst>
              <a:path w="596900" h="596264">
                <a:moveTo>
                  <a:pt x="0" y="297941"/>
                </a:moveTo>
                <a:lnTo>
                  <a:pt x="3905" y="249603"/>
                </a:lnTo>
                <a:lnTo>
                  <a:pt x="15212" y="203752"/>
                </a:lnTo>
                <a:lnTo>
                  <a:pt x="33305" y="161001"/>
                </a:lnTo>
                <a:lnTo>
                  <a:pt x="57570" y="121962"/>
                </a:lnTo>
                <a:lnTo>
                  <a:pt x="87391" y="87249"/>
                </a:lnTo>
                <a:lnTo>
                  <a:pt x="122154" y="57473"/>
                </a:lnTo>
                <a:lnTo>
                  <a:pt x="161244" y="33247"/>
                </a:lnTo>
                <a:lnTo>
                  <a:pt x="204045" y="15185"/>
                </a:lnTo>
                <a:lnTo>
                  <a:pt x="249943" y="3898"/>
                </a:lnTo>
                <a:lnTo>
                  <a:pt x="298323" y="0"/>
                </a:lnTo>
                <a:lnTo>
                  <a:pt x="346702" y="3898"/>
                </a:lnTo>
                <a:lnTo>
                  <a:pt x="392600" y="15185"/>
                </a:lnTo>
                <a:lnTo>
                  <a:pt x="435401" y="33247"/>
                </a:lnTo>
                <a:lnTo>
                  <a:pt x="474491" y="57473"/>
                </a:lnTo>
                <a:lnTo>
                  <a:pt x="509254" y="87248"/>
                </a:lnTo>
                <a:lnTo>
                  <a:pt x="539075" y="121962"/>
                </a:lnTo>
                <a:lnTo>
                  <a:pt x="563340" y="161001"/>
                </a:lnTo>
                <a:lnTo>
                  <a:pt x="581433" y="203752"/>
                </a:lnTo>
                <a:lnTo>
                  <a:pt x="592740" y="249603"/>
                </a:lnTo>
                <a:lnTo>
                  <a:pt x="596646" y="297941"/>
                </a:lnTo>
                <a:lnTo>
                  <a:pt x="592740" y="346280"/>
                </a:lnTo>
                <a:lnTo>
                  <a:pt x="581433" y="392131"/>
                </a:lnTo>
                <a:lnTo>
                  <a:pt x="563340" y="434882"/>
                </a:lnTo>
                <a:lnTo>
                  <a:pt x="539075" y="473921"/>
                </a:lnTo>
                <a:lnTo>
                  <a:pt x="509254" y="508634"/>
                </a:lnTo>
                <a:lnTo>
                  <a:pt x="474491" y="538410"/>
                </a:lnTo>
                <a:lnTo>
                  <a:pt x="435401" y="562636"/>
                </a:lnTo>
                <a:lnTo>
                  <a:pt x="392600" y="580698"/>
                </a:lnTo>
                <a:lnTo>
                  <a:pt x="346702" y="591985"/>
                </a:lnTo>
                <a:lnTo>
                  <a:pt x="298323" y="595883"/>
                </a:lnTo>
                <a:lnTo>
                  <a:pt x="249943" y="591985"/>
                </a:lnTo>
                <a:lnTo>
                  <a:pt x="204045" y="580698"/>
                </a:lnTo>
                <a:lnTo>
                  <a:pt x="161244" y="562636"/>
                </a:lnTo>
                <a:lnTo>
                  <a:pt x="122154" y="538410"/>
                </a:lnTo>
                <a:lnTo>
                  <a:pt x="87391" y="508635"/>
                </a:lnTo>
                <a:lnTo>
                  <a:pt x="57570" y="473921"/>
                </a:lnTo>
                <a:lnTo>
                  <a:pt x="33305" y="434882"/>
                </a:lnTo>
                <a:lnTo>
                  <a:pt x="15212" y="392131"/>
                </a:lnTo>
                <a:lnTo>
                  <a:pt x="3905" y="346280"/>
                </a:lnTo>
                <a:lnTo>
                  <a:pt x="0" y="297941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8895842" y="3109214"/>
            <a:ext cx="1797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𝒄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8" name="object 28"/>
          <p:cNvSpPr/>
          <p:nvPr/>
        </p:nvSpPr>
        <p:spPr>
          <a:xfrm flipH="1">
            <a:off x="6085332" y="3613403"/>
            <a:ext cx="0" cy="1038860"/>
          </a:xfrm>
          <a:custGeom>
            <a:avLst/>
            <a:gdLst/>
            <a:ahLst/>
            <a:cxnLst/>
            <a:rect l="l" t="t" r="r" b="b"/>
            <a:pathLst>
              <a:path h="1038860">
                <a:moveTo>
                  <a:pt x="0" y="0"/>
                </a:moveTo>
                <a:lnTo>
                  <a:pt x="0" y="103886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7353300" y="3315461"/>
            <a:ext cx="1371600" cy="1932939"/>
          </a:xfrm>
          <a:custGeom>
            <a:avLst/>
            <a:gdLst/>
            <a:ahLst/>
            <a:cxnLst/>
            <a:rect l="l" t="t" r="r" b="b"/>
            <a:pathLst>
              <a:path w="1371600" h="1932939">
                <a:moveTo>
                  <a:pt x="297942" y="297942"/>
                </a:moveTo>
                <a:lnTo>
                  <a:pt x="297942" y="1336802"/>
                </a:lnTo>
              </a:path>
              <a:path w="1371600" h="1932939">
                <a:moveTo>
                  <a:pt x="595883" y="0"/>
                </a:moveTo>
                <a:lnTo>
                  <a:pt x="1371600" y="0"/>
                </a:lnTo>
              </a:path>
              <a:path w="1371600" h="1932939">
                <a:moveTo>
                  <a:pt x="1364106" y="1634489"/>
                </a:moveTo>
                <a:lnTo>
                  <a:pt x="595883" y="1634489"/>
                </a:lnTo>
              </a:path>
              <a:path w="1371600" h="1932939">
                <a:moveTo>
                  <a:pt x="0" y="1634489"/>
                </a:moveTo>
                <a:lnTo>
                  <a:pt x="3898" y="1586151"/>
                </a:lnTo>
                <a:lnTo>
                  <a:pt x="15185" y="1540300"/>
                </a:lnTo>
                <a:lnTo>
                  <a:pt x="33247" y="1497549"/>
                </a:lnTo>
                <a:lnTo>
                  <a:pt x="57473" y="1458510"/>
                </a:lnTo>
                <a:lnTo>
                  <a:pt x="87249" y="1423796"/>
                </a:lnTo>
                <a:lnTo>
                  <a:pt x="121962" y="1394021"/>
                </a:lnTo>
                <a:lnTo>
                  <a:pt x="161001" y="1369795"/>
                </a:lnTo>
                <a:lnTo>
                  <a:pt x="203752" y="1351733"/>
                </a:lnTo>
                <a:lnTo>
                  <a:pt x="249603" y="1340446"/>
                </a:lnTo>
                <a:lnTo>
                  <a:pt x="297942" y="1336548"/>
                </a:lnTo>
                <a:lnTo>
                  <a:pt x="346280" y="1340446"/>
                </a:lnTo>
                <a:lnTo>
                  <a:pt x="392131" y="1351733"/>
                </a:lnTo>
                <a:lnTo>
                  <a:pt x="434882" y="1369795"/>
                </a:lnTo>
                <a:lnTo>
                  <a:pt x="473921" y="1394021"/>
                </a:lnTo>
                <a:lnTo>
                  <a:pt x="508634" y="1423797"/>
                </a:lnTo>
                <a:lnTo>
                  <a:pt x="538410" y="1458510"/>
                </a:lnTo>
                <a:lnTo>
                  <a:pt x="562636" y="1497549"/>
                </a:lnTo>
                <a:lnTo>
                  <a:pt x="580698" y="1540300"/>
                </a:lnTo>
                <a:lnTo>
                  <a:pt x="591985" y="1586151"/>
                </a:lnTo>
                <a:lnTo>
                  <a:pt x="595883" y="1634489"/>
                </a:lnTo>
                <a:lnTo>
                  <a:pt x="591985" y="1682828"/>
                </a:lnTo>
                <a:lnTo>
                  <a:pt x="580698" y="1728679"/>
                </a:lnTo>
                <a:lnTo>
                  <a:pt x="562636" y="1771430"/>
                </a:lnTo>
                <a:lnTo>
                  <a:pt x="538410" y="1810469"/>
                </a:lnTo>
                <a:lnTo>
                  <a:pt x="508634" y="1845183"/>
                </a:lnTo>
                <a:lnTo>
                  <a:pt x="473921" y="1874958"/>
                </a:lnTo>
                <a:lnTo>
                  <a:pt x="434882" y="1899184"/>
                </a:lnTo>
                <a:lnTo>
                  <a:pt x="392131" y="1917246"/>
                </a:lnTo>
                <a:lnTo>
                  <a:pt x="346280" y="1928533"/>
                </a:lnTo>
                <a:lnTo>
                  <a:pt x="297942" y="1932432"/>
                </a:lnTo>
                <a:lnTo>
                  <a:pt x="249603" y="1928533"/>
                </a:lnTo>
                <a:lnTo>
                  <a:pt x="203752" y="1917246"/>
                </a:lnTo>
                <a:lnTo>
                  <a:pt x="161001" y="1899184"/>
                </a:lnTo>
                <a:lnTo>
                  <a:pt x="121962" y="1874958"/>
                </a:lnTo>
                <a:lnTo>
                  <a:pt x="87249" y="1845183"/>
                </a:lnTo>
                <a:lnTo>
                  <a:pt x="57473" y="1810469"/>
                </a:lnTo>
                <a:lnTo>
                  <a:pt x="33247" y="1771430"/>
                </a:lnTo>
                <a:lnTo>
                  <a:pt x="15185" y="1728679"/>
                </a:lnTo>
                <a:lnTo>
                  <a:pt x="3898" y="1682828"/>
                </a:lnTo>
                <a:lnTo>
                  <a:pt x="0" y="1634489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7515606" y="4744211"/>
            <a:ext cx="1974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𝒇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7156450" y="5261102"/>
            <a:ext cx="104076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20">
                <a:latin typeface="PMingLiU"/>
                <a:cs typeface="PMingLiU"/>
              </a:rPr>
              <a:t>非连通</a:t>
            </a:r>
            <a:r>
              <a:rPr sz="2000" spc="-50">
                <a:latin typeface="PMingLiU"/>
                <a:cs typeface="PMingLiU"/>
              </a:rPr>
              <a:t>图</a:t>
            </a:r>
            <a:endParaRPr sz="2000">
              <a:latin typeface="PMingLiU"/>
              <a:cs typeface="PMingLiU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42310" y="125722"/>
            <a:ext cx="5297042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 err="1"/>
              <a:t>图的概念：连</a:t>
            </a:r>
            <a:r>
              <a:rPr spc="-50" dirty="0" err="1"/>
              <a:t>通</a:t>
            </a:r>
            <a:endParaRPr spc="-50" dirty="0"/>
          </a:p>
        </p:txBody>
      </p:sp>
      <p:grpSp>
        <p:nvGrpSpPr>
          <p:cNvPr id="3" name="object 3"/>
          <p:cNvGrpSpPr/>
          <p:nvPr/>
        </p:nvGrpSpPr>
        <p:grpSpPr>
          <a:xfrm>
            <a:off x="4309871" y="3442715"/>
            <a:ext cx="634365" cy="2268855"/>
            <a:chOff x="4309871" y="3442715"/>
            <a:chExt cx="634365" cy="2268855"/>
          </a:xfrm>
        </p:grpSpPr>
        <p:sp>
          <p:nvSpPr>
            <p:cNvPr id="4" name="object 4"/>
            <p:cNvSpPr/>
            <p:nvPr/>
          </p:nvSpPr>
          <p:spPr>
            <a:xfrm>
              <a:off x="4328921" y="3461765"/>
              <a:ext cx="596265" cy="596265"/>
            </a:xfrm>
            <a:custGeom>
              <a:avLst/>
              <a:gdLst/>
              <a:ahLst/>
              <a:cxnLst/>
              <a:rect l="l" t="t" r="r" b="b"/>
              <a:pathLst>
                <a:path w="596264" h="596264">
                  <a:moveTo>
                    <a:pt x="297941" y="0"/>
                  </a:moveTo>
                  <a:lnTo>
                    <a:pt x="249603" y="3898"/>
                  </a:lnTo>
                  <a:lnTo>
                    <a:pt x="203752" y="15185"/>
                  </a:lnTo>
                  <a:lnTo>
                    <a:pt x="161001" y="33247"/>
                  </a:lnTo>
                  <a:lnTo>
                    <a:pt x="121962" y="57473"/>
                  </a:lnTo>
                  <a:lnTo>
                    <a:pt x="87248" y="87249"/>
                  </a:lnTo>
                  <a:lnTo>
                    <a:pt x="57473" y="121962"/>
                  </a:lnTo>
                  <a:lnTo>
                    <a:pt x="33247" y="161001"/>
                  </a:lnTo>
                  <a:lnTo>
                    <a:pt x="15185" y="203752"/>
                  </a:lnTo>
                  <a:lnTo>
                    <a:pt x="3898" y="249603"/>
                  </a:lnTo>
                  <a:lnTo>
                    <a:pt x="0" y="297942"/>
                  </a:lnTo>
                  <a:lnTo>
                    <a:pt x="3898" y="346280"/>
                  </a:lnTo>
                  <a:lnTo>
                    <a:pt x="15185" y="392131"/>
                  </a:lnTo>
                  <a:lnTo>
                    <a:pt x="33247" y="434882"/>
                  </a:lnTo>
                  <a:lnTo>
                    <a:pt x="57473" y="473921"/>
                  </a:lnTo>
                  <a:lnTo>
                    <a:pt x="87249" y="508635"/>
                  </a:lnTo>
                  <a:lnTo>
                    <a:pt x="121962" y="538410"/>
                  </a:lnTo>
                  <a:lnTo>
                    <a:pt x="161001" y="562636"/>
                  </a:lnTo>
                  <a:lnTo>
                    <a:pt x="203752" y="580698"/>
                  </a:lnTo>
                  <a:lnTo>
                    <a:pt x="249603" y="591985"/>
                  </a:lnTo>
                  <a:lnTo>
                    <a:pt x="297941" y="595884"/>
                  </a:lnTo>
                  <a:lnTo>
                    <a:pt x="346280" y="591985"/>
                  </a:lnTo>
                  <a:lnTo>
                    <a:pt x="392131" y="580698"/>
                  </a:lnTo>
                  <a:lnTo>
                    <a:pt x="434882" y="562636"/>
                  </a:lnTo>
                  <a:lnTo>
                    <a:pt x="473921" y="538410"/>
                  </a:lnTo>
                  <a:lnTo>
                    <a:pt x="508635" y="508635"/>
                  </a:lnTo>
                  <a:lnTo>
                    <a:pt x="538410" y="473921"/>
                  </a:lnTo>
                  <a:lnTo>
                    <a:pt x="562636" y="434882"/>
                  </a:lnTo>
                  <a:lnTo>
                    <a:pt x="580698" y="392131"/>
                  </a:lnTo>
                  <a:lnTo>
                    <a:pt x="591985" y="346280"/>
                  </a:lnTo>
                  <a:lnTo>
                    <a:pt x="595883" y="297942"/>
                  </a:lnTo>
                  <a:lnTo>
                    <a:pt x="591985" y="249603"/>
                  </a:lnTo>
                  <a:lnTo>
                    <a:pt x="580698" y="203752"/>
                  </a:lnTo>
                  <a:lnTo>
                    <a:pt x="562636" y="161001"/>
                  </a:lnTo>
                  <a:lnTo>
                    <a:pt x="538410" y="121962"/>
                  </a:lnTo>
                  <a:lnTo>
                    <a:pt x="508634" y="87248"/>
                  </a:lnTo>
                  <a:lnTo>
                    <a:pt x="473921" y="57473"/>
                  </a:lnTo>
                  <a:lnTo>
                    <a:pt x="434882" y="33247"/>
                  </a:lnTo>
                  <a:lnTo>
                    <a:pt x="392131" y="15185"/>
                  </a:lnTo>
                  <a:lnTo>
                    <a:pt x="346280" y="3898"/>
                  </a:lnTo>
                  <a:lnTo>
                    <a:pt x="297941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328921" y="3461765"/>
              <a:ext cx="596265" cy="596265"/>
            </a:xfrm>
            <a:custGeom>
              <a:avLst/>
              <a:gdLst/>
              <a:ahLst/>
              <a:cxnLst/>
              <a:rect l="l" t="t" r="r" b="b"/>
              <a:pathLst>
                <a:path w="596264" h="596264">
                  <a:moveTo>
                    <a:pt x="0" y="297942"/>
                  </a:moveTo>
                  <a:lnTo>
                    <a:pt x="3898" y="249603"/>
                  </a:lnTo>
                  <a:lnTo>
                    <a:pt x="15185" y="203752"/>
                  </a:lnTo>
                  <a:lnTo>
                    <a:pt x="33247" y="161001"/>
                  </a:lnTo>
                  <a:lnTo>
                    <a:pt x="57473" y="121962"/>
                  </a:lnTo>
                  <a:lnTo>
                    <a:pt x="87248" y="87249"/>
                  </a:lnTo>
                  <a:lnTo>
                    <a:pt x="121962" y="57473"/>
                  </a:lnTo>
                  <a:lnTo>
                    <a:pt x="161001" y="33247"/>
                  </a:lnTo>
                  <a:lnTo>
                    <a:pt x="203752" y="15185"/>
                  </a:lnTo>
                  <a:lnTo>
                    <a:pt x="249603" y="3898"/>
                  </a:lnTo>
                  <a:lnTo>
                    <a:pt x="297941" y="0"/>
                  </a:lnTo>
                  <a:lnTo>
                    <a:pt x="346280" y="3898"/>
                  </a:lnTo>
                  <a:lnTo>
                    <a:pt x="392131" y="15185"/>
                  </a:lnTo>
                  <a:lnTo>
                    <a:pt x="434882" y="33247"/>
                  </a:lnTo>
                  <a:lnTo>
                    <a:pt x="473921" y="57473"/>
                  </a:lnTo>
                  <a:lnTo>
                    <a:pt x="508634" y="87248"/>
                  </a:lnTo>
                  <a:lnTo>
                    <a:pt x="538410" y="121962"/>
                  </a:lnTo>
                  <a:lnTo>
                    <a:pt x="562636" y="161001"/>
                  </a:lnTo>
                  <a:lnTo>
                    <a:pt x="580698" y="203752"/>
                  </a:lnTo>
                  <a:lnTo>
                    <a:pt x="591985" y="249603"/>
                  </a:lnTo>
                  <a:lnTo>
                    <a:pt x="595883" y="297942"/>
                  </a:lnTo>
                  <a:lnTo>
                    <a:pt x="591985" y="346280"/>
                  </a:lnTo>
                  <a:lnTo>
                    <a:pt x="580698" y="392131"/>
                  </a:lnTo>
                  <a:lnTo>
                    <a:pt x="562636" y="434882"/>
                  </a:lnTo>
                  <a:lnTo>
                    <a:pt x="538410" y="473921"/>
                  </a:lnTo>
                  <a:lnTo>
                    <a:pt x="508635" y="508635"/>
                  </a:lnTo>
                  <a:lnTo>
                    <a:pt x="473921" y="538410"/>
                  </a:lnTo>
                  <a:lnTo>
                    <a:pt x="434882" y="562636"/>
                  </a:lnTo>
                  <a:lnTo>
                    <a:pt x="392131" y="580698"/>
                  </a:lnTo>
                  <a:lnTo>
                    <a:pt x="346280" y="591985"/>
                  </a:lnTo>
                  <a:lnTo>
                    <a:pt x="297941" y="595884"/>
                  </a:lnTo>
                  <a:lnTo>
                    <a:pt x="249603" y="591985"/>
                  </a:lnTo>
                  <a:lnTo>
                    <a:pt x="203752" y="580698"/>
                  </a:lnTo>
                  <a:lnTo>
                    <a:pt x="161001" y="562636"/>
                  </a:lnTo>
                  <a:lnTo>
                    <a:pt x="121962" y="538410"/>
                  </a:lnTo>
                  <a:lnTo>
                    <a:pt x="87249" y="508635"/>
                  </a:lnTo>
                  <a:lnTo>
                    <a:pt x="57473" y="473921"/>
                  </a:lnTo>
                  <a:lnTo>
                    <a:pt x="33247" y="434882"/>
                  </a:lnTo>
                  <a:lnTo>
                    <a:pt x="15185" y="392131"/>
                  </a:lnTo>
                  <a:lnTo>
                    <a:pt x="3898" y="346280"/>
                  </a:lnTo>
                  <a:lnTo>
                    <a:pt x="0" y="297942"/>
                  </a:lnTo>
                  <a:close/>
                </a:path>
              </a:pathLst>
            </a:custGeom>
            <a:ln w="3810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328921" y="5096255"/>
              <a:ext cx="596265" cy="596265"/>
            </a:xfrm>
            <a:custGeom>
              <a:avLst/>
              <a:gdLst/>
              <a:ahLst/>
              <a:cxnLst/>
              <a:rect l="l" t="t" r="r" b="b"/>
              <a:pathLst>
                <a:path w="596264" h="596264">
                  <a:moveTo>
                    <a:pt x="297941" y="0"/>
                  </a:moveTo>
                  <a:lnTo>
                    <a:pt x="249603" y="3898"/>
                  </a:lnTo>
                  <a:lnTo>
                    <a:pt x="203752" y="15185"/>
                  </a:lnTo>
                  <a:lnTo>
                    <a:pt x="161001" y="33247"/>
                  </a:lnTo>
                  <a:lnTo>
                    <a:pt x="121962" y="57473"/>
                  </a:lnTo>
                  <a:lnTo>
                    <a:pt x="87248" y="87249"/>
                  </a:lnTo>
                  <a:lnTo>
                    <a:pt x="57473" y="121962"/>
                  </a:lnTo>
                  <a:lnTo>
                    <a:pt x="33247" y="161001"/>
                  </a:lnTo>
                  <a:lnTo>
                    <a:pt x="15185" y="203752"/>
                  </a:lnTo>
                  <a:lnTo>
                    <a:pt x="3898" y="249603"/>
                  </a:lnTo>
                  <a:lnTo>
                    <a:pt x="0" y="297942"/>
                  </a:lnTo>
                  <a:lnTo>
                    <a:pt x="3898" y="346280"/>
                  </a:lnTo>
                  <a:lnTo>
                    <a:pt x="15185" y="392131"/>
                  </a:lnTo>
                  <a:lnTo>
                    <a:pt x="33247" y="434882"/>
                  </a:lnTo>
                  <a:lnTo>
                    <a:pt x="57473" y="473921"/>
                  </a:lnTo>
                  <a:lnTo>
                    <a:pt x="87249" y="508635"/>
                  </a:lnTo>
                  <a:lnTo>
                    <a:pt x="121962" y="538410"/>
                  </a:lnTo>
                  <a:lnTo>
                    <a:pt x="161001" y="562636"/>
                  </a:lnTo>
                  <a:lnTo>
                    <a:pt x="203752" y="580698"/>
                  </a:lnTo>
                  <a:lnTo>
                    <a:pt x="249603" y="591985"/>
                  </a:lnTo>
                  <a:lnTo>
                    <a:pt x="297941" y="595884"/>
                  </a:lnTo>
                  <a:lnTo>
                    <a:pt x="346280" y="591985"/>
                  </a:lnTo>
                  <a:lnTo>
                    <a:pt x="392131" y="580698"/>
                  </a:lnTo>
                  <a:lnTo>
                    <a:pt x="434882" y="562636"/>
                  </a:lnTo>
                  <a:lnTo>
                    <a:pt x="473921" y="538410"/>
                  </a:lnTo>
                  <a:lnTo>
                    <a:pt x="508635" y="508635"/>
                  </a:lnTo>
                  <a:lnTo>
                    <a:pt x="538410" y="473921"/>
                  </a:lnTo>
                  <a:lnTo>
                    <a:pt x="562636" y="434882"/>
                  </a:lnTo>
                  <a:lnTo>
                    <a:pt x="580698" y="392131"/>
                  </a:lnTo>
                  <a:lnTo>
                    <a:pt x="591985" y="346280"/>
                  </a:lnTo>
                  <a:lnTo>
                    <a:pt x="595883" y="297942"/>
                  </a:lnTo>
                  <a:lnTo>
                    <a:pt x="591985" y="249603"/>
                  </a:lnTo>
                  <a:lnTo>
                    <a:pt x="580698" y="203752"/>
                  </a:lnTo>
                  <a:lnTo>
                    <a:pt x="562636" y="161001"/>
                  </a:lnTo>
                  <a:lnTo>
                    <a:pt x="538410" y="121962"/>
                  </a:lnTo>
                  <a:lnTo>
                    <a:pt x="508634" y="87249"/>
                  </a:lnTo>
                  <a:lnTo>
                    <a:pt x="473921" y="57473"/>
                  </a:lnTo>
                  <a:lnTo>
                    <a:pt x="434882" y="33247"/>
                  </a:lnTo>
                  <a:lnTo>
                    <a:pt x="392131" y="15185"/>
                  </a:lnTo>
                  <a:lnTo>
                    <a:pt x="346280" y="3898"/>
                  </a:lnTo>
                  <a:lnTo>
                    <a:pt x="297941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328921" y="5096255"/>
              <a:ext cx="596265" cy="596265"/>
            </a:xfrm>
            <a:custGeom>
              <a:avLst/>
              <a:gdLst/>
              <a:ahLst/>
              <a:cxnLst/>
              <a:rect l="l" t="t" r="r" b="b"/>
              <a:pathLst>
                <a:path w="596264" h="596264">
                  <a:moveTo>
                    <a:pt x="0" y="297942"/>
                  </a:moveTo>
                  <a:lnTo>
                    <a:pt x="3898" y="249603"/>
                  </a:lnTo>
                  <a:lnTo>
                    <a:pt x="15185" y="203752"/>
                  </a:lnTo>
                  <a:lnTo>
                    <a:pt x="33247" y="161001"/>
                  </a:lnTo>
                  <a:lnTo>
                    <a:pt x="57473" y="121962"/>
                  </a:lnTo>
                  <a:lnTo>
                    <a:pt x="87248" y="87249"/>
                  </a:lnTo>
                  <a:lnTo>
                    <a:pt x="121962" y="57473"/>
                  </a:lnTo>
                  <a:lnTo>
                    <a:pt x="161001" y="33247"/>
                  </a:lnTo>
                  <a:lnTo>
                    <a:pt x="203752" y="15185"/>
                  </a:lnTo>
                  <a:lnTo>
                    <a:pt x="249603" y="3898"/>
                  </a:lnTo>
                  <a:lnTo>
                    <a:pt x="297941" y="0"/>
                  </a:lnTo>
                  <a:lnTo>
                    <a:pt x="346280" y="3898"/>
                  </a:lnTo>
                  <a:lnTo>
                    <a:pt x="392131" y="15185"/>
                  </a:lnTo>
                  <a:lnTo>
                    <a:pt x="434882" y="33247"/>
                  </a:lnTo>
                  <a:lnTo>
                    <a:pt x="473921" y="57473"/>
                  </a:lnTo>
                  <a:lnTo>
                    <a:pt x="508634" y="87249"/>
                  </a:lnTo>
                  <a:lnTo>
                    <a:pt x="538410" y="121962"/>
                  </a:lnTo>
                  <a:lnTo>
                    <a:pt x="562636" y="161001"/>
                  </a:lnTo>
                  <a:lnTo>
                    <a:pt x="580698" y="203752"/>
                  </a:lnTo>
                  <a:lnTo>
                    <a:pt x="591985" y="249603"/>
                  </a:lnTo>
                  <a:lnTo>
                    <a:pt x="595883" y="297942"/>
                  </a:lnTo>
                  <a:lnTo>
                    <a:pt x="591985" y="346280"/>
                  </a:lnTo>
                  <a:lnTo>
                    <a:pt x="580698" y="392131"/>
                  </a:lnTo>
                  <a:lnTo>
                    <a:pt x="562636" y="434882"/>
                  </a:lnTo>
                  <a:lnTo>
                    <a:pt x="538410" y="473921"/>
                  </a:lnTo>
                  <a:lnTo>
                    <a:pt x="508635" y="508635"/>
                  </a:lnTo>
                  <a:lnTo>
                    <a:pt x="473921" y="538410"/>
                  </a:lnTo>
                  <a:lnTo>
                    <a:pt x="434882" y="562636"/>
                  </a:lnTo>
                  <a:lnTo>
                    <a:pt x="392131" y="580698"/>
                  </a:lnTo>
                  <a:lnTo>
                    <a:pt x="346280" y="591985"/>
                  </a:lnTo>
                  <a:lnTo>
                    <a:pt x="297941" y="595884"/>
                  </a:lnTo>
                  <a:lnTo>
                    <a:pt x="249603" y="591985"/>
                  </a:lnTo>
                  <a:lnTo>
                    <a:pt x="203752" y="580698"/>
                  </a:lnTo>
                  <a:lnTo>
                    <a:pt x="161001" y="562636"/>
                  </a:lnTo>
                  <a:lnTo>
                    <a:pt x="121962" y="538410"/>
                  </a:lnTo>
                  <a:lnTo>
                    <a:pt x="87249" y="508635"/>
                  </a:lnTo>
                  <a:lnTo>
                    <a:pt x="57473" y="473921"/>
                  </a:lnTo>
                  <a:lnTo>
                    <a:pt x="33247" y="434882"/>
                  </a:lnTo>
                  <a:lnTo>
                    <a:pt x="15185" y="392131"/>
                  </a:lnTo>
                  <a:lnTo>
                    <a:pt x="3898" y="346280"/>
                  </a:lnTo>
                  <a:lnTo>
                    <a:pt x="0" y="297942"/>
                  </a:lnTo>
                  <a:close/>
                </a:path>
              </a:pathLst>
            </a:custGeom>
            <a:ln w="3810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5875782" y="3442715"/>
            <a:ext cx="2006600" cy="2268855"/>
            <a:chOff x="5875782" y="3442715"/>
            <a:chExt cx="2006600" cy="2268855"/>
          </a:xfrm>
        </p:grpSpPr>
        <p:sp>
          <p:nvSpPr>
            <p:cNvPr id="9" name="object 9"/>
            <p:cNvSpPr/>
            <p:nvPr/>
          </p:nvSpPr>
          <p:spPr>
            <a:xfrm>
              <a:off x="5894832" y="3461765"/>
              <a:ext cx="596265" cy="596265"/>
            </a:xfrm>
            <a:custGeom>
              <a:avLst/>
              <a:gdLst/>
              <a:ahLst/>
              <a:cxnLst/>
              <a:rect l="l" t="t" r="r" b="b"/>
              <a:pathLst>
                <a:path w="596264" h="596264">
                  <a:moveTo>
                    <a:pt x="297941" y="0"/>
                  </a:moveTo>
                  <a:lnTo>
                    <a:pt x="249603" y="3898"/>
                  </a:lnTo>
                  <a:lnTo>
                    <a:pt x="203752" y="15185"/>
                  </a:lnTo>
                  <a:lnTo>
                    <a:pt x="161001" y="33247"/>
                  </a:lnTo>
                  <a:lnTo>
                    <a:pt x="121962" y="57473"/>
                  </a:lnTo>
                  <a:lnTo>
                    <a:pt x="87248" y="87249"/>
                  </a:lnTo>
                  <a:lnTo>
                    <a:pt x="57473" y="121962"/>
                  </a:lnTo>
                  <a:lnTo>
                    <a:pt x="33247" y="161001"/>
                  </a:lnTo>
                  <a:lnTo>
                    <a:pt x="15185" y="203752"/>
                  </a:lnTo>
                  <a:lnTo>
                    <a:pt x="3898" y="249603"/>
                  </a:lnTo>
                  <a:lnTo>
                    <a:pt x="0" y="297942"/>
                  </a:lnTo>
                  <a:lnTo>
                    <a:pt x="3898" y="346280"/>
                  </a:lnTo>
                  <a:lnTo>
                    <a:pt x="15185" y="392131"/>
                  </a:lnTo>
                  <a:lnTo>
                    <a:pt x="33247" y="434882"/>
                  </a:lnTo>
                  <a:lnTo>
                    <a:pt x="57473" y="473921"/>
                  </a:lnTo>
                  <a:lnTo>
                    <a:pt x="87249" y="508635"/>
                  </a:lnTo>
                  <a:lnTo>
                    <a:pt x="121962" y="538410"/>
                  </a:lnTo>
                  <a:lnTo>
                    <a:pt x="161001" y="562636"/>
                  </a:lnTo>
                  <a:lnTo>
                    <a:pt x="203752" y="580698"/>
                  </a:lnTo>
                  <a:lnTo>
                    <a:pt x="249603" y="591985"/>
                  </a:lnTo>
                  <a:lnTo>
                    <a:pt x="297941" y="595884"/>
                  </a:lnTo>
                  <a:lnTo>
                    <a:pt x="346280" y="591985"/>
                  </a:lnTo>
                  <a:lnTo>
                    <a:pt x="392131" y="580698"/>
                  </a:lnTo>
                  <a:lnTo>
                    <a:pt x="434882" y="562636"/>
                  </a:lnTo>
                  <a:lnTo>
                    <a:pt x="473921" y="538410"/>
                  </a:lnTo>
                  <a:lnTo>
                    <a:pt x="508635" y="508635"/>
                  </a:lnTo>
                  <a:lnTo>
                    <a:pt x="538410" y="473921"/>
                  </a:lnTo>
                  <a:lnTo>
                    <a:pt x="562636" y="434882"/>
                  </a:lnTo>
                  <a:lnTo>
                    <a:pt x="580698" y="392131"/>
                  </a:lnTo>
                  <a:lnTo>
                    <a:pt x="591985" y="346280"/>
                  </a:lnTo>
                  <a:lnTo>
                    <a:pt x="595883" y="297942"/>
                  </a:lnTo>
                  <a:lnTo>
                    <a:pt x="591985" y="249603"/>
                  </a:lnTo>
                  <a:lnTo>
                    <a:pt x="580698" y="203752"/>
                  </a:lnTo>
                  <a:lnTo>
                    <a:pt x="562636" y="161001"/>
                  </a:lnTo>
                  <a:lnTo>
                    <a:pt x="538410" y="121962"/>
                  </a:lnTo>
                  <a:lnTo>
                    <a:pt x="508634" y="87248"/>
                  </a:lnTo>
                  <a:lnTo>
                    <a:pt x="473921" y="57473"/>
                  </a:lnTo>
                  <a:lnTo>
                    <a:pt x="434882" y="33247"/>
                  </a:lnTo>
                  <a:lnTo>
                    <a:pt x="392131" y="15185"/>
                  </a:lnTo>
                  <a:lnTo>
                    <a:pt x="346280" y="3898"/>
                  </a:lnTo>
                  <a:lnTo>
                    <a:pt x="297941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894832" y="3461765"/>
              <a:ext cx="596265" cy="596265"/>
            </a:xfrm>
            <a:custGeom>
              <a:avLst/>
              <a:gdLst/>
              <a:ahLst/>
              <a:cxnLst/>
              <a:rect l="l" t="t" r="r" b="b"/>
              <a:pathLst>
                <a:path w="596264" h="596264">
                  <a:moveTo>
                    <a:pt x="0" y="297942"/>
                  </a:moveTo>
                  <a:lnTo>
                    <a:pt x="3898" y="249603"/>
                  </a:lnTo>
                  <a:lnTo>
                    <a:pt x="15185" y="203752"/>
                  </a:lnTo>
                  <a:lnTo>
                    <a:pt x="33247" y="161001"/>
                  </a:lnTo>
                  <a:lnTo>
                    <a:pt x="57473" y="121962"/>
                  </a:lnTo>
                  <a:lnTo>
                    <a:pt x="87248" y="87249"/>
                  </a:lnTo>
                  <a:lnTo>
                    <a:pt x="121962" y="57473"/>
                  </a:lnTo>
                  <a:lnTo>
                    <a:pt x="161001" y="33247"/>
                  </a:lnTo>
                  <a:lnTo>
                    <a:pt x="203752" y="15185"/>
                  </a:lnTo>
                  <a:lnTo>
                    <a:pt x="249603" y="3898"/>
                  </a:lnTo>
                  <a:lnTo>
                    <a:pt x="297941" y="0"/>
                  </a:lnTo>
                  <a:lnTo>
                    <a:pt x="346280" y="3898"/>
                  </a:lnTo>
                  <a:lnTo>
                    <a:pt x="392131" y="15185"/>
                  </a:lnTo>
                  <a:lnTo>
                    <a:pt x="434882" y="33247"/>
                  </a:lnTo>
                  <a:lnTo>
                    <a:pt x="473921" y="57473"/>
                  </a:lnTo>
                  <a:lnTo>
                    <a:pt x="508634" y="87248"/>
                  </a:lnTo>
                  <a:lnTo>
                    <a:pt x="538410" y="121962"/>
                  </a:lnTo>
                  <a:lnTo>
                    <a:pt x="562636" y="161001"/>
                  </a:lnTo>
                  <a:lnTo>
                    <a:pt x="580698" y="203752"/>
                  </a:lnTo>
                  <a:lnTo>
                    <a:pt x="591985" y="249603"/>
                  </a:lnTo>
                  <a:lnTo>
                    <a:pt x="595883" y="297942"/>
                  </a:lnTo>
                  <a:lnTo>
                    <a:pt x="591985" y="346280"/>
                  </a:lnTo>
                  <a:lnTo>
                    <a:pt x="580698" y="392131"/>
                  </a:lnTo>
                  <a:lnTo>
                    <a:pt x="562636" y="434882"/>
                  </a:lnTo>
                  <a:lnTo>
                    <a:pt x="538410" y="473921"/>
                  </a:lnTo>
                  <a:lnTo>
                    <a:pt x="508635" y="508635"/>
                  </a:lnTo>
                  <a:lnTo>
                    <a:pt x="473921" y="538410"/>
                  </a:lnTo>
                  <a:lnTo>
                    <a:pt x="434882" y="562636"/>
                  </a:lnTo>
                  <a:lnTo>
                    <a:pt x="392131" y="580698"/>
                  </a:lnTo>
                  <a:lnTo>
                    <a:pt x="346280" y="591985"/>
                  </a:lnTo>
                  <a:lnTo>
                    <a:pt x="297941" y="595884"/>
                  </a:lnTo>
                  <a:lnTo>
                    <a:pt x="249603" y="591985"/>
                  </a:lnTo>
                  <a:lnTo>
                    <a:pt x="203752" y="580698"/>
                  </a:lnTo>
                  <a:lnTo>
                    <a:pt x="161001" y="562636"/>
                  </a:lnTo>
                  <a:lnTo>
                    <a:pt x="121962" y="538410"/>
                  </a:lnTo>
                  <a:lnTo>
                    <a:pt x="87249" y="508635"/>
                  </a:lnTo>
                  <a:lnTo>
                    <a:pt x="57473" y="473921"/>
                  </a:lnTo>
                  <a:lnTo>
                    <a:pt x="33247" y="434882"/>
                  </a:lnTo>
                  <a:lnTo>
                    <a:pt x="15185" y="392131"/>
                  </a:lnTo>
                  <a:lnTo>
                    <a:pt x="3898" y="346280"/>
                  </a:lnTo>
                  <a:lnTo>
                    <a:pt x="0" y="297942"/>
                  </a:lnTo>
                  <a:close/>
                </a:path>
              </a:pathLst>
            </a:custGeom>
            <a:ln w="38100">
              <a:solidFill>
                <a:srgbClr val="92D0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267194" y="3461765"/>
              <a:ext cx="596265" cy="596265"/>
            </a:xfrm>
            <a:custGeom>
              <a:avLst/>
              <a:gdLst/>
              <a:ahLst/>
              <a:cxnLst/>
              <a:rect l="l" t="t" r="r" b="b"/>
              <a:pathLst>
                <a:path w="596265" h="596264">
                  <a:moveTo>
                    <a:pt x="297941" y="0"/>
                  </a:moveTo>
                  <a:lnTo>
                    <a:pt x="249603" y="3898"/>
                  </a:lnTo>
                  <a:lnTo>
                    <a:pt x="203752" y="15185"/>
                  </a:lnTo>
                  <a:lnTo>
                    <a:pt x="161001" y="33247"/>
                  </a:lnTo>
                  <a:lnTo>
                    <a:pt x="121962" y="57473"/>
                  </a:lnTo>
                  <a:lnTo>
                    <a:pt x="87249" y="87249"/>
                  </a:lnTo>
                  <a:lnTo>
                    <a:pt x="57473" y="121962"/>
                  </a:lnTo>
                  <a:lnTo>
                    <a:pt x="33247" y="161001"/>
                  </a:lnTo>
                  <a:lnTo>
                    <a:pt x="15185" y="203752"/>
                  </a:lnTo>
                  <a:lnTo>
                    <a:pt x="3898" y="249603"/>
                  </a:lnTo>
                  <a:lnTo>
                    <a:pt x="0" y="297942"/>
                  </a:lnTo>
                  <a:lnTo>
                    <a:pt x="3898" y="346280"/>
                  </a:lnTo>
                  <a:lnTo>
                    <a:pt x="15185" y="392131"/>
                  </a:lnTo>
                  <a:lnTo>
                    <a:pt x="33247" y="434882"/>
                  </a:lnTo>
                  <a:lnTo>
                    <a:pt x="57473" y="473921"/>
                  </a:lnTo>
                  <a:lnTo>
                    <a:pt x="87249" y="508635"/>
                  </a:lnTo>
                  <a:lnTo>
                    <a:pt x="121962" y="538410"/>
                  </a:lnTo>
                  <a:lnTo>
                    <a:pt x="161001" y="562636"/>
                  </a:lnTo>
                  <a:lnTo>
                    <a:pt x="203752" y="580698"/>
                  </a:lnTo>
                  <a:lnTo>
                    <a:pt x="249603" y="591985"/>
                  </a:lnTo>
                  <a:lnTo>
                    <a:pt x="297941" y="595884"/>
                  </a:lnTo>
                  <a:lnTo>
                    <a:pt x="346280" y="591985"/>
                  </a:lnTo>
                  <a:lnTo>
                    <a:pt x="392131" y="580698"/>
                  </a:lnTo>
                  <a:lnTo>
                    <a:pt x="434882" y="562636"/>
                  </a:lnTo>
                  <a:lnTo>
                    <a:pt x="473921" y="538410"/>
                  </a:lnTo>
                  <a:lnTo>
                    <a:pt x="508634" y="508635"/>
                  </a:lnTo>
                  <a:lnTo>
                    <a:pt x="538410" y="473921"/>
                  </a:lnTo>
                  <a:lnTo>
                    <a:pt x="562636" y="434882"/>
                  </a:lnTo>
                  <a:lnTo>
                    <a:pt x="580698" y="392131"/>
                  </a:lnTo>
                  <a:lnTo>
                    <a:pt x="591985" y="346280"/>
                  </a:lnTo>
                  <a:lnTo>
                    <a:pt x="595883" y="297942"/>
                  </a:lnTo>
                  <a:lnTo>
                    <a:pt x="591985" y="249603"/>
                  </a:lnTo>
                  <a:lnTo>
                    <a:pt x="580698" y="203752"/>
                  </a:lnTo>
                  <a:lnTo>
                    <a:pt x="562636" y="161001"/>
                  </a:lnTo>
                  <a:lnTo>
                    <a:pt x="538410" y="121962"/>
                  </a:lnTo>
                  <a:lnTo>
                    <a:pt x="508634" y="87248"/>
                  </a:lnTo>
                  <a:lnTo>
                    <a:pt x="473921" y="57473"/>
                  </a:lnTo>
                  <a:lnTo>
                    <a:pt x="434882" y="33247"/>
                  </a:lnTo>
                  <a:lnTo>
                    <a:pt x="392131" y="15185"/>
                  </a:lnTo>
                  <a:lnTo>
                    <a:pt x="346280" y="3898"/>
                  </a:lnTo>
                  <a:lnTo>
                    <a:pt x="297941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267194" y="3461765"/>
              <a:ext cx="596265" cy="596265"/>
            </a:xfrm>
            <a:custGeom>
              <a:avLst/>
              <a:gdLst/>
              <a:ahLst/>
              <a:cxnLst/>
              <a:rect l="l" t="t" r="r" b="b"/>
              <a:pathLst>
                <a:path w="596265" h="596264">
                  <a:moveTo>
                    <a:pt x="0" y="297942"/>
                  </a:moveTo>
                  <a:lnTo>
                    <a:pt x="3898" y="249603"/>
                  </a:lnTo>
                  <a:lnTo>
                    <a:pt x="15185" y="203752"/>
                  </a:lnTo>
                  <a:lnTo>
                    <a:pt x="33247" y="161001"/>
                  </a:lnTo>
                  <a:lnTo>
                    <a:pt x="57473" y="121962"/>
                  </a:lnTo>
                  <a:lnTo>
                    <a:pt x="87249" y="87249"/>
                  </a:lnTo>
                  <a:lnTo>
                    <a:pt x="121962" y="57473"/>
                  </a:lnTo>
                  <a:lnTo>
                    <a:pt x="161001" y="33247"/>
                  </a:lnTo>
                  <a:lnTo>
                    <a:pt x="203752" y="15185"/>
                  </a:lnTo>
                  <a:lnTo>
                    <a:pt x="249603" y="3898"/>
                  </a:lnTo>
                  <a:lnTo>
                    <a:pt x="297941" y="0"/>
                  </a:lnTo>
                  <a:lnTo>
                    <a:pt x="346280" y="3898"/>
                  </a:lnTo>
                  <a:lnTo>
                    <a:pt x="392131" y="15185"/>
                  </a:lnTo>
                  <a:lnTo>
                    <a:pt x="434882" y="33247"/>
                  </a:lnTo>
                  <a:lnTo>
                    <a:pt x="473921" y="57473"/>
                  </a:lnTo>
                  <a:lnTo>
                    <a:pt x="508634" y="87248"/>
                  </a:lnTo>
                  <a:lnTo>
                    <a:pt x="538410" y="121962"/>
                  </a:lnTo>
                  <a:lnTo>
                    <a:pt x="562636" y="161001"/>
                  </a:lnTo>
                  <a:lnTo>
                    <a:pt x="580698" y="203752"/>
                  </a:lnTo>
                  <a:lnTo>
                    <a:pt x="591985" y="249603"/>
                  </a:lnTo>
                  <a:lnTo>
                    <a:pt x="595883" y="297942"/>
                  </a:lnTo>
                  <a:lnTo>
                    <a:pt x="591985" y="346280"/>
                  </a:lnTo>
                  <a:lnTo>
                    <a:pt x="580698" y="392131"/>
                  </a:lnTo>
                  <a:lnTo>
                    <a:pt x="562636" y="434882"/>
                  </a:lnTo>
                  <a:lnTo>
                    <a:pt x="538410" y="473921"/>
                  </a:lnTo>
                  <a:lnTo>
                    <a:pt x="508634" y="508635"/>
                  </a:lnTo>
                  <a:lnTo>
                    <a:pt x="473921" y="538410"/>
                  </a:lnTo>
                  <a:lnTo>
                    <a:pt x="434882" y="562636"/>
                  </a:lnTo>
                  <a:lnTo>
                    <a:pt x="392131" y="580698"/>
                  </a:lnTo>
                  <a:lnTo>
                    <a:pt x="346280" y="591985"/>
                  </a:lnTo>
                  <a:lnTo>
                    <a:pt x="297941" y="595884"/>
                  </a:lnTo>
                  <a:lnTo>
                    <a:pt x="249603" y="591985"/>
                  </a:lnTo>
                  <a:lnTo>
                    <a:pt x="203752" y="580698"/>
                  </a:lnTo>
                  <a:lnTo>
                    <a:pt x="161001" y="562636"/>
                  </a:lnTo>
                  <a:lnTo>
                    <a:pt x="121962" y="538410"/>
                  </a:lnTo>
                  <a:lnTo>
                    <a:pt x="87249" y="508635"/>
                  </a:lnTo>
                  <a:lnTo>
                    <a:pt x="57473" y="473921"/>
                  </a:lnTo>
                  <a:lnTo>
                    <a:pt x="33247" y="434882"/>
                  </a:lnTo>
                  <a:lnTo>
                    <a:pt x="15185" y="392131"/>
                  </a:lnTo>
                  <a:lnTo>
                    <a:pt x="3898" y="346280"/>
                  </a:lnTo>
                  <a:lnTo>
                    <a:pt x="0" y="297942"/>
                  </a:lnTo>
                  <a:close/>
                </a:path>
              </a:pathLst>
            </a:custGeom>
            <a:ln w="38100">
              <a:solidFill>
                <a:srgbClr val="92D0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259574" y="5096255"/>
              <a:ext cx="596265" cy="596265"/>
            </a:xfrm>
            <a:custGeom>
              <a:avLst/>
              <a:gdLst/>
              <a:ahLst/>
              <a:cxnLst/>
              <a:rect l="l" t="t" r="r" b="b"/>
              <a:pathLst>
                <a:path w="596265" h="596264">
                  <a:moveTo>
                    <a:pt x="297942" y="0"/>
                  </a:moveTo>
                  <a:lnTo>
                    <a:pt x="249603" y="3898"/>
                  </a:lnTo>
                  <a:lnTo>
                    <a:pt x="203752" y="15185"/>
                  </a:lnTo>
                  <a:lnTo>
                    <a:pt x="161001" y="33247"/>
                  </a:lnTo>
                  <a:lnTo>
                    <a:pt x="121962" y="57473"/>
                  </a:lnTo>
                  <a:lnTo>
                    <a:pt x="87249" y="87249"/>
                  </a:lnTo>
                  <a:lnTo>
                    <a:pt x="57473" y="121962"/>
                  </a:lnTo>
                  <a:lnTo>
                    <a:pt x="33247" y="161001"/>
                  </a:lnTo>
                  <a:lnTo>
                    <a:pt x="15185" y="203752"/>
                  </a:lnTo>
                  <a:lnTo>
                    <a:pt x="3898" y="249603"/>
                  </a:lnTo>
                  <a:lnTo>
                    <a:pt x="0" y="297942"/>
                  </a:lnTo>
                  <a:lnTo>
                    <a:pt x="3898" y="346280"/>
                  </a:lnTo>
                  <a:lnTo>
                    <a:pt x="15185" y="392131"/>
                  </a:lnTo>
                  <a:lnTo>
                    <a:pt x="33247" y="434882"/>
                  </a:lnTo>
                  <a:lnTo>
                    <a:pt x="57473" y="473921"/>
                  </a:lnTo>
                  <a:lnTo>
                    <a:pt x="87249" y="508635"/>
                  </a:lnTo>
                  <a:lnTo>
                    <a:pt x="121962" y="538410"/>
                  </a:lnTo>
                  <a:lnTo>
                    <a:pt x="161001" y="562636"/>
                  </a:lnTo>
                  <a:lnTo>
                    <a:pt x="203752" y="580698"/>
                  </a:lnTo>
                  <a:lnTo>
                    <a:pt x="249603" y="591985"/>
                  </a:lnTo>
                  <a:lnTo>
                    <a:pt x="297942" y="595884"/>
                  </a:lnTo>
                  <a:lnTo>
                    <a:pt x="346280" y="591985"/>
                  </a:lnTo>
                  <a:lnTo>
                    <a:pt x="392131" y="580698"/>
                  </a:lnTo>
                  <a:lnTo>
                    <a:pt x="434882" y="562636"/>
                  </a:lnTo>
                  <a:lnTo>
                    <a:pt x="473921" y="538410"/>
                  </a:lnTo>
                  <a:lnTo>
                    <a:pt x="508634" y="508635"/>
                  </a:lnTo>
                  <a:lnTo>
                    <a:pt x="538410" y="473921"/>
                  </a:lnTo>
                  <a:lnTo>
                    <a:pt x="562636" y="434882"/>
                  </a:lnTo>
                  <a:lnTo>
                    <a:pt x="580698" y="392131"/>
                  </a:lnTo>
                  <a:lnTo>
                    <a:pt x="591985" y="346280"/>
                  </a:lnTo>
                  <a:lnTo>
                    <a:pt x="595883" y="297942"/>
                  </a:lnTo>
                  <a:lnTo>
                    <a:pt x="591985" y="249603"/>
                  </a:lnTo>
                  <a:lnTo>
                    <a:pt x="580698" y="203752"/>
                  </a:lnTo>
                  <a:lnTo>
                    <a:pt x="562636" y="161001"/>
                  </a:lnTo>
                  <a:lnTo>
                    <a:pt x="538410" y="121962"/>
                  </a:lnTo>
                  <a:lnTo>
                    <a:pt x="508634" y="87249"/>
                  </a:lnTo>
                  <a:lnTo>
                    <a:pt x="473921" y="57473"/>
                  </a:lnTo>
                  <a:lnTo>
                    <a:pt x="434882" y="33247"/>
                  </a:lnTo>
                  <a:lnTo>
                    <a:pt x="392131" y="15185"/>
                  </a:lnTo>
                  <a:lnTo>
                    <a:pt x="346280" y="3898"/>
                  </a:lnTo>
                  <a:lnTo>
                    <a:pt x="297942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259574" y="5096255"/>
              <a:ext cx="596265" cy="596265"/>
            </a:xfrm>
            <a:custGeom>
              <a:avLst/>
              <a:gdLst/>
              <a:ahLst/>
              <a:cxnLst/>
              <a:rect l="l" t="t" r="r" b="b"/>
              <a:pathLst>
                <a:path w="596265" h="596264">
                  <a:moveTo>
                    <a:pt x="0" y="297942"/>
                  </a:moveTo>
                  <a:lnTo>
                    <a:pt x="3898" y="249603"/>
                  </a:lnTo>
                  <a:lnTo>
                    <a:pt x="15185" y="203752"/>
                  </a:lnTo>
                  <a:lnTo>
                    <a:pt x="33247" y="161001"/>
                  </a:lnTo>
                  <a:lnTo>
                    <a:pt x="57473" y="121962"/>
                  </a:lnTo>
                  <a:lnTo>
                    <a:pt x="87249" y="87249"/>
                  </a:lnTo>
                  <a:lnTo>
                    <a:pt x="121962" y="57473"/>
                  </a:lnTo>
                  <a:lnTo>
                    <a:pt x="161001" y="33247"/>
                  </a:lnTo>
                  <a:lnTo>
                    <a:pt x="203752" y="15185"/>
                  </a:lnTo>
                  <a:lnTo>
                    <a:pt x="249603" y="3898"/>
                  </a:lnTo>
                  <a:lnTo>
                    <a:pt x="297942" y="0"/>
                  </a:lnTo>
                  <a:lnTo>
                    <a:pt x="346280" y="3898"/>
                  </a:lnTo>
                  <a:lnTo>
                    <a:pt x="392131" y="15185"/>
                  </a:lnTo>
                  <a:lnTo>
                    <a:pt x="434882" y="33247"/>
                  </a:lnTo>
                  <a:lnTo>
                    <a:pt x="473921" y="57473"/>
                  </a:lnTo>
                  <a:lnTo>
                    <a:pt x="508634" y="87249"/>
                  </a:lnTo>
                  <a:lnTo>
                    <a:pt x="538410" y="121962"/>
                  </a:lnTo>
                  <a:lnTo>
                    <a:pt x="562636" y="161001"/>
                  </a:lnTo>
                  <a:lnTo>
                    <a:pt x="580698" y="203752"/>
                  </a:lnTo>
                  <a:lnTo>
                    <a:pt x="591985" y="249603"/>
                  </a:lnTo>
                  <a:lnTo>
                    <a:pt x="595883" y="297942"/>
                  </a:lnTo>
                  <a:lnTo>
                    <a:pt x="591985" y="346280"/>
                  </a:lnTo>
                  <a:lnTo>
                    <a:pt x="580698" y="392131"/>
                  </a:lnTo>
                  <a:lnTo>
                    <a:pt x="562636" y="434882"/>
                  </a:lnTo>
                  <a:lnTo>
                    <a:pt x="538410" y="473921"/>
                  </a:lnTo>
                  <a:lnTo>
                    <a:pt x="508634" y="508635"/>
                  </a:lnTo>
                  <a:lnTo>
                    <a:pt x="473921" y="538410"/>
                  </a:lnTo>
                  <a:lnTo>
                    <a:pt x="434882" y="562636"/>
                  </a:lnTo>
                  <a:lnTo>
                    <a:pt x="392131" y="580698"/>
                  </a:lnTo>
                  <a:lnTo>
                    <a:pt x="346280" y="591985"/>
                  </a:lnTo>
                  <a:lnTo>
                    <a:pt x="297942" y="595884"/>
                  </a:lnTo>
                  <a:lnTo>
                    <a:pt x="249603" y="591985"/>
                  </a:lnTo>
                  <a:lnTo>
                    <a:pt x="203752" y="580698"/>
                  </a:lnTo>
                  <a:lnTo>
                    <a:pt x="161001" y="562636"/>
                  </a:lnTo>
                  <a:lnTo>
                    <a:pt x="121962" y="538410"/>
                  </a:lnTo>
                  <a:lnTo>
                    <a:pt x="87249" y="508635"/>
                  </a:lnTo>
                  <a:lnTo>
                    <a:pt x="57473" y="473921"/>
                  </a:lnTo>
                  <a:lnTo>
                    <a:pt x="33247" y="434882"/>
                  </a:lnTo>
                  <a:lnTo>
                    <a:pt x="15185" y="392131"/>
                  </a:lnTo>
                  <a:lnTo>
                    <a:pt x="3898" y="346280"/>
                  </a:lnTo>
                  <a:lnTo>
                    <a:pt x="0" y="297942"/>
                  </a:lnTo>
                  <a:close/>
                </a:path>
              </a:pathLst>
            </a:custGeom>
            <a:ln w="38100">
              <a:solidFill>
                <a:srgbClr val="92D0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804087" y="999644"/>
            <a:ext cx="9861550" cy="3243580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55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dirty="0" err="1">
                <a:latin typeface="PMingLiU"/>
                <a:cs typeface="PMingLiU"/>
              </a:rPr>
              <a:t>连通</a:t>
            </a:r>
            <a:r>
              <a:rPr sz="2800" b="1" spc="-10" dirty="0">
                <a:latin typeface="Times New Roman"/>
                <a:cs typeface="Times New Roman"/>
              </a:rPr>
              <a:t>(Connectivity)</a:t>
            </a:r>
            <a:endParaRPr sz="2800" dirty="0">
              <a:latin typeface="Times New Roman"/>
              <a:cs typeface="Times New Roman"/>
            </a:endParaRPr>
          </a:p>
          <a:p>
            <a:pPr marL="704215" lvl="1" indent="-347980">
              <a:lnSpc>
                <a:spcPct val="100000"/>
              </a:lnSpc>
              <a:spcBef>
                <a:spcPts val="56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spc="-5" dirty="0" err="1">
                <a:latin typeface="PMingLiU"/>
                <a:cs typeface="PMingLiU"/>
              </a:rPr>
              <a:t>如果图的任意对顶点互相可达，则称该图是连通的，反之称为非连通</a:t>
            </a:r>
            <a:endParaRPr sz="2400" dirty="0">
              <a:latin typeface="PMingLiU"/>
              <a:cs typeface="PMingLiU"/>
            </a:endParaRPr>
          </a:p>
          <a:p>
            <a:pPr lvl="1">
              <a:lnSpc>
                <a:spcPct val="100000"/>
              </a:lnSpc>
              <a:spcBef>
                <a:spcPts val="15"/>
              </a:spcBef>
              <a:buClr>
                <a:srgbClr val="DAB6FB"/>
              </a:buClr>
              <a:buFont typeface="Wingdings"/>
              <a:buChar char=""/>
            </a:pPr>
            <a:endParaRPr sz="2950" dirty="0">
              <a:latin typeface="PMingLiU"/>
              <a:cs typeface="PMingLiU"/>
            </a:endParaRPr>
          </a:p>
          <a:p>
            <a:pPr marL="355600" indent="-342900">
              <a:lnSpc>
                <a:spcPct val="100000"/>
              </a:lnSpc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dirty="0" err="1">
                <a:latin typeface="PMingLiU"/>
                <a:cs typeface="PMingLiU"/>
              </a:rPr>
              <a:t>连通分量</a:t>
            </a:r>
            <a:r>
              <a:rPr sz="2800" b="1" dirty="0">
                <a:latin typeface="Times New Roman"/>
                <a:cs typeface="Times New Roman"/>
              </a:rPr>
              <a:t>(Connected</a:t>
            </a:r>
            <a:r>
              <a:rPr sz="2800" b="1" spc="-20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Components)</a:t>
            </a:r>
            <a:endParaRPr sz="2800" dirty="0">
              <a:latin typeface="Times New Roman"/>
              <a:cs typeface="Times New Roman"/>
            </a:endParaRPr>
          </a:p>
          <a:p>
            <a:pPr marL="704215" lvl="1" indent="-347980">
              <a:lnSpc>
                <a:spcPct val="100000"/>
              </a:lnSpc>
              <a:spcBef>
                <a:spcPts val="56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dirty="0" err="1">
                <a:latin typeface="PMingLiU"/>
                <a:cs typeface="PMingLiU"/>
              </a:rPr>
              <a:t>根据是否连通将顶点进行分组，相互可达的顶点集称为</a:t>
            </a:r>
            <a:r>
              <a:rPr sz="2400" spc="-15" dirty="0" err="1">
                <a:solidFill>
                  <a:srgbClr val="FF0000"/>
                </a:solidFill>
                <a:latin typeface="PMingLiU"/>
                <a:cs typeface="PMingLiU"/>
              </a:rPr>
              <a:t>连通分量</a:t>
            </a:r>
            <a:endParaRPr sz="2400" dirty="0">
              <a:latin typeface="PMingLiU"/>
              <a:cs typeface="PMingLiU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2850" dirty="0">
              <a:latin typeface="PMingLiU"/>
              <a:cs typeface="PMingLiU"/>
            </a:endParaRPr>
          </a:p>
          <a:p>
            <a:pPr marL="3806190">
              <a:lnSpc>
                <a:spcPct val="100000"/>
              </a:lnSpc>
              <a:tabLst>
                <a:tab pos="5373370" algn="l"/>
                <a:tab pos="6761480" algn="l"/>
              </a:tabLst>
            </a:pPr>
            <a:r>
              <a:rPr sz="2400" spc="-50" dirty="0">
                <a:latin typeface="Cambria Math"/>
                <a:cs typeface="Cambria Math"/>
              </a:rPr>
              <a:t>𝒂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𝒃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𝒄</a:t>
            </a:r>
            <a:endParaRPr sz="2400" dirty="0">
              <a:latin typeface="Cambria Math"/>
              <a:cs typeface="Cambria Math"/>
            </a:endParaRPr>
          </a:p>
        </p:txBody>
      </p:sp>
      <p:sp>
        <p:nvSpPr>
          <p:cNvPr id="16" name="object 16"/>
          <p:cNvSpPr/>
          <p:nvPr/>
        </p:nvSpPr>
        <p:spPr>
          <a:xfrm flipH="1">
            <a:off x="4626864" y="4057650"/>
            <a:ext cx="0" cy="1038860"/>
          </a:xfrm>
          <a:custGeom>
            <a:avLst/>
            <a:gdLst/>
            <a:ahLst/>
            <a:cxnLst/>
            <a:rect l="l" t="t" r="r" b="b"/>
            <a:pathLst>
              <a:path h="1038860">
                <a:moveTo>
                  <a:pt x="0" y="0"/>
                </a:moveTo>
                <a:lnTo>
                  <a:pt x="0" y="1038860"/>
                </a:lnTo>
              </a:path>
            </a:pathLst>
          </a:custGeom>
          <a:ln w="38100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7" name="object 17"/>
          <p:cNvGrpSpPr/>
          <p:nvPr/>
        </p:nvGrpSpPr>
        <p:grpSpPr>
          <a:xfrm>
            <a:off x="5875782" y="3740658"/>
            <a:ext cx="1390650" cy="1971039"/>
            <a:chOff x="5875782" y="3740658"/>
            <a:chExt cx="1390650" cy="1971039"/>
          </a:xfrm>
        </p:grpSpPr>
        <p:sp>
          <p:nvSpPr>
            <p:cNvPr id="18" name="object 18"/>
            <p:cNvSpPr/>
            <p:nvPr/>
          </p:nvSpPr>
          <p:spPr>
            <a:xfrm>
              <a:off x="6192774" y="3759708"/>
              <a:ext cx="1073785" cy="1634489"/>
            </a:xfrm>
            <a:custGeom>
              <a:avLst/>
              <a:gdLst/>
              <a:ahLst/>
              <a:cxnLst/>
              <a:rect l="l" t="t" r="r" b="b"/>
              <a:pathLst>
                <a:path w="1073784" h="1634489">
                  <a:moveTo>
                    <a:pt x="0" y="297942"/>
                  </a:moveTo>
                  <a:lnTo>
                    <a:pt x="0" y="1336802"/>
                  </a:lnTo>
                </a:path>
                <a:path w="1073784" h="1634489">
                  <a:moveTo>
                    <a:pt x="297941" y="0"/>
                  </a:moveTo>
                  <a:lnTo>
                    <a:pt x="1073657" y="0"/>
                  </a:lnTo>
                </a:path>
                <a:path w="1073784" h="1634489">
                  <a:moveTo>
                    <a:pt x="1066165" y="1634490"/>
                  </a:moveTo>
                  <a:lnTo>
                    <a:pt x="297941" y="1634490"/>
                  </a:lnTo>
                </a:path>
              </a:pathLst>
            </a:custGeom>
            <a:ln w="38100">
              <a:solidFill>
                <a:srgbClr val="92D0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894832" y="5096256"/>
              <a:ext cx="596265" cy="596265"/>
            </a:xfrm>
            <a:custGeom>
              <a:avLst/>
              <a:gdLst/>
              <a:ahLst/>
              <a:cxnLst/>
              <a:rect l="l" t="t" r="r" b="b"/>
              <a:pathLst>
                <a:path w="596264" h="596264">
                  <a:moveTo>
                    <a:pt x="297941" y="0"/>
                  </a:moveTo>
                  <a:lnTo>
                    <a:pt x="249603" y="3898"/>
                  </a:lnTo>
                  <a:lnTo>
                    <a:pt x="203752" y="15185"/>
                  </a:lnTo>
                  <a:lnTo>
                    <a:pt x="161001" y="33247"/>
                  </a:lnTo>
                  <a:lnTo>
                    <a:pt x="121962" y="57473"/>
                  </a:lnTo>
                  <a:lnTo>
                    <a:pt x="87248" y="87249"/>
                  </a:lnTo>
                  <a:lnTo>
                    <a:pt x="57473" y="121962"/>
                  </a:lnTo>
                  <a:lnTo>
                    <a:pt x="33247" y="161001"/>
                  </a:lnTo>
                  <a:lnTo>
                    <a:pt x="15185" y="203752"/>
                  </a:lnTo>
                  <a:lnTo>
                    <a:pt x="3898" y="249603"/>
                  </a:lnTo>
                  <a:lnTo>
                    <a:pt x="0" y="297942"/>
                  </a:lnTo>
                  <a:lnTo>
                    <a:pt x="3898" y="346280"/>
                  </a:lnTo>
                  <a:lnTo>
                    <a:pt x="15185" y="392131"/>
                  </a:lnTo>
                  <a:lnTo>
                    <a:pt x="33247" y="434882"/>
                  </a:lnTo>
                  <a:lnTo>
                    <a:pt x="57473" y="473921"/>
                  </a:lnTo>
                  <a:lnTo>
                    <a:pt x="87249" y="508635"/>
                  </a:lnTo>
                  <a:lnTo>
                    <a:pt x="121962" y="538410"/>
                  </a:lnTo>
                  <a:lnTo>
                    <a:pt x="161001" y="562636"/>
                  </a:lnTo>
                  <a:lnTo>
                    <a:pt x="203752" y="580698"/>
                  </a:lnTo>
                  <a:lnTo>
                    <a:pt x="249603" y="591985"/>
                  </a:lnTo>
                  <a:lnTo>
                    <a:pt x="297941" y="595884"/>
                  </a:lnTo>
                  <a:lnTo>
                    <a:pt x="346280" y="591985"/>
                  </a:lnTo>
                  <a:lnTo>
                    <a:pt x="392131" y="580698"/>
                  </a:lnTo>
                  <a:lnTo>
                    <a:pt x="434882" y="562636"/>
                  </a:lnTo>
                  <a:lnTo>
                    <a:pt x="473921" y="538410"/>
                  </a:lnTo>
                  <a:lnTo>
                    <a:pt x="508635" y="508635"/>
                  </a:lnTo>
                  <a:lnTo>
                    <a:pt x="538410" y="473921"/>
                  </a:lnTo>
                  <a:lnTo>
                    <a:pt x="562636" y="434882"/>
                  </a:lnTo>
                  <a:lnTo>
                    <a:pt x="580698" y="392131"/>
                  </a:lnTo>
                  <a:lnTo>
                    <a:pt x="591985" y="346280"/>
                  </a:lnTo>
                  <a:lnTo>
                    <a:pt x="595883" y="297942"/>
                  </a:lnTo>
                  <a:lnTo>
                    <a:pt x="591985" y="249603"/>
                  </a:lnTo>
                  <a:lnTo>
                    <a:pt x="580698" y="203752"/>
                  </a:lnTo>
                  <a:lnTo>
                    <a:pt x="562636" y="161001"/>
                  </a:lnTo>
                  <a:lnTo>
                    <a:pt x="538410" y="121962"/>
                  </a:lnTo>
                  <a:lnTo>
                    <a:pt x="508634" y="87249"/>
                  </a:lnTo>
                  <a:lnTo>
                    <a:pt x="473921" y="57473"/>
                  </a:lnTo>
                  <a:lnTo>
                    <a:pt x="434882" y="33247"/>
                  </a:lnTo>
                  <a:lnTo>
                    <a:pt x="392131" y="15185"/>
                  </a:lnTo>
                  <a:lnTo>
                    <a:pt x="346280" y="3898"/>
                  </a:lnTo>
                  <a:lnTo>
                    <a:pt x="297941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894832" y="5096256"/>
              <a:ext cx="596265" cy="596265"/>
            </a:xfrm>
            <a:custGeom>
              <a:avLst/>
              <a:gdLst/>
              <a:ahLst/>
              <a:cxnLst/>
              <a:rect l="l" t="t" r="r" b="b"/>
              <a:pathLst>
                <a:path w="596264" h="596264">
                  <a:moveTo>
                    <a:pt x="0" y="297942"/>
                  </a:moveTo>
                  <a:lnTo>
                    <a:pt x="3898" y="249603"/>
                  </a:lnTo>
                  <a:lnTo>
                    <a:pt x="15185" y="203752"/>
                  </a:lnTo>
                  <a:lnTo>
                    <a:pt x="33247" y="161001"/>
                  </a:lnTo>
                  <a:lnTo>
                    <a:pt x="57473" y="121962"/>
                  </a:lnTo>
                  <a:lnTo>
                    <a:pt x="87248" y="87249"/>
                  </a:lnTo>
                  <a:lnTo>
                    <a:pt x="121962" y="57473"/>
                  </a:lnTo>
                  <a:lnTo>
                    <a:pt x="161001" y="33247"/>
                  </a:lnTo>
                  <a:lnTo>
                    <a:pt x="203752" y="15185"/>
                  </a:lnTo>
                  <a:lnTo>
                    <a:pt x="249603" y="3898"/>
                  </a:lnTo>
                  <a:lnTo>
                    <a:pt x="297941" y="0"/>
                  </a:lnTo>
                  <a:lnTo>
                    <a:pt x="346280" y="3898"/>
                  </a:lnTo>
                  <a:lnTo>
                    <a:pt x="392131" y="15185"/>
                  </a:lnTo>
                  <a:lnTo>
                    <a:pt x="434882" y="33247"/>
                  </a:lnTo>
                  <a:lnTo>
                    <a:pt x="473921" y="57473"/>
                  </a:lnTo>
                  <a:lnTo>
                    <a:pt x="508634" y="87249"/>
                  </a:lnTo>
                  <a:lnTo>
                    <a:pt x="538410" y="121962"/>
                  </a:lnTo>
                  <a:lnTo>
                    <a:pt x="562636" y="161001"/>
                  </a:lnTo>
                  <a:lnTo>
                    <a:pt x="580698" y="203752"/>
                  </a:lnTo>
                  <a:lnTo>
                    <a:pt x="591985" y="249603"/>
                  </a:lnTo>
                  <a:lnTo>
                    <a:pt x="595883" y="297942"/>
                  </a:lnTo>
                  <a:lnTo>
                    <a:pt x="591985" y="346280"/>
                  </a:lnTo>
                  <a:lnTo>
                    <a:pt x="580698" y="392131"/>
                  </a:lnTo>
                  <a:lnTo>
                    <a:pt x="562636" y="434882"/>
                  </a:lnTo>
                  <a:lnTo>
                    <a:pt x="538410" y="473921"/>
                  </a:lnTo>
                  <a:lnTo>
                    <a:pt x="508635" y="508635"/>
                  </a:lnTo>
                  <a:lnTo>
                    <a:pt x="473921" y="538410"/>
                  </a:lnTo>
                  <a:lnTo>
                    <a:pt x="434882" y="562636"/>
                  </a:lnTo>
                  <a:lnTo>
                    <a:pt x="392131" y="580698"/>
                  </a:lnTo>
                  <a:lnTo>
                    <a:pt x="346280" y="591985"/>
                  </a:lnTo>
                  <a:lnTo>
                    <a:pt x="297941" y="595884"/>
                  </a:lnTo>
                  <a:lnTo>
                    <a:pt x="249603" y="591985"/>
                  </a:lnTo>
                  <a:lnTo>
                    <a:pt x="203752" y="580698"/>
                  </a:lnTo>
                  <a:lnTo>
                    <a:pt x="161001" y="562636"/>
                  </a:lnTo>
                  <a:lnTo>
                    <a:pt x="121962" y="538410"/>
                  </a:lnTo>
                  <a:lnTo>
                    <a:pt x="87249" y="508635"/>
                  </a:lnTo>
                  <a:lnTo>
                    <a:pt x="57473" y="473921"/>
                  </a:lnTo>
                  <a:lnTo>
                    <a:pt x="33247" y="434882"/>
                  </a:lnTo>
                  <a:lnTo>
                    <a:pt x="15185" y="392131"/>
                  </a:lnTo>
                  <a:lnTo>
                    <a:pt x="3898" y="346280"/>
                  </a:lnTo>
                  <a:lnTo>
                    <a:pt x="0" y="297942"/>
                  </a:lnTo>
                  <a:close/>
                </a:path>
              </a:pathLst>
            </a:custGeom>
            <a:ln w="38100">
              <a:solidFill>
                <a:srgbClr val="92D0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4100829" y="5188711"/>
            <a:ext cx="1192530" cy="889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989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𝒅</a:t>
            </a:r>
            <a:endParaRPr sz="24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1515"/>
              </a:spcBef>
            </a:pPr>
            <a:r>
              <a:rPr sz="2000" spc="-20">
                <a:latin typeface="PMingLiU"/>
                <a:cs typeface="PMingLiU"/>
              </a:rPr>
              <a:t>连通分量</a:t>
            </a:r>
            <a:r>
              <a:rPr sz="2000" spc="-50">
                <a:latin typeface="Cambria Math"/>
                <a:cs typeface="Cambria Math"/>
              </a:rPr>
              <a:t>𝟏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569711" y="5188711"/>
            <a:ext cx="2066289" cy="12280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99745">
              <a:lnSpc>
                <a:spcPct val="100000"/>
              </a:lnSpc>
              <a:spcBef>
                <a:spcPts val="100"/>
              </a:spcBef>
              <a:tabLst>
                <a:tab pos="1846580" algn="l"/>
              </a:tabLst>
            </a:pPr>
            <a:r>
              <a:rPr sz="2400" spc="-50">
                <a:latin typeface="Cambria Math"/>
                <a:cs typeface="Cambria Math"/>
              </a:rPr>
              <a:t>𝒇</a:t>
            </a:r>
            <a:r>
              <a:rPr sz="2400">
                <a:latin typeface="Cambria Math"/>
                <a:cs typeface="Cambria Math"/>
              </a:rPr>
              <a:t>	</a:t>
            </a:r>
            <a:r>
              <a:rPr sz="2400" spc="-50">
                <a:latin typeface="Cambria Math"/>
                <a:cs typeface="Cambria Math"/>
              </a:rPr>
              <a:t>𝒈</a:t>
            </a:r>
            <a:endParaRPr sz="2400">
              <a:latin typeface="Cambria Math"/>
              <a:cs typeface="Cambria Math"/>
            </a:endParaRPr>
          </a:p>
          <a:p>
            <a:pPr marL="12700" marR="34925" indent="843280">
              <a:lnSpc>
                <a:spcPct val="111300"/>
              </a:lnSpc>
              <a:spcBef>
                <a:spcPts val="1245"/>
              </a:spcBef>
            </a:pPr>
            <a:r>
              <a:rPr sz="2000" spc="-20">
                <a:latin typeface="PMingLiU"/>
                <a:cs typeface="PMingLiU"/>
              </a:rPr>
              <a:t>连通分量</a:t>
            </a:r>
            <a:r>
              <a:rPr sz="2000" spc="-50">
                <a:latin typeface="Cambria Math"/>
                <a:cs typeface="Cambria Math"/>
              </a:rPr>
              <a:t>𝟐</a:t>
            </a:r>
            <a:r>
              <a:rPr sz="2000" spc="-20">
                <a:latin typeface="PMingLiU"/>
                <a:cs typeface="PMingLiU"/>
              </a:rPr>
              <a:t>非连通</a:t>
            </a:r>
            <a:r>
              <a:rPr sz="2000" spc="-50">
                <a:latin typeface="PMingLiU"/>
                <a:cs typeface="PMingLiU"/>
              </a:rPr>
              <a:t>图</a:t>
            </a:r>
            <a:endParaRPr sz="2000">
              <a:latin typeface="PMingLiU"/>
              <a:cs typeface="PMingLiU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6313" y="1000889"/>
            <a:ext cx="8670290" cy="988060"/>
          </a:xfrm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381000" indent="-342900">
              <a:lnSpc>
                <a:spcPct val="100000"/>
              </a:lnSpc>
              <a:spcBef>
                <a:spcPts val="819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80365" algn="l"/>
                <a:tab pos="381000" algn="l"/>
              </a:tabLst>
            </a:pPr>
            <a:r>
              <a:rPr sz="2800" dirty="0" err="1">
                <a:latin typeface="PMingLiU"/>
                <a:cs typeface="PMingLiU"/>
              </a:rPr>
              <a:t>子图</a:t>
            </a:r>
            <a:r>
              <a:rPr sz="2800" b="1" spc="-10" dirty="0">
                <a:latin typeface="Times New Roman"/>
                <a:cs typeface="Times New Roman"/>
              </a:rPr>
              <a:t>(Subgraph)</a:t>
            </a:r>
            <a:endParaRPr sz="2800" dirty="0">
              <a:latin typeface="Times New Roman"/>
              <a:cs typeface="Times New Roman"/>
            </a:endParaRPr>
          </a:p>
          <a:p>
            <a:pPr marL="729615" lvl="1" indent="-347980">
              <a:lnSpc>
                <a:spcPct val="100000"/>
              </a:lnSpc>
              <a:spcBef>
                <a:spcPts val="61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29615" algn="l"/>
                <a:tab pos="730250" algn="l"/>
              </a:tabLst>
            </a:pPr>
            <a:r>
              <a:rPr sz="2400" dirty="0" err="1">
                <a:latin typeface="PMingLiU"/>
                <a:cs typeface="PMingLiU"/>
              </a:rPr>
              <a:t>如果</a:t>
            </a:r>
            <a:r>
              <a:rPr sz="2400" spc="85" dirty="0">
                <a:solidFill>
                  <a:srgbClr val="FF0000"/>
                </a:solidFill>
                <a:latin typeface="Cambria Math"/>
                <a:cs typeface="Cambria Math"/>
              </a:rPr>
              <a:t>𝑽</a:t>
            </a:r>
            <a:r>
              <a:rPr sz="2625" spc="352" baseline="28571" dirty="0">
                <a:solidFill>
                  <a:srgbClr val="FF0000"/>
                </a:solidFill>
                <a:latin typeface="Cambria Math"/>
                <a:cs typeface="Cambria Math"/>
              </a:rPr>
              <a:t>′ </a:t>
            </a:r>
            <a:r>
              <a:rPr sz="2400" spc="65" dirty="0">
                <a:solidFill>
                  <a:srgbClr val="FF0000"/>
                </a:solidFill>
                <a:latin typeface="Cambria Math"/>
                <a:cs typeface="Cambria Math"/>
              </a:rPr>
              <a:t>⊆ </a:t>
            </a:r>
            <a:r>
              <a:rPr sz="2400" dirty="0">
                <a:solidFill>
                  <a:srgbClr val="FF0000"/>
                </a:solidFill>
                <a:latin typeface="Cambria Math"/>
                <a:cs typeface="Cambria Math"/>
              </a:rPr>
              <a:t>𝑽</a:t>
            </a:r>
            <a:r>
              <a:rPr sz="2400" spc="-70" dirty="0">
                <a:latin typeface="Cambria Math"/>
                <a:cs typeface="Cambria Math"/>
              </a:rPr>
              <a:t>, </a:t>
            </a:r>
            <a:r>
              <a:rPr sz="2400" dirty="0">
                <a:latin typeface="Cambria Math"/>
                <a:cs typeface="Cambria Math"/>
              </a:rPr>
              <a:t>𝑬</a:t>
            </a:r>
            <a:r>
              <a:rPr sz="2400" spc="70" dirty="0">
                <a:latin typeface="Cambria Math"/>
                <a:cs typeface="Cambria Math"/>
              </a:rPr>
              <a:t>′ ⊆ </a:t>
            </a:r>
            <a:r>
              <a:rPr sz="2400" dirty="0">
                <a:latin typeface="Cambria Math"/>
                <a:cs typeface="Cambria Math"/>
              </a:rPr>
              <a:t>𝐄</a:t>
            </a:r>
            <a:r>
              <a:rPr sz="2400" dirty="0">
                <a:latin typeface="PMingLiU"/>
                <a:cs typeface="PMingLiU"/>
              </a:rPr>
              <a:t>，</a:t>
            </a:r>
            <a:r>
              <a:rPr sz="2400" dirty="0" err="1">
                <a:latin typeface="PMingLiU"/>
                <a:cs typeface="PMingLiU"/>
              </a:rPr>
              <a:t>则称图</a:t>
            </a:r>
            <a:r>
              <a:rPr sz="2400" dirty="0">
                <a:latin typeface="Cambria Math"/>
                <a:cs typeface="Cambria Math"/>
              </a:rPr>
              <a:t>𝑮’</a:t>
            </a:r>
            <a:r>
              <a:rPr sz="2400" spc="65" dirty="0">
                <a:latin typeface="Cambria Math"/>
                <a:cs typeface="Cambria Math"/>
              </a:rPr>
              <a:t> =&lt; </a:t>
            </a:r>
            <a:r>
              <a:rPr sz="2400" spc="-10" dirty="0">
                <a:latin typeface="Cambria Math"/>
                <a:cs typeface="Cambria Math"/>
              </a:rPr>
              <a:t>𝑽</a:t>
            </a:r>
            <a:r>
              <a:rPr sz="2400" spc="-55" dirty="0">
                <a:latin typeface="Cambria Math"/>
                <a:cs typeface="Cambria Math"/>
              </a:rPr>
              <a:t>’, </a:t>
            </a:r>
            <a:r>
              <a:rPr sz="2400" dirty="0">
                <a:latin typeface="Cambria Math"/>
                <a:cs typeface="Cambria Math"/>
              </a:rPr>
              <a:t>𝑬</a:t>
            </a:r>
            <a:r>
              <a:rPr sz="2400" spc="40" dirty="0">
                <a:latin typeface="Cambria Math"/>
                <a:cs typeface="Cambria Math"/>
              </a:rPr>
              <a:t>’ &gt;</a:t>
            </a:r>
            <a:r>
              <a:rPr sz="2400" dirty="0" err="1">
                <a:latin typeface="PMingLiU"/>
                <a:cs typeface="PMingLiU"/>
              </a:rPr>
              <a:t>是图</a:t>
            </a:r>
            <a:r>
              <a:rPr sz="2400" dirty="0">
                <a:latin typeface="Cambria Math"/>
                <a:cs typeface="Cambria Math"/>
              </a:rPr>
              <a:t>𝑮</a:t>
            </a:r>
            <a:r>
              <a:rPr sz="2400" dirty="0" err="1">
                <a:latin typeface="PMingLiU"/>
                <a:cs typeface="PMingLiU"/>
              </a:rPr>
              <a:t>的一个</a:t>
            </a:r>
            <a:r>
              <a:rPr sz="2400" spc="-25" dirty="0" err="1">
                <a:solidFill>
                  <a:srgbClr val="FF0000"/>
                </a:solidFill>
                <a:latin typeface="PMingLiU"/>
                <a:cs typeface="PMingLiU"/>
              </a:rPr>
              <a:t>子图</a:t>
            </a:r>
            <a:endParaRPr sz="2400" dirty="0">
              <a:latin typeface="PMingLiU"/>
              <a:cs typeface="PMingLiU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76212" y="206822"/>
            <a:ext cx="4313194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 err="1"/>
              <a:t>图的概念：子</a:t>
            </a:r>
            <a:r>
              <a:rPr spc="-50" dirty="0" err="1"/>
              <a:t>图</a:t>
            </a:r>
            <a:endParaRPr spc="-50" dirty="0"/>
          </a:p>
        </p:txBody>
      </p:sp>
      <p:sp>
        <p:nvSpPr>
          <p:cNvPr id="4" name="object 4"/>
          <p:cNvSpPr/>
          <p:nvPr/>
        </p:nvSpPr>
        <p:spPr>
          <a:xfrm>
            <a:off x="358140" y="3352800"/>
            <a:ext cx="596265" cy="596265"/>
          </a:xfrm>
          <a:custGeom>
            <a:avLst/>
            <a:gdLst/>
            <a:ahLst/>
            <a:cxnLst/>
            <a:rect l="l" t="t" r="r" b="b"/>
            <a:pathLst>
              <a:path w="596265" h="596264">
                <a:moveTo>
                  <a:pt x="0" y="297942"/>
                </a:moveTo>
                <a:lnTo>
                  <a:pt x="3899" y="249603"/>
                </a:lnTo>
                <a:lnTo>
                  <a:pt x="15188" y="203752"/>
                </a:lnTo>
                <a:lnTo>
                  <a:pt x="33254" y="161001"/>
                </a:lnTo>
                <a:lnTo>
                  <a:pt x="57484" y="121962"/>
                </a:lnTo>
                <a:lnTo>
                  <a:pt x="87263" y="87249"/>
                </a:lnTo>
                <a:lnTo>
                  <a:pt x="121979" y="57473"/>
                </a:lnTo>
                <a:lnTo>
                  <a:pt x="161018" y="33247"/>
                </a:lnTo>
                <a:lnTo>
                  <a:pt x="203767" y="15185"/>
                </a:lnTo>
                <a:lnTo>
                  <a:pt x="249613" y="3898"/>
                </a:lnTo>
                <a:lnTo>
                  <a:pt x="297941" y="0"/>
                </a:lnTo>
                <a:lnTo>
                  <a:pt x="346270" y="3898"/>
                </a:lnTo>
                <a:lnTo>
                  <a:pt x="392116" y="15185"/>
                </a:lnTo>
                <a:lnTo>
                  <a:pt x="434865" y="33247"/>
                </a:lnTo>
                <a:lnTo>
                  <a:pt x="473904" y="57473"/>
                </a:lnTo>
                <a:lnTo>
                  <a:pt x="508620" y="87248"/>
                </a:lnTo>
                <a:lnTo>
                  <a:pt x="538399" y="121962"/>
                </a:lnTo>
                <a:lnTo>
                  <a:pt x="562629" y="161001"/>
                </a:lnTo>
                <a:lnTo>
                  <a:pt x="580695" y="203752"/>
                </a:lnTo>
                <a:lnTo>
                  <a:pt x="591984" y="249603"/>
                </a:lnTo>
                <a:lnTo>
                  <a:pt x="595884" y="297942"/>
                </a:lnTo>
                <a:lnTo>
                  <a:pt x="591984" y="346280"/>
                </a:lnTo>
                <a:lnTo>
                  <a:pt x="580695" y="392131"/>
                </a:lnTo>
                <a:lnTo>
                  <a:pt x="562629" y="434882"/>
                </a:lnTo>
                <a:lnTo>
                  <a:pt x="538399" y="473921"/>
                </a:lnTo>
                <a:lnTo>
                  <a:pt x="508620" y="508635"/>
                </a:lnTo>
                <a:lnTo>
                  <a:pt x="473904" y="538410"/>
                </a:lnTo>
                <a:lnTo>
                  <a:pt x="434865" y="562636"/>
                </a:lnTo>
                <a:lnTo>
                  <a:pt x="392116" y="580698"/>
                </a:lnTo>
                <a:lnTo>
                  <a:pt x="346270" y="591985"/>
                </a:lnTo>
                <a:lnTo>
                  <a:pt x="297941" y="595883"/>
                </a:lnTo>
                <a:lnTo>
                  <a:pt x="249613" y="591985"/>
                </a:lnTo>
                <a:lnTo>
                  <a:pt x="203767" y="580698"/>
                </a:lnTo>
                <a:lnTo>
                  <a:pt x="161018" y="562636"/>
                </a:lnTo>
                <a:lnTo>
                  <a:pt x="121979" y="538410"/>
                </a:lnTo>
                <a:lnTo>
                  <a:pt x="87263" y="508634"/>
                </a:lnTo>
                <a:lnTo>
                  <a:pt x="57484" y="473921"/>
                </a:lnTo>
                <a:lnTo>
                  <a:pt x="33254" y="434882"/>
                </a:lnTo>
                <a:lnTo>
                  <a:pt x="15188" y="392131"/>
                </a:lnTo>
                <a:lnTo>
                  <a:pt x="3899" y="346280"/>
                </a:lnTo>
                <a:lnTo>
                  <a:pt x="0" y="297942"/>
                </a:lnTo>
                <a:close/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11048" y="3444747"/>
            <a:ext cx="2152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𝒂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924050" y="3352800"/>
            <a:ext cx="596900" cy="596265"/>
          </a:xfrm>
          <a:custGeom>
            <a:avLst/>
            <a:gdLst/>
            <a:ahLst/>
            <a:cxnLst/>
            <a:rect l="l" t="t" r="r" b="b"/>
            <a:pathLst>
              <a:path w="596900" h="596264">
                <a:moveTo>
                  <a:pt x="0" y="297942"/>
                </a:moveTo>
                <a:lnTo>
                  <a:pt x="3905" y="249603"/>
                </a:lnTo>
                <a:lnTo>
                  <a:pt x="15212" y="203752"/>
                </a:lnTo>
                <a:lnTo>
                  <a:pt x="33305" y="161001"/>
                </a:lnTo>
                <a:lnTo>
                  <a:pt x="57570" y="121962"/>
                </a:lnTo>
                <a:lnTo>
                  <a:pt x="87391" y="87249"/>
                </a:lnTo>
                <a:lnTo>
                  <a:pt x="122154" y="57473"/>
                </a:lnTo>
                <a:lnTo>
                  <a:pt x="161244" y="33247"/>
                </a:lnTo>
                <a:lnTo>
                  <a:pt x="204045" y="15185"/>
                </a:lnTo>
                <a:lnTo>
                  <a:pt x="249943" y="3898"/>
                </a:lnTo>
                <a:lnTo>
                  <a:pt x="298323" y="0"/>
                </a:lnTo>
                <a:lnTo>
                  <a:pt x="346702" y="3898"/>
                </a:lnTo>
                <a:lnTo>
                  <a:pt x="392600" y="15185"/>
                </a:lnTo>
                <a:lnTo>
                  <a:pt x="435401" y="33247"/>
                </a:lnTo>
                <a:lnTo>
                  <a:pt x="474491" y="57473"/>
                </a:lnTo>
                <a:lnTo>
                  <a:pt x="509254" y="87248"/>
                </a:lnTo>
                <a:lnTo>
                  <a:pt x="539075" y="121962"/>
                </a:lnTo>
                <a:lnTo>
                  <a:pt x="563340" y="161001"/>
                </a:lnTo>
                <a:lnTo>
                  <a:pt x="581433" y="203752"/>
                </a:lnTo>
                <a:lnTo>
                  <a:pt x="592740" y="249603"/>
                </a:lnTo>
                <a:lnTo>
                  <a:pt x="596645" y="297942"/>
                </a:lnTo>
                <a:lnTo>
                  <a:pt x="592740" y="346280"/>
                </a:lnTo>
                <a:lnTo>
                  <a:pt x="581433" y="392131"/>
                </a:lnTo>
                <a:lnTo>
                  <a:pt x="563340" y="434882"/>
                </a:lnTo>
                <a:lnTo>
                  <a:pt x="539075" y="473921"/>
                </a:lnTo>
                <a:lnTo>
                  <a:pt x="509254" y="508635"/>
                </a:lnTo>
                <a:lnTo>
                  <a:pt x="474491" y="538410"/>
                </a:lnTo>
                <a:lnTo>
                  <a:pt x="435401" y="562636"/>
                </a:lnTo>
                <a:lnTo>
                  <a:pt x="392600" y="580698"/>
                </a:lnTo>
                <a:lnTo>
                  <a:pt x="346702" y="591985"/>
                </a:lnTo>
                <a:lnTo>
                  <a:pt x="298323" y="595883"/>
                </a:lnTo>
                <a:lnTo>
                  <a:pt x="249943" y="591985"/>
                </a:lnTo>
                <a:lnTo>
                  <a:pt x="204045" y="580698"/>
                </a:lnTo>
                <a:lnTo>
                  <a:pt x="161244" y="562636"/>
                </a:lnTo>
                <a:lnTo>
                  <a:pt x="122154" y="538410"/>
                </a:lnTo>
                <a:lnTo>
                  <a:pt x="87391" y="508634"/>
                </a:lnTo>
                <a:lnTo>
                  <a:pt x="57570" y="473921"/>
                </a:lnTo>
                <a:lnTo>
                  <a:pt x="33305" y="434882"/>
                </a:lnTo>
                <a:lnTo>
                  <a:pt x="15212" y="392131"/>
                </a:lnTo>
                <a:lnTo>
                  <a:pt x="3905" y="346280"/>
                </a:lnTo>
                <a:lnTo>
                  <a:pt x="0" y="297942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078482" y="3444747"/>
            <a:ext cx="2108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𝒃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58140" y="4987290"/>
            <a:ext cx="596265" cy="596900"/>
          </a:xfrm>
          <a:custGeom>
            <a:avLst/>
            <a:gdLst/>
            <a:ahLst/>
            <a:cxnLst/>
            <a:rect l="l" t="t" r="r" b="b"/>
            <a:pathLst>
              <a:path w="596265" h="596900">
                <a:moveTo>
                  <a:pt x="0" y="298323"/>
                </a:moveTo>
                <a:lnTo>
                  <a:pt x="3899" y="249943"/>
                </a:lnTo>
                <a:lnTo>
                  <a:pt x="15188" y="204045"/>
                </a:lnTo>
                <a:lnTo>
                  <a:pt x="33254" y="161244"/>
                </a:lnTo>
                <a:lnTo>
                  <a:pt x="57484" y="122154"/>
                </a:lnTo>
                <a:lnTo>
                  <a:pt x="87263" y="87391"/>
                </a:lnTo>
                <a:lnTo>
                  <a:pt x="121979" y="57570"/>
                </a:lnTo>
                <a:lnTo>
                  <a:pt x="161018" y="33305"/>
                </a:lnTo>
                <a:lnTo>
                  <a:pt x="203767" y="15212"/>
                </a:lnTo>
                <a:lnTo>
                  <a:pt x="249613" y="3905"/>
                </a:lnTo>
                <a:lnTo>
                  <a:pt x="297941" y="0"/>
                </a:lnTo>
                <a:lnTo>
                  <a:pt x="346270" y="3905"/>
                </a:lnTo>
                <a:lnTo>
                  <a:pt x="392116" y="15212"/>
                </a:lnTo>
                <a:lnTo>
                  <a:pt x="434865" y="33305"/>
                </a:lnTo>
                <a:lnTo>
                  <a:pt x="473904" y="57570"/>
                </a:lnTo>
                <a:lnTo>
                  <a:pt x="508620" y="87391"/>
                </a:lnTo>
                <a:lnTo>
                  <a:pt x="538399" y="122154"/>
                </a:lnTo>
                <a:lnTo>
                  <a:pt x="562629" y="161244"/>
                </a:lnTo>
                <a:lnTo>
                  <a:pt x="580695" y="204045"/>
                </a:lnTo>
                <a:lnTo>
                  <a:pt x="591984" y="249943"/>
                </a:lnTo>
                <a:lnTo>
                  <a:pt x="595884" y="298323"/>
                </a:lnTo>
                <a:lnTo>
                  <a:pt x="591984" y="346702"/>
                </a:lnTo>
                <a:lnTo>
                  <a:pt x="580695" y="392600"/>
                </a:lnTo>
                <a:lnTo>
                  <a:pt x="562629" y="435401"/>
                </a:lnTo>
                <a:lnTo>
                  <a:pt x="538399" y="474491"/>
                </a:lnTo>
                <a:lnTo>
                  <a:pt x="508620" y="509254"/>
                </a:lnTo>
                <a:lnTo>
                  <a:pt x="473904" y="539075"/>
                </a:lnTo>
                <a:lnTo>
                  <a:pt x="434865" y="563340"/>
                </a:lnTo>
                <a:lnTo>
                  <a:pt x="392116" y="581433"/>
                </a:lnTo>
                <a:lnTo>
                  <a:pt x="346270" y="592740"/>
                </a:lnTo>
                <a:lnTo>
                  <a:pt x="297941" y="596646"/>
                </a:lnTo>
                <a:lnTo>
                  <a:pt x="249613" y="592740"/>
                </a:lnTo>
                <a:lnTo>
                  <a:pt x="203767" y="581433"/>
                </a:lnTo>
                <a:lnTo>
                  <a:pt x="161018" y="563340"/>
                </a:lnTo>
                <a:lnTo>
                  <a:pt x="121979" y="539075"/>
                </a:lnTo>
                <a:lnTo>
                  <a:pt x="87263" y="509254"/>
                </a:lnTo>
                <a:lnTo>
                  <a:pt x="57484" y="474491"/>
                </a:lnTo>
                <a:lnTo>
                  <a:pt x="33254" y="435401"/>
                </a:lnTo>
                <a:lnTo>
                  <a:pt x="15188" y="392600"/>
                </a:lnTo>
                <a:lnTo>
                  <a:pt x="3899" y="346702"/>
                </a:lnTo>
                <a:lnTo>
                  <a:pt x="0" y="298323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07237" y="5079746"/>
            <a:ext cx="2216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𝒅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288791" y="4987290"/>
            <a:ext cx="596265" cy="596900"/>
          </a:xfrm>
          <a:custGeom>
            <a:avLst/>
            <a:gdLst/>
            <a:ahLst/>
            <a:cxnLst/>
            <a:rect l="l" t="t" r="r" b="b"/>
            <a:pathLst>
              <a:path w="596264" h="596900">
                <a:moveTo>
                  <a:pt x="0" y="298323"/>
                </a:moveTo>
                <a:lnTo>
                  <a:pt x="3898" y="249943"/>
                </a:lnTo>
                <a:lnTo>
                  <a:pt x="15185" y="204045"/>
                </a:lnTo>
                <a:lnTo>
                  <a:pt x="33247" y="161244"/>
                </a:lnTo>
                <a:lnTo>
                  <a:pt x="57473" y="122154"/>
                </a:lnTo>
                <a:lnTo>
                  <a:pt x="87248" y="87391"/>
                </a:lnTo>
                <a:lnTo>
                  <a:pt x="121962" y="57570"/>
                </a:lnTo>
                <a:lnTo>
                  <a:pt x="161001" y="33305"/>
                </a:lnTo>
                <a:lnTo>
                  <a:pt x="203752" y="15212"/>
                </a:lnTo>
                <a:lnTo>
                  <a:pt x="249603" y="3905"/>
                </a:lnTo>
                <a:lnTo>
                  <a:pt x="297942" y="0"/>
                </a:lnTo>
                <a:lnTo>
                  <a:pt x="346280" y="3905"/>
                </a:lnTo>
                <a:lnTo>
                  <a:pt x="392131" y="15212"/>
                </a:lnTo>
                <a:lnTo>
                  <a:pt x="434882" y="33305"/>
                </a:lnTo>
                <a:lnTo>
                  <a:pt x="473921" y="57570"/>
                </a:lnTo>
                <a:lnTo>
                  <a:pt x="508635" y="87391"/>
                </a:lnTo>
                <a:lnTo>
                  <a:pt x="538410" y="122154"/>
                </a:lnTo>
                <a:lnTo>
                  <a:pt x="562636" y="161244"/>
                </a:lnTo>
                <a:lnTo>
                  <a:pt x="580698" y="204045"/>
                </a:lnTo>
                <a:lnTo>
                  <a:pt x="591985" y="249943"/>
                </a:lnTo>
                <a:lnTo>
                  <a:pt x="595884" y="298323"/>
                </a:lnTo>
                <a:lnTo>
                  <a:pt x="591985" y="346702"/>
                </a:lnTo>
                <a:lnTo>
                  <a:pt x="580698" y="392600"/>
                </a:lnTo>
                <a:lnTo>
                  <a:pt x="562636" y="435401"/>
                </a:lnTo>
                <a:lnTo>
                  <a:pt x="538410" y="474491"/>
                </a:lnTo>
                <a:lnTo>
                  <a:pt x="508635" y="509254"/>
                </a:lnTo>
                <a:lnTo>
                  <a:pt x="473921" y="539075"/>
                </a:lnTo>
                <a:lnTo>
                  <a:pt x="434882" y="563340"/>
                </a:lnTo>
                <a:lnTo>
                  <a:pt x="392131" y="581433"/>
                </a:lnTo>
                <a:lnTo>
                  <a:pt x="346280" y="592740"/>
                </a:lnTo>
                <a:lnTo>
                  <a:pt x="297942" y="596646"/>
                </a:lnTo>
                <a:lnTo>
                  <a:pt x="249603" y="592740"/>
                </a:lnTo>
                <a:lnTo>
                  <a:pt x="203752" y="581433"/>
                </a:lnTo>
                <a:lnTo>
                  <a:pt x="161001" y="563340"/>
                </a:lnTo>
                <a:lnTo>
                  <a:pt x="121962" y="539075"/>
                </a:lnTo>
                <a:lnTo>
                  <a:pt x="87249" y="509254"/>
                </a:lnTo>
                <a:lnTo>
                  <a:pt x="57473" y="474491"/>
                </a:lnTo>
                <a:lnTo>
                  <a:pt x="33247" y="435401"/>
                </a:lnTo>
                <a:lnTo>
                  <a:pt x="15185" y="392600"/>
                </a:lnTo>
                <a:lnTo>
                  <a:pt x="3898" y="346702"/>
                </a:lnTo>
                <a:lnTo>
                  <a:pt x="0" y="298323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432809" y="5079746"/>
            <a:ext cx="2317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𝒈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296411" y="3352800"/>
            <a:ext cx="596265" cy="596265"/>
          </a:xfrm>
          <a:custGeom>
            <a:avLst/>
            <a:gdLst/>
            <a:ahLst/>
            <a:cxnLst/>
            <a:rect l="l" t="t" r="r" b="b"/>
            <a:pathLst>
              <a:path w="596264" h="596264">
                <a:moveTo>
                  <a:pt x="0" y="297942"/>
                </a:moveTo>
                <a:lnTo>
                  <a:pt x="3898" y="249603"/>
                </a:lnTo>
                <a:lnTo>
                  <a:pt x="15185" y="203752"/>
                </a:lnTo>
                <a:lnTo>
                  <a:pt x="33247" y="161001"/>
                </a:lnTo>
                <a:lnTo>
                  <a:pt x="57473" y="121962"/>
                </a:lnTo>
                <a:lnTo>
                  <a:pt x="87248" y="87249"/>
                </a:lnTo>
                <a:lnTo>
                  <a:pt x="121962" y="57473"/>
                </a:lnTo>
                <a:lnTo>
                  <a:pt x="161001" y="33247"/>
                </a:lnTo>
                <a:lnTo>
                  <a:pt x="203752" y="15185"/>
                </a:lnTo>
                <a:lnTo>
                  <a:pt x="249603" y="3898"/>
                </a:lnTo>
                <a:lnTo>
                  <a:pt x="297941" y="0"/>
                </a:lnTo>
                <a:lnTo>
                  <a:pt x="346280" y="3898"/>
                </a:lnTo>
                <a:lnTo>
                  <a:pt x="392131" y="15185"/>
                </a:lnTo>
                <a:lnTo>
                  <a:pt x="434882" y="33247"/>
                </a:lnTo>
                <a:lnTo>
                  <a:pt x="473921" y="57473"/>
                </a:lnTo>
                <a:lnTo>
                  <a:pt x="508635" y="87248"/>
                </a:lnTo>
                <a:lnTo>
                  <a:pt x="538410" y="121962"/>
                </a:lnTo>
                <a:lnTo>
                  <a:pt x="562636" y="161001"/>
                </a:lnTo>
                <a:lnTo>
                  <a:pt x="580698" y="203752"/>
                </a:lnTo>
                <a:lnTo>
                  <a:pt x="591985" y="249603"/>
                </a:lnTo>
                <a:lnTo>
                  <a:pt x="595884" y="297942"/>
                </a:lnTo>
                <a:lnTo>
                  <a:pt x="591985" y="346280"/>
                </a:lnTo>
                <a:lnTo>
                  <a:pt x="580698" y="392131"/>
                </a:lnTo>
                <a:lnTo>
                  <a:pt x="562636" y="434882"/>
                </a:lnTo>
                <a:lnTo>
                  <a:pt x="538410" y="473921"/>
                </a:lnTo>
                <a:lnTo>
                  <a:pt x="508635" y="508635"/>
                </a:lnTo>
                <a:lnTo>
                  <a:pt x="473921" y="538410"/>
                </a:lnTo>
                <a:lnTo>
                  <a:pt x="434882" y="562636"/>
                </a:lnTo>
                <a:lnTo>
                  <a:pt x="392131" y="580698"/>
                </a:lnTo>
                <a:lnTo>
                  <a:pt x="346280" y="591985"/>
                </a:lnTo>
                <a:lnTo>
                  <a:pt x="297941" y="595883"/>
                </a:lnTo>
                <a:lnTo>
                  <a:pt x="249603" y="591985"/>
                </a:lnTo>
                <a:lnTo>
                  <a:pt x="203752" y="580698"/>
                </a:lnTo>
                <a:lnTo>
                  <a:pt x="161001" y="562636"/>
                </a:lnTo>
                <a:lnTo>
                  <a:pt x="121962" y="538410"/>
                </a:lnTo>
                <a:lnTo>
                  <a:pt x="87249" y="508634"/>
                </a:lnTo>
                <a:lnTo>
                  <a:pt x="57473" y="473921"/>
                </a:lnTo>
                <a:lnTo>
                  <a:pt x="33247" y="434882"/>
                </a:lnTo>
                <a:lnTo>
                  <a:pt x="15185" y="392131"/>
                </a:lnTo>
                <a:lnTo>
                  <a:pt x="3898" y="346280"/>
                </a:lnTo>
                <a:lnTo>
                  <a:pt x="0" y="297942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3466338" y="3444747"/>
            <a:ext cx="1797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𝒄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56081" y="3650741"/>
            <a:ext cx="2640330" cy="1933575"/>
          </a:xfrm>
          <a:custGeom>
            <a:avLst/>
            <a:gdLst/>
            <a:ahLst/>
            <a:cxnLst/>
            <a:rect l="l" t="t" r="r" b="b"/>
            <a:pathLst>
              <a:path w="2640329" h="1933575">
                <a:moveTo>
                  <a:pt x="297942" y="0"/>
                </a:moveTo>
                <a:lnTo>
                  <a:pt x="1267841" y="0"/>
                </a:lnTo>
              </a:path>
              <a:path w="2640329" h="1933575">
                <a:moveTo>
                  <a:pt x="0" y="297941"/>
                </a:moveTo>
                <a:lnTo>
                  <a:pt x="0" y="1336801"/>
                </a:lnTo>
              </a:path>
              <a:path w="2640329" h="1933575">
                <a:moveTo>
                  <a:pt x="1355470" y="211073"/>
                </a:moveTo>
                <a:lnTo>
                  <a:pt x="211074" y="1424558"/>
                </a:lnTo>
              </a:path>
              <a:path w="2640329" h="1933575">
                <a:moveTo>
                  <a:pt x="2632837" y="1634489"/>
                </a:moveTo>
                <a:lnTo>
                  <a:pt x="1864614" y="1634489"/>
                </a:lnTo>
              </a:path>
              <a:path w="2640329" h="1933575">
                <a:moveTo>
                  <a:pt x="1565910" y="297941"/>
                </a:moveTo>
                <a:lnTo>
                  <a:pt x="1565910" y="1336801"/>
                </a:lnTo>
              </a:path>
              <a:path w="2640329" h="1933575">
                <a:moveTo>
                  <a:pt x="1864614" y="0"/>
                </a:moveTo>
                <a:lnTo>
                  <a:pt x="2640330" y="0"/>
                </a:lnTo>
              </a:path>
              <a:path w="2640329" h="1933575">
                <a:moveTo>
                  <a:pt x="1267968" y="1634870"/>
                </a:moveTo>
                <a:lnTo>
                  <a:pt x="1271873" y="1586491"/>
                </a:lnTo>
                <a:lnTo>
                  <a:pt x="1283180" y="1540593"/>
                </a:lnTo>
                <a:lnTo>
                  <a:pt x="1301273" y="1497792"/>
                </a:lnTo>
                <a:lnTo>
                  <a:pt x="1325538" y="1458702"/>
                </a:lnTo>
                <a:lnTo>
                  <a:pt x="1355359" y="1423939"/>
                </a:lnTo>
                <a:lnTo>
                  <a:pt x="1390122" y="1394118"/>
                </a:lnTo>
                <a:lnTo>
                  <a:pt x="1429212" y="1369853"/>
                </a:lnTo>
                <a:lnTo>
                  <a:pt x="1472013" y="1351760"/>
                </a:lnTo>
                <a:lnTo>
                  <a:pt x="1517911" y="1340453"/>
                </a:lnTo>
                <a:lnTo>
                  <a:pt x="1566291" y="1336547"/>
                </a:lnTo>
                <a:lnTo>
                  <a:pt x="1614670" y="1340453"/>
                </a:lnTo>
                <a:lnTo>
                  <a:pt x="1660568" y="1351760"/>
                </a:lnTo>
                <a:lnTo>
                  <a:pt x="1703369" y="1369853"/>
                </a:lnTo>
                <a:lnTo>
                  <a:pt x="1742459" y="1394118"/>
                </a:lnTo>
                <a:lnTo>
                  <a:pt x="1777222" y="1423939"/>
                </a:lnTo>
                <a:lnTo>
                  <a:pt x="1807043" y="1458702"/>
                </a:lnTo>
                <a:lnTo>
                  <a:pt x="1831308" y="1497792"/>
                </a:lnTo>
                <a:lnTo>
                  <a:pt x="1849401" y="1540593"/>
                </a:lnTo>
                <a:lnTo>
                  <a:pt x="1860708" y="1586491"/>
                </a:lnTo>
                <a:lnTo>
                  <a:pt x="1864614" y="1634870"/>
                </a:lnTo>
                <a:lnTo>
                  <a:pt x="1860708" y="1683250"/>
                </a:lnTo>
                <a:lnTo>
                  <a:pt x="1849401" y="1729148"/>
                </a:lnTo>
                <a:lnTo>
                  <a:pt x="1831308" y="1771949"/>
                </a:lnTo>
                <a:lnTo>
                  <a:pt x="1807043" y="1811039"/>
                </a:lnTo>
                <a:lnTo>
                  <a:pt x="1777222" y="1845802"/>
                </a:lnTo>
                <a:lnTo>
                  <a:pt x="1742459" y="1875623"/>
                </a:lnTo>
                <a:lnTo>
                  <a:pt x="1703369" y="1899888"/>
                </a:lnTo>
                <a:lnTo>
                  <a:pt x="1660568" y="1917981"/>
                </a:lnTo>
                <a:lnTo>
                  <a:pt x="1614670" y="1929288"/>
                </a:lnTo>
                <a:lnTo>
                  <a:pt x="1566291" y="1933193"/>
                </a:lnTo>
                <a:lnTo>
                  <a:pt x="1517911" y="1929288"/>
                </a:lnTo>
                <a:lnTo>
                  <a:pt x="1472013" y="1917981"/>
                </a:lnTo>
                <a:lnTo>
                  <a:pt x="1429212" y="1899888"/>
                </a:lnTo>
                <a:lnTo>
                  <a:pt x="1390122" y="1875623"/>
                </a:lnTo>
                <a:lnTo>
                  <a:pt x="1355359" y="1845802"/>
                </a:lnTo>
                <a:lnTo>
                  <a:pt x="1325538" y="1811039"/>
                </a:lnTo>
                <a:lnTo>
                  <a:pt x="1301273" y="1771949"/>
                </a:lnTo>
                <a:lnTo>
                  <a:pt x="1283180" y="1729148"/>
                </a:lnTo>
                <a:lnTo>
                  <a:pt x="1271873" y="1683250"/>
                </a:lnTo>
                <a:lnTo>
                  <a:pt x="1267968" y="163487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2086101" y="5079746"/>
            <a:ext cx="1974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𝒇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54024" y="5285232"/>
            <a:ext cx="970280" cy="0"/>
          </a:xfrm>
          <a:custGeom>
            <a:avLst/>
            <a:gdLst/>
            <a:ahLst/>
            <a:cxnLst/>
            <a:rect l="l" t="t" r="r" b="b"/>
            <a:pathLst>
              <a:path w="970280">
                <a:moveTo>
                  <a:pt x="969899" y="0"/>
                </a:moveTo>
                <a:lnTo>
                  <a:pt x="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868932" y="5615940"/>
            <a:ext cx="44958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20">
                <a:latin typeface="PMingLiU"/>
                <a:cs typeface="PMingLiU"/>
              </a:rPr>
              <a:t>图</a:t>
            </a:r>
            <a:r>
              <a:rPr sz="2000" spc="-50">
                <a:latin typeface="Cambria Math"/>
                <a:cs typeface="Cambria Math"/>
              </a:rPr>
              <a:t>𝑮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732779" y="5615940"/>
            <a:ext cx="956944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25">
                <a:latin typeface="Cambria Math"/>
                <a:cs typeface="Cambria Math"/>
              </a:rPr>
              <a:t>𝑮</a:t>
            </a:r>
            <a:r>
              <a:rPr sz="2000" spc="-20">
                <a:latin typeface="PMingLiU"/>
                <a:cs typeface="PMingLiU"/>
              </a:rPr>
              <a:t>的子</a:t>
            </a:r>
            <a:r>
              <a:rPr sz="2000" spc="-50">
                <a:latin typeface="PMingLiU"/>
                <a:cs typeface="PMingLiU"/>
              </a:rPr>
              <a:t>图</a:t>
            </a:r>
            <a:endParaRPr sz="2000">
              <a:latin typeface="PMingLiU"/>
              <a:cs typeface="PMingLiU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4251959" y="3352800"/>
            <a:ext cx="596265" cy="596265"/>
          </a:xfrm>
          <a:custGeom>
            <a:avLst/>
            <a:gdLst/>
            <a:ahLst/>
            <a:cxnLst/>
            <a:rect l="l" t="t" r="r" b="b"/>
            <a:pathLst>
              <a:path w="596264" h="596264">
                <a:moveTo>
                  <a:pt x="0" y="297942"/>
                </a:moveTo>
                <a:lnTo>
                  <a:pt x="3898" y="249603"/>
                </a:lnTo>
                <a:lnTo>
                  <a:pt x="15185" y="203752"/>
                </a:lnTo>
                <a:lnTo>
                  <a:pt x="33247" y="161001"/>
                </a:lnTo>
                <a:lnTo>
                  <a:pt x="57473" y="121962"/>
                </a:lnTo>
                <a:lnTo>
                  <a:pt x="87248" y="87249"/>
                </a:lnTo>
                <a:lnTo>
                  <a:pt x="121962" y="57473"/>
                </a:lnTo>
                <a:lnTo>
                  <a:pt x="161001" y="33247"/>
                </a:lnTo>
                <a:lnTo>
                  <a:pt x="203752" y="15185"/>
                </a:lnTo>
                <a:lnTo>
                  <a:pt x="249603" y="3898"/>
                </a:lnTo>
                <a:lnTo>
                  <a:pt x="297941" y="0"/>
                </a:lnTo>
                <a:lnTo>
                  <a:pt x="346280" y="3898"/>
                </a:lnTo>
                <a:lnTo>
                  <a:pt x="392131" y="15185"/>
                </a:lnTo>
                <a:lnTo>
                  <a:pt x="434882" y="33247"/>
                </a:lnTo>
                <a:lnTo>
                  <a:pt x="473921" y="57473"/>
                </a:lnTo>
                <a:lnTo>
                  <a:pt x="508635" y="87248"/>
                </a:lnTo>
                <a:lnTo>
                  <a:pt x="538410" y="121962"/>
                </a:lnTo>
                <a:lnTo>
                  <a:pt x="562636" y="161001"/>
                </a:lnTo>
                <a:lnTo>
                  <a:pt x="580698" y="203752"/>
                </a:lnTo>
                <a:lnTo>
                  <a:pt x="591985" y="249603"/>
                </a:lnTo>
                <a:lnTo>
                  <a:pt x="595884" y="297942"/>
                </a:lnTo>
                <a:lnTo>
                  <a:pt x="591985" y="346280"/>
                </a:lnTo>
                <a:lnTo>
                  <a:pt x="580698" y="392131"/>
                </a:lnTo>
                <a:lnTo>
                  <a:pt x="562636" y="434882"/>
                </a:lnTo>
                <a:lnTo>
                  <a:pt x="538410" y="473921"/>
                </a:lnTo>
                <a:lnTo>
                  <a:pt x="508635" y="508635"/>
                </a:lnTo>
                <a:lnTo>
                  <a:pt x="473921" y="538410"/>
                </a:lnTo>
                <a:lnTo>
                  <a:pt x="434882" y="562636"/>
                </a:lnTo>
                <a:lnTo>
                  <a:pt x="392131" y="580698"/>
                </a:lnTo>
                <a:lnTo>
                  <a:pt x="346280" y="591985"/>
                </a:lnTo>
                <a:lnTo>
                  <a:pt x="297941" y="595883"/>
                </a:lnTo>
                <a:lnTo>
                  <a:pt x="249603" y="591985"/>
                </a:lnTo>
                <a:lnTo>
                  <a:pt x="203752" y="580698"/>
                </a:lnTo>
                <a:lnTo>
                  <a:pt x="161001" y="562636"/>
                </a:lnTo>
                <a:lnTo>
                  <a:pt x="121962" y="538410"/>
                </a:lnTo>
                <a:lnTo>
                  <a:pt x="87249" y="508634"/>
                </a:lnTo>
                <a:lnTo>
                  <a:pt x="57473" y="473921"/>
                </a:lnTo>
                <a:lnTo>
                  <a:pt x="33247" y="434882"/>
                </a:lnTo>
                <a:lnTo>
                  <a:pt x="15185" y="392131"/>
                </a:lnTo>
                <a:lnTo>
                  <a:pt x="3898" y="346280"/>
                </a:lnTo>
                <a:lnTo>
                  <a:pt x="0" y="297942"/>
                </a:lnTo>
                <a:close/>
              </a:path>
            </a:pathLst>
          </a:custGeom>
          <a:ln w="38100">
            <a:solidFill>
              <a:srgbClr val="CACACA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4405121" y="3444747"/>
            <a:ext cx="2152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solidFill>
                  <a:srgbClr val="CACACA"/>
                </a:solidFill>
                <a:latin typeface="Cambria Math"/>
                <a:cs typeface="Cambria Math"/>
              </a:rPr>
              <a:t>𝒂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5817870" y="3352800"/>
            <a:ext cx="596900" cy="596265"/>
          </a:xfrm>
          <a:custGeom>
            <a:avLst/>
            <a:gdLst/>
            <a:ahLst/>
            <a:cxnLst/>
            <a:rect l="l" t="t" r="r" b="b"/>
            <a:pathLst>
              <a:path w="596900" h="596264">
                <a:moveTo>
                  <a:pt x="0" y="297942"/>
                </a:moveTo>
                <a:lnTo>
                  <a:pt x="3905" y="249603"/>
                </a:lnTo>
                <a:lnTo>
                  <a:pt x="15212" y="203752"/>
                </a:lnTo>
                <a:lnTo>
                  <a:pt x="33305" y="161001"/>
                </a:lnTo>
                <a:lnTo>
                  <a:pt x="57570" y="121962"/>
                </a:lnTo>
                <a:lnTo>
                  <a:pt x="87391" y="87249"/>
                </a:lnTo>
                <a:lnTo>
                  <a:pt x="122154" y="57473"/>
                </a:lnTo>
                <a:lnTo>
                  <a:pt x="161244" y="33247"/>
                </a:lnTo>
                <a:lnTo>
                  <a:pt x="204045" y="15185"/>
                </a:lnTo>
                <a:lnTo>
                  <a:pt x="249943" y="3898"/>
                </a:lnTo>
                <a:lnTo>
                  <a:pt x="298322" y="0"/>
                </a:lnTo>
                <a:lnTo>
                  <a:pt x="346702" y="3898"/>
                </a:lnTo>
                <a:lnTo>
                  <a:pt x="392600" y="15185"/>
                </a:lnTo>
                <a:lnTo>
                  <a:pt x="435401" y="33247"/>
                </a:lnTo>
                <a:lnTo>
                  <a:pt x="474491" y="57473"/>
                </a:lnTo>
                <a:lnTo>
                  <a:pt x="509254" y="87248"/>
                </a:lnTo>
                <a:lnTo>
                  <a:pt x="539075" y="121962"/>
                </a:lnTo>
                <a:lnTo>
                  <a:pt x="563340" y="161001"/>
                </a:lnTo>
                <a:lnTo>
                  <a:pt x="581433" y="203752"/>
                </a:lnTo>
                <a:lnTo>
                  <a:pt x="592740" y="249603"/>
                </a:lnTo>
                <a:lnTo>
                  <a:pt x="596645" y="297942"/>
                </a:lnTo>
                <a:lnTo>
                  <a:pt x="592740" y="346280"/>
                </a:lnTo>
                <a:lnTo>
                  <a:pt x="581433" y="392131"/>
                </a:lnTo>
                <a:lnTo>
                  <a:pt x="563340" y="434882"/>
                </a:lnTo>
                <a:lnTo>
                  <a:pt x="539075" y="473921"/>
                </a:lnTo>
                <a:lnTo>
                  <a:pt x="509254" y="508635"/>
                </a:lnTo>
                <a:lnTo>
                  <a:pt x="474491" y="538410"/>
                </a:lnTo>
                <a:lnTo>
                  <a:pt x="435401" y="562636"/>
                </a:lnTo>
                <a:lnTo>
                  <a:pt x="392600" y="580698"/>
                </a:lnTo>
                <a:lnTo>
                  <a:pt x="346702" y="591985"/>
                </a:lnTo>
                <a:lnTo>
                  <a:pt x="298322" y="595883"/>
                </a:lnTo>
                <a:lnTo>
                  <a:pt x="249943" y="591985"/>
                </a:lnTo>
                <a:lnTo>
                  <a:pt x="204045" y="580698"/>
                </a:lnTo>
                <a:lnTo>
                  <a:pt x="161244" y="562636"/>
                </a:lnTo>
                <a:lnTo>
                  <a:pt x="122154" y="538410"/>
                </a:lnTo>
                <a:lnTo>
                  <a:pt x="87391" y="508634"/>
                </a:lnTo>
                <a:lnTo>
                  <a:pt x="57570" y="473921"/>
                </a:lnTo>
                <a:lnTo>
                  <a:pt x="33305" y="434882"/>
                </a:lnTo>
                <a:lnTo>
                  <a:pt x="15212" y="392131"/>
                </a:lnTo>
                <a:lnTo>
                  <a:pt x="3905" y="346280"/>
                </a:lnTo>
                <a:lnTo>
                  <a:pt x="0" y="297942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5972555" y="3444747"/>
            <a:ext cx="2108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𝒃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4251959" y="4987290"/>
            <a:ext cx="596265" cy="596900"/>
          </a:xfrm>
          <a:custGeom>
            <a:avLst/>
            <a:gdLst/>
            <a:ahLst/>
            <a:cxnLst/>
            <a:rect l="l" t="t" r="r" b="b"/>
            <a:pathLst>
              <a:path w="596264" h="596900">
                <a:moveTo>
                  <a:pt x="0" y="298323"/>
                </a:moveTo>
                <a:lnTo>
                  <a:pt x="3898" y="249943"/>
                </a:lnTo>
                <a:lnTo>
                  <a:pt x="15185" y="204045"/>
                </a:lnTo>
                <a:lnTo>
                  <a:pt x="33247" y="161244"/>
                </a:lnTo>
                <a:lnTo>
                  <a:pt x="57473" y="122154"/>
                </a:lnTo>
                <a:lnTo>
                  <a:pt x="87248" y="87391"/>
                </a:lnTo>
                <a:lnTo>
                  <a:pt x="121962" y="57570"/>
                </a:lnTo>
                <a:lnTo>
                  <a:pt x="161001" y="33305"/>
                </a:lnTo>
                <a:lnTo>
                  <a:pt x="203752" y="15212"/>
                </a:lnTo>
                <a:lnTo>
                  <a:pt x="249603" y="3905"/>
                </a:lnTo>
                <a:lnTo>
                  <a:pt x="297941" y="0"/>
                </a:lnTo>
                <a:lnTo>
                  <a:pt x="346280" y="3905"/>
                </a:lnTo>
                <a:lnTo>
                  <a:pt x="392131" y="15212"/>
                </a:lnTo>
                <a:lnTo>
                  <a:pt x="434882" y="33305"/>
                </a:lnTo>
                <a:lnTo>
                  <a:pt x="473921" y="57570"/>
                </a:lnTo>
                <a:lnTo>
                  <a:pt x="508635" y="87391"/>
                </a:lnTo>
                <a:lnTo>
                  <a:pt x="538410" y="122154"/>
                </a:lnTo>
                <a:lnTo>
                  <a:pt x="562636" y="161244"/>
                </a:lnTo>
                <a:lnTo>
                  <a:pt x="580698" y="204045"/>
                </a:lnTo>
                <a:lnTo>
                  <a:pt x="591985" y="249943"/>
                </a:lnTo>
                <a:lnTo>
                  <a:pt x="595884" y="298323"/>
                </a:lnTo>
                <a:lnTo>
                  <a:pt x="591985" y="346702"/>
                </a:lnTo>
                <a:lnTo>
                  <a:pt x="580698" y="392600"/>
                </a:lnTo>
                <a:lnTo>
                  <a:pt x="562636" y="435401"/>
                </a:lnTo>
                <a:lnTo>
                  <a:pt x="538410" y="474491"/>
                </a:lnTo>
                <a:lnTo>
                  <a:pt x="508635" y="509254"/>
                </a:lnTo>
                <a:lnTo>
                  <a:pt x="473921" y="539075"/>
                </a:lnTo>
                <a:lnTo>
                  <a:pt x="434882" y="563340"/>
                </a:lnTo>
                <a:lnTo>
                  <a:pt x="392131" y="581433"/>
                </a:lnTo>
                <a:lnTo>
                  <a:pt x="346280" y="592740"/>
                </a:lnTo>
                <a:lnTo>
                  <a:pt x="297941" y="596646"/>
                </a:lnTo>
                <a:lnTo>
                  <a:pt x="249603" y="592740"/>
                </a:lnTo>
                <a:lnTo>
                  <a:pt x="203752" y="581433"/>
                </a:lnTo>
                <a:lnTo>
                  <a:pt x="161001" y="563340"/>
                </a:lnTo>
                <a:lnTo>
                  <a:pt x="121962" y="539075"/>
                </a:lnTo>
                <a:lnTo>
                  <a:pt x="87249" y="509254"/>
                </a:lnTo>
                <a:lnTo>
                  <a:pt x="57473" y="474491"/>
                </a:lnTo>
                <a:lnTo>
                  <a:pt x="33247" y="435401"/>
                </a:lnTo>
                <a:lnTo>
                  <a:pt x="15185" y="392600"/>
                </a:lnTo>
                <a:lnTo>
                  <a:pt x="3898" y="346702"/>
                </a:lnTo>
                <a:lnTo>
                  <a:pt x="0" y="298323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4401311" y="5079746"/>
            <a:ext cx="2216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𝒅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7182611" y="4987290"/>
            <a:ext cx="596265" cy="596900"/>
          </a:xfrm>
          <a:custGeom>
            <a:avLst/>
            <a:gdLst/>
            <a:ahLst/>
            <a:cxnLst/>
            <a:rect l="l" t="t" r="r" b="b"/>
            <a:pathLst>
              <a:path w="596265" h="596900">
                <a:moveTo>
                  <a:pt x="0" y="298323"/>
                </a:moveTo>
                <a:lnTo>
                  <a:pt x="3898" y="249943"/>
                </a:lnTo>
                <a:lnTo>
                  <a:pt x="15185" y="204045"/>
                </a:lnTo>
                <a:lnTo>
                  <a:pt x="33247" y="161244"/>
                </a:lnTo>
                <a:lnTo>
                  <a:pt x="57473" y="122154"/>
                </a:lnTo>
                <a:lnTo>
                  <a:pt x="87249" y="87391"/>
                </a:lnTo>
                <a:lnTo>
                  <a:pt x="121962" y="57570"/>
                </a:lnTo>
                <a:lnTo>
                  <a:pt x="161001" y="33305"/>
                </a:lnTo>
                <a:lnTo>
                  <a:pt x="203752" y="15212"/>
                </a:lnTo>
                <a:lnTo>
                  <a:pt x="249603" y="3905"/>
                </a:lnTo>
                <a:lnTo>
                  <a:pt x="297942" y="0"/>
                </a:lnTo>
                <a:lnTo>
                  <a:pt x="346280" y="3905"/>
                </a:lnTo>
                <a:lnTo>
                  <a:pt x="392131" y="15212"/>
                </a:lnTo>
                <a:lnTo>
                  <a:pt x="434882" y="33305"/>
                </a:lnTo>
                <a:lnTo>
                  <a:pt x="473921" y="57570"/>
                </a:lnTo>
                <a:lnTo>
                  <a:pt x="508635" y="87391"/>
                </a:lnTo>
                <a:lnTo>
                  <a:pt x="538410" y="122154"/>
                </a:lnTo>
                <a:lnTo>
                  <a:pt x="562636" y="161244"/>
                </a:lnTo>
                <a:lnTo>
                  <a:pt x="580698" y="204045"/>
                </a:lnTo>
                <a:lnTo>
                  <a:pt x="591985" y="249943"/>
                </a:lnTo>
                <a:lnTo>
                  <a:pt x="595884" y="298323"/>
                </a:lnTo>
                <a:lnTo>
                  <a:pt x="591985" y="346702"/>
                </a:lnTo>
                <a:lnTo>
                  <a:pt x="580698" y="392600"/>
                </a:lnTo>
                <a:lnTo>
                  <a:pt x="562636" y="435401"/>
                </a:lnTo>
                <a:lnTo>
                  <a:pt x="538410" y="474491"/>
                </a:lnTo>
                <a:lnTo>
                  <a:pt x="508635" y="509254"/>
                </a:lnTo>
                <a:lnTo>
                  <a:pt x="473921" y="539075"/>
                </a:lnTo>
                <a:lnTo>
                  <a:pt x="434882" y="563340"/>
                </a:lnTo>
                <a:lnTo>
                  <a:pt x="392131" y="581433"/>
                </a:lnTo>
                <a:lnTo>
                  <a:pt x="346280" y="592740"/>
                </a:lnTo>
                <a:lnTo>
                  <a:pt x="297942" y="596646"/>
                </a:lnTo>
                <a:lnTo>
                  <a:pt x="249603" y="592740"/>
                </a:lnTo>
                <a:lnTo>
                  <a:pt x="203752" y="581433"/>
                </a:lnTo>
                <a:lnTo>
                  <a:pt x="161001" y="563340"/>
                </a:lnTo>
                <a:lnTo>
                  <a:pt x="121962" y="539075"/>
                </a:lnTo>
                <a:lnTo>
                  <a:pt x="87249" y="509254"/>
                </a:lnTo>
                <a:lnTo>
                  <a:pt x="57473" y="474491"/>
                </a:lnTo>
                <a:lnTo>
                  <a:pt x="33247" y="435401"/>
                </a:lnTo>
                <a:lnTo>
                  <a:pt x="15185" y="392600"/>
                </a:lnTo>
                <a:lnTo>
                  <a:pt x="3898" y="346702"/>
                </a:lnTo>
                <a:lnTo>
                  <a:pt x="0" y="298323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7326883" y="5079746"/>
            <a:ext cx="2317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𝒈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7190231" y="3352800"/>
            <a:ext cx="596265" cy="596265"/>
          </a:xfrm>
          <a:custGeom>
            <a:avLst/>
            <a:gdLst/>
            <a:ahLst/>
            <a:cxnLst/>
            <a:rect l="l" t="t" r="r" b="b"/>
            <a:pathLst>
              <a:path w="596265" h="596264">
                <a:moveTo>
                  <a:pt x="0" y="297942"/>
                </a:moveTo>
                <a:lnTo>
                  <a:pt x="3898" y="249603"/>
                </a:lnTo>
                <a:lnTo>
                  <a:pt x="15185" y="203752"/>
                </a:lnTo>
                <a:lnTo>
                  <a:pt x="33247" y="161001"/>
                </a:lnTo>
                <a:lnTo>
                  <a:pt x="57473" y="121962"/>
                </a:lnTo>
                <a:lnTo>
                  <a:pt x="87249" y="87249"/>
                </a:lnTo>
                <a:lnTo>
                  <a:pt x="121962" y="57473"/>
                </a:lnTo>
                <a:lnTo>
                  <a:pt x="161001" y="33247"/>
                </a:lnTo>
                <a:lnTo>
                  <a:pt x="203752" y="15185"/>
                </a:lnTo>
                <a:lnTo>
                  <a:pt x="249603" y="3898"/>
                </a:lnTo>
                <a:lnTo>
                  <a:pt x="297942" y="0"/>
                </a:lnTo>
                <a:lnTo>
                  <a:pt x="346280" y="3898"/>
                </a:lnTo>
                <a:lnTo>
                  <a:pt x="392131" y="15185"/>
                </a:lnTo>
                <a:lnTo>
                  <a:pt x="434882" y="33247"/>
                </a:lnTo>
                <a:lnTo>
                  <a:pt x="473921" y="57473"/>
                </a:lnTo>
                <a:lnTo>
                  <a:pt x="508635" y="87248"/>
                </a:lnTo>
                <a:lnTo>
                  <a:pt x="538410" y="121962"/>
                </a:lnTo>
                <a:lnTo>
                  <a:pt x="562636" y="161001"/>
                </a:lnTo>
                <a:lnTo>
                  <a:pt x="580698" y="203752"/>
                </a:lnTo>
                <a:lnTo>
                  <a:pt x="591985" y="249603"/>
                </a:lnTo>
                <a:lnTo>
                  <a:pt x="595884" y="297942"/>
                </a:lnTo>
                <a:lnTo>
                  <a:pt x="591985" y="346280"/>
                </a:lnTo>
                <a:lnTo>
                  <a:pt x="580698" y="392131"/>
                </a:lnTo>
                <a:lnTo>
                  <a:pt x="562636" y="434882"/>
                </a:lnTo>
                <a:lnTo>
                  <a:pt x="538410" y="473921"/>
                </a:lnTo>
                <a:lnTo>
                  <a:pt x="508635" y="508635"/>
                </a:lnTo>
                <a:lnTo>
                  <a:pt x="473921" y="538410"/>
                </a:lnTo>
                <a:lnTo>
                  <a:pt x="434882" y="562636"/>
                </a:lnTo>
                <a:lnTo>
                  <a:pt x="392131" y="580698"/>
                </a:lnTo>
                <a:lnTo>
                  <a:pt x="346280" y="591985"/>
                </a:lnTo>
                <a:lnTo>
                  <a:pt x="297942" y="595883"/>
                </a:lnTo>
                <a:lnTo>
                  <a:pt x="249603" y="591985"/>
                </a:lnTo>
                <a:lnTo>
                  <a:pt x="203752" y="580698"/>
                </a:lnTo>
                <a:lnTo>
                  <a:pt x="161001" y="562636"/>
                </a:lnTo>
                <a:lnTo>
                  <a:pt x="121962" y="538410"/>
                </a:lnTo>
                <a:lnTo>
                  <a:pt x="87249" y="508634"/>
                </a:lnTo>
                <a:lnTo>
                  <a:pt x="57473" y="473921"/>
                </a:lnTo>
                <a:lnTo>
                  <a:pt x="33247" y="434882"/>
                </a:lnTo>
                <a:lnTo>
                  <a:pt x="15185" y="392131"/>
                </a:lnTo>
                <a:lnTo>
                  <a:pt x="3898" y="346280"/>
                </a:lnTo>
                <a:lnTo>
                  <a:pt x="0" y="297942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7360411" y="3444747"/>
            <a:ext cx="1797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𝒄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4530852" y="3631691"/>
            <a:ext cx="2678430" cy="1971675"/>
            <a:chOff x="4530852" y="3631691"/>
            <a:chExt cx="2678430" cy="1971675"/>
          </a:xfrm>
        </p:grpSpPr>
        <p:sp>
          <p:nvSpPr>
            <p:cNvPr id="30" name="object 30"/>
            <p:cNvSpPr/>
            <p:nvPr/>
          </p:nvSpPr>
          <p:spPr>
            <a:xfrm>
              <a:off x="4549902" y="3650741"/>
              <a:ext cx="1355725" cy="1424940"/>
            </a:xfrm>
            <a:custGeom>
              <a:avLst/>
              <a:gdLst/>
              <a:ahLst/>
              <a:cxnLst/>
              <a:rect l="l" t="t" r="r" b="b"/>
              <a:pathLst>
                <a:path w="1355725" h="1424939">
                  <a:moveTo>
                    <a:pt x="297942" y="0"/>
                  </a:moveTo>
                  <a:lnTo>
                    <a:pt x="1267840" y="0"/>
                  </a:lnTo>
                </a:path>
                <a:path w="1355725" h="1424939">
                  <a:moveTo>
                    <a:pt x="0" y="297941"/>
                  </a:moveTo>
                  <a:lnTo>
                    <a:pt x="0" y="1336801"/>
                  </a:lnTo>
                </a:path>
                <a:path w="1355725" h="1424939">
                  <a:moveTo>
                    <a:pt x="1355471" y="211073"/>
                  </a:moveTo>
                  <a:lnTo>
                    <a:pt x="211074" y="1424558"/>
                  </a:lnTo>
                </a:path>
              </a:pathLst>
            </a:custGeom>
            <a:ln w="38100">
              <a:solidFill>
                <a:srgbClr val="CACACA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5817870" y="3650741"/>
              <a:ext cx="1372870" cy="1933575"/>
            </a:xfrm>
            <a:custGeom>
              <a:avLst/>
              <a:gdLst/>
              <a:ahLst/>
              <a:cxnLst/>
              <a:rect l="l" t="t" r="r" b="b"/>
              <a:pathLst>
                <a:path w="1372870" h="1933575">
                  <a:moveTo>
                    <a:pt x="1364869" y="1634489"/>
                  </a:moveTo>
                  <a:lnTo>
                    <a:pt x="596645" y="1634489"/>
                  </a:lnTo>
                </a:path>
                <a:path w="1372870" h="1933575">
                  <a:moveTo>
                    <a:pt x="297941" y="297941"/>
                  </a:moveTo>
                  <a:lnTo>
                    <a:pt x="297941" y="1336801"/>
                  </a:lnTo>
                </a:path>
                <a:path w="1372870" h="1933575">
                  <a:moveTo>
                    <a:pt x="596645" y="0"/>
                  </a:moveTo>
                  <a:lnTo>
                    <a:pt x="1372361" y="0"/>
                  </a:lnTo>
                </a:path>
                <a:path w="1372870" h="1933575">
                  <a:moveTo>
                    <a:pt x="0" y="1634870"/>
                  </a:moveTo>
                  <a:lnTo>
                    <a:pt x="3905" y="1586491"/>
                  </a:lnTo>
                  <a:lnTo>
                    <a:pt x="15212" y="1540593"/>
                  </a:lnTo>
                  <a:lnTo>
                    <a:pt x="33305" y="1497792"/>
                  </a:lnTo>
                  <a:lnTo>
                    <a:pt x="57570" y="1458702"/>
                  </a:lnTo>
                  <a:lnTo>
                    <a:pt x="87391" y="1423939"/>
                  </a:lnTo>
                  <a:lnTo>
                    <a:pt x="122154" y="1394118"/>
                  </a:lnTo>
                  <a:lnTo>
                    <a:pt x="161244" y="1369853"/>
                  </a:lnTo>
                  <a:lnTo>
                    <a:pt x="204045" y="1351760"/>
                  </a:lnTo>
                  <a:lnTo>
                    <a:pt x="249943" y="1340453"/>
                  </a:lnTo>
                  <a:lnTo>
                    <a:pt x="298322" y="1336547"/>
                  </a:lnTo>
                  <a:lnTo>
                    <a:pt x="346702" y="1340453"/>
                  </a:lnTo>
                  <a:lnTo>
                    <a:pt x="392600" y="1351760"/>
                  </a:lnTo>
                  <a:lnTo>
                    <a:pt x="435401" y="1369853"/>
                  </a:lnTo>
                  <a:lnTo>
                    <a:pt x="474491" y="1394118"/>
                  </a:lnTo>
                  <a:lnTo>
                    <a:pt x="509254" y="1423939"/>
                  </a:lnTo>
                  <a:lnTo>
                    <a:pt x="539075" y="1458702"/>
                  </a:lnTo>
                  <a:lnTo>
                    <a:pt x="563340" y="1497792"/>
                  </a:lnTo>
                  <a:lnTo>
                    <a:pt x="581433" y="1540593"/>
                  </a:lnTo>
                  <a:lnTo>
                    <a:pt x="592740" y="1586491"/>
                  </a:lnTo>
                  <a:lnTo>
                    <a:pt x="596645" y="1634870"/>
                  </a:lnTo>
                  <a:lnTo>
                    <a:pt x="592740" y="1683250"/>
                  </a:lnTo>
                  <a:lnTo>
                    <a:pt x="581433" y="1729148"/>
                  </a:lnTo>
                  <a:lnTo>
                    <a:pt x="563340" y="1771949"/>
                  </a:lnTo>
                  <a:lnTo>
                    <a:pt x="539075" y="1811039"/>
                  </a:lnTo>
                  <a:lnTo>
                    <a:pt x="509254" y="1845802"/>
                  </a:lnTo>
                  <a:lnTo>
                    <a:pt x="474491" y="1875623"/>
                  </a:lnTo>
                  <a:lnTo>
                    <a:pt x="435401" y="1899888"/>
                  </a:lnTo>
                  <a:lnTo>
                    <a:pt x="392600" y="1917981"/>
                  </a:lnTo>
                  <a:lnTo>
                    <a:pt x="346702" y="1929288"/>
                  </a:lnTo>
                  <a:lnTo>
                    <a:pt x="298322" y="1933193"/>
                  </a:lnTo>
                  <a:lnTo>
                    <a:pt x="249943" y="1929288"/>
                  </a:lnTo>
                  <a:lnTo>
                    <a:pt x="204045" y="1917981"/>
                  </a:lnTo>
                  <a:lnTo>
                    <a:pt x="161244" y="1899888"/>
                  </a:lnTo>
                  <a:lnTo>
                    <a:pt x="122154" y="1875623"/>
                  </a:lnTo>
                  <a:lnTo>
                    <a:pt x="87391" y="1845802"/>
                  </a:lnTo>
                  <a:lnTo>
                    <a:pt x="57570" y="1811039"/>
                  </a:lnTo>
                  <a:lnTo>
                    <a:pt x="33305" y="1771949"/>
                  </a:lnTo>
                  <a:lnTo>
                    <a:pt x="15212" y="1729148"/>
                  </a:lnTo>
                  <a:lnTo>
                    <a:pt x="3905" y="1683250"/>
                  </a:lnTo>
                  <a:lnTo>
                    <a:pt x="0" y="163487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5980176" y="5079746"/>
            <a:ext cx="1974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𝒇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4847844" y="5285232"/>
            <a:ext cx="970280" cy="0"/>
          </a:xfrm>
          <a:custGeom>
            <a:avLst/>
            <a:gdLst/>
            <a:ahLst/>
            <a:cxnLst/>
            <a:rect l="l" t="t" r="r" b="b"/>
            <a:pathLst>
              <a:path w="970278">
                <a:moveTo>
                  <a:pt x="969898" y="0"/>
                </a:moveTo>
                <a:lnTo>
                  <a:pt x="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6313" y="1019939"/>
            <a:ext cx="9292590" cy="1938020"/>
          </a:xfrm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393700" indent="-342900">
              <a:lnSpc>
                <a:spcPct val="100000"/>
              </a:lnSpc>
              <a:spcBef>
                <a:spcPts val="819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93065" algn="l"/>
                <a:tab pos="393700" algn="l"/>
              </a:tabLst>
            </a:pPr>
            <a:r>
              <a:rPr sz="2800" dirty="0" err="1">
                <a:latin typeface="PMingLiU"/>
                <a:cs typeface="PMingLiU"/>
              </a:rPr>
              <a:t>子图</a:t>
            </a:r>
            <a:r>
              <a:rPr sz="2800" b="1" spc="-10" dirty="0">
                <a:latin typeface="Times New Roman"/>
                <a:cs typeface="Times New Roman"/>
              </a:rPr>
              <a:t>(Subgraph)</a:t>
            </a:r>
            <a:endParaRPr sz="2800" dirty="0">
              <a:latin typeface="Times New Roman"/>
              <a:cs typeface="Times New Roman"/>
            </a:endParaRPr>
          </a:p>
          <a:p>
            <a:pPr marL="742315" lvl="1" indent="-347980">
              <a:lnSpc>
                <a:spcPct val="100000"/>
              </a:lnSpc>
              <a:spcBef>
                <a:spcPts val="61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42315" algn="l"/>
                <a:tab pos="742950" algn="l"/>
              </a:tabLst>
            </a:pPr>
            <a:r>
              <a:rPr sz="2400" dirty="0" err="1">
                <a:latin typeface="PMingLiU"/>
                <a:cs typeface="PMingLiU"/>
              </a:rPr>
              <a:t>如果</a:t>
            </a:r>
            <a:r>
              <a:rPr sz="2400" spc="85" dirty="0">
                <a:latin typeface="Cambria Math"/>
                <a:cs typeface="Cambria Math"/>
              </a:rPr>
              <a:t>𝑽</a:t>
            </a:r>
            <a:r>
              <a:rPr sz="2625" spc="352" baseline="28571" dirty="0">
                <a:latin typeface="Cambria Math"/>
                <a:cs typeface="Cambria Math"/>
              </a:rPr>
              <a:t>′ </a:t>
            </a:r>
            <a:r>
              <a:rPr sz="2400" spc="65" dirty="0">
                <a:latin typeface="Cambria Math"/>
                <a:cs typeface="Cambria Math"/>
              </a:rPr>
              <a:t>⊆ </a:t>
            </a:r>
            <a:r>
              <a:rPr sz="2400" dirty="0">
                <a:latin typeface="Cambria Math"/>
                <a:cs typeface="Cambria Math"/>
              </a:rPr>
              <a:t>𝑽,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𝑬</a:t>
            </a:r>
            <a:r>
              <a:rPr sz="2400" spc="70" dirty="0">
                <a:latin typeface="Cambria Math"/>
                <a:cs typeface="Cambria Math"/>
              </a:rPr>
              <a:t>′ ⊆ </a:t>
            </a:r>
            <a:r>
              <a:rPr sz="2400" dirty="0">
                <a:latin typeface="Cambria Math"/>
                <a:cs typeface="Cambria Math"/>
              </a:rPr>
              <a:t>𝐄</a:t>
            </a:r>
            <a:r>
              <a:rPr sz="2400" dirty="0">
                <a:latin typeface="PMingLiU"/>
                <a:cs typeface="PMingLiU"/>
              </a:rPr>
              <a:t>，</a:t>
            </a:r>
            <a:r>
              <a:rPr sz="2400" dirty="0" err="1">
                <a:latin typeface="PMingLiU"/>
                <a:cs typeface="PMingLiU"/>
              </a:rPr>
              <a:t>则称图</a:t>
            </a:r>
            <a:r>
              <a:rPr sz="2400" dirty="0">
                <a:latin typeface="Cambria Math"/>
                <a:cs typeface="Cambria Math"/>
              </a:rPr>
              <a:t>𝑮’</a:t>
            </a:r>
            <a:r>
              <a:rPr sz="2400" spc="65" dirty="0">
                <a:latin typeface="Cambria Math"/>
                <a:cs typeface="Cambria Math"/>
              </a:rPr>
              <a:t> =&lt; </a:t>
            </a:r>
            <a:r>
              <a:rPr sz="2400" spc="-10" dirty="0">
                <a:latin typeface="Cambria Math"/>
                <a:cs typeface="Cambria Math"/>
              </a:rPr>
              <a:t>𝑽</a:t>
            </a:r>
            <a:r>
              <a:rPr sz="2400" spc="-55" dirty="0">
                <a:latin typeface="Cambria Math"/>
                <a:cs typeface="Cambria Math"/>
              </a:rPr>
              <a:t>’, </a:t>
            </a:r>
            <a:r>
              <a:rPr sz="2400" dirty="0">
                <a:latin typeface="Cambria Math"/>
                <a:cs typeface="Cambria Math"/>
              </a:rPr>
              <a:t>𝑬</a:t>
            </a:r>
            <a:r>
              <a:rPr sz="2400" spc="40" dirty="0">
                <a:latin typeface="Cambria Math"/>
                <a:cs typeface="Cambria Math"/>
              </a:rPr>
              <a:t>’ &gt;</a:t>
            </a:r>
            <a:r>
              <a:rPr sz="2400" dirty="0" err="1">
                <a:latin typeface="PMingLiU"/>
                <a:cs typeface="PMingLiU"/>
              </a:rPr>
              <a:t>是图</a:t>
            </a:r>
            <a:r>
              <a:rPr sz="2400" dirty="0">
                <a:latin typeface="Cambria Math"/>
                <a:cs typeface="Cambria Math"/>
              </a:rPr>
              <a:t>𝑮</a:t>
            </a:r>
            <a:r>
              <a:rPr sz="2400" spc="-10" dirty="0" err="1">
                <a:latin typeface="PMingLiU"/>
                <a:cs typeface="PMingLiU"/>
              </a:rPr>
              <a:t>的一个子图</a:t>
            </a:r>
            <a:endParaRPr sz="2400" dirty="0">
              <a:latin typeface="PMingLiU"/>
              <a:cs typeface="PMingLiU"/>
            </a:endParaRPr>
          </a:p>
          <a:p>
            <a:pPr marL="393700" indent="-342900">
              <a:lnSpc>
                <a:spcPct val="100000"/>
              </a:lnSpc>
              <a:spcBef>
                <a:spcPts val="63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93065" algn="l"/>
                <a:tab pos="393700" algn="l"/>
              </a:tabLst>
            </a:pPr>
            <a:r>
              <a:rPr sz="2800" dirty="0" err="1">
                <a:latin typeface="PMingLiU"/>
                <a:cs typeface="PMingLiU"/>
              </a:rPr>
              <a:t>生成子图</a:t>
            </a:r>
            <a:r>
              <a:rPr sz="2800" b="1" dirty="0">
                <a:latin typeface="Times New Roman"/>
                <a:cs typeface="Times New Roman"/>
              </a:rPr>
              <a:t>(Spanning </a:t>
            </a:r>
            <a:r>
              <a:rPr sz="2800" b="1" spc="-10" dirty="0">
                <a:latin typeface="Times New Roman"/>
                <a:cs typeface="Times New Roman"/>
              </a:rPr>
              <a:t>Subgraph)</a:t>
            </a:r>
            <a:endParaRPr sz="2800" dirty="0">
              <a:latin typeface="Times New Roman"/>
              <a:cs typeface="Times New Roman"/>
            </a:endParaRPr>
          </a:p>
          <a:p>
            <a:pPr marL="742315" lvl="1" indent="-347980">
              <a:lnSpc>
                <a:spcPct val="100000"/>
              </a:lnSpc>
              <a:spcBef>
                <a:spcPts val="610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42315" algn="l"/>
                <a:tab pos="742950" algn="l"/>
              </a:tabLst>
            </a:pPr>
            <a:r>
              <a:rPr sz="2400" dirty="0" err="1">
                <a:latin typeface="PMingLiU"/>
                <a:cs typeface="PMingLiU"/>
              </a:rPr>
              <a:t>如果</a:t>
            </a:r>
            <a:r>
              <a:rPr sz="2400" spc="85" dirty="0">
                <a:solidFill>
                  <a:srgbClr val="FF0000"/>
                </a:solidFill>
                <a:latin typeface="Cambria Math"/>
                <a:cs typeface="Cambria Math"/>
              </a:rPr>
              <a:t>𝑽</a:t>
            </a:r>
            <a:r>
              <a:rPr sz="2625" spc="352" baseline="28571" dirty="0">
                <a:solidFill>
                  <a:srgbClr val="FF0000"/>
                </a:solidFill>
                <a:latin typeface="Cambria Math"/>
                <a:cs typeface="Cambria Math"/>
              </a:rPr>
              <a:t>′ </a:t>
            </a:r>
            <a:r>
              <a:rPr sz="2400" spc="65" dirty="0">
                <a:solidFill>
                  <a:srgbClr val="FF0000"/>
                </a:solidFill>
                <a:latin typeface="Cambria Math"/>
                <a:cs typeface="Cambria Math"/>
              </a:rPr>
              <a:t>= </a:t>
            </a:r>
            <a:r>
              <a:rPr sz="2400" dirty="0">
                <a:solidFill>
                  <a:srgbClr val="FF0000"/>
                </a:solidFill>
                <a:latin typeface="Cambria Math"/>
                <a:cs typeface="Cambria Math"/>
              </a:rPr>
              <a:t>𝑽</a:t>
            </a:r>
            <a:r>
              <a:rPr sz="2400" spc="-70" dirty="0">
                <a:latin typeface="Cambria Math"/>
                <a:cs typeface="Cambria Math"/>
              </a:rPr>
              <a:t>, </a:t>
            </a:r>
            <a:r>
              <a:rPr sz="2400" dirty="0">
                <a:latin typeface="Cambria Math"/>
                <a:cs typeface="Cambria Math"/>
              </a:rPr>
              <a:t>𝑬</a:t>
            </a:r>
            <a:r>
              <a:rPr sz="2400" spc="70" dirty="0">
                <a:latin typeface="Cambria Math"/>
                <a:cs typeface="Cambria Math"/>
              </a:rPr>
              <a:t>′ ⊆ </a:t>
            </a:r>
            <a:r>
              <a:rPr sz="2400" dirty="0">
                <a:latin typeface="Cambria Math"/>
                <a:cs typeface="Cambria Math"/>
              </a:rPr>
              <a:t>𝐄</a:t>
            </a:r>
            <a:r>
              <a:rPr sz="2400" dirty="0">
                <a:latin typeface="PMingLiU"/>
                <a:cs typeface="PMingLiU"/>
              </a:rPr>
              <a:t>，</a:t>
            </a:r>
            <a:r>
              <a:rPr sz="2400" dirty="0" err="1">
                <a:latin typeface="PMingLiU"/>
                <a:cs typeface="PMingLiU"/>
              </a:rPr>
              <a:t>则称图</a:t>
            </a:r>
            <a:r>
              <a:rPr sz="2400" dirty="0">
                <a:latin typeface="Cambria Math"/>
                <a:cs typeface="Cambria Math"/>
              </a:rPr>
              <a:t>𝑮’</a:t>
            </a:r>
            <a:r>
              <a:rPr sz="2400" spc="65" dirty="0">
                <a:latin typeface="Cambria Math"/>
                <a:cs typeface="Cambria Math"/>
              </a:rPr>
              <a:t> =&lt; </a:t>
            </a:r>
            <a:r>
              <a:rPr sz="2400" spc="-10" dirty="0">
                <a:latin typeface="Cambria Math"/>
                <a:cs typeface="Cambria Math"/>
              </a:rPr>
              <a:t>𝑽</a:t>
            </a:r>
            <a:r>
              <a:rPr sz="2400" spc="-55" dirty="0">
                <a:latin typeface="Cambria Math"/>
                <a:cs typeface="Cambria Math"/>
              </a:rPr>
              <a:t>’, </a:t>
            </a:r>
            <a:r>
              <a:rPr sz="2400" dirty="0">
                <a:latin typeface="Cambria Math"/>
                <a:cs typeface="Cambria Math"/>
              </a:rPr>
              <a:t>𝑬</a:t>
            </a:r>
            <a:r>
              <a:rPr sz="2400" spc="40" dirty="0">
                <a:latin typeface="Cambria Math"/>
                <a:cs typeface="Cambria Math"/>
              </a:rPr>
              <a:t>’ &gt;</a:t>
            </a:r>
            <a:r>
              <a:rPr sz="2400" dirty="0" err="1">
                <a:latin typeface="PMingLiU"/>
                <a:cs typeface="PMingLiU"/>
              </a:rPr>
              <a:t>是图</a:t>
            </a:r>
            <a:r>
              <a:rPr sz="2400" dirty="0">
                <a:latin typeface="Cambria Math"/>
                <a:cs typeface="Cambria Math"/>
              </a:rPr>
              <a:t>𝑮</a:t>
            </a:r>
            <a:r>
              <a:rPr sz="2400" dirty="0" err="1">
                <a:latin typeface="PMingLiU"/>
                <a:cs typeface="PMingLiU"/>
              </a:rPr>
              <a:t>的一个</a:t>
            </a:r>
            <a:r>
              <a:rPr sz="2400" spc="-15" dirty="0" err="1">
                <a:solidFill>
                  <a:srgbClr val="FF0000"/>
                </a:solidFill>
                <a:latin typeface="PMingLiU"/>
                <a:cs typeface="PMingLiU"/>
              </a:rPr>
              <a:t>生成子图</a:t>
            </a:r>
            <a:endParaRPr sz="2400" dirty="0">
              <a:latin typeface="PMingLiU"/>
              <a:cs typeface="PMingLiU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14057" y="181677"/>
            <a:ext cx="4058551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 err="1"/>
              <a:t>图的概念：子</a:t>
            </a:r>
            <a:r>
              <a:rPr spc="-50" dirty="0" err="1"/>
              <a:t>图</a:t>
            </a:r>
            <a:endParaRPr spc="-50" dirty="0"/>
          </a:p>
        </p:txBody>
      </p:sp>
      <p:sp>
        <p:nvSpPr>
          <p:cNvPr id="4" name="object 4"/>
          <p:cNvSpPr/>
          <p:nvPr/>
        </p:nvSpPr>
        <p:spPr>
          <a:xfrm>
            <a:off x="8145780" y="3352800"/>
            <a:ext cx="596900" cy="596265"/>
          </a:xfrm>
          <a:custGeom>
            <a:avLst/>
            <a:gdLst/>
            <a:ahLst/>
            <a:cxnLst/>
            <a:rect l="l" t="t" r="r" b="b"/>
            <a:pathLst>
              <a:path w="596900" h="596264">
                <a:moveTo>
                  <a:pt x="0" y="297942"/>
                </a:moveTo>
                <a:lnTo>
                  <a:pt x="3905" y="249603"/>
                </a:lnTo>
                <a:lnTo>
                  <a:pt x="15212" y="203752"/>
                </a:lnTo>
                <a:lnTo>
                  <a:pt x="33305" y="161001"/>
                </a:lnTo>
                <a:lnTo>
                  <a:pt x="57570" y="121962"/>
                </a:lnTo>
                <a:lnTo>
                  <a:pt x="87391" y="87249"/>
                </a:lnTo>
                <a:lnTo>
                  <a:pt x="122154" y="57473"/>
                </a:lnTo>
                <a:lnTo>
                  <a:pt x="161244" y="33247"/>
                </a:lnTo>
                <a:lnTo>
                  <a:pt x="204045" y="15185"/>
                </a:lnTo>
                <a:lnTo>
                  <a:pt x="249943" y="3898"/>
                </a:lnTo>
                <a:lnTo>
                  <a:pt x="298323" y="0"/>
                </a:lnTo>
                <a:lnTo>
                  <a:pt x="346702" y="3898"/>
                </a:lnTo>
                <a:lnTo>
                  <a:pt x="392600" y="15185"/>
                </a:lnTo>
                <a:lnTo>
                  <a:pt x="435401" y="33247"/>
                </a:lnTo>
                <a:lnTo>
                  <a:pt x="474491" y="57473"/>
                </a:lnTo>
                <a:lnTo>
                  <a:pt x="509254" y="87248"/>
                </a:lnTo>
                <a:lnTo>
                  <a:pt x="539075" y="121962"/>
                </a:lnTo>
                <a:lnTo>
                  <a:pt x="563340" y="161001"/>
                </a:lnTo>
                <a:lnTo>
                  <a:pt x="581433" y="203752"/>
                </a:lnTo>
                <a:lnTo>
                  <a:pt x="592740" y="249603"/>
                </a:lnTo>
                <a:lnTo>
                  <a:pt x="596646" y="297942"/>
                </a:lnTo>
                <a:lnTo>
                  <a:pt x="592740" y="346280"/>
                </a:lnTo>
                <a:lnTo>
                  <a:pt x="581433" y="392131"/>
                </a:lnTo>
                <a:lnTo>
                  <a:pt x="563340" y="434882"/>
                </a:lnTo>
                <a:lnTo>
                  <a:pt x="539075" y="473921"/>
                </a:lnTo>
                <a:lnTo>
                  <a:pt x="509254" y="508635"/>
                </a:lnTo>
                <a:lnTo>
                  <a:pt x="474491" y="538410"/>
                </a:lnTo>
                <a:lnTo>
                  <a:pt x="435401" y="562636"/>
                </a:lnTo>
                <a:lnTo>
                  <a:pt x="392600" y="580698"/>
                </a:lnTo>
                <a:lnTo>
                  <a:pt x="346702" y="591985"/>
                </a:lnTo>
                <a:lnTo>
                  <a:pt x="298323" y="595883"/>
                </a:lnTo>
                <a:lnTo>
                  <a:pt x="249943" y="591985"/>
                </a:lnTo>
                <a:lnTo>
                  <a:pt x="204045" y="580698"/>
                </a:lnTo>
                <a:lnTo>
                  <a:pt x="161244" y="562636"/>
                </a:lnTo>
                <a:lnTo>
                  <a:pt x="122154" y="538410"/>
                </a:lnTo>
                <a:lnTo>
                  <a:pt x="87391" y="508634"/>
                </a:lnTo>
                <a:lnTo>
                  <a:pt x="57570" y="473921"/>
                </a:lnTo>
                <a:lnTo>
                  <a:pt x="33305" y="434882"/>
                </a:lnTo>
                <a:lnTo>
                  <a:pt x="15212" y="392131"/>
                </a:lnTo>
                <a:lnTo>
                  <a:pt x="3905" y="346280"/>
                </a:lnTo>
                <a:lnTo>
                  <a:pt x="0" y="297942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299195" y="3444747"/>
            <a:ext cx="2152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𝒂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711690" y="3352800"/>
            <a:ext cx="596900" cy="596265"/>
          </a:xfrm>
          <a:custGeom>
            <a:avLst/>
            <a:gdLst/>
            <a:ahLst/>
            <a:cxnLst/>
            <a:rect l="l" t="t" r="r" b="b"/>
            <a:pathLst>
              <a:path w="596900" h="596264">
                <a:moveTo>
                  <a:pt x="0" y="297942"/>
                </a:moveTo>
                <a:lnTo>
                  <a:pt x="3905" y="249603"/>
                </a:lnTo>
                <a:lnTo>
                  <a:pt x="15212" y="203752"/>
                </a:lnTo>
                <a:lnTo>
                  <a:pt x="33305" y="161001"/>
                </a:lnTo>
                <a:lnTo>
                  <a:pt x="57570" y="121962"/>
                </a:lnTo>
                <a:lnTo>
                  <a:pt x="87391" y="87249"/>
                </a:lnTo>
                <a:lnTo>
                  <a:pt x="122154" y="57473"/>
                </a:lnTo>
                <a:lnTo>
                  <a:pt x="161244" y="33247"/>
                </a:lnTo>
                <a:lnTo>
                  <a:pt x="204045" y="15185"/>
                </a:lnTo>
                <a:lnTo>
                  <a:pt x="249943" y="3898"/>
                </a:lnTo>
                <a:lnTo>
                  <a:pt x="298323" y="0"/>
                </a:lnTo>
                <a:lnTo>
                  <a:pt x="346702" y="3898"/>
                </a:lnTo>
                <a:lnTo>
                  <a:pt x="392600" y="15185"/>
                </a:lnTo>
                <a:lnTo>
                  <a:pt x="435401" y="33247"/>
                </a:lnTo>
                <a:lnTo>
                  <a:pt x="474491" y="57473"/>
                </a:lnTo>
                <a:lnTo>
                  <a:pt x="509254" y="87248"/>
                </a:lnTo>
                <a:lnTo>
                  <a:pt x="539075" y="121962"/>
                </a:lnTo>
                <a:lnTo>
                  <a:pt x="563340" y="161001"/>
                </a:lnTo>
                <a:lnTo>
                  <a:pt x="581433" y="203752"/>
                </a:lnTo>
                <a:lnTo>
                  <a:pt x="592740" y="249603"/>
                </a:lnTo>
                <a:lnTo>
                  <a:pt x="596645" y="297942"/>
                </a:lnTo>
                <a:lnTo>
                  <a:pt x="592740" y="346280"/>
                </a:lnTo>
                <a:lnTo>
                  <a:pt x="581433" y="392131"/>
                </a:lnTo>
                <a:lnTo>
                  <a:pt x="563340" y="434882"/>
                </a:lnTo>
                <a:lnTo>
                  <a:pt x="539075" y="473921"/>
                </a:lnTo>
                <a:lnTo>
                  <a:pt x="509254" y="508635"/>
                </a:lnTo>
                <a:lnTo>
                  <a:pt x="474491" y="538410"/>
                </a:lnTo>
                <a:lnTo>
                  <a:pt x="435401" y="562636"/>
                </a:lnTo>
                <a:lnTo>
                  <a:pt x="392600" y="580698"/>
                </a:lnTo>
                <a:lnTo>
                  <a:pt x="346702" y="591985"/>
                </a:lnTo>
                <a:lnTo>
                  <a:pt x="298323" y="595883"/>
                </a:lnTo>
                <a:lnTo>
                  <a:pt x="249943" y="591985"/>
                </a:lnTo>
                <a:lnTo>
                  <a:pt x="204045" y="580698"/>
                </a:lnTo>
                <a:lnTo>
                  <a:pt x="161244" y="562636"/>
                </a:lnTo>
                <a:lnTo>
                  <a:pt x="122154" y="538410"/>
                </a:lnTo>
                <a:lnTo>
                  <a:pt x="87391" y="508634"/>
                </a:lnTo>
                <a:lnTo>
                  <a:pt x="57570" y="473921"/>
                </a:lnTo>
                <a:lnTo>
                  <a:pt x="33305" y="434882"/>
                </a:lnTo>
                <a:lnTo>
                  <a:pt x="15212" y="392131"/>
                </a:lnTo>
                <a:lnTo>
                  <a:pt x="3905" y="346280"/>
                </a:lnTo>
                <a:lnTo>
                  <a:pt x="0" y="297942"/>
                </a:lnTo>
                <a:close/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9866630" y="3444747"/>
            <a:ext cx="2108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𝒃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8145780" y="4987290"/>
            <a:ext cx="596900" cy="596900"/>
          </a:xfrm>
          <a:custGeom>
            <a:avLst/>
            <a:gdLst/>
            <a:ahLst/>
            <a:cxnLst/>
            <a:rect l="l" t="t" r="r" b="b"/>
            <a:pathLst>
              <a:path w="596900" h="596900">
                <a:moveTo>
                  <a:pt x="0" y="298323"/>
                </a:moveTo>
                <a:lnTo>
                  <a:pt x="3905" y="249943"/>
                </a:lnTo>
                <a:lnTo>
                  <a:pt x="15212" y="204045"/>
                </a:lnTo>
                <a:lnTo>
                  <a:pt x="33305" y="161244"/>
                </a:lnTo>
                <a:lnTo>
                  <a:pt x="57570" y="122154"/>
                </a:lnTo>
                <a:lnTo>
                  <a:pt x="87391" y="87391"/>
                </a:lnTo>
                <a:lnTo>
                  <a:pt x="122154" y="57570"/>
                </a:lnTo>
                <a:lnTo>
                  <a:pt x="161244" y="33305"/>
                </a:lnTo>
                <a:lnTo>
                  <a:pt x="204045" y="15212"/>
                </a:lnTo>
                <a:lnTo>
                  <a:pt x="249943" y="3905"/>
                </a:lnTo>
                <a:lnTo>
                  <a:pt x="298323" y="0"/>
                </a:lnTo>
                <a:lnTo>
                  <a:pt x="346702" y="3905"/>
                </a:lnTo>
                <a:lnTo>
                  <a:pt x="392600" y="15212"/>
                </a:lnTo>
                <a:lnTo>
                  <a:pt x="435401" y="33305"/>
                </a:lnTo>
                <a:lnTo>
                  <a:pt x="474491" y="57570"/>
                </a:lnTo>
                <a:lnTo>
                  <a:pt x="509254" y="87391"/>
                </a:lnTo>
                <a:lnTo>
                  <a:pt x="539075" y="122154"/>
                </a:lnTo>
                <a:lnTo>
                  <a:pt x="563340" y="161244"/>
                </a:lnTo>
                <a:lnTo>
                  <a:pt x="581433" y="204045"/>
                </a:lnTo>
                <a:lnTo>
                  <a:pt x="592740" y="249943"/>
                </a:lnTo>
                <a:lnTo>
                  <a:pt x="596646" y="298323"/>
                </a:lnTo>
                <a:lnTo>
                  <a:pt x="592740" y="346702"/>
                </a:lnTo>
                <a:lnTo>
                  <a:pt x="581433" y="392600"/>
                </a:lnTo>
                <a:lnTo>
                  <a:pt x="563340" y="435401"/>
                </a:lnTo>
                <a:lnTo>
                  <a:pt x="539075" y="474491"/>
                </a:lnTo>
                <a:lnTo>
                  <a:pt x="509254" y="509254"/>
                </a:lnTo>
                <a:lnTo>
                  <a:pt x="474491" y="539075"/>
                </a:lnTo>
                <a:lnTo>
                  <a:pt x="435401" y="563340"/>
                </a:lnTo>
                <a:lnTo>
                  <a:pt x="392600" y="581433"/>
                </a:lnTo>
                <a:lnTo>
                  <a:pt x="346702" y="592740"/>
                </a:lnTo>
                <a:lnTo>
                  <a:pt x="298323" y="596646"/>
                </a:lnTo>
                <a:lnTo>
                  <a:pt x="249943" y="592740"/>
                </a:lnTo>
                <a:lnTo>
                  <a:pt x="204045" y="581433"/>
                </a:lnTo>
                <a:lnTo>
                  <a:pt x="161244" y="563340"/>
                </a:lnTo>
                <a:lnTo>
                  <a:pt x="122154" y="539075"/>
                </a:lnTo>
                <a:lnTo>
                  <a:pt x="87391" y="509254"/>
                </a:lnTo>
                <a:lnTo>
                  <a:pt x="57570" y="474491"/>
                </a:lnTo>
                <a:lnTo>
                  <a:pt x="33305" y="435401"/>
                </a:lnTo>
                <a:lnTo>
                  <a:pt x="15212" y="392600"/>
                </a:lnTo>
                <a:lnTo>
                  <a:pt x="3905" y="346702"/>
                </a:lnTo>
                <a:lnTo>
                  <a:pt x="0" y="298323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8295385" y="5079746"/>
            <a:ext cx="2216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𝒅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1076431" y="4987290"/>
            <a:ext cx="596265" cy="596900"/>
          </a:xfrm>
          <a:custGeom>
            <a:avLst/>
            <a:gdLst/>
            <a:ahLst/>
            <a:cxnLst/>
            <a:rect l="l" t="t" r="r" b="b"/>
            <a:pathLst>
              <a:path w="596265" h="596900">
                <a:moveTo>
                  <a:pt x="0" y="298323"/>
                </a:moveTo>
                <a:lnTo>
                  <a:pt x="3898" y="249943"/>
                </a:lnTo>
                <a:lnTo>
                  <a:pt x="15185" y="204045"/>
                </a:lnTo>
                <a:lnTo>
                  <a:pt x="33247" y="161244"/>
                </a:lnTo>
                <a:lnTo>
                  <a:pt x="57473" y="122154"/>
                </a:lnTo>
                <a:lnTo>
                  <a:pt x="87249" y="87391"/>
                </a:lnTo>
                <a:lnTo>
                  <a:pt x="121962" y="57570"/>
                </a:lnTo>
                <a:lnTo>
                  <a:pt x="161001" y="33305"/>
                </a:lnTo>
                <a:lnTo>
                  <a:pt x="203752" y="15212"/>
                </a:lnTo>
                <a:lnTo>
                  <a:pt x="249603" y="3905"/>
                </a:lnTo>
                <a:lnTo>
                  <a:pt x="297942" y="0"/>
                </a:lnTo>
                <a:lnTo>
                  <a:pt x="346280" y="3905"/>
                </a:lnTo>
                <a:lnTo>
                  <a:pt x="392131" y="15212"/>
                </a:lnTo>
                <a:lnTo>
                  <a:pt x="434882" y="33305"/>
                </a:lnTo>
                <a:lnTo>
                  <a:pt x="473921" y="57570"/>
                </a:lnTo>
                <a:lnTo>
                  <a:pt x="508635" y="87391"/>
                </a:lnTo>
                <a:lnTo>
                  <a:pt x="538410" y="122154"/>
                </a:lnTo>
                <a:lnTo>
                  <a:pt x="562636" y="161244"/>
                </a:lnTo>
                <a:lnTo>
                  <a:pt x="580698" y="204045"/>
                </a:lnTo>
                <a:lnTo>
                  <a:pt x="591985" y="249943"/>
                </a:lnTo>
                <a:lnTo>
                  <a:pt x="595884" y="298323"/>
                </a:lnTo>
                <a:lnTo>
                  <a:pt x="591985" y="346702"/>
                </a:lnTo>
                <a:lnTo>
                  <a:pt x="580698" y="392600"/>
                </a:lnTo>
                <a:lnTo>
                  <a:pt x="562636" y="435401"/>
                </a:lnTo>
                <a:lnTo>
                  <a:pt x="538410" y="474491"/>
                </a:lnTo>
                <a:lnTo>
                  <a:pt x="508635" y="509254"/>
                </a:lnTo>
                <a:lnTo>
                  <a:pt x="473921" y="539075"/>
                </a:lnTo>
                <a:lnTo>
                  <a:pt x="434882" y="563340"/>
                </a:lnTo>
                <a:lnTo>
                  <a:pt x="392131" y="581433"/>
                </a:lnTo>
                <a:lnTo>
                  <a:pt x="346280" y="592740"/>
                </a:lnTo>
                <a:lnTo>
                  <a:pt x="297942" y="596646"/>
                </a:lnTo>
                <a:lnTo>
                  <a:pt x="249603" y="592740"/>
                </a:lnTo>
                <a:lnTo>
                  <a:pt x="203752" y="581433"/>
                </a:lnTo>
                <a:lnTo>
                  <a:pt x="161001" y="563340"/>
                </a:lnTo>
                <a:lnTo>
                  <a:pt x="121962" y="539075"/>
                </a:lnTo>
                <a:lnTo>
                  <a:pt x="87249" y="509254"/>
                </a:lnTo>
                <a:lnTo>
                  <a:pt x="57473" y="474491"/>
                </a:lnTo>
                <a:lnTo>
                  <a:pt x="33247" y="435401"/>
                </a:lnTo>
                <a:lnTo>
                  <a:pt x="15185" y="392600"/>
                </a:lnTo>
                <a:lnTo>
                  <a:pt x="3898" y="346702"/>
                </a:lnTo>
                <a:lnTo>
                  <a:pt x="0" y="298323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221211" y="5079746"/>
            <a:ext cx="2317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𝒈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1084052" y="3352800"/>
            <a:ext cx="596265" cy="596265"/>
          </a:xfrm>
          <a:custGeom>
            <a:avLst/>
            <a:gdLst/>
            <a:ahLst/>
            <a:cxnLst/>
            <a:rect l="l" t="t" r="r" b="b"/>
            <a:pathLst>
              <a:path w="596265" h="596264">
                <a:moveTo>
                  <a:pt x="0" y="297942"/>
                </a:moveTo>
                <a:lnTo>
                  <a:pt x="3898" y="249603"/>
                </a:lnTo>
                <a:lnTo>
                  <a:pt x="15185" y="203752"/>
                </a:lnTo>
                <a:lnTo>
                  <a:pt x="33247" y="161001"/>
                </a:lnTo>
                <a:lnTo>
                  <a:pt x="57473" y="121962"/>
                </a:lnTo>
                <a:lnTo>
                  <a:pt x="87249" y="87249"/>
                </a:lnTo>
                <a:lnTo>
                  <a:pt x="121962" y="57473"/>
                </a:lnTo>
                <a:lnTo>
                  <a:pt x="161001" y="33247"/>
                </a:lnTo>
                <a:lnTo>
                  <a:pt x="203752" y="15185"/>
                </a:lnTo>
                <a:lnTo>
                  <a:pt x="249603" y="3898"/>
                </a:lnTo>
                <a:lnTo>
                  <a:pt x="297942" y="0"/>
                </a:lnTo>
                <a:lnTo>
                  <a:pt x="346280" y="3898"/>
                </a:lnTo>
                <a:lnTo>
                  <a:pt x="392131" y="15185"/>
                </a:lnTo>
                <a:lnTo>
                  <a:pt x="434882" y="33247"/>
                </a:lnTo>
                <a:lnTo>
                  <a:pt x="473921" y="57473"/>
                </a:lnTo>
                <a:lnTo>
                  <a:pt x="508634" y="87248"/>
                </a:lnTo>
                <a:lnTo>
                  <a:pt x="538410" y="121962"/>
                </a:lnTo>
                <a:lnTo>
                  <a:pt x="562636" y="161001"/>
                </a:lnTo>
                <a:lnTo>
                  <a:pt x="580698" y="203752"/>
                </a:lnTo>
                <a:lnTo>
                  <a:pt x="591985" y="249603"/>
                </a:lnTo>
                <a:lnTo>
                  <a:pt x="595883" y="297942"/>
                </a:lnTo>
                <a:lnTo>
                  <a:pt x="591985" y="346280"/>
                </a:lnTo>
                <a:lnTo>
                  <a:pt x="580698" y="392131"/>
                </a:lnTo>
                <a:lnTo>
                  <a:pt x="562636" y="434882"/>
                </a:lnTo>
                <a:lnTo>
                  <a:pt x="538410" y="473921"/>
                </a:lnTo>
                <a:lnTo>
                  <a:pt x="508634" y="508635"/>
                </a:lnTo>
                <a:lnTo>
                  <a:pt x="473921" y="538410"/>
                </a:lnTo>
                <a:lnTo>
                  <a:pt x="434882" y="562636"/>
                </a:lnTo>
                <a:lnTo>
                  <a:pt x="392131" y="580698"/>
                </a:lnTo>
                <a:lnTo>
                  <a:pt x="346280" y="591985"/>
                </a:lnTo>
                <a:lnTo>
                  <a:pt x="297942" y="595883"/>
                </a:lnTo>
                <a:lnTo>
                  <a:pt x="249603" y="591985"/>
                </a:lnTo>
                <a:lnTo>
                  <a:pt x="203752" y="580698"/>
                </a:lnTo>
                <a:lnTo>
                  <a:pt x="161001" y="562636"/>
                </a:lnTo>
                <a:lnTo>
                  <a:pt x="121962" y="538410"/>
                </a:lnTo>
                <a:lnTo>
                  <a:pt x="87249" y="508634"/>
                </a:lnTo>
                <a:lnTo>
                  <a:pt x="57473" y="473921"/>
                </a:lnTo>
                <a:lnTo>
                  <a:pt x="33247" y="434882"/>
                </a:lnTo>
                <a:lnTo>
                  <a:pt x="15185" y="392131"/>
                </a:lnTo>
                <a:lnTo>
                  <a:pt x="3898" y="346280"/>
                </a:lnTo>
                <a:lnTo>
                  <a:pt x="0" y="297942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1254485" y="3444747"/>
            <a:ext cx="1797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𝒄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8424671" y="3631691"/>
            <a:ext cx="2678430" cy="1971675"/>
            <a:chOff x="8424671" y="3631691"/>
            <a:chExt cx="2678430" cy="1971675"/>
          </a:xfrm>
        </p:grpSpPr>
        <p:sp>
          <p:nvSpPr>
            <p:cNvPr id="15" name="object 15"/>
            <p:cNvSpPr/>
            <p:nvPr/>
          </p:nvSpPr>
          <p:spPr>
            <a:xfrm>
              <a:off x="8443721" y="3650741"/>
              <a:ext cx="1268730" cy="1337310"/>
            </a:xfrm>
            <a:custGeom>
              <a:avLst/>
              <a:gdLst/>
              <a:ahLst/>
              <a:cxnLst/>
              <a:rect l="l" t="t" r="r" b="b"/>
              <a:pathLst>
                <a:path w="1268729" h="1337310">
                  <a:moveTo>
                    <a:pt x="298703" y="0"/>
                  </a:moveTo>
                  <a:lnTo>
                    <a:pt x="1268602" y="0"/>
                  </a:lnTo>
                </a:path>
                <a:path w="1268729" h="1337310">
                  <a:moveTo>
                    <a:pt x="0" y="297941"/>
                  </a:moveTo>
                  <a:lnTo>
                    <a:pt x="0" y="1336801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654795" y="3861815"/>
              <a:ext cx="1144905" cy="1213485"/>
            </a:xfrm>
            <a:custGeom>
              <a:avLst/>
              <a:gdLst/>
              <a:ahLst/>
              <a:cxnLst/>
              <a:rect l="l" t="t" r="r" b="b"/>
              <a:pathLst>
                <a:path w="1144904" h="1213485">
                  <a:moveTo>
                    <a:pt x="1144397" y="0"/>
                  </a:moveTo>
                  <a:lnTo>
                    <a:pt x="0" y="1213484"/>
                  </a:lnTo>
                </a:path>
              </a:pathLst>
            </a:custGeom>
            <a:ln w="38100">
              <a:solidFill>
                <a:srgbClr val="CACACA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9711689" y="3650741"/>
              <a:ext cx="1372870" cy="1933575"/>
            </a:xfrm>
            <a:custGeom>
              <a:avLst/>
              <a:gdLst/>
              <a:ahLst/>
              <a:cxnLst/>
              <a:rect l="l" t="t" r="r" b="b"/>
              <a:pathLst>
                <a:path w="1372870" h="1933575">
                  <a:moveTo>
                    <a:pt x="1364868" y="1634489"/>
                  </a:moveTo>
                  <a:lnTo>
                    <a:pt x="596645" y="1634489"/>
                  </a:lnTo>
                </a:path>
                <a:path w="1372870" h="1933575">
                  <a:moveTo>
                    <a:pt x="596645" y="0"/>
                  </a:moveTo>
                  <a:lnTo>
                    <a:pt x="1372361" y="0"/>
                  </a:lnTo>
                </a:path>
                <a:path w="1372870" h="1933575">
                  <a:moveTo>
                    <a:pt x="0" y="1634870"/>
                  </a:moveTo>
                  <a:lnTo>
                    <a:pt x="3905" y="1586491"/>
                  </a:lnTo>
                  <a:lnTo>
                    <a:pt x="15212" y="1540593"/>
                  </a:lnTo>
                  <a:lnTo>
                    <a:pt x="33305" y="1497792"/>
                  </a:lnTo>
                  <a:lnTo>
                    <a:pt x="57570" y="1458702"/>
                  </a:lnTo>
                  <a:lnTo>
                    <a:pt x="87391" y="1423939"/>
                  </a:lnTo>
                  <a:lnTo>
                    <a:pt x="122154" y="1394118"/>
                  </a:lnTo>
                  <a:lnTo>
                    <a:pt x="161244" y="1369853"/>
                  </a:lnTo>
                  <a:lnTo>
                    <a:pt x="204045" y="1351760"/>
                  </a:lnTo>
                  <a:lnTo>
                    <a:pt x="249943" y="1340453"/>
                  </a:lnTo>
                  <a:lnTo>
                    <a:pt x="298323" y="1336547"/>
                  </a:lnTo>
                  <a:lnTo>
                    <a:pt x="346702" y="1340453"/>
                  </a:lnTo>
                  <a:lnTo>
                    <a:pt x="392600" y="1351760"/>
                  </a:lnTo>
                  <a:lnTo>
                    <a:pt x="435401" y="1369853"/>
                  </a:lnTo>
                  <a:lnTo>
                    <a:pt x="474491" y="1394118"/>
                  </a:lnTo>
                  <a:lnTo>
                    <a:pt x="509254" y="1423939"/>
                  </a:lnTo>
                  <a:lnTo>
                    <a:pt x="539075" y="1458702"/>
                  </a:lnTo>
                  <a:lnTo>
                    <a:pt x="563340" y="1497792"/>
                  </a:lnTo>
                  <a:lnTo>
                    <a:pt x="581433" y="1540593"/>
                  </a:lnTo>
                  <a:lnTo>
                    <a:pt x="592740" y="1586491"/>
                  </a:lnTo>
                  <a:lnTo>
                    <a:pt x="596645" y="1634870"/>
                  </a:lnTo>
                  <a:lnTo>
                    <a:pt x="592740" y="1683250"/>
                  </a:lnTo>
                  <a:lnTo>
                    <a:pt x="581433" y="1729148"/>
                  </a:lnTo>
                  <a:lnTo>
                    <a:pt x="563340" y="1771949"/>
                  </a:lnTo>
                  <a:lnTo>
                    <a:pt x="539075" y="1811039"/>
                  </a:lnTo>
                  <a:lnTo>
                    <a:pt x="509254" y="1845802"/>
                  </a:lnTo>
                  <a:lnTo>
                    <a:pt x="474491" y="1875623"/>
                  </a:lnTo>
                  <a:lnTo>
                    <a:pt x="435401" y="1899888"/>
                  </a:lnTo>
                  <a:lnTo>
                    <a:pt x="392600" y="1917981"/>
                  </a:lnTo>
                  <a:lnTo>
                    <a:pt x="346702" y="1929288"/>
                  </a:lnTo>
                  <a:lnTo>
                    <a:pt x="298323" y="1933193"/>
                  </a:lnTo>
                  <a:lnTo>
                    <a:pt x="249943" y="1929288"/>
                  </a:lnTo>
                  <a:lnTo>
                    <a:pt x="204045" y="1917981"/>
                  </a:lnTo>
                  <a:lnTo>
                    <a:pt x="161244" y="1899888"/>
                  </a:lnTo>
                  <a:lnTo>
                    <a:pt x="122154" y="1875623"/>
                  </a:lnTo>
                  <a:lnTo>
                    <a:pt x="87391" y="1845802"/>
                  </a:lnTo>
                  <a:lnTo>
                    <a:pt x="57570" y="1811039"/>
                  </a:lnTo>
                  <a:lnTo>
                    <a:pt x="33305" y="1771949"/>
                  </a:lnTo>
                  <a:lnTo>
                    <a:pt x="15212" y="1729148"/>
                  </a:lnTo>
                  <a:lnTo>
                    <a:pt x="3905" y="1683250"/>
                  </a:lnTo>
                  <a:lnTo>
                    <a:pt x="0" y="163487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9874250" y="5079746"/>
            <a:ext cx="1974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𝒇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742426" y="3948684"/>
            <a:ext cx="1267460" cy="1336675"/>
          </a:xfrm>
          <a:custGeom>
            <a:avLst/>
            <a:gdLst/>
            <a:ahLst/>
            <a:cxnLst/>
            <a:rect l="l" t="t" r="r" b="b"/>
            <a:pathLst>
              <a:path w="1267459" h="1336675">
                <a:moveTo>
                  <a:pt x="969899" y="1336548"/>
                </a:moveTo>
                <a:lnTo>
                  <a:pt x="0" y="1336548"/>
                </a:lnTo>
              </a:path>
              <a:path w="1267459" h="1336675">
                <a:moveTo>
                  <a:pt x="1267205" y="0"/>
                </a:moveTo>
                <a:lnTo>
                  <a:pt x="1267205" y="103886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9172956" y="5615940"/>
            <a:ext cx="146431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25">
                <a:latin typeface="Cambria Math"/>
                <a:cs typeface="Cambria Math"/>
              </a:rPr>
              <a:t>𝑮</a:t>
            </a:r>
            <a:r>
              <a:rPr sz="2000" spc="-20">
                <a:latin typeface="PMingLiU"/>
                <a:cs typeface="PMingLiU"/>
              </a:rPr>
              <a:t>的生成子</a:t>
            </a:r>
            <a:r>
              <a:rPr sz="2000" spc="-50">
                <a:latin typeface="PMingLiU"/>
                <a:cs typeface="PMingLiU"/>
              </a:rPr>
              <a:t>图</a:t>
            </a:r>
            <a:endParaRPr sz="2000">
              <a:latin typeface="PMingLiU"/>
              <a:cs typeface="PMingLiU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358140" y="3352800"/>
            <a:ext cx="596265" cy="596265"/>
          </a:xfrm>
          <a:custGeom>
            <a:avLst/>
            <a:gdLst/>
            <a:ahLst/>
            <a:cxnLst/>
            <a:rect l="l" t="t" r="r" b="b"/>
            <a:pathLst>
              <a:path w="596265" h="596264">
                <a:moveTo>
                  <a:pt x="0" y="297942"/>
                </a:moveTo>
                <a:lnTo>
                  <a:pt x="3899" y="249603"/>
                </a:lnTo>
                <a:lnTo>
                  <a:pt x="15188" y="203752"/>
                </a:lnTo>
                <a:lnTo>
                  <a:pt x="33254" y="161001"/>
                </a:lnTo>
                <a:lnTo>
                  <a:pt x="57484" y="121962"/>
                </a:lnTo>
                <a:lnTo>
                  <a:pt x="87263" y="87249"/>
                </a:lnTo>
                <a:lnTo>
                  <a:pt x="121979" y="57473"/>
                </a:lnTo>
                <a:lnTo>
                  <a:pt x="161018" y="33247"/>
                </a:lnTo>
                <a:lnTo>
                  <a:pt x="203767" y="15185"/>
                </a:lnTo>
                <a:lnTo>
                  <a:pt x="249613" y="3898"/>
                </a:lnTo>
                <a:lnTo>
                  <a:pt x="297941" y="0"/>
                </a:lnTo>
                <a:lnTo>
                  <a:pt x="346270" y="3898"/>
                </a:lnTo>
                <a:lnTo>
                  <a:pt x="392116" y="15185"/>
                </a:lnTo>
                <a:lnTo>
                  <a:pt x="434865" y="33247"/>
                </a:lnTo>
                <a:lnTo>
                  <a:pt x="473904" y="57473"/>
                </a:lnTo>
                <a:lnTo>
                  <a:pt x="508620" y="87248"/>
                </a:lnTo>
                <a:lnTo>
                  <a:pt x="538399" y="121962"/>
                </a:lnTo>
                <a:lnTo>
                  <a:pt x="562629" y="161001"/>
                </a:lnTo>
                <a:lnTo>
                  <a:pt x="580695" y="203752"/>
                </a:lnTo>
                <a:lnTo>
                  <a:pt x="591984" y="249603"/>
                </a:lnTo>
                <a:lnTo>
                  <a:pt x="595884" y="297942"/>
                </a:lnTo>
                <a:lnTo>
                  <a:pt x="591984" y="346280"/>
                </a:lnTo>
                <a:lnTo>
                  <a:pt x="580695" y="392131"/>
                </a:lnTo>
                <a:lnTo>
                  <a:pt x="562629" y="434882"/>
                </a:lnTo>
                <a:lnTo>
                  <a:pt x="538399" y="473921"/>
                </a:lnTo>
                <a:lnTo>
                  <a:pt x="508620" y="508635"/>
                </a:lnTo>
                <a:lnTo>
                  <a:pt x="473904" y="538410"/>
                </a:lnTo>
                <a:lnTo>
                  <a:pt x="434865" y="562636"/>
                </a:lnTo>
                <a:lnTo>
                  <a:pt x="392116" y="580698"/>
                </a:lnTo>
                <a:lnTo>
                  <a:pt x="346270" y="591985"/>
                </a:lnTo>
                <a:lnTo>
                  <a:pt x="297941" y="595883"/>
                </a:lnTo>
                <a:lnTo>
                  <a:pt x="249613" y="591985"/>
                </a:lnTo>
                <a:lnTo>
                  <a:pt x="203767" y="580698"/>
                </a:lnTo>
                <a:lnTo>
                  <a:pt x="161018" y="562636"/>
                </a:lnTo>
                <a:lnTo>
                  <a:pt x="121979" y="538410"/>
                </a:lnTo>
                <a:lnTo>
                  <a:pt x="87263" y="508634"/>
                </a:lnTo>
                <a:lnTo>
                  <a:pt x="57484" y="473921"/>
                </a:lnTo>
                <a:lnTo>
                  <a:pt x="33254" y="434882"/>
                </a:lnTo>
                <a:lnTo>
                  <a:pt x="15188" y="392131"/>
                </a:lnTo>
                <a:lnTo>
                  <a:pt x="3899" y="346280"/>
                </a:lnTo>
                <a:lnTo>
                  <a:pt x="0" y="297942"/>
                </a:lnTo>
                <a:close/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511048" y="3444747"/>
            <a:ext cx="2152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𝒂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924050" y="3352800"/>
            <a:ext cx="596900" cy="596265"/>
          </a:xfrm>
          <a:custGeom>
            <a:avLst/>
            <a:gdLst/>
            <a:ahLst/>
            <a:cxnLst/>
            <a:rect l="l" t="t" r="r" b="b"/>
            <a:pathLst>
              <a:path w="596900" h="596264">
                <a:moveTo>
                  <a:pt x="0" y="297942"/>
                </a:moveTo>
                <a:lnTo>
                  <a:pt x="3905" y="249603"/>
                </a:lnTo>
                <a:lnTo>
                  <a:pt x="15212" y="203752"/>
                </a:lnTo>
                <a:lnTo>
                  <a:pt x="33305" y="161001"/>
                </a:lnTo>
                <a:lnTo>
                  <a:pt x="57570" y="121962"/>
                </a:lnTo>
                <a:lnTo>
                  <a:pt x="87391" y="87249"/>
                </a:lnTo>
                <a:lnTo>
                  <a:pt x="122154" y="57473"/>
                </a:lnTo>
                <a:lnTo>
                  <a:pt x="161244" y="33247"/>
                </a:lnTo>
                <a:lnTo>
                  <a:pt x="204045" y="15185"/>
                </a:lnTo>
                <a:lnTo>
                  <a:pt x="249943" y="3898"/>
                </a:lnTo>
                <a:lnTo>
                  <a:pt x="298323" y="0"/>
                </a:lnTo>
                <a:lnTo>
                  <a:pt x="346702" y="3898"/>
                </a:lnTo>
                <a:lnTo>
                  <a:pt x="392600" y="15185"/>
                </a:lnTo>
                <a:lnTo>
                  <a:pt x="435401" y="33247"/>
                </a:lnTo>
                <a:lnTo>
                  <a:pt x="474491" y="57473"/>
                </a:lnTo>
                <a:lnTo>
                  <a:pt x="509254" y="87248"/>
                </a:lnTo>
                <a:lnTo>
                  <a:pt x="539075" y="121962"/>
                </a:lnTo>
                <a:lnTo>
                  <a:pt x="563340" y="161001"/>
                </a:lnTo>
                <a:lnTo>
                  <a:pt x="581433" y="203752"/>
                </a:lnTo>
                <a:lnTo>
                  <a:pt x="592740" y="249603"/>
                </a:lnTo>
                <a:lnTo>
                  <a:pt x="596645" y="297942"/>
                </a:lnTo>
                <a:lnTo>
                  <a:pt x="592740" y="346280"/>
                </a:lnTo>
                <a:lnTo>
                  <a:pt x="581433" y="392131"/>
                </a:lnTo>
                <a:lnTo>
                  <a:pt x="563340" y="434882"/>
                </a:lnTo>
                <a:lnTo>
                  <a:pt x="539075" y="473921"/>
                </a:lnTo>
                <a:lnTo>
                  <a:pt x="509254" y="508635"/>
                </a:lnTo>
                <a:lnTo>
                  <a:pt x="474491" y="538410"/>
                </a:lnTo>
                <a:lnTo>
                  <a:pt x="435401" y="562636"/>
                </a:lnTo>
                <a:lnTo>
                  <a:pt x="392600" y="580698"/>
                </a:lnTo>
                <a:lnTo>
                  <a:pt x="346702" y="591985"/>
                </a:lnTo>
                <a:lnTo>
                  <a:pt x="298323" y="595883"/>
                </a:lnTo>
                <a:lnTo>
                  <a:pt x="249943" y="591985"/>
                </a:lnTo>
                <a:lnTo>
                  <a:pt x="204045" y="580698"/>
                </a:lnTo>
                <a:lnTo>
                  <a:pt x="161244" y="562636"/>
                </a:lnTo>
                <a:lnTo>
                  <a:pt x="122154" y="538410"/>
                </a:lnTo>
                <a:lnTo>
                  <a:pt x="87391" y="508634"/>
                </a:lnTo>
                <a:lnTo>
                  <a:pt x="57570" y="473921"/>
                </a:lnTo>
                <a:lnTo>
                  <a:pt x="33305" y="434882"/>
                </a:lnTo>
                <a:lnTo>
                  <a:pt x="15212" y="392131"/>
                </a:lnTo>
                <a:lnTo>
                  <a:pt x="3905" y="346280"/>
                </a:lnTo>
                <a:lnTo>
                  <a:pt x="0" y="297942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2078482" y="3444747"/>
            <a:ext cx="2108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𝒃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358140" y="4987290"/>
            <a:ext cx="596265" cy="596900"/>
          </a:xfrm>
          <a:custGeom>
            <a:avLst/>
            <a:gdLst/>
            <a:ahLst/>
            <a:cxnLst/>
            <a:rect l="l" t="t" r="r" b="b"/>
            <a:pathLst>
              <a:path w="596265" h="596900">
                <a:moveTo>
                  <a:pt x="0" y="298323"/>
                </a:moveTo>
                <a:lnTo>
                  <a:pt x="3899" y="249943"/>
                </a:lnTo>
                <a:lnTo>
                  <a:pt x="15188" y="204045"/>
                </a:lnTo>
                <a:lnTo>
                  <a:pt x="33254" y="161244"/>
                </a:lnTo>
                <a:lnTo>
                  <a:pt x="57484" y="122154"/>
                </a:lnTo>
                <a:lnTo>
                  <a:pt x="87263" y="87391"/>
                </a:lnTo>
                <a:lnTo>
                  <a:pt x="121979" y="57570"/>
                </a:lnTo>
                <a:lnTo>
                  <a:pt x="161018" y="33305"/>
                </a:lnTo>
                <a:lnTo>
                  <a:pt x="203767" y="15212"/>
                </a:lnTo>
                <a:lnTo>
                  <a:pt x="249613" y="3905"/>
                </a:lnTo>
                <a:lnTo>
                  <a:pt x="297941" y="0"/>
                </a:lnTo>
                <a:lnTo>
                  <a:pt x="346270" y="3905"/>
                </a:lnTo>
                <a:lnTo>
                  <a:pt x="392116" y="15212"/>
                </a:lnTo>
                <a:lnTo>
                  <a:pt x="434865" y="33305"/>
                </a:lnTo>
                <a:lnTo>
                  <a:pt x="473904" y="57570"/>
                </a:lnTo>
                <a:lnTo>
                  <a:pt x="508620" y="87391"/>
                </a:lnTo>
                <a:lnTo>
                  <a:pt x="538399" y="122154"/>
                </a:lnTo>
                <a:lnTo>
                  <a:pt x="562629" y="161244"/>
                </a:lnTo>
                <a:lnTo>
                  <a:pt x="580695" y="204045"/>
                </a:lnTo>
                <a:lnTo>
                  <a:pt x="591984" y="249943"/>
                </a:lnTo>
                <a:lnTo>
                  <a:pt x="595884" y="298323"/>
                </a:lnTo>
                <a:lnTo>
                  <a:pt x="591984" y="346702"/>
                </a:lnTo>
                <a:lnTo>
                  <a:pt x="580695" y="392600"/>
                </a:lnTo>
                <a:lnTo>
                  <a:pt x="562629" y="435401"/>
                </a:lnTo>
                <a:lnTo>
                  <a:pt x="538399" y="474491"/>
                </a:lnTo>
                <a:lnTo>
                  <a:pt x="508620" y="509254"/>
                </a:lnTo>
                <a:lnTo>
                  <a:pt x="473904" y="539075"/>
                </a:lnTo>
                <a:lnTo>
                  <a:pt x="434865" y="563340"/>
                </a:lnTo>
                <a:lnTo>
                  <a:pt x="392116" y="581433"/>
                </a:lnTo>
                <a:lnTo>
                  <a:pt x="346270" y="592740"/>
                </a:lnTo>
                <a:lnTo>
                  <a:pt x="297941" y="596646"/>
                </a:lnTo>
                <a:lnTo>
                  <a:pt x="249613" y="592740"/>
                </a:lnTo>
                <a:lnTo>
                  <a:pt x="203767" y="581433"/>
                </a:lnTo>
                <a:lnTo>
                  <a:pt x="161018" y="563340"/>
                </a:lnTo>
                <a:lnTo>
                  <a:pt x="121979" y="539075"/>
                </a:lnTo>
                <a:lnTo>
                  <a:pt x="87263" y="509254"/>
                </a:lnTo>
                <a:lnTo>
                  <a:pt x="57484" y="474491"/>
                </a:lnTo>
                <a:lnTo>
                  <a:pt x="33254" y="435401"/>
                </a:lnTo>
                <a:lnTo>
                  <a:pt x="15188" y="392600"/>
                </a:lnTo>
                <a:lnTo>
                  <a:pt x="3899" y="346702"/>
                </a:lnTo>
                <a:lnTo>
                  <a:pt x="0" y="298323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507237" y="5079746"/>
            <a:ext cx="2216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𝒅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3288791" y="4987290"/>
            <a:ext cx="596265" cy="596900"/>
          </a:xfrm>
          <a:custGeom>
            <a:avLst/>
            <a:gdLst/>
            <a:ahLst/>
            <a:cxnLst/>
            <a:rect l="l" t="t" r="r" b="b"/>
            <a:pathLst>
              <a:path w="596264" h="596900">
                <a:moveTo>
                  <a:pt x="0" y="298323"/>
                </a:moveTo>
                <a:lnTo>
                  <a:pt x="3898" y="249943"/>
                </a:lnTo>
                <a:lnTo>
                  <a:pt x="15185" y="204045"/>
                </a:lnTo>
                <a:lnTo>
                  <a:pt x="33247" y="161244"/>
                </a:lnTo>
                <a:lnTo>
                  <a:pt x="57473" y="122154"/>
                </a:lnTo>
                <a:lnTo>
                  <a:pt x="87248" y="87391"/>
                </a:lnTo>
                <a:lnTo>
                  <a:pt x="121962" y="57570"/>
                </a:lnTo>
                <a:lnTo>
                  <a:pt x="161001" y="33305"/>
                </a:lnTo>
                <a:lnTo>
                  <a:pt x="203752" y="15212"/>
                </a:lnTo>
                <a:lnTo>
                  <a:pt x="249603" y="3905"/>
                </a:lnTo>
                <a:lnTo>
                  <a:pt x="297942" y="0"/>
                </a:lnTo>
                <a:lnTo>
                  <a:pt x="346280" y="3905"/>
                </a:lnTo>
                <a:lnTo>
                  <a:pt x="392131" y="15212"/>
                </a:lnTo>
                <a:lnTo>
                  <a:pt x="434882" y="33305"/>
                </a:lnTo>
                <a:lnTo>
                  <a:pt x="473921" y="57570"/>
                </a:lnTo>
                <a:lnTo>
                  <a:pt x="508635" y="87391"/>
                </a:lnTo>
                <a:lnTo>
                  <a:pt x="538410" y="122154"/>
                </a:lnTo>
                <a:lnTo>
                  <a:pt x="562636" y="161244"/>
                </a:lnTo>
                <a:lnTo>
                  <a:pt x="580698" y="204045"/>
                </a:lnTo>
                <a:lnTo>
                  <a:pt x="591985" y="249943"/>
                </a:lnTo>
                <a:lnTo>
                  <a:pt x="595884" y="298323"/>
                </a:lnTo>
                <a:lnTo>
                  <a:pt x="591985" y="346702"/>
                </a:lnTo>
                <a:lnTo>
                  <a:pt x="580698" y="392600"/>
                </a:lnTo>
                <a:lnTo>
                  <a:pt x="562636" y="435401"/>
                </a:lnTo>
                <a:lnTo>
                  <a:pt x="538410" y="474491"/>
                </a:lnTo>
                <a:lnTo>
                  <a:pt x="508635" y="509254"/>
                </a:lnTo>
                <a:lnTo>
                  <a:pt x="473921" y="539075"/>
                </a:lnTo>
                <a:lnTo>
                  <a:pt x="434882" y="563340"/>
                </a:lnTo>
                <a:lnTo>
                  <a:pt x="392131" y="581433"/>
                </a:lnTo>
                <a:lnTo>
                  <a:pt x="346280" y="592740"/>
                </a:lnTo>
                <a:lnTo>
                  <a:pt x="297942" y="596646"/>
                </a:lnTo>
                <a:lnTo>
                  <a:pt x="249603" y="592740"/>
                </a:lnTo>
                <a:lnTo>
                  <a:pt x="203752" y="581433"/>
                </a:lnTo>
                <a:lnTo>
                  <a:pt x="161001" y="563340"/>
                </a:lnTo>
                <a:lnTo>
                  <a:pt x="121962" y="539075"/>
                </a:lnTo>
                <a:lnTo>
                  <a:pt x="87249" y="509254"/>
                </a:lnTo>
                <a:lnTo>
                  <a:pt x="57473" y="474491"/>
                </a:lnTo>
                <a:lnTo>
                  <a:pt x="33247" y="435401"/>
                </a:lnTo>
                <a:lnTo>
                  <a:pt x="15185" y="392600"/>
                </a:lnTo>
                <a:lnTo>
                  <a:pt x="3898" y="346702"/>
                </a:lnTo>
                <a:lnTo>
                  <a:pt x="0" y="298323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3432809" y="5079746"/>
            <a:ext cx="2317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𝒈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3296411" y="3352800"/>
            <a:ext cx="596265" cy="596265"/>
          </a:xfrm>
          <a:custGeom>
            <a:avLst/>
            <a:gdLst/>
            <a:ahLst/>
            <a:cxnLst/>
            <a:rect l="l" t="t" r="r" b="b"/>
            <a:pathLst>
              <a:path w="596264" h="596264">
                <a:moveTo>
                  <a:pt x="0" y="297942"/>
                </a:moveTo>
                <a:lnTo>
                  <a:pt x="3898" y="249603"/>
                </a:lnTo>
                <a:lnTo>
                  <a:pt x="15185" y="203752"/>
                </a:lnTo>
                <a:lnTo>
                  <a:pt x="33247" y="161001"/>
                </a:lnTo>
                <a:lnTo>
                  <a:pt x="57473" y="121962"/>
                </a:lnTo>
                <a:lnTo>
                  <a:pt x="87248" y="87249"/>
                </a:lnTo>
                <a:lnTo>
                  <a:pt x="121962" y="57473"/>
                </a:lnTo>
                <a:lnTo>
                  <a:pt x="161001" y="33247"/>
                </a:lnTo>
                <a:lnTo>
                  <a:pt x="203752" y="15185"/>
                </a:lnTo>
                <a:lnTo>
                  <a:pt x="249603" y="3898"/>
                </a:lnTo>
                <a:lnTo>
                  <a:pt x="297941" y="0"/>
                </a:lnTo>
                <a:lnTo>
                  <a:pt x="346280" y="3898"/>
                </a:lnTo>
                <a:lnTo>
                  <a:pt x="392131" y="15185"/>
                </a:lnTo>
                <a:lnTo>
                  <a:pt x="434882" y="33247"/>
                </a:lnTo>
                <a:lnTo>
                  <a:pt x="473921" y="57473"/>
                </a:lnTo>
                <a:lnTo>
                  <a:pt x="508635" y="87248"/>
                </a:lnTo>
                <a:lnTo>
                  <a:pt x="538410" y="121962"/>
                </a:lnTo>
                <a:lnTo>
                  <a:pt x="562636" y="161001"/>
                </a:lnTo>
                <a:lnTo>
                  <a:pt x="580698" y="203752"/>
                </a:lnTo>
                <a:lnTo>
                  <a:pt x="591985" y="249603"/>
                </a:lnTo>
                <a:lnTo>
                  <a:pt x="595884" y="297942"/>
                </a:lnTo>
                <a:lnTo>
                  <a:pt x="591985" y="346280"/>
                </a:lnTo>
                <a:lnTo>
                  <a:pt x="580698" y="392131"/>
                </a:lnTo>
                <a:lnTo>
                  <a:pt x="562636" y="434882"/>
                </a:lnTo>
                <a:lnTo>
                  <a:pt x="538410" y="473921"/>
                </a:lnTo>
                <a:lnTo>
                  <a:pt x="508635" y="508635"/>
                </a:lnTo>
                <a:lnTo>
                  <a:pt x="473921" y="538410"/>
                </a:lnTo>
                <a:lnTo>
                  <a:pt x="434882" y="562636"/>
                </a:lnTo>
                <a:lnTo>
                  <a:pt x="392131" y="580698"/>
                </a:lnTo>
                <a:lnTo>
                  <a:pt x="346280" y="591985"/>
                </a:lnTo>
                <a:lnTo>
                  <a:pt x="297941" y="595883"/>
                </a:lnTo>
                <a:lnTo>
                  <a:pt x="249603" y="591985"/>
                </a:lnTo>
                <a:lnTo>
                  <a:pt x="203752" y="580698"/>
                </a:lnTo>
                <a:lnTo>
                  <a:pt x="161001" y="562636"/>
                </a:lnTo>
                <a:lnTo>
                  <a:pt x="121962" y="538410"/>
                </a:lnTo>
                <a:lnTo>
                  <a:pt x="87249" y="508634"/>
                </a:lnTo>
                <a:lnTo>
                  <a:pt x="57473" y="473921"/>
                </a:lnTo>
                <a:lnTo>
                  <a:pt x="33247" y="434882"/>
                </a:lnTo>
                <a:lnTo>
                  <a:pt x="15185" y="392131"/>
                </a:lnTo>
                <a:lnTo>
                  <a:pt x="3898" y="346280"/>
                </a:lnTo>
                <a:lnTo>
                  <a:pt x="0" y="297942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3466338" y="3444747"/>
            <a:ext cx="1797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𝒄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656081" y="3650741"/>
            <a:ext cx="2640330" cy="1933575"/>
          </a:xfrm>
          <a:custGeom>
            <a:avLst/>
            <a:gdLst/>
            <a:ahLst/>
            <a:cxnLst/>
            <a:rect l="l" t="t" r="r" b="b"/>
            <a:pathLst>
              <a:path w="2640329" h="1933575">
                <a:moveTo>
                  <a:pt x="297942" y="0"/>
                </a:moveTo>
                <a:lnTo>
                  <a:pt x="1267841" y="0"/>
                </a:lnTo>
              </a:path>
              <a:path w="2640329" h="1933575">
                <a:moveTo>
                  <a:pt x="0" y="297941"/>
                </a:moveTo>
                <a:lnTo>
                  <a:pt x="0" y="1336801"/>
                </a:lnTo>
              </a:path>
              <a:path w="2640329" h="1933575">
                <a:moveTo>
                  <a:pt x="1355470" y="211073"/>
                </a:moveTo>
                <a:lnTo>
                  <a:pt x="211074" y="1424558"/>
                </a:lnTo>
              </a:path>
              <a:path w="2640329" h="1933575">
                <a:moveTo>
                  <a:pt x="2632837" y="1634489"/>
                </a:moveTo>
                <a:lnTo>
                  <a:pt x="1864614" y="1634489"/>
                </a:lnTo>
              </a:path>
              <a:path w="2640329" h="1933575">
                <a:moveTo>
                  <a:pt x="1565910" y="297941"/>
                </a:moveTo>
                <a:lnTo>
                  <a:pt x="1565910" y="1336801"/>
                </a:lnTo>
              </a:path>
              <a:path w="2640329" h="1933575">
                <a:moveTo>
                  <a:pt x="1864614" y="0"/>
                </a:moveTo>
                <a:lnTo>
                  <a:pt x="2640330" y="0"/>
                </a:lnTo>
              </a:path>
              <a:path w="2640329" h="1933575">
                <a:moveTo>
                  <a:pt x="1267968" y="1634870"/>
                </a:moveTo>
                <a:lnTo>
                  <a:pt x="1271873" y="1586491"/>
                </a:lnTo>
                <a:lnTo>
                  <a:pt x="1283180" y="1540593"/>
                </a:lnTo>
                <a:lnTo>
                  <a:pt x="1301273" y="1497792"/>
                </a:lnTo>
                <a:lnTo>
                  <a:pt x="1325538" y="1458702"/>
                </a:lnTo>
                <a:lnTo>
                  <a:pt x="1355359" y="1423939"/>
                </a:lnTo>
                <a:lnTo>
                  <a:pt x="1390122" y="1394118"/>
                </a:lnTo>
                <a:lnTo>
                  <a:pt x="1429212" y="1369853"/>
                </a:lnTo>
                <a:lnTo>
                  <a:pt x="1472013" y="1351760"/>
                </a:lnTo>
                <a:lnTo>
                  <a:pt x="1517911" y="1340453"/>
                </a:lnTo>
                <a:lnTo>
                  <a:pt x="1566291" y="1336547"/>
                </a:lnTo>
                <a:lnTo>
                  <a:pt x="1614670" y="1340453"/>
                </a:lnTo>
                <a:lnTo>
                  <a:pt x="1660568" y="1351760"/>
                </a:lnTo>
                <a:lnTo>
                  <a:pt x="1703369" y="1369853"/>
                </a:lnTo>
                <a:lnTo>
                  <a:pt x="1742459" y="1394118"/>
                </a:lnTo>
                <a:lnTo>
                  <a:pt x="1777222" y="1423939"/>
                </a:lnTo>
                <a:lnTo>
                  <a:pt x="1807043" y="1458702"/>
                </a:lnTo>
                <a:lnTo>
                  <a:pt x="1831308" y="1497792"/>
                </a:lnTo>
                <a:lnTo>
                  <a:pt x="1849401" y="1540593"/>
                </a:lnTo>
                <a:lnTo>
                  <a:pt x="1860708" y="1586491"/>
                </a:lnTo>
                <a:lnTo>
                  <a:pt x="1864614" y="1634870"/>
                </a:lnTo>
                <a:lnTo>
                  <a:pt x="1860708" y="1683250"/>
                </a:lnTo>
                <a:lnTo>
                  <a:pt x="1849401" y="1729148"/>
                </a:lnTo>
                <a:lnTo>
                  <a:pt x="1831308" y="1771949"/>
                </a:lnTo>
                <a:lnTo>
                  <a:pt x="1807043" y="1811039"/>
                </a:lnTo>
                <a:lnTo>
                  <a:pt x="1777222" y="1845802"/>
                </a:lnTo>
                <a:lnTo>
                  <a:pt x="1742459" y="1875623"/>
                </a:lnTo>
                <a:lnTo>
                  <a:pt x="1703369" y="1899888"/>
                </a:lnTo>
                <a:lnTo>
                  <a:pt x="1660568" y="1917981"/>
                </a:lnTo>
                <a:lnTo>
                  <a:pt x="1614670" y="1929288"/>
                </a:lnTo>
                <a:lnTo>
                  <a:pt x="1566291" y="1933193"/>
                </a:lnTo>
                <a:lnTo>
                  <a:pt x="1517911" y="1929288"/>
                </a:lnTo>
                <a:lnTo>
                  <a:pt x="1472013" y="1917981"/>
                </a:lnTo>
                <a:lnTo>
                  <a:pt x="1429212" y="1899888"/>
                </a:lnTo>
                <a:lnTo>
                  <a:pt x="1390122" y="1875623"/>
                </a:lnTo>
                <a:lnTo>
                  <a:pt x="1355359" y="1845802"/>
                </a:lnTo>
                <a:lnTo>
                  <a:pt x="1325538" y="1811039"/>
                </a:lnTo>
                <a:lnTo>
                  <a:pt x="1301273" y="1771949"/>
                </a:lnTo>
                <a:lnTo>
                  <a:pt x="1283180" y="1729148"/>
                </a:lnTo>
                <a:lnTo>
                  <a:pt x="1271873" y="1683250"/>
                </a:lnTo>
                <a:lnTo>
                  <a:pt x="1267968" y="163487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2086101" y="5079746"/>
            <a:ext cx="1974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𝒇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954024" y="5285232"/>
            <a:ext cx="970280" cy="0"/>
          </a:xfrm>
          <a:custGeom>
            <a:avLst/>
            <a:gdLst/>
            <a:ahLst/>
            <a:cxnLst/>
            <a:rect l="l" t="t" r="r" b="b"/>
            <a:pathLst>
              <a:path w="970280">
                <a:moveTo>
                  <a:pt x="969899" y="0"/>
                </a:moveTo>
                <a:lnTo>
                  <a:pt x="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1868932" y="5615940"/>
            <a:ext cx="44958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20">
                <a:latin typeface="PMingLiU"/>
                <a:cs typeface="PMingLiU"/>
              </a:rPr>
              <a:t>图</a:t>
            </a:r>
            <a:r>
              <a:rPr sz="2000" spc="-50">
                <a:latin typeface="Cambria Math"/>
                <a:cs typeface="Cambria Math"/>
              </a:rPr>
              <a:t>𝑮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5732779" y="5615940"/>
            <a:ext cx="956944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25">
                <a:latin typeface="Cambria Math"/>
                <a:cs typeface="Cambria Math"/>
              </a:rPr>
              <a:t>𝑮</a:t>
            </a:r>
            <a:r>
              <a:rPr sz="2000" spc="-20">
                <a:latin typeface="PMingLiU"/>
                <a:cs typeface="PMingLiU"/>
              </a:rPr>
              <a:t>的子</a:t>
            </a:r>
            <a:r>
              <a:rPr sz="2000" spc="-50">
                <a:latin typeface="PMingLiU"/>
                <a:cs typeface="PMingLiU"/>
              </a:rPr>
              <a:t>图</a:t>
            </a:r>
            <a:endParaRPr sz="2000">
              <a:latin typeface="PMingLiU"/>
              <a:cs typeface="PMingLiU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4251959" y="3352800"/>
            <a:ext cx="596265" cy="596265"/>
          </a:xfrm>
          <a:custGeom>
            <a:avLst/>
            <a:gdLst/>
            <a:ahLst/>
            <a:cxnLst/>
            <a:rect l="l" t="t" r="r" b="b"/>
            <a:pathLst>
              <a:path w="596264" h="596264">
                <a:moveTo>
                  <a:pt x="0" y="297942"/>
                </a:moveTo>
                <a:lnTo>
                  <a:pt x="3898" y="249603"/>
                </a:lnTo>
                <a:lnTo>
                  <a:pt x="15185" y="203752"/>
                </a:lnTo>
                <a:lnTo>
                  <a:pt x="33247" y="161001"/>
                </a:lnTo>
                <a:lnTo>
                  <a:pt x="57473" y="121962"/>
                </a:lnTo>
                <a:lnTo>
                  <a:pt x="87248" y="87249"/>
                </a:lnTo>
                <a:lnTo>
                  <a:pt x="121962" y="57473"/>
                </a:lnTo>
                <a:lnTo>
                  <a:pt x="161001" y="33247"/>
                </a:lnTo>
                <a:lnTo>
                  <a:pt x="203752" y="15185"/>
                </a:lnTo>
                <a:lnTo>
                  <a:pt x="249603" y="3898"/>
                </a:lnTo>
                <a:lnTo>
                  <a:pt x="297941" y="0"/>
                </a:lnTo>
                <a:lnTo>
                  <a:pt x="346280" y="3898"/>
                </a:lnTo>
                <a:lnTo>
                  <a:pt x="392131" y="15185"/>
                </a:lnTo>
                <a:lnTo>
                  <a:pt x="434882" y="33247"/>
                </a:lnTo>
                <a:lnTo>
                  <a:pt x="473921" y="57473"/>
                </a:lnTo>
                <a:lnTo>
                  <a:pt x="508635" y="87248"/>
                </a:lnTo>
                <a:lnTo>
                  <a:pt x="538410" y="121962"/>
                </a:lnTo>
                <a:lnTo>
                  <a:pt x="562636" y="161001"/>
                </a:lnTo>
                <a:lnTo>
                  <a:pt x="580698" y="203752"/>
                </a:lnTo>
                <a:lnTo>
                  <a:pt x="591985" y="249603"/>
                </a:lnTo>
                <a:lnTo>
                  <a:pt x="595884" y="297942"/>
                </a:lnTo>
                <a:lnTo>
                  <a:pt x="591985" y="346280"/>
                </a:lnTo>
                <a:lnTo>
                  <a:pt x="580698" y="392131"/>
                </a:lnTo>
                <a:lnTo>
                  <a:pt x="562636" y="434882"/>
                </a:lnTo>
                <a:lnTo>
                  <a:pt x="538410" y="473921"/>
                </a:lnTo>
                <a:lnTo>
                  <a:pt x="508635" y="508635"/>
                </a:lnTo>
                <a:lnTo>
                  <a:pt x="473921" y="538410"/>
                </a:lnTo>
                <a:lnTo>
                  <a:pt x="434882" y="562636"/>
                </a:lnTo>
                <a:lnTo>
                  <a:pt x="392131" y="580698"/>
                </a:lnTo>
                <a:lnTo>
                  <a:pt x="346280" y="591985"/>
                </a:lnTo>
                <a:lnTo>
                  <a:pt x="297941" y="595883"/>
                </a:lnTo>
                <a:lnTo>
                  <a:pt x="249603" y="591985"/>
                </a:lnTo>
                <a:lnTo>
                  <a:pt x="203752" y="580698"/>
                </a:lnTo>
                <a:lnTo>
                  <a:pt x="161001" y="562636"/>
                </a:lnTo>
                <a:lnTo>
                  <a:pt x="121962" y="538410"/>
                </a:lnTo>
                <a:lnTo>
                  <a:pt x="87249" y="508634"/>
                </a:lnTo>
                <a:lnTo>
                  <a:pt x="57473" y="473921"/>
                </a:lnTo>
                <a:lnTo>
                  <a:pt x="33247" y="434882"/>
                </a:lnTo>
                <a:lnTo>
                  <a:pt x="15185" y="392131"/>
                </a:lnTo>
                <a:lnTo>
                  <a:pt x="3898" y="346280"/>
                </a:lnTo>
                <a:lnTo>
                  <a:pt x="0" y="297942"/>
                </a:lnTo>
                <a:close/>
              </a:path>
            </a:pathLst>
          </a:custGeom>
          <a:ln w="38100">
            <a:solidFill>
              <a:srgbClr val="CACACA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4405121" y="3444747"/>
            <a:ext cx="2152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solidFill>
                  <a:srgbClr val="CACACA"/>
                </a:solidFill>
                <a:latin typeface="Cambria Math"/>
                <a:cs typeface="Cambria Math"/>
              </a:rPr>
              <a:t>𝒂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5817870" y="3352800"/>
            <a:ext cx="596900" cy="596265"/>
          </a:xfrm>
          <a:custGeom>
            <a:avLst/>
            <a:gdLst/>
            <a:ahLst/>
            <a:cxnLst/>
            <a:rect l="l" t="t" r="r" b="b"/>
            <a:pathLst>
              <a:path w="596900" h="596264">
                <a:moveTo>
                  <a:pt x="0" y="297942"/>
                </a:moveTo>
                <a:lnTo>
                  <a:pt x="3905" y="249603"/>
                </a:lnTo>
                <a:lnTo>
                  <a:pt x="15212" y="203752"/>
                </a:lnTo>
                <a:lnTo>
                  <a:pt x="33305" y="161001"/>
                </a:lnTo>
                <a:lnTo>
                  <a:pt x="57570" y="121962"/>
                </a:lnTo>
                <a:lnTo>
                  <a:pt x="87391" y="87249"/>
                </a:lnTo>
                <a:lnTo>
                  <a:pt x="122154" y="57473"/>
                </a:lnTo>
                <a:lnTo>
                  <a:pt x="161244" y="33247"/>
                </a:lnTo>
                <a:lnTo>
                  <a:pt x="204045" y="15185"/>
                </a:lnTo>
                <a:lnTo>
                  <a:pt x="249943" y="3898"/>
                </a:lnTo>
                <a:lnTo>
                  <a:pt x="298322" y="0"/>
                </a:lnTo>
                <a:lnTo>
                  <a:pt x="346702" y="3898"/>
                </a:lnTo>
                <a:lnTo>
                  <a:pt x="392600" y="15185"/>
                </a:lnTo>
                <a:lnTo>
                  <a:pt x="435401" y="33247"/>
                </a:lnTo>
                <a:lnTo>
                  <a:pt x="474491" y="57473"/>
                </a:lnTo>
                <a:lnTo>
                  <a:pt x="509254" y="87248"/>
                </a:lnTo>
                <a:lnTo>
                  <a:pt x="539075" y="121962"/>
                </a:lnTo>
                <a:lnTo>
                  <a:pt x="563340" y="161001"/>
                </a:lnTo>
                <a:lnTo>
                  <a:pt x="581433" y="203752"/>
                </a:lnTo>
                <a:lnTo>
                  <a:pt x="592740" y="249603"/>
                </a:lnTo>
                <a:lnTo>
                  <a:pt x="596645" y="297942"/>
                </a:lnTo>
                <a:lnTo>
                  <a:pt x="592740" y="346280"/>
                </a:lnTo>
                <a:lnTo>
                  <a:pt x="581433" y="392131"/>
                </a:lnTo>
                <a:lnTo>
                  <a:pt x="563340" y="434882"/>
                </a:lnTo>
                <a:lnTo>
                  <a:pt x="539075" y="473921"/>
                </a:lnTo>
                <a:lnTo>
                  <a:pt x="509254" y="508635"/>
                </a:lnTo>
                <a:lnTo>
                  <a:pt x="474491" y="538410"/>
                </a:lnTo>
                <a:lnTo>
                  <a:pt x="435401" y="562636"/>
                </a:lnTo>
                <a:lnTo>
                  <a:pt x="392600" y="580698"/>
                </a:lnTo>
                <a:lnTo>
                  <a:pt x="346702" y="591985"/>
                </a:lnTo>
                <a:lnTo>
                  <a:pt x="298322" y="595883"/>
                </a:lnTo>
                <a:lnTo>
                  <a:pt x="249943" y="591985"/>
                </a:lnTo>
                <a:lnTo>
                  <a:pt x="204045" y="580698"/>
                </a:lnTo>
                <a:lnTo>
                  <a:pt x="161244" y="562636"/>
                </a:lnTo>
                <a:lnTo>
                  <a:pt x="122154" y="538410"/>
                </a:lnTo>
                <a:lnTo>
                  <a:pt x="87391" y="508634"/>
                </a:lnTo>
                <a:lnTo>
                  <a:pt x="57570" y="473921"/>
                </a:lnTo>
                <a:lnTo>
                  <a:pt x="33305" y="434882"/>
                </a:lnTo>
                <a:lnTo>
                  <a:pt x="15212" y="392131"/>
                </a:lnTo>
                <a:lnTo>
                  <a:pt x="3905" y="346280"/>
                </a:lnTo>
                <a:lnTo>
                  <a:pt x="0" y="297942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5972555" y="3444747"/>
            <a:ext cx="2108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𝒃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4251959" y="4987290"/>
            <a:ext cx="596265" cy="596900"/>
          </a:xfrm>
          <a:custGeom>
            <a:avLst/>
            <a:gdLst/>
            <a:ahLst/>
            <a:cxnLst/>
            <a:rect l="l" t="t" r="r" b="b"/>
            <a:pathLst>
              <a:path w="596264" h="596900">
                <a:moveTo>
                  <a:pt x="0" y="298323"/>
                </a:moveTo>
                <a:lnTo>
                  <a:pt x="3898" y="249943"/>
                </a:lnTo>
                <a:lnTo>
                  <a:pt x="15185" y="204045"/>
                </a:lnTo>
                <a:lnTo>
                  <a:pt x="33247" y="161244"/>
                </a:lnTo>
                <a:lnTo>
                  <a:pt x="57473" y="122154"/>
                </a:lnTo>
                <a:lnTo>
                  <a:pt x="87248" y="87391"/>
                </a:lnTo>
                <a:lnTo>
                  <a:pt x="121962" y="57570"/>
                </a:lnTo>
                <a:lnTo>
                  <a:pt x="161001" y="33305"/>
                </a:lnTo>
                <a:lnTo>
                  <a:pt x="203752" y="15212"/>
                </a:lnTo>
                <a:lnTo>
                  <a:pt x="249603" y="3905"/>
                </a:lnTo>
                <a:lnTo>
                  <a:pt x="297941" y="0"/>
                </a:lnTo>
                <a:lnTo>
                  <a:pt x="346280" y="3905"/>
                </a:lnTo>
                <a:lnTo>
                  <a:pt x="392131" y="15212"/>
                </a:lnTo>
                <a:lnTo>
                  <a:pt x="434882" y="33305"/>
                </a:lnTo>
                <a:lnTo>
                  <a:pt x="473921" y="57570"/>
                </a:lnTo>
                <a:lnTo>
                  <a:pt x="508635" y="87391"/>
                </a:lnTo>
                <a:lnTo>
                  <a:pt x="538410" y="122154"/>
                </a:lnTo>
                <a:lnTo>
                  <a:pt x="562636" y="161244"/>
                </a:lnTo>
                <a:lnTo>
                  <a:pt x="580698" y="204045"/>
                </a:lnTo>
                <a:lnTo>
                  <a:pt x="591985" y="249943"/>
                </a:lnTo>
                <a:lnTo>
                  <a:pt x="595884" y="298323"/>
                </a:lnTo>
                <a:lnTo>
                  <a:pt x="591985" y="346702"/>
                </a:lnTo>
                <a:lnTo>
                  <a:pt x="580698" y="392600"/>
                </a:lnTo>
                <a:lnTo>
                  <a:pt x="562636" y="435401"/>
                </a:lnTo>
                <a:lnTo>
                  <a:pt x="538410" y="474491"/>
                </a:lnTo>
                <a:lnTo>
                  <a:pt x="508635" y="509254"/>
                </a:lnTo>
                <a:lnTo>
                  <a:pt x="473921" y="539075"/>
                </a:lnTo>
                <a:lnTo>
                  <a:pt x="434882" y="563340"/>
                </a:lnTo>
                <a:lnTo>
                  <a:pt x="392131" y="581433"/>
                </a:lnTo>
                <a:lnTo>
                  <a:pt x="346280" y="592740"/>
                </a:lnTo>
                <a:lnTo>
                  <a:pt x="297941" y="596646"/>
                </a:lnTo>
                <a:lnTo>
                  <a:pt x="249603" y="592740"/>
                </a:lnTo>
                <a:lnTo>
                  <a:pt x="203752" y="581433"/>
                </a:lnTo>
                <a:lnTo>
                  <a:pt x="161001" y="563340"/>
                </a:lnTo>
                <a:lnTo>
                  <a:pt x="121962" y="539075"/>
                </a:lnTo>
                <a:lnTo>
                  <a:pt x="87249" y="509254"/>
                </a:lnTo>
                <a:lnTo>
                  <a:pt x="57473" y="474491"/>
                </a:lnTo>
                <a:lnTo>
                  <a:pt x="33247" y="435401"/>
                </a:lnTo>
                <a:lnTo>
                  <a:pt x="15185" y="392600"/>
                </a:lnTo>
                <a:lnTo>
                  <a:pt x="3898" y="346702"/>
                </a:lnTo>
                <a:lnTo>
                  <a:pt x="0" y="298323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4401311" y="5079746"/>
            <a:ext cx="2216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𝒅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7182611" y="4987290"/>
            <a:ext cx="596265" cy="596900"/>
          </a:xfrm>
          <a:custGeom>
            <a:avLst/>
            <a:gdLst/>
            <a:ahLst/>
            <a:cxnLst/>
            <a:rect l="l" t="t" r="r" b="b"/>
            <a:pathLst>
              <a:path w="596265" h="596900">
                <a:moveTo>
                  <a:pt x="0" y="298323"/>
                </a:moveTo>
                <a:lnTo>
                  <a:pt x="3898" y="249943"/>
                </a:lnTo>
                <a:lnTo>
                  <a:pt x="15185" y="204045"/>
                </a:lnTo>
                <a:lnTo>
                  <a:pt x="33247" y="161244"/>
                </a:lnTo>
                <a:lnTo>
                  <a:pt x="57473" y="122154"/>
                </a:lnTo>
                <a:lnTo>
                  <a:pt x="87249" y="87391"/>
                </a:lnTo>
                <a:lnTo>
                  <a:pt x="121962" y="57570"/>
                </a:lnTo>
                <a:lnTo>
                  <a:pt x="161001" y="33305"/>
                </a:lnTo>
                <a:lnTo>
                  <a:pt x="203752" y="15212"/>
                </a:lnTo>
                <a:lnTo>
                  <a:pt x="249603" y="3905"/>
                </a:lnTo>
                <a:lnTo>
                  <a:pt x="297942" y="0"/>
                </a:lnTo>
                <a:lnTo>
                  <a:pt x="346280" y="3905"/>
                </a:lnTo>
                <a:lnTo>
                  <a:pt x="392131" y="15212"/>
                </a:lnTo>
                <a:lnTo>
                  <a:pt x="434882" y="33305"/>
                </a:lnTo>
                <a:lnTo>
                  <a:pt x="473921" y="57570"/>
                </a:lnTo>
                <a:lnTo>
                  <a:pt x="508635" y="87391"/>
                </a:lnTo>
                <a:lnTo>
                  <a:pt x="538410" y="122154"/>
                </a:lnTo>
                <a:lnTo>
                  <a:pt x="562636" y="161244"/>
                </a:lnTo>
                <a:lnTo>
                  <a:pt x="580698" y="204045"/>
                </a:lnTo>
                <a:lnTo>
                  <a:pt x="591985" y="249943"/>
                </a:lnTo>
                <a:lnTo>
                  <a:pt x="595884" y="298323"/>
                </a:lnTo>
                <a:lnTo>
                  <a:pt x="591985" y="346702"/>
                </a:lnTo>
                <a:lnTo>
                  <a:pt x="580698" y="392600"/>
                </a:lnTo>
                <a:lnTo>
                  <a:pt x="562636" y="435401"/>
                </a:lnTo>
                <a:lnTo>
                  <a:pt x="538410" y="474491"/>
                </a:lnTo>
                <a:lnTo>
                  <a:pt x="508635" y="509254"/>
                </a:lnTo>
                <a:lnTo>
                  <a:pt x="473921" y="539075"/>
                </a:lnTo>
                <a:lnTo>
                  <a:pt x="434882" y="563340"/>
                </a:lnTo>
                <a:lnTo>
                  <a:pt x="392131" y="581433"/>
                </a:lnTo>
                <a:lnTo>
                  <a:pt x="346280" y="592740"/>
                </a:lnTo>
                <a:lnTo>
                  <a:pt x="297942" y="596646"/>
                </a:lnTo>
                <a:lnTo>
                  <a:pt x="249603" y="592740"/>
                </a:lnTo>
                <a:lnTo>
                  <a:pt x="203752" y="581433"/>
                </a:lnTo>
                <a:lnTo>
                  <a:pt x="161001" y="563340"/>
                </a:lnTo>
                <a:lnTo>
                  <a:pt x="121962" y="539075"/>
                </a:lnTo>
                <a:lnTo>
                  <a:pt x="87249" y="509254"/>
                </a:lnTo>
                <a:lnTo>
                  <a:pt x="57473" y="474491"/>
                </a:lnTo>
                <a:lnTo>
                  <a:pt x="33247" y="435401"/>
                </a:lnTo>
                <a:lnTo>
                  <a:pt x="15185" y="392600"/>
                </a:lnTo>
                <a:lnTo>
                  <a:pt x="3898" y="346702"/>
                </a:lnTo>
                <a:lnTo>
                  <a:pt x="0" y="298323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 txBox="1"/>
          <p:nvPr/>
        </p:nvSpPr>
        <p:spPr>
          <a:xfrm>
            <a:off x="7326883" y="5079746"/>
            <a:ext cx="2317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𝒈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7190231" y="3352800"/>
            <a:ext cx="596265" cy="596265"/>
          </a:xfrm>
          <a:custGeom>
            <a:avLst/>
            <a:gdLst/>
            <a:ahLst/>
            <a:cxnLst/>
            <a:rect l="l" t="t" r="r" b="b"/>
            <a:pathLst>
              <a:path w="596265" h="596264">
                <a:moveTo>
                  <a:pt x="0" y="297942"/>
                </a:moveTo>
                <a:lnTo>
                  <a:pt x="3898" y="249603"/>
                </a:lnTo>
                <a:lnTo>
                  <a:pt x="15185" y="203752"/>
                </a:lnTo>
                <a:lnTo>
                  <a:pt x="33247" y="161001"/>
                </a:lnTo>
                <a:lnTo>
                  <a:pt x="57473" y="121962"/>
                </a:lnTo>
                <a:lnTo>
                  <a:pt x="87249" y="87249"/>
                </a:lnTo>
                <a:lnTo>
                  <a:pt x="121962" y="57473"/>
                </a:lnTo>
                <a:lnTo>
                  <a:pt x="161001" y="33247"/>
                </a:lnTo>
                <a:lnTo>
                  <a:pt x="203752" y="15185"/>
                </a:lnTo>
                <a:lnTo>
                  <a:pt x="249603" y="3898"/>
                </a:lnTo>
                <a:lnTo>
                  <a:pt x="297942" y="0"/>
                </a:lnTo>
                <a:lnTo>
                  <a:pt x="346280" y="3898"/>
                </a:lnTo>
                <a:lnTo>
                  <a:pt x="392131" y="15185"/>
                </a:lnTo>
                <a:lnTo>
                  <a:pt x="434882" y="33247"/>
                </a:lnTo>
                <a:lnTo>
                  <a:pt x="473921" y="57473"/>
                </a:lnTo>
                <a:lnTo>
                  <a:pt x="508635" y="87248"/>
                </a:lnTo>
                <a:lnTo>
                  <a:pt x="538410" y="121962"/>
                </a:lnTo>
                <a:lnTo>
                  <a:pt x="562636" y="161001"/>
                </a:lnTo>
                <a:lnTo>
                  <a:pt x="580698" y="203752"/>
                </a:lnTo>
                <a:lnTo>
                  <a:pt x="591985" y="249603"/>
                </a:lnTo>
                <a:lnTo>
                  <a:pt x="595884" y="297942"/>
                </a:lnTo>
                <a:lnTo>
                  <a:pt x="591985" y="346280"/>
                </a:lnTo>
                <a:lnTo>
                  <a:pt x="580698" y="392131"/>
                </a:lnTo>
                <a:lnTo>
                  <a:pt x="562636" y="434882"/>
                </a:lnTo>
                <a:lnTo>
                  <a:pt x="538410" y="473921"/>
                </a:lnTo>
                <a:lnTo>
                  <a:pt x="508635" y="508635"/>
                </a:lnTo>
                <a:lnTo>
                  <a:pt x="473921" y="538410"/>
                </a:lnTo>
                <a:lnTo>
                  <a:pt x="434882" y="562636"/>
                </a:lnTo>
                <a:lnTo>
                  <a:pt x="392131" y="580698"/>
                </a:lnTo>
                <a:lnTo>
                  <a:pt x="346280" y="591985"/>
                </a:lnTo>
                <a:lnTo>
                  <a:pt x="297942" y="595883"/>
                </a:lnTo>
                <a:lnTo>
                  <a:pt x="249603" y="591985"/>
                </a:lnTo>
                <a:lnTo>
                  <a:pt x="203752" y="580698"/>
                </a:lnTo>
                <a:lnTo>
                  <a:pt x="161001" y="562636"/>
                </a:lnTo>
                <a:lnTo>
                  <a:pt x="121962" y="538410"/>
                </a:lnTo>
                <a:lnTo>
                  <a:pt x="87249" y="508634"/>
                </a:lnTo>
                <a:lnTo>
                  <a:pt x="57473" y="473921"/>
                </a:lnTo>
                <a:lnTo>
                  <a:pt x="33247" y="434882"/>
                </a:lnTo>
                <a:lnTo>
                  <a:pt x="15185" y="392131"/>
                </a:lnTo>
                <a:lnTo>
                  <a:pt x="3898" y="346280"/>
                </a:lnTo>
                <a:lnTo>
                  <a:pt x="0" y="297942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 txBox="1"/>
          <p:nvPr/>
        </p:nvSpPr>
        <p:spPr>
          <a:xfrm>
            <a:off x="7360411" y="3444747"/>
            <a:ext cx="1797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𝒄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4530852" y="3631691"/>
            <a:ext cx="2678430" cy="1971675"/>
            <a:chOff x="4530852" y="3631691"/>
            <a:chExt cx="2678430" cy="1971675"/>
          </a:xfrm>
        </p:grpSpPr>
        <p:sp>
          <p:nvSpPr>
            <p:cNvPr id="47" name="object 47"/>
            <p:cNvSpPr/>
            <p:nvPr/>
          </p:nvSpPr>
          <p:spPr>
            <a:xfrm>
              <a:off x="4549902" y="3650741"/>
              <a:ext cx="1355725" cy="1424940"/>
            </a:xfrm>
            <a:custGeom>
              <a:avLst/>
              <a:gdLst/>
              <a:ahLst/>
              <a:cxnLst/>
              <a:rect l="l" t="t" r="r" b="b"/>
              <a:pathLst>
                <a:path w="1355725" h="1424939">
                  <a:moveTo>
                    <a:pt x="297942" y="0"/>
                  </a:moveTo>
                  <a:lnTo>
                    <a:pt x="1267840" y="0"/>
                  </a:lnTo>
                </a:path>
                <a:path w="1355725" h="1424939">
                  <a:moveTo>
                    <a:pt x="0" y="297941"/>
                  </a:moveTo>
                  <a:lnTo>
                    <a:pt x="0" y="1336801"/>
                  </a:lnTo>
                </a:path>
                <a:path w="1355725" h="1424939">
                  <a:moveTo>
                    <a:pt x="1355471" y="211073"/>
                  </a:moveTo>
                  <a:lnTo>
                    <a:pt x="211074" y="1424558"/>
                  </a:lnTo>
                </a:path>
              </a:pathLst>
            </a:custGeom>
            <a:ln w="38100">
              <a:solidFill>
                <a:srgbClr val="CACACA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5817870" y="3650741"/>
              <a:ext cx="1372870" cy="1933575"/>
            </a:xfrm>
            <a:custGeom>
              <a:avLst/>
              <a:gdLst/>
              <a:ahLst/>
              <a:cxnLst/>
              <a:rect l="l" t="t" r="r" b="b"/>
              <a:pathLst>
                <a:path w="1372870" h="1933575">
                  <a:moveTo>
                    <a:pt x="1364869" y="1634489"/>
                  </a:moveTo>
                  <a:lnTo>
                    <a:pt x="596645" y="1634489"/>
                  </a:lnTo>
                </a:path>
                <a:path w="1372870" h="1933575">
                  <a:moveTo>
                    <a:pt x="297941" y="297941"/>
                  </a:moveTo>
                  <a:lnTo>
                    <a:pt x="297941" y="1336801"/>
                  </a:lnTo>
                </a:path>
                <a:path w="1372870" h="1933575">
                  <a:moveTo>
                    <a:pt x="596645" y="0"/>
                  </a:moveTo>
                  <a:lnTo>
                    <a:pt x="1372361" y="0"/>
                  </a:lnTo>
                </a:path>
                <a:path w="1372870" h="1933575">
                  <a:moveTo>
                    <a:pt x="0" y="1634870"/>
                  </a:moveTo>
                  <a:lnTo>
                    <a:pt x="3905" y="1586491"/>
                  </a:lnTo>
                  <a:lnTo>
                    <a:pt x="15212" y="1540593"/>
                  </a:lnTo>
                  <a:lnTo>
                    <a:pt x="33305" y="1497792"/>
                  </a:lnTo>
                  <a:lnTo>
                    <a:pt x="57570" y="1458702"/>
                  </a:lnTo>
                  <a:lnTo>
                    <a:pt x="87391" y="1423939"/>
                  </a:lnTo>
                  <a:lnTo>
                    <a:pt x="122154" y="1394118"/>
                  </a:lnTo>
                  <a:lnTo>
                    <a:pt x="161244" y="1369853"/>
                  </a:lnTo>
                  <a:lnTo>
                    <a:pt x="204045" y="1351760"/>
                  </a:lnTo>
                  <a:lnTo>
                    <a:pt x="249943" y="1340453"/>
                  </a:lnTo>
                  <a:lnTo>
                    <a:pt x="298322" y="1336547"/>
                  </a:lnTo>
                  <a:lnTo>
                    <a:pt x="346702" y="1340453"/>
                  </a:lnTo>
                  <a:lnTo>
                    <a:pt x="392600" y="1351760"/>
                  </a:lnTo>
                  <a:lnTo>
                    <a:pt x="435401" y="1369853"/>
                  </a:lnTo>
                  <a:lnTo>
                    <a:pt x="474491" y="1394118"/>
                  </a:lnTo>
                  <a:lnTo>
                    <a:pt x="509254" y="1423939"/>
                  </a:lnTo>
                  <a:lnTo>
                    <a:pt x="539075" y="1458702"/>
                  </a:lnTo>
                  <a:lnTo>
                    <a:pt x="563340" y="1497792"/>
                  </a:lnTo>
                  <a:lnTo>
                    <a:pt x="581433" y="1540593"/>
                  </a:lnTo>
                  <a:lnTo>
                    <a:pt x="592740" y="1586491"/>
                  </a:lnTo>
                  <a:lnTo>
                    <a:pt x="596645" y="1634870"/>
                  </a:lnTo>
                  <a:lnTo>
                    <a:pt x="592740" y="1683250"/>
                  </a:lnTo>
                  <a:lnTo>
                    <a:pt x="581433" y="1729148"/>
                  </a:lnTo>
                  <a:lnTo>
                    <a:pt x="563340" y="1771949"/>
                  </a:lnTo>
                  <a:lnTo>
                    <a:pt x="539075" y="1811039"/>
                  </a:lnTo>
                  <a:lnTo>
                    <a:pt x="509254" y="1845802"/>
                  </a:lnTo>
                  <a:lnTo>
                    <a:pt x="474491" y="1875623"/>
                  </a:lnTo>
                  <a:lnTo>
                    <a:pt x="435401" y="1899888"/>
                  </a:lnTo>
                  <a:lnTo>
                    <a:pt x="392600" y="1917981"/>
                  </a:lnTo>
                  <a:lnTo>
                    <a:pt x="346702" y="1929288"/>
                  </a:lnTo>
                  <a:lnTo>
                    <a:pt x="298322" y="1933193"/>
                  </a:lnTo>
                  <a:lnTo>
                    <a:pt x="249943" y="1929288"/>
                  </a:lnTo>
                  <a:lnTo>
                    <a:pt x="204045" y="1917981"/>
                  </a:lnTo>
                  <a:lnTo>
                    <a:pt x="161244" y="1899888"/>
                  </a:lnTo>
                  <a:lnTo>
                    <a:pt x="122154" y="1875623"/>
                  </a:lnTo>
                  <a:lnTo>
                    <a:pt x="87391" y="1845802"/>
                  </a:lnTo>
                  <a:lnTo>
                    <a:pt x="57570" y="1811039"/>
                  </a:lnTo>
                  <a:lnTo>
                    <a:pt x="33305" y="1771949"/>
                  </a:lnTo>
                  <a:lnTo>
                    <a:pt x="15212" y="1729148"/>
                  </a:lnTo>
                  <a:lnTo>
                    <a:pt x="3905" y="1683250"/>
                  </a:lnTo>
                  <a:lnTo>
                    <a:pt x="0" y="163487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9" name="object 49"/>
          <p:cNvSpPr txBox="1"/>
          <p:nvPr/>
        </p:nvSpPr>
        <p:spPr>
          <a:xfrm>
            <a:off x="5980176" y="5079746"/>
            <a:ext cx="1974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𝒇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4847844" y="5285232"/>
            <a:ext cx="970280" cy="0"/>
          </a:xfrm>
          <a:custGeom>
            <a:avLst/>
            <a:gdLst/>
            <a:ahLst/>
            <a:cxnLst/>
            <a:rect l="l" t="t" r="r" b="b"/>
            <a:pathLst>
              <a:path w="970278">
                <a:moveTo>
                  <a:pt x="969898" y="0"/>
                </a:moveTo>
                <a:lnTo>
                  <a:pt x="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8604" y="949131"/>
            <a:ext cx="4551680" cy="98615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393700" indent="-342900">
              <a:lnSpc>
                <a:spcPct val="100000"/>
              </a:lnSpc>
              <a:spcBef>
                <a:spcPts val="81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93065" algn="l"/>
                <a:tab pos="393700" algn="l"/>
              </a:tabLst>
            </a:pPr>
            <a:r>
              <a:rPr sz="2800" dirty="0" err="1">
                <a:latin typeface="PMingLiU"/>
                <a:cs typeface="PMingLiU"/>
              </a:rPr>
              <a:t>树</a:t>
            </a:r>
            <a:r>
              <a:rPr sz="2800" b="1" spc="-10" dirty="0">
                <a:latin typeface="Times New Roman"/>
                <a:cs typeface="Times New Roman"/>
              </a:rPr>
              <a:t>(Tree)</a:t>
            </a:r>
            <a:endParaRPr sz="2800" dirty="0">
              <a:latin typeface="Times New Roman"/>
              <a:cs typeface="Times New Roman"/>
            </a:endParaRPr>
          </a:p>
          <a:p>
            <a:pPr marL="742315" lvl="1" indent="-347980">
              <a:lnSpc>
                <a:spcPct val="100000"/>
              </a:lnSpc>
              <a:spcBef>
                <a:spcPts val="610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42315" algn="l"/>
                <a:tab pos="742950" algn="l"/>
              </a:tabLst>
            </a:pPr>
            <a:r>
              <a:rPr sz="2400" dirty="0" err="1">
                <a:latin typeface="PMingLiU"/>
                <a:cs typeface="PMingLiU"/>
              </a:rPr>
              <a:t>连通、无环图</a:t>
            </a:r>
            <a:r>
              <a:rPr sz="2400" dirty="0">
                <a:latin typeface="Cambria Math"/>
                <a:cs typeface="Cambria Math"/>
              </a:rPr>
              <a:t>𝑻</a:t>
            </a:r>
            <a:r>
              <a:rPr sz="2400" spc="75" dirty="0">
                <a:latin typeface="Cambria Math"/>
                <a:cs typeface="Cambria Math"/>
              </a:rPr>
              <a:t> =&lt; </a:t>
            </a:r>
            <a:r>
              <a:rPr sz="2400" dirty="0">
                <a:latin typeface="Cambria Math"/>
                <a:cs typeface="Cambria Math"/>
              </a:rPr>
              <a:t>𝑽</a:t>
            </a:r>
            <a:r>
              <a:rPr sz="2625" baseline="-15873" dirty="0">
                <a:latin typeface="Cambria Math"/>
                <a:cs typeface="Cambria Math"/>
              </a:rPr>
              <a:t>𝑻</a:t>
            </a:r>
            <a:r>
              <a:rPr sz="2400" spc="-60" dirty="0">
                <a:latin typeface="Cambria Math"/>
                <a:cs typeface="Cambria Math"/>
              </a:rPr>
              <a:t>, </a:t>
            </a:r>
            <a:r>
              <a:rPr sz="2400" dirty="0">
                <a:latin typeface="Cambria Math"/>
                <a:cs typeface="Cambria Math"/>
              </a:rPr>
              <a:t>𝑬</a:t>
            </a:r>
            <a:r>
              <a:rPr sz="2625" baseline="-15873" dirty="0">
                <a:latin typeface="Cambria Math"/>
                <a:cs typeface="Cambria Math"/>
              </a:rPr>
              <a:t>𝑻</a:t>
            </a:r>
            <a:r>
              <a:rPr sz="2625" spc="607" baseline="-15873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&gt;</a:t>
            </a:r>
            <a:endParaRPr sz="2400" dirty="0">
              <a:latin typeface="Cambria Math"/>
              <a:cs typeface="Cambria Math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71426" y="181244"/>
            <a:ext cx="3746035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 err="1"/>
              <a:t>图的概念：</a:t>
            </a:r>
            <a:r>
              <a:rPr spc="-50" dirty="0" err="1"/>
              <a:t>树</a:t>
            </a:r>
            <a:endParaRPr spc="-50" dirty="0"/>
          </a:p>
        </p:txBody>
      </p:sp>
      <p:sp>
        <p:nvSpPr>
          <p:cNvPr id="4" name="object 4"/>
          <p:cNvSpPr/>
          <p:nvPr/>
        </p:nvSpPr>
        <p:spPr>
          <a:xfrm>
            <a:off x="316229" y="2643377"/>
            <a:ext cx="596265" cy="596265"/>
          </a:xfrm>
          <a:custGeom>
            <a:avLst/>
            <a:gdLst/>
            <a:ahLst/>
            <a:cxnLst/>
            <a:rect l="l" t="t" r="r" b="b"/>
            <a:pathLst>
              <a:path w="596265" h="596264">
                <a:moveTo>
                  <a:pt x="0" y="297942"/>
                </a:moveTo>
                <a:lnTo>
                  <a:pt x="3899" y="249603"/>
                </a:lnTo>
                <a:lnTo>
                  <a:pt x="15188" y="203752"/>
                </a:lnTo>
                <a:lnTo>
                  <a:pt x="33254" y="161001"/>
                </a:lnTo>
                <a:lnTo>
                  <a:pt x="57484" y="121962"/>
                </a:lnTo>
                <a:lnTo>
                  <a:pt x="87263" y="87249"/>
                </a:lnTo>
                <a:lnTo>
                  <a:pt x="121979" y="57473"/>
                </a:lnTo>
                <a:lnTo>
                  <a:pt x="161018" y="33247"/>
                </a:lnTo>
                <a:lnTo>
                  <a:pt x="203767" y="15185"/>
                </a:lnTo>
                <a:lnTo>
                  <a:pt x="249613" y="3898"/>
                </a:lnTo>
                <a:lnTo>
                  <a:pt x="297942" y="0"/>
                </a:lnTo>
                <a:lnTo>
                  <a:pt x="346270" y="3898"/>
                </a:lnTo>
                <a:lnTo>
                  <a:pt x="392116" y="15185"/>
                </a:lnTo>
                <a:lnTo>
                  <a:pt x="434865" y="33247"/>
                </a:lnTo>
                <a:lnTo>
                  <a:pt x="473904" y="57473"/>
                </a:lnTo>
                <a:lnTo>
                  <a:pt x="508620" y="87248"/>
                </a:lnTo>
                <a:lnTo>
                  <a:pt x="538399" y="121962"/>
                </a:lnTo>
                <a:lnTo>
                  <a:pt x="562629" y="161001"/>
                </a:lnTo>
                <a:lnTo>
                  <a:pt x="580695" y="203752"/>
                </a:lnTo>
                <a:lnTo>
                  <a:pt x="591984" y="249603"/>
                </a:lnTo>
                <a:lnTo>
                  <a:pt x="595883" y="297942"/>
                </a:lnTo>
                <a:lnTo>
                  <a:pt x="591984" y="346280"/>
                </a:lnTo>
                <a:lnTo>
                  <a:pt x="580695" y="392131"/>
                </a:lnTo>
                <a:lnTo>
                  <a:pt x="562629" y="434882"/>
                </a:lnTo>
                <a:lnTo>
                  <a:pt x="538399" y="473921"/>
                </a:lnTo>
                <a:lnTo>
                  <a:pt x="508620" y="508635"/>
                </a:lnTo>
                <a:lnTo>
                  <a:pt x="473904" y="538410"/>
                </a:lnTo>
                <a:lnTo>
                  <a:pt x="434865" y="562636"/>
                </a:lnTo>
                <a:lnTo>
                  <a:pt x="392116" y="580698"/>
                </a:lnTo>
                <a:lnTo>
                  <a:pt x="346270" y="591985"/>
                </a:lnTo>
                <a:lnTo>
                  <a:pt x="297942" y="595884"/>
                </a:lnTo>
                <a:lnTo>
                  <a:pt x="249613" y="591985"/>
                </a:lnTo>
                <a:lnTo>
                  <a:pt x="203767" y="580698"/>
                </a:lnTo>
                <a:lnTo>
                  <a:pt x="161018" y="562636"/>
                </a:lnTo>
                <a:lnTo>
                  <a:pt x="121979" y="538410"/>
                </a:lnTo>
                <a:lnTo>
                  <a:pt x="87263" y="508635"/>
                </a:lnTo>
                <a:lnTo>
                  <a:pt x="57484" y="473921"/>
                </a:lnTo>
                <a:lnTo>
                  <a:pt x="33254" y="434882"/>
                </a:lnTo>
                <a:lnTo>
                  <a:pt x="15188" y="392131"/>
                </a:lnTo>
                <a:lnTo>
                  <a:pt x="3899" y="346280"/>
                </a:lnTo>
                <a:lnTo>
                  <a:pt x="0" y="297942"/>
                </a:lnTo>
                <a:close/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73201" y="2737611"/>
            <a:ext cx="2152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𝒂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882139" y="2643377"/>
            <a:ext cx="596265" cy="596265"/>
          </a:xfrm>
          <a:custGeom>
            <a:avLst/>
            <a:gdLst/>
            <a:ahLst/>
            <a:cxnLst/>
            <a:rect l="l" t="t" r="r" b="b"/>
            <a:pathLst>
              <a:path w="596264" h="596264">
                <a:moveTo>
                  <a:pt x="0" y="297942"/>
                </a:moveTo>
                <a:lnTo>
                  <a:pt x="3898" y="249603"/>
                </a:lnTo>
                <a:lnTo>
                  <a:pt x="15185" y="203752"/>
                </a:lnTo>
                <a:lnTo>
                  <a:pt x="33247" y="161001"/>
                </a:lnTo>
                <a:lnTo>
                  <a:pt x="57473" y="121962"/>
                </a:lnTo>
                <a:lnTo>
                  <a:pt x="87249" y="87249"/>
                </a:lnTo>
                <a:lnTo>
                  <a:pt x="121962" y="57473"/>
                </a:lnTo>
                <a:lnTo>
                  <a:pt x="161001" y="33247"/>
                </a:lnTo>
                <a:lnTo>
                  <a:pt x="203752" y="15185"/>
                </a:lnTo>
                <a:lnTo>
                  <a:pt x="249603" y="3898"/>
                </a:lnTo>
                <a:lnTo>
                  <a:pt x="297942" y="0"/>
                </a:lnTo>
                <a:lnTo>
                  <a:pt x="346280" y="3898"/>
                </a:lnTo>
                <a:lnTo>
                  <a:pt x="392131" y="15185"/>
                </a:lnTo>
                <a:lnTo>
                  <a:pt x="434882" y="33247"/>
                </a:lnTo>
                <a:lnTo>
                  <a:pt x="473921" y="57473"/>
                </a:lnTo>
                <a:lnTo>
                  <a:pt x="508635" y="87248"/>
                </a:lnTo>
                <a:lnTo>
                  <a:pt x="538410" y="121962"/>
                </a:lnTo>
                <a:lnTo>
                  <a:pt x="562636" y="161001"/>
                </a:lnTo>
                <a:lnTo>
                  <a:pt x="580698" y="203752"/>
                </a:lnTo>
                <a:lnTo>
                  <a:pt x="591985" y="249603"/>
                </a:lnTo>
                <a:lnTo>
                  <a:pt x="595884" y="297942"/>
                </a:lnTo>
                <a:lnTo>
                  <a:pt x="591985" y="346280"/>
                </a:lnTo>
                <a:lnTo>
                  <a:pt x="580698" y="392131"/>
                </a:lnTo>
                <a:lnTo>
                  <a:pt x="562636" y="434882"/>
                </a:lnTo>
                <a:lnTo>
                  <a:pt x="538410" y="473921"/>
                </a:lnTo>
                <a:lnTo>
                  <a:pt x="508635" y="508635"/>
                </a:lnTo>
                <a:lnTo>
                  <a:pt x="473921" y="538410"/>
                </a:lnTo>
                <a:lnTo>
                  <a:pt x="434882" y="562636"/>
                </a:lnTo>
                <a:lnTo>
                  <a:pt x="392131" y="580698"/>
                </a:lnTo>
                <a:lnTo>
                  <a:pt x="346280" y="591985"/>
                </a:lnTo>
                <a:lnTo>
                  <a:pt x="297942" y="595884"/>
                </a:lnTo>
                <a:lnTo>
                  <a:pt x="249603" y="591985"/>
                </a:lnTo>
                <a:lnTo>
                  <a:pt x="203752" y="580698"/>
                </a:lnTo>
                <a:lnTo>
                  <a:pt x="161001" y="562636"/>
                </a:lnTo>
                <a:lnTo>
                  <a:pt x="121962" y="538410"/>
                </a:lnTo>
                <a:lnTo>
                  <a:pt x="87248" y="508635"/>
                </a:lnTo>
                <a:lnTo>
                  <a:pt x="57473" y="473921"/>
                </a:lnTo>
                <a:lnTo>
                  <a:pt x="33247" y="434882"/>
                </a:lnTo>
                <a:lnTo>
                  <a:pt x="15185" y="392131"/>
                </a:lnTo>
                <a:lnTo>
                  <a:pt x="3898" y="346280"/>
                </a:lnTo>
                <a:lnTo>
                  <a:pt x="0" y="297942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040889" y="2737611"/>
            <a:ext cx="2108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𝒃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16229" y="4277867"/>
            <a:ext cx="596265" cy="596900"/>
          </a:xfrm>
          <a:custGeom>
            <a:avLst/>
            <a:gdLst/>
            <a:ahLst/>
            <a:cxnLst/>
            <a:rect l="l" t="t" r="r" b="b"/>
            <a:pathLst>
              <a:path w="596265" h="596900">
                <a:moveTo>
                  <a:pt x="0" y="298322"/>
                </a:moveTo>
                <a:lnTo>
                  <a:pt x="3899" y="249943"/>
                </a:lnTo>
                <a:lnTo>
                  <a:pt x="15188" y="204045"/>
                </a:lnTo>
                <a:lnTo>
                  <a:pt x="33254" y="161244"/>
                </a:lnTo>
                <a:lnTo>
                  <a:pt x="57484" y="122154"/>
                </a:lnTo>
                <a:lnTo>
                  <a:pt x="87263" y="87391"/>
                </a:lnTo>
                <a:lnTo>
                  <a:pt x="121979" y="57570"/>
                </a:lnTo>
                <a:lnTo>
                  <a:pt x="161018" y="33305"/>
                </a:lnTo>
                <a:lnTo>
                  <a:pt x="203767" y="15212"/>
                </a:lnTo>
                <a:lnTo>
                  <a:pt x="249613" y="3905"/>
                </a:lnTo>
                <a:lnTo>
                  <a:pt x="297942" y="0"/>
                </a:lnTo>
                <a:lnTo>
                  <a:pt x="346270" y="3905"/>
                </a:lnTo>
                <a:lnTo>
                  <a:pt x="392116" y="15212"/>
                </a:lnTo>
                <a:lnTo>
                  <a:pt x="434865" y="33305"/>
                </a:lnTo>
                <a:lnTo>
                  <a:pt x="473904" y="57570"/>
                </a:lnTo>
                <a:lnTo>
                  <a:pt x="508620" y="87391"/>
                </a:lnTo>
                <a:lnTo>
                  <a:pt x="538399" y="122154"/>
                </a:lnTo>
                <a:lnTo>
                  <a:pt x="562629" y="161244"/>
                </a:lnTo>
                <a:lnTo>
                  <a:pt x="580695" y="204045"/>
                </a:lnTo>
                <a:lnTo>
                  <a:pt x="591984" y="249943"/>
                </a:lnTo>
                <a:lnTo>
                  <a:pt x="595883" y="298322"/>
                </a:lnTo>
                <a:lnTo>
                  <a:pt x="591984" y="346702"/>
                </a:lnTo>
                <a:lnTo>
                  <a:pt x="580695" y="392600"/>
                </a:lnTo>
                <a:lnTo>
                  <a:pt x="562629" y="435401"/>
                </a:lnTo>
                <a:lnTo>
                  <a:pt x="538399" y="474491"/>
                </a:lnTo>
                <a:lnTo>
                  <a:pt x="508620" y="509254"/>
                </a:lnTo>
                <a:lnTo>
                  <a:pt x="473904" y="539075"/>
                </a:lnTo>
                <a:lnTo>
                  <a:pt x="434865" y="563340"/>
                </a:lnTo>
                <a:lnTo>
                  <a:pt x="392116" y="581433"/>
                </a:lnTo>
                <a:lnTo>
                  <a:pt x="346270" y="592740"/>
                </a:lnTo>
                <a:lnTo>
                  <a:pt x="297942" y="596645"/>
                </a:lnTo>
                <a:lnTo>
                  <a:pt x="249613" y="592740"/>
                </a:lnTo>
                <a:lnTo>
                  <a:pt x="203767" y="581433"/>
                </a:lnTo>
                <a:lnTo>
                  <a:pt x="161018" y="563340"/>
                </a:lnTo>
                <a:lnTo>
                  <a:pt x="121979" y="539075"/>
                </a:lnTo>
                <a:lnTo>
                  <a:pt x="87263" y="509254"/>
                </a:lnTo>
                <a:lnTo>
                  <a:pt x="57484" y="474491"/>
                </a:lnTo>
                <a:lnTo>
                  <a:pt x="33254" y="435401"/>
                </a:lnTo>
                <a:lnTo>
                  <a:pt x="15188" y="392600"/>
                </a:lnTo>
                <a:lnTo>
                  <a:pt x="3899" y="346702"/>
                </a:lnTo>
                <a:lnTo>
                  <a:pt x="0" y="298322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69391" y="4372609"/>
            <a:ext cx="2216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𝒅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246120" y="4277867"/>
            <a:ext cx="596265" cy="596900"/>
          </a:xfrm>
          <a:custGeom>
            <a:avLst/>
            <a:gdLst/>
            <a:ahLst/>
            <a:cxnLst/>
            <a:rect l="l" t="t" r="r" b="b"/>
            <a:pathLst>
              <a:path w="596264" h="596900">
                <a:moveTo>
                  <a:pt x="0" y="298322"/>
                </a:moveTo>
                <a:lnTo>
                  <a:pt x="3898" y="249943"/>
                </a:lnTo>
                <a:lnTo>
                  <a:pt x="15185" y="204045"/>
                </a:lnTo>
                <a:lnTo>
                  <a:pt x="33247" y="161244"/>
                </a:lnTo>
                <a:lnTo>
                  <a:pt x="57473" y="122154"/>
                </a:lnTo>
                <a:lnTo>
                  <a:pt x="87248" y="87391"/>
                </a:lnTo>
                <a:lnTo>
                  <a:pt x="121962" y="57570"/>
                </a:lnTo>
                <a:lnTo>
                  <a:pt x="161001" y="33305"/>
                </a:lnTo>
                <a:lnTo>
                  <a:pt x="203752" y="15212"/>
                </a:lnTo>
                <a:lnTo>
                  <a:pt x="249603" y="3905"/>
                </a:lnTo>
                <a:lnTo>
                  <a:pt x="297942" y="0"/>
                </a:lnTo>
                <a:lnTo>
                  <a:pt x="346280" y="3905"/>
                </a:lnTo>
                <a:lnTo>
                  <a:pt x="392131" y="15212"/>
                </a:lnTo>
                <a:lnTo>
                  <a:pt x="434882" y="33305"/>
                </a:lnTo>
                <a:lnTo>
                  <a:pt x="473921" y="57570"/>
                </a:lnTo>
                <a:lnTo>
                  <a:pt x="508634" y="87391"/>
                </a:lnTo>
                <a:lnTo>
                  <a:pt x="538410" y="122154"/>
                </a:lnTo>
                <a:lnTo>
                  <a:pt x="562636" y="161244"/>
                </a:lnTo>
                <a:lnTo>
                  <a:pt x="580698" y="204045"/>
                </a:lnTo>
                <a:lnTo>
                  <a:pt x="591985" y="249943"/>
                </a:lnTo>
                <a:lnTo>
                  <a:pt x="595883" y="298322"/>
                </a:lnTo>
                <a:lnTo>
                  <a:pt x="591985" y="346702"/>
                </a:lnTo>
                <a:lnTo>
                  <a:pt x="580698" y="392600"/>
                </a:lnTo>
                <a:lnTo>
                  <a:pt x="562636" y="435401"/>
                </a:lnTo>
                <a:lnTo>
                  <a:pt x="538410" y="474491"/>
                </a:lnTo>
                <a:lnTo>
                  <a:pt x="508635" y="509254"/>
                </a:lnTo>
                <a:lnTo>
                  <a:pt x="473921" y="539075"/>
                </a:lnTo>
                <a:lnTo>
                  <a:pt x="434882" y="563340"/>
                </a:lnTo>
                <a:lnTo>
                  <a:pt x="392131" y="581433"/>
                </a:lnTo>
                <a:lnTo>
                  <a:pt x="346280" y="592740"/>
                </a:lnTo>
                <a:lnTo>
                  <a:pt x="297942" y="596645"/>
                </a:lnTo>
                <a:lnTo>
                  <a:pt x="249603" y="592740"/>
                </a:lnTo>
                <a:lnTo>
                  <a:pt x="203752" y="581433"/>
                </a:lnTo>
                <a:lnTo>
                  <a:pt x="161001" y="563340"/>
                </a:lnTo>
                <a:lnTo>
                  <a:pt x="121962" y="539075"/>
                </a:lnTo>
                <a:lnTo>
                  <a:pt x="87249" y="509254"/>
                </a:lnTo>
                <a:lnTo>
                  <a:pt x="57473" y="474491"/>
                </a:lnTo>
                <a:lnTo>
                  <a:pt x="33247" y="435401"/>
                </a:lnTo>
                <a:lnTo>
                  <a:pt x="15185" y="392600"/>
                </a:lnTo>
                <a:lnTo>
                  <a:pt x="3898" y="346702"/>
                </a:lnTo>
                <a:lnTo>
                  <a:pt x="0" y="298322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395217" y="4372609"/>
            <a:ext cx="2317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𝒈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253740" y="2643377"/>
            <a:ext cx="596265" cy="596265"/>
          </a:xfrm>
          <a:custGeom>
            <a:avLst/>
            <a:gdLst/>
            <a:ahLst/>
            <a:cxnLst/>
            <a:rect l="l" t="t" r="r" b="b"/>
            <a:pathLst>
              <a:path w="596264" h="596264">
                <a:moveTo>
                  <a:pt x="0" y="297942"/>
                </a:moveTo>
                <a:lnTo>
                  <a:pt x="3898" y="249603"/>
                </a:lnTo>
                <a:lnTo>
                  <a:pt x="15185" y="203752"/>
                </a:lnTo>
                <a:lnTo>
                  <a:pt x="33247" y="161001"/>
                </a:lnTo>
                <a:lnTo>
                  <a:pt x="57473" y="121962"/>
                </a:lnTo>
                <a:lnTo>
                  <a:pt x="87248" y="87249"/>
                </a:lnTo>
                <a:lnTo>
                  <a:pt x="121962" y="57473"/>
                </a:lnTo>
                <a:lnTo>
                  <a:pt x="161001" y="33247"/>
                </a:lnTo>
                <a:lnTo>
                  <a:pt x="203752" y="15185"/>
                </a:lnTo>
                <a:lnTo>
                  <a:pt x="249603" y="3898"/>
                </a:lnTo>
                <a:lnTo>
                  <a:pt x="297942" y="0"/>
                </a:lnTo>
                <a:lnTo>
                  <a:pt x="346280" y="3898"/>
                </a:lnTo>
                <a:lnTo>
                  <a:pt x="392131" y="15185"/>
                </a:lnTo>
                <a:lnTo>
                  <a:pt x="434882" y="33247"/>
                </a:lnTo>
                <a:lnTo>
                  <a:pt x="473921" y="57473"/>
                </a:lnTo>
                <a:lnTo>
                  <a:pt x="508635" y="87248"/>
                </a:lnTo>
                <a:lnTo>
                  <a:pt x="538410" y="121962"/>
                </a:lnTo>
                <a:lnTo>
                  <a:pt x="562636" y="161001"/>
                </a:lnTo>
                <a:lnTo>
                  <a:pt x="580698" y="203752"/>
                </a:lnTo>
                <a:lnTo>
                  <a:pt x="591985" y="249603"/>
                </a:lnTo>
                <a:lnTo>
                  <a:pt x="595884" y="297942"/>
                </a:lnTo>
                <a:lnTo>
                  <a:pt x="591985" y="346280"/>
                </a:lnTo>
                <a:lnTo>
                  <a:pt x="580698" y="392131"/>
                </a:lnTo>
                <a:lnTo>
                  <a:pt x="562636" y="434882"/>
                </a:lnTo>
                <a:lnTo>
                  <a:pt x="538410" y="473921"/>
                </a:lnTo>
                <a:lnTo>
                  <a:pt x="508635" y="508635"/>
                </a:lnTo>
                <a:lnTo>
                  <a:pt x="473921" y="538410"/>
                </a:lnTo>
                <a:lnTo>
                  <a:pt x="434882" y="562636"/>
                </a:lnTo>
                <a:lnTo>
                  <a:pt x="392131" y="580698"/>
                </a:lnTo>
                <a:lnTo>
                  <a:pt x="346280" y="591985"/>
                </a:lnTo>
                <a:lnTo>
                  <a:pt x="297942" y="595884"/>
                </a:lnTo>
                <a:lnTo>
                  <a:pt x="249603" y="591985"/>
                </a:lnTo>
                <a:lnTo>
                  <a:pt x="203752" y="580698"/>
                </a:lnTo>
                <a:lnTo>
                  <a:pt x="161001" y="562636"/>
                </a:lnTo>
                <a:lnTo>
                  <a:pt x="121962" y="538410"/>
                </a:lnTo>
                <a:lnTo>
                  <a:pt x="87249" y="508635"/>
                </a:lnTo>
                <a:lnTo>
                  <a:pt x="57473" y="473921"/>
                </a:lnTo>
                <a:lnTo>
                  <a:pt x="33247" y="434882"/>
                </a:lnTo>
                <a:lnTo>
                  <a:pt x="15185" y="392131"/>
                </a:lnTo>
                <a:lnTo>
                  <a:pt x="3898" y="346280"/>
                </a:lnTo>
                <a:lnTo>
                  <a:pt x="0" y="297942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3428746" y="2737611"/>
            <a:ext cx="1797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𝒄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14172" y="2941320"/>
            <a:ext cx="2639695" cy="1933575"/>
          </a:xfrm>
          <a:custGeom>
            <a:avLst/>
            <a:gdLst/>
            <a:ahLst/>
            <a:cxnLst/>
            <a:rect l="l" t="t" r="r" b="b"/>
            <a:pathLst>
              <a:path w="2639695" h="1933575">
                <a:moveTo>
                  <a:pt x="297941" y="0"/>
                </a:moveTo>
                <a:lnTo>
                  <a:pt x="1267841" y="0"/>
                </a:lnTo>
              </a:path>
              <a:path w="2639695" h="1933575">
                <a:moveTo>
                  <a:pt x="0" y="297941"/>
                </a:moveTo>
                <a:lnTo>
                  <a:pt x="0" y="1336802"/>
                </a:lnTo>
              </a:path>
              <a:path w="2639695" h="1933575">
                <a:moveTo>
                  <a:pt x="2632075" y="1635252"/>
                </a:moveTo>
                <a:lnTo>
                  <a:pt x="1863852" y="1635252"/>
                </a:lnTo>
              </a:path>
              <a:path w="2639695" h="1933575">
                <a:moveTo>
                  <a:pt x="1863852" y="0"/>
                </a:moveTo>
                <a:lnTo>
                  <a:pt x="2639567" y="0"/>
                </a:lnTo>
              </a:path>
              <a:path w="2639695" h="1933575">
                <a:moveTo>
                  <a:pt x="1267967" y="1634870"/>
                </a:moveTo>
                <a:lnTo>
                  <a:pt x="1271866" y="1586491"/>
                </a:lnTo>
                <a:lnTo>
                  <a:pt x="1283153" y="1540593"/>
                </a:lnTo>
                <a:lnTo>
                  <a:pt x="1301215" y="1497792"/>
                </a:lnTo>
                <a:lnTo>
                  <a:pt x="1325441" y="1458702"/>
                </a:lnTo>
                <a:lnTo>
                  <a:pt x="1355217" y="1423939"/>
                </a:lnTo>
                <a:lnTo>
                  <a:pt x="1389930" y="1394118"/>
                </a:lnTo>
                <a:lnTo>
                  <a:pt x="1428969" y="1369853"/>
                </a:lnTo>
                <a:lnTo>
                  <a:pt x="1471720" y="1351760"/>
                </a:lnTo>
                <a:lnTo>
                  <a:pt x="1517571" y="1340453"/>
                </a:lnTo>
                <a:lnTo>
                  <a:pt x="1565910" y="1336547"/>
                </a:lnTo>
                <a:lnTo>
                  <a:pt x="1614248" y="1340453"/>
                </a:lnTo>
                <a:lnTo>
                  <a:pt x="1660099" y="1351760"/>
                </a:lnTo>
                <a:lnTo>
                  <a:pt x="1702850" y="1369853"/>
                </a:lnTo>
                <a:lnTo>
                  <a:pt x="1741889" y="1394118"/>
                </a:lnTo>
                <a:lnTo>
                  <a:pt x="1776603" y="1423939"/>
                </a:lnTo>
                <a:lnTo>
                  <a:pt x="1806378" y="1458702"/>
                </a:lnTo>
                <a:lnTo>
                  <a:pt x="1830604" y="1497792"/>
                </a:lnTo>
                <a:lnTo>
                  <a:pt x="1848666" y="1540593"/>
                </a:lnTo>
                <a:lnTo>
                  <a:pt x="1859953" y="1586491"/>
                </a:lnTo>
                <a:lnTo>
                  <a:pt x="1863852" y="1634870"/>
                </a:lnTo>
                <a:lnTo>
                  <a:pt x="1859953" y="1683250"/>
                </a:lnTo>
                <a:lnTo>
                  <a:pt x="1848666" y="1729148"/>
                </a:lnTo>
                <a:lnTo>
                  <a:pt x="1830604" y="1771949"/>
                </a:lnTo>
                <a:lnTo>
                  <a:pt x="1806378" y="1811039"/>
                </a:lnTo>
                <a:lnTo>
                  <a:pt x="1776602" y="1845802"/>
                </a:lnTo>
                <a:lnTo>
                  <a:pt x="1741889" y="1875623"/>
                </a:lnTo>
                <a:lnTo>
                  <a:pt x="1702850" y="1899888"/>
                </a:lnTo>
                <a:lnTo>
                  <a:pt x="1660099" y="1917981"/>
                </a:lnTo>
                <a:lnTo>
                  <a:pt x="1614248" y="1929288"/>
                </a:lnTo>
                <a:lnTo>
                  <a:pt x="1565910" y="1933193"/>
                </a:lnTo>
                <a:lnTo>
                  <a:pt x="1517571" y="1929288"/>
                </a:lnTo>
                <a:lnTo>
                  <a:pt x="1471720" y="1917981"/>
                </a:lnTo>
                <a:lnTo>
                  <a:pt x="1428969" y="1899888"/>
                </a:lnTo>
                <a:lnTo>
                  <a:pt x="1389930" y="1875623"/>
                </a:lnTo>
                <a:lnTo>
                  <a:pt x="1355216" y="1845802"/>
                </a:lnTo>
                <a:lnTo>
                  <a:pt x="1325441" y="1811039"/>
                </a:lnTo>
                <a:lnTo>
                  <a:pt x="1301215" y="1771949"/>
                </a:lnTo>
                <a:lnTo>
                  <a:pt x="1283153" y="1729148"/>
                </a:lnTo>
                <a:lnTo>
                  <a:pt x="1271866" y="1683250"/>
                </a:lnTo>
                <a:lnTo>
                  <a:pt x="1267967" y="163487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2048510" y="4372609"/>
            <a:ext cx="1974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𝒇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16229" y="3239261"/>
            <a:ext cx="1960245" cy="3249295"/>
          </a:xfrm>
          <a:custGeom>
            <a:avLst/>
            <a:gdLst/>
            <a:ahLst/>
            <a:cxnLst/>
            <a:rect l="l" t="t" r="r" b="b"/>
            <a:pathLst>
              <a:path w="1960245" h="3249295">
                <a:moveTo>
                  <a:pt x="1863852" y="1038860"/>
                </a:moveTo>
                <a:lnTo>
                  <a:pt x="1863852" y="0"/>
                </a:lnTo>
              </a:path>
              <a:path w="1960245" h="3249295">
                <a:moveTo>
                  <a:pt x="1363980" y="2951226"/>
                </a:moveTo>
                <a:lnTo>
                  <a:pt x="1367878" y="2902897"/>
                </a:lnTo>
                <a:lnTo>
                  <a:pt x="1379165" y="2857051"/>
                </a:lnTo>
                <a:lnTo>
                  <a:pt x="1397227" y="2814302"/>
                </a:lnTo>
                <a:lnTo>
                  <a:pt x="1421453" y="2775263"/>
                </a:lnTo>
                <a:lnTo>
                  <a:pt x="1451229" y="2740547"/>
                </a:lnTo>
                <a:lnTo>
                  <a:pt x="1485942" y="2710768"/>
                </a:lnTo>
                <a:lnTo>
                  <a:pt x="1524981" y="2686538"/>
                </a:lnTo>
                <a:lnTo>
                  <a:pt x="1567732" y="2668472"/>
                </a:lnTo>
                <a:lnTo>
                  <a:pt x="1613583" y="2657183"/>
                </a:lnTo>
                <a:lnTo>
                  <a:pt x="1661921" y="2653284"/>
                </a:lnTo>
                <a:lnTo>
                  <a:pt x="1710260" y="2657183"/>
                </a:lnTo>
                <a:lnTo>
                  <a:pt x="1756111" y="2668472"/>
                </a:lnTo>
                <a:lnTo>
                  <a:pt x="1798862" y="2686538"/>
                </a:lnTo>
                <a:lnTo>
                  <a:pt x="1837901" y="2710768"/>
                </a:lnTo>
                <a:lnTo>
                  <a:pt x="1872615" y="2740547"/>
                </a:lnTo>
                <a:lnTo>
                  <a:pt x="1902390" y="2775263"/>
                </a:lnTo>
                <a:lnTo>
                  <a:pt x="1926616" y="2814302"/>
                </a:lnTo>
                <a:lnTo>
                  <a:pt x="1944678" y="2857051"/>
                </a:lnTo>
                <a:lnTo>
                  <a:pt x="1955965" y="2902897"/>
                </a:lnTo>
                <a:lnTo>
                  <a:pt x="1959864" y="2951226"/>
                </a:lnTo>
                <a:lnTo>
                  <a:pt x="1955965" y="2999554"/>
                </a:lnTo>
                <a:lnTo>
                  <a:pt x="1944678" y="3045400"/>
                </a:lnTo>
                <a:lnTo>
                  <a:pt x="1926616" y="3088149"/>
                </a:lnTo>
                <a:lnTo>
                  <a:pt x="1902390" y="3127188"/>
                </a:lnTo>
                <a:lnTo>
                  <a:pt x="1872614" y="3161904"/>
                </a:lnTo>
                <a:lnTo>
                  <a:pt x="1837901" y="3191683"/>
                </a:lnTo>
                <a:lnTo>
                  <a:pt x="1798862" y="3215913"/>
                </a:lnTo>
                <a:lnTo>
                  <a:pt x="1756111" y="3233979"/>
                </a:lnTo>
                <a:lnTo>
                  <a:pt x="1710260" y="3245268"/>
                </a:lnTo>
                <a:lnTo>
                  <a:pt x="1661921" y="3249168"/>
                </a:lnTo>
                <a:lnTo>
                  <a:pt x="1613583" y="3245268"/>
                </a:lnTo>
                <a:lnTo>
                  <a:pt x="1567732" y="3233979"/>
                </a:lnTo>
                <a:lnTo>
                  <a:pt x="1524981" y="3215913"/>
                </a:lnTo>
                <a:lnTo>
                  <a:pt x="1485942" y="3191683"/>
                </a:lnTo>
                <a:lnTo>
                  <a:pt x="1451228" y="3161904"/>
                </a:lnTo>
                <a:lnTo>
                  <a:pt x="1421453" y="3127188"/>
                </a:lnTo>
                <a:lnTo>
                  <a:pt x="1397227" y="3088149"/>
                </a:lnTo>
                <a:lnTo>
                  <a:pt x="1379165" y="3045400"/>
                </a:lnTo>
                <a:lnTo>
                  <a:pt x="1367878" y="2999554"/>
                </a:lnTo>
                <a:lnTo>
                  <a:pt x="1363980" y="2951226"/>
                </a:lnTo>
                <a:close/>
              </a:path>
              <a:path w="1960245" h="3249295">
                <a:moveTo>
                  <a:pt x="1364107" y="2951226"/>
                </a:moveTo>
                <a:lnTo>
                  <a:pt x="595883" y="2951226"/>
                </a:lnTo>
              </a:path>
              <a:path w="1960245" h="3249295">
                <a:moveTo>
                  <a:pt x="0" y="2951226"/>
                </a:moveTo>
                <a:lnTo>
                  <a:pt x="3899" y="2902897"/>
                </a:lnTo>
                <a:lnTo>
                  <a:pt x="15188" y="2857051"/>
                </a:lnTo>
                <a:lnTo>
                  <a:pt x="33254" y="2814302"/>
                </a:lnTo>
                <a:lnTo>
                  <a:pt x="57484" y="2775263"/>
                </a:lnTo>
                <a:lnTo>
                  <a:pt x="87263" y="2740547"/>
                </a:lnTo>
                <a:lnTo>
                  <a:pt x="121979" y="2710768"/>
                </a:lnTo>
                <a:lnTo>
                  <a:pt x="161018" y="2686538"/>
                </a:lnTo>
                <a:lnTo>
                  <a:pt x="203767" y="2668472"/>
                </a:lnTo>
                <a:lnTo>
                  <a:pt x="249613" y="2657183"/>
                </a:lnTo>
                <a:lnTo>
                  <a:pt x="297942" y="2653284"/>
                </a:lnTo>
                <a:lnTo>
                  <a:pt x="346270" y="2657183"/>
                </a:lnTo>
                <a:lnTo>
                  <a:pt x="392116" y="2668472"/>
                </a:lnTo>
                <a:lnTo>
                  <a:pt x="434865" y="2686538"/>
                </a:lnTo>
                <a:lnTo>
                  <a:pt x="473904" y="2710768"/>
                </a:lnTo>
                <a:lnTo>
                  <a:pt x="508620" y="2740547"/>
                </a:lnTo>
                <a:lnTo>
                  <a:pt x="538399" y="2775263"/>
                </a:lnTo>
                <a:lnTo>
                  <a:pt x="562629" y="2814302"/>
                </a:lnTo>
                <a:lnTo>
                  <a:pt x="580695" y="2857051"/>
                </a:lnTo>
                <a:lnTo>
                  <a:pt x="591984" y="2902897"/>
                </a:lnTo>
                <a:lnTo>
                  <a:pt x="595883" y="2951226"/>
                </a:lnTo>
                <a:lnTo>
                  <a:pt x="591984" y="2999554"/>
                </a:lnTo>
                <a:lnTo>
                  <a:pt x="580695" y="3045400"/>
                </a:lnTo>
                <a:lnTo>
                  <a:pt x="562629" y="3088149"/>
                </a:lnTo>
                <a:lnTo>
                  <a:pt x="538399" y="3127188"/>
                </a:lnTo>
                <a:lnTo>
                  <a:pt x="508620" y="3161904"/>
                </a:lnTo>
                <a:lnTo>
                  <a:pt x="473904" y="3191683"/>
                </a:lnTo>
                <a:lnTo>
                  <a:pt x="434865" y="3215913"/>
                </a:lnTo>
                <a:lnTo>
                  <a:pt x="392116" y="3233979"/>
                </a:lnTo>
                <a:lnTo>
                  <a:pt x="346270" y="3245268"/>
                </a:lnTo>
                <a:lnTo>
                  <a:pt x="297942" y="3249168"/>
                </a:lnTo>
                <a:lnTo>
                  <a:pt x="249613" y="3245268"/>
                </a:lnTo>
                <a:lnTo>
                  <a:pt x="203767" y="3233979"/>
                </a:lnTo>
                <a:lnTo>
                  <a:pt x="161018" y="3215913"/>
                </a:lnTo>
                <a:lnTo>
                  <a:pt x="121979" y="3191683"/>
                </a:lnTo>
                <a:lnTo>
                  <a:pt x="87263" y="3161904"/>
                </a:lnTo>
                <a:lnTo>
                  <a:pt x="57484" y="3127188"/>
                </a:lnTo>
                <a:lnTo>
                  <a:pt x="33254" y="3088149"/>
                </a:lnTo>
                <a:lnTo>
                  <a:pt x="15188" y="3045400"/>
                </a:lnTo>
                <a:lnTo>
                  <a:pt x="3899" y="2999554"/>
                </a:lnTo>
                <a:lnTo>
                  <a:pt x="0" y="2951226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471677" y="5987033"/>
            <a:ext cx="2184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𝒉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614172" y="4853940"/>
            <a:ext cx="3027045" cy="1655445"/>
          </a:xfrm>
          <a:custGeom>
            <a:avLst/>
            <a:gdLst/>
            <a:ahLst/>
            <a:cxnLst/>
            <a:rect l="l" t="t" r="r" b="b"/>
            <a:pathLst>
              <a:path w="3027045" h="1655445">
                <a:moveTo>
                  <a:pt x="0" y="1038847"/>
                </a:moveTo>
                <a:lnTo>
                  <a:pt x="0" y="0"/>
                </a:lnTo>
              </a:path>
              <a:path w="3027045" h="1655445">
                <a:moveTo>
                  <a:pt x="2430017" y="1357122"/>
                </a:moveTo>
                <a:lnTo>
                  <a:pt x="2433923" y="1308793"/>
                </a:lnTo>
                <a:lnTo>
                  <a:pt x="2445230" y="1262947"/>
                </a:lnTo>
                <a:lnTo>
                  <a:pt x="2463323" y="1220198"/>
                </a:lnTo>
                <a:lnTo>
                  <a:pt x="2487588" y="1181159"/>
                </a:lnTo>
                <a:lnTo>
                  <a:pt x="2517409" y="1146443"/>
                </a:lnTo>
                <a:lnTo>
                  <a:pt x="2552172" y="1116664"/>
                </a:lnTo>
                <a:lnTo>
                  <a:pt x="2591262" y="1092434"/>
                </a:lnTo>
                <a:lnTo>
                  <a:pt x="2634063" y="1074368"/>
                </a:lnTo>
                <a:lnTo>
                  <a:pt x="2679961" y="1063079"/>
                </a:lnTo>
                <a:lnTo>
                  <a:pt x="2728341" y="1059180"/>
                </a:lnTo>
                <a:lnTo>
                  <a:pt x="2776720" y="1063079"/>
                </a:lnTo>
                <a:lnTo>
                  <a:pt x="2822618" y="1074368"/>
                </a:lnTo>
                <a:lnTo>
                  <a:pt x="2865419" y="1092434"/>
                </a:lnTo>
                <a:lnTo>
                  <a:pt x="2904509" y="1116664"/>
                </a:lnTo>
                <a:lnTo>
                  <a:pt x="2939272" y="1146443"/>
                </a:lnTo>
                <a:lnTo>
                  <a:pt x="2969093" y="1181159"/>
                </a:lnTo>
                <a:lnTo>
                  <a:pt x="2993358" y="1220198"/>
                </a:lnTo>
                <a:lnTo>
                  <a:pt x="3011451" y="1262947"/>
                </a:lnTo>
                <a:lnTo>
                  <a:pt x="3022758" y="1308793"/>
                </a:lnTo>
                <a:lnTo>
                  <a:pt x="3026664" y="1357122"/>
                </a:lnTo>
                <a:lnTo>
                  <a:pt x="3022758" y="1405450"/>
                </a:lnTo>
                <a:lnTo>
                  <a:pt x="3011451" y="1451296"/>
                </a:lnTo>
                <a:lnTo>
                  <a:pt x="2993358" y="1494045"/>
                </a:lnTo>
                <a:lnTo>
                  <a:pt x="2969093" y="1533084"/>
                </a:lnTo>
                <a:lnTo>
                  <a:pt x="2939272" y="1567800"/>
                </a:lnTo>
                <a:lnTo>
                  <a:pt x="2904509" y="1597579"/>
                </a:lnTo>
                <a:lnTo>
                  <a:pt x="2865419" y="1621809"/>
                </a:lnTo>
                <a:lnTo>
                  <a:pt x="2822618" y="1639875"/>
                </a:lnTo>
                <a:lnTo>
                  <a:pt x="2776720" y="1651164"/>
                </a:lnTo>
                <a:lnTo>
                  <a:pt x="2728341" y="1655064"/>
                </a:lnTo>
                <a:lnTo>
                  <a:pt x="2679961" y="1651164"/>
                </a:lnTo>
                <a:lnTo>
                  <a:pt x="2634063" y="1639875"/>
                </a:lnTo>
                <a:lnTo>
                  <a:pt x="2591262" y="1621809"/>
                </a:lnTo>
                <a:lnTo>
                  <a:pt x="2552172" y="1597579"/>
                </a:lnTo>
                <a:lnTo>
                  <a:pt x="2517409" y="1567800"/>
                </a:lnTo>
                <a:lnTo>
                  <a:pt x="2487588" y="1533084"/>
                </a:lnTo>
                <a:lnTo>
                  <a:pt x="2463323" y="1494045"/>
                </a:lnTo>
                <a:lnTo>
                  <a:pt x="2445230" y="1451296"/>
                </a:lnTo>
                <a:lnTo>
                  <a:pt x="2433923" y="1405450"/>
                </a:lnTo>
                <a:lnTo>
                  <a:pt x="2430017" y="1357122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758950" y="5987033"/>
            <a:ext cx="279400" cy="882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8905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𝒊</a:t>
            </a:r>
            <a:endParaRPr sz="24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1465"/>
              </a:spcBef>
            </a:pPr>
            <a:r>
              <a:rPr sz="2000" spc="-5">
                <a:latin typeface="PMingLiU"/>
                <a:cs typeface="PMingLiU"/>
              </a:rPr>
              <a:t>树</a:t>
            </a:r>
            <a:endParaRPr sz="2000">
              <a:latin typeface="PMingLiU"/>
              <a:cs typeface="PMingLiU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236976" y="6007353"/>
            <a:ext cx="14414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𝒋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2276094" y="6211061"/>
            <a:ext cx="768350" cy="0"/>
          </a:xfrm>
          <a:custGeom>
            <a:avLst/>
            <a:gdLst/>
            <a:ahLst/>
            <a:cxnLst/>
            <a:rect l="l" t="t" r="r" b="b"/>
            <a:pathLst>
              <a:path w="768350">
                <a:moveTo>
                  <a:pt x="768223" y="0"/>
                </a:moveTo>
                <a:lnTo>
                  <a:pt x="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4785" y="1008742"/>
            <a:ext cx="4239260" cy="98615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381000" indent="-342900">
              <a:lnSpc>
                <a:spcPct val="100000"/>
              </a:lnSpc>
              <a:spcBef>
                <a:spcPts val="81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80365" algn="l"/>
                <a:tab pos="381000" algn="l"/>
              </a:tabLst>
            </a:pPr>
            <a:r>
              <a:rPr sz="2800" dirty="0" err="1">
                <a:latin typeface="PMingLiU"/>
                <a:cs typeface="PMingLiU"/>
              </a:rPr>
              <a:t>树</a:t>
            </a:r>
            <a:r>
              <a:rPr sz="2800" b="1" spc="-10" dirty="0">
                <a:latin typeface="Times New Roman"/>
                <a:cs typeface="Times New Roman"/>
              </a:rPr>
              <a:t>(Tree)</a:t>
            </a:r>
            <a:endParaRPr sz="2800" dirty="0">
              <a:latin typeface="Times New Roman"/>
              <a:cs typeface="Times New Roman"/>
            </a:endParaRPr>
          </a:p>
          <a:p>
            <a:pPr marL="729615" lvl="1" indent="-347980">
              <a:lnSpc>
                <a:spcPct val="100000"/>
              </a:lnSpc>
              <a:spcBef>
                <a:spcPts val="610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29615" algn="l"/>
                <a:tab pos="730250" algn="l"/>
              </a:tabLst>
            </a:pPr>
            <a:r>
              <a:rPr sz="2400" dirty="0" err="1">
                <a:latin typeface="PMingLiU"/>
                <a:cs typeface="PMingLiU"/>
              </a:rPr>
              <a:t>连通、无环图</a:t>
            </a:r>
            <a:r>
              <a:rPr sz="2400" dirty="0">
                <a:latin typeface="Cambria Math"/>
                <a:cs typeface="Cambria Math"/>
              </a:rPr>
              <a:t>𝑻</a:t>
            </a:r>
            <a:r>
              <a:rPr sz="2400" spc="80" dirty="0">
                <a:latin typeface="Cambria Math"/>
                <a:cs typeface="Cambria Math"/>
              </a:rPr>
              <a:t> =&lt; </a:t>
            </a:r>
            <a:r>
              <a:rPr sz="2400" dirty="0">
                <a:latin typeface="Cambria Math"/>
                <a:cs typeface="Cambria Math"/>
              </a:rPr>
              <a:t>𝑽</a:t>
            </a:r>
            <a:r>
              <a:rPr sz="2625" baseline="-15873" dirty="0">
                <a:latin typeface="Cambria Math"/>
                <a:cs typeface="Cambria Math"/>
              </a:rPr>
              <a:t>𝑻</a:t>
            </a:r>
            <a:r>
              <a:rPr sz="2400" spc="-55" dirty="0">
                <a:latin typeface="Cambria Math"/>
                <a:cs typeface="Cambria Math"/>
              </a:rPr>
              <a:t>, </a:t>
            </a:r>
            <a:r>
              <a:rPr sz="2400" spc="-25" dirty="0">
                <a:latin typeface="Cambria Math"/>
                <a:cs typeface="Cambria Math"/>
              </a:rPr>
              <a:t>𝑬</a:t>
            </a:r>
            <a:r>
              <a:rPr sz="2625" spc="-37" baseline="-15873" dirty="0">
                <a:latin typeface="Cambria Math"/>
                <a:cs typeface="Cambria Math"/>
              </a:rPr>
              <a:t>𝑻</a:t>
            </a:r>
            <a:endParaRPr sz="2625" baseline="-15873" dirty="0">
              <a:latin typeface="Cambria Math"/>
              <a:cs typeface="Cambria Math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928710" y="1603572"/>
            <a:ext cx="29171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>
                <a:latin typeface="Cambria Math"/>
                <a:cs typeface="Cambria Math"/>
              </a:rPr>
              <a:t>&gt;</a:t>
            </a:r>
            <a:r>
              <a:rPr sz="2400">
                <a:latin typeface="PMingLiU"/>
                <a:cs typeface="PMingLiU"/>
              </a:rPr>
              <a:t>，树有</a:t>
            </a:r>
            <a:r>
              <a:rPr sz="2400">
                <a:latin typeface="Cambria Math"/>
                <a:cs typeface="Cambria Math"/>
              </a:rPr>
              <a:t>|𝑽</a:t>
            </a:r>
            <a:r>
              <a:rPr sz="2625" baseline="-15873">
                <a:latin typeface="Cambria Math"/>
                <a:cs typeface="Cambria Math"/>
              </a:rPr>
              <a:t>𝑻</a:t>
            </a:r>
            <a:r>
              <a:rPr sz="2400">
                <a:latin typeface="Cambria Math"/>
                <a:cs typeface="Cambria Math"/>
              </a:rPr>
              <a:t>|</a:t>
            </a:r>
            <a:r>
              <a:rPr sz="2400" spc="30">
                <a:latin typeface="Cambria Math"/>
                <a:cs typeface="Cambria Math"/>
              </a:rPr>
              <a:t> − </a:t>
            </a:r>
            <a:r>
              <a:rPr sz="2400">
                <a:latin typeface="Cambria Math"/>
                <a:cs typeface="Cambria Math"/>
              </a:rPr>
              <a:t>𝟏</a:t>
            </a:r>
            <a:r>
              <a:rPr sz="2400" spc="-25">
                <a:latin typeface="PMingLiU"/>
                <a:cs typeface="PMingLiU"/>
              </a:rPr>
              <a:t>条边</a:t>
            </a:r>
            <a:endParaRPr sz="2400">
              <a:latin typeface="PMingLiU"/>
              <a:cs typeface="PMingLiU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275344" y="208452"/>
            <a:ext cx="3537690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 err="1"/>
              <a:t>图的概念：</a:t>
            </a:r>
            <a:r>
              <a:rPr spc="-50" dirty="0" err="1"/>
              <a:t>树</a:t>
            </a:r>
            <a:endParaRPr spc="-50" dirty="0"/>
          </a:p>
        </p:txBody>
      </p:sp>
      <p:sp>
        <p:nvSpPr>
          <p:cNvPr id="5" name="object 5"/>
          <p:cNvSpPr/>
          <p:nvPr/>
        </p:nvSpPr>
        <p:spPr>
          <a:xfrm>
            <a:off x="316229" y="2643377"/>
            <a:ext cx="596265" cy="596265"/>
          </a:xfrm>
          <a:custGeom>
            <a:avLst/>
            <a:gdLst/>
            <a:ahLst/>
            <a:cxnLst/>
            <a:rect l="l" t="t" r="r" b="b"/>
            <a:pathLst>
              <a:path w="596265" h="596264">
                <a:moveTo>
                  <a:pt x="0" y="297942"/>
                </a:moveTo>
                <a:lnTo>
                  <a:pt x="3899" y="249603"/>
                </a:lnTo>
                <a:lnTo>
                  <a:pt x="15188" y="203752"/>
                </a:lnTo>
                <a:lnTo>
                  <a:pt x="33254" y="161001"/>
                </a:lnTo>
                <a:lnTo>
                  <a:pt x="57484" y="121962"/>
                </a:lnTo>
                <a:lnTo>
                  <a:pt x="87263" y="87249"/>
                </a:lnTo>
                <a:lnTo>
                  <a:pt x="121979" y="57473"/>
                </a:lnTo>
                <a:lnTo>
                  <a:pt x="161018" y="33247"/>
                </a:lnTo>
                <a:lnTo>
                  <a:pt x="203767" y="15185"/>
                </a:lnTo>
                <a:lnTo>
                  <a:pt x="249613" y="3898"/>
                </a:lnTo>
                <a:lnTo>
                  <a:pt x="297942" y="0"/>
                </a:lnTo>
                <a:lnTo>
                  <a:pt x="346270" y="3898"/>
                </a:lnTo>
                <a:lnTo>
                  <a:pt x="392116" y="15185"/>
                </a:lnTo>
                <a:lnTo>
                  <a:pt x="434865" y="33247"/>
                </a:lnTo>
                <a:lnTo>
                  <a:pt x="473904" y="57473"/>
                </a:lnTo>
                <a:lnTo>
                  <a:pt x="508620" y="87248"/>
                </a:lnTo>
                <a:lnTo>
                  <a:pt x="538399" y="121962"/>
                </a:lnTo>
                <a:lnTo>
                  <a:pt x="562629" y="161001"/>
                </a:lnTo>
                <a:lnTo>
                  <a:pt x="580695" y="203752"/>
                </a:lnTo>
                <a:lnTo>
                  <a:pt x="591984" y="249603"/>
                </a:lnTo>
                <a:lnTo>
                  <a:pt x="595883" y="297942"/>
                </a:lnTo>
                <a:lnTo>
                  <a:pt x="591984" y="346280"/>
                </a:lnTo>
                <a:lnTo>
                  <a:pt x="580695" y="392131"/>
                </a:lnTo>
                <a:lnTo>
                  <a:pt x="562629" y="434882"/>
                </a:lnTo>
                <a:lnTo>
                  <a:pt x="538399" y="473921"/>
                </a:lnTo>
                <a:lnTo>
                  <a:pt x="508620" y="508635"/>
                </a:lnTo>
                <a:lnTo>
                  <a:pt x="473904" y="538410"/>
                </a:lnTo>
                <a:lnTo>
                  <a:pt x="434865" y="562636"/>
                </a:lnTo>
                <a:lnTo>
                  <a:pt x="392116" y="580698"/>
                </a:lnTo>
                <a:lnTo>
                  <a:pt x="346270" y="591985"/>
                </a:lnTo>
                <a:lnTo>
                  <a:pt x="297942" y="595884"/>
                </a:lnTo>
                <a:lnTo>
                  <a:pt x="249613" y="591985"/>
                </a:lnTo>
                <a:lnTo>
                  <a:pt x="203767" y="580698"/>
                </a:lnTo>
                <a:lnTo>
                  <a:pt x="161018" y="562636"/>
                </a:lnTo>
                <a:lnTo>
                  <a:pt x="121979" y="538410"/>
                </a:lnTo>
                <a:lnTo>
                  <a:pt x="87263" y="508635"/>
                </a:lnTo>
                <a:lnTo>
                  <a:pt x="57484" y="473921"/>
                </a:lnTo>
                <a:lnTo>
                  <a:pt x="33254" y="434882"/>
                </a:lnTo>
                <a:lnTo>
                  <a:pt x="15188" y="392131"/>
                </a:lnTo>
                <a:lnTo>
                  <a:pt x="3899" y="346280"/>
                </a:lnTo>
                <a:lnTo>
                  <a:pt x="0" y="297942"/>
                </a:lnTo>
                <a:close/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73201" y="2737611"/>
            <a:ext cx="2152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𝒂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882139" y="2643377"/>
            <a:ext cx="596265" cy="596265"/>
          </a:xfrm>
          <a:custGeom>
            <a:avLst/>
            <a:gdLst/>
            <a:ahLst/>
            <a:cxnLst/>
            <a:rect l="l" t="t" r="r" b="b"/>
            <a:pathLst>
              <a:path w="596264" h="596264">
                <a:moveTo>
                  <a:pt x="0" y="297942"/>
                </a:moveTo>
                <a:lnTo>
                  <a:pt x="3898" y="249603"/>
                </a:lnTo>
                <a:lnTo>
                  <a:pt x="15185" y="203752"/>
                </a:lnTo>
                <a:lnTo>
                  <a:pt x="33247" y="161001"/>
                </a:lnTo>
                <a:lnTo>
                  <a:pt x="57473" y="121962"/>
                </a:lnTo>
                <a:lnTo>
                  <a:pt x="87249" y="87249"/>
                </a:lnTo>
                <a:lnTo>
                  <a:pt x="121962" y="57473"/>
                </a:lnTo>
                <a:lnTo>
                  <a:pt x="161001" y="33247"/>
                </a:lnTo>
                <a:lnTo>
                  <a:pt x="203752" y="15185"/>
                </a:lnTo>
                <a:lnTo>
                  <a:pt x="249603" y="3898"/>
                </a:lnTo>
                <a:lnTo>
                  <a:pt x="297942" y="0"/>
                </a:lnTo>
                <a:lnTo>
                  <a:pt x="346280" y="3898"/>
                </a:lnTo>
                <a:lnTo>
                  <a:pt x="392131" y="15185"/>
                </a:lnTo>
                <a:lnTo>
                  <a:pt x="434882" y="33247"/>
                </a:lnTo>
                <a:lnTo>
                  <a:pt x="473921" y="57473"/>
                </a:lnTo>
                <a:lnTo>
                  <a:pt x="508635" y="87248"/>
                </a:lnTo>
                <a:lnTo>
                  <a:pt x="538410" y="121962"/>
                </a:lnTo>
                <a:lnTo>
                  <a:pt x="562636" y="161001"/>
                </a:lnTo>
                <a:lnTo>
                  <a:pt x="580698" y="203752"/>
                </a:lnTo>
                <a:lnTo>
                  <a:pt x="591985" y="249603"/>
                </a:lnTo>
                <a:lnTo>
                  <a:pt x="595884" y="297942"/>
                </a:lnTo>
                <a:lnTo>
                  <a:pt x="591985" y="346280"/>
                </a:lnTo>
                <a:lnTo>
                  <a:pt x="580698" y="392131"/>
                </a:lnTo>
                <a:lnTo>
                  <a:pt x="562636" y="434882"/>
                </a:lnTo>
                <a:lnTo>
                  <a:pt x="538410" y="473921"/>
                </a:lnTo>
                <a:lnTo>
                  <a:pt x="508635" y="508635"/>
                </a:lnTo>
                <a:lnTo>
                  <a:pt x="473921" y="538410"/>
                </a:lnTo>
                <a:lnTo>
                  <a:pt x="434882" y="562636"/>
                </a:lnTo>
                <a:lnTo>
                  <a:pt x="392131" y="580698"/>
                </a:lnTo>
                <a:lnTo>
                  <a:pt x="346280" y="591985"/>
                </a:lnTo>
                <a:lnTo>
                  <a:pt x="297942" y="595884"/>
                </a:lnTo>
                <a:lnTo>
                  <a:pt x="249603" y="591985"/>
                </a:lnTo>
                <a:lnTo>
                  <a:pt x="203752" y="580698"/>
                </a:lnTo>
                <a:lnTo>
                  <a:pt x="161001" y="562636"/>
                </a:lnTo>
                <a:lnTo>
                  <a:pt x="121962" y="538410"/>
                </a:lnTo>
                <a:lnTo>
                  <a:pt x="87248" y="508635"/>
                </a:lnTo>
                <a:lnTo>
                  <a:pt x="57473" y="473921"/>
                </a:lnTo>
                <a:lnTo>
                  <a:pt x="33247" y="434882"/>
                </a:lnTo>
                <a:lnTo>
                  <a:pt x="15185" y="392131"/>
                </a:lnTo>
                <a:lnTo>
                  <a:pt x="3898" y="346280"/>
                </a:lnTo>
                <a:lnTo>
                  <a:pt x="0" y="297942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040889" y="2737611"/>
            <a:ext cx="2108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𝒃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16229" y="4277867"/>
            <a:ext cx="596265" cy="596900"/>
          </a:xfrm>
          <a:custGeom>
            <a:avLst/>
            <a:gdLst/>
            <a:ahLst/>
            <a:cxnLst/>
            <a:rect l="l" t="t" r="r" b="b"/>
            <a:pathLst>
              <a:path w="596265" h="596900">
                <a:moveTo>
                  <a:pt x="0" y="298322"/>
                </a:moveTo>
                <a:lnTo>
                  <a:pt x="3899" y="249943"/>
                </a:lnTo>
                <a:lnTo>
                  <a:pt x="15188" y="204045"/>
                </a:lnTo>
                <a:lnTo>
                  <a:pt x="33254" y="161244"/>
                </a:lnTo>
                <a:lnTo>
                  <a:pt x="57484" y="122154"/>
                </a:lnTo>
                <a:lnTo>
                  <a:pt x="87263" y="87391"/>
                </a:lnTo>
                <a:lnTo>
                  <a:pt x="121979" y="57570"/>
                </a:lnTo>
                <a:lnTo>
                  <a:pt x="161018" y="33305"/>
                </a:lnTo>
                <a:lnTo>
                  <a:pt x="203767" y="15212"/>
                </a:lnTo>
                <a:lnTo>
                  <a:pt x="249613" y="3905"/>
                </a:lnTo>
                <a:lnTo>
                  <a:pt x="297942" y="0"/>
                </a:lnTo>
                <a:lnTo>
                  <a:pt x="346270" y="3905"/>
                </a:lnTo>
                <a:lnTo>
                  <a:pt x="392116" y="15212"/>
                </a:lnTo>
                <a:lnTo>
                  <a:pt x="434865" y="33305"/>
                </a:lnTo>
                <a:lnTo>
                  <a:pt x="473904" y="57570"/>
                </a:lnTo>
                <a:lnTo>
                  <a:pt x="508620" y="87391"/>
                </a:lnTo>
                <a:lnTo>
                  <a:pt x="538399" y="122154"/>
                </a:lnTo>
                <a:lnTo>
                  <a:pt x="562629" y="161244"/>
                </a:lnTo>
                <a:lnTo>
                  <a:pt x="580695" y="204045"/>
                </a:lnTo>
                <a:lnTo>
                  <a:pt x="591984" y="249943"/>
                </a:lnTo>
                <a:lnTo>
                  <a:pt x="595883" y="298322"/>
                </a:lnTo>
                <a:lnTo>
                  <a:pt x="591984" y="346702"/>
                </a:lnTo>
                <a:lnTo>
                  <a:pt x="580695" y="392600"/>
                </a:lnTo>
                <a:lnTo>
                  <a:pt x="562629" y="435401"/>
                </a:lnTo>
                <a:lnTo>
                  <a:pt x="538399" y="474491"/>
                </a:lnTo>
                <a:lnTo>
                  <a:pt x="508620" y="509254"/>
                </a:lnTo>
                <a:lnTo>
                  <a:pt x="473904" y="539075"/>
                </a:lnTo>
                <a:lnTo>
                  <a:pt x="434865" y="563340"/>
                </a:lnTo>
                <a:lnTo>
                  <a:pt x="392116" y="581433"/>
                </a:lnTo>
                <a:lnTo>
                  <a:pt x="346270" y="592740"/>
                </a:lnTo>
                <a:lnTo>
                  <a:pt x="297942" y="596645"/>
                </a:lnTo>
                <a:lnTo>
                  <a:pt x="249613" y="592740"/>
                </a:lnTo>
                <a:lnTo>
                  <a:pt x="203767" y="581433"/>
                </a:lnTo>
                <a:lnTo>
                  <a:pt x="161018" y="563340"/>
                </a:lnTo>
                <a:lnTo>
                  <a:pt x="121979" y="539075"/>
                </a:lnTo>
                <a:lnTo>
                  <a:pt x="87263" y="509254"/>
                </a:lnTo>
                <a:lnTo>
                  <a:pt x="57484" y="474491"/>
                </a:lnTo>
                <a:lnTo>
                  <a:pt x="33254" y="435401"/>
                </a:lnTo>
                <a:lnTo>
                  <a:pt x="15188" y="392600"/>
                </a:lnTo>
                <a:lnTo>
                  <a:pt x="3899" y="346702"/>
                </a:lnTo>
                <a:lnTo>
                  <a:pt x="0" y="298322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469391" y="4372609"/>
            <a:ext cx="2216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𝒅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246120" y="4277867"/>
            <a:ext cx="596265" cy="596900"/>
          </a:xfrm>
          <a:custGeom>
            <a:avLst/>
            <a:gdLst/>
            <a:ahLst/>
            <a:cxnLst/>
            <a:rect l="l" t="t" r="r" b="b"/>
            <a:pathLst>
              <a:path w="596264" h="596900">
                <a:moveTo>
                  <a:pt x="0" y="298322"/>
                </a:moveTo>
                <a:lnTo>
                  <a:pt x="3898" y="249943"/>
                </a:lnTo>
                <a:lnTo>
                  <a:pt x="15185" y="204045"/>
                </a:lnTo>
                <a:lnTo>
                  <a:pt x="33247" y="161244"/>
                </a:lnTo>
                <a:lnTo>
                  <a:pt x="57473" y="122154"/>
                </a:lnTo>
                <a:lnTo>
                  <a:pt x="87248" y="87391"/>
                </a:lnTo>
                <a:lnTo>
                  <a:pt x="121962" y="57570"/>
                </a:lnTo>
                <a:lnTo>
                  <a:pt x="161001" y="33305"/>
                </a:lnTo>
                <a:lnTo>
                  <a:pt x="203752" y="15212"/>
                </a:lnTo>
                <a:lnTo>
                  <a:pt x="249603" y="3905"/>
                </a:lnTo>
                <a:lnTo>
                  <a:pt x="297942" y="0"/>
                </a:lnTo>
                <a:lnTo>
                  <a:pt x="346280" y="3905"/>
                </a:lnTo>
                <a:lnTo>
                  <a:pt x="392131" y="15212"/>
                </a:lnTo>
                <a:lnTo>
                  <a:pt x="434882" y="33305"/>
                </a:lnTo>
                <a:lnTo>
                  <a:pt x="473921" y="57570"/>
                </a:lnTo>
                <a:lnTo>
                  <a:pt x="508634" y="87391"/>
                </a:lnTo>
                <a:lnTo>
                  <a:pt x="538410" y="122154"/>
                </a:lnTo>
                <a:lnTo>
                  <a:pt x="562636" y="161244"/>
                </a:lnTo>
                <a:lnTo>
                  <a:pt x="580698" y="204045"/>
                </a:lnTo>
                <a:lnTo>
                  <a:pt x="591985" y="249943"/>
                </a:lnTo>
                <a:lnTo>
                  <a:pt x="595883" y="298322"/>
                </a:lnTo>
                <a:lnTo>
                  <a:pt x="591985" y="346702"/>
                </a:lnTo>
                <a:lnTo>
                  <a:pt x="580698" y="392600"/>
                </a:lnTo>
                <a:lnTo>
                  <a:pt x="562636" y="435401"/>
                </a:lnTo>
                <a:lnTo>
                  <a:pt x="538410" y="474491"/>
                </a:lnTo>
                <a:lnTo>
                  <a:pt x="508635" y="509254"/>
                </a:lnTo>
                <a:lnTo>
                  <a:pt x="473921" y="539075"/>
                </a:lnTo>
                <a:lnTo>
                  <a:pt x="434882" y="563340"/>
                </a:lnTo>
                <a:lnTo>
                  <a:pt x="392131" y="581433"/>
                </a:lnTo>
                <a:lnTo>
                  <a:pt x="346280" y="592740"/>
                </a:lnTo>
                <a:lnTo>
                  <a:pt x="297942" y="596645"/>
                </a:lnTo>
                <a:lnTo>
                  <a:pt x="249603" y="592740"/>
                </a:lnTo>
                <a:lnTo>
                  <a:pt x="203752" y="581433"/>
                </a:lnTo>
                <a:lnTo>
                  <a:pt x="161001" y="563340"/>
                </a:lnTo>
                <a:lnTo>
                  <a:pt x="121962" y="539075"/>
                </a:lnTo>
                <a:lnTo>
                  <a:pt x="87249" y="509254"/>
                </a:lnTo>
                <a:lnTo>
                  <a:pt x="57473" y="474491"/>
                </a:lnTo>
                <a:lnTo>
                  <a:pt x="33247" y="435401"/>
                </a:lnTo>
                <a:lnTo>
                  <a:pt x="15185" y="392600"/>
                </a:lnTo>
                <a:lnTo>
                  <a:pt x="3898" y="346702"/>
                </a:lnTo>
                <a:lnTo>
                  <a:pt x="0" y="298322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3395217" y="4372609"/>
            <a:ext cx="2317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𝒈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253740" y="2643377"/>
            <a:ext cx="596265" cy="596265"/>
          </a:xfrm>
          <a:custGeom>
            <a:avLst/>
            <a:gdLst/>
            <a:ahLst/>
            <a:cxnLst/>
            <a:rect l="l" t="t" r="r" b="b"/>
            <a:pathLst>
              <a:path w="596264" h="596264">
                <a:moveTo>
                  <a:pt x="0" y="297942"/>
                </a:moveTo>
                <a:lnTo>
                  <a:pt x="3898" y="249603"/>
                </a:lnTo>
                <a:lnTo>
                  <a:pt x="15185" y="203752"/>
                </a:lnTo>
                <a:lnTo>
                  <a:pt x="33247" y="161001"/>
                </a:lnTo>
                <a:lnTo>
                  <a:pt x="57473" y="121962"/>
                </a:lnTo>
                <a:lnTo>
                  <a:pt x="87248" y="87249"/>
                </a:lnTo>
                <a:lnTo>
                  <a:pt x="121962" y="57473"/>
                </a:lnTo>
                <a:lnTo>
                  <a:pt x="161001" y="33247"/>
                </a:lnTo>
                <a:lnTo>
                  <a:pt x="203752" y="15185"/>
                </a:lnTo>
                <a:lnTo>
                  <a:pt x="249603" y="3898"/>
                </a:lnTo>
                <a:lnTo>
                  <a:pt x="297942" y="0"/>
                </a:lnTo>
                <a:lnTo>
                  <a:pt x="346280" y="3898"/>
                </a:lnTo>
                <a:lnTo>
                  <a:pt x="392131" y="15185"/>
                </a:lnTo>
                <a:lnTo>
                  <a:pt x="434882" y="33247"/>
                </a:lnTo>
                <a:lnTo>
                  <a:pt x="473921" y="57473"/>
                </a:lnTo>
                <a:lnTo>
                  <a:pt x="508635" y="87248"/>
                </a:lnTo>
                <a:lnTo>
                  <a:pt x="538410" y="121962"/>
                </a:lnTo>
                <a:lnTo>
                  <a:pt x="562636" y="161001"/>
                </a:lnTo>
                <a:lnTo>
                  <a:pt x="580698" y="203752"/>
                </a:lnTo>
                <a:lnTo>
                  <a:pt x="591985" y="249603"/>
                </a:lnTo>
                <a:lnTo>
                  <a:pt x="595884" y="297942"/>
                </a:lnTo>
                <a:lnTo>
                  <a:pt x="591985" y="346280"/>
                </a:lnTo>
                <a:lnTo>
                  <a:pt x="580698" y="392131"/>
                </a:lnTo>
                <a:lnTo>
                  <a:pt x="562636" y="434882"/>
                </a:lnTo>
                <a:lnTo>
                  <a:pt x="538410" y="473921"/>
                </a:lnTo>
                <a:lnTo>
                  <a:pt x="508635" y="508635"/>
                </a:lnTo>
                <a:lnTo>
                  <a:pt x="473921" y="538410"/>
                </a:lnTo>
                <a:lnTo>
                  <a:pt x="434882" y="562636"/>
                </a:lnTo>
                <a:lnTo>
                  <a:pt x="392131" y="580698"/>
                </a:lnTo>
                <a:lnTo>
                  <a:pt x="346280" y="591985"/>
                </a:lnTo>
                <a:lnTo>
                  <a:pt x="297942" y="595884"/>
                </a:lnTo>
                <a:lnTo>
                  <a:pt x="249603" y="591985"/>
                </a:lnTo>
                <a:lnTo>
                  <a:pt x="203752" y="580698"/>
                </a:lnTo>
                <a:lnTo>
                  <a:pt x="161001" y="562636"/>
                </a:lnTo>
                <a:lnTo>
                  <a:pt x="121962" y="538410"/>
                </a:lnTo>
                <a:lnTo>
                  <a:pt x="87249" y="508635"/>
                </a:lnTo>
                <a:lnTo>
                  <a:pt x="57473" y="473921"/>
                </a:lnTo>
                <a:lnTo>
                  <a:pt x="33247" y="434882"/>
                </a:lnTo>
                <a:lnTo>
                  <a:pt x="15185" y="392131"/>
                </a:lnTo>
                <a:lnTo>
                  <a:pt x="3898" y="346280"/>
                </a:lnTo>
                <a:lnTo>
                  <a:pt x="0" y="297942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3428746" y="2737611"/>
            <a:ext cx="1797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𝒄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595122" y="2922270"/>
            <a:ext cx="2677795" cy="1971675"/>
            <a:chOff x="595122" y="2922270"/>
            <a:chExt cx="2677795" cy="1971675"/>
          </a:xfrm>
        </p:grpSpPr>
        <p:sp>
          <p:nvSpPr>
            <p:cNvPr id="16" name="object 16"/>
            <p:cNvSpPr/>
            <p:nvPr/>
          </p:nvSpPr>
          <p:spPr>
            <a:xfrm>
              <a:off x="614172" y="2941320"/>
              <a:ext cx="2639695" cy="1635760"/>
            </a:xfrm>
            <a:custGeom>
              <a:avLst/>
              <a:gdLst/>
              <a:ahLst/>
              <a:cxnLst/>
              <a:rect l="l" t="t" r="r" b="b"/>
              <a:pathLst>
                <a:path w="2639695" h="1635760">
                  <a:moveTo>
                    <a:pt x="297941" y="0"/>
                  </a:moveTo>
                  <a:lnTo>
                    <a:pt x="1267841" y="0"/>
                  </a:lnTo>
                </a:path>
                <a:path w="2639695" h="1635760">
                  <a:moveTo>
                    <a:pt x="0" y="297941"/>
                  </a:moveTo>
                  <a:lnTo>
                    <a:pt x="0" y="1336802"/>
                  </a:lnTo>
                </a:path>
                <a:path w="2639695" h="1635760">
                  <a:moveTo>
                    <a:pt x="2632075" y="1635252"/>
                  </a:moveTo>
                  <a:lnTo>
                    <a:pt x="1863852" y="1635252"/>
                  </a:lnTo>
                </a:path>
                <a:path w="2639695" h="1635760">
                  <a:moveTo>
                    <a:pt x="1863852" y="0"/>
                  </a:moveTo>
                  <a:lnTo>
                    <a:pt x="2639567" y="0"/>
                  </a:lnTo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882139" y="4277868"/>
              <a:ext cx="596265" cy="596900"/>
            </a:xfrm>
            <a:custGeom>
              <a:avLst/>
              <a:gdLst/>
              <a:ahLst/>
              <a:cxnLst/>
              <a:rect l="l" t="t" r="r" b="b"/>
              <a:pathLst>
                <a:path w="596264" h="596900">
                  <a:moveTo>
                    <a:pt x="0" y="298322"/>
                  </a:moveTo>
                  <a:lnTo>
                    <a:pt x="3898" y="249943"/>
                  </a:lnTo>
                  <a:lnTo>
                    <a:pt x="15185" y="204045"/>
                  </a:lnTo>
                  <a:lnTo>
                    <a:pt x="33247" y="161244"/>
                  </a:lnTo>
                  <a:lnTo>
                    <a:pt x="57473" y="122154"/>
                  </a:lnTo>
                  <a:lnTo>
                    <a:pt x="87249" y="87391"/>
                  </a:lnTo>
                  <a:lnTo>
                    <a:pt x="121962" y="57570"/>
                  </a:lnTo>
                  <a:lnTo>
                    <a:pt x="161001" y="33305"/>
                  </a:lnTo>
                  <a:lnTo>
                    <a:pt x="203752" y="15212"/>
                  </a:lnTo>
                  <a:lnTo>
                    <a:pt x="249603" y="3905"/>
                  </a:lnTo>
                  <a:lnTo>
                    <a:pt x="297942" y="0"/>
                  </a:lnTo>
                  <a:lnTo>
                    <a:pt x="346280" y="3905"/>
                  </a:lnTo>
                  <a:lnTo>
                    <a:pt x="392131" y="15212"/>
                  </a:lnTo>
                  <a:lnTo>
                    <a:pt x="434882" y="33305"/>
                  </a:lnTo>
                  <a:lnTo>
                    <a:pt x="473921" y="57570"/>
                  </a:lnTo>
                  <a:lnTo>
                    <a:pt x="508635" y="87391"/>
                  </a:lnTo>
                  <a:lnTo>
                    <a:pt x="538410" y="122154"/>
                  </a:lnTo>
                  <a:lnTo>
                    <a:pt x="562636" y="161244"/>
                  </a:lnTo>
                  <a:lnTo>
                    <a:pt x="580698" y="204045"/>
                  </a:lnTo>
                  <a:lnTo>
                    <a:pt x="591985" y="249943"/>
                  </a:lnTo>
                  <a:lnTo>
                    <a:pt x="595884" y="298322"/>
                  </a:lnTo>
                  <a:lnTo>
                    <a:pt x="591985" y="346702"/>
                  </a:lnTo>
                  <a:lnTo>
                    <a:pt x="580698" y="392600"/>
                  </a:lnTo>
                  <a:lnTo>
                    <a:pt x="562636" y="435401"/>
                  </a:lnTo>
                  <a:lnTo>
                    <a:pt x="538410" y="474491"/>
                  </a:lnTo>
                  <a:lnTo>
                    <a:pt x="508635" y="509254"/>
                  </a:lnTo>
                  <a:lnTo>
                    <a:pt x="473921" y="539075"/>
                  </a:lnTo>
                  <a:lnTo>
                    <a:pt x="434882" y="563340"/>
                  </a:lnTo>
                  <a:lnTo>
                    <a:pt x="392131" y="581433"/>
                  </a:lnTo>
                  <a:lnTo>
                    <a:pt x="346280" y="592740"/>
                  </a:lnTo>
                  <a:lnTo>
                    <a:pt x="297942" y="596645"/>
                  </a:lnTo>
                  <a:lnTo>
                    <a:pt x="249603" y="592740"/>
                  </a:lnTo>
                  <a:lnTo>
                    <a:pt x="203752" y="581433"/>
                  </a:lnTo>
                  <a:lnTo>
                    <a:pt x="161001" y="563340"/>
                  </a:lnTo>
                  <a:lnTo>
                    <a:pt x="121962" y="539075"/>
                  </a:lnTo>
                  <a:lnTo>
                    <a:pt x="87248" y="509254"/>
                  </a:lnTo>
                  <a:lnTo>
                    <a:pt x="57473" y="474491"/>
                  </a:lnTo>
                  <a:lnTo>
                    <a:pt x="33247" y="435401"/>
                  </a:lnTo>
                  <a:lnTo>
                    <a:pt x="15185" y="392600"/>
                  </a:lnTo>
                  <a:lnTo>
                    <a:pt x="3898" y="346702"/>
                  </a:lnTo>
                  <a:lnTo>
                    <a:pt x="0" y="298322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2048510" y="4372609"/>
            <a:ext cx="1974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𝒇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297179" y="3220211"/>
            <a:ext cx="1998345" cy="3287395"/>
            <a:chOff x="297179" y="3220211"/>
            <a:chExt cx="1998345" cy="3287395"/>
          </a:xfrm>
        </p:grpSpPr>
        <p:sp>
          <p:nvSpPr>
            <p:cNvPr id="20" name="object 20"/>
            <p:cNvSpPr/>
            <p:nvPr/>
          </p:nvSpPr>
          <p:spPr>
            <a:xfrm flipH="1">
              <a:off x="2180081" y="3239261"/>
              <a:ext cx="0" cy="1038860"/>
            </a:xfrm>
            <a:custGeom>
              <a:avLst/>
              <a:gdLst/>
              <a:ahLst/>
              <a:cxnLst/>
              <a:rect l="l" t="t" r="r" b="b"/>
              <a:pathLst>
                <a:path h="1038860">
                  <a:moveTo>
                    <a:pt x="0" y="1038860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680210" y="5892545"/>
              <a:ext cx="596265" cy="596265"/>
            </a:xfrm>
            <a:custGeom>
              <a:avLst/>
              <a:gdLst/>
              <a:ahLst/>
              <a:cxnLst/>
              <a:rect l="l" t="t" r="r" b="b"/>
              <a:pathLst>
                <a:path w="596264" h="596264">
                  <a:moveTo>
                    <a:pt x="0" y="297941"/>
                  </a:moveTo>
                  <a:lnTo>
                    <a:pt x="3898" y="249613"/>
                  </a:lnTo>
                  <a:lnTo>
                    <a:pt x="15185" y="203767"/>
                  </a:lnTo>
                  <a:lnTo>
                    <a:pt x="33247" y="161018"/>
                  </a:lnTo>
                  <a:lnTo>
                    <a:pt x="57473" y="121979"/>
                  </a:lnTo>
                  <a:lnTo>
                    <a:pt x="87249" y="87263"/>
                  </a:lnTo>
                  <a:lnTo>
                    <a:pt x="121962" y="57484"/>
                  </a:lnTo>
                  <a:lnTo>
                    <a:pt x="161001" y="33254"/>
                  </a:lnTo>
                  <a:lnTo>
                    <a:pt x="203752" y="15188"/>
                  </a:lnTo>
                  <a:lnTo>
                    <a:pt x="249603" y="3899"/>
                  </a:lnTo>
                  <a:lnTo>
                    <a:pt x="297941" y="0"/>
                  </a:lnTo>
                  <a:lnTo>
                    <a:pt x="346280" y="3899"/>
                  </a:lnTo>
                  <a:lnTo>
                    <a:pt x="392131" y="15188"/>
                  </a:lnTo>
                  <a:lnTo>
                    <a:pt x="434882" y="33254"/>
                  </a:lnTo>
                  <a:lnTo>
                    <a:pt x="473921" y="57484"/>
                  </a:lnTo>
                  <a:lnTo>
                    <a:pt x="508635" y="87263"/>
                  </a:lnTo>
                  <a:lnTo>
                    <a:pt x="538410" y="121979"/>
                  </a:lnTo>
                  <a:lnTo>
                    <a:pt x="562636" y="161018"/>
                  </a:lnTo>
                  <a:lnTo>
                    <a:pt x="580698" y="203767"/>
                  </a:lnTo>
                  <a:lnTo>
                    <a:pt x="591985" y="249613"/>
                  </a:lnTo>
                  <a:lnTo>
                    <a:pt x="595883" y="297941"/>
                  </a:lnTo>
                  <a:lnTo>
                    <a:pt x="591985" y="346270"/>
                  </a:lnTo>
                  <a:lnTo>
                    <a:pt x="580698" y="392116"/>
                  </a:lnTo>
                  <a:lnTo>
                    <a:pt x="562636" y="434865"/>
                  </a:lnTo>
                  <a:lnTo>
                    <a:pt x="538410" y="473904"/>
                  </a:lnTo>
                  <a:lnTo>
                    <a:pt x="508634" y="508620"/>
                  </a:lnTo>
                  <a:lnTo>
                    <a:pt x="473921" y="538399"/>
                  </a:lnTo>
                  <a:lnTo>
                    <a:pt x="434882" y="562629"/>
                  </a:lnTo>
                  <a:lnTo>
                    <a:pt x="392131" y="580695"/>
                  </a:lnTo>
                  <a:lnTo>
                    <a:pt x="346280" y="591984"/>
                  </a:lnTo>
                  <a:lnTo>
                    <a:pt x="297941" y="595883"/>
                  </a:lnTo>
                  <a:lnTo>
                    <a:pt x="249603" y="591984"/>
                  </a:lnTo>
                  <a:lnTo>
                    <a:pt x="203752" y="580695"/>
                  </a:lnTo>
                  <a:lnTo>
                    <a:pt x="161001" y="562629"/>
                  </a:lnTo>
                  <a:lnTo>
                    <a:pt x="121962" y="538399"/>
                  </a:lnTo>
                  <a:lnTo>
                    <a:pt x="87248" y="508620"/>
                  </a:lnTo>
                  <a:lnTo>
                    <a:pt x="57473" y="473904"/>
                  </a:lnTo>
                  <a:lnTo>
                    <a:pt x="33247" y="434865"/>
                  </a:lnTo>
                  <a:lnTo>
                    <a:pt x="15185" y="392116"/>
                  </a:lnTo>
                  <a:lnTo>
                    <a:pt x="3898" y="346270"/>
                  </a:lnTo>
                  <a:lnTo>
                    <a:pt x="0" y="297941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912113" y="6190488"/>
              <a:ext cx="768350" cy="0"/>
            </a:xfrm>
            <a:custGeom>
              <a:avLst/>
              <a:gdLst/>
              <a:ahLst/>
              <a:cxnLst/>
              <a:rect l="l" t="t" r="r" b="b"/>
              <a:pathLst>
                <a:path w="768350">
                  <a:moveTo>
                    <a:pt x="768223" y="0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16229" y="5892545"/>
              <a:ext cx="596265" cy="596265"/>
            </a:xfrm>
            <a:custGeom>
              <a:avLst/>
              <a:gdLst/>
              <a:ahLst/>
              <a:cxnLst/>
              <a:rect l="l" t="t" r="r" b="b"/>
              <a:pathLst>
                <a:path w="596265" h="596264">
                  <a:moveTo>
                    <a:pt x="0" y="297941"/>
                  </a:moveTo>
                  <a:lnTo>
                    <a:pt x="3899" y="249613"/>
                  </a:lnTo>
                  <a:lnTo>
                    <a:pt x="15188" y="203767"/>
                  </a:lnTo>
                  <a:lnTo>
                    <a:pt x="33254" y="161018"/>
                  </a:lnTo>
                  <a:lnTo>
                    <a:pt x="57484" y="121979"/>
                  </a:lnTo>
                  <a:lnTo>
                    <a:pt x="87263" y="87263"/>
                  </a:lnTo>
                  <a:lnTo>
                    <a:pt x="121979" y="57484"/>
                  </a:lnTo>
                  <a:lnTo>
                    <a:pt x="161018" y="33254"/>
                  </a:lnTo>
                  <a:lnTo>
                    <a:pt x="203767" y="15188"/>
                  </a:lnTo>
                  <a:lnTo>
                    <a:pt x="249613" y="3899"/>
                  </a:lnTo>
                  <a:lnTo>
                    <a:pt x="297942" y="0"/>
                  </a:lnTo>
                  <a:lnTo>
                    <a:pt x="346270" y="3899"/>
                  </a:lnTo>
                  <a:lnTo>
                    <a:pt x="392116" y="15188"/>
                  </a:lnTo>
                  <a:lnTo>
                    <a:pt x="434865" y="33254"/>
                  </a:lnTo>
                  <a:lnTo>
                    <a:pt x="473904" y="57484"/>
                  </a:lnTo>
                  <a:lnTo>
                    <a:pt x="508620" y="87263"/>
                  </a:lnTo>
                  <a:lnTo>
                    <a:pt x="538399" y="121979"/>
                  </a:lnTo>
                  <a:lnTo>
                    <a:pt x="562629" y="161018"/>
                  </a:lnTo>
                  <a:lnTo>
                    <a:pt x="580695" y="203767"/>
                  </a:lnTo>
                  <a:lnTo>
                    <a:pt x="591984" y="249613"/>
                  </a:lnTo>
                  <a:lnTo>
                    <a:pt x="595883" y="297941"/>
                  </a:lnTo>
                  <a:lnTo>
                    <a:pt x="591984" y="346270"/>
                  </a:lnTo>
                  <a:lnTo>
                    <a:pt x="580695" y="392116"/>
                  </a:lnTo>
                  <a:lnTo>
                    <a:pt x="562629" y="434865"/>
                  </a:lnTo>
                  <a:lnTo>
                    <a:pt x="538399" y="473904"/>
                  </a:lnTo>
                  <a:lnTo>
                    <a:pt x="508620" y="508620"/>
                  </a:lnTo>
                  <a:lnTo>
                    <a:pt x="473904" y="538399"/>
                  </a:lnTo>
                  <a:lnTo>
                    <a:pt x="434865" y="562629"/>
                  </a:lnTo>
                  <a:lnTo>
                    <a:pt x="392116" y="580695"/>
                  </a:lnTo>
                  <a:lnTo>
                    <a:pt x="346270" y="591984"/>
                  </a:lnTo>
                  <a:lnTo>
                    <a:pt x="297942" y="595883"/>
                  </a:lnTo>
                  <a:lnTo>
                    <a:pt x="249613" y="591984"/>
                  </a:lnTo>
                  <a:lnTo>
                    <a:pt x="203767" y="580695"/>
                  </a:lnTo>
                  <a:lnTo>
                    <a:pt x="161018" y="562629"/>
                  </a:lnTo>
                  <a:lnTo>
                    <a:pt x="121979" y="538399"/>
                  </a:lnTo>
                  <a:lnTo>
                    <a:pt x="87263" y="508620"/>
                  </a:lnTo>
                  <a:lnTo>
                    <a:pt x="57484" y="473904"/>
                  </a:lnTo>
                  <a:lnTo>
                    <a:pt x="33254" y="434865"/>
                  </a:lnTo>
                  <a:lnTo>
                    <a:pt x="15188" y="392116"/>
                  </a:lnTo>
                  <a:lnTo>
                    <a:pt x="3899" y="346270"/>
                  </a:lnTo>
                  <a:lnTo>
                    <a:pt x="0" y="297941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471677" y="5987033"/>
            <a:ext cx="2184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𝒉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595122" y="4834890"/>
            <a:ext cx="3065145" cy="1693545"/>
            <a:chOff x="595122" y="4834890"/>
            <a:chExt cx="3065145" cy="1693545"/>
          </a:xfrm>
        </p:grpSpPr>
        <p:sp>
          <p:nvSpPr>
            <p:cNvPr id="26" name="object 26"/>
            <p:cNvSpPr/>
            <p:nvPr/>
          </p:nvSpPr>
          <p:spPr>
            <a:xfrm flipH="1">
              <a:off x="614172" y="4853940"/>
              <a:ext cx="0" cy="1038860"/>
            </a:xfrm>
            <a:custGeom>
              <a:avLst/>
              <a:gdLst/>
              <a:ahLst/>
              <a:cxnLst/>
              <a:rect l="l" t="t" r="r" b="b"/>
              <a:pathLst>
                <a:path h="1038860">
                  <a:moveTo>
                    <a:pt x="0" y="1038847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044189" y="5913120"/>
              <a:ext cx="596900" cy="596265"/>
            </a:xfrm>
            <a:custGeom>
              <a:avLst/>
              <a:gdLst/>
              <a:ahLst/>
              <a:cxnLst/>
              <a:rect l="l" t="t" r="r" b="b"/>
              <a:pathLst>
                <a:path w="596900" h="596265">
                  <a:moveTo>
                    <a:pt x="0" y="297941"/>
                  </a:moveTo>
                  <a:lnTo>
                    <a:pt x="3905" y="249613"/>
                  </a:lnTo>
                  <a:lnTo>
                    <a:pt x="15212" y="203767"/>
                  </a:lnTo>
                  <a:lnTo>
                    <a:pt x="33305" y="161018"/>
                  </a:lnTo>
                  <a:lnTo>
                    <a:pt x="57570" y="121979"/>
                  </a:lnTo>
                  <a:lnTo>
                    <a:pt x="87391" y="87263"/>
                  </a:lnTo>
                  <a:lnTo>
                    <a:pt x="122154" y="57484"/>
                  </a:lnTo>
                  <a:lnTo>
                    <a:pt x="161244" y="33254"/>
                  </a:lnTo>
                  <a:lnTo>
                    <a:pt x="204045" y="15188"/>
                  </a:lnTo>
                  <a:lnTo>
                    <a:pt x="249943" y="3899"/>
                  </a:lnTo>
                  <a:lnTo>
                    <a:pt x="298323" y="0"/>
                  </a:lnTo>
                  <a:lnTo>
                    <a:pt x="346702" y="3899"/>
                  </a:lnTo>
                  <a:lnTo>
                    <a:pt x="392600" y="15188"/>
                  </a:lnTo>
                  <a:lnTo>
                    <a:pt x="435401" y="33254"/>
                  </a:lnTo>
                  <a:lnTo>
                    <a:pt x="474491" y="57484"/>
                  </a:lnTo>
                  <a:lnTo>
                    <a:pt x="509254" y="87263"/>
                  </a:lnTo>
                  <a:lnTo>
                    <a:pt x="539075" y="121979"/>
                  </a:lnTo>
                  <a:lnTo>
                    <a:pt x="563340" y="161018"/>
                  </a:lnTo>
                  <a:lnTo>
                    <a:pt x="581433" y="203767"/>
                  </a:lnTo>
                  <a:lnTo>
                    <a:pt x="592740" y="249613"/>
                  </a:lnTo>
                  <a:lnTo>
                    <a:pt x="596646" y="297941"/>
                  </a:lnTo>
                  <a:lnTo>
                    <a:pt x="592740" y="346270"/>
                  </a:lnTo>
                  <a:lnTo>
                    <a:pt x="581433" y="392116"/>
                  </a:lnTo>
                  <a:lnTo>
                    <a:pt x="563340" y="434865"/>
                  </a:lnTo>
                  <a:lnTo>
                    <a:pt x="539075" y="473904"/>
                  </a:lnTo>
                  <a:lnTo>
                    <a:pt x="509254" y="508620"/>
                  </a:lnTo>
                  <a:lnTo>
                    <a:pt x="474491" y="538399"/>
                  </a:lnTo>
                  <a:lnTo>
                    <a:pt x="435401" y="562629"/>
                  </a:lnTo>
                  <a:lnTo>
                    <a:pt x="392600" y="580695"/>
                  </a:lnTo>
                  <a:lnTo>
                    <a:pt x="346702" y="591984"/>
                  </a:lnTo>
                  <a:lnTo>
                    <a:pt x="298323" y="595883"/>
                  </a:lnTo>
                  <a:lnTo>
                    <a:pt x="249943" y="591984"/>
                  </a:lnTo>
                  <a:lnTo>
                    <a:pt x="204045" y="580695"/>
                  </a:lnTo>
                  <a:lnTo>
                    <a:pt x="161244" y="562629"/>
                  </a:lnTo>
                  <a:lnTo>
                    <a:pt x="122154" y="538399"/>
                  </a:lnTo>
                  <a:lnTo>
                    <a:pt x="87391" y="508620"/>
                  </a:lnTo>
                  <a:lnTo>
                    <a:pt x="57570" y="473904"/>
                  </a:lnTo>
                  <a:lnTo>
                    <a:pt x="33305" y="434865"/>
                  </a:lnTo>
                  <a:lnTo>
                    <a:pt x="15212" y="392116"/>
                  </a:lnTo>
                  <a:lnTo>
                    <a:pt x="3905" y="346270"/>
                  </a:lnTo>
                  <a:lnTo>
                    <a:pt x="0" y="297941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1758950" y="5987033"/>
            <a:ext cx="279400" cy="882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8905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𝒊</a:t>
            </a:r>
            <a:endParaRPr sz="24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1465"/>
              </a:spcBef>
            </a:pPr>
            <a:r>
              <a:rPr sz="2000" spc="-5">
                <a:latin typeface="PMingLiU"/>
                <a:cs typeface="PMingLiU"/>
              </a:rPr>
              <a:t>树</a:t>
            </a:r>
            <a:endParaRPr sz="2000">
              <a:latin typeface="PMingLiU"/>
              <a:cs typeface="PMingLiU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236976" y="6007353"/>
            <a:ext cx="14414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𝒋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2276094" y="6211061"/>
            <a:ext cx="768350" cy="0"/>
          </a:xfrm>
          <a:custGeom>
            <a:avLst/>
            <a:gdLst/>
            <a:ahLst/>
            <a:cxnLst/>
            <a:rect l="l" t="t" r="r" b="b"/>
            <a:pathLst>
              <a:path w="768350">
                <a:moveTo>
                  <a:pt x="768223" y="0"/>
                </a:moveTo>
                <a:lnTo>
                  <a:pt x="0" y="0"/>
                </a:lnTo>
              </a:path>
            </a:pathLst>
          </a:custGeom>
          <a:ln w="381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896865" y="1289303"/>
            <a:ext cx="29171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>
                <a:latin typeface="Cambria Math"/>
                <a:cs typeface="Cambria Math"/>
              </a:rPr>
              <a:t>&gt;</a:t>
            </a:r>
            <a:r>
              <a:rPr sz="2400">
                <a:latin typeface="PMingLiU"/>
                <a:cs typeface="PMingLiU"/>
              </a:rPr>
              <a:t>，树有</a:t>
            </a:r>
            <a:r>
              <a:rPr sz="2400">
                <a:latin typeface="Cambria Math"/>
                <a:cs typeface="Cambria Math"/>
              </a:rPr>
              <a:t>|𝑽</a:t>
            </a:r>
            <a:r>
              <a:rPr sz="2625" baseline="-15873">
                <a:latin typeface="Cambria Math"/>
                <a:cs typeface="Cambria Math"/>
              </a:rPr>
              <a:t>𝑻</a:t>
            </a:r>
            <a:r>
              <a:rPr sz="2400">
                <a:latin typeface="Cambria Math"/>
                <a:cs typeface="Cambria Math"/>
              </a:rPr>
              <a:t>|</a:t>
            </a:r>
            <a:r>
              <a:rPr sz="2400" spc="30">
                <a:latin typeface="Cambria Math"/>
                <a:cs typeface="Cambria Math"/>
              </a:rPr>
              <a:t> − </a:t>
            </a:r>
            <a:r>
              <a:rPr sz="2400">
                <a:latin typeface="Cambria Math"/>
                <a:cs typeface="Cambria Math"/>
              </a:rPr>
              <a:t>𝟏</a:t>
            </a:r>
            <a:r>
              <a:rPr sz="2400" spc="-25">
                <a:latin typeface="PMingLiU"/>
                <a:cs typeface="PMingLiU"/>
              </a:rPr>
              <a:t>条边</a:t>
            </a:r>
            <a:endParaRPr sz="2400">
              <a:latin typeface="PMingLiU"/>
              <a:cs typeface="PMingLiU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64538" y="86319"/>
            <a:ext cx="4261358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 err="1"/>
              <a:t>图的概念：</a:t>
            </a:r>
            <a:r>
              <a:rPr spc="-50" dirty="0" err="1"/>
              <a:t>树</a:t>
            </a:r>
            <a:endParaRPr spc="-50" dirty="0"/>
          </a:p>
        </p:txBody>
      </p:sp>
      <p:sp>
        <p:nvSpPr>
          <p:cNvPr id="4" name="object 4"/>
          <p:cNvSpPr/>
          <p:nvPr/>
        </p:nvSpPr>
        <p:spPr>
          <a:xfrm>
            <a:off x="5918453" y="2643377"/>
            <a:ext cx="596265" cy="596265"/>
          </a:xfrm>
          <a:custGeom>
            <a:avLst/>
            <a:gdLst/>
            <a:ahLst/>
            <a:cxnLst/>
            <a:rect l="l" t="t" r="r" b="b"/>
            <a:pathLst>
              <a:path w="596265" h="596264">
                <a:moveTo>
                  <a:pt x="297942" y="0"/>
                </a:moveTo>
                <a:lnTo>
                  <a:pt x="249603" y="3898"/>
                </a:lnTo>
                <a:lnTo>
                  <a:pt x="203752" y="15185"/>
                </a:lnTo>
                <a:lnTo>
                  <a:pt x="161001" y="33247"/>
                </a:lnTo>
                <a:lnTo>
                  <a:pt x="121962" y="57473"/>
                </a:lnTo>
                <a:lnTo>
                  <a:pt x="87248" y="87249"/>
                </a:lnTo>
                <a:lnTo>
                  <a:pt x="57473" y="121962"/>
                </a:lnTo>
                <a:lnTo>
                  <a:pt x="33247" y="161001"/>
                </a:lnTo>
                <a:lnTo>
                  <a:pt x="15185" y="203752"/>
                </a:lnTo>
                <a:lnTo>
                  <a:pt x="3898" y="249603"/>
                </a:lnTo>
                <a:lnTo>
                  <a:pt x="0" y="297942"/>
                </a:lnTo>
                <a:lnTo>
                  <a:pt x="3898" y="346280"/>
                </a:lnTo>
                <a:lnTo>
                  <a:pt x="15185" y="392131"/>
                </a:lnTo>
                <a:lnTo>
                  <a:pt x="33247" y="434882"/>
                </a:lnTo>
                <a:lnTo>
                  <a:pt x="57473" y="473921"/>
                </a:lnTo>
                <a:lnTo>
                  <a:pt x="87249" y="508635"/>
                </a:lnTo>
                <a:lnTo>
                  <a:pt x="121962" y="538410"/>
                </a:lnTo>
                <a:lnTo>
                  <a:pt x="161001" y="562636"/>
                </a:lnTo>
                <a:lnTo>
                  <a:pt x="203752" y="580698"/>
                </a:lnTo>
                <a:lnTo>
                  <a:pt x="249603" y="591985"/>
                </a:lnTo>
                <a:lnTo>
                  <a:pt x="297942" y="595884"/>
                </a:lnTo>
                <a:lnTo>
                  <a:pt x="346280" y="591985"/>
                </a:lnTo>
                <a:lnTo>
                  <a:pt x="392131" y="580698"/>
                </a:lnTo>
                <a:lnTo>
                  <a:pt x="434882" y="562636"/>
                </a:lnTo>
                <a:lnTo>
                  <a:pt x="473921" y="538410"/>
                </a:lnTo>
                <a:lnTo>
                  <a:pt x="508635" y="508635"/>
                </a:lnTo>
                <a:lnTo>
                  <a:pt x="538410" y="473921"/>
                </a:lnTo>
                <a:lnTo>
                  <a:pt x="562636" y="434882"/>
                </a:lnTo>
                <a:lnTo>
                  <a:pt x="580698" y="392131"/>
                </a:lnTo>
                <a:lnTo>
                  <a:pt x="591985" y="346280"/>
                </a:lnTo>
                <a:lnTo>
                  <a:pt x="595884" y="297942"/>
                </a:lnTo>
                <a:lnTo>
                  <a:pt x="591985" y="249603"/>
                </a:lnTo>
                <a:lnTo>
                  <a:pt x="580698" y="203752"/>
                </a:lnTo>
                <a:lnTo>
                  <a:pt x="562636" y="161001"/>
                </a:lnTo>
                <a:lnTo>
                  <a:pt x="538410" y="121962"/>
                </a:lnTo>
                <a:lnTo>
                  <a:pt x="508635" y="87248"/>
                </a:lnTo>
                <a:lnTo>
                  <a:pt x="473921" y="57473"/>
                </a:lnTo>
                <a:lnTo>
                  <a:pt x="434882" y="33247"/>
                </a:lnTo>
                <a:lnTo>
                  <a:pt x="392131" y="15185"/>
                </a:lnTo>
                <a:lnTo>
                  <a:pt x="346280" y="3898"/>
                </a:lnTo>
                <a:lnTo>
                  <a:pt x="297942" y="0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073140" y="2735326"/>
            <a:ext cx="2108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𝒃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283195" y="4277867"/>
            <a:ext cx="596265" cy="596900"/>
          </a:xfrm>
          <a:custGeom>
            <a:avLst/>
            <a:gdLst/>
            <a:ahLst/>
            <a:cxnLst/>
            <a:rect l="l" t="t" r="r" b="b"/>
            <a:pathLst>
              <a:path w="596265" h="596900">
                <a:moveTo>
                  <a:pt x="297942" y="0"/>
                </a:moveTo>
                <a:lnTo>
                  <a:pt x="249603" y="3905"/>
                </a:lnTo>
                <a:lnTo>
                  <a:pt x="203752" y="15212"/>
                </a:lnTo>
                <a:lnTo>
                  <a:pt x="161001" y="33305"/>
                </a:lnTo>
                <a:lnTo>
                  <a:pt x="121962" y="57570"/>
                </a:lnTo>
                <a:lnTo>
                  <a:pt x="87249" y="87391"/>
                </a:lnTo>
                <a:lnTo>
                  <a:pt x="57473" y="122154"/>
                </a:lnTo>
                <a:lnTo>
                  <a:pt x="33247" y="161244"/>
                </a:lnTo>
                <a:lnTo>
                  <a:pt x="15185" y="204045"/>
                </a:lnTo>
                <a:lnTo>
                  <a:pt x="3898" y="249943"/>
                </a:lnTo>
                <a:lnTo>
                  <a:pt x="0" y="298322"/>
                </a:lnTo>
                <a:lnTo>
                  <a:pt x="3898" y="346702"/>
                </a:lnTo>
                <a:lnTo>
                  <a:pt x="15185" y="392600"/>
                </a:lnTo>
                <a:lnTo>
                  <a:pt x="33247" y="435401"/>
                </a:lnTo>
                <a:lnTo>
                  <a:pt x="57473" y="474491"/>
                </a:lnTo>
                <a:lnTo>
                  <a:pt x="87249" y="509254"/>
                </a:lnTo>
                <a:lnTo>
                  <a:pt x="121962" y="539075"/>
                </a:lnTo>
                <a:lnTo>
                  <a:pt x="161001" y="563340"/>
                </a:lnTo>
                <a:lnTo>
                  <a:pt x="203752" y="581433"/>
                </a:lnTo>
                <a:lnTo>
                  <a:pt x="249603" y="592740"/>
                </a:lnTo>
                <a:lnTo>
                  <a:pt x="297942" y="596645"/>
                </a:lnTo>
                <a:lnTo>
                  <a:pt x="346280" y="592740"/>
                </a:lnTo>
                <a:lnTo>
                  <a:pt x="392131" y="581433"/>
                </a:lnTo>
                <a:lnTo>
                  <a:pt x="434882" y="563340"/>
                </a:lnTo>
                <a:lnTo>
                  <a:pt x="473921" y="539075"/>
                </a:lnTo>
                <a:lnTo>
                  <a:pt x="508634" y="509254"/>
                </a:lnTo>
                <a:lnTo>
                  <a:pt x="538410" y="474491"/>
                </a:lnTo>
                <a:lnTo>
                  <a:pt x="562636" y="435401"/>
                </a:lnTo>
                <a:lnTo>
                  <a:pt x="580698" y="392600"/>
                </a:lnTo>
                <a:lnTo>
                  <a:pt x="591985" y="346702"/>
                </a:lnTo>
                <a:lnTo>
                  <a:pt x="595883" y="298322"/>
                </a:lnTo>
                <a:lnTo>
                  <a:pt x="591985" y="249943"/>
                </a:lnTo>
                <a:lnTo>
                  <a:pt x="580698" y="204045"/>
                </a:lnTo>
                <a:lnTo>
                  <a:pt x="562636" y="161244"/>
                </a:lnTo>
                <a:lnTo>
                  <a:pt x="538410" y="122154"/>
                </a:lnTo>
                <a:lnTo>
                  <a:pt x="508634" y="87391"/>
                </a:lnTo>
                <a:lnTo>
                  <a:pt x="473921" y="57570"/>
                </a:lnTo>
                <a:lnTo>
                  <a:pt x="434882" y="33305"/>
                </a:lnTo>
                <a:lnTo>
                  <a:pt x="392131" y="15212"/>
                </a:lnTo>
                <a:lnTo>
                  <a:pt x="346280" y="3905"/>
                </a:lnTo>
                <a:lnTo>
                  <a:pt x="297942" y="0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7427468" y="4370323"/>
            <a:ext cx="2317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𝒈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290054" y="2643377"/>
            <a:ext cx="596900" cy="596265"/>
          </a:xfrm>
          <a:custGeom>
            <a:avLst/>
            <a:gdLst/>
            <a:ahLst/>
            <a:cxnLst/>
            <a:rect l="l" t="t" r="r" b="b"/>
            <a:pathLst>
              <a:path w="596900" h="596264">
                <a:moveTo>
                  <a:pt x="298323" y="0"/>
                </a:moveTo>
                <a:lnTo>
                  <a:pt x="249943" y="3898"/>
                </a:lnTo>
                <a:lnTo>
                  <a:pt x="204045" y="15185"/>
                </a:lnTo>
                <a:lnTo>
                  <a:pt x="161244" y="33247"/>
                </a:lnTo>
                <a:lnTo>
                  <a:pt x="122154" y="57473"/>
                </a:lnTo>
                <a:lnTo>
                  <a:pt x="87391" y="87249"/>
                </a:lnTo>
                <a:lnTo>
                  <a:pt x="57570" y="121962"/>
                </a:lnTo>
                <a:lnTo>
                  <a:pt x="33305" y="161001"/>
                </a:lnTo>
                <a:lnTo>
                  <a:pt x="15212" y="203752"/>
                </a:lnTo>
                <a:lnTo>
                  <a:pt x="3905" y="249603"/>
                </a:lnTo>
                <a:lnTo>
                  <a:pt x="0" y="297942"/>
                </a:lnTo>
                <a:lnTo>
                  <a:pt x="3905" y="346280"/>
                </a:lnTo>
                <a:lnTo>
                  <a:pt x="15212" y="392131"/>
                </a:lnTo>
                <a:lnTo>
                  <a:pt x="33305" y="434882"/>
                </a:lnTo>
                <a:lnTo>
                  <a:pt x="57570" y="473921"/>
                </a:lnTo>
                <a:lnTo>
                  <a:pt x="87391" y="508635"/>
                </a:lnTo>
                <a:lnTo>
                  <a:pt x="122154" y="538410"/>
                </a:lnTo>
                <a:lnTo>
                  <a:pt x="161244" y="562636"/>
                </a:lnTo>
                <a:lnTo>
                  <a:pt x="204045" y="580698"/>
                </a:lnTo>
                <a:lnTo>
                  <a:pt x="249943" y="591985"/>
                </a:lnTo>
                <a:lnTo>
                  <a:pt x="298323" y="595884"/>
                </a:lnTo>
                <a:lnTo>
                  <a:pt x="346702" y="591985"/>
                </a:lnTo>
                <a:lnTo>
                  <a:pt x="392600" y="580698"/>
                </a:lnTo>
                <a:lnTo>
                  <a:pt x="435401" y="562636"/>
                </a:lnTo>
                <a:lnTo>
                  <a:pt x="474491" y="538410"/>
                </a:lnTo>
                <a:lnTo>
                  <a:pt x="509254" y="508635"/>
                </a:lnTo>
                <a:lnTo>
                  <a:pt x="539075" y="473921"/>
                </a:lnTo>
                <a:lnTo>
                  <a:pt x="563340" y="434882"/>
                </a:lnTo>
                <a:lnTo>
                  <a:pt x="581433" y="392131"/>
                </a:lnTo>
                <a:lnTo>
                  <a:pt x="592740" y="346280"/>
                </a:lnTo>
                <a:lnTo>
                  <a:pt x="596646" y="297942"/>
                </a:lnTo>
                <a:lnTo>
                  <a:pt x="592740" y="249603"/>
                </a:lnTo>
                <a:lnTo>
                  <a:pt x="581433" y="203752"/>
                </a:lnTo>
                <a:lnTo>
                  <a:pt x="563340" y="161001"/>
                </a:lnTo>
                <a:lnTo>
                  <a:pt x="539075" y="121962"/>
                </a:lnTo>
                <a:lnTo>
                  <a:pt x="509254" y="87248"/>
                </a:lnTo>
                <a:lnTo>
                  <a:pt x="474491" y="57473"/>
                </a:lnTo>
                <a:lnTo>
                  <a:pt x="435401" y="33247"/>
                </a:lnTo>
                <a:lnTo>
                  <a:pt x="392600" y="15185"/>
                </a:lnTo>
                <a:lnTo>
                  <a:pt x="346702" y="3898"/>
                </a:lnTo>
                <a:lnTo>
                  <a:pt x="298323" y="0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7460995" y="2735326"/>
            <a:ext cx="1797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𝒄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918453" y="2922270"/>
            <a:ext cx="1390650" cy="1952625"/>
            <a:chOff x="5918453" y="2922270"/>
            <a:chExt cx="1390650" cy="1952625"/>
          </a:xfrm>
        </p:grpSpPr>
        <p:sp>
          <p:nvSpPr>
            <p:cNvPr id="11" name="object 11"/>
            <p:cNvSpPr/>
            <p:nvPr/>
          </p:nvSpPr>
          <p:spPr>
            <a:xfrm>
              <a:off x="6514337" y="2941320"/>
              <a:ext cx="775970" cy="1635760"/>
            </a:xfrm>
            <a:custGeom>
              <a:avLst/>
              <a:gdLst/>
              <a:ahLst/>
              <a:cxnLst/>
              <a:rect l="l" t="t" r="r" b="b"/>
              <a:pathLst>
                <a:path w="775970" h="1635760">
                  <a:moveTo>
                    <a:pt x="0" y="0"/>
                  </a:moveTo>
                  <a:lnTo>
                    <a:pt x="775715" y="0"/>
                  </a:lnTo>
                </a:path>
                <a:path w="775970" h="1635760">
                  <a:moveTo>
                    <a:pt x="768222" y="1635252"/>
                  </a:moveTo>
                  <a:lnTo>
                    <a:pt x="0" y="1635252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918453" y="4277868"/>
              <a:ext cx="596265" cy="596900"/>
            </a:xfrm>
            <a:custGeom>
              <a:avLst/>
              <a:gdLst/>
              <a:ahLst/>
              <a:cxnLst/>
              <a:rect l="l" t="t" r="r" b="b"/>
              <a:pathLst>
                <a:path w="596265" h="596900">
                  <a:moveTo>
                    <a:pt x="297942" y="0"/>
                  </a:moveTo>
                  <a:lnTo>
                    <a:pt x="249603" y="3905"/>
                  </a:lnTo>
                  <a:lnTo>
                    <a:pt x="203752" y="15212"/>
                  </a:lnTo>
                  <a:lnTo>
                    <a:pt x="161001" y="33305"/>
                  </a:lnTo>
                  <a:lnTo>
                    <a:pt x="121962" y="57570"/>
                  </a:lnTo>
                  <a:lnTo>
                    <a:pt x="87248" y="87391"/>
                  </a:lnTo>
                  <a:lnTo>
                    <a:pt x="57473" y="122154"/>
                  </a:lnTo>
                  <a:lnTo>
                    <a:pt x="33247" y="161244"/>
                  </a:lnTo>
                  <a:lnTo>
                    <a:pt x="15185" y="204045"/>
                  </a:lnTo>
                  <a:lnTo>
                    <a:pt x="3898" y="249943"/>
                  </a:lnTo>
                  <a:lnTo>
                    <a:pt x="0" y="298322"/>
                  </a:lnTo>
                  <a:lnTo>
                    <a:pt x="3898" y="346702"/>
                  </a:lnTo>
                  <a:lnTo>
                    <a:pt x="15185" y="392600"/>
                  </a:lnTo>
                  <a:lnTo>
                    <a:pt x="33247" y="435401"/>
                  </a:lnTo>
                  <a:lnTo>
                    <a:pt x="57473" y="474491"/>
                  </a:lnTo>
                  <a:lnTo>
                    <a:pt x="87249" y="509254"/>
                  </a:lnTo>
                  <a:lnTo>
                    <a:pt x="121962" y="539075"/>
                  </a:lnTo>
                  <a:lnTo>
                    <a:pt x="161001" y="563340"/>
                  </a:lnTo>
                  <a:lnTo>
                    <a:pt x="203752" y="581433"/>
                  </a:lnTo>
                  <a:lnTo>
                    <a:pt x="249603" y="592740"/>
                  </a:lnTo>
                  <a:lnTo>
                    <a:pt x="297942" y="596645"/>
                  </a:lnTo>
                  <a:lnTo>
                    <a:pt x="346280" y="592740"/>
                  </a:lnTo>
                  <a:lnTo>
                    <a:pt x="392131" y="581433"/>
                  </a:lnTo>
                  <a:lnTo>
                    <a:pt x="434882" y="563340"/>
                  </a:lnTo>
                  <a:lnTo>
                    <a:pt x="473921" y="539075"/>
                  </a:lnTo>
                  <a:lnTo>
                    <a:pt x="508635" y="509254"/>
                  </a:lnTo>
                  <a:lnTo>
                    <a:pt x="538410" y="474491"/>
                  </a:lnTo>
                  <a:lnTo>
                    <a:pt x="562636" y="435401"/>
                  </a:lnTo>
                  <a:lnTo>
                    <a:pt x="580698" y="392600"/>
                  </a:lnTo>
                  <a:lnTo>
                    <a:pt x="591985" y="346702"/>
                  </a:lnTo>
                  <a:lnTo>
                    <a:pt x="595884" y="298322"/>
                  </a:lnTo>
                  <a:lnTo>
                    <a:pt x="591985" y="249943"/>
                  </a:lnTo>
                  <a:lnTo>
                    <a:pt x="580698" y="204045"/>
                  </a:lnTo>
                  <a:lnTo>
                    <a:pt x="562636" y="161244"/>
                  </a:lnTo>
                  <a:lnTo>
                    <a:pt x="538410" y="122154"/>
                  </a:lnTo>
                  <a:lnTo>
                    <a:pt x="508635" y="87391"/>
                  </a:lnTo>
                  <a:lnTo>
                    <a:pt x="473921" y="57570"/>
                  </a:lnTo>
                  <a:lnTo>
                    <a:pt x="434882" y="33305"/>
                  </a:lnTo>
                  <a:lnTo>
                    <a:pt x="392131" y="15212"/>
                  </a:lnTo>
                  <a:lnTo>
                    <a:pt x="346280" y="3905"/>
                  </a:lnTo>
                  <a:lnTo>
                    <a:pt x="297942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6080759" y="4370323"/>
            <a:ext cx="1974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𝒇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4" name="object 14"/>
          <p:cNvSpPr/>
          <p:nvPr/>
        </p:nvSpPr>
        <p:spPr>
          <a:xfrm flipH="1">
            <a:off x="6216396" y="3239261"/>
            <a:ext cx="0" cy="1038860"/>
          </a:xfrm>
          <a:custGeom>
            <a:avLst/>
            <a:gdLst/>
            <a:ahLst/>
            <a:cxnLst/>
            <a:rect l="l" t="t" r="r" b="b"/>
            <a:pathLst>
              <a:path h="1038860">
                <a:moveTo>
                  <a:pt x="0" y="1038860"/>
                </a:moveTo>
                <a:lnTo>
                  <a:pt x="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352544" y="2643377"/>
            <a:ext cx="596265" cy="2231390"/>
          </a:xfrm>
          <a:custGeom>
            <a:avLst/>
            <a:gdLst/>
            <a:ahLst/>
            <a:cxnLst/>
            <a:rect l="l" t="t" r="r" b="b"/>
            <a:pathLst>
              <a:path w="596264" h="2231390">
                <a:moveTo>
                  <a:pt x="595884" y="1932813"/>
                </a:moveTo>
                <a:lnTo>
                  <a:pt x="591985" y="1884438"/>
                </a:lnTo>
                <a:lnTo>
                  <a:pt x="580694" y="1838540"/>
                </a:lnTo>
                <a:lnTo>
                  <a:pt x="562635" y="1795741"/>
                </a:lnTo>
                <a:lnTo>
                  <a:pt x="538403" y="1756651"/>
                </a:lnTo>
                <a:lnTo>
                  <a:pt x="508635" y="1721891"/>
                </a:lnTo>
                <a:lnTo>
                  <a:pt x="473913" y="1692071"/>
                </a:lnTo>
                <a:lnTo>
                  <a:pt x="434873" y="1667802"/>
                </a:lnTo>
                <a:lnTo>
                  <a:pt x="392125" y="1649704"/>
                </a:lnTo>
                <a:lnTo>
                  <a:pt x="346278" y="1638401"/>
                </a:lnTo>
                <a:lnTo>
                  <a:pt x="297942" y="1634490"/>
                </a:lnTo>
                <a:lnTo>
                  <a:pt x="249593" y="1638401"/>
                </a:lnTo>
                <a:lnTo>
                  <a:pt x="203746" y="1649704"/>
                </a:lnTo>
                <a:lnTo>
                  <a:pt x="160997" y="1667802"/>
                </a:lnTo>
                <a:lnTo>
                  <a:pt x="121958" y="1692071"/>
                </a:lnTo>
                <a:lnTo>
                  <a:pt x="87249" y="1721891"/>
                </a:lnTo>
                <a:lnTo>
                  <a:pt x="57467" y="1756651"/>
                </a:lnTo>
                <a:lnTo>
                  <a:pt x="33235" y="1795741"/>
                </a:lnTo>
                <a:lnTo>
                  <a:pt x="15176" y="1838540"/>
                </a:lnTo>
                <a:lnTo>
                  <a:pt x="3886" y="1884438"/>
                </a:lnTo>
                <a:lnTo>
                  <a:pt x="0" y="1932813"/>
                </a:lnTo>
                <a:lnTo>
                  <a:pt x="3886" y="1981200"/>
                </a:lnTo>
                <a:lnTo>
                  <a:pt x="15176" y="2027097"/>
                </a:lnTo>
                <a:lnTo>
                  <a:pt x="33235" y="2069896"/>
                </a:lnTo>
                <a:lnTo>
                  <a:pt x="57467" y="2108987"/>
                </a:lnTo>
                <a:lnTo>
                  <a:pt x="87249" y="2143747"/>
                </a:lnTo>
                <a:lnTo>
                  <a:pt x="121958" y="2173567"/>
                </a:lnTo>
                <a:lnTo>
                  <a:pt x="160997" y="2197836"/>
                </a:lnTo>
                <a:lnTo>
                  <a:pt x="203746" y="2215934"/>
                </a:lnTo>
                <a:lnTo>
                  <a:pt x="249593" y="2227237"/>
                </a:lnTo>
                <a:lnTo>
                  <a:pt x="297942" y="2231136"/>
                </a:lnTo>
                <a:lnTo>
                  <a:pt x="346278" y="2227237"/>
                </a:lnTo>
                <a:lnTo>
                  <a:pt x="392125" y="2215934"/>
                </a:lnTo>
                <a:lnTo>
                  <a:pt x="434873" y="2197836"/>
                </a:lnTo>
                <a:lnTo>
                  <a:pt x="473913" y="2173567"/>
                </a:lnTo>
                <a:lnTo>
                  <a:pt x="508635" y="2143747"/>
                </a:lnTo>
                <a:lnTo>
                  <a:pt x="538403" y="2108987"/>
                </a:lnTo>
                <a:lnTo>
                  <a:pt x="562635" y="2069896"/>
                </a:lnTo>
                <a:lnTo>
                  <a:pt x="580694" y="2027097"/>
                </a:lnTo>
                <a:lnTo>
                  <a:pt x="591985" y="1981200"/>
                </a:lnTo>
                <a:lnTo>
                  <a:pt x="595884" y="1932813"/>
                </a:lnTo>
                <a:close/>
              </a:path>
              <a:path w="596264" h="2231390">
                <a:moveTo>
                  <a:pt x="595884" y="297942"/>
                </a:moveTo>
                <a:lnTo>
                  <a:pt x="591985" y="249605"/>
                </a:lnTo>
                <a:lnTo>
                  <a:pt x="580694" y="203758"/>
                </a:lnTo>
                <a:lnTo>
                  <a:pt x="562635" y="161010"/>
                </a:lnTo>
                <a:lnTo>
                  <a:pt x="538403" y="121970"/>
                </a:lnTo>
                <a:lnTo>
                  <a:pt x="508635" y="87249"/>
                </a:lnTo>
                <a:lnTo>
                  <a:pt x="473913" y="57480"/>
                </a:lnTo>
                <a:lnTo>
                  <a:pt x="434873" y="33248"/>
                </a:lnTo>
                <a:lnTo>
                  <a:pt x="392125" y="15189"/>
                </a:lnTo>
                <a:lnTo>
                  <a:pt x="346278" y="3898"/>
                </a:lnTo>
                <a:lnTo>
                  <a:pt x="297942" y="0"/>
                </a:lnTo>
                <a:lnTo>
                  <a:pt x="249593" y="3898"/>
                </a:lnTo>
                <a:lnTo>
                  <a:pt x="203746" y="15189"/>
                </a:lnTo>
                <a:lnTo>
                  <a:pt x="160997" y="33248"/>
                </a:lnTo>
                <a:lnTo>
                  <a:pt x="121958" y="57480"/>
                </a:lnTo>
                <a:lnTo>
                  <a:pt x="87249" y="87249"/>
                </a:lnTo>
                <a:lnTo>
                  <a:pt x="57467" y="121970"/>
                </a:lnTo>
                <a:lnTo>
                  <a:pt x="33235" y="161010"/>
                </a:lnTo>
                <a:lnTo>
                  <a:pt x="15176" y="203758"/>
                </a:lnTo>
                <a:lnTo>
                  <a:pt x="3886" y="249605"/>
                </a:lnTo>
                <a:lnTo>
                  <a:pt x="0" y="297942"/>
                </a:lnTo>
                <a:lnTo>
                  <a:pt x="3886" y="346290"/>
                </a:lnTo>
                <a:lnTo>
                  <a:pt x="15176" y="392137"/>
                </a:lnTo>
                <a:lnTo>
                  <a:pt x="33235" y="434886"/>
                </a:lnTo>
                <a:lnTo>
                  <a:pt x="57467" y="473925"/>
                </a:lnTo>
                <a:lnTo>
                  <a:pt x="87249" y="508647"/>
                </a:lnTo>
                <a:lnTo>
                  <a:pt x="121958" y="538416"/>
                </a:lnTo>
                <a:lnTo>
                  <a:pt x="160997" y="562648"/>
                </a:lnTo>
                <a:lnTo>
                  <a:pt x="203746" y="580707"/>
                </a:lnTo>
                <a:lnTo>
                  <a:pt x="249593" y="591997"/>
                </a:lnTo>
                <a:lnTo>
                  <a:pt x="297942" y="595884"/>
                </a:lnTo>
                <a:lnTo>
                  <a:pt x="346278" y="591997"/>
                </a:lnTo>
                <a:lnTo>
                  <a:pt x="392125" y="580707"/>
                </a:lnTo>
                <a:lnTo>
                  <a:pt x="434873" y="562648"/>
                </a:lnTo>
                <a:lnTo>
                  <a:pt x="473913" y="538416"/>
                </a:lnTo>
                <a:lnTo>
                  <a:pt x="508635" y="508635"/>
                </a:lnTo>
                <a:lnTo>
                  <a:pt x="538403" y="473925"/>
                </a:lnTo>
                <a:lnTo>
                  <a:pt x="562635" y="434886"/>
                </a:lnTo>
                <a:lnTo>
                  <a:pt x="580694" y="392137"/>
                </a:lnTo>
                <a:lnTo>
                  <a:pt x="591985" y="346290"/>
                </a:lnTo>
                <a:lnTo>
                  <a:pt x="595884" y="297942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4501641" y="4370323"/>
            <a:ext cx="2216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𝒅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4352544" y="3220211"/>
            <a:ext cx="1960880" cy="3268345"/>
            <a:chOff x="4352544" y="3220211"/>
            <a:chExt cx="1960880" cy="3268345"/>
          </a:xfrm>
        </p:grpSpPr>
        <p:sp>
          <p:nvSpPr>
            <p:cNvPr id="18" name="object 18"/>
            <p:cNvSpPr/>
            <p:nvPr/>
          </p:nvSpPr>
          <p:spPr>
            <a:xfrm flipH="1">
              <a:off x="4650486" y="3239261"/>
              <a:ext cx="0" cy="1038860"/>
            </a:xfrm>
            <a:custGeom>
              <a:avLst/>
              <a:gdLst/>
              <a:ahLst/>
              <a:cxnLst/>
              <a:rect l="l" t="t" r="r" b="b"/>
              <a:pathLst>
                <a:path h="1038860">
                  <a:moveTo>
                    <a:pt x="0" y="0"/>
                  </a:moveTo>
                  <a:lnTo>
                    <a:pt x="0" y="103886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717286" y="5892545"/>
              <a:ext cx="596265" cy="596265"/>
            </a:xfrm>
            <a:custGeom>
              <a:avLst/>
              <a:gdLst/>
              <a:ahLst/>
              <a:cxnLst/>
              <a:rect l="l" t="t" r="r" b="b"/>
              <a:pathLst>
                <a:path w="596264" h="596264">
                  <a:moveTo>
                    <a:pt x="297941" y="0"/>
                  </a:moveTo>
                  <a:lnTo>
                    <a:pt x="249603" y="3899"/>
                  </a:lnTo>
                  <a:lnTo>
                    <a:pt x="203752" y="15188"/>
                  </a:lnTo>
                  <a:lnTo>
                    <a:pt x="161001" y="33254"/>
                  </a:lnTo>
                  <a:lnTo>
                    <a:pt x="121962" y="57484"/>
                  </a:lnTo>
                  <a:lnTo>
                    <a:pt x="87248" y="87263"/>
                  </a:lnTo>
                  <a:lnTo>
                    <a:pt x="57473" y="121979"/>
                  </a:lnTo>
                  <a:lnTo>
                    <a:pt x="33247" y="161018"/>
                  </a:lnTo>
                  <a:lnTo>
                    <a:pt x="15185" y="203767"/>
                  </a:lnTo>
                  <a:lnTo>
                    <a:pt x="3898" y="249613"/>
                  </a:lnTo>
                  <a:lnTo>
                    <a:pt x="0" y="297941"/>
                  </a:lnTo>
                  <a:lnTo>
                    <a:pt x="3898" y="346270"/>
                  </a:lnTo>
                  <a:lnTo>
                    <a:pt x="15185" y="392116"/>
                  </a:lnTo>
                  <a:lnTo>
                    <a:pt x="33247" y="434865"/>
                  </a:lnTo>
                  <a:lnTo>
                    <a:pt x="57473" y="473904"/>
                  </a:lnTo>
                  <a:lnTo>
                    <a:pt x="87249" y="508620"/>
                  </a:lnTo>
                  <a:lnTo>
                    <a:pt x="121962" y="538399"/>
                  </a:lnTo>
                  <a:lnTo>
                    <a:pt x="161001" y="562629"/>
                  </a:lnTo>
                  <a:lnTo>
                    <a:pt x="203752" y="580695"/>
                  </a:lnTo>
                  <a:lnTo>
                    <a:pt x="249603" y="591984"/>
                  </a:lnTo>
                  <a:lnTo>
                    <a:pt x="297941" y="595883"/>
                  </a:lnTo>
                  <a:lnTo>
                    <a:pt x="346280" y="591984"/>
                  </a:lnTo>
                  <a:lnTo>
                    <a:pt x="392131" y="580695"/>
                  </a:lnTo>
                  <a:lnTo>
                    <a:pt x="434882" y="562629"/>
                  </a:lnTo>
                  <a:lnTo>
                    <a:pt x="473921" y="538399"/>
                  </a:lnTo>
                  <a:lnTo>
                    <a:pt x="508635" y="508620"/>
                  </a:lnTo>
                  <a:lnTo>
                    <a:pt x="538410" y="473904"/>
                  </a:lnTo>
                  <a:lnTo>
                    <a:pt x="562636" y="434865"/>
                  </a:lnTo>
                  <a:lnTo>
                    <a:pt x="580698" y="392116"/>
                  </a:lnTo>
                  <a:lnTo>
                    <a:pt x="591985" y="346270"/>
                  </a:lnTo>
                  <a:lnTo>
                    <a:pt x="595884" y="297941"/>
                  </a:lnTo>
                  <a:lnTo>
                    <a:pt x="591985" y="249613"/>
                  </a:lnTo>
                  <a:lnTo>
                    <a:pt x="580698" y="203767"/>
                  </a:lnTo>
                  <a:lnTo>
                    <a:pt x="562636" y="161018"/>
                  </a:lnTo>
                  <a:lnTo>
                    <a:pt x="538410" y="121979"/>
                  </a:lnTo>
                  <a:lnTo>
                    <a:pt x="508635" y="87263"/>
                  </a:lnTo>
                  <a:lnTo>
                    <a:pt x="473921" y="57484"/>
                  </a:lnTo>
                  <a:lnTo>
                    <a:pt x="434882" y="33254"/>
                  </a:lnTo>
                  <a:lnTo>
                    <a:pt x="392131" y="15188"/>
                  </a:lnTo>
                  <a:lnTo>
                    <a:pt x="346280" y="3899"/>
                  </a:lnTo>
                  <a:lnTo>
                    <a:pt x="297941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948427" y="6190488"/>
              <a:ext cx="768350" cy="0"/>
            </a:xfrm>
            <a:custGeom>
              <a:avLst/>
              <a:gdLst/>
              <a:ahLst/>
              <a:cxnLst/>
              <a:rect l="l" t="t" r="r" b="b"/>
              <a:pathLst>
                <a:path w="768350">
                  <a:moveTo>
                    <a:pt x="768223" y="0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352544" y="5892545"/>
              <a:ext cx="596265" cy="596265"/>
            </a:xfrm>
            <a:custGeom>
              <a:avLst/>
              <a:gdLst/>
              <a:ahLst/>
              <a:cxnLst/>
              <a:rect l="l" t="t" r="r" b="b"/>
              <a:pathLst>
                <a:path w="596264" h="596264">
                  <a:moveTo>
                    <a:pt x="297941" y="0"/>
                  </a:moveTo>
                  <a:lnTo>
                    <a:pt x="249603" y="3899"/>
                  </a:lnTo>
                  <a:lnTo>
                    <a:pt x="203752" y="15188"/>
                  </a:lnTo>
                  <a:lnTo>
                    <a:pt x="161001" y="33254"/>
                  </a:lnTo>
                  <a:lnTo>
                    <a:pt x="121962" y="57484"/>
                  </a:lnTo>
                  <a:lnTo>
                    <a:pt x="87248" y="87263"/>
                  </a:lnTo>
                  <a:lnTo>
                    <a:pt x="57473" y="121979"/>
                  </a:lnTo>
                  <a:lnTo>
                    <a:pt x="33247" y="161018"/>
                  </a:lnTo>
                  <a:lnTo>
                    <a:pt x="15185" y="203767"/>
                  </a:lnTo>
                  <a:lnTo>
                    <a:pt x="3898" y="249613"/>
                  </a:lnTo>
                  <a:lnTo>
                    <a:pt x="0" y="297941"/>
                  </a:lnTo>
                  <a:lnTo>
                    <a:pt x="3898" y="346270"/>
                  </a:lnTo>
                  <a:lnTo>
                    <a:pt x="15185" y="392116"/>
                  </a:lnTo>
                  <a:lnTo>
                    <a:pt x="33247" y="434865"/>
                  </a:lnTo>
                  <a:lnTo>
                    <a:pt x="57473" y="473904"/>
                  </a:lnTo>
                  <a:lnTo>
                    <a:pt x="87249" y="508620"/>
                  </a:lnTo>
                  <a:lnTo>
                    <a:pt x="121962" y="538399"/>
                  </a:lnTo>
                  <a:lnTo>
                    <a:pt x="161001" y="562629"/>
                  </a:lnTo>
                  <a:lnTo>
                    <a:pt x="203752" y="580695"/>
                  </a:lnTo>
                  <a:lnTo>
                    <a:pt x="249603" y="591984"/>
                  </a:lnTo>
                  <a:lnTo>
                    <a:pt x="297941" y="595883"/>
                  </a:lnTo>
                  <a:lnTo>
                    <a:pt x="346280" y="591984"/>
                  </a:lnTo>
                  <a:lnTo>
                    <a:pt x="392131" y="580695"/>
                  </a:lnTo>
                  <a:lnTo>
                    <a:pt x="434882" y="562629"/>
                  </a:lnTo>
                  <a:lnTo>
                    <a:pt x="473921" y="538399"/>
                  </a:lnTo>
                  <a:lnTo>
                    <a:pt x="508635" y="508620"/>
                  </a:lnTo>
                  <a:lnTo>
                    <a:pt x="538410" y="473904"/>
                  </a:lnTo>
                  <a:lnTo>
                    <a:pt x="562636" y="434865"/>
                  </a:lnTo>
                  <a:lnTo>
                    <a:pt x="580698" y="392116"/>
                  </a:lnTo>
                  <a:lnTo>
                    <a:pt x="591985" y="346270"/>
                  </a:lnTo>
                  <a:lnTo>
                    <a:pt x="595883" y="297941"/>
                  </a:lnTo>
                  <a:lnTo>
                    <a:pt x="591985" y="249613"/>
                  </a:lnTo>
                  <a:lnTo>
                    <a:pt x="580698" y="203767"/>
                  </a:lnTo>
                  <a:lnTo>
                    <a:pt x="562636" y="161018"/>
                  </a:lnTo>
                  <a:lnTo>
                    <a:pt x="538410" y="121979"/>
                  </a:lnTo>
                  <a:lnTo>
                    <a:pt x="508634" y="87263"/>
                  </a:lnTo>
                  <a:lnTo>
                    <a:pt x="473921" y="57484"/>
                  </a:lnTo>
                  <a:lnTo>
                    <a:pt x="434882" y="33254"/>
                  </a:lnTo>
                  <a:lnTo>
                    <a:pt x="392131" y="15188"/>
                  </a:lnTo>
                  <a:lnTo>
                    <a:pt x="346280" y="3899"/>
                  </a:lnTo>
                  <a:lnTo>
                    <a:pt x="297941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4504182" y="5984747"/>
            <a:ext cx="2184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𝒉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3" name="object 23"/>
          <p:cNvSpPr/>
          <p:nvPr/>
        </p:nvSpPr>
        <p:spPr>
          <a:xfrm flipH="1">
            <a:off x="4650485" y="4853940"/>
            <a:ext cx="0" cy="1038860"/>
          </a:xfrm>
          <a:custGeom>
            <a:avLst/>
            <a:gdLst/>
            <a:ahLst/>
            <a:cxnLst/>
            <a:rect l="l" t="t" r="r" b="b"/>
            <a:pathLst>
              <a:path h="1038860">
                <a:moveTo>
                  <a:pt x="0" y="1038847"/>
                </a:moveTo>
                <a:lnTo>
                  <a:pt x="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5796026" y="5984747"/>
            <a:ext cx="533400" cy="885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446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𝒊</a:t>
            </a:r>
            <a:endParaRPr sz="24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1485"/>
              </a:spcBef>
            </a:pPr>
            <a:r>
              <a:rPr sz="2000" spc="-20">
                <a:latin typeface="PMingLiU"/>
                <a:cs typeface="PMingLiU"/>
              </a:rPr>
              <a:t>森</a:t>
            </a:r>
            <a:r>
              <a:rPr sz="2000" spc="-50">
                <a:latin typeface="PMingLiU"/>
                <a:cs typeface="PMingLiU"/>
              </a:rPr>
              <a:t>林</a:t>
            </a:r>
            <a:endParaRPr sz="2000">
              <a:latin typeface="PMingLiU"/>
              <a:cs typeface="PMingLiU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7089647" y="5892546"/>
            <a:ext cx="596265" cy="596265"/>
          </a:xfrm>
          <a:custGeom>
            <a:avLst/>
            <a:gdLst/>
            <a:ahLst/>
            <a:cxnLst/>
            <a:rect l="l" t="t" r="r" b="b"/>
            <a:pathLst>
              <a:path w="596265" h="596264">
                <a:moveTo>
                  <a:pt x="297942" y="0"/>
                </a:moveTo>
                <a:lnTo>
                  <a:pt x="249603" y="3899"/>
                </a:lnTo>
                <a:lnTo>
                  <a:pt x="203752" y="15188"/>
                </a:lnTo>
                <a:lnTo>
                  <a:pt x="161001" y="33254"/>
                </a:lnTo>
                <a:lnTo>
                  <a:pt x="121962" y="57484"/>
                </a:lnTo>
                <a:lnTo>
                  <a:pt x="87249" y="87263"/>
                </a:lnTo>
                <a:lnTo>
                  <a:pt x="57473" y="121979"/>
                </a:lnTo>
                <a:lnTo>
                  <a:pt x="33247" y="161018"/>
                </a:lnTo>
                <a:lnTo>
                  <a:pt x="15185" y="203767"/>
                </a:lnTo>
                <a:lnTo>
                  <a:pt x="3898" y="249613"/>
                </a:lnTo>
                <a:lnTo>
                  <a:pt x="0" y="297941"/>
                </a:lnTo>
                <a:lnTo>
                  <a:pt x="3898" y="346270"/>
                </a:lnTo>
                <a:lnTo>
                  <a:pt x="15185" y="392116"/>
                </a:lnTo>
                <a:lnTo>
                  <a:pt x="33247" y="434865"/>
                </a:lnTo>
                <a:lnTo>
                  <a:pt x="57473" y="473904"/>
                </a:lnTo>
                <a:lnTo>
                  <a:pt x="87249" y="508620"/>
                </a:lnTo>
                <a:lnTo>
                  <a:pt x="121962" y="538399"/>
                </a:lnTo>
                <a:lnTo>
                  <a:pt x="161001" y="562629"/>
                </a:lnTo>
                <a:lnTo>
                  <a:pt x="203752" y="580695"/>
                </a:lnTo>
                <a:lnTo>
                  <a:pt x="249603" y="591984"/>
                </a:lnTo>
                <a:lnTo>
                  <a:pt x="297942" y="595883"/>
                </a:lnTo>
                <a:lnTo>
                  <a:pt x="346280" y="591984"/>
                </a:lnTo>
                <a:lnTo>
                  <a:pt x="392131" y="580695"/>
                </a:lnTo>
                <a:lnTo>
                  <a:pt x="434882" y="562629"/>
                </a:lnTo>
                <a:lnTo>
                  <a:pt x="473921" y="538399"/>
                </a:lnTo>
                <a:lnTo>
                  <a:pt x="508634" y="508620"/>
                </a:lnTo>
                <a:lnTo>
                  <a:pt x="538410" y="473904"/>
                </a:lnTo>
                <a:lnTo>
                  <a:pt x="562636" y="434865"/>
                </a:lnTo>
                <a:lnTo>
                  <a:pt x="580698" y="392116"/>
                </a:lnTo>
                <a:lnTo>
                  <a:pt x="591985" y="346270"/>
                </a:lnTo>
                <a:lnTo>
                  <a:pt x="595883" y="297941"/>
                </a:lnTo>
                <a:lnTo>
                  <a:pt x="591985" y="249613"/>
                </a:lnTo>
                <a:lnTo>
                  <a:pt x="580698" y="203767"/>
                </a:lnTo>
                <a:lnTo>
                  <a:pt x="562636" y="161018"/>
                </a:lnTo>
                <a:lnTo>
                  <a:pt x="538410" y="121979"/>
                </a:lnTo>
                <a:lnTo>
                  <a:pt x="508634" y="87263"/>
                </a:lnTo>
                <a:lnTo>
                  <a:pt x="473921" y="57484"/>
                </a:lnTo>
                <a:lnTo>
                  <a:pt x="434882" y="33254"/>
                </a:lnTo>
                <a:lnTo>
                  <a:pt x="392131" y="15188"/>
                </a:lnTo>
                <a:lnTo>
                  <a:pt x="346280" y="3899"/>
                </a:lnTo>
                <a:lnTo>
                  <a:pt x="297942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7277607" y="5984747"/>
            <a:ext cx="1441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𝒋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316229" y="2643377"/>
            <a:ext cx="596265" cy="596265"/>
          </a:xfrm>
          <a:custGeom>
            <a:avLst/>
            <a:gdLst/>
            <a:ahLst/>
            <a:cxnLst/>
            <a:rect l="l" t="t" r="r" b="b"/>
            <a:pathLst>
              <a:path w="596265" h="596264">
                <a:moveTo>
                  <a:pt x="0" y="297942"/>
                </a:moveTo>
                <a:lnTo>
                  <a:pt x="3899" y="249603"/>
                </a:lnTo>
                <a:lnTo>
                  <a:pt x="15188" y="203752"/>
                </a:lnTo>
                <a:lnTo>
                  <a:pt x="33254" y="161001"/>
                </a:lnTo>
                <a:lnTo>
                  <a:pt x="57484" y="121962"/>
                </a:lnTo>
                <a:lnTo>
                  <a:pt x="87263" y="87249"/>
                </a:lnTo>
                <a:lnTo>
                  <a:pt x="121979" y="57473"/>
                </a:lnTo>
                <a:lnTo>
                  <a:pt x="161018" y="33247"/>
                </a:lnTo>
                <a:lnTo>
                  <a:pt x="203767" y="15185"/>
                </a:lnTo>
                <a:lnTo>
                  <a:pt x="249613" y="3898"/>
                </a:lnTo>
                <a:lnTo>
                  <a:pt x="297942" y="0"/>
                </a:lnTo>
                <a:lnTo>
                  <a:pt x="346270" y="3898"/>
                </a:lnTo>
                <a:lnTo>
                  <a:pt x="392116" y="15185"/>
                </a:lnTo>
                <a:lnTo>
                  <a:pt x="434865" y="33247"/>
                </a:lnTo>
                <a:lnTo>
                  <a:pt x="473904" y="57473"/>
                </a:lnTo>
                <a:lnTo>
                  <a:pt x="508620" y="87248"/>
                </a:lnTo>
                <a:lnTo>
                  <a:pt x="538399" y="121962"/>
                </a:lnTo>
                <a:lnTo>
                  <a:pt x="562629" y="161001"/>
                </a:lnTo>
                <a:lnTo>
                  <a:pt x="580695" y="203752"/>
                </a:lnTo>
                <a:lnTo>
                  <a:pt x="591984" y="249603"/>
                </a:lnTo>
                <a:lnTo>
                  <a:pt x="595883" y="297942"/>
                </a:lnTo>
                <a:lnTo>
                  <a:pt x="591984" y="346280"/>
                </a:lnTo>
                <a:lnTo>
                  <a:pt x="580695" y="392131"/>
                </a:lnTo>
                <a:lnTo>
                  <a:pt x="562629" y="434882"/>
                </a:lnTo>
                <a:lnTo>
                  <a:pt x="538399" y="473921"/>
                </a:lnTo>
                <a:lnTo>
                  <a:pt x="508620" y="508635"/>
                </a:lnTo>
                <a:lnTo>
                  <a:pt x="473904" y="538410"/>
                </a:lnTo>
                <a:lnTo>
                  <a:pt x="434865" y="562636"/>
                </a:lnTo>
                <a:lnTo>
                  <a:pt x="392116" y="580698"/>
                </a:lnTo>
                <a:lnTo>
                  <a:pt x="346270" y="591985"/>
                </a:lnTo>
                <a:lnTo>
                  <a:pt x="297942" y="595884"/>
                </a:lnTo>
                <a:lnTo>
                  <a:pt x="249613" y="591985"/>
                </a:lnTo>
                <a:lnTo>
                  <a:pt x="203767" y="580698"/>
                </a:lnTo>
                <a:lnTo>
                  <a:pt x="161018" y="562636"/>
                </a:lnTo>
                <a:lnTo>
                  <a:pt x="121979" y="538410"/>
                </a:lnTo>
                <a:lnTo>
                  <a:pt x="87263" y="508635"/>
                </a:lnTo>
                <a:lnTo>
                  <a:pt x="57484" y="473921"/>
                </a:lnTo>
                <a:lnTo>
                  <a:pt x="33254" y="434882"/>
                </a:lnTo>
                <a:lnTo>
                  <a:pt x="15188" y="392131"/>
                </a:lnTo>
                <a:lnTo>
                  <a:pt x="3899" y="346280"/>
                </a:lnTo>
                <a:lnTo>
                  <a:pt x="0" y="297942"/>
                </a:lnTo>
                <a:close/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473201" y="2737611"/>
            <a:ext cx="2152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𝒂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316229" y="2643377"/>
            <a:ext cx="2162175" cy="2231390"/>
          </a:xfrm>
          <a:custGeom>
            <a:avLst/>
            <a:gdLst/>
            <a:ahLst/>
            <a:cxnLst/>
            <a:rect l="l" t="t" r="r" b="b"/>
            <a:pathLst>
              <a:path w="2162175" h="2231390">
                <a:moveTo>
                  <a:pt x="1565909" y="297942"/>
                </a:moveTo>
                <a:lnTo>
                  <a:pt x="1569808" y="249603"/>
                </a:lnTo>
                <a:lnTo>
                  <a:pt x="1581095" y="203752"/>
                </a:lnTo>
                <a:lnTo>
                  <a:pt x="1599157" y="161001"/>
                </a:lnTo>
                <a:lnTo>
                  <a:pt x="1623383" y="121962"/>
                </a:lnTo>
                <a:lnTo>
                  <a:pt x="1653158" y="87249"/>
                </a:lnTo>
                <a:lnTo>
                  <a:pt x="1687872" y="57473"/>
                </a:lnTo>
                <a:lnTo>
                  <a:pt x="1726911" y="33247"/>
                </a:lnTo>
                <a:lnTo>
                  <a:pt x="1769662" y="15185"/>
                </a:lnTo>
                <a:lnTo>
                  <a:pt x="1815513" y="3898"/>
                </a:lnTo>
                <a:lnTo>
                  <a:pt x="1863852" y="0"/>
                </a:lnTo>
                <a:lnTo>
                  <a:pt x="1912190" y="3898"/>
                </a:lnTo>
                <a:lnTo>
                  <a:pt x="1958041" y="15185"/>
                </a:lnTo>
                <a:lnTo>
                  <a:pt x="2000792" y="33247"/>
                </a:lnTo>
                <a:lnTo>
                  <a:pt x="2039831" y="57473"/>
                </a:lnTo>
                <a:lnTo>
                  <a:pt x="2074545" y="87248"/>
                </a:lnTo>
                <a:lnTo>
                  <a:pt x="2104320" y="121962"/>
                </a:lnTo>
                <a:lnTo>
                  <a:pt x="2128546" y="161001"/>
                </a:lnTo>
                <a:lnTo>
                  <a:pt x="2146608" y="203752"/>
                </a:lnTo>
                <a:lnTo>
                  <a:pt x="2157895" y="249603"/>
                </a:lnTo>
                <a:lnTo>
                  <a:pt x="2161794" y="297942"/>
                </a:lnTo>
                <a:lnTo>
                  <a:pt x="2157895" y="346280"/>
                </a:lnTo>
                <a:lnTo>
                  <a:pt x="2146608" y="392131"/>
                </a:lnTo>
                <a:lnTo>
                  <a:pt x="2128546" y="434882"/>
                </a:lnTo>
                <a:lnTo>
                  <a:pt x="2104320" y="473921"/>
                </a:lnTo>
                <a:lnTo>
                  <a:pt x="2074545" y="508635"/>
                </a:lnTo>
                <a:lnTo>
                  <a:pt x="2039831" y="538410"/>
                </a:lnTo>
                <a:lnTo>
                  <a:pt x="2000792" y="562636"/>
                </a:lnTo>
                <a:lnTo>
                  <a:pt x="1958041" y="580698"/>
                </a:lnTo>
                <a:lnTo>
                  <a:pt x="1912190" y="591985"/>
                </a:lnTo>
                <a:lnTo>
                  <a:pt x="1863852" y="595884"/>
                </a:lnTo>
                <a:lnTo>
                  <a:pt x="1815513" y="591985"/>
                </a:lnTo>
                <a:lnTo>
                  <a:pt x="1769662" y="580698"/>
                </a:lnTo>
                <a:lnTo>
                  <a:pt x="1726911" y="562636"/>
                </a:lnTo>
                <a:lnTo>
                  <a:pt x="1687872" y="538410"/>
                </a:lnTo>
                <a:lnTo>
                  <a:pt x="1653158" y="508635"/>
                </a:lnTo>
                <a:lnTo>
                  <a:pt x="1623383" y="473921"/>
                </a:lnTo>
                <a:lnTo>
                  <a:pt x="1599157" y="434882"/>
                </a:lnTo>
                <a:lnTo>
                  <a:pt x="1581095" y="392131"/>
                </a:lnTo>
                <a:lnTo>
                  <a:pt x="1569808" y="346280"/>
                </a:lnTo>
                <a:lnTo>
                  <a:pt x="1565909" y="297942"/>
                </a:lnTo>
                <a:close/>
              </a:path>
              <a:path w="2162175" h="2231390">
                <a:moveTo>
                  <a:pt x="0" y="1932813"/>
                </a:moveTo>
                <a:lnTo>
                  <a:pt x="3899" y="1884433"/>
                </a:lnTo>
                <a:lnTo>
                  <a:pt x="15188" y="1838535"/>
                </a:lnTo>
                <a:lnTo>
                  <a:pt x="33254" y="1795734"/>
                </a:lnTo>
                <a:lnTo>
                  <a:pt x="57484" y="1756644"/>
                </a:lnTo>
                <a:lnTo>
                  <a:pt x="87263" y="1721881"/>
                </a:lnTo>
                <a:lnTo>
                  <a:pt x="121979" y="1692060"/>
                </a:lnTo>
                <a:lnTo>
                  <a:pt x="161018" y="1667795"/>
                </a:lnTo>
                <a:lnTo>
                  <a:pt x="203767" y="1649702"/>
                </a:lnTo>
                <a:lnTo>
                  <a:pt x="249613" y="1638395"/>
                </a:lnTo>
                <a:lnTo>
                  <a:pt x="297942" y="1634490"/>
                </a:lnTo>
                <a:lnTo>
                  <a:pt x="346270" y="1638395"/>
                </a:lnTo>
                <a:lnTo>
                  <a:pt x="392116" y="1649702"/>
                </a:lnTo>
                <a:lnTo>
                  <a:pt x="434865" y="1667795"/>
                </a:lnTo>
                <a:lnTo>
                  <a:pt x="473904" y="1692060"/>
                </a:lnTo>
                <a:lnTo>
                  <a:pt x="508620" y="1721881"/>
                </a:lnTo>
                <a:lnTo>
                  <a:pt x="538399" y="1756644"/>
                </a:lnTo>
                <a:lnTo>
                  <a:pt x="562629" y="1795734"/>
                </a:lnTo>
                <a:lnTo>
                  <a:pt x="580695" y="1838535"/>
                </a:lnTo>
                <a:lnTo>
                  <a:pt x="591984" y="1884433"/>
                </a:lnTo>
                <a:lnTo>
                  <a:pt x="595883" y="1932813"/>
                </a:lnTo>
                <a:lnTo>
                  <a:pt x="591984" y="1981192"/>
                </a:lnTo>
                <a:lnTo>
                  <a:pt x="580695" y="2027090"/>
                </a:lnTo>
                <a:lnTo>
                  <a:pt x="562629" y="2069891"/>
                </a:lnTo>
                <a:lnTo>
                  <a:pt x="538399" y="2108981"/>
                </a:lnTo>
                <a:lnTo>
                  <a:pt x="508620" y="2143744"/>
                </a:lnTo>
                <a:lnTo>
                  <a:pt x="473904" y="2173565"/>
                </a:lnTo>
                <a:lnTo>
                  <a:pt x="434865" y="2197830"/>
                </a:lnTo>
                <a:lnTo>
                  <a:pt x="392116" y="2215923"/>
                </a:lnTo>
                <a:lnTo>
                  <a:pt x="346270" y="2227230"/>
                </a:lnTo>
                <a:lnTo>
                  <a:pt x="297942" y="2231136"/>
                </a:lnTo>
                <a:lnTo>
                  <a:pt x="249613" y="2227230"/>
                </a:lnTo>
                <a:lnTo>
                  <a:pt x="203767" y="2215923"/>
                </a:lnTo>
                <a:lnTo>
                  <a:pt x="161018" y="2197830"/>
                </a:lnTo>
                <a:lnTo>
                  <a:pt x="121979" y="2173565"/>
                </a:lnTo>
                <a:lnTo>
                  <a:pt x="87263" y="2143744"/>
                </a:lnTo>
                <a:lnTo>
                  <a:pt x="57484" y="2108981"/>
                </a:lnTo>
                <a:lnTo>
                  <a:pt x="33254" y="2069891"/>
                </a:lnTo>
                <a:lnTo>
                  <a:pt x="15188" y="2027090"/>
                </a:lnTo>
                <a:lnTo>
                  <a:pt x="3899" y="1981192"/>
                </a:lnTo>
                <a:lnTo>
                  <a:pt x="0" y="1932813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469391" y="4372609"/>
            <a:ext cx="2216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𝒅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3246120" y="4277867"/>
            <a:ext cx="596265" cy="596900"/>
          </a:xfrm>
          <a:custGeom>
            <a:avLst/>
            <a:gdLst/>
            <a:ahLst/>
            <a:cxnLst/>
            <a:rect l="l" t="t" r="r" b="b"/>
            <a:pathLst>
              <a:path w="596264" h="596900">
                <a:moveTo>
                  <a:pt x="0" y="298322"/>
                </a:moveTo>
                <a:lnTo>
                  <a:pt x="3898" y="249943"/>
                </a:lnTo>
                <a:lnTo>
                  <a:pt x="15185" y="204045"/>
                </a:lnTo>
                <a:lnTo>
                  <a:pt x="33247" y="161244"/>
                </a:lnTo>
                <a:lnTo>
                  <a:pt x="57473" y="122154"/>
                </a:lnTo>
                <a:lnTo>
                  <a:pt x="87248" y="87391"/>
                </a:lnTo>
                <a:lnTo>
                  <a:pt x="121962" y="57570"/>
                </a:lnTo>
                <a:lnTo>
                  <a:pt x="161001" y="33305"/>
                </a:lnTo>
                <a:lnTo>
                  <a:pt x="203752" y="15212"/>
                </a:lnTo>
                <a:lnTo>
                  <a:pt x="249603" y="3905"/>
                </a:lnTo>
                <a:lnTo>
                  <a:pt x="297942" y="0"/>
                </a:lnTo>
                <a:lnTo>
                  <a:pt x="346280" y="3905"/>
                </a:lnTo>
                <a:lnTo>
                  <a:pt x="392131" y="15212"/>
                </a:lnTo>
                <a:lnTo>
                  <a:pt x="434882" y="33305"/>
                </a:lnTo>
                <a:lnTo>
                  <a:pt x="473921" y="57570"/>
                </a:lnTo>
                <a:lnTo>
                  <a:pt x="508634" y="87391"/>
                </a:lnTo>
                <a:lnTo>
                  <a:pt x="538410" y="122154"/>
                </a:lnTo>
                <a:lnTo>
                  <a:pt x="562636" y="161244"/>
                </a:lnTo>
                <a:lnTo>
                  <a:pt x="580698" y="204045"/>
                </a:lnTo>
                <a:lnTo>
                  <a:pt x="591985" y="249943"/>
                </a:lnTo>
                <a:lnTo>
                  <a:pt x="595883" y="298322"/>
                </a:lnTo>
                <a:lnTo>
                  <a:pt x="591985" y="346702"/>
                </a:lnTo>
                <a:lnTo>
                  <a:pt x="580698" y="392600"/>
                </a:lnTo>
                <a:lnTo>
                  <a:pt x="562636" y="435401"/>
                </a:lnTo>
                <a:lnTo>
                  <a:pt x="538410" y="474491"/>
                </a:lnTo>
                <a:lnTo>
                  <a:pt x="508635" y="509254"/>
                </a:lnTo>
                <a:lnTo>
                  <a:pt x="473921" y="539075"/>
                </a:lnTo>
                <a:lnTo>
                  <a:pt x="434882" y="563340"/>
                </a:lnTo>
                <a:lnTo>
                  <a:pt x="392131" y="581433"/>
                </a:lnTo>
                <a:lnTo>
                  <a:pt x="346280" y="592740"/>
                </a:lnTo>
                <a:lnTo>
                  <a:pt x="297942" y="596645"/>
                </a:lnTo>
                <a:lnTo>
                  <a:pt x="249603" y="592740"/>
                </a:lnTo>
                <a:lnTo>
                  <a:pt x="203752" y="581433"/>
                </a:lnTo>
                <a:lnTo>
                  <a:pt x="161001" y="563340"/>
                </a:lnTo>
                <a:lnTo>
                  <a:pt x="121962" y="539075"/>
                </a:lnTo>
                <a:lnTo>
                  <a:pt x="87249" y="509254"/>
                </a:lnTo>
                <a:lnTo>
                  <a:pt x="57473" y="474491"/>
                </a:lnTo>
                <a:lnTo>
                  <a:pt x="33247" y="435401"/>
                </a:lnTo>
                <a:lnTo>
                  <a:pt x="15185" y="392600"/>
                </a:lnTo>
                <a:lnTo>
                  <a:pt x="3898" y="346702"/>
                </a:lnTo>
                <a:lnTo>
                  <a:pt x="0" y="298322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3395217" y="4372609"/>
            <a:ext cx="2317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𝒈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3253740" y="2643377"/>
            <a:ext cx="596265" cy="596265"/>
          </a:xfrm>
          <a:custGeom>
            <a:avLst/>
            <a:gdLst/>
            <a:ahLst/>
            <a:cxnLst/>
            <a:rect l="l" t="t" r="r" b="b"/>
            <a:pathLst>
              <a:path w="596264" h="596264">
                <a:moveTo>
                  <a:pt x="0" y="297942"/>
                </a:moveTo>
                <a:lnTo>
                  <a:pt x="3898" y="249603"/>
                </a:lnTo>
                <a:lnTo>
                  <a:pt x="15185" y="203752"/>
                </a:lnTo>
                <a:lnTo>
                  <a:pt x="33247" y="161001"/>
                </a:lnTo>
                <a:lnTo>
                  <a:pt x="57473" y="121962"/>
                </a:lnTo>
                <a:lnTo>
                  <a:pt x="87248" y="87249"/>
                </a:lnTo>
                <a:lnTo>
                  <a:pt x="121962" y="57473"/>
                </a:lnTo>
                <a:lnTo>
                  <a:pt x="161001" y="33247"/>
                </a:lnTo>
                <a:lnTo>
                  <a:pt x="203752" y="15185"/>
                </a:lnTo>
                <a:lnTo>
                  <a:pt x="249603" y="3898"/>
                </a:lnTo>
                <a:lnTo>
                  <a:pt x="297942" y="0"/>
                </a:lnTo>
                <a:lnTo>
                  <a:pt x="346280" y="3898"/>
                </a:lnTo>
                <a:lnTo>
                  <a:pt x="392131" y="15185"/>
                </a:lnTo>
                <a:lnTo>
                  <a:pt x="434882" y="33247"/>
                </a:lnTo>
                <a:lnTo>
                  <a:pt x="473921" y="57473"/>
                </a:lnTo>
                <a:lnTo>
                  <a:pt x="508635" y="87248"/>
                </a:lnTo>
                <a:lnTo>
                  <a:pt x="538410" y="121962"/>
                </a:lnTo>
                <a:lnTo>
                  <a:pt x="562636" y="161001"/>
                </a:lnTo>
                <a:lnTo>
                  <a:pt x="580698" y="203752"/>
                </a:lnTo>
                <a:lnTo>
                  <a:pt x="591985" y="249603"/>
                </a:lnTo>
                <a:lnTo>
                  <a:pt x="595884" y="297942"/>
                </a:lnTo>
                <a:lnTo>
                  <a:pt x="591985" y="346280"/>
                </a:lnTo>
                <a:lnTo>
                  <a:pt x="580698" y="392131"/>
                </a:lnTo>
                <a:lnTo>
                  <a:pt x="562636" y="434882"/>
                </a:lnTo>
                <a:lnTo>
                  <a:pt x="538410" y="473921"/>
                </a:lnTo>
                <a:lnTo>
                  <a:pt x="508635" y="508635"/>
                </a:lnTo>
                <a:lnTo>
                  <a:pt x="473921" y="538410"/>
                </a:lnTo>
                <a:lnTo>
                  <a:pt x="434882" y="562636"/>
                </a:lnTo>
                <a:lnTo>
                  <a:pt x="392131" y="580698"/>
                </a:lnTo>
                <a:lnTo>
                  <a:pt x="346280" y="591985"/>
                </a:lnTo>
                <a:lnTo>
                  <a:pt x="297942" y="595884"/>
                </a:lnTo>
                <a:lnTo>
                  <a:pt x="249603" y="591985"/>
                </a:lnTo>
                <a:lnTo>
                  <a:pt x="203752" y="580698"/>
                </a:lnTo>
                <a:lnTo>
                  <a:pt x="161001" y="562636"/>
                </a:lnTo>
                <a:lnTo>
                  <a:pt x="121962" y="538410"/>
                </a:lnTo>
                <a:lnTo>
                  <a:pt x="87249" y="508635"/>
                </a:lnTo>
                <a:lnTo>
                  <a:pt x="57473" y="473921"/>
                </a:lnTo>
                <a:lnTo>
                  <a:pt x="33247" y="434882"/>
                </a:lnTo>
                <a:lnTo>
                  <a:pt x="15185" y="392131"/>
                </a:lnTo>
                <a:lnTo>
                  <a:pt x="3898" y="346280"/>
                </a:lnTo>
                <a:lnTo>
                  <a:pt x="0" y="297942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637540" y="694473"/>
            <a:ext cx="4264660" cy="2434590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406400" indent="-342900">
              <a:lnSpc>
                <a:spcPct val="100000"/>
              </a:lnSpc>
              <a:spcBef>
                <a:spcPts val="81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405765" algn="l"/>
                <a:tab pos="406400" algn="l"/>
              </a:tabLst>
            </a:pPr>
            <a:r>
              <a:rPr sz="2800" dirty="0" err="1">
                <a:latin typeface="PMingLiU"/>
                <a:cs typeface="PMingLiU"/>
              </a:rPr>
              <a:t>树</a:t>
            </a:r>
            <a:r>
              <a:rPr sz="2800" b="1" spc="-10" dirty="0">
                <a:latin typeface="Times New Roman"/>
                <a:cs typeface="Times New Roman"/>
              </a:rPr>
              <a:t>(Tree)</a:t>
            </a:r>
            <a:endParaRPr sz="2800" dirty="0">
              <a:latin typeface="Times New Roman"/>
              <a:cs typeface="Times New Roman"/>
            </a:endParaRPr>
          </a:p>
          <a:p>
            <a:pPr marL="755015" lvl="1" indent="-347980">
              <a:lnSpc>
                <a:spcPct val="100000"/>
              </a:lnSpc>
              <a:spcBef>
                <a:spcPts val="610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55015" algn="l"/>
                <a:tab pos="755650" algn="l"/>
              </a:tabLst>
            </a:pPr>
            <a:r>
              <a:rPr sz="2400" dirty="0" err="1">
                <a:latin typeface="PMingLiU"/>
                <a:cs typeface="PMingLiU"/>
              </a:rPr>
              <a:t>连通、无环图</a:t>
            </a:r>
            <a:r>
              <a:rPr sz="2400" dirty="0">
                <a:latin typeface="Cambria Math"/>
                <a:cs typeface="Cambria Math"/>
              </a:rPr>
              <a:t>𝑻</a:t>
            </a:r>
            <a:r>
              <a:rPr sz="2400" spc="80" dirty="0">
                <a:latin typeface="Cambria Math"/>
                <a:cs typeface="Cambria Math"/>
              </a:rPr>
              <a:t> =&lt; </a:t>
            </a:r>
            <a:r>
              <a:rPr sz="2400" dirty="0">
                <a:latin typeface="Cambria Math"/>
                <a:cs typeface="Cambria Math"/>
              </a:rPr>
              <a:t>𝑽</a:t>
            </a:r>
            <a:r>
              <a:rPr sz="2625" baseline="-15873" dirty="0">
                <a:latin typeface="Cambria Math"/>
                <a:cs typeface="Cambria Math"/>
              </a:rPr>
              <a:t>𝑻</a:t>
            </a:r>
            <a:r>
              <a:rPr sz="2400" spc="-55" dirty="0">
                <a:latin typeface="Cambria Math"/>
                <a:cs typeface="Cambria Math"/>
              </a:rPr>
              <a:t>, </a:t>
            </a:r>
            <a:r>
              <a:rPr sz="2400" spc="-25" dirty="0">
                <a:latin typeface="Cambria Math"/>
                <a:cs typeface="Cambria Math"/>
              </a:rPr>
              <a:t>𝑬</a:t>
            </a:r>
            <a:r>
              <a:rPr sz="2625" spc="-37" baseline="-15873" dirty="0">
                <a:latin typeface="Cambria Math"/>
                <a:cs typeface="Cambria Math"/>
              </a:rPr>
              <a:t>𝑻</a:t>
            </a:r>
            <a:endParaRPr sz="2625" baseline="-15873" dirty="0">
              <a:latin typeface="Cambria Math"/>
              <a:cs typeface="Cambria Math"/>
            </a:endParaRPr>
          </a:p>
          <a:p>
            <a:pPr marL="406400" indent="-342900">
              <a:lnSpc>
                <a:spcPct val="100000"/>
              </a:lnSpc>
              <a:spcBef>
                <a:spcPts val="64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405765" algn="l"/>
                <a:tab pos="406400" algn="l"/>
              </a:tabLst>
            </a:pPr>
            <a:r>
              <a:rPr sz="2800" dirty="0" err="1">
                <a:latin typeface="PMingLiU"/>
                <a:cs typeface="PMingLiU"/>
              </a:rPr>
              <a:t>森林</a:t>
            </a:r>
            <a:r>
              <a:rPr sz="2800" b="1" spc="-10" dirty="0">
                <a:latin typeface="Times New Roman"/>
                <a:cs typeface="Times New Roman"/>
              </a:rPr>
              <a:t>(Forest)</a:t>
            </a:r>
            <a:endParaRPr sz="2800" dirty="0">
              <a:latin typeface="Times New Roman"/>
              <a:cs typeface="Times New Roman"/>
            </a:endParaRPr>
          </a:p>
          <a:p>
            <a:pPr marL="755015" lvl="1" indent="-347980">
              <a:lnSpc>
                <a:spcPct val="100000"/>
              </a:lnSpc>
              <a:spcBef>
                <a:spcPts val="560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55015" algn="l"/>
                <a:tab pos="755650" algn="l"/>
              </a:tabLst>
            </a:pPr>
            <a:r>
              <a:rPr sz="2400" spc="-5" dirty="0" err="1">
                <a:latin typeface="PMingLiU"/>
                <a:cs typeface="PMingLiU"/>
              </a:rPr>
              <a:t>一至多棵树组成的无环图</a:t>
            </a:r>
            <a:endParaRPr sz="2400" dirty="0">
              <a:latin typeface="PMingLiU"/>
              <a:cs typeface="PMingLiU"/>
            </a:endParaRPr>
          </a:p>
          <a:p>
            <a:pPr marL="1415415">
              <a:lnSpc>
                <a:spcPct val="100000"/>
              </a:lnSpc>
              <a:spcBef>
                <a:spcPts val="1085"/>
              </a:spcBef>
              <a:tabLst>
                <a:tab pos="2803525" algn="l"/>
                <a:tab pos="3880485" algn="l"/>
              </a:tabLst>
            </a:pPr>
            <a:r>
              <a:rPr sz="2400" spc="-50" dirty="0">
                <a:latin typeface="Cambria Math"/>
                <a:cs typeface="Cambria Math"/>
              </a:rPr>
              <a:t>𝒃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𝒄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𝒂</a:t>
            </a:r>
            <a:endParaRPr sz="2400" dirty="0">
              <a:latin typeface="Cambria Math"/>
              <a:cs typeface="Cambria Math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614172" y="2941320"/>
            <a:ext cx="2639695" cy="1933575"/>
          </a:xfrm>
          <a:custGeom>
            <a:avLst/>
            <a:gdLst/>
            <a:ahLst/>
            <a:cxnLst/>
            <a:rect l="l" t="t" r="r" b="b"/>
            <a:pathLst>
              <a:path w="2639695" h="1933575">
                <a:moveTo>
                  <a:pt x="297941" y="0"/>
                </a:moveTo>
                <a:lnTo>
                  <a:pt x="1267841" y="0"/>
                </a:lnTo>
              </a:path>
              <a:path w="2639695" h="1933575">
                <a:moveTo>
                  <a:pt x="0" y="297941"/>
                </a:moveTo>
                <a:lnTo>
                  <a:pt x="0" y="1336802"/>
                </a:lnTo>
              </a:path>
              <a:path w="2639695" h="1933575">
                <a:moveTo>
                  <a:pt x="2632075" y="1635252"/>
                </a:moveTo>
                <a:lnTo>
                  <a:pt x="1863852" y="1635252"/>
                </a:lnTo>
              </a:path>
              <a:path w="2639695" h="1933575">
                <a:moveTo>
                  <a:pt x="1863852" y="0"/>
                </a:moveTo>
                <a:lnTo>
                  <a:pt x="2639567" y="0"/>
                </a:lnTo>
              </a:path>
              <a:path w="2639695" h="1933575">
                <a:moveTo>
                  <a:pt x="1267967" y="1634870"/>
                </a:moveTo>
                <a:lnTo>
                  <a:pt x="1271866" y="1586491"/>
                </a:lnTo>
                <a:lnTo>
                  <a:pt x="1283153" y="1540593"/>
                </a:lnTo>
                <a:lnTo>
                  <a:pt x="1301215" y="1497792"/>
                </a:lnTo>
                <a:lnTo>
                  <a:pt x="1325441" y="1458702"/>
                </a:lnTo>
                <a:lnTo>
                  <a:pt x="1355217" y="1423939"/>
                </a:lnTo>
                <a:lnTo>
                  <a:pt x="1389930" y="1394118"/>
                </a:lnTo>
                <a:lnTo>
                  <a:pt x="1428969" y="1369853"/>
                </a:lnTo>
                <a:lnTo>
                  <a:pt x="1471720" y="1351760"/>
                </a:lnTo>
                <a:lnTo>
                  <a:pt x="1517571" y="1340453"/>
                </a:lnTo>
                <a:lnTo>
                  <a:pt x="1565910" y="1336547"/>
                </a:lnTo>
                <a:lnTo>
                  <a:pt x="1614248" y="1340453"/>
                </a:lnTo>
                <a:lnTo>
                  <a:pt x="1660099" y="1351760"/>
                </a:lnTo>
                <a:lnTo>
                  <a:pt x="1702850" y="1369853"/>
                </a:lnTo>
                <a:lnTo>
                  <a:pt x="1741889" y="1394118"/>
                </a:lnTo>
                <a:lnTo>
                  <a:pt x="1776603" y="1423939"/>
                </a:lnTo>
                <a:lnTo>
                  <a:pt x="1806378" y="1458702"/>
                </a:lnTo>
                <a:lnTo>
                  <a:pt x="1830604" y="1497792"/>
                </a:lnTo>
                <a:lnTo>
                  <a:pt x="1848666" y="1540593"/>
                </a:lnTo>
                <a:lnTo>
                  <a:pt x="1859953" y="1586491"/>
                </a:lnTo>
                <a:lnTo>
                  <a:pt x="1863852" y="1634870"/>
                </a:lnTo>
                <a:lnTo>
                  <a:pt x="1859953" y="1683250"/>
                </a:lnTo>
                <a:lnTo>
                  <a:pt x="1848666" y="1729148"/>
                </a:lnTo>
                <a:lnTo>
                  <a:pt x="1830604" y="1771949"/>
                </a:lnTo>
                <a:lnTo>
                  <a:pt x="1806378" y="1811039"/>
                </a:lnTo>
                <a:lnTo>
                  <a:pt x="1776602" y="1845802"/>
                </a:lnTo>
                <a:lnTo>
                  <a:pt x="1741889" y="1875623"/>
                </a:lnTo>
                <a:lnTo>
                  <a:pt x="1702850" y="1899888"/>
                </a:lnTo>
                <a:lnTo>
                  <a:pt x="1660099" y="1917981"/>
                </a:lnTo>
                <a:lnTo>
                  <a:pt x="1614248" y="1929288"/>
                </a:lnTo>
                <a:lnTo>
                  <a:pt x="1565910" y="1933193"/>
                </a:lnTo>
                <a:lnTo>
                  <a:pt x="1517571" y="1929288"/>
                </a:lnTo>
                <a:lnTo>
                  <a:pt x="1471720" y="1917981"/>
                </a:lnTo>
                <a:lnTo>
                  <a:pt x="1428969" y="1899888"/>
                </a:lnTo>
                <a:lnTo>
                  <a:pt x="1389930" y="1875623"/>
                </a:lnTo>
                <a:lnTo>
                  <a:pt x="1355216" y="1845802"/>
                </a:lnTo>
                <a:lnTo>
                  <a:pt x="1325441" y="1811039"/>
                </a:lnTo>
                <a:lnTo>
                  <a:pt x="1301215" y="1771949"/>
                </a:lnTo>
                <a:lnTo>
                  <a:pt x="1283153" y="1729148"/>
                </a:lnTo>
                <a:lnTo>
                  <a:pt x="1271866" y="1683250"/>
                </a:lnTo>
                <a:lnTo>
                  <a:pt x="1267967" y="163487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2048510" y="4372609"/>
            <a:ext cx="1974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𝒇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316229" y="3239261"/>
            <a:ext cx="1960245" cy="3249295"/>
          </a:xfrm>
          <a:custGeom>
            <a:avLst/>
            <a:gdLst/>
            <a:ahLst/>
            <a:cxnLst/>
            <a:rect l="l" t="t" r="r" b="b"/>
            <a:pathLst>
              <a:path w="1960245" h="3249295">
                <a:moveTo>
                  <a:pt x="1863852" y="1038860"/>
                </a:moveTo>
                <a:lnTo>
                  <a:pt x="1863852" y="0"/>
                </a:lnTo>
              </a:path>
              <a:path w="1960245" h="3249295">
                <a:moveTo>
                  <a:pt x="1363980" y="2951226"/>
                </a:moveTo>
                <a:lnTo>
                  <a:pt x="1367878" y="2902897"/>
                </a:lnTo>
                <a:lnTo>
                  <a:pt x="1379165" y="2857051"/>
                </a:lnTo>
                <a:lnTo>
                  <a:pt x="1397227" y="2814302"/>
                </a:lnTo>
                <a:lnTo>
                  <a:pt x="1421453" y="2775263"/>
                </a:lnTo>
                <a:lnTo>
                  <a:pt x="1451229" y="2740547"/>
                </a:lnTo>
                <a:lnTo>
                  <a:pt x="1485942" y="2710768"/>
                </a:lnTo>
                <a:lnTo>
                  <a:pt x="1524981" y="2686538"/>
                </a:lnTo>
                <a:lnTo>
                  <a:pt x="1567732" y="2668472"/>
                </a:lnTo>
                <a:lnTo>
                  <a:pt x="1613583" y="2657183"/>
                </a:lnTo>
                <a:lnTo>
                  <a:pt x="1661921" y="2653284"/>
                </a:lnTo>
                <a:lnTo>
                  <a:pt x="1710260" y="2657183"/>
                </a:lnTo>
                <a:lnTo>
                  <a:pt x="1756111" y="2668472"/>
                </a:lnTo>
                <a:lnTo>
                  <a:pt x="1798862" y="2686538"/>
                </a:lnTo>
                <a:lnTo>
                  <a:pt x="1837901" y="2710768"/>
                </a:lnTo>
                <a:lnTo>
                  <a:pt x="1872615" y="2740547"/>
                </a:lnTo>
                <a:lnTo>
                  <a:pt x="1902390" y="2775263"/>
                </a:lnTo>
                <a:lnTo>
                  <a:pt x="1926616" y="2814302"/>
                </a:lnTo>
                <a:lnTo>
                  <a:pt x="1944678" y="2857051"/>
                </a:lnTo>
                <a:lnTo>
                  <a:pt x="1955965" y="2902897"/>
                </a:lnTo>
                <a:lnTo>
                  <a:pt x="1959864" y="2951226"/>
                </a:lnTo>
                <a:lnTo>
                  <a:pt x="1955965" y="2999554"/>
                </a:lnTo>
                <a:lnTo>
                  <a:pt x="1944678" y="3045400"/>
                </a:lnTo>
                <a:lnTo>
                  <a:pt x="1926616" y="3088149"/>
                </a:lnTo>
                <a:lnTo>
                  <a:pt x="1902390" y="3127188"/>
                </a:lnTo>
                <a:lnTo>
                  <a:pt x="1872614" y="3161904"/>
                </a:lnTo>
                <a:lnTo>
                  <a:pt x="1837901" y="3191683"/>
                </a:lnTo>
                <a:lnTo>
                  <a:pt x="1798862" y="3215913"/>
                </a:lnTo>
                <a:lnTo>
                  <a:pt x="1756111" y="3233979"/>
                </a:lnTo>
                <a:lnTo>
                  <a:pt x="1710260" y="3245268"/>
                </a:lnTo>
                <a:lnTo>
                  <a:pt x="1661921" y="3249168"/>
                </a:lnTo>
                <a:lnTo>
                  <a:pt x="1613583" y="3245268"/>
                </a:lnTo>
                <a:lnTo>
                  <a:pt x="1567732" y="3233979"/>
                </a:lnTo>
                <a:lnTo>
                  <a:pt x="1524981" y="3215913"/>
                </a:lnTo>
                <a:lnTo>
                  <a:pt x="1485942" y="3191683"/>
                </a:lnTo>
                <a:lnTo>
                  <a:pt x="1451228" y="3161904"/>
                </a:lnTo>
                <a:lnTo>
                  <a:pt x="1421453" y="3127188"/>
                </a:lnTo>
                <a:lnTo>
                  <a:pt x="1397227" y="3088149"/>
                </a:lnTo>
                <a:lnTo>
                  <a:pt x="1379165" y="3045400"/>
                </a:lnTo>
                <a:lnTo>
                  <a:pt x="1367878" y="2999554"/>
                </a:lnTo>
                <a:lnTo>
                  <a:pt x="1363980" y="2951226"/>
                </a:lnTo>
                <a:close/>
              </a:path>
              <a:path w="1960245" h="3249295">
                <a:moveTo>
                  <a:pt x="1364107" y="2951226"/>
                </a:moveTo>
                <a:lnTo>
                  <a:pt x="595883" y="2951226"/>
                </a:lnTo>
              </a:path>
              <a:path w="1960245" h="3249295">
                <a:moveTo>
                  <a:pt x="0" y="2951226"/>
                </a:moveTo>
                <a:lnTo>
                  <a:pt x="3899" y="2902897"/>
                </a:lnTo>
                <a:lnTo>
                  <a:pt x="15188" y="2857051"/>
                </a:lnTo>
                <a:lnTo>
                  <a:pt x="33254" y="2814302"/>
                </a:lnTo>
                <a:lnTo>
                  <a:pt x="57484" y="2775263"/>
                </a:lnTo>
                <a:lnTo>
                  <a:pt x="87263" y="2740547"/>
                </a:lnTo>
                <a:lnTo>
                  <a:pt x="121979" y="2710768"/>
                </a:lnTo>
                <a:lnTo>
                  <a:pt x="161018" y="2686538"/>
                </a:lnTo>
                <a:lnTo>
                  <a:pt x="203767" y="2668472"/>
                </a:lnTo>
                <a:lnTo>
                  <a:pt x="249613" y="2657183"/>
                </a:lnTo>
                <a:lnTo>
                  <a:pt x="297942" y="2653284"/>
                </a:lnTo>
                <a:lnTo>
                  <a:pt x="346270" y="2657183"/>
                </a:lnTo>
                <a:lnTo>
                  <a:pt x="392116" y="2668472"/>
                </a:lnTo>
                <a:lnTo>
                  <a:pt x="434865" y="2686538"/>
                </a:lnTo>
                <a:lnTo>
                  <a:pt x="473904" y="2710768"/>
                </a:lnTo>
                <a:lnTo>
                  <a:pt x="508620" y="2740547"/>
                </a:lnTo>
                <a:lnTo>
                  <a:pt x="538399" y="2775263"/>
                </a:lnTo>
                <a:lnTo>
                  <a:pt x="562629" y="2814302"/>
                </a:lnTo>
                <a:lnTo>
                  <a:pt x="580695" y="2857051"/>
                </a:lnTo>
                <a:lnTo>
                  <a:pt x="591984" y="2902897"/>
                </a:lnTo>
                <a:lnTo>
                  <a:pt x="595883" y="2951226"/>
                </a:lnTo>
                <a:lnTo>
                  <a:pt x="591984" y="2999554"/>
                </a:lnTo>
                <a:lnTo>
                  <a:pt x="580695" y="3045400"/>
                </a:lnTo>
                <a:lnTo>
                  <a:pt x="562629" y="3088149"/>
                </a:lnTo>
                <a:lnTo>
                  <a:pt x="538399" y="3127188"/>
                </a:lnTo>
                <a:lnTo>
                  <a:pt x="508620" y="3161904"/>
                </a:lnTo>
                <a:lnTo>
                  <a:pt x="473904" y="3191683"/>
                </a:lnTo>
                <a:lnTo>
                  <a:pt x="434865" y="3215913"/>
                </a:lnTo>
                <a:lnTo>
                  <a:pt x="392116" y="3233979"/>
                </a:lnTo>
                <a:lnTo>
                  <a:pt x="346270" y="3245268"/>
                </a:lnTo>
                <a:lnTo>
                  <a:pt x="297942" y="3249168"/>
                </a:lnTo>
                <a:lnTo>
                  <a:pt x="249613" y="3245268"/>
                </a:lnTo>
                <a:lnTo>
                  <a:pt x="203767" y="3233979"/>
                </a:lnTo>
                <a:lnTo>
                  <a:pt x="161018" y="3215913"/>
                </a:lnTo>
                <a:lnTo>
                  <a:pt x="121979" y="3191683"/>
                </a:lnTo>
                <a:lnTo>
                  <a:pt x="87263" y="3161904"/>
                </a:lnTo>
                <a:lnTo>
                  <a:pt x="57484" y="3127188"/>
                </a:lnTo>
                <a:lnTo>
                  <a:pt x="33254" y="3088149"/>
                </a:lnTo>
                <a:lnTo>
                  <a:pt x="15188" y="3045400"/>
                </a:lnTo>
                <a:lnTo>
                  <a:pt x="3899" y="2999554"/>
                </a:lnTo>
                <a:lnTo>
                  <a:pt x="0" y="2951226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471677" y="5987033"/>
            <a:ext cx="2184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𝒉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614172" y="4853940"/>
            <a:ext cx="3027045" cy="1655445"/>
          </a:xfrm>
          <a:custGeom>
            <a:avLst/>
            <a:gdLst/>
            <a:ahLst/>
            <a:cxnLst/>
            <a:rect l="l" t="t" r="r" b="b"/>
            <a:pathLst>
              <a:path w="3027045" h="1655445">
                <a:moveTo>
                  <a:pt x="0" y="1038847"/>
                </a:moveTo>
                <a:lnTo>
                  <a:pt x="0" y="0"/>
                </a:lnTo>
              </a:path>
              <a:path w="3027045" h="1655445">
                <a:moveTo>
                  <a:pt x="2430017" y="1357122"/>
                </a:moveTo>
                <a:lnTo>
                  <a:pt x="2433923" y="1308793"/>
                </a:lnTo>
                <a:lnTo>
                  <a:pt x="2445230" y="1262947"/>
                </a:lnTo>
                <a:lnTo>
                  <a:pt x="2463323" y="1220198"/>
                </a:lnTo>
                <a:lnTo>
                  <a:pt x="2487588" y="1181159"/>
                </a:lnTo>
                <a:lnTo>
                  <a:pt x="2517409" y="1146443"/>
                </a:lnTo>
                <a:lnTo>
                  <a:pt x="2552172" y="1116664"/>
                </a:lnTo>
                <a:lnTo>
                  <a:pt x="2591262" y="1092434"/>
                </a:lnTo>
                <a:lnTo>
                  <a:pt x="2634063" y="1074368"/>
                </a:lnTo>
                <a:lnTo>
                  <a:pt x="2679961" y="1063079"/>
                </a:lnTo>
                <a:lnTo>
                  <a:pt x="2728341" y="1059180"/>
                </a:lnTo>
                <a:lnTo>
                  <a:pt x="2776720" y="1063079"/>
                </a:lnTo>
                <a:lnTo>
                  <a:pt x="2822618" y="1074368"/>
                </a:lnTo>
                <a:lnTo>
                  <a:pt x="2865419" y="1092434"/>
                </a:lnTo>
                <a:lnTo>
                  <a:pt x="2904509" y="1116664"/>
                </a:lnTo>
                <a:lnTo>
                  <a:pt x="2939272" y="1146443"/>
                </a:lnTo>
                <a:lnTo>
                  <a:pt x="2969093" y="1181159"/>
                </a:lnTo>
                <a:lnTo>
                  <a:pt x="2993358" y="1220198"/>
                </a:lnTo>
                <a:lnTo>
                  <a:pt x="3011451" y="1262947"/>
                </a:lnTo>
                <a:lnTo>
                  <a:pt x="3022758" y="1308793"/>
                </a:lnTo>
                <a:lnTo>
                  <a:pt x="3026664" y="1357122"/>
                </a:lnTo>
                <a:lnTo>
                  <a:pt x="3022758" y="1405450"/>
                </a:lnTo>
                <a:lnTo>
                  <a:pt x="3011451" y="1451296"/>
                </a:lnTo>
                <a:lnTo>
                  <a:pt x="2993358" y="1494045"/>
                </a:lnTo>
                <a:lnTo>
                  <a:pt x="2969093" y="1533084"/>
                </a:lnTo>
                <a:lnTo>
                  <a:pt x="2939272" y="1567800"/>
                </a:lnTo>
                <a:lnTo>
                  <a:pt x="2904509" y="1597579"/>
                </a:lnTo>
                <a:lnTo>
                  <a:pt x="2865419" y="1621809"/>
                </a:lnTo>
                <a:lnTo>
                  <a:pt x="2822618" y="1639875"/>
                </a:lnTo>
                <a:lnTo>
                  <a:pt x="2776720" y="1651164"/>
                </a:lnTo>
                <a:lnTo>
                  <a:pt x="2728341" y="1655064"/>
                </a:lnTo>
                <a:lnTo>
                  <a:pt x="2679961" y="1651164"/>
                </a:lnTo>
                <a:lnTo>
                  <a:pt x="2634063" y="1639875"/>
                </a:lnTo>
                <a:lnTo>
                  <a:pt x="2591262" y="1621809"/>
                </a:lnTo>
                <a:lnTo>
                  <a:pt x="2552172" y="1597579"/>
                </a:lnTo>
                <a:lnTo>
                  <a:pt x="2517409" y="1567800"/>
                </a:lnTo>
                <a:lnTo>
                  <a:pt x="2487588" y="1533084"/>
                </a:lnTo>
                <a:lnTo>
                  <a:pt x="2463323" y="1494045"/>
                </a:lnTo>
                <a:lnTo>
                  <a:pt x="2445230" y="1451296"/>
                </a:lnTo>
                <a:lnTo>
                  <a:pt x="2433923" y="1405450"/>
                </a:lnTo>
                <a:lnTo>
                  <a:pt x="2430017" y="1357122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1758950" y="5987033"/>
            <a:ext cx="279400" cy="882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8905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𝒊</a:t>
            </a:r>
            <a:endParaRPr sz="24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1465"/>
              </a:spcBef>
            </a:pPr>
            <a:r>
              <a:rPr sz="2000" spc="-5">
                <a:latin typeface="PMingLiU"/>
                <a:cs typeface="PMingLiU"/>
              </a:rPr>
              <a:t>树</a:t>
            </a:r>
            <a:endParaRPr sz="2000">
              <a:latin typeface="PMingLiU"/>
              <a:cs typeface="PMingLiU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3236976" y="6007353"/>
            <a:ext cx="14414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𝒋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2276094" y="6211061"/>
            <a:ext cx="768350" cy="0"/>
          </a:xfrm>
          <a:custGeom>
            <a:avLst/>
            <a:gdLst/>
            <a:ahLst/>
            <a:cxnLst/>
            <a:rect l="l" t="t" r="r" b="b"/>
            <a:pathLst>
              <a:path w="768350">
                <a:moveTo>
                  <a:pt x="768223" y="0"/>
                </a:moveTo>
                <a:lnTo>
                  <a:pt x="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896865" y="1289303"/>
            <a:ext cx="29171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>
                <a:latin typeface="Cambria Math"/>
                <a:cs typeface="Cambria Math"/>
              </a:rPr>
              <a:t>&gt;</a:t>
            </a:r>
            <a:r>
              <a:rPr sz="2400">
                <a:latin typeface="PMingLiU"/>
                <a:cs typeface="PMingLiU"/>
              </a:rPr>
              <a:t>，树有</a:t>
            </a:r>
            <a:r>
              <a:rPr sz="2400">
                <a:latin typeface="Cambria Math"/>
                <a:cs typeface="Cambria Math"/>
              </a:rPr>
              <a:t>|𝑽</a:t>
            </a:r>
            <a:r>
              <a:rPr sz="2625" baseline="-15873">
                <a:latin typeface="Cambria Math"/>
                <a:cs typeface="Cambria Math"/>
              </a:rPr>
              <a:t>𝑻</a:t>
            </a:r>
            <a:r>
              <a:rPr sz="2400">
                <a:latin typeface="Cambria Math"/>
                <a:cs typeface="Cambria Math"/>
              </a:rPr>
              <a:t>|</a:t>
            </a:r>
            <a:r>
              <a:rPr sz="2400" spc="30">
                <a:latin typeface="Cambria Math"/>
                <a:cs typeface="Cambria Math"/>
              </a:rPr>
              <a:t> − </a:t>
            </a:r>
            <a:r>
              <a:rPr sz="2400">
                <a:latin typeface="Cambria Math"/>
                <a:cs typeface="Cambria Math"/>
              </a:rPr>
              <a:t>𝟏</a:t>
            </a:r>
            <a:r>
              <a:rPr sz="2400" spc="-25">
                <a:latin typeface="PMingLiU"/>
                <a:cs typeface="PMingLiU"/>
              </a:rPr>
              <a:t>条边</a:t>
            </a:r>
            <a:endParaRPr sz="2400">
              <a:latin typeface="PMingLiU"/>
              <a:cs typeface="PMingLiU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96351" y="91123"/>
            <a:ext cx="4261358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 err="1"/>
              <a:t>图的概念：</a:t>
            </a:r>
            <a:r>
              <a:rPr spc="-50" dirty="0" err="1"/>
              <a:t>树</a:t>
            </a:r>
            <a:endParaRPr spc="-50" dirty="0"/>
          </a:p>
        </p:txBody>
      </p:sp>
      <p:sp>
        <p:nvSpPr>
          <p:cNvPr id="4" name="object 4"/>
          <p:cNvSpPr txBox="1"/>
          <p:nvPr/>
        </p:nvSpPr>
        <p:spPr>
          <a:xfrm>
            <a:off x="9373869" y="6539483"/>
            <a:ext cx="154813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2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非树、非森</a:t>
            </a:r>
            <a:r>
              <a:rPr sz="2000" b="1" spc="-5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林</a:t>
            </a:r>
            <a:endParaRPr sz="2000" b="1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389619" y="2643377"/>
            <a:ext cx="596265" cy="596265"/>
          </a:xfrm>
          <a:custGeom>
            <a:avLst/>
            <a:gdLst/>
            <a:ahLst/>
            <a:cxnLst/>
            <a:rect l="l" t="t" r="r" b="b"/>
            <a:pathLst>
              <a:path w="596265" h="596264">
                <a:moveTo>
                  <a:pt x="297941" y="0"/>
                </a:moveTo>
                <a:lnTo>
                  <a:pt x="249603" y="3898"/>
                </a:lnTo>
                <a:lnTo>
                  <a:pt x="203752" y="15185"/>
                </a:lnTo>
                <a:lnTo>
                  <a:pt x="161001" y="33247"/>
                </a:lnTo>
                <a:lnTo>
                  <a:pt x="121962" y="57473"/>
                </a:lnTo>
                <a:lnTo>
                  <a:pt x="87249" y="87249"/>
                </a:lnTo>
                <a:lnTo>
                  <a:pt x="57473" y="121962"/>
                </a:lnTo>
                <a:lnTo>
                  <a:pt x="33247" y="161001"/>
                </a:lnTo>
                <a:lnTo>
                  <a:pt x="15185" y="203752"/>
                </a:lnTo>
                <a:lnTo>
                  <a:pt x="3898" y="249603"/>
                </a:lnTo>
                <a:lnTo>
                  <a:pt x="0" y="297942"/>
                </a:lnTo>
                <a:lnTo>
                  <a:pt x="3898" y="346280"/>
                </a:lnTo>
                <a:lnTo>
                  <a:pt x="15185" y="392131"/>
                </a:lnTo>
                <a:lnTo>
                  <a:pt x="33247" y="434882"/>
                </a:lnTo>
                <a:lnTo>
                  <a:pt x="57473" y="473921"/>
                </a:lnTo>
                <a:lnTo>
                  <a:pt x="87249" y="508635"/>
                </a:lnTo>
                <a:lnTo>
                  <a:pt x="121962" y="538410"/>
                </a:lnTo>
                <a:lnTo>
                  <a:pt x="161001" y="562636"/>
                </a:lnTo>
                <a:lnTo>
                  <a:pt x="203752" y="580698"/>
                </a:lnTo>
                <a:lnTo>
                  <a:pt x="249603" y="591985"/>
                </a:lnTo>
                <a:lnTo>
                  <a:pt x="297941" y="595884"/>
                </a:lnTo>
                <a:lnTo>
                  <a:pt x="346280" y="591985"/>
                </a:lnTo>
                <a:lnTo>
                  <a:pt x="392131" y="580698"/>
                </a:lnTo>
                <a:lnTo>
                  <a:pt x="434882" y="562636"/>
                </a:lnTo>
                <a:lnTo>
                  <a:pt x="473921" y="538410"/>
                </a:lnTo>
                <a:lnTo>
                  <a:pt x="508634" y="508635"/>
                </a:lnTo>
                <a:lnTo>
                  <a:pt x="538410" y="473921"/>
                </a:lnTo>
                <a:lnTo>
                  <a:pt x="562636" y="434882"/>
                </a:lnTo>
                <a:lnTo>
                  <a:pt x="580698" y="392131"/>
                </a:lnTo>
                <a:lnTo>
                  <a:pt x="591985" y="346280"/>
                </a:lnTo>
                <a:lnTo>
                  <a:pt x="595883" y="297942"/>
                </a:lnTo>
                <a:lnTo>
                  <a:pt x="591985" y="249603"/>
                </a:lnTo>
                <a:lnTo>
                  <a:pt x="580698" y="203752"/>
                </a:lnTo>
                <a:lnTo>
                  <a:pt x="562636" y="161001"/>
                </a:lnTo>
                <a:lnTo>
                  <a:pt x="538410" y="121962"/>
                </a:lnTo>
                <a:lnTo>
                  <a:pt x="508634" y="87248"/>
                </a:lnTo>
                <a:lnTo>
                  <a:pt x="473921" y="57473"/>
                </a:lnTo>
                <a:lnTo>
                  <a:pt x="434882" y="33247"/>
                </a:lnTo>
                <a:lnTo>
                  <a:pt x="392131" y="15185"/>
                </a:lnTo>
                <a:lnTo>
                  <a:pt x="346280" y="3898"/>
                </a:lnTo>
                <a:lnTo>
                  <a:pt x="297941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8542528" y="2735326"/>
            <a:ext cx="2152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𝒂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955530" y="2643377"/>
            <a:ext cx="596265" cy="596265"/>
          </a:xfrm>
          <a:custGeom>
            <a:avLst/>
            <a:gdLst/>
            <a:ahLst/>
            <a:cxnLst/>
            <a:rect l="l" t="t" r="r" b="b"/>
            <a:pathLst>
              <a:path w="596265" h="596264">
                <a:moveTo>
                  <a:pt x="297942" y="0"/>
                </a:moveTo>
                <a:lnTo>
                  <a:pt x="249603" y="3898"/>
                </a:lnTo>
                <a:lnTo>
                  <a:pt x="203752" y="15185"/>
                </a:lnTo>
                <a:lnTo>
                  <a:pt x="161001" y="33247"/>
                </a:lnTo>
                <a:lnTo>
                  <a:pt x="121962" y="57473"/>
                </a:lnTo>
                <a:lnTo>
                  <a:pt x="87249" y="87249"/>
                </a:lnTo>
                <a:lnTo>
                  <a:pt x="57473" y="121962"/>
                </a:lnTo>
                <a:lnTo>
                  <a:pt x="33247" y="161001"/>
                </a:lnTo>
                <a:lnTo>
                  <a:pt x="15185" y="203752"/>
                </a:lnTo>
                <a:lnTo>
                  <a:pt x="3898" y="249603"/>
                </a:lnTo>
                <a:lnTo>
                  <a:pt x="0" y="297942"/>
                </a:lnTo>
                <a:lnTo>
                  <a:pt x="3898" y="346280"/>
                </a:lnTo>
                <a:lnTo>
                  <a:pt x="15185" y="392131"/>
                </a:lnTo>
                <a:lnTo>
                  <a:pt x="33247" y="434882"/>
                </a:lnTo>
                <a:lnTo>
                  <a:pt x="57473" y="473921"/>
                </a:lnTo>
                <a:lnTo>
                  <a:pt x="87249" y="508635"/>
                </a:lnTo>
                <a:lnTo>
                  <a:pt x="121962" y="538410"/>
                </a:lnTo>
                <a:lnTo>
                  <a:pt x="161001" y="562636"/>
                </a:lnTo>
                <a:lnTo>
                  <a:pt x="203752" y="580698"/>
                </a:lnTo>
                <a:lnTo>
                  <a:pt x="249603" y="591985"/>
                </a:lnTo>
                <a:lnTo>
                  <a:pt x="297942" y="595884"/>
                </a:lnTo>
                <a:lnTo>
                  <a:pt x="346280" y="591985"/>
                </a:lnTo>
                <a:lnTo>
                  <a:pt x="392131" y="580698"/>
                </a:lnTo>
                <a:lnTo>
                  <a:pt x="434882" y="562636"/>
                </a:lnTo>
                <a:lnTo>
                  <a:pt x="473921" y="538410"/>
                </a:lnTo>
                <a:lnTo>
                  <a:pt x="508635" y="508635"/>
                </a:lnTo>
                <a:lnTo>
                  <a:pt x="538410" y="473921"/>
                </a:lnTo>
                <a:lnTo>
                  <a:pt x="562636" y="434882"/>
                </a:lnTo>
                <a:lnTo>
                  <a:pt x="580698" y="392131"/>
                </a:lnTo>
                <a:lnTo>
                  <a:pt x="591985" y="346280"/>
                </a:lnTo>
                <a:lnTo>
                  <a:pt x="595884" y="297942"/>
                </a:lnTo>
                <a:lnTo>
                  <a:pt x="591985" y="249603"/>
                </a:lnTo>
                <a:lnTo>
                  <a:pt x="580698" y="203752"/>
                </a:lnTo>
                <a:lnTo>
                  <a:pt x="562636" y="161001"/>
                </a:lnTo>
                <a:lnTo>
                  <a:pt x="538410" y="121962"/>
                </a:lnTo>
                <a:lnTo>
                  <a:pt x="508635" y="87248"/>
                </a:lnTo>
                <a:lnTo>
                  <a:pt x="473921" y="57473"/>
                </a:lnTo>
                <a:lnTo>
                  <a:pt x="434882" y="33247"/>
                </a:lnTo>
                <a:lnTo>
                  <a:pt x="392131" y="15185"/>
                </a:lnTo>
                <a:lnTo>
                  <a:pt x="346280" y="3898"/>
                </a:lnTo>
                <a:lnTo>
                  <a:pt x="29794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0110216" y="2735326"/>
            <a:ext cx="2108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𝒃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8389619" y="4277867"/>
            <a:ext cx="596265" cy="596900"/>
          </a:xfrm>
          <a:custGeom>
            <a:avLst/>
            <a:gdLst/>
            <a:ahLst/>
            <a:cxnLst/>
            <a:rect l="l" t="t" r="r" b="b"/>
            <a:pathLst>
              <a:path w="596265" h="596900">
                <a:moveTo>
                  <a:pt x="0" y="298322"/>
                </a:moveTo>
                <a:lnTo>
                  <a:pt x="3898" y="249943"/>
                </a:lnTo>
                <a:lnTo>
                  <a:pt x="15185" y="204045"/>
                </a:lnTo>
                <a:lnTo>
                  <a:pt x="33247" y="161244"/>
                </a:lnTo>
                <a:lnTo>
                  <a:pt x="57473" y="122154"/>
                </a:lnTo>
                <a:lnTo>
                  <a:pt x="87249" y="87391"/>
                </a:lnTo>
                <a:lnTo>
                  <a:pt x="121962" y="57570"/>
                </a:lnTo>
                <a:lnTo>
                  <a:pt x="161001" y="33305"/>
                </a:lnTo>
                <a:lnTo>
                  <a:pt x="203752" y="15212"/>
                </a:lnTo>
                <a:lnTo>
                  <a:pt x="249603" y="3905"/>
                </a:lnTo>
                <a:lnTo>
                  <a:pt x="297941" y="0"/>
                </a:lnTo>
                <a:lnTo>
                  <a:pt x="346280" y="3905"/>
                </a:lnTo>
                <a:lnTo>
                  <a:pt x="392131" y="15212"/>
                </a:lnTo>
                <a:lnTo>
                  <a:pt x="434882" y="33305"/>
                </a:lnTo>
                <a:lnTo>
                  <a:pt x="473921" y="57570"/>
                </a:lnTo>
                <a:lnTo>
                  <a:pt x="508634" y="87391"/>
                </a:lnTo>
                <a:lnTo>
                  <a:pt x="538410" y="122154"/>
                </a:lnTo>
                <a:lnTo>
                  <a:pt x="562636" y="161244"/>
                </a:lnTo>
                <a:lnTo>
                  <a:pt x="580698" y="204045"/>
                </a:lnTo>
                <a:lnTo>
                  <a:pt x="591985" y="249943"/>
                </a:lnTo>
                <a:lnTo>
                  <a:pt x="595883" y="298322"/>
                </a:lnTo>
                <a:lnTo>
                  <a:pt x="591985" y="346702"/>
                </a:lnTo>
                <a:lnTo>
                  <a:pt x="580698" y="392600"/>
                </a:lnTo>
                <a:lnTo>
                  <a:pt x="562636" y="435401"/>
                </a:lnTo>
                <a:lnTo>
                  <a:pt x="538410" y="474491"/>
                </a:lnTo>
                <a:lnTo>
                  <a:pt x="508634" y="509254"/>
                </a:lnTo>
                <a:lnTo>
                  <a:pt x="473921" y="539075"/>
                </a:lnTo>
                <a:lnTo>
                  <a:pt x="434882" y="563340"/>
                </a:lnTo>
                <a:lnTo>
                  <a:pt x="392131" y="581433"/>
                </a:lnTo>
                <a:lnTo>
                  <a:pt x="346280" y="592740"/>
                </a:lnTo>
                <a:lnTo>
                  <a:pt x="297941" y="596645"/>
                </a:lnTo>
                <a:lnTo>
                  <a:pt x="249603" y="592740"/>
                </a:lnTo>
                <a:lnTo>
                  <a:pt x="203752" y="581433"/>
                </a:lnTo>
                <a:lnTo>
                  <a:pt x="161001" y="563340"/>
                </a:lnTo>
                <a:lnTo>
                  <a:pt x="121962" y="539075"/>
                </a:lnTo>
                <a:lnTo>
                  <a:pt x="87249" y="509254"/>
                </a:lnTo>
                <a:lnTo>
                  <a:pt x="57473" y="474491"/>
                </a:lnTo>
                <a:lnTo>
                  <a:pt x="33247" y="435401"/>
                </a:lnTo>
                <a:lnTo>
                  <a:pt x="15185" y="392600"/>
                </a:lnTo>
                <a:lnTo>
                  <a:pt x="3898" y="346702"/>
                </a:lnTo>
                <a:lnTo>
                  <a:pt x="0" y="298322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8538718" y="4370323"/>
            <a:ext cx="2216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𝒅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1319509" y="4277867"/>
            <a:ext cx="596265" cy="596900"/>
          </a:xfrm>
          <a:custGeom>
            <a:avLst/>
            <a:gdLst/>
            <a:ahLst/>
            <a:cxnLst/>
            <a:rect l="l" t="t" r="r" b="b"/>
            <a:pathLst>
              <a:path w="596265" h="596900">
                <a:moveTo>
                  <a:pt x="0" y="298322"/>
                </a:moveTo>
                <a:lnTo>
                  <a:pt x="3898" y="249943"/>
                </a:lnTo>
                <a:lnTo>
                  <a:pt x="15185" y="204045"/>
                </a:lnTo>
                <a:lnTo>
                  <a:pt x="33247" y="161244"/>
                </a:lnTo>
                <a:lnTo>
                  <a:pt x="57473" y="122154"/>
                </a:lnTo>
                <a:lnTo>
                  <a:pt x="87249" y="87391"/>
                </a:lnTo>
                <a:lnTo>
                  <a:pt x="121962" y="57570"/>
                </a:lnTo>
                <a:lnTo>
                  <a:pt x="161001" y="33305"/>
                </a:lnTo>
                <a:lnTo>
                  <a:pt x="203752" y="15212"/>
                </a:lnTo>
                <a:lnTo>
                  <a:pt x="249603" y="3905"/>
                </a:lnTo>
                <a:lnTo>
                  <a:pt x="297942" y="0"/>
                </a:lnTo>
                <a:lnTo>
                  <a:pt x="346280" y="3905"/>
                </a:lnTo>
                <a:lnTo>
                  <a:pt x="392131" y="15212"/>
                </a:lnTo>
                <a:lnTo>
                  <a:pt x="434882" y="33305"/>
                </a:lnTo>
                <a:lnTo>
                  <a:pt x="473921" y="57570"/>
                </a:lnTo>
                <a:lnTo>
                  <a:pt x="508635" y="87391"/>
                </a:lnTo>
                <a:lnTo>
                  <a:pt x="538410" y="122154"/>
                </a:lnTo>
                <a:lnTo>
                  <a:pt x="562636" y="161244"/>
                </a:lnTo>
                <a:lnTo>
                  <a:pt x="580698" y="204045"/>
                </a:lnTo>
                <a:lnTo>
                  <a:pt x="591985" y="249943"/>
                </a:lnTo>
                <a:lnTo>
                  <a:pt x="595884" y="298322"/>
                </a:lnTo>
                <a:lnTo>
                  <a:pt x="591985" y="346702"/>
                </a:lnTo>
                <a:lnTo>
                  <a:pt x="580698" y="392600"/>
                </a:lnTo>
                <a:lnTo>
                  <a:pt x="562636" y="435401"/>
                </a:lnTo>
                <a:lnTo>
                  <a:pt x="538410" y="474491"/>
                </a:lnTo>
                <a:lnTo>
                  <a:pt x="508635" y="509254"/>
                </a:lnTo>
                <a:lnTo>
                  <a:pt x="473921" y="539075"/>
                </a:lnTo>
                <a:lnTo>
                  <a:pt x="434882" y="563340"/>
                </a:lnTo>
                <a:lnTo>
                  <a:pt x="392131" y="581433"/>
                </a:lnTo>
                <a:lnTo>
                  <a:pt x="346280" y="592740"/>
                </a:lnTo>
                <a:lnTo>
                  <a:pt x="297942" y="596645"/>
                </a:lnTo>
                <a:lnTo>
                  <a:pt x="249603" y="592740"/>
                </a:lnTo>
                <a:lnTo>
                  <a:pt x="203752" y="581433"/>
                </a:lnTo>
                <a:lnTo>
                  <a:pt x="161001" y="563340"/>
                </a:lnTo>
                <a:lnTo>
                  <a:pt x="121962" y="539075"/>
                </a:lnTo>
                <a:lnTo>
                  <a:pt x="87249" y="509254"/>
                </a:lnTo>
                <a:lnTo>
                  <a:pt x="57473" y="474491"/>
                </a:lnTo>
                <a:lnTo>
                  <a:pt x="33247" y="435401"/>
                </a:lnTo>
                <a:lnTo>
                  <a:pt x="15185" y="392600"/>
                </a:lnTo>
                <a:lnTo>
                  <a:pt x="3898" y="346702"/>
                </a:lnTo>
                <a:lnTo>
                  <a:pt x="0" y="298322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1484356" y="4370323"/>
            <a:ext cx="1930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𝒆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1327130" y="2643377"/>
            <a:ext cx="596265" cy="596265"/>
          </a:xfrm>
          <a:custGeom>
            <a:avLst/>
            <a:gdLst/>
            <a:ahLst/>
            <a:cxnLst/>
            <a:rect l="l" t="t" r="r" b="b"/>
            <a:pathLst>
              <a:path w="596265" h="596264">
                <a:moveTo>
                  <a:pt x="0" y="297942"/>
                </a:moveTo>
                <a:lnTo>
                  <a:pt x="3898" y="249603"/>
                </a:lnTo>
                <a:lnTo>
                  <a:pt x="15185" y="203752"/>
                </a:lnTo>
                <a:lnTo>
                  <a:pt x="33247" y="161001"/>
                </a:lnTo>
                <a:lnTo>
                  <a:pt x="57473" y="121962"/>
                </a:lnTo>
                <a:lnTo>
                  <a:pt x="87249" y="87249"/>
                </a:lnTo>
                <a:lnTo>
                  <a:pt x="121962" y="57473"/>
                </a:lnTo>
                <a:lnTo>
                  <a:pt x="161001" y="33247"/>
                </a:lnTo>
                <a:lnTo>
                  <a:pt x="203752" y="15185"/>
                </a:lnTo>
                <a:lnTo>
                  <a:pt x="249603" y="3898"/>
                </a:lnTo>
                <a:lnTo>
                  <a:pt x="297942" y="0"/>
                </a:lnTo>
                <a:lnTo>
                  <a:pt x="346280" y="3898"/>
                </a:lnTo>
                <a:lnTo>
                  <a:pt x="392131" y="15185"/>
                </a:lnTo>
                <a:lnTo>
                  <a:pt x="434882" y="33247"/>
                </a:lnTo>
                <a:lnTo>
                  <a:pt x="473921" y="57473"/>
                </a:lnTo>
                <a:lnTo>
                  <a:pt x="508635" y="87248"/>
                </a:lnTo>
                <a:lnTo>
                  <a:pt x="538410" y="121962"/>
                </a:lnTo>
                <a:lnTo>
                  <a:pt x="562636" y="161001"/>
                </a:lnTo>
                <a:lnTo>
                  <a:pt x="580698" y="203752"/>
                </a:lnTo>
                <a:lnTo>
                  <a:pt x="591985" y="249603"/>
                </a:lnTo>
                <a:lnTo>
                  <a:pt x="595884" y="297942"/>
                </a:lnTo>
                <a:lnTo>
                  <a:pt x="591985" y="346280"/>
                </a:lnTo>
                <a:lnTo>
                  <a:pt x="580698" y="392131"/>
                </a:lnTo>
                <a:lnTo>
                  <a:pt x="562636" y="434882"/>
                </a:lnTo>
                <a:lnTo>
                  <a:pt x="538410" y="473921"/>
                </a:lnTo>
                <a:lnTo>
                  <a:pt x="508635" y="508635"/>
                </a:lnTo>
                <a:lnTo>
                  <a:pt x="473921" y="538410"/>
                </a:lnTo>
                <a:lnTo>
                  <a:pt x="434882" y="562636"/>
                </a:lnTo>
                <a:lnTo>
                  <a:pt x="392131" y="580698"/>
                </a:lnTo>
                <a:lnTo>
                  <a:pt x="346280" y="591985"/>
                </a:lnTo>
                <a:lnTo>
                  <a:pt x="297942" y="595884"/>
                </a:lnTo>
                <a:lnTo>
                  <a:pt x="249603" y="591985"/>
                </a:lnTo>
                <a:lnTo>
                  <a:pt x="203752" y="580698"/>
                </a:lnTo>
                <a:lnTo>
                  <a:pt x="161001" y="562636"/>
                </a:lnTo>
                <a:lnTo>
                  <a:pt x="121962" y="538410"/>
                </a:lnTo>
                <a:lnTo>
                  <a:pt x="87249" y="508635"/>
                </a:lnTo>
                <a:lnTo>
                  <a:pt x="57473" y="473921"/>
                </a:lnTo>
                <a:lnTo>
                  <a:pt x="33247" y="434882"/>
                </a:lnTo>
                <a:lnTo>
                  <a:pt x="15185" y="392131"/>
                </a:lnTo>
                <a:lnTo>
                  <a:pt x="3898" y="346280"/>
                </a:lnTo>
                <a:lnTo>
                  <a:pt x="0" y="297942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1498071" y="2735326"/>
            <a:ext cx="1797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𝒄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8668511" y="2922270"/>
            <a:ext cx="2677795" cy="1952625"/>
            <a:chOff x="8668511" y="2922270"/>
            <a:chExt cx="2677795" cy="1952625"/>
          </a:xfrm>
        </p:grpSpPr>
        <p:sp>
          <p:nvSpPr>
            <p:cNvPr id="16" name="object 16"/>
            <p:cNvSpPr/>
            <p:nvPr/>
          </p:nvSpPr>
          <p:spPr>
            <a:xfrm>
              <a:off x="8985503" y="2941320"/>
              <a:ext cx="970280" cy="0"/>
            </a:xfrm>
            <a:custGeom>
              <a:avLst/>
              <a:gdLst/>
              <a:ahLst/>
              <a:cxnLst/>
              <a:rect l="l" t="t" r="r" b="b"/>
              <a:pathLst>
                <a:path w="970278">
                  <a:moveTo>
                    <a:pt x="0" y="0"/>
                  </a:moveTo>
                  <a:lnTo>
                    <a:pt x="969899" y="0"/>
                  </a:lnTo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687561" y="2941320"/>
              <a:ext cx="2639695" cy="1635760"/>
            </a:xfrm>
            <a:custGeom>
              <a:avLst/>
              <a:gdLst/>
              <a:ahLst/>
              <a:cxnLst/>
              <a:rect l="l" t="t" r="r" b="b"/>
              <a:pathLst>
                <a:path w="2639695" h="1635760">
                  <a:moveTo>
                    <a:pt x="0" y="297941"/>
                  </a:moveTo>
                  <a:lnTo>
                    <a:pt x="0" y="1336802"/>
                  </a:lnTo>
                </a:path>
                <a:path w="2639695" h="1635760">
                  <a:moveTo>
                    <a:pt x="2632075" y="1635252"/>
                  </a:moveTo>
                  <a:lnTo>
                    <a:pt x="1863852" y="1635252"/>
                  </a:lnTo>
                </a:path>
                <a:path w="2639695" h="1635760">
                  <a:moveTo>
                    <a:pt x="1863852" y="0"/>
                  </a:moveTo>
                  <a:lnTo>
                    <a:pt x="2639568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9955529" y="4277868"/>
              <a:ext cx="596265" cy="596900"/>
            </a:xfrm>
            <a:custGeom>
              <a:avLst/>
              <a:gdLst/>
              <a:ahLst/>
              <a:cxnLst/>
              <a:rect l="l" t="t" r="r" b="b"/>
              <a:pathLst>
                <a:path w="596265" h="596900">
                  <a:moveTo>
                    <a:pt x="297942" y="0"/>
                  </a:moveTo>
                  <a:lnTo>
                    <a:pt x="249603" y="3905"/>
                  </a:lnTo>
                  <a:lnTo>
                    <a:pt x="203752" y="15212"/>
                  </a:lnTo>
                  <a:lnTo>
                    <a:pt x="161001" y="33305"/>
                  </a:lnTo>
                  <a:lnTo>
                    <a:pt x="121962" y="57570"/>
                  </a:lnTo>
                  <a:lnTo>
                    <a:pt x="87249" y="87391"/>
                  </a:lnTo>
                  <a:lnTo>
                    <a:pt x="57473" y="122154"/>
                  </a:lnTo>
                  <a:lnTo>
                    <a:pt x="33247" y="161244"/>
                  </a:lnTo>
                  <a:lnTo>
                    <a:pt x="15185" y="204045"/>
                  </a:lnTo>
                  <a:lnTo>
                    <a:pt x="3898" y="249943"/>
                  </a:lnTo>
                  <a:lnTo>
                    <a:pt x="0" y="298322"/>
                  </a:lnTo>
                  <a:lnTo>
                    <a:pt x="3898" y="346702"/>
                  </a:lnTo>
                  <a:lnTo>
                    <a:pt x="15185" y="392600"/>
                  </a:lnTo>
                  <a:lnTo>
                    <a:pt x="33247" y="435401"/>
                  </a:lnTo>
                  <a:lnTo>
                    <a:pt x="57473" y="474491"/>
                  </a:lnTo>
                  <a:lnTo>
                    <a:pt x="87249" y="509254"/>
                  </a:lnTo>
                  <a:lnTo>
                    <a:pt x="121962" y="539075"/>
                  </a:lnTo>
                  <a:lnTo>
                    <a:pt x="161001" y="563340"/>
                  </a:lnTo>
                  <a:lnTo>
                    <a:pt x="203752" y="581433"/>
                  </a:lnTo>
                  <a:lnTo>
                    <a:pt x="249603" y="592740"/>
                  </a:lnTo>
                  <a:lnTo>
                    <a:pt x="297942" y="596645"/>
                  </a:lnTo>
                  <a:lnTo>
                    <a:pt x="346280" y="592740"/>
                  </a:lnTo>
                  <a:lnTo>
                    <a:pt x="392131" y="581433"/>
                  </a:lnTo>
                  <a:lnTo>
                    <a:pt x="434882" y="563340"/>
                  </a:lnTo>
                  <a:lnTo>
                    <a:pt x="473921" y="539075"/>
                  </a:lnTo>
                  <a:lnTo>
                    <a:pt x="508635" y="509254"/>
                  </a:lnTo>
                  <a:lnTo>
                    <a:pt x="538410" y="474491"/>
                  </a:lnTo>
                  <a:lnTo>
                    <a:pt x="562636" y="435401"/>
                  </a:lnTo>
                  <a:lnTo>
                    <a:pt x="580698" y="392600"/>
                  </a:lnTo>
                  <a:lnTo>
                    <a:pt x="591985" y="346702"/>
                  </a:lnTo>
                  <a:lnTo>
                    <a:pt x="595884" y="298322"/>
                  </a:lnTo>
                  <a:lnTo>
                    <a:pt x="591985" y="249943"/>
                  </a:lnTo>
                  <a:lnTo>
                    <a:pt x="580698" y="204045"/>
                  </a:lnTo>
                  <a:lnTo>
                    <a:pt x="562636" y="161244"/>
                  </a:lnTo>
                  <a:lnTo>
                    <a:pt x="538410" y="122154"/>
                  </a:lnTo>
                  <a:lnTo>
                    <a:pt x="508635" y="87391"/>
                  </a:lnTo>
                  <a:lnTo>
                    <a:pt x="473921" y="57570"/>
                  </a:lnTo>
                  <a:lnTo>
                    <a:pt x="434882" y="33305"/>
                  </a:lnTo>
                  <a:lnTo>
                    <a:pt x="392131" y="15212"/>
                  </a:lnTo>
                  <a:lnTo>
                    <a:pt x="346280" y="3905"/>
                  </a:lnTo>
                  <a:lnTo>
                    <a:pt x="297942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10117835" y="4370323"/>
            <a:ext cx="1974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𝒇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9734550" y="3220211"/>
            <a:ext cx="634365" cy="3287395"/>
            <a:chOff x="9734550" y="3220211"/>
            <a:chExt cx="634365" cy="3287395"/>
          </a:xfrm>
        </p:grpSpPr>
        <p:sp>
          <p:nvSpPr>
            <p:cNvPr id="21" name="object 21"/>
            <p:cNvSpPr/>
            <p:nvPr/>
          </p:nvSpPr>
          <p:spPr>
            <a:xfrm flipH="1">
              <a:off x="10253472" y="3239261"/>
              <a:ext cx="0" cy="1038860"/>
            </a:xfrm>
            <a:custGeom>
              <a:avLst/>
              <a:gdLst/>
              <a:ahLst/>
              <a:cxnLst/>
              <a:rect l="l" t="t" r="r" b="b"/>
              <a:pathLst>
                <a:path h="1038860">
                  <a:moveTo>
                    <a:pt x="0" y="1038860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9753600" y="5892545"/>
              <a:ext cx="596265" cy="596265"/>
            </a:xfrm>
            <a:custGeom>
              <a:avLst/>
              <a:gdLst/>
              <a:ahLst/>
              <a:cxnLst/>
              <a:rect l="l" t="t" r="r" b="b"/>
              <a:pathLst>
                <a:path w="596265" h="596264">
                  <a:moveTo>
                    <a:pt x="0" y="297941"/>
                  </a:moveTo>
                  <a:lnTo>
                    <a:pt x="3898" y="249613"/>
                  </a:lnTo>
                  <a:lnTo>
                    <a:pt x="15185" y="203767"/>
                  </a:lnTo>
                  <a:lnTo>
                    <a:pt x="33247" y="161018"/>
                  </a:lnTo>
                  <a:lnTo>
                    <a:pt x="57473" y="121979"/>
                  </a:lnTo>
                  <a:lnTo>
                    <a:pt x="87249" y="87263"/>
                  </a:lnTo>
                  <a:lnTo>
                    <a:pt x="121962" y="57484"/>
                  </a:lnTo>
                  <a:lnTo>
                    <a:pt x="161001" y="33254"/>
                  </a:lnTo>
                  <a:lnTo>
                    <a:pt x="203752" y="15188"/>
                  </a:lnTo>
                  <a:lnTo>
                    <a:pt x="249603" y="3899"/>
                  </a:lnTo>
                  <a:lnTo>
                    <a:pt x="297942" y="0"/>
                  </a:lnTo>
                  <a:lnTo>
                    <a:pt x="346280" y="3899"/>
                  </a:lnTo>
                  <a:lnTo>
                    <a:pt x="392131" y="15188"/>
                  </a:lnTo>
                  <a:lnTo>
                    <a:pt x="434882" y="33254"/>
                  </a:lnTo>
                  <a:lnTo>
                    <a:pt x="473921" y="57484"/>
                  </a:lnTo>
                  <a:lnTo>
                    <a:pt x="508634" y="87263"/>
                  </a:lnTo>
                  <a:lnTo>
                    <a:pt x="538410" y="121979"/>
                  </a:lnTo>
                  <a:lnTo>
                    <a:pt x="562636" y="161018"/>
                  </a:lnTo>
                  <a:lnTo>
                    <a:pt x="580698" y="203767"/>
                  </a:lnTo>
                  <a:lnTo>
                    <a:pt x="591985" y="249613"/>
                  </a:lnTo>
                  <a:lnTo>
                    <a:pt x="595883" y="297941"/>
                  </a:lnTo>
                  <a:lnTo>
                    <a:pt x="591985" y="346270"/>
                  </a:lnTo>
                  <a:lnTo>
                    <a:pt x="580698" y="392116"/>
                  </a:lnTo>
                  <a:lnTo>
                    <a:pt x="562636" y="434865"/>
                  </a:lnTo>
                  <a:lnTo>
                    <a:pt x="538410" y="473904"/>
                  </a:lnTo>
                  <a:lnTo>
                    <a:pt x="508634" y="508620"/>
                  </a:lnTo>
                  <a:lnTo>
                    <a:pt x="473921" y="538399"/>
                  </a:lnTo>
                  <a:lnTo>
                    <a:pt x="434882" y="562629"/>
                  </a:lnTo>
                  <a:lnTo>
                    <a:pt x="392131" y="580695"/>
                  </a:lnTo>
                  <a:lnTo>
                    <a:pt x="346280" y="591984"/>
                  </a:lnTo>
                  <a:lnTo>
                    <a:pt x="297942" y="595883"/>
                  </a:lnTo>
                  <a:lnTo>
                    <a:pt x="249603" y="591984"/>
                  </a:lnTo>
                  <a:lnTo>
                    <a:pt x="203752" y="580695"/>
                  </a:lnTo>
                  <a:lnTo>
                    <a:pt x="161001" y="562629"/>
                  </a:lnTo>
                  <a:lnTo>
                    <a:pt x="121962" y="538399"/>
                  </a:lnTo>
                  <a:lnTo>
                    <a:pt x="87249" y="508620"/>
                  </a:lnTo>
                  <a:lnTo>
                    <a:pt x="57473" y="473904"/>
                  </a:lnTo>
                  <a:lnTo>
                    <a:pt x="33247" y="434865"/>
                  </a:lnTo>
                  <a:lnTo>
                    <a:pt x="15185" y="392116"/>
                  </a:lnTo>
                  <a:lnTo>
                    <a:pt x="3898" y="346270"/>
                  </a:lnTo>
                  <a:lnTo>
                    <a:pt x="0" y="297941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9945116" y="5984747"/>
            <a:ext cx="1390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𝒊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8389619" y="5892546"/>
            <a:ext cx="1364615" cy="596265"/>
          </a:xfrm>
          <a:custGeom>
            <a:avLst/>
            <a:gdLst/>
            <a:ahLst/>
            <a:cxnLst/>
            <a:rect l="l" t="t" r="r" b="b"/>
            <a:pathLst>
              <a:path w="1364615" h="596264">
                <a:moveTo>
                  <a:pt x="1364106" y="297941"/>
                </a:moveTo>
                <a:lnTo>
                  <a:pt x="595883" y="297941"/>
                </a:lnTo>
              </a:path>
              <a:path w="1364615" h="596264">
                <a:moveTo>
                  <a:pt x="0" y="297941"/>
                </a:moveTo>
                <a:lnTo>
                  <a:pt x="3898" y="249613"/>
                </a:lnTo>
                <a:lnTo>
                  <a:pt x="15185" y="203767"/>
                </a:lnTo>
                <a:lnTo>
                  <a:pt x="33247" y="161018"/>
                </a:lnTo>
                <a:lnTo>
                  <a:pt x="57473" y="121979"/>
                </a:lnTo>
                <a:lnTo>
                  <a:pt x="87249" y="87263"/>
                </a:lnTo>
                <a:lnTo>
                  <a:pt x="121962" y="57484"/>
                </a:lnTo>
                <a:lnTo>
                  <a:pt x="161001" y="33254"/>
                </a:lnTo>
                <a:lnTo>
                  <a:pt x="203752" y="15188"/>
                </a:lnTo>
                <a:lnTo>
                  <a:pt x="249603" y="3899"/>
                </a:lnTo>
                <a:lnTo>
                  <a:pt x="297941" y="0"/>
                </a:lnTo>
                <a:lnTo>
                  <a:pt x="346280" y="3899"/>
                </a:lnTo>
                <a:lnTo>
                  <a:pt x="392131" y="15188"/>
                </a:lnTo>
                <a:lnTo>
                  <a:pt x="434882" y="33254"/>
                </a:lnTo>
                <a:lnTo>
                  <a:pt x="473921" y="57484"/>
                </a:lnTo>
                <a:lnTo>
                  <a:pt x="508634" y="87263"/>
                </a:lnTo>
                <a:lnTo>
                  <a:pt x="538410" y="121979"/>
                </a:lnTo>
                <a:lnTo>
                  <a:pt x="562636" y="161018"/>
                </a:lnTo>
                <a:lnTo>
                  <a:pt x="580698" y="203767"/>
                </a:lnTo>
                <a:lnTo>
                  <a:pt x="591985" y="249613"/>
                </a:lnTo>
                <a:lnTo>
                  <a:pt x="595883" y="297941"/>
                </a:lnTo>
                <a:lnTo>
                  <a:pt x="591985" y="346270"/>
                </a:lnTo>
                <a:lnTo>
                  <a:pt x="580698" y="392116"/>
                </a:lnTo>
                <a:lnTo>
                  <a:pt x="562636" y="434865"/>
                </a:lnTo>
                <a:lnTo>
                  <a:pt x="538410" y="473904"/>
                </a:lnTo>
                <a:lnTo>
                  <a:pt x="508634" y="508620"/>
                </a:lnTo>
                <a:lnTo>
                  <a:pt x="473921" y="538399"/>
                </a:lnTo>
                <a:lnTo>
                  <a:pt x="434882" y="562629"/>
                </a:lnTo>
                <a:lnTo>
                  <a:pt x="392131" y="580695"/>
                </a:lnTo>
                <a:lnTo>
                  <a:pt x="346280" y="591984"/>
                </a:lnTo>
                <a:lnTo>
                  <a:pt x="297941" y="595883"/>
                </a:lnTo>
                <a:lnTo>
                  <a:pt x="249603" y="591984"/>
                </a:lnTo>
                <a:lnTo>
                  <a:pt x="203752" y="580695"/>
                </a:lnTo>
                <a:lnTo>
                  <a:pt x="161001" y="562629"/>
                </a:lnTo>
                <a:lnTo>
                  <a:pt x="121962" y="538399"/>
                </a:lnTo>
                <a:lnTo>
                  <a:pt x="87249" y="508620"/>
                </a:lnTo>
                <a:lnTo>
                  <a:pt x="57473" y="473904"/>
                </a:lnTo>
                <a:lnTo>
                  <a:pt x="33247" y="434865"/>
                </a:lnTo>
                <a:lnTo>
                  <a:pt x="15185" y="392116"/>
                </a:lnTo>
                <a:lnTo>
                  <a:pt x="3898" y="346270"/>
                </a:lnTo>
                <a:lnTo>
                  <a:pt x="0" y="297941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8541004" y="5984747"/>
            <a:ext cx="2184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𝒉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8687561" y="4853940"/>
            <a:ext cx="3027045" cy="1655445"/>
          </a:xfrm>
          <a:custGeom>
            <a:avLst/>
            <a:gdLst/>
            <a:ahLst/>
            <a:cxnLst/>
            <a:rect l="l" t="t" r="r" b="b"/>
            <a:pathLst>
              <a:path w="3027045" h="1655445">
                <a:moveTo>
                  <a:pt x="0" y="1038847"/>
                </a:moveTo>
                <a:lnTo>
                  <a:pt x="0" y="0"/>
                </a:lnTo>
              </a:path>
              <a:path w="3027045" h="1655445">
                <a:moveTo>
                  <a:pt x="2430780" y="1357122"/>
                </a:moveTo>
                <a:lnTo>
                  <a:pt x="2434678" y="1308793"/>
                </a:lnTo>
                <a:lnTo>
                  <a:pt x="2445965" y="1262947"/>
                </a:lnTo>
                <a:lnTo>
                  <a:pt x="2464027" y="1220198"/>
                </a:lnTo>
                <a:lnTo>
                  <a:pt x="2488253" y="1181159"/>
                </a:lnTo>
                <a:lnTo>
                  <a:pt x="2518029" y="1146443"/>
                </a:lnTo>
                <a:lnTo>
                  <a:pt x="2552742" y="1116664"/>
                </a:lnTo>
                <a:lnTo>
                  <a:pt x="2591781" y="1092434"/>
                </a:lnTo>
                <a:lnTo>
                  <a:pt x="2634532" y="1074368"/>
                </a:lnTo>
                <a:lnTo>
                  <a:pt x="2680383" y="1063079"/>
                </a:lnTo>
                <a:lnTo>
                  <a:pt x="2728722" y="1059180"/>
                </a:lnTo>
                <a:lnTo>
                  <a:pt x="2777060" y="1063079"/>
                </a:lnTo>
                <a:lnTo>
                  <a:pt x="2822911" y="1074368"/>
                </a:lnTo>
                <a:lnTo>
                  <a:pt x="2865662" y="1092434"/>
                </a:lnTo>
                <a:lnTo>
                  <a:pt x="2904701" y="1116664"/>
                </a:lnTo>
                <a:lnTo>
                  <a:pt x="2939415" y="1146443"/>
                </a:lnTo>
                <a:lnTo>
                  <a:pt x="2969190" y="1181159"/>
                </a:lnTo>
                <a:lnTo>
                  <a:pt x="2993416" y="1220198"/>
                </a:lnTo>
                <a:lnTo>
                  <a:pt x="3011478" y="1262947"/>
                </a:lnTo>
                <a:lnTo>
                  <a:pt x="3022765" y="1308793"/>
                </a:lnTo>
                <a:lnTo>
                  <a:pt x="3026664" y="1357122"/>
                </a:lnTo>
                <a:lnTo>
                  <a:pt x="3022765" y="1405450"/>
                </a:lnTo>
                <a:lnTo>
                  <a:pt x="3011478" y="1451296"/>
                </a:lnTo>
                <a:lnTo>
                  <a:pt x="2993416" y="1494045"/>
                </a:lnTo>
                <a:lnTo>
                  <a:pt x="2969190" y="1533084"/>
                </a:lnTo>
                <a:lnTo>
                  <a:pt x="2939415" y="1567800"/>
                </a:lnTo>
                <a:lnTo>
                  <a:pt x="2904701" y="1597579"/>
                </a:lnTo>
                <a:lnTo>
                  <a:pt x="2865662" y="1621809"/>
                </a:lnTo>
                <a:lnTo>
                  <a:pt x="2822911" y="1639875"/>
                </a:lnTo>
                <a:lnTo>
                  <a:pt x="2777060" y="1651164"/>
                </a:lnTo>
                <a:lnTo>
                  <a:pt x="2728722" y="1655064"/>
                </a:lnTo>
                <a:lnTo>
                  <a:pt x="2680383" y="1651164"/>
                </a:lnTo>
                <a:lnTo>
                  <a:pt x="2634532" y="1639875"/>
                </a:lnTo>
                <a:lnTo>
                  <a:pt x="2591781" y="1621809"/>
                </a:lnTo>
                <a:lnTo>
                  <a:pt x="2552742" y="1597579"/>
                </a:lnTo>
                <a:lnTo>
                  <a:pt x="2518029" y="1567800"/>
                </a:lnTo>
                <a:lnTo>
                  <a:pt x="2488253" y="1533084"/>
                </a:lnTo>
                <a:lnTo>
                  <a:pt x="2464027" y="1494045"/>
                </a:lnTo>
                <a:lnTo>
                  <a:pt x="2445965" y="1451296"/>
                </a:lnTo>
                <a:lnTo>
                  <a:pt x="2434678" y="1405450"/>
                </a:lnTo>
                <a:lnTo>
                  <a:pt x="2430780" y="1357122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11306302" y="6005321"/>
            <a:ext cx="1441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𝒋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8878823" y="3133344"/>
            <a:ext cx="2239010" cy="3096895"/>
            <a:chOff x="8878823" y="3133344"/>
            <a:chExt cx="2239010" cy="3096895"/>
          </a:xfrm>
        </p:grpSpPr>
        <p:sp>
          <p:nvSpPr>
            <p:cNvPr id="29" name="object 29"/>
            <p:cNvSpPr/>
            <p:nvPr/>
          </p:nvSpPr>
          <p:spPr>
            <a:xfrm>
              <a:off x="10349483" y="6211061"/>
              <a:ext cx="768350" cy="0"/>
            </a:xfrm>
            <a:custGeom>
              <a:avLst/>
              <a:gdLst/>
              <a:ahLst/>
              <a:cxnLst/>
              <a:rect l="l" t="t" r="r" b="b"/>
              <a:pathLst>
                <a:path w="768350">
                  <a:moveTo>
                    <a:pt x="768223" y="0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8897873" y="3152394"/>
              <a:ext cx="1144905" cy="1213485"/>
            </a:xfrm>
            <a:custGeom>
              <a:avLst/>
              <a:gdLst/>
              <a:ahLst/>
              <a:cxnLst/>
              <a:rect l="l" t="t" r="r" b="b"/>
              <a:pathLst>
                <a:path w="1144904" h="1213485">
                  <a:moveTo>
                    <a:pt x="0" y="0"/>
                  </a:moveTo>
                  <a:lnTo>
                    <a:pt x="1144397" y="1213484"/>
                  </a:lnTo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/>
          <p:nvPr/>
        </p:nvSpPr>
        <p:spPr>
          <a:xfrm>
            <a:off x="5918453" y="2643377"/>
            <a:ext cx="596265" cy="596265"/>
          </a:xfrm>
          <a:custGeom>
            <a:avLst/>
            <a:gdLst/>
            <a:ahLst/>
            <a:cxnLst/>
            <a:rect l="l" t="t" r="r" b="b"/>
            <a:pathLst>
              <a:path w="596265" h="596264">
                <a:moveTo>
                  <a:pt x="297942" y="0"/>
                </a:moveTo>
                <a:lnTo>
                  <a:pt x="249603" y="3898"/>
                </a:lnTo>
                <a:lnTo>
                  <a:pt x="203752" y="15185"/>
                </a:lnTo>
                <a:lnTo>
                  <a:pt x="161001" y="33247"/>
                </a:lnTo>
                <a:lnTo>
                  <a:pt x="121962" y="57473"/>
                </a:lnTo>
                <a:lnTo>
                  <a:pt x="87248" y="87249"/>
                </a:lnTo>
                <a:lnTo>
                  <a:pt x="57473" y="121962"/>
                </a:lnTo>
                <a:lnTo>
                  <a:pt x="33247" y="161001"/>
                </a:lnTo>
                <a:lnTo>
                  <a:pt x="15185" y="203752"/>
                </a:lnTo>
                <a:lnTo>
                  <a:pt x="3898" y="249603"/>
                </a:lnTo>
                <a:lnTo>
                  <a:pt x="0" y="297942"/>
                </a:lnTo>
                <a:lnTo>
                  <a:pt x="3898" y="346280"/>
                </a:lnTo>
                <a:lnTo>
                  <a:pt x="15185" y="392131"/>
                </a:lnTo>
                <a:lnTo>
                  <a:pt x="33247" y="434882"/>
                </a:lnTo>
                <a:lnTo>
                  <a:pt x="57473" y="473921"/>
                </a:lnTo>
                <a:lnTo>
                  <a:pt x="87249" y="508635"/>
                </a:lnTo>
                <a:lnTo>
                  <a:pt x="121962" y="538410"/>
                </a:lnTo>
                <a:lnTo>
                  <a:pt x="161001" y="562636"/>
                </a:lnTo>
                <a:lnTo>
                  <a:pt x="203752" y="580698"/>
                </a:lnTo>
                <a:lnTo>
                  <a:pt x="249603" y="591985"/>
                </a:lnTo>
                <a:lnTo>
                  <a:pt x="297942" y="595884"/>
                </a:lnTo>
                <a:lnTo>
                  <a:pt x="346280" y="591985"/>
                </a:lnTo>
                <a:lnTo>
                  <a:pt x="392131" y="580698"/>
                </a:lnTo>
                <a:lnTo>
                  <a:pt x="434882" y="562636"/>
                </a:lnTo>
                <a:lnTo>
                  <a:pt x="473921" y="538410"/>
                </a:lnTo>
                <a:lnTo>
                  <a:pt x="508635" y="508635"/>
                </a:lnTo>
                <a:lnTo>
                  <a:pt x="538410" y="473921"/>
                </a:lnTo>
                <a:lnTo>
                  <a:pt x="562636" y="434882"/>
                </a:lnTo>
                <a:lnTo>
                  <a:pt x="580698" y="392131"/>
                </a:lnTo>
                <a:lnTo>
                  <a:pt x="591985" y="346280"/>
                </a:lnTo>
                <a:lnTo>
                  <a:pt x="595884" y="297942"/>
                </a:lnTo>
                <a:lnTo>
                  <a:pt x="591985" y="249603"/>
                </a:lnTo>
                <a:lnTo>
                  <a:pt x="580698" y="203752"/>
                </a:lnTo>
                <a:lnTo>
                  <a:pt x="562636" y="161001"/>
                </a:lnTo>
                <a:lnTo>
                  <a:pt x="538410" y="121962"/>
                </a:lnTo>
                <a:lnTo>
                  <a:pt x="508635" y="87248"/>
                </a:lnTo>
                <a:lnTo>
                  <a:pt x="473921" y="57473"/>
                </a:lnTo>
                <a:lnTo>
                  <a:pt x="434882" y="33247"/>
                </a:lnTo>
                <a:lnTo>
                  <a:pt x="392131" y="15185"/>
                </a:lnTo>
                <a:lnTo>
                  <a:pt x="346280" y="3898"/>
                </a:lnTo>
                <a:lnTo>
                  <a:pt x="297942" y="0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6073140" y="2735326"/>
            <a:ext cx="2108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𝒃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7283195" y="4277867"/>
            <a:ext cx="596265" cy="596900"/>
          </a:xfrm>
          <a:custGeom>
            <a:avLst/>
            <a:gdLst/>
            <a:ahLst/>
            <a:cxnLst/>
            <a:rect l="l" t="t" r="r" b="b"/>
            <a:pathLst>
              <a:path w="596265" h="596900">
                <a:moveTo>
                  <a:pt x="297942" y="0"/>
                </a:moveTo>
                <a:lnTo>
                  <a:pt x="249603" y="3905"/>
                </a:lnTo>
                <a:lnTo>
                  <a:pt x="203752" y="15212"/>
                </a:lnTo>
                <a:lnTo>
                  <a:pt x="161001" y="33305"/>
                </a:lnTo>
                <a:lnTo>
                  <a:pt x="121962" y="57570"/>
                </a:lnTo>
                <a:lnTo>
                  <a:pt x="87249" y="87391"/>
                </a:lnTo>
                <a:lnTo>
                  <a:pt x="57473" y="122154"/>
                </a:lnTo>
                <a:lnTo>
                  <a:pt x="33247" y="161244"/>
                </a:lnTo>
                <a:lnTo>
                  <a:pt x="15185" y="204045"/>
                </a:lnTo>
                <a:lnTo>
                  <a:pt x="3898" y="249943"/>
                </a:lnTo>
                <a:lnTo>
                  <a:pt x="0" y="298322"/>
                </a:lnTo>
                <a:lnTo>
                  <a:pt x="3898" y="346702"/>
                </a:lnTo>
                <a:lnTo>
                  <a:pt x="15185" y="392600"/>
                </a:lnTo>
                <a:lnTo>
                  <a:pt x="33247" y="435401"/>
                </a:lnTo>
                <a:lnTo>
                  <a:pt x="57473" y="474491"/>
                </a:lnTo>
                <a:lnTo>
                  <a:pt x="87249" y="509254"/>
                </a:lnTo>
                <a:lnTo>
                  <a:pt x="121962" y="539075"/>
                </a:lnTo>
                <a:lnTo>
                  <a:pt x="161001" y="563340"/>
                </a:lnTo>
                <a:lnTo>
                  <a:pt x="203752" y="581433"/>
                </a:lnTo>
                <a:lnTo>
                  <a:pt x="249603" y="592740"/>
                </a:lnTo>
                <a:lnTo>
                  <a:pt x="297942" y="596645"/>
                </a:lnTo>
                <a:lnTo>
                  <a:pt x="346280" y="592740"/>
                </a:lnTo>
                <a:lnTo>
                  <a:pt x="392131" y="581433"/>
                </a:lnTo>
                <a:lnTo>
                  <a:pt x="434882" y="563340"/>
                </a:lnTo>
                <a:lnTo>
                  <a:pt x="473921" y="539075"/>
                </a:lnTo>
                <a:lnTo>
                  <a:pt x="508634" y="509254"/>
                </a:lnTo>
                <a:lnTo>
                  <a:pt x="538410" y="474491"/>
                </a:lnTo>
                <a:lnTo>
                  <a:pt x="562636" y="435401"/>
                </a:lnTo>
                <a:lnTo>
                  <a:pt x="580698" y="392600"/>
                </a:lnTo>
                <a:lnTo>
                  <a:pt x="591985" y="346702"/>
                </a:lnTo>
                <a:lnTo>
                  <a:pt x="595883" y="298322"/>
                </a:lnTo>
                <a:lnTo>
                  <a:pt x="591985" y="249943"/>
                </a:lnTo>
                <a:lnTo>
                  <a:pt x="580698" y="204045"/>
                </a:lnTo>
                <a:lnTo>
                  <a:pt x="562636" y="161244"/>
                </a:lnTo>
                <a:lnTo>
                  <a:pt x="538410" y="122154"/>
                </a:lnTo>
                <a:lnTo>
                  <a:pt x="508634" y="87391"/>
                </a:lnTo>
                <a:lnTo>
                  <a:pt x="473921" y="57570"/>
                </a:lnTo>
                <a:lnTo>
                  <a:pt x="434882" y="33305"/>
                </a:lnTo>
                <a:lnTo>
                  <a:pt x="392131" y="15212"/>
                </a:lnTo>
                <a:lnTo>
                  <a:pt x="346280" y="3905"/>
                </a:lnTo>
                <a:lnTo>
                  <a:pt x="297942" y="0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7427468" y="4370323"/>
            <a:ext cx="2317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𝒈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7290054" y="2643377"/>
            <a:ext cx="596900" cy="596265"/>
          </a:xfrm>
          <a:custGeom>
            <a:avLst/>
            <a:gdLst/>
            <a:ahLst/>
            <a:cxnLst/>
            <a:rect l="l" t="t" r="r" b="b"/>
            <a:pathLst>
              <a:path w="596900" h="596264">
                <a:moveTo>
                  <a:pt x="298323" y="0"/>
                </a:moveTo>
                <a:lnTo>
                  <a:pt x="249943" y="3898"/>
                </a:lnTo>
                <a:lnTo>
                  <a:pt x="204045" y="15185"/>
                </a:lnTo>
                <a:lnTo>
                  <a:pt x="161244" y="33247"/>
                </a:lnTo>
                <a:lnTo>
                  <a:pt x="122154" y="57473"/>
                </a:lnTo>
                <a:lnTo>
                  <a:pt x="87391" y="87249"/>
                </a:lnTo>
                <a:lnTo>
                  <a:pt x="57570" y="121962"/>
                </a:lnTo>
                <a:lnTo>
                  <a:pt x="33305" y="161001"/>
                </a:lnTo>
                <a:lnTo>
                  <a:pt x="15212" y="203752"/>
                </a:lnTo>
                <a:lnTo>
                  <a:pt x="3905" y="249603"/>
                </a:lnTo>
                <a:lnTo>
                  <a:pt x="0" y="297942"/>
                </a:lnTo>
                <a:lnTo>
                  <a:pt x="3905" y="346280"/>
                </a:lnTo>
                <a:lnTo>
                  <a:pt x="15212" y="392131"/>
                </a:lnTo>
                <a:lnTo>
                  <a:pt x="33305" y="434882"/>
                </a:lnTo>
                <a:lnTo>
                  <a:pt x="57570" y="473921"/>
                </a:lnTo>
                <a:lnTo>
                  <a:pt x="87391" y="508635"/>
                </a:lnTo>
                <a:lnTo>
                  <a:pt x="122154" y="538410"/>
                </a:lnTo>
                <a:lnTo>
                  <a:pt x="161244" y="562636"/>
                </a:lnTo>
                <a:lnTo>
                  <a:pt x="204045" y="580698"/>
                </a:lnTo>
                <a:lnTo>
                  <a:pt x="249943" y="591985"/>
                </a:lnTo>
                <a:lnTo>
                  <a:pt x="298323" y="595884"/>
                </a:lnTo>
                <a:lnTo>
                  <a:pt x="346702" y="591985"/>
                </a:lnTo>
                <a:lnTo>
                  <a:pt x="392600" y="580698"/>
                </a:lnTo>
                <a:lnTo>
                  <a:pt x="435401" y="562636"/>
                </a:lnTo>
                <a:lnTo>
                  <a:pt x="474491" y="538410"/>
                </a:lnTo>
                <a:lnTo>
                  <a:pt x="509254" y="508635"/>
                </a:lnTo>
                <a:lnTo>
                  <a:pt x="539075" y="473921"/>
                </a:lnTo>
                <a:lnTo>
                  <a:pt x="563340" y="434882"/>
                </a:lnTo>
                <a:lnTo>
                  <a:pt x="581433" y="392131"/>
                </a:lnTo>
                <a:lnTo>
                  <a:pt x="592740" y="346280"/>
                </a:lnTo>
                <a:lnTo>
                  <a:pt x="596646" y="297942"/>
                </a:lnTo>
                <a:lnTo>
                  <a:pt x="592740" y="249603"/>
                </a:lnTo>
                <a:lnTo>
                  <a:pt x="581433" y="203752"/>
                </a:lnTo>
                <a:lnTo>
                  <a:pt x="563340" y="161001"/>
                </a:lnTo>
                <a:lnTo>
                  <a:pt x="539075" y="121962"/>
                </a:lnTo>
                <a:lnTo>
                  <a:pt x="509254" y="87248"/>
                </a:lnTo>
                <a:lnTo>
                  <a:pt x="474491" y="57473"/>
                </a:lnTo>
                <a:lnTo>
                  <a:pt x="435401" y="33247"/>
                </a:lnTo>
                <a:lnTo>
                  <a:pt x="392600" y="15185"/>
                </a:lnTo>
                <a:lnTo>
                  <a:pt x="346702" y="3898"/>
                </a:lnTo>
                <a:lnTo>
                  <a:pt x="298323" y="0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7460995" y="2735326"/>
            <a:ext cx="1797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𝒄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5918453" y="2922270"/>
            <a:ext cx="1390650" cy="1952625"/>
            <a:chOff x="5918453" y="2922270"/>
            <a:chExt cx="1390650" cy="1952625"/>
          </a:xfrm>
        </p:grpSpPr>
        <p:sp>
          <p:nvSpPr>
            <p:cNvPr id="38" name="object 38"/>
            <p:cNvSpPr/>
            <p:nvPr/>
          </p:nvSpPr>
          <p:spPr>
            <a:xfrm>
              <a:off x="6514337" y="2941320"/>
              <a:ext cx="775970" cy="1635760"/>
            </a:xfrm>
            <a:custGeom>
              <a:avLst/>
              <a:gdLst/>
              <a:ahLst/>
              <a:cxnLst/>
              <a:rect l="l" t="t" r="r" b="b"/>
              <a:pathLst>
                <a:path w="775970" h="1635760">
                  <a:moveTo>
                    <a:pt x="0" y="0"/>
                  </a:moveTo>
                  <a:lnTo>
                    <a:pt x="775715" y="0"/>
                  </a:lnTo>
                </a:path>
                <a:path w="775970" h="1635760">
                  <a:moveTo>
                    <a:pt x="768222" y="1635252"/>
                  </a:moveTo>
                  <a:lnTo>
                    <a:pt x="0" y="1635252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918453" y="4277868"/>
              <a:ext cx="596265" cy="596900"/>
            </a:xfrm>
            <a:custGeom>
              <a:avLst/>
              <a:gdLst/>
              <a:ahLst/>
              <a:cxnLst/>
              <a:rect l="l" t="t" r="r" b="b"/>
              <a:pathLst>
                <a:path w="596265" h="596900">
                  <a:moveTo>
                    <a:pt x="297942" y="0"/>
                  </a:moveTo>
                  <a:lnTo>
                    <a:pt x="249603" y="3905"/>
                  </a:lnTo>
                  <a:lnTo>
                    <a:pt x="203752" y="15212"/>
                  </a:lnTo>
                  <a:lnTo>
                    <a:pt x="161001" y="33305"/>
                  </a:lnTo>
                  <a:lnTo>
                    <a:pt x="121962" y="57570"/>
                  </a:lnTo>
                  <a:lnTo>
                    <a:pt x="87248" y="87391"/>
                  </a:lnTo>
                  <a:lnTo>
                    <a:pt x="57473" y="122154"/>
                  </a:lnTo>
                  <a:lnTo>
                    <a:pt x="33247" y="161244"/>
                  </a:lnTo>
                  <a:lnTo>
                    <a:pt x="15185" y="204045"/>
                  </a:lnTo>
                  <a:lnTo>
                    <a:pt x="3898" y="249943"/>
                  </a:lnTo>
                  <a:lnTo>
                    <a:pt x="0" y="298322"/>
                  </a:lnTo>
                  <a:lnTo>
                    <a:pt x="3898" y="346702"/>
                  </a:lnTo>
                  <a:lnTo>
                    <a:pt x="15185" y="392600"/>
                  </a:lnTo>
                  <a:lnTo>
                    <a:pt x="33247" y="435401"/>
                  </a:lnTo>
                  <a:lnTo>
                    <a:pt x="57473" y="474491"/>
                  </a:lnTo>
                  <a:lnTo>
                    <a:pt x="87249" y="509254"/>
                  </a:lnTo>
                  <a:lnTo>
                    <a:pt x="121962" y="539075"/>
                  </a:lnTo>
                  <a:lnTo>
                    <a:pt x="161001" y="563340"/>
                  </a:lnTo>
                  <a:lnTo>
                    <a:pt x="203752" y="581433"/>
                  </a:lnTo>
                  <a:lnTo>
                    <a:pt x="249603" y="592740"/>
                  </a:lnTo>
                  <a:lnTo>
                    <a:pt x="297942" y="596645"/>
                  </a:lnTo>
                  <a:lnTo>
                    <a:pt x="346280" y="592740"/>
                  </a:lnTo>
                  <a:lnTo>
                    <a:pt x="392131" y="581433"/>
                  </a:lnTo>
                  <a:lnTo>
                    <a:pt x="434882" y="563340"/>
                  </a:lnTo>
                  <a:lnTo>
                    <a:pt x="473921" y="539075"/>
                  </a:lnTo>
                  <a:lnTo>
                    <a:pt x="508635" y="509254"/>
                  </a:lnTo>
                  <a:lnTo>
                    <a:pt x="538410" y="474491"/>
                  </a:lnTo>
                  <a:lnTo>
                    <a:pt x="562636" y="435401"/>
                  </a:lnTo>
                  <a:lnTo>
                    <a:pt x="580698" y="392600"/>
                  </a:lnTo>
                  <a:lnTo>
                    <a:pt x="591985" y="346702"/>
                  </a:lnTo>
                  <a:lnTo>
                    <a:pt x="595884" y="298322"/>
                  </a:lnTo>
                  <a:lnTo>
                    <a:pt x="591985" y="249943"/>
                  </a:lnTo>
                  <a:lnTo>
                    <a:pt x="580698" y="204045"/>
                  </a:lnTo>
                  <a:lnTo>
                    <a:pt x="562636" y="161244"/>
                  </a:lnTo>
                  <a:lnTo>
                    <a:pt x="538410" y="122154"/>
                  </a:lnTo>
                  <a:lnTo>
                    <a:pt x="508635" y="87391"/>
                  </a:lnTo>
                  <a:lnTo>
                    <a:pt x="473921" y="57570"/>
                  </a:lnTo>
                  <a:lnTo>
                    <a:pt x="434882" y="33305"/>
                  </a:lnTo>
                  <a:lnTo>
                    <a:pt x="392131" y="15212"/>
                  </a:lnTo>
                  <a:lnTo>
                    <a:pt x="346280" y="3905"/>
                  </a:lnTo>
                  <a:lnTo>
                    <a:pt x="297942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6080759" y="4370323"/>
            <a:ext cx="1974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𝒇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41" name="object 41"/>
          <p:cNvSpPr/>
          <p:nvPr/>
        </p:nvSpPr>
        <p:spPr>
          <a:xfrm flipH="1">
            <a:off x="6216396" y="3239261"/>
            <a:ext cx="0" cy="1038860"/>
          </a:xfrm>
          <a:custGeom>
            <a:avLst/>
            <a:gdLst/>
            <a:ahLst/>
            <a:cxnLst/>
            <a:rect l="l" t="t" r="r" b="b"/>
            <a:pathLst>
              <a:path h="1038860">
                <a:moveTo>
                  <a:pt x="0" y="1038860"/>
                </a:moveTo>
                <a:lnTo>
                  <a:pt x="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4352544" y="2643377"/>
            <a:ext cx="596265" cy="2231390"/>
          </a:xfrm>
          <a:custGeom>
            <a:avLst/>
            <a:gdLst/>
            <a:ahLst/>
            <a:cxnLst/>
            <a:rect l="l" t="t" r="r" b="b"/>
            <a:pathLst>
              <a:path w="596264" h="2231390">
                <a:moveTo>
                  <a:pt x="595884" y="1932813"/>
                </a:moveTo>
                <a:lnTo>
                  <a:pt x="591985" y="1884438"/>
                </a:lnTo>
                <a:lnTo>
                  <a:pt x="580694" y="1838540"/>
                </a:lnTo>
                <a:lnTo>
                  <a:pt x="562635" y="1795741"/>
                </a:lnTo>
                <a:lnTo>
                  <a:pt x="538403" y="1756651"/>
                </a:lnTo>
                <a:lnTo>
                  <a:pt x="508635" y="1721891"/>
                </a:lnTo>
                <a:lnTo>
                  <a:pt x="473913" y="1692071"/>
                </a:lnTo>
                <a:lnTo>
                  <a:pt x="434873" y="1667802"/>
                </a:lnTo>
                <a:lnTo>
                  <a:pt x="392125" y="1649704"/>
                </a:lnTo>
                <a:lnTo>
                  <a:pt x="346278" y="1638401"/>
                </a:lnTo>
                <a:lnTo>
                  <a:pt x="297942" y="1634490"/>
                </a:lnTo>
                <a:lnTo>
                  <a:pt x="249593" y="1638401"/>
                </a:lnTo>
                <a:lnTo>
                  <a:pt x="203746" y="1649704"/>
                </a:lnTo>
                <a:lnTo>
                  <a:pt x="160997" y="1667802"/>
                </a:lnTo>
                <a:lnTo>
                  <a:pt x="121958" y="1692071"/>
                </a:lnTo>
                <a:lnTo>
                  <a:pt x="87249" y="1721891"/>
                </a:lnTo>
                <a:lnTo>
                  <a:pt x="57467" y="1756651"/>
                </a:lnTo>
                <a:lnTo>
                  <a:pt x="33235" y="1795741"/>
                </a:lnTo>
                <a:lnTo>
                  <a:pt x="15176" y="1838540"/>
                </a:lnTo>
                <a:lnTo>
                  <a:pt x="3886" y="1884438"/>
                </a:lnTo>
                <a:lnTo>
                  <a:pt x="0" y="1932813"/>
                </a:lnTo>
                <a:lnTo>
                  <a:pt x="3886" y="1981200"/>
                </a:lnTo>
                <a:lnTo>
                  <a:pt x="15176" y="2027097"/>
                </a:lnTo>
                <a:lnTo>
                  <a:pt x="33235" y="2069896"/>
                </a:lnTo>
                <a:lnTo>
                  <a:pt x="57467" y="2108987"/>
                </a:lnTo>
                <a:lnTo>
                  <a:pt x="87249" y="2143747"/>
                </a:lnTo>
                <a:lnTo>
                  <a:pt x="121958" y="2173567"/>
                </a:lnTo>
                <a:lnTo>
                  <a:pt x="160997" y="2197836"/>
                </a:lnTo>
                <a:lnTo>
                  <a:pt x="203746" y="2215934"/>
                </a:lnTo>
                <a:lnTo>
                  <a:pt x="249593" y="2227237"/>
                </a:lnTo>
                <a:lnTo>
                  <a:pt x="297942" y="2231136"/>
                </a:lnTo>
                <a:lnTo>
                  <a:pt x="346278" y="2227237"/>
                </a:lnTo>
                <a:lnTo>
                  <a:pt x="392125" y="2215934"/>
                </a:lnTo>
                <a:lnTo>
                  <a:pt x="434873" y="2197836"/>
                </a:lnTo>
                <a:lnTo>
                  <a:pt x="473913" y="2173567"/>
                </a:lnTo>
                <a:lnTo>
                  <a:pt x="508635" y="2143747"/>
                </a:lnTo>
                <a:lnTo>
                  <a:pt x="538403" y="2108987"/>
                </a:lnTo>
                <a:lnTo>
                  <a:pt x="562635" y="2069896"/>
                </a:lnTo>
                <a:lnTo>
                  <a:pt x="580694" y="2027097"/>
                </a:lnTo>
                <a:lnTo>
                  <a:pt x="591985" y="1981200"/>
                </a:lnTo>
                <a:lnTo>
                  <a:pt x="595884" y="1932813"/>
                </a:lnTo>
                <a:close/>
              </a:path>
              <a:path w="596264" h="2231390">
                <a:moveTo>
                  <a:pt x="595884" y="297942"/>
                </a:moveTo>
                <a:lnTo>
                  <a:pt x="591985" y="249605"/>
                </a:lnTo>
                <a:lnTo>
                  <a:pt x="580694" y="203758"/>
                </a:lnTo>
                <a:lnTo>
                  <a:pt x="562635" y="161010"/>
                </a:lnTo>
                <a:lnTo>
                  <a:pt x="538403" y="121970"/>
                </a:lnTo>
                <a:lnTo>
                  <a:pt x="508635" y="87249"/>
                </a:lnTo>
                <a:lnTo>
                  <a:pt x="473913" y="57480"/>
                </a:lnTo>
                <a:lnTo>
                  <a:pt x="434873" y="33248"/>
                </a:lnTo>
                <a:lnTo>
                  <a:pt x="392125" y="15189"/>
                </a:lnTo>
                <a:lnTo>
                  <a:pt x="346278" y="3898"/>
                </a:lnTo>
                <a:lnTo>
                  <a:pt x="297942" y="0"/>
                </a:lnTo>
                <a:lnTo>
                  <a:pt x="249593" y="3898"/>
                </a:lnTo>
                <a:lnTo>
                  <a:pt x="203746" y="15189"/>
                </a:lnTo>
                <a:lnTo>
                  <a:pt x="160997" y="33248"/>
                </a:lnTo>
                <a:lnTo>
                  <a:pt x="121958" y="57480"/>
                </a:lnTo>
                <a:lnTo>
                  <a:pt x="87249" y="87249"/>
                </a:lnTo>
                <a:lnTo>
                  <a:pt x="57467" y="121970"/>
                </a:lnTo>
                <a:lnTo>
                  <a:pt x="33235" y="161010"/>
                </a:lnTo>
                <a:lnTo>
                  <a:pt x="15176" y="203758"/>
                </a:lnTo>
                <a:lnTo>
                  <a:pt x="3886" y="249605"/>
                </a:lnTo>
                <a:lnTo>
                  <a:pt x="0" y="297942"/>
                </a:lnTo>
                <a:lnTo>
                  <a:pt x="3886" y="346290"/>
                </a:lnTo>
                <a:lnTo>
                  <a:pt x="15176" y="392137"/>
                </a:lnTo>
                <a:lnTo>
                  <a:pt x="33235" y="434886"/>
                </a:lnTo>
                <a:lnTo>
                  <a:pt x="57467" y="473925"/>
                </a:lnTo>
                <a:lnTo>
                  <a:pt x="87249" y="508647"/>
                </a:lnTo>
                <a:lnTo>
                  <a:pt x="121958" y="538416"/>
                </a:lnTo>
                <a:lnTo>
                  <a:pt x="160997" y="562648"/>
                </a:lnTo>
                <a:lnTo>
                  <a:pt x="203746" y="580707"/>
                </a:lnTo>
                <a:lnTo>
                  <a:pt x="249593" y="591997"/>
                </a:lnTo>
                <a:lnTo>
                  <a:pt x="297942" y="595884"/>
                </a:lnTo>
                <a:lnTo>
                  <a:pt x="346278" y="591997"/>
                </a:lnTo>
                <a:lnTo>
                  <a:pt x="392125" y="580707"/>
                </a:lnTo>
                <a:lnTo>
                  <a:pt x="434873" y="562648"/>
                </a:lnTo>
                <a:lnTo>
                  <a:pt x="473913" y="538416"/>
                </a:lnTo>
                <a:lnTo>
                  <a:pt x="508635" y="508635"/>
                </a:lnTo>
                <a:lnTo>
                  <a:pt x="538403" y="473925"/>
                </a:lnTo>
                <a:lnTo>
                  <a:pt x="562635" y="434886"/>
                </a:lnTo>
                <a:lnTo>
                  <a:pt x="580694" y="392137"/>
                </a:lnTo>
                <a:lnTo>
                  <a:pt x="591985" y="346290"/>
                </a:lnTo>
                <a:lnTo>
                  <a:pt x="595884" y="297942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 txBox="1"/>
          <p:nvPr/>
        </p:nvSpPr>
        <p:spPr>
          <a:xfrm>
            <a:off x="4501641" y="4370323"/>
            <a:ext cx="2216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𝒅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4352544" y="3220211"/>
            <a:ext cx="1960880" cy="3268345"/>
            <a:chOff x="4352544" y="3220211"/>
            <a:chExt cx="1960880" cy="3268345"/>
          </a:xfrm>
        </p:grpSpPr>
        <p:sp>
          <p:nvSpPr>
            <p:cNvPr id="45" name="object 45"/>
            <p:cNvSpPr/>
            <p:nvPr/>
          </p:nvSpPr>
          <p:spPr>
            <a:xfrm flipH="1">
              <a:off x="4650486" y="3239261"/>
              <a:ext cx="0" cy="1038860"/>
            </a:xfrm>
            <a:custGeom>
              <a:avLst/>
              <a:gdLst/>
              <a:ahLst/>
              <a:cxnLst/>
              <a:rect l="l" t="t" r="r" b="b"/>
              <a:pathLst>
                <a:path h="1038860">
                  <a:moveTo>
                    <a:pt x="0" y="0"/>
                  </a:moveTo>
                  <a:lnTo>
                    <a:pt x="0" y="103886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5717286" y="5892545"/>
              <a:ext cx="596265" cy="596265"/>
            </a:xfrm>
            <a:custGeom>
              <a:avLst/>
              <a:gdLst/>
              <a:ahLst/>
              <a:cxnLst/>
              <a:rect l="l" t="t" r="r" b="b"/>
              <a:pathLst>
                <a:path w="596264" h="596264">
                  <a:moveTo>
                    <a:pt x="297941" y="0"/>
                  </a:moveTo>
                  <a:lnTo>
                    <a:pt x="249603" y="3899"/>
                  </a:lnTo>
                  <a:lnTo>
                    <a:pt x="203752" y="15188"/>
                  </a:lnTo>
                  <a:lnTo>
                    <a:pt x="161001" y="33254"/>
                  </a:lnTo>
                  <a:lnTo>
                    <a:pt x="121962" y="57484"/>
                  </a:lnTo>
                  <a:lnTo>
                    <a:pt x="87248" y="87263"/>
                  </a:lnTo>
                  <a:lnTo>
                    <a:pt x="57473" y="121979"/>
                  </a:lnTo>
                  <a:lnTo>
                    <a:pt x="33247" y="161018"/>
                  </a:lnTo>
                  <a:lnTo>
                    <a:pt x="15185" y="203767"/>
                  </a:lnTo>
                  <a:lnTo>
                    <a:pt x="3898" y="249613"/>
                  </a:lnTo>
                  <a:lnTo>
                    <a:pt x="0" y="297941"/>
                  </a:lnTo>
                  <a:lnTo>
                    <a:pt x="3898" y="346270"/>
                  </a:lnTo>
                  <a:lnTo>
                    <a:pt x="15185" y="392116"/>
                  </a:lnTo>
                  <a:lnTo>
                    <a:pt x="33247" y="434865"/>
                  </a:lnTo>
                  <a:lnTo>
                    <a:pt x="57473" y="473904"/>
                  </a:lnTo>
                  <a:lnTo>
                    <a:pt x="87249" y="508620"/>
                  </a:lnTo>
                  <a:lnTo>
                    <a:pt x="121962" y="538399"/>
                  </a:lnTo>
                  <a:lnTo>
                    <a:pt x="161001" y="562629"/>
                  </a:lnTo>
                  <a:lnTo>
                    <a:pt x="203752" y="580695"/>
                  </a:lnTo>
                  <a:lnTo>
                    <a:pt x="249603" y="591984"/>
                  </a:lnTo>
                  <a:lnTo>
                    <a:pt x="297941" y="595883"/>
                  </a:lnTo>
                  <a:lnTo>
                    <a:pt x="346280" y="591984"/>
                  </a:lnTo>
                  <a:lnTo>
                    <a:pt x="392131" y="580695"/>
                  </a:lnTo>
                  <a:lnTo>
                    <a:pt x="434882" y="562629"/>
                  </a:lnTo>
                  <a:lnTo>
                    <a:pt x="473921" y="538399"/>
                  </a:lnTo>
                  <a:lnTo>
                    <a:pt x="508635" y="508620"/>
                  </a:lnTo>
                  <a:lnTo>
                    <a:pt x="538410" y="473904"/>
                  </a:lnTo>
                  <a:lnTo>
                    <a:pt x="562636" y="434865"/>
                  </a:lnTo>
                  <a:lnTo>
                    <a:pt x="580698" y="392116"/>
                  </a:lnTo>
                  <a:lnTo>
                    <a:pt x="591985" y="346270"/>
                  </a:lnTo>
                  <a:lnTo>
                    <a:pt x="595884" y="297941"/>
                  </a:lnTo>
                  <a:lnTo>
                    <a:pt x="591985" y="249613"/>
                  </a:lnTo>
                  <a:lnTo>
                    <a:pt x="580698" y="203767"/>
                  </a:lnTo>
                  <a:lnTo>
                    <a:pt x="562636" y="161018"/>
                  </a:lnTo>
                  <a:lnTo>
                    <a:pt x="538410" y="121979"/>
                  </a:lnTo>
                  <a:lnTo>
                    <a:pt x="508635" y="87263"/>
                  </a:lnTo>
                  <a:lnTo>
                    <a:pt x="473921" y="57484"/>
                  </a:lnTo>
                  <a:lnTo>
                    <a:pt x="434882" y="33254"/>
                  </a:lnTo>
                  <a:lnTo>
                    <a:pt x="392131" y="15188"/>
                  </a:lnTo>
                  <a:lnTo>
                    <a:pt x="346280" y="3899"/>
                  </a:lnTo>
                  <a:lnTo>
                    <a:pt x="297941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4948427" y="6190488"/>
              <a:ext cx="768350" cy="0"/>
            </a:xfrm>
            <a:custGeom>
              <a:avLst/>
              <a:gdLst/>
              <a:ahLst/>
              <a:cxnLst/>
              <a:rect l="l" t="t" r="r" b="b"/>
              <a:pathLst>
                <a:path w="768350">
                  <a:moveTo>
                    <a:pt x="768223" y="0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4352544" y="5892545"/>
              <a:ext cx="596265" cy="596265"/>
            </a:xfrm>
            <a:custGeom>
              <a:avLst/>
              <a:gdLst/>
              <a:ahLst/>
              <a:cxnLst/>
              <a:rect l="l" t="t" r="r" b="b"/>
              <a:pathLst>
                <a:path w="596264" h="596264">
                  <a:moveTo>
                    <a:pt x="297941" y="0"/>
                  </a:moveTo>
                  <a:lnTo>
                    <a:pt x="249603" y="3899"/>
                  </a:lnTo>
                  <a:lnTo>
                    <a:pt x="203752" y="15188"/>
                  </a:lnTo>
                  <a:lnTo>
                    <a:pt x="161001" y="33254"/>
                  </a:lnTo>
                  <a:lnTo>
                    <a:pt x="121962" y="57484"/>
                  </a:lnTo>
                  <a:lnTo>
                    <a:pt x="87248" y="87263"/>
                  </a:lnTo>
                  <a:lnTo>
                    <a:pt x="57473" y="121979"/>
                  </a:lnTo>
                  <a:lnTo>
                    <a:pt x="33247" y="161018"/>
                  </a:lnTo>
                  <a:lnTo>
                    <a:pt x="15185" y="203767"/>
                  </a:lnTo>
                  <a:lnTo>
                    <a:pt x="3898" y="249613"/>
                  </a:lnTo>
                  <a:lnTo>
                    <a:pt x="0" y="297941"/>
                  </a:lnTo>
                  <a:lnTo>
                    <a:pt x="3898" y="346270"/>
                  </a:lnTo>
                  <a:lnTo>
                    <a:pt x="15185" y="392116"/>
                  </a:lnTo>
                  <a:lnTo>
                    <a:pt x="33247" y="434865"/>
                  </a:lnTo>
                  <a:lnTo>
                    <a:pt x="57473" y="473904"/>
                  </a:lnTo>
                  <a:lnTo>
                    <a:pt x="87249" y="508620"/>
                  </a:lnTo>
                  <a:lnTo>
                    <a:pt x="121962" y="538399"/>
                  </a:lnTo>
                  <a:lnTo>
                    <a:pt x="161001" y="562629"/>
                  </a:lnTo>
                  <a:lnTo>
                    <a:pt x="203752" y="580695"/>
                  </a:lnTo>
                  <a:lnTo>
                    <a:pt x="249603" y="591984"/>
                  </a:lnTo>
                  <a:lnTo>
                    <a:pt x="297941" y="595883"/>
                  </a:lnTo>
                  <a:lnTo>
                    <a:pt x="346280" y="591984"/>
                  </a:lnTo>
                  <a:lnTo>
                    <a:pt x="392131" y="580695"/>
                  </a:lnTo>
                  <a:lnTo>
                    <a:pt x="434882" y="562629"/>
                  </a:lnTo>
                  <a:lnTo>
                    <a:pt x="473921" y="538399"/>
                  </a:lnTo>
                  <a:lnTo>
                    <a:pt x="508635" y="508620"/>
                  </a:lnTo>
                  <a:lnTo>
                    <a:pt x="538410" y="473904"/>
                  </a:lnTo>
                  <a:lnTo>
                    <a:pt x="562636" y="434865"/>
                  </a:lnTo>
                  <a:lnTo>
                    <a:pt x="580698" y="392116"/>
                  </a:lnTo>
                  <a:lnTo>
                    <a:pt x="591985" y="346270"/>
                  </a:lnTo>
                  <a:lnTo>
                    <a:pt x="595883" y="297941"/>
                  </a:lnTo>
                  <a:lnTo>
                    <a:pt x="591985" y="249613"/>
                  </a:lnTo>
                  <a:lnTo>
                    <a:pt x="580698" y="203767"/>
                  </a:lnTo>
                  <a:lnTo>
                    <a:pt x="562636" y="161018"/>
                  </a:lnTo>
                  <a:lnTo>
                    <a:pt x="538410" y="121979"/>
                  </a:lnTo>
                  <a:lnTo>
                    <a:pt x="508634" y="87263"/>
                  </a:lnTo>
                  <a:lnTo>
                    <a:pt x="473921" y="57484"/>
                  </a:lnTo>
                  <a:lnTo>
                    <a:pt x="434882" y="33254"/>
                  </a:lnTo>
                  <a:lnTo>
                    <a:pt x="392131" y="15188"/>
                  </a:lnTo>
                  <a:lnTo>
                    <a:pt x="346280" y="3899"/>
                  </a:lnTo>
                  <a:lnTo>
                    <a:pt x="297941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9" name="object 49"/>
          <p:cNvSpPr txBox="1"/>
          <p:nvPr/>
        </p:nvSpPr>
        <p:spPr>
          <a:xfrm>
            <a:off x="4504182" y="5984747"/>
            <a:ext cx="2184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𝒉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50" name="object 50"/>
          <p:cNvSpPr/>
          <p:nvPr/>
        </p:nvSpPr>
        <p:spPr>
          <a:xfrm flipH="1">
            <a:off x="4650485" y="4853940"/>
            <a:ext cx="0" cy="1038860"/>
          </a:xfrm>
          <a:custGeom>
            <a:avLst/>
            <a:gdLst/>
            <a:ahLst/>
            <a:cxnLst/>
            <a:rect l="l" t="t" r="r" b="b"/>
            <a:pathLst>
              <a:path h="1038860">
                <a:moveTo>
                  <a:pt x="0" y="1038847"/>
                </a:moveTo>
                <a:lnTo>
                  <a:pt x="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 txBox="1"/>
          <p:nvPr/>
        </p:nvSpPr>
        <p:spPr>
          <a:xfrm>
            <a:off x="5796026" y="5984747"/>
            <a:ext cx="533400" cy="885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446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𝒊</a:t>
            </a:r>
            <a:endParaRPr sz="2400" dirty="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1485"/>
              </a:spcBef>
            </a:pPr>
            <a:r>
              <a:rPr sz="2000" b="1" spc="-20" dirty="0" err="1">
                <a:latin typeface="PMingLiU"/>
                <a:cs typeface="PMingLiU"/>
              </a:rPr>
              <a:t>森</a:t>
            </a:r>
            <a:r>
              <a:rPr sz="2000" b="1" spc="-50" dirty="0" err="1">
                <a:latin typeface="PMingLiU"/>
                <a:cs typeface="PMingLiU"/>
              </a:rPr>
              <a:t>林</a:t>
            </a:r>
            <a:endParaRPr sz="2000" b="1" dirty="0">
              <a:latin typeface="PMingLiU"/>
              <a:cs typeface="PMingLiU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7089647" y="5892546"/>
            <a:ext cx="596265" cy="596265"/>
          </a:xfrm>
          <a:custGeom>
            <a:avLst/>
            <a:gdLst/>
            <a:ahLst/>
            <a:cxnLst/>
            <a:rect l="l" t="t" r="r" b="b"/>
            <a:pathLst>
              <a:path w="596265" h="596264">
                <a:moveTo>
                  <a:pt x="297942" y="0"/>
                </a:moveTo>
                <a:lnTo>
                  <a:pt x="249603" y="3899"/>
                </a:lnTo>
                <a:lnTo>
                  <a:pt x="203752" y="15188"/>
                </a:lnTo>
                <a:lnTo>
                  <a:pt x="161001" y="33254"/>
                </a:lnTo>
                <a:lnTo>
                  <a:pt x="121962" y="57484"/>
                </a:lnTo>
                <a:lnTo>
                  <a:pt x="87249" y="87263"/>
                </a:lnTo>
                <a:lnTo>
                  <a:pt x="57473" y="121979"/>
                </a:lnTo>
                <a:lnTo>
                  <a:pt x="33247" y="161018"/>
                </a:lnTo>
                <a:lnTo>
                  <a:pt x="15185" y="203767"/>
                </a:lnTo>
                <a:lnTo>
                  <a:pt x="3898" y="249613"/>
                </a:lnTo>
                <a:lnTo>
                  <a:pt x="0" y="297941"/>
                </a:lnTo>
                <a:lnTo>
                  <a:pt x="3898" y="346270"/>
                </a:lnTo>
                <a:lnTo>
                  <a:pt x="15185" y="392116"/>
                </a:lnTo>
                <a:lnTo>
                  <a:pt x="33247" y="434865"/>
                </a:lnTo>
                <a:lnTo>
                  <a:pt x="57473" y="473904"/>
                </a:lnTo>
                <a:lnTo>
                  <a:pt x="87249" y="508620"/>
                </a:lnTo>
                <a:lnTo>
                  <a:pt x="121962" y="538399"/>
                </a:lnTo>
                <a:lnTo>
                  <a:pt x="161001" y="562629"/>
                </a:lnTo>
                <a:lnTo>
                  <a:pt x="203752" y="580695"/>
                </a:lnTo>
                <a:lnTo>
                  <a:pt x="249603" y="591984"/>
                </a:lnTo>
                <a:lnTo>
                  <a:pt x="297942" y="595883"/>
                </a:lnTo>
                <a:lnTo>
                  <a:pt x="346280" y="591984"/>
                </a:lnTo>
                <a:lnTo>
                  <a:pt x="392131" y="580695"/>
                </a:lnTo>
                <a:lnTo>
                  <a:pt x="434882" y="562629"/>
                </a:lnTo>
                <a:lnTo>
                  <a:pt x="473921" y="538399"/>
                </a:lnTo>
                <a:lnTo>
                  <a:pt x="508634" y="508620"/>
                </a:lnTo>
                <a:lnTo>
                  <a:pt x="538410" y="473904"/>
                </a:lnTo>
                <a:lnTo>
                  <a:pt x="562636" y="434865"/>
                </a:lnTo>
                <a:lnTo>
                  <a:pt x="580698" y="392116"/>
                </a:lnTo>
                <a:lnTo>
                  <a:pt x="591985" y="346270"/>
                </a:lnTo>
                <a:lnTo>
                  <a:pt x="595883" y="297941"/>
                </a:lnTo>
                <a:lnTo>
                  <a:pt x="591985" y="249613"/>
                </a:lnTo>
                <a:lnTo>
                  <a:pt x="580698" y="203767"/>
                </a:lnTo>
                <a:lnTo>
                  <a:pt x="562636" y="161018"/>
                </a:lnTo>
                <a:lnTo>
                  <a:pt x="538410" y="121979"/>
                </a:lnTo>
                <a:lnTo>
                  <a:pt x="508634" y="87263"/>
                </a:lnTo>
                <a:lnTo>
                  <a:pt x="473921" y="57484"/>
                </a:lnTo>
                <a:lnTo>
                  <a:pt x="434882" y="33254"/>
                </a:lnTo>
                <a:lnTo>
                  <a:pt x="392131" y="15188"/>
                </a:lnTo>
                <a:lnTo>
                  <a:pt x="346280" y="3899"/>
                </a:lnTo>
                <a:lnTo>
                  <a:pt x="297942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 txBox="1"/>
          <p:nvPr/>
        </p:nvSpPr>
        <p:spPr>
          <a:xfrm>
            <a:off x="7277607" y="5984747"/>
            <a:ext cx="1441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𝒋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316229" y="2643377"/>
            <a:ext cx="596265" cy="596265"/>
          </a:xfrm>
          <a:custGeom>
            <a:avLst/>
            <a:gdLst/>
            <a:ahLst/>
            <a:cxnLst/>
            <a:rect l="l" t="t" r="r" b="b"/>
            <a:pathLst>
              <a:path w="596265" h="596264">
                <a:moveTo>
                  <a:pt x="0" y="297942"/>
                </a:moveTo>
                <a:lnTo>
                  <a:pt x="3899" y="249603"/>
                </a:lnTo>
                <a:lnTo>
                  <a:pt x="15188" y="203752"/>
                </a:lnTo>
                <a:lnTo>
                  <a:pt x="33254" y="161001"/>
                </a:lnTo>
                <a:lnTo>
                  <a:pt x="57484" y="121962"/>
                </a:lnTo>
                <a:lnTo>
                  <a:pt x="87263" y="87249"/>
                </a:lnTo>
                <a:lnTo>
                  <a:pt x="121979" y="57473"/>
                </a:lnTo>
                <a:lnTo>
                  <a:pt x="161018" y="33247"/>
                </a:lnTo>
                <a:lnTo>
                  <a:pt x="203767" y="15185"/>
                </a:lnTo>
                <a:lnTo>
                  <a:pt x="249613" y="3898"/>
                </a:lnTo>
                <a:lnTo>
                  <a:pt x="297942" y="0"/>
                </a:lnTo>
                <a:lnTo>
                  <a:pt x="346270" y="3898"/>
                </a:lnTo>
                <a:lnTo>
                  <a:pt x="392116" y="15185"/>
                </a:lnTo>
                <a:lnTo>
                  <a:pt x="434865" y="33247"/>
                </a:lnTo>
                <a:lnTo>
                  <a:pt x="473904" y="57473"/>
                </a:lnTo>
                <a:lnTo>
                  <a:pt x="508620" y="87248"/>
                </a:lnTo>
                <a:lnTo>
                  <a:pt x="538399" y="121962"/>
                </a:lnTo>
                <a:lnTo>
                  <a:pt x="562629" y="161001"/>
                </a:lnTo>
                <a:lnTo>
                  <a:pt x="580695" y="203752"/>
                </a:lnTo>
                <a:lnTo>
                  <a:pt x="591984" y="249603"/>
                </a:lnTo>
                <a:lnTo>
                  <a:pt x="595883" y="297942"/>
                </a:lnTo>
                <a:lnTo>
                  <a:pt x="591984" y="346280"/>
                </a:lnTo>
                <a:lnTo>
                  <a:pt x="580695" y="392131"/>
                </a:lnTo>
                <a:lnTo>
                  <a:pt x="562629" y="434882"/>
                </a:lnTo>
                <a:lnTo>
                  <a:pt x="538399" y="473921"/>
                </a:lnTo>
                <a:lnTo>
                  <a:pt x="508620" y="508635"/>
                </a:lnTo>
                <a:lnTo>
                  <a:pt x="473904" y="538410"/>
                </a:lnTo>
                <a:lnTo>
                  <a:pt x="434865" y="562636"/>
                </a:lnTo>
                <a:lnTo>
                  <a:pt x="392116" y="580698"/>
                </a:lnTo>
                <a:lnTo>
                  <a:pt x="346270" y="591985"/>
                </a:lnTo>
                <a:lnTo>
                  <a:pt x="297942" y="595884"/>
                </a:lnTo>
                <a:lnTo>
                  <a:pt x="249613" y="591985"/>
                </a:lnTo>
                <a:lnTo>
                  <a:pt x="203767" y="580698"/>
                </a:lnTo>
                <a:lnTo>
                  <a:pt x="161018" y="562636"/>
                </a:lnTo>
                <a:lnTo>
                  <a:pt x="121979" y="538410"/>
                </a:lnTo>
                <a:lnTo>
                  <a:pt x="87263" y="508635"/>
                </a:lnTo>
                <a:lnTo>
                  <a:pt x="57484" y="473921"/>
                </a:lnTo>
                <a:lnTo>
                  <a:pt x="33254" y="434882"/>
                </a:lnTo>
                <a:lnTo>
                  <a:pt x="15188" y="392131"/>
                </a:lnTo>
                <a:lnTo>
                  <a:pt x="3899" y="346280"/>
                </a:lnTo>
                <a:lnTo>
                  <a:pt x="0" y="297942"/>
                </a:lnTo>
                <a:close/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 txBox="1"/>
          <p:nvPr/>
        </p:nvSpPr>
        <p:spPr>
          <a:xfrm>
            <a:off x="473201" y="2737611"/>
            <a:ext cx="2152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𝒂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316229" y="2643377"/>
            <a:ext cx="2162175" cy="2231390"/>
          </a:xfrm>
          <a:custGeom>
            <a:avLst/>
            <a:gdLst/>
            <a:ahLst/>
            <a:cxnLst/>
            <a:rect l="l" t="t" r="r" b="b"/>
            <a:pathLst>
              <a:path w="2162175" h="2231390">
                <a:moveTo>
                  <a:pt x="1565909" y="297942"/>
                </a:moveTo>
                <a:lnTo>
                  <a:pt x="1569808" y="249603"/>
                </a:lnTo>
                <a:lnTo>
                  <a:pt x="1581095" y="203752"/>
                </a:lnTo>
                <a:lnTo>
                  <a:pt x="1599157" y="161001"/>
                </a:lnTo>
                <a:lnTo>
                  <a:pt x="1623383" y="121962"/>
                </a:lnTo>
                <a:lnTo>
                  <a:pt x="1653158" y="87249"/>
                </a:lnTo>
                <a:lnTo>
                  <a:pt x="1687872" y="57473"/>
                </a:lnTo>
                <a:lnTo>
                  <a:pt x="1726911" y="33247"/>
                </a:lnTo>
                <a:lnTo>
                  <a:pt x="1769662" y="15185"/>
                </a:lnTo>
                <a:lnTo>
                  <a:pt x="1815513" y="3898"/>
                </a:lnTo>
                <a:lnTo>
                  <a:pt x="1863852" y="0"/>
                </a:lnTo>
                <a:lnTo>
                  <a:pt x="1912190" y="3898"/>
                </a:lnTo>
                <a:lnTo>
                  <a:pt x="1958041" y="15185"/>
                </a:lnTo>
                <a:lnTo>
                  <a:pt x="2000792" y="33247"/>
                </a:lnTo>
                <a:lnTo>
                  <a:pt x="2039831" y="57473"/>
                </a:lnTo>
                <a:lnTo>
                  <a:pt x="2074545" y="87248"/>
                </a:lnTo>
                <a:lnTo>
                  <a:pt x="2104320" y="121962"/>
                </a:lnTo>
                <a:lnTo>
                  <a:pt x="2128546" y="161001"/>
                </a:lnTo>
                <a:lnTo>
                  <a:pt x="2146608" y="203752"/>
                </a:lnTo>
                <a:lnTo>
                  <a:pt x="2157895" y="249603"/>
                </a:lnTo>
                <a:lnTo>
                  <a:pt x="2161794" y="297942"/>
                </a:lnTo>
                <a:lnTo>
                  <a:pt x="2157895" y="346280"/>
                </a:lnTo>
                <a:lnTo>
                  <a:pt x="2146608" y="392131"/>
                </a:lnTo>
                <a:lnTo>
                  <a:pt x="2128546" y="434882"/>
                </a:lnTo>
                <a:lnTo>
                  <a:pt x="2104320" y="473921"/>
                </a:lnTo>
                <a:lnTo>
                  <a:pt x="2074545" y="508635"/>
                </a:lnTo>
                <a:lnTo>
                  <a:pt x="2039831" y="538410"/>
                </a:lnTo>
                <a:lnTo>
                  <a:pt x="2000792" y="562636"/>
                </a:lnTo>
                <a:lnTo>
                  <a:pt x="1958041" y="580698"/>
                </a:lnTo>
                <a:lnTo>
                  <a:pt x="1912190" y="591985"/>
                </a:lnTo>
                <a:lnTo>
                  <a:pt x="1863852" y="595884"/>
                </a:lnTo>
                <a:lnTo>
                  <a:pt x="1815513" y="591985"/>
                </a:lnTo>
                <a:lnTo>
                  <a:pt x="1769662" y="580698"/>
                </a:lnTo>
                <a:lnTo>
                  <a:pt x="1726911" y="562636"/>
                </a:lnTo>
                <a:lnTo>
                  <a:pt x="1687872" y="538410"/>
                </a:lnTo>
                <a:lnTo>
                  <a:pt x="1653158" y="508635"/>
                </a:lnTo>
                <a:lnTo>
                  <a:pt x="1623383" y="473921"/>
                </a:lnTo>
                <a:lnTo>
                  <a:pt x="1599157" y="434882"/>
                </a:lnTo>
                <a:lnTo>
                  <a:pt x="1581095" y="392131"/>
                </a:lnTo>
                <a:lnTo>
                  <a:pt x="1569808" y="346280"/>
                </a:lnTo>
                <a:lnTo>
                  <a:pt x="1565909" y="297942"/>
                </a:lnTo>
                <a:close/>
              </a:path>
              <a:path w="2162175" h="2231390">
                <a:moveTo>
                  <a:pt x="0" y="1932813"/>
                </a:moveTo>
                <a:lnTo>
                  <a:pt x="3899" y="1884433"/>
                </a:lnTo>
                <a:lnTo>
                  <a:pt x="15188" y="1838535"/>
                </a:lnTo>
                <a:lnTo>
                  <a:pt x="33254" y="1795734"/>
                </a:lnTo>
                <a:lnTo>
                  <a:pt x="57484" y="1756644"/>
                </a:lnTo>
                <a:lnTo>
                  <a:pt x="87263" y="1721881"/>
                </a:lnTo>
                <a:lnTo>
                  <a:pt x="121979" y="1692060"/>
                </a:lnTo>
                <a:lnTo>
                  <a:pt x="161018" y="1667795"/>
                </a:lnTo>
                <a:lnTo>
                  <a:pt x="203767" y="1649702"/>
                </a:lnTo>
                <a:lnTo>
                  <a:pt x="249613" y="1638395"/>
                </a:lnTo>
                <a:lnTo>
                  <a:pt x="297942" y="1634490"/>
                </a:lnTo>
                <a:lnTo>
                  <a:pt x="346270" y="1638395"/>
                </a:lnTo>
                <a:lnTo>
                  <a:pt x="392116" y="1649702"/>
                </a:lnTo>
                <a:lnTo>
                  <a:pt x="434865" y="1667795"/>
                </a:lnTo>
                <a:lnTo>
                  <a:pt x="473904" y="1692060"/>
                </a:lnTo>
                <a:lnTo>
                  <a:pt x="508620" y="1721881"/>
                </a:lnTo>
                <a:lnTo>
                  <a:pt x="538399" y="1756644"/>
                </a:lnTo>
                <a:lnTo>
                  <a:pt x="562629" y="1795734"/>
                </a:lnTo>
                <a:lnTo>
                  <a:pt x="580695" y="1838535"/>
                </a:lnTo>
                <a:lnTo>
                  <a:pt x="591984" y="1884433"/>
                </a:lnTo>
                <a:lnTo>
                  <a:pt x="595883" y="1932813"/>
                </a:lnTo>
                <a:lnTo>
                  <a:pt x="591984" y="1981192"/>
                </a:lnTo>
                <a:lnTo>
                  <a:pt x="580695" y="2027090"/>
                </a:lnTo>
                <a:lnTo>
                  <a:pt x="562629" y="2069891"/>
                </a:lnTo>
                <a:lnTo>
                  <a:pt x="538399" y="2108981"/>
                </a:lnTo>
                <a:lnTo>
                  <a:pt x="508620" y="2143744"/>
                </a:lnTo>
                <a:lnTo>
                  <a:pt x="473904" y="2173565"/>
                </a:lnTo>
                <a:lnTo>
                  <a:pt x="434865" y="2197830"/>
                </a:lnTo>
                <a:lnTo>
                  <a:pt x="392116" y="2215923"/>
                </a:lnTo>
                <a:lnTo>
                  <a:pt x="346270" y="2227230"/>
                </a:lnTo>
                <a:lnTo>
                  <a:pt x="297942" y="2231136"/>
                </a:lnTo>
                <a:lnTo>
                  <a:pt x="249613" y="2227230"/>
                </a:lnTo>
                <a:lnTo>
                  <a:pt x="203767" y="2215923"/>
                </a:lnTo>
                <a:lnTo>
                  <a:pt x="161018" y="2197830"/>
                </a:lnTo>
                <a:lnTo>
                  <a:pt x="121979" y="2173565"/>
                </a:lnTo>
                <a:lnTo>
                  <a:pt x="87263" y="2143744"/>
                </a:lnTo>
                <a:lnTo>
                  <a:pt x="57484" y="2108981"/>
                </a:lnTo>
                <a:lnTo>
                  <a:pt x="33254" y="2069891"/>
                </a:lnTo>
                <a:lnTo>
                  <a:pt x="15188" y="2027090"/>
                </a:lnTo>
                <a:lnTo>
                  <a:pt x="3899" y="1981192"/>
                </a:lnTo>
                <a:lnTo>
                  <a:pt x="0" y="1932813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 txBox="1"/>
          <p:nvPr/>
        </p:nvSpPr>
        <p:spPr>
          <a:xfrm>
            <a:off x="469391" y="4372609"/>
            <a:ext cx="2216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𝒅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3246120" y="4277867"/>
            <a:ext cx="596265" cy="596900"/>
          </a:xfrm>
          <a:custGeom>
            <a:avLst/>
            <a:gdLst/>
            <a:ahLst/>
            <a:cxnLst/>
            <a:rect l="l" t="t" r="r" b="b"/>
            <a:pathLst>
              <a:path w="596264" h="596900">
                <a:moveTo>
                  <a:pt x="0" y="298322"/>
                </a:moveTo>
                <a:lnTo>
                  <a:pt x="3898" y="249943"/>
                </a:lnTo>
                <a:lnTo>
                  <a:pt x="15185" y="204045"/>
                </a:lnTo>
                <a:lnTo>
                  <a:pt x="33247" y="161244"/>
                </a:lnTo>
                <a:lnTo>
                  <a:pt x="57473" y="122154"/>
                </a:lnTo>
                <a:lnTo>
                  <a:pt x="87248" y="87391"/>
                </a:lnTo>
                <a:lnTo>
                  <a:pt x="121962" y="57570"/>
                </a:lnTo>
                <a:lnTo>
                  <a:pt x="161001" y="33305"/>
                </a:lnTo>
                <a:lnTo>
                  <a:pt x="203752" y="15212"/>
                </a:lnTo>
                <a:lnTo>
                  <a:pt x="249603" y="3905"/>
                </a:lnTo>
                <a:lnTo>
                  <a:pt x="297942" y="0"/>
                </a:lnTo>
                <a:lnTo>
                  <a:pt x="346280" y="3905"/>
                </a:lnTo>
                <a:lnTo>
                  <a:pt x="392131" y="15212"/>
                </a:lnTo>
                <a:lnTo>
                  <a:pt x="434882" y="33305"/>
                </a:lnTo>
                <a:lnTo>
                  <a:pt x="473921" y="57570"/>
                </a:lnTo>
                <a:lnTo>
                  <a:pt x="508634" y="87391"/>
                </a:lnTo>
                <a:lnTo>
                  <a:pt x="538410" y="122154"/>
                </a:lnTo>
                <a:lnTo>
                  <a:pt x="562636" y="161244"/>
                </a:lnTo>
                <a:lnTo>
                  <a:pt x="580698" y="204045"/>
                </a:lnTo>
                <a:lnTo>
                  <a:pt x="591985" y="249943"/>
                </a:lnTo>
                <a:lnTo>
                  <a:pt x="595883" y="298322"/>
                </a:lnTo>
                <a:lnTo>
                  <a:pt x="591985" y="346702"/>
                </a:lnTo>
                <a:lnTo>
                  <a:pt x="580698" y="392600"/>
                </a:lnTo>
                <a:lnTo>
                  <a:pt x="562636" y="435401"/>
                </a:lnTo>
                <a:lnTo>
                  <a:pt x="538410" y="474491"/>
                </a:lnTo>
                <a:lnTo>
                  <a:pt x="508635" y="509254"/>
                </a:lnTo>
                <a:lnTo>
                  <a:pt x="473921" y="539075"/>
                </a:lnTo>
                <a:lnTo>
                  <a:pt x="434882" y="563340"/>
                </a:lnTo>
                <a:lnTo>
                  <a:pt x="392131" y="581433"/>
                </a:lnTo>
                <a:lnTo>
                  <a:pt x="346280" y="592740"/>
                </a:lnTo>
                <a:lnTo>
                  <a:pt x="297942" y="596645"/>
                </a:lnTo>
                <a:lnTo>
                  <a:pt x="249603" y="592740"/>
                </a:lnTo>
                <a:lnTo>
                  <a:pt x="203752" y="581433"/>
                </a:lnTo>
                <a:lnTo>
                  <a:pt x="161001" y="563340"/>
                </a:lnTo>
                <a:lnTo>
                  <a:pt x="121962" y="539075"/>
                </a:lnTo>
                <a:lnTo>
                  <a:pt x="87249" y="509254"/>
                </a:lnTo>
                <a:lnTo>
                  <a:pt x="57473" y="474491"/>
                </a:lnTo>
                <a:lnTo>
                  <a:pt x="33247" y="435401"/>
                </a:lnTo>
                <a:lnTo>
                  <a:pt x="15185" y="392600"/>
                </a:lnTo>
                <a:lnTo>
                  <a:pt x="3898" y="346702"/>
                </a:lnTo>
                <a:lnTo>
                  <a:pt x="0" y="298322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 txBox="1"/>
          <p:nvPr/>
        </p:nvSpPr>
        <p:spPr>
          <a:xfrm>
            <a:off x="3395217" y="4372609"/>
            <a:ext cx="2317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𝒈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60" name="object 60"/>
          <p:cNvSpPr/>
          <p:nvPr/>
        </p:nvSpPr>
        <p:spPr>
          <a:xfrm>
            <a:off x="3253740" y="2643377"/>
            <a:ext cx="596265" cy="596265"/>
          </a:xfrm>
          <a:custGeom>
            <a:avLst/>
            <a:gdLst/>
            <a:ahLst/>
            <a:cxnLst/>
            <a:rect l="l" t="t" r="r" b="b"/>
            <a:pathLst>
              <a:path w="596264" h="596264">
                <a:moveTo>
                  <a:pt x="0" y="297942"/>
                </a:moveTo>
                <a:lnTo>
                  <a:pt x="3898" y="249603"/>
                </a:lnTo>
                <a:lnTo>
                  <a:pt x="15185" y="203752"/>
                </a:lnTo>
                <a:lnTo>
                  <a:pt x="33247" y="161001"/>
                </a:lnTo>
                <a:lnTo>
                  <a:pt x="57473" y="121962"/>
                </a:lnTo>
                <a:lnTo>
                  <a:pt x="87248" y="87249"/>
                </a:lnTo>
                <a:lnTo>
                  <a:pt x="121962" y="57473"/>
                </a:lnTo>
                <a:lnTo>
                  <a:pt x="161001" y="33247"/>
                </a:lnTo>
                <a:lnTo>
                  <a:pt x="203752" y="15185"/>
                </a:lnTo>
                <a:lnTo>
                  <a:pt x="249603" y="3898"/>
                </a:lnTo>
                <a:lnTo>
                  <a:pt x="297942" y="0"/>
                </a:lnTo>
                <a:lnTo>
                  <a:pt x="346280" y="3898"/>
                </a:lnTo>
                <a:lnTo>
                  <a:pt x="392131" y="15185"/>
                </a:lnTo>
                <a:lnTo>
                  <a:pt x="434882" y="33247"/>
                </a:lnTo>
                <a:lnTo>
                  <a:pt x="473921" y="57473"/>
                </a:lnTo>
                <a:lnTo>
                  <a:pt x="508635" y="87248"/>
                </a:lnTo>
                <a:lnTo>
                  <a:pt x="538410" y="121962"/>
                </a:lnTo>
                <a:lnTo>
                  <a:pt x="562636" y="161001"/>
                </a:lnTo>
                <a:lnTo>
                  <a:pt x="580698" y="203752"/>
                </a:lnTo>
                <a:lnTo>
                  <a:pt x="591985" y="249603"/>
                </a:lnTo>
                <a:lnTo>
                  <a:pt x="595884" y="297942"/>
                </a:lnTo>
                <a:lnTo>
                  <a:pt x="591985" y="346280"/>
                </a:lnTo>
                <a:lnTo>
                  <a:pt x="580698" y="392131"/>
                </a:lnTo>
                <a:lnTo>
                  <a:pt x="562636" y="434882"/>
                </a:lnTo>
                <a:lnTo>
                  <a:pt x="538410" y="473921"/>
                </a:lnTo>
                <a:lnTo>
                  <a:pt x="508635" y="508635"/>
                </a:lnTo>
                <a:lnTo>
                  <a:pt x="473921" y="538410"/>
                </a:lnTo>
                <a:lnTo>
                  <a:pt x="434882" y="562636"/>
                </a:lnTo>
                <a:lnTo>
                  <a:pt x="392131" y="580698"/>
                </a:lnTo>
                <a:lnTo>
                  <a:pt x="346280" y="591985"/>
                </a:lnTo>
                <a:lnTo>
                  <a:pt x="297942" y="595884"/>
                </a:lnTo>
                <a:lnTo>
                  <a:pt x="249603" y="591985"/>
                </a:lnTo>
                <a:lnTo>
                  <a:pt x="203752" y="580698"/>
                </a:lnTo>
                <a:lnTo>
                  <a:pt x="161001" y="562636"/>
                </a:lnTo>
                <a:lnTo>
                  <a:pt x="121962" y="538410"/>
                </a:lnTo>
                <a:lnTo>
                  <a:pt x="87249" y="508635"/>
                </a:lnTo>
                <a:lnTo>
                  <a:pt x="57473" y="473921"/>
                </a:lnTo>
                <a:lnTo>
                  <a:pt x="33247" y="434882"/>
                </a:lnTo>
                <a:lnTo>
                  <a:pt x="15185" y="392131"/>
                </a:lnTo>
                <a:lnTo>
                  <a:pt x="3898" y="346280"/>
                </a:lnTo>
                <a:lnTo>
                  <a:pt x="0" y="297942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 txBox="1"/>
          <p:nvPr/>
        </p:nvSpPr>
        <p:spPr>
          <a:xfrm>
            <a:off x="637540" y="694473"/>
            <a:ext cx="4264660" cy="2434590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406400" indent="-342900">
              <a:lnSpc>
                <a:spcPct val="100000"/>
              </a:lnSpc>
              <a:spcBef>
                <a:spcPts val="81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405765" algn="l"/>
                <a:tab pos="406400" algn="l"/>
              </a:tabLst>
            </a:pPr>
            <a:r>
              <a:rPr sz="2800" dirty="0" err="1">
                <a:latin typeface="PMingLiU"/>
                <a:cs typeface="PMingLiU"/>
              </a:rPr>
              <a:t>树</a:t>
            </a:r>
            <a:r>
              <a:rPr sz="2800" b="1" spc="-10" dirty="0">
                <a:latin typeface="Times New Roman"/>
                <a:cs typeface="Times New Roman"/>
              </a:rPr>
              <a:t>(Tree)</a:t>
            </a:r>
            <a:endParaRPr sz="2800" dirty="0">
              <a:latin typeface="Times New Roman"/>
              <a:cs typeface="Times New Roman"/>
            </a:endParaRPr>
          </a:p>
          <a:p>
            <a:pPr marL="755015" lvl="1" indent="-347980">
              <a:lnSpc>
                <a:spcPct val="100000"/>
              </a:lnSpc>
              <a:spcBef>
                <a:spcPts val="610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55015" algn="l"/>
                <a:tab pos="755650" algn="l"/>
              </a:tabLst>
            </a:pPr>
            <a:r>
              <a:rPr sz="2400" dirty="0" err="1">
                <a:latin typeface="PMingLiU"/>
                <a:cs typeface="PMingLiU"/>
              </a:rPr>
              <a:t>连通、无环图</a:t>
            </a:r>
            <a:r>
              <a:rPr sz="2400" dirty="0">
                <a:latin typeface="Cambria Math"/>
                <a:cs typeface="Cambria Math"/>
              </a:rPr>
              <a:t>𝑻</a:t>
            </a:r>
            <a:r>
              <a:rPr sz="2400" spc="80" dirty="0">
                <a:latin typeface="Cambria Math"/>
                <a:cs typeface="Cambria Math"/>
              </a:rPr>
              <a:t> =&lt; </a:t>
            </a:r>
            <a:r>
              <a:rPr sz="2400" dirty="0">
                <a:latin typeface="Cambria Math"/>
                <a:cs typeface="Cambria Math"/>
              </a:rPr>
              <a:t>𝑽</a:t>
            </a:r>
            <a:r>
              <a:rPr sz="2625" baseline="-15873" dirty="0">
                <a:latin typeface="Cambria Math"/>
                <a:cs typeface="Cambria Math"/>
              </a:rPr>
              <a:t>𝑻</a:t>
            </a:r>
            <a:r>
              <a:rPr sz="2400" spc="-55" dirty="0">
                <a:latin typeface="Cambria Math"/>
                <a:cs typeface="Cambria Math"/>
              </a:rPr>
              <a:t>, </a:t>
            </a:r>
            <a:r>
              <a:rPr sz="2400" spc="-25" dirty="0">
                <a:latin typeface="Cambria Math"/>
                <a:cs typeface="Cambria Math"/>
              </a:rPr>
              <a:t>𝑬</a:t>
            </a:r>
            <a:r>
              <a:rPr sz="2625" spc="-37" baseline="-15873" dirty="0">
                <a:latin typeface="Cambria Math"/>
                <a:cs typeface="Cambria Math"/>
              </a:rPr>
              <a:t>𝑻</a:t>
            </a:r>
            <a:endParaRPr sz="2625" baseline="-15873" dirty="0">
              <a:latin typeface="Cambria Math"/>
              <a:cs typeface="Cambria Math"/>
            </a:endParaRPr>
          </a:p>
          <a:p>
            <a:pPr marL="406400" indent="-342900">
              <a:lnSpc>
                <a:spcPct val="100000"/>
              </a:lnSpc>
              <a:spcBef>
                <a:spcPts val="64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405765" algn="l"/>
                <a:tab pos="406400" algn="l"/>
              </a:tabLst>
            </a:pPr>
            <a:r>
              <a:rPr sz="2800" dirty="0" err="1">
                <a:latin typeface="PMingLiU"/>
                <a:cs typeface="PMingLiU"/>
              </a:rPr>
              <a:t>森林</a:t>
            </a:r>
            <a:r>
              <a:rPr sz="2800" b="1" spc="-10" dirty="0">
                <a:latin typeface="Times New Roman"/>
                <a:cs typeface="Times New Roman"/>
              </a:rPr>
              <a:t>(Forest)</a:t>
            </a:r>
            <a:endParaRPr sz="2800" dirty="0">
              <a:latin typeface="Times New Roman"/>
              <a:cs typeface="Times New Roman"/>
            </a:endParaRPr>
          </a:p>
          <a:p>
            <a:pPr marL="755015" lvl="1" indent="-347980">
              <a:lnSpc>
                <a:spcPct val="100000"/>
              </a:lnSpc>
              <a:spcBef>
                <a:spcPts val="560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55015" algn="l"/>
                <a:tab pos="755650" algn="l"/>
              </a:tabLst>
            </a:pPr>
            <a:r>
              <a:rPr sz="2400" spc="-5" dirty="0" err="1">
                <a:latin typeface="PMingLiU"/>
                <a:cs typeface="PMingLiU"/>
              </a:rPr>
              <a:t>一至多棵树组成的无环图</a:t>
            </a:r>
            <a:endParaRPr sz="2400" dirty="0">
              <a:latin typeface="PMingLiU"/>
              <a:cs typeface="PMingLiU"/>
            </a:endParaRPr>
          </a:p>
          <a:p>
            <a:pPr marL="1415415">
              <a:lnSpc>
                <a:spcPct val="100000"/>
              </a:lnSpc>
              <a:spcBef>
                <a:spcPts val="1085"/>
              </a:spcBef>
              <a:tabLst>
                <a:tab pos="2803525" algn="l"/>
                <a:tab pos="3880485" algn="l"/>
              </a:tabLst>
            </a:pPr>
            <a:r>
              <a:rPr sz="2400" spc="-50" dirty="0">
                <a:latin typeface="Cambria Math"/>
                <a:cs typeface="Cambria Math"/>
              </a:rPr>
              <a:t>𝒃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𝒄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𝒂</a:t>
            </a:r>
            <a:endParaRPr sz="2400" dirty="0">
              <a:latin typeface="Cambria Math"/>
              <a:cs typeface="Cambria Math"/>
            </a:endParaRPr>
          </a:p>
        </p:txBody>
      </p:sp>
      <p:sp>
        <p:nvSpPr>
          <p:cNvPr id="62" name="object 62"/>
          <p:cNvSpPr/>
          <p:nvPr/>
        </p:nvSpPr>
        <p:spPr>
          <a:xfrm>
            <a:off x="614172" y="2941320"/>
            <a:ext cx="2639695" cy="1933575"/>
          </a:xfrm>
          <a:custGeom>
            <a:avLst/>
            <a:gdLst/>
            <a:ahLst/>
            <a:cxnLst/>
            <a:rect l="l" t="t" r="r" b="b"/>
            <a:pathLst>
              <a:path w="2639695" h="1933575">
                <a:moveTo>
                  <a:pt x="297941" y="0"/>
                </a:moveTo>
                <a:lnTo>
                  <a:pt x="1267841" y="0"/>
                </a:lnTo>
              </a:path>
              <a:path w="2639695" h="1933575">
                <a:moveTo>
                  <a:pt x="0" y="297941"/>
                </a:moveTo>
                <a:lnTo>
                  <a:pt x="0" y="1336802"/>
                </a:lnTo>
              </a:path>
              <a:path w="2639695" h="1933575">
                <a:moveTo>
                  <a:pt x="2632075" y="1635252"/>
                </a:moveTo>
                <a:lnTo>
                  <a:pt x="1863852" y="1635252"/>
                </a:lnTo>
              </a:path>
              <a:path w="2639695" h="1933575">
                <a:moveTo>
                  <a:pt x="1863852" y="0"/>
                </a:moveTo>
                <a:lnTo>
                  <a:pt x="2639567" y="0"/>
                </a:lnTo>
              </a:path>
              <a:path w="2639695" h="1933575">
                <a:moveTo>
                  <a:pt x="1267967" y="1634870"/>
                </a:moveTo>
                <a:lnTo>
                  <a:pt x="1271866" y="1586491"/>
                </a:lnTo>
                <a:lnTo>
                  <a:pt x="1283153" y="1540593"/>
                </a:lnTo>
                <a:lnTo>
                  <a:pt x="1301215" y="1497792"/>
                </a:lnTo>
                <a:lnTo>
                  <a:pt x="1325441" y="1458702"/>
                </a:lnTo>
                <a:lnTo>
                  <a:pt x="1355217" y="1423939"/>
                </a:lnTo>
                <a:lnTo>
                  <a:pt x="1389930" y="1394118"/>
                </a:lnTo>
                <a:lnTo>
                  <a:pt x="1428969" y="1369853"/>
                </a:lnTo>
                <a:lnTo>
                  <a:pt x="1471720" y="1351760"/>
                </a:lnTo>
                <a:lnTo>
                  <a:pt x="1517571" y="1340453"/>
                </a:lnTo>
                <a:lnTo>
                  <a:pt x="1565910" y="1336547"/>
                </a:lnTo>
                <a:lnTo>
                  <a:pt x="1614248" y="1340453"/>
                </a:lnTo>
                <a:lnTo>
                  <a:pt x="1660099" y="1351760"/>
                </a:lnTo>
                <a:lnTo>
                  <a:pt x="1702850" y="1369853"/>
                </a:lnTo>
                <a:lnTo>
                  <a:pt x="1741889" y="1394118"/>
                </a:lnTo>
                <a:lnTo>
                  <a:pt x="1776603" y="1423939"/>
                </a:lnTo>
                <a:lnTo>
                  <a:pt x="1806378" y="1458702"/>
                </a:lnTo>
                <a:lnTo>
                  <a:pt x="1830604" y="1497792"/>
                </a:lnTo>
                <a:lnTo>
                  <a:pt x="1848666" y="1540593"/>
                </a:lnTo>
                <a:lnTo>
                  <a:pt x="1859953" y="1586491"/>
                </a:lnTo>
                <a:lnTo>
                  <a:pt x="1863852" y="1634870"/>
                </a:lnTo>
                <a:lnTo>
                  <a:pt x="1859953" y="1683250"/>
                </a:lnTo>
                <a:lnTo>
                  <a:pt x="1848666" y="1729148"/>
                </a:lnTo>
                <a:lnTo>
                  <a:pt x="1830604" y="1771949"/>
                </a:lnTo>
                <a:lnTo>
                  <a:pt x="1806378" y="1811039"/>
                </a:lnTo>
                <a:lnTo>
                  <a:pt x="1776602" y="1845802"/>
                </a:lnTo>
                <a:lnTo>
                  <a:pt x="1741889" y="1875623"/>
                </a:lnTo>
                <a:lnTo>
                  <a:pt x="1702850" y="1899888"/>
                </a:lnTo>
                <a:lnTo>
                  <a:pt x="1660099" y="1917981"/>
                </a:lnTo>
                <a:lnTo>
                  <a:pt x="1614248" y="1929288"/>
                </a:lnTo>
                <a:lnTo>
                  <a:pt x="1565910" y="1933193"/>
                </a:lnTo>
                <a:lnTo>
                  <a:pt x="1517571" y="1929288"/>
                </a:lnTo>
                <a:lnTo>
                  <a:pt x="1471720" y="1917981"/>
                </a:lnTo>
                <a:lnTo>
                  <a:pt x="1428969" y="1899888"/>
                </a:lnTo>
                <a:lnTo>
                  <a:pt x="1389930" y="1875623"/>
                </a:lnTo>
                <a:lnTo>
                  <a:pt x="1355216" y="1845802"/>
                </a:lnTo>
                <a:lnTo>
                  <a:pt x="1325441" y="1811039"/>
                </a:lnTo>
                <a:lnTo>
                  <a:pt x="1301215" y="1771949"/>
                </a:lnTo>
                <a:lnTo>
                  <a:pt x="1283153" y="1729148"/>
                </a:lnTo>
                <a:lnTo>
                  <a:pt x="1271866" y="1683250"/>
                </a:lnTo>
                <a:lnTo>
                  <a:pt x="1267967" y="163487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 txBox="1"/>
          <p:nvPr/>
        </p:nvSpPr>
        <p:spPr>
          <a:xfrm>
            <a:off x="2048510" y="4372609"/>
            <a:ext cx="1974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𝒇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64" name="object 64"/>
          <p:cNvSpPr/>
          <p:nvPr/>
        </p:nvSpPr>
        <p:spPr>
          <a:xfrm>
            <a:off x="316229" y="3239261"/>
            <a:ext cx="1960245" cy="3249295"/>
          </a:xfrm>
          <a:custGeom>
            <a:avLst/>
            <a:gdLst/>
            <a:ahLst/>
            <a:cxnLst/>
            <a:rect l="l" t="t" r="r" b="b"/>
            <a:pathLst>
              <a:path w="1960245" h="3249295">
                <a:moveTo>
                  <a:pt x="1863852" y="1038860"/>
                </a:moveTo>
                <a:lnTo>
                  <a:pt x="1863852" y="0"/>
                </a:lnTo>
              </a:path>
              <a:path w="1960245" h="3249295">
                <a:moveTo>
                  <a:pt x="1363980" y="2951226"/>
                </a:moveTo>
                <a:lnTo>
                  <a:pt x="1367878" y="2902897"/>
                </a:lnTo>
                <a:lnTo>
                  <a:pt x="1379165" y="2857051"/>
                </a:lnTo>
                <a:lnTo>
                  <a:pt x="1397227" y="2814302"/>
                </a:lnTo>
                <a:lnTo>
                  <a:pt x="1421453" y="2775263"/>
                </a:lnTo>
                <a:lnTo>
                  <a:pt x="1451229" y="2740547"/>
                </a:lnTo>
                <a:lnTo>
                  <a:pt x="1485942" y="2710768"/>
                </a:lnTo>
                <a:lnTo>
                  <a:pt x="1524981" y="2686538"/>
                </a:lnTo>
                <a:lnTo>
                  <a:pt x="1567732" y="2668472"/>
                </a:lnTo>
                <a:lnTo>
                  <a:pt x="1613583" y="2657183"/>
                </a:lnTo>
                <a:lnTo>
                  <a:pt x="1661921" y="2653284"/>
                </a:lnTo>
                <a:lnTo>
                  <a:pt x="1710260" y="2657183"/>
                </a:lnTo>
                <a:lnTo>
                  <a:pt x="1756111" y="2668472"/>
                </a:lnTo>
                <a:lnTo>
                  <a:pt x="1798862" y="2686538"/>
                </a:lnTo>
                <a:lnTo>
                  <a:pt x="1837901" y="2710768"/>
                </a:lnTo>
                <a:lnTo>
                  <a:pt x="1872615" y="2740547"/>
                </a:lnTo>
                <a:lnTo>
                  <a:pt x="1902390" y="2775263"/>
                </a:lnTo>
                <a:lnTo>
                  <a:pt x="1926616" y="2814302"/>
                </a:lnTo>
                <a:lnTo>
                  <a:pt x="1944678" y="2857051"/>
                </a:lnTo>
                <a:lnTo>
                  <a:pt x="1955965" y="2902897"/>
                </a:lnTo>
                <a:lnTo>
                  <a:pt x="1959864" y="2951226"/>
                </a:lnTo>
                <a:lnTo>
                  <a:pt x="1955965" y="2999554"/>
                </a:lnTo>
                <a:lnTo>
                  <a:pt x="1944678" y="3045400"/>
                </a:lnTo>
                <a:lnTo>
                  <a:pt x="1926616" y="3088149"/>
                </a:lnTo>
                <a:lnTo>
                  <a:pt x="1902390" y="3127188"/>
                </a:lnTo>
                <a:lnTo>
                  <a:pt x="1872614" y="3161904"/>
                </a:lnTo>
                <a:lnTo>
                  <a:pt x="1837901" y="3191683"/>
                </a:lnTo>
                <a:lnTo>
                  <a:pt x="1798862" y="3215913"/>
                </a:lnTo>
                <a:lnTo>
                  <a:pt x="1756111" y="3233979"/>
                </a:lnTo>
                <a:lnTo>
                  <a:pt x="1710260" y="3245268"/>
                </a:lnTo>
                <a:lnTo>
                  <a:pt x="1661921" y="3249168"/>
                </a:lnTo>
                <a:lnTo>
                  <a:pt x="1613583" y="3245268"/>
                </a:lnTo>
                <a:lnTo>
                  <a:pt x="1567732" y="3233979"/>
                </a:lnTo>
                <a:lnTo>
                  <a:pt x="1524981" y="3215913"/>
                </a:lnTo>
                <a:lnTo>
                  <a:pt x="1485942" y="3191683"/>
                </a:lnTo>
                <a:lnTo>
                  <a:pt x="1451228" y="3161904"/>
                </a:lnTo>
                <a:lnTo>
                  <a:pt x="1421453" y="3127188"/>
                </a:lnTo>
                <a:lnTo>
                  <a:pt x="1397227" y="3088149"/>
                </a:lnTo>
                <a:lnTo>
                  <a:pt x="1379165" y="3045400"/>
                </a:lnTo>
                <a:lnTo>
                  <a:pt x="1367878" y="2999554"/>
                </a:lnTo>
                <a:lnTo>
                  <a:pt x="1363980" y="2951226"/>
                </a:lnTo>
                <a:close/>
              </a:path>
              <a:path w="1960245" h="3249295">
                <a:moveTo>
                  <a:pt x="1364107" y="2951226"/>
                </a:moveTo>
                <a:lnTo>
                  <a:pt x="595883" y="2951226"/>
                </a:lnTo>
              </a:path>
              <a:path w="1960245" h="3249295">
                <a:moveTo>
                  <a:pt x="0" y="2951226"/>
                </a:moveTo>
                <a:lnTo>
                  <a:pt x="3899" y="2902897"/>
                </a:lnTo>
                <a:lnTo>
                  <a:pt x="15188" y="2857051"/>
                </a:lnTo>
                <a:lnTo>
                  <a:pt x="33254" y="2814302"/>
                </a:lnTo>
                <a:lnTo>
                  <a:pt x="57484" y="2775263"/>
                </a:lnTo>
                <a:lnTo>
                  <a:pt x="87263" y="2740547"/>
                </a:lnTo>
                <a:lnTo>
                  <a:pt x="121979" y="2710768"/>
                </a:lnTo>
                <a:lnTo>
                  <a:pt x="161018" y="2686538"/>
                </a:lnTo>
                <a:lnTo>
                  <a:pt x="203767" y="2668472"/>
                </a:lnTo>
                <a:lnTo>
                  <a:pt x="249613" y="2657183"/>
                </a:lnTo>
                <a:lnTo>
                  <a:pt x="297942" y="2653284"/>
                </a:lnTo>
                <a:lnTo>
                  <a:pt x="346270" y="2657183"/>
                </a:lnTo>
                <a:lnTo>
                  <a:pt x="392116" y="2668472"/>
                </a:lnTo>
                <a:lnTo>
                  <a:pt x="434865" y="2686538"/>
                </a:lnTo>
                <a:lnTo>
                  <a:pt x="473904" y="2710768"/>
                </a:lnTo>
                <a:lnTo>
                  <a:pt x="508620" y="2740547"/>
                </a:lnTo>
                <a:lnTo>
                  <a:pt x="538399" y="2775263"/>
                </a:lnTo>
                <a:lnTo>
                  <a:pt x="562629" y="2814302"/>
                </a:lnTo>
                <a:lnTo>
                  <a:pt x="580695" y="2857051"/>
                </a:lnTo>
                <a:lnTo>
                  <a:pt x="591984" y="2902897"/>
                </a:lnTo>
                <a:lnTo>
                  <a:pt x="595883" y="2951226"/>
                </a:lnTo>
                <a:lnTo>
                  <a:pt x="591984" y="2999554"/>
                </a:lnTo>
                <a:lnTo>
                  <a:pt x="580695" y="3045400"/>
                </a:lnTo>
                <a:lnTo>
                  <a:pt x="562629" y="3088149"/>
                </a:lnTo>
                <a:lnTo>
                  <a:pt x="538399" y="3127188"/>
                </a:lnTo>
                <a:lnTo>
                  <a:pt x="508620" y="3161904"/>
                </a:lnTo>
                <a:lnTo>
                  <a:pt x="473904" y="3191683"/>
                </a:lnTo>
                <a:lnTo>
                  <a:pt x="434865" y="3215913"/>
                </a:lnTo>
                <a:lnTo>
                  <a:pt x="392116" y="3233979"/>
                </a:lnTo>
                <a:lnTo>
                  <a:pt x="346270" y="3245268"/>
                </a:lnTo>
                <a:lnTo>
                  <a:pt x="297942" y="3249168"/>
                </a:lnTo>
                <a:lnTo>
                  <a:pt x="249613" y="3245268"/>
                </a:lnTo>
                <a:lnTo>
                  <a:pt x="203767" y="3233979"/>
                </a:lnTo>
                <a:lnTo>
                  <a:pt x="161018" y="3215913"/>
                </a:lnTo>
                <a:lnTo>
                  <a:pt x="121979" y="3191683"/>
                </a:lnTo>
                <a:lnTo>
                  <a:pt x="87263" y="3161904"/>
                </a:lnTo>
                <a:lnTo>
                  <a:pt x="57484" y="3127188"/>
                </a:lnTo>
                <a:lnTo>
                  <a:pt x="33254" y="3088149"/>
                </a:lnTo>
                <a:lnTo>
                  <a:pt x="15188" y="3045400"/>
                </a:lnTo>
                <a:lnTo>
                  <a:pt x="3899" y="2999554"/>
                </a:lnTo>
                <a:lnTo>
                  <a:pt x="0" y="2951226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 txBox="1"/>
          <p:nvPr/>
        </p:nvSpPr>
        <p:spPr>
          <a:xfrm>
            <a:off x="471677" y="5987033"/>
            <a:ext cx="2184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𝒉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66" name="object 66"/>
          <p:cNvSpPr/>
          <p:nvPr/>
        </p:nvSpPr>
        <p:spPr>
          <a:xfrm>
            <a:off x="614172" y="4853940"/>
            <a:ext cx="3027045" cy="1655445"/>
          </a:xfrm>
          <a:custGeom>
            <a:avLst/>
            <a:gdLst/>
            <a:ahLst/>
            <a:cxnLst/>
            <a:rect l="l" t="t" r="r" b="b"/>
            <a:pathLst>
              <a:path w="3027045" h="1655445">
                <a:moveTo>
                  <a:pt x="0" y="1038847"/>
                </a:moveTo>
                <a:lnTo>
                  <a:pt x="0" y="0"/>
                </a:lnTo>
              </a:path>
              <a:path w="3027045" h="1655445">
                <a:moveTo>
                  <a:pt x="2430017" y="1357122"/>
                </a:moveTo>
                <a:lnTo>
                  <a:pt x="2433923" y="1308793"/>
                </a:lnTo>
                <a:lnTo>
                  <a:pt x="2445230" y="1262947"/>
                </a:lnTo>
                <a:lnTo>
                  <a:pt x="2463323" y="1220198"/>
                </a:lnTo>
                <a:lnTo>
                  <a:pt x="2487588" y="1181159"/>
                </a:lnTo>
                <a:lnTo>
                  <a:pt x="2517409" y="1146443"/>
                </a:lnTo>
                <a:lnTo>
                  <a:pt x="2552172" y="1116664"/>
                </a:lnTo>
                <a:lnTo>
                  <a:pt x="2591262" y="1092434"/>
                </a:lnTo>
                <a:lnTo>
                  <a:pt x="2634063" y="1074368"/>
                </a:lnTo>
                <a:lnTo>
                  <a:pt x="2679961" y="1063079"/>
                </a:lnTo>
                <a:lnTo>
                  <a:pt x="2728341" y="1059180"/>
                </a:lnTo>
                <a:lnTo>
                  <a:pt x="2776720" y="1063079"/>
                </a:lnTo>
                <a:lnTo>
                  <a:pt x="2822618" y="1074368"/>
                </a:lnTo>
                <a:lnTo>
                  <a:pt x="2865419" y="1092434"/>
                </a:lnTo>
                <a:lnTo>
                  <a:pt x="2904509" y="1116664"/>
                </a:lnTo>
                <a:lnTo>
                  <a:pt x="2939272" y="1146443"/>
                </a:lnTo>
                <a:lnTo>
                  <a:pt x="2969093" y="1181159"/>
                </a:lnTo>
                <a:lnTo>
                  <a:pt x="2993358" y="1220198"/>
                </a:lnTo>
                <a:lnTo>
                  <a:pt x="3011451" y="1262947"/>
                </a:lnTo>
                <a:lnTo>
                  <a:pt x="3022758" y="1308793"/>
                </a:lnTo>
                <a:lnTo>
                  <a:pt x="3026664" y="1357122"/>
                </a:lnTo>
                <a:lnTo>
                  <a:pt x="3022758" y="1405450"/>
                </a:lnTo>
                <a:lnTo>
                  <a:pt x="3011451" y="1451296"/>
                </a:lnTo>
                <a:lnTo>
                  <a:pt x="2993358" y="1494045"/>
                </a:lnTo>
                <a:lnTo>
                  <a:pt x="2969093" y="1533084"/>
                </a:lnTo>
                <a:lnTo>
                  <a:pt x="2939272" y="1567800"/>
                </a:lnTo>
                <a:lnTo>
                  <a:pt x="2904509" y="1597579"/>
                </a:lnTo>
                <a:lnTo>
                  <a:pt x="2865419" y="1621809"/>
                </a:lnTo>
                <a:lnTo>
                  <a:pt x="2822618" y="1639875"/>
                </a:lnTo>
                <a:lnTo>
                  <a:pt x="2776720" y="1651164"/>
                </a:lnTo>
                <a:lnTo>
                  <a:pt x="2728341" y="1655064"/>
                </a:lnTo>
                <a:lnTo>
                  <a:pt x="2679961" y="1651164"/>
                </a:lnTo>
                <a:lnTo>
                  <a:pt x="2634063" y="1639875"/>
                </a:lnTo>
                <a:lnTo>
                  <a:pt x="2591262" y="1621809"/>
                </a:lnTo>
                <a:lnTo>
                  <a:pt x="2552172" y="1597579"/>
                </a:lnTo>
                <a:lnTo>
                  <a:pt x="2517409" y="1567800"/>
                </a:lnTo>
                <a:lnTo>
                  <a:pt x="2487588" y="1533084"/>
                </a:lnTo>
                <a:lnTo>
                  <a:pt x="2463323" y="1494045"/>
                </a:lnTo>
                <a:lnTo>
                  <a:pt x="2445230" y="1451296"/>
                </a:lnTo>
                <a:lnTo>
                  <a:pt x="2433923" y="1405450"/>
                </a:lnTo>
                <a:lnTo>
                  <a:pt x="2430017" y="1357122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 txBox="1"/>
          <p:nvPr/>
        </p:nvSpPr>
        <p:spPr>
          <a:xfrm>
            <a:off x="1758950" y="5987033"/>
            <a:ext cx="279400" cy="882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8905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𝒊</a:t>
            </a:r>
            <a:endParaRPr sz="2400" dirty="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1465"/>
              </a:spcBef>
            </a:pPr>
            <a:r>
              <a:rPr sz="2000" b="1" spc="-5" dirty="0" err="1">
                <a:latin typeface="PMingLiU"/>
                <a:cs typeface="PMingLiU"/>
              </a:rPr>
              <a:t>树</a:t>
            </a:r>
            <a:endParaRPr sz="2000" b="1" dirty="0">
              <a:latin typeface="PMingLiU"/>
              <a:cs typeface="PMingLiU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3236976" y="6007353"/>
            <a:ext cx="14414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𝒋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69" name="object 69"/>
          <p:cNvSpPr/>
          <p:nvPr/>
        </p:nvSpPr>
        <p:spPr>
          <a:xfrm>
            <a:off x="2276094" y="6211061"/>
            <a:ext cx="768350" cy="0"/>
          </a:xfrm>
          <a:custGeom>
            <a:avLst/>
            <a:gdLst/>
            <a:ahLst/>
            <a:cxnLst/>
            <a:rect l="l" t="t" r="r" b="b"/>
            <a:pathLst>
              <a:path w="768350">
                <a:moveTo>
                  <a:pt x="768223" y="0"/>
                </a:moveTo>
                <a:lnTo>
                  <a:pt x="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3336" y="1069540"/>
            <a:ext cx="9043416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dirty="0" err="1">
                <a:latin typeface="PMingLiU"/>
                <a:cs typeface="PMingLiU"/>
              </a:rPr>
              <a:t>图</a:t>
            </a:r>
            <a:r>
              <a:rPr sz="2800" dirty="0">
                <a:latin typeface="Cambria Math"/>
                <a:cs typeface="Cambria Math"/>
              </a:rPr>
              <a:t>𝑮</a:t>
            </a:r>
            <a:r>
              <a:rPr sz="2800" spc="75" dirty="0">
                <a:latin typeface="Cambria Math"/>
                <a:cs typeface="Cambria Math"/>
              </a:rPr>
              <a:t> =&lt; </a:t>
            </a:r>
            <a:r>
              <a:rPr sz="2800" spc="-10" dirty="0">
                <a:latin typeface="Cambria Math"/>
                <a:cs typeface="Cambria Math"/>
              </a:rPr>
              <a:t>𝑽</a:t>
            </a:r>
            <a:r>
              <a:rPr sz="2800" spc="-80" dirty="0">
                <a:latin typeface="Cambria Math"/>
                <a:cs typeface="Cambria Math"/>
              </a:rPr>
              <a:t>, </a:t>
            </a:r>
            <a:r>
              <a:rPr sz="2800" dirty="0">
                <a:latin typeface="Cambria Math"/>
                <a:cs typeface="Cambria Math"/>
              </a:rPr>
              <a:t>𝑬</a:t>
            </a:r>
            <a:r>
              <a:rPr sz="2800" spc="110" dirty="0">
                <a:latin typeface="Cambria Math"/>
                <a:cs typeface="Cambria Math"/>
              </a:rPr>
              <a:t> &gt; </a:t>
            </a:r>
            <a:r>
              <a:rPr sz="28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，</a:t>
            </a:r>
            <a:r>
              <a:rPr sz="28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其邻接链表由</a:t>
            </a:r>
            <a:r>
              <a:rPr sz="28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|𝑽|</a:t>
            </a:r>
            <a:r>
              <a:rPr sz="2800" spc="-15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条链表的数组构成</a:t>
            </a:r>
            <a:endParaRPr sz="28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29197" y="166816"/>
            <a:ext cx="5296098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图的表示：邻接链</a:t>
            </a:r>
            <a:r>
              <a:rPr spc="-60" dirty="0" err="1">
                <a:latin typeface="SimSun" panose="02010600030101010101" pitchFamily="2" charset="-122"/>
                <a:ea typeface="SimSun" panose="02010600030101010101" pitchFamily="2" charset="-122"/>
              </a:rPr>
              <a:t>表</a:t>
            </a:r>
            <a:endParaRPr spc="-6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83336" y="3054857"/>
            <a:ext cx="596265" cy="596265"/>
          </a:xfrm>
          <a:custGeom>
            <a:avLst/>
            <a:gdLst/>
            <a:ahLst/>
            <a:cxnLst/>
            <a:rect l="l" t="t" r="r" b="b"/>
            <a:pathLst>
              <a:path w="596265" h="596264">
                <a:moveTo>
                  <a:pt x="0" y="297941"/>
                </a:moveTo>
                <a:lnTo>
                  <a:pt x="3899" y="249603"/>
                </a:lnTo>
                <a:lnTo>
                  <a:pt x="15188" y="203752"/>
                </a:lnTo>
                <a:lnTo>
                  <a:pt x="33254" y="161001"/>
                </a:lnTo>
                <a:lnTo>
                  <a:pt x="57484" y="121962"/>
                </a:lnTo>
                <a:lnTo>
                  <a:pt x="87263" y="87249"/>
                </a:lnTo>
                <a:lnTo>
                  <a:pt x="121979" y="57473"/>
                </a:lnTo>
                <a:lnTo>
                  <a:pt x="161018" y="33247"/>
                </a:lnTo>
                <a:lnTo>
                  <a:pt x="203767" y="15185"/>
                </a:lnTo>
                <a:lnTo>
                  <a:pt x="249613" y="3898"/>
                </a:lnTo>
                <a:lnTo>
                  <a:pt x="297942" y="0"/>
                </a:lnTo>
                <a:lnTo>
                  <a:pt x="346270" y="3898"/>
                </a:lnTo>
                <a:lnTo>
                  <a:pt x="392116" y="15185"/>
                </a:lnTo>
                <a:lnTo>
                  <a:pt x="434865" y="33247"/>
                </a:lnTo>
                <a:lnTo>
                  <a:pt x="473904" y="57473"/>
                </a:lnTo>
                <a:lnTo>
                  <a:pt x="508620" y="87248"/>
                </a:lnTo>
                <a:lnTo>
                  <a:pt x="538399" y="121962"/>
                </a:lnTo>
                <a:lnTo>
                  <a:pt x="562629" y="161001"/>
                </a:lnTo>
                <a:lnTo>
                  <a:pt x="580695" y="203752"/>
                </a:lnTo>
                <a:lnTo>
                  <a:pt x="591984" y="249603"/>
                </a:lnTo>
                <a:lnTo>
                  <a:pt x="595883" y="297941"/>
                </a:lnTo>
                <a:lnTo>
                  <a:pt x="591984" y="346280"/>
                </a:lnTo>
                <a:lnTo>
                  <a:pt x="580695" y="392131"/>
                </a:lnTo>
                <a:lnTo>
                  <a:pt x="562629" y="434882"/>
                </a:lnTo>
                <a:lnTo>
                  <a:pt x="538399" y="473921"/>
                </a:lnTo>
                <a:lnTo>
                  <a:pt x="508620" y="508634"/>
                </a:lnTo>
                <a:lnTo>
                  <a:pt x="473904" y="538410"/>
                </a:lnTo>
                <a:lnTo>
                  <a:pt x="434865" y="562636"/>
                </a:lnTo>
                <a:lnTo>
                  <a:pt x="392116" y="580698"/>
                </a:lnTo>
                <a:lnTo>
                  <a:pt x="346270" y="591985"/>
                </a:lnTo>
                <a:lnTo>
                  <a:pt x="297942" y="595883"/>
                </a:lnTo>
                <a:lnTo>
                  <a:pt x="249613" y="591985"/>
                </a:lnTo>
                <a:lnTo>
                  <a:pt x="203767" y="580698"/>
                </a:lnTo>
                <a:lnTo>
                  <a:pt x="161018" y="562636"/>
                </a:lnTo>
                <a:lnTo>
                  <a:pt x="121979" y="538410"/>
                </a:lnTo>
                <a:lnTo>
                  <a:pt x="87263" y="508634"/>
                </a:lnTo>
                <a:lnTo>
                  <a:pt x="57484" y="473921"/>
                </a:lnTo>
                <a:lnTo>
                  <a:pt x="33254" y="434882"/>
                </a:lnTo>
                <a:lnTo>
                  <a:pt x="15188" y="392131"/>
                </a:lnTo>
                <a:lnTo>
                  <a:pt x="3899" y="346280"/>
                </a:lnTo>
                <a:lnTo>
                  <a:pt x="0" y="297941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35736" y="3146805"/>
            <a:ext cx="2152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𝒂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349245" y="3054857"/>
            <a:ext cx="596265" cy="596265"/>
          </a:xfrm>
          <a:custGeom>
            <a:avLst/>
            <a:gdLst/>
            <a:ahLst/>
            <a:cxnLst/>
            <a:rect l="l" t="t" r="r" b="b"/>
            <a:pathLst>
              <a:path w="596264" h="596264">
                <a:moveTo>
                  <a:pt x="0" y="297941"/>
                </a:moveTo>
                <a:lnTo>
                  <a:pt x="3898" y="249603"/>
                </a:lnTo>
                <a:lnTo>
                  <a:pt x="15185" y="203752"/>
                </a:lnTo>
                <a:lnTo>
                  <a:pt x="33247" y="161001"/>
                </a:lnTo>
                <a:lnTo>
                  <a:pt x="57473" y="121962"/>
                </a:lnTo>
                <a:lnTo>
                  <a:pt x="87249" y="87249"/>
                </a:lnTo>
                <a:lnTo>
                  <a:pt x="121962" y="57473"/>
                </a:lnTo>
                <a:lnTo>
                  <a:pt x="161001" y="33247"/>
                </a:lnTo>
                <a:lnTo>
                  <a:pt x="203752" y="15185"/>
                </a:lnTo>
                <a:lnTo>
                  <a:pt x="249603" y="3898"/>
                </a:lnTo>
                <a:lnTo>
                  <a:pt x="297942" y="0"/>
                </a:lnTo>
                <a:lnTo>
                  <a:pt x="346280" y="3898"/>
                </a:lnTo>
                <a:lnTo>
                  <a:pt x="392131" y="15185"/>
                </a:lnTo>
                <a:lnTo>
                  <a:pt x="434882" y="33247"/>
                </a:lnTo>
                <a:lnTo>
                  <a:pt x="473921" y="57473"/>
                </a:lnTo>
                <a:lnTo>
                  <a:pt x="508635" y="87248"/>
                </a:lnTo>
                <a:lnTo>
                  <a:pt x="538410" y="121962"/>
                </a:lnTo>
                <a:lnTo>
                  <a:pt x="562636" y="161001"/>
                </a:lnTo>
                <a:lnTo>
                  <a:pt x="580698" y="203752"/>
                </a:lnTo>
                <a:lnTo>
                  <a:pt x="591985" y="249603"/>
                </a:lnTo>
                <a:lnTo>
                  <a:pt x="595884" y="297941"/>
                </a:lnTo>
                <a:lnTo>
                  <a:pt x="591985" y="346280"/>
                </a:lnTo>
                <a:lnTo>
                  <a:pt x="580698" y="392131"/>
                </a:lnTo>
                <a:lnTo>
                  <a:pt x="562636" y="434882"/>
                </a:lnTo>
                <a:lnTo>
                  <a:pt x="538410" y="473921"/>
                </a:lnTo>
                <a:lnTo>
                  <a:pt x="508635" y="508634"/>
                </a:lnTo>
                <a:lnTo>
                  <a:pt x="473921" y="538410"/>
                </a:lnTo>
                <a:lnTo>
                  <a:pt x="434882" y="562636"/>
                </a:lnTo>
                <a:lnTo>
                  <a:pt x="392131" y="580698"/>
                </a:lnTo>
                <a:lnTo>
                  <a:pt x="346280" y="591985"/>
                </a:lnTo>
                <a:lnTo>
                  <a:pt x="297942" y="595883"/>
                </a:lnTo>
                <a:lnTo>
                  <a:pt x="249603" y="591985"/>
                </a:lnTo>
                <a:lnTo>
                  <a:pt x="203752" y="580698"/>
                </a:lnTo>
                <a:lnTo>
                  <a:pt x="161001" y="562636"/>
                </a:lnTo>
                <a:lnTo>
                  <a:pt x="121962" y="538410"/>
                </a:lnTo>
                <a:lnTo>
                  <a:pt x="87248" y="508634"/>
                </a:lnTo>
                <a:lnTo>
                  <a:pt x="57473" y="473921"/>
                </a:lnTo>
                <a:lnTo>
                  <a:pt x="33247" y="434882"/>
                </a:lnTo>
                <a:lnTo>
                  <a:pt x="15185" y="392131"/>
                </a:lnTo>
                <a:lnTo>
                  <a:pt x="3898" y="346280"/>
                </a:lnTo>
                <a:lnTo>
                  <a:pt x="0" y="297941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503423" y="3146805"/>
            <a:ext cx="2108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𝒃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83336" y="4689347"/>
            <a:ext cx="596265" cy="596265"/>
          </a:xfrm>
          <a:custGeom>
            <a:avLst/>
            <a:gdLst/>
            <a:ahLst/>
            <a:cxnLst/>
            <a:rect l="l" t="t" r="r" b="b"/>
            <a:pathLst>
              <a:path w="596265" h="596264">
                <a:moveTo>
                  <a:pt x="0" y="297941"/>
                </a:moveTo>
                <a:lnTo>
                  <a:pt x="3899" y="249603"/>
                </a:lnTo>
                <a:lnTo>
                  <a:pt x="15188" y="203752"/>
                </a:lnTo>
                <a:lnTo>
                  <a:pt x="33254" y="161001"/>
                </a:lnTo>
                <a:lnTo>
                  <a:pt x="57484" y="121962"/>
                </a:lnTo>
                <a:lnTo>
                  <a:pt x="87263" y="87248"/>
                </a:lnTo>
                <a:lnTo>
                  <a:pt x="121979" y="57473"/>
                </a:lnTo>
                <a:lnTo>
                  <a:pt x="161018" y="33247"/>
                </a:lnTo>
                <a:lnTo>
                  <a:pt x="203767" y="15185"/>
                </a:lnTo>
                <a:lnTo>
                  <a:pt x="249613" y="3898"/>
                </a:lnTo>
                <a:lnTo>
                  <a:pt x="297942" y="0"/>
                </a:lnTo>
                <a:lnTo>
                  <a:pt x="346270" y="3898"/>
                </a:lnTo>
                <a:lnTo>
                  <a:pt x="392116" y="15185"/>
                </a:lnTo>
                <a:lnTo>
                  <a:pt x="434865" y="33247"/>
                </a:lnTo>
                <a:lnTo>
                  <a:pt x="473904" y="57473"/>
                </a:lnTo>
                <a:lnTo>
                  <a:pt x="508620" y="87249"/>
                </a:lnTo>
                <a:lnTo>
                  <a:pt x="538399" y="121962"/>
                </a:lnTo>
                <a:lnTo>
                  <a:pt x="562629" y="161001"/>
                </a:lnTo>
                <a:lnTo>
                  <a:pt x="580695" y="203752"/>
                </a:lnTo>
                <a:lnTo>
                  <a:pt x="591984" y="249603"/>
                </a:lnTo>
                <a:lnTo>
                  <a:pt x="595883" y="297941"/>
                </a:lnTo>
                <a:lnTo>
                  <a:pt x="591984" y="346280"/>
                </a:lnTo>
                <a:lnTo>
                  <a:pt x="580695" y="392131"/>
                </a:lnTo>
                <a:lnTo>
                  <a:pt x="562629" y="434882"/>
                </a:lnTo>
                <a:lnTo>
                  <a:pt x="538399" y="473921"/>
                </a:lnTo>
                <a:lnTo>
                  <a:pt x="508620" y="508635"/>
                </a:lnTo>
                <a:lnTo>
                  <a:pt x="473904" y="538410"/>
                </a:lnTo>
                <a:lnTo>
                  <a:pt x="434865" y="562636"/>
                </a:lnTo>
                <a:lnTo>
                  <a:pt x="392116" y="580698"/>
                </a:lnTo>
                <a:lnTo>
                  <a:pt x="346270" y="591985"/>
                </a:lnTo>
                <a:lnTo>
                  <a:pt x="297942" y="595883"/>
                </a:lnTo>
                <a:lnTo>
                  <a:pt x="249613" y="591985"/>
                </a:lnTo>
                <a:lnTo>
                  <a:pt x="203767" y="580698"/>
                </a:lnTo>
                <a:lnTo>
                  <a:pt x="161018" y="562636"/>
                </a:lnTo>
                <a:lnTo>
                  <a:pt x="121979" y="538410"/>
                </a:lnTo>
                <a:lnTo>
                  <a:pt x="87263" y="508634"/>
                </a:lnTo>
                <a:lnTo>
                  <a:pt x="57484" y="473921"/>
                </a:lnTo>
                <a:lnTo>
                  <a:pt x="33254" y="434882"/>
                </a:lnTo>
                <a:lnTo>
                  <a:pt x="15188" y="392131"/>
                </a:lnTo>
                <a:lnTo>
                  <a:pt x="3899" y="346280"/>
                </a:lnTo>
                <a:lnTo>
                  <a:pt x="0" y="297941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931925" y="4781804"/>
            <a:ext cx="2216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𝒅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617214" y="3857244"/>
            <a:ext cx="596265" cy="596265"/>
          </a:xfrm>
          <a:custGeom>
            <a:avLst/>
            <a:gdLst/>
            <a:ahLst/>
            <a:cxnLst/>
            <a:rect l="l" t="t" r="r" b="b"/>
            <a:pathLst>
              <a:path w="596264" h="596264">
                <a:moveTo>
                  <a:pt x="0" y="297941"/>
                </a:moveTo>
                <a:lnTo>
                  <a:pt x="3898" y="249603"/>
                </a:lnTo>
                <a:lnTo>
                  <a:pt x="15185" y="203752"/>
                </a:lnTo>
                <a:lnTo>
                  <a:pt x="33247" y="161001"/>
                </a:lnTo>
                <a:lnTo>
                  <a:pt x="57473" y="121962"/>
                </a:lnTo>
                <a:lnTo>
                  <a:pt x="87248" y="87248"/>
                </a:lnTo>
                <a:lnTo>
                  <a:pt x="121962" y="57473"/>
                </a:lnTo>
                <a:lnTo>
                  <a:pt x="161001" y="33247"/>
                </a:lnTo>
                <a:lnTo>
                  <a:pt x="203752" y="15185"/>
                </a:lnTo>
                <a:lnTo>
                  <a:pt x="249603" y="3898"/>
                </a:lnTo>
                <a:lnTo>
                  <a:pt x="297941" y="0"/>
                </a:lnTo>
                <a:lnTo>
                  <a:pt x="346280" y="3898"/>
                </a:lnTo>
                <a:lnTo>
                  <a:pt x="392131" y="15185"/>
                </a:lnTo>
                <a:lnTo>
                  <a:pt x="434882" y="33247"/>
                </a:lnTo>
                <a:lnTo>
                  <a:pt x="473921" y="57473"/>
                </a:lnTo>
                <a:lnTo>
                  <a:pt x="508635" y="87248"/>
                </a:lnTo>
                <a:lnTo>
                  <a:pt x="538410" y="121962"/>
                </a:lnTo>
                <a:lnTo>
                  <a:pt x="562636" y="161001"/>
                </a:lnTo>
                <a:lnTo>
                  <a:pt x="580698" y="203752"/>
                </a:lnTo>
                <a:lnTo>
                  <a:pt x="591985" y="249603"/>
                </a:lnTo>
                <a:lnTo>
                  <a:pt x="595884" y="297941"/>
                </a:lnTo>
                <a:lnTo>
                  <a:pt x="591985" y="346280"/>
                </a:lnTo>
                <a:lnTo>
                  <a:pt x="580698" y="392131"/>
                </a:lnTo>
                <a:lnTo>
                  <a:pt x="562636" y="434882"/>
                </a:lnTo>
                <a:lnTo>
                  <a:pt x="538410" y="473921"/>
                </a:lnTo>
                <a:lnTo>
                  <a:pt x="508635" y="508634"/>
                </a:lnTo>
                <a:lnTo>
                  <a:pt x="473921" y="538410"/>
                </a:lnTo>
                <a:lnTo>
                  <a:pt x="434882" y="562636"/>
                </a:lnTo>
                <a:lnTo>
                  <a:pt x="392131" y="580698"/>
                </a:lnTo>
                <a:lnTo>
                  <a:pt x="346280" y="591985"/>
                </a:lnTo>
                <a:lnTo>
                  <a:pt x="297941" y="595883"/>
                </a:lnTo>
                <a:lnTo>
                  <a:pt x="249603" y="591985"/>
                </a:lnTo>
                <a:lnTo>
                  <a:pt x="203752" y="580698"/>
                </a:lnTo>
                <a:lnTo>
                  <a:pt x="161001" y="562636"/>
                </a:lnTo>
                <a:lnTo>
                  <a:pt x="121962" y="538410"/>
                </a:lnTo>
                <a:lnTo>
                  <a:pt x="87249" y="508634"/>
                </a:lnTo>
                <a:lnTo>
                  <a:pt x="57473" y="473921"/>
                </a:lnTo>
                <a:lnTo>
                  <a:pt x="33247" y="434882"/>
                </a:lnTo>
                <a:lnTo>
                  <a:pt x="15185" y="392131"/>
                </a:lnTo>
                <a:lnTo>
                  <a:pt x="3898" y="346280"/>
                </a:lnTo>
                <a:lnTo>
                  <a:pt x="0" y="297941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787394" y="3949445"/>
            <a:ext cx="1797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𝒄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081277" y="3352800"/>
            <a:ext cx="2623185" cy="1932939"/>
          </a:xfrm>
          <a:custGeom>
            <a:avLst/>
            <a:gdLst/>
            <a:ahLst/>
            <a:cxnLst/>
            <a:rect l="l" t="t" r="r" b="b"/>
            <a:pathLst>
              <a:path w="2623185" h="1932939">
                <a:moveTo>
                  <a:pt x="297941" y="0"/>
                </a:moveTo>
                <a:lnTo>
                  <a:pt x="1267841" y="0"/>
                </a:lnTo>
              </a:path>
              <a:path w="2623185" h="1932939">
                <a:moveTo>
                  <a:pt x="0" y="297942"/>
                </a:moveTo>
                <a:lnTo>
                  <a:pt x="0" y="1336802"/>
                </a:lnTo>
              </a:path>
              <a:path w="2623185" h="1932939">
                <a:moveTo>
                  <a:pt x="1355471" y="210312"/>
                </a:moveTo>
                <a:lnTo>
                  <a:pt x="211074" y="1423797"/>
                </a:lnTo>
              </a:path>
              <a:path w="2623185" h="1932939">
                <a:moveTo>
                  <a:pt x="2622931" y="1013460"/>
                </a:moveTo>
                <a:lnTo>
                  <a:pt x="1863852" y="1634998"/>
                </a:lnTo>
              </a:path>
              <a:path w="2623185" h="1932939">
                <a:moveTo>
                  <a:pt x="1565910" y="283463"/>
                </a:moveTo>
                <a:lnTo>
                  <a:pt x="1565910" y="1322324"/>
                </a:lnTo>
              </a:path>
              <a:path w="2623185" h="1932939">
                <a:moveTo>
                  <a:pt x="1863852" y="0"/>
                </a:moveTo>
                <a:lnTo>
                  <a:pt x="2622931" y="591947"/>
                </a:lnTo>
              </a:path>
              <a:path w="2623185" h="1932939">
                <a:moveTo>
                  <a:pt x="1267967" y="1634489"/>
                </a:moveTo>
                <a:lnTo>
                  <a:pt x="1271866" y="1586151"/>
                </a:lnTo>
                <a:lnTo>
                  <a:pt x="1283153" y="1540300"/>
                </a:lnTo>
                <a:lnTo>
                  <a:pt x="1301215" y="1497549"/>
                </a:lnTo>
                <a:lnTo>
                  <a:pt x="1325441" y="1458510"/>
                </a:lnTo>
                <a:lnTo>
                  <a:pt x="1355217" y="1423796"/>
                </a:lnTo>
                <a:lnTo>
                  <a:pt x="1389930" y="1394021"/>
                </a:lnTo>
                <a:lnTo>
                  <a:pt x="1428969" y="1369795"/>
                </a:lnTo>
                <a:lnTo>
                  <a:pt x="1471720" y="1351733"/>
                </a:lnTo>
                <a:lnTo>
                  <a:pt x="1517571" y="1340446"/>
                </a:lnTo>
                <a:lnTo>
                  <a:pt x="1565910" y="1336548"/>
                </a:lnTo>
                <a:lnTo>
                  <a:pt x="1614248" y="1340446"/>
                </a:lnTo>
                <a:lnTo>
                  <a:pt x="1660099" y="1351733"/>
                </a:lnTo>
                <a:lnTo>
                  <a:pt x="1702850" y="1369795"/>
                </a:lnTo>
                <a:lnTo>
                  <a:pt x="1741889" y="1394021"/>
                </a:lnTo>
                <a:lnTo>
                  <a:pt x="1776603" y="1423797"/>
                </a:lnTo>
                <a:lnTo>
                  <a:pt x="1806378" y="1458510"/>
                </a:lnTo>
                <a:lnTo>
                  <a:pt x="1830604" y="1497549"/>
                </a:lnTo>
                <a:lnTo>
                  <a:pt x="1848666" y="1540300"/>
                </a:lnTo>
                <a:lnTo>
                  <a:pt x="1859953" y="1586151"/>
                </a:lnTo>
                <a:lnTo>
                  <a:pt x="1863852" y="1634489"/>
                </a:lnTo>
                <a:lnTo>
                  <a:pt x="1859953" y="1682828"/>
                </a:lnTo>
                <a:lnTo>
                  <a:pt x="1848666" y="1728679"/>
                </a:lnTo>
                <a:lnTo>
                  <a:pt x="1830604" y="1771430"/>
                </a:lnTo>
                <a:lnTo>
                  <a:pt x="1806378" y="1810469"/>
                </a:lnTo>
                <a:lnTo>
                  <a:pt x="1776602" y="1845183"/>
                </a:lnTo>
                <a:lnTo>
                  <a:pt x="1741889" y="1874958"/>
                </a:lnTo>
                <a:lnTo>
                  <a:pt x="1702850" y="1899184"/>
                </a:lnTo>
                <a:lnTo>
                  <a:pt x="1660099" y="1917246"/>
                </a:lnTo>
                <a:lnTo>
                  <a:pt x="1614248" y="1928533"/>
                </a:lnTo>
                <a:lnTo>
                  <a:pt x="1565910" y="1932432"/>
                </a:lnTo>
                <a:lnTo>
                  <a:pt x="1517571" y="1928533"/>
                </a:lnTo>
                <a:lnTo>
                  <a:pt x="1471720" y="1917246"/>
                </a:lnTo>
                <a:lnTo>
                  <a:pt x="1428969" y="1899184"/>
                </a:lnTo>
                <a:lnTo>
                  <a:pt x="1389930" y="1874958"/>
                </a:lnTo>
                <a:lnTo>
                  <a:pt x="1355216" y="1845183"/>
                </a:lnTo>
                <a:lnTo>
                  <a:pt x="1325441" y="1810469"/>
                </a:lnTo>
                <a:lnTo>
                  <a:pt x="1301215" y="1771430"/>
                </a:lnTo>
                <a:lnTo>
                  <a:pt x="1283153" y="1728679"/>
                </a:lnTo>
                <a:lnTo>
                  <a:pt x="1271866" y="1682828"/>
                </a:lnTo>
                <a:lnTo>
                  <a:pt x="1267967" y="1634489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2511044" y="4781804"/>
            <a:ext cx="1974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𝒇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379219" y="4987290"/>
            <a:ext cx="970280" cy="0"/>
          </a:xfrm>
          <a:custGeom>
            <a:avLst/>
            <a:gdLst/>
            <a:ahLst/>
            <a:cxnLst/>
            <a:rect l="l" t="t" r="r" b="b"/>
            <a:pathLst>
              <a:path w="970280">
                <a:moveTo>
                  <a:pt x="969899" y="0"/>
                </a:moveTo>
                <a:lnTo>
                  <a:pt x="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2293873" y="5317490"/>
            <a:ext cx="45021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>
                <a:latin typeface="PMingLiU"/>
                <a:cs typeface="PMingLiU"/>
              </a:rPr>
              <a:t>图</a:t>
            </a:r>
            <a:r>
              <a:rPr sz="2000" spc="-50">
                <a:latin typeface="Cambria Math"/>
                <a:cs typeface="Cambria Math"/>
              </a:rPr>
              <a:t>𝑮</a:t>
            </a:r>
            <a:endParaRPr sz="2000">
              <a:latin typeface="Cambria Math"/>
              <a:cs typeface="Cambria Math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4841747" y="2874264"/>
            <a:ext cx="1130935" cy="3146425"/>
            <a:chOff x="4841747" y="2874264"/>
            <a:chExt cx="1130935" cy="3146425"/>
          </a:xfrm>
        </p:grpSpPr>
        <p:sp>
          <p:nvSpPr>
            <p:cNvPr id="17" name="object 17"/>
            <p:cNvSpPr/>
            <p:nvPr/>
          </p:nvSpPr>
          <p:spPr>
            <a:xfrm>
              <a:off x="4860797" y="4149852"/>
              <a:ext cx="582295" cy="596265"/>
            </a:xfrm>
            <a:custGeom>
              <a:avLst/>
              <a:gdLst/>
              <a:ahLst/>
              <a:cxnLst/>
              <a:rect l="l" t="t" r="r" b="b"/>
              <a:pathLst>
                <a:path w="582295" h="596264">
                  <a:moveTo>
                    <a:pt x="0" y="595884"/>
                  </a:moveTo>
                  <a:lnTo>
                    <a:pt x="582168" y="595884"/>
                  </a:lnTo>
                  <a:lnTo>
                    <a:pt x="582168" y="0"/>
                  </a:lnTo>
                  <a:lnTo>
                    <a:pt x="0" y="0"/>
                  </a:lnTo>
                  <a:lnTo>
                    <a:pt x="0" y="595884"/>
                  </a:lnTo>
                  <a:close/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208269" y="4390644"/>
              <a:ext cx="764540" cy="114300"/>
            </a:xfrm>
            <a:custGeom>
              <a:avLst/>
              <a:gdLst/>
              <a:ahLst/>
              <a:cxnLst/>
              <a:rect l="l" t="t" r="r" b="b"/>
              <a:pathLst>
                <a:path w="764539" h="114300">
                  <a:moveTo>
                    <a:pt x="649985" y="0"/>
                  </a:moveTo>
                  <a:lnTo>
                    <a:pt x="649985" y="114299"/>
                  </a:lnTo>
                  <a:lnTo>
                    <a:pt x="726185" y="76199"/>
                  </a:lnTo>
                  <a:lnTo>
                    <a:pt x="669035" y="76199"/>
                  </a:lnTo>
                  <a:lnTo>
                    <a:pt x="669035" y="38099"/>
                  </a:lnTo>
                  <a:lnTo>
                    <a:pt x="726185" y="38099"/>
                  </a:lnTo>
                  <a:lnTo>
                    <a:pt x="649985" y="0"/>
                  </a:lnTo>
                  <a:close/>
                </a:path>
                <a:path w="764539" h="114300">
                  <a:moveTo>
                    <a:pt x="649985" y="38099"/>
                  </a:moveTo>
                  <a:lnTo>
                    <a:pt x="0" y="38099"/>
                  </a:lnTo>
                  <a:lnTo>
                    <a:pt x="0" y="76199"/>
                  </a:lnTo>
                  <a:lnTo>
                    <a:pt x="649985" y="76199"/>
                  </a:lnTo>
                  <a:lnTo>
                    <a:pt x="649985" y="38099"/>
                  </a:lnTo>
                  <a:close/>
                </a:path>
                <a:path w="764539" h="114300">
                  <a:moveTo>
                    <a:pt x="726185" y="38099"/>
                  </a:moveTo>
                  <a:lnTo>
                    <a:pt x="669035" y="38099"/>
                  </a:lnTo>
                  <a:lnTo>
                    <a:pt x="669035" y="76199"/>
                  </a:lnTo>
                  <a:lnTo>
                    <a:pt x="726185" y="76199"/>
                  </a:lnTo>
                  <a:lnTo>
                    <a:pt x="764285" y="57149"/>
                  </a:lnTo>
                  <a:lnTo>
                    <a:pt x="726185" y="380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860797" y="4777740"/>
              <a:ext cx="582295" cy="596265"/>
            </a:xfrm>
            <a:custGeom>
              <a:avLst/>
              <a:gdLst/>
              <a:ahLst/>
              <a:cxnLst/>
              <a:rect l="l" t="t" r="r" b="b"/>
              <a:pathLst>
                <a:path w="582295" h="596264">
                  <a:moveTo>
                    <a:pt x="0" y="595884"/>
                  </a:moveTo>
                  <a:lnTo>
                    <a:pt x="582168" y="595884"/>
                  </a:lnTo>
                  <a:lnTo>
                    <a:pt x="582168" y="0"/>
                  </a:lnTo>
                  <a:lnTo>
                    <a:pt x="0" y="0"/>
                  </a:lnTo>
                  <a:lnTo>
                    <a:pt x="0" y="595884"/>
                  </a:lnTo>
                  <a:close/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208269" y="5018532"/>
              <a:ext cx="764540" cy="114300"/>
            </a:xfrm>
            <a:custGeom>
              <a:avLst/>
              <a:gdLst/>
              <a:ahLst/>
              <a:cxnLst/>
              <a:rect l="l" t="t" r="r" b="b"/>
              <a:pathLst>
                <a:path w="764539" h="114300">
                  <a:moveTo>
                    <a:pt x="649985" y="0"/>
                  </a:moveTo>
                  <a:lnTo>
                    <a:pt x="649985" y="114300"/>
                  </a:lnTo>
                  <a:lnTo>
                    <a:pt x="726185" y="76200"/>
                  </a:lnTo>
                  <a:lnTo>
                    <a:pt x="669035" y="76200"/>
                  </a:lnTo>
                  <a:lnTo>
                    <a:pt x="669035" y="38100"/>
                  </a:lnTo>
                  <a:lnTo>
                    <a:pt x="726185" y="38100"/>
                  </a:lnTo>
                  <a:lnTo>
                    <a:pt x="649985" y="0"/>
                  </a:lnTo>
                  <a:close/>
                </a:path>
                <a:path w="764539" h="114300">
                  <a:moveTo>
                    <a:pt x="649985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649985" y="76200"/>
                  </a:lnTo>
                  <a:lnTo>
                    <a:pt x="649985" y="38100"/>
                  </a:lnTo>
                  <a:close/>
                </a:path>
                <a:path w="764539" h="114300">
                  <a:moveTo>
                    <a:pt x="726185" y="38100"/>
                  </a:moveTo>
                  <a:lnTo>
                    <a:pt x="669035" y="38100"/>
                  </a:lnTo>
                  <a:lnTo>
                    <a:pt x="669035" y="76200"/>
                  </a:lnTo>
                  <a:lnTo>
                    <a:pt x="726185" y="76200"/>
                  </a:lnTo>
                  <a:lnTo>
                    <a:pt x="764285" y="57150"/>
                  </a:lnTo>
                  <a:lnTo>
                    <a:pt x="726185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860797" y="5405628"/>
              <a:ext cx="582295" cy="596265"/>
            </a:xfrm>
            <a:custGeom>
              <a:avLst/>
              <a:gdLst/>
              <a:ahLst/>
              <a:cxnLst/>
              <a:rect l="l" t="t" r="r" b="b"/>
              <a:pathLst>
                <a:path w="582295" h="596264">
                  <a:moveTo>
                    <a:pt x="0" y="595884"/>
                  </a:moveTo>
                  <a:lnTo>
                    <a:pt x="582168" y="595884"/>
                  </a:lnTo>
                  <a:lnTo>
                    <a:pt x="582168" y="0"/>
                  </a:lnTo>
                  <a:lnTo>
                    <a:pt x="0" y="0"/>
                  </a:lnTo>
                  <a:lnTo>
                    <a:pt x="0" y="595884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208269" y="5646420"/>
              <a:ext cx="764540" cy="114300"/>
            </a:xfrm>
            <a:custGeom>
              <a:avLst/>
              <a:gdLst/>
              <a:ahLst/>
              <a:cxnLst/>
              <a:rect l="l" t="t" r="r" b="b"/>
              <a:pathLst>
                <a:path w="764539" h="114300">
                  <a:moveTo>
                    <a:pt x="649985" y="0"/>
                  </a:moveTo>
                  <a:lnTo>
                    <a:pt x="649985" y="114299"/>
                  </a:lnTo>
                  <a:lnTo>
                    <a:pt x="726185" y="76199"/>
                  </a:lnTo>
                  <a:lnTo>
                    <a:pt x="669035" y="76199"/>
                  </a:lnTo>
                  <a:lnTo>
                    <a:pt x="669035" y="38099"/>
                  </a:lnTo>
                  <a:lnTo>
                    <a:pt x="726185" y="38099"/>
                  </a:lnTo>
                  <a:lnTo>
                    <a:pt x="649985" y="0"/>
                  </a:lnTo>
                  <a:close/>
                </a:path>
                <a:path w="764539" h="114300">
                  <a:moveTo>
                    <a:pt x="649985" y="38099"/>
                  </a:moveTo>
                  <a:lnTo>
                    <a:pt x="0" y="38099"/>
                  </a:lnTo>
                  <a:lnTo>
                    <a:pt x="0" y="76199"/>
                  </a:lnTo>
                  <a:lnTo>
                    <a:pt x="649985" y="76199"/>
                  </a:lnTo>
                  <a:lnTo>
                    <a:pt x="649985" y="38099"/>
                  </a:lnTo>
                  <a:close/>
                </a:path>
                <a:path w="764539" h="114300">
                  <a:moveTo>
                    <a:pt x="726185" y="38099"/>
                  </a:moveTo>
                  <a:lnTo>
                    <a:pt x="669035" y="38099"/>
                  </a:lnTo>
                  <a:lnTo>
                    <a:pt x="669035" y="76199"/>
                  </a:lnTo>
                  <a:lnTo>
                    <a:pt x="726185" y="76199"/>
                  </a:lnTo>
                  <a:lnTo>
                    <a:pt x="764285" y="57149"/>
                  </a:lnTo>
                  <a:lnTo>
                    <a:pt x="726185" y="380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860797" y="3521202"/>
              <a:ext cx="582295" cy="596900"/>
            </a:xfrm>
            <a:custGeom>
              <a:avLst/>
              <a:gdLst/>
              <a:ahLst/>
              <a:cxnLst/>
              <a:rect l="l" t="t" r="r" b="b"/>
              <a:pathLst>
                <a:path w="582295" h="596900">
                  <a:moveTo>
                    <a:pt x="0" y="596646"/>
                  </a:moveTo>
                  <a:lnTo>
                    <a:pt x="582168" y="596646"/>
                  </a:lnTo>
                  <a:lnTo>
                    <a:pt x="582168" y="0"/>
                  </a:lnTo>
                  <a:lnTo>
                    <a:pt x="0" y="0"/>
                  </a:lnTo>
                  <a:lnTo>
                    <a:pt x="0" y="596646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208269" y="3762756"/>
              <a:ext cx="764540" cy="114300"/>
            </a:xfrm>
            <a:custGeom>
              <a:avLst/>
              <a:gdLst/>
              <a:ahLst/>
              <a:cxnLst/>
              <a:rect l="l" t="t" r="r" b="b"/>
              <a:pathLst>
                <a:path w="764539" h="114300">
                  <a:moveTo>
                    <a:pt x="649985" y="0"/>
                  </a:moveTo>
                  <a:lnTo>
                    <a:pt x="649985" y="114300"/>
                  </a:lnTo>
                  <a:lnTo>
                    <a:pt x="726185" y="76200"/>
                  </a:lnTo>
                  <a:lnTo>
                    <a:pt x="669035" y="76200"/>
                  </a:lnTo>
                  <a:lnTo>
                    <a:pt x="669035" y="38100"/>
                  </a:lnTo>
                  <a:lnTo>
                    <a:pt x="726185" y="38100"/>
                  </a:lnTo>
                  <a:lnTo>
                    <a:pt x="649985" y="0"/>
                  </a:lnTo>
                  <a:close/>
                </a:path>
                <a:path w="764539" h="114300">
                  <a:moveTo>
                    <a:pt x="649985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649985" y="76200"/>
                  </a:lnTo>
                  <a:lnTo>
                    <a:pt x="649985" y="38100"/>
                  </a:lnTo>
                  <a:close/>
                </a:path>
                <a:path w="764539" h="114300">
                  <a:moveTo>
                    <a:pt x="726185" y="38100"/>
                  </a:moveTo>
                  <a:lnTo>
                    <a:pt x="669035" y="38100"/>
                  </a:lnTo>
                  <a:lnTo>
                    <a:pt x="669035" y="76200"/>
                  </a:lnTo>
                  <a:lnTo>
                    <a:pt x="726185" y="76200"/>
                  </a:lnTo>
                  <a:lnTo>
                    <a:pt x="764285" y="57150"/>
                  </a:lnTo>
                  <a:lnTo>
                    <a:pt x="726185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860797" y="2893314"/>
              <a:ext cx="582295" cy="596265"/>
            </a:xfrm>
            <a:custGeom>
              <a:avLst/>
              <a:gdLst/>
              <a:ahLst/>
              <a:cxnLst/>
              <a:rect l="l" t="t" r="r" b="b"/>
              <a:pathLst>
                <a:path w="582295" h="596264">
                  <a:moveTo>
                    <a:pt x="0" y="595884"/>
                  </a:moveTo>
                  <a:lnTo>
                    <a:pt x="582168" y="595884"/>
                  </a:lnTo>
                  <a:lnTo>
                    <a:pt x="582168" y="0"/>
                  </a:lnTo>
                  <a:lnTo>
                    <a:pt x="0" y="0"/>
                  </a:lnTo>
                  <a:lnTo>
                    <a:pt x="0" y="595884"/>
                  </a:lnTo>
                  <a:close/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208269" y="3134106"/>
              <a:ext cx="764540" cy="114300"/>
            </a:xfrm>
            <a:custGeom>
              <a:avLst/>
              <a:gdLst/>
              <a:ahLst/>
              <a:cxnLst/>
              <a:rect l="l" t="t" r="r" b="b"/>
              <a:pathLst>
                <a:path w="764539" h="114300">
                  <a:moveTo>
                    <a:pt x="649985" y="0"/>
                  </a:moveTo>
                  <a:lnTo>
                    <a:pt x="649985" y="114300"/>
                  </a:lnTo>
                  <a:lnTo>
                    <a:pt x="726185" y="76200"/>
                  </a:lnTo>
                  <a:lnTo>
                    <a:pt x="669035" y="76200"/>
                  </a:lnTo>
                  <a:lnTo>
                    <a:pt x="669035" y="38100"/>
                  </a:lnTo>
                  <a:lnTo>
                    <a:pt x="726185" y="38100"/>
                  </a:lnTo>
                  <a:lnTo>
                    <a:pt x="649985" y="0"/>
                  </a:lnTo>
                  <a:close/>
                </a:path>
                <a:path w="764539" h="114300">
                  <a:moveTo>
                    <a:pt x="649985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649985" y="76200"/>
                  </a:lnTo>
                  <a:lnTo>
                    <a:pt x="649985" y="38100"/>
                  </a:lnTo>
                  <a:close/>
                </a:path>
                <a:path w="764539" h="114300">
                  <a:moveTo>
                    <a:pt x="726185" y="38100"/>
                  </a:moveTo>
                  <a:lnTo>
                    <a:pt x="669035" y="38100"/>
                  </a:lnTo>
                  <a:lnTo>
                    <a:pt x="669035" y="76200"/>
                  </a:lnTo>
                  <a:lnTo>
                    <a:pt x="726185" y="76200"/>
                  </a:lnTo>
                  <a:lnTo>
                    <a:pt x="764285" y="57150"/>
                  </a:lnTo>
                  <a:lnTo>
                    <a:pt x="726185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4527550" y="2687370"/>
            <a:ext cx="254635" cy="3226435"/>
          </a:xfrm>
          <a:prstGeom prst="rect">
            <a:avLst/>
          </a:prstGeom>
        </p:spPr>
        <p:txBody>
          <a:bodyPr vert="horz" wrap="square" lIns="0" tIns="226060" rIns="0" bIns="0" rtlCol="0">
            <a:spAutoFit/>
          </a:bodyPr>
          <a:lstStyle/>
          <a:p>
            <a:pPr marL="16510">
              <a:lnSpc>
                <a:spcPct val="100000"/>
              </a:lnSpc>
              <a:spcBef>
                <a:spcPts val="1780"/>
              </a:spcBef>
            </a:pPr>
            <a:r>
              <a:rPr sz="2800" spc="-50">
                <a:latin typeface="Cambria Math"/>
                <a:cs typeface="Cambria Math"/>
              </a:rPr>
              <a:t>𝒂</a:t>
            </a:r>
            <a:endParaRPr sz="2800">
              <a:latin typeface="Cambria Math"/>
              <a:cs typeface="Cambria Math"/>
            </a:endParaRPr>
          </a:p>
          <a:p>
            <a:pPr marL="18415">
              <a:lnSpc>
                <a:spcPct val="100000"/>
              </a:lnSpc>
              <a:spcBef>
                <a:spcPts val="1680"/>
              </a:spcBef>
            </a:pPr>
            <a:r>
              <a:rPr sz="2800" spc="-50">
                <a:latin typeface="Cambria Math"/>
                <a:cs typeface="Cambria Math"/>
              </a:rPr>
              <a:t>𝒃</a:t>
            </a:r>
            <a:endParaRPr sz="2800">
              <a:latin typeface="Cambria Math"/>
              <a:cs typeface="Cambria Math"/>
            </a:endParaRPr>
          </a:p>
          <a:p>
            <a:pPr marL="36830">
              <a:lnSpc>
                <a:spcPct val="100000"/>
              </a:lnSpc>
              <a:spcBef>
                <a:spcPts val="1680"/>
              </a:spcBef>
            </a:pPr>
            <a:r>
              <a:rPr sz="2800" spc="-50">
                <a:latin typeface="Cambria Math"/>
                <a:cs typeface="Cambria Math"/>
              </a:rPr>
              <a:t>𝒄</a:t>
            </a:r>
            <a:endParaRPr sz="28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1680"/>
              </a:spcBef>
            </a:pPr>
            <a:r>
              <a:rPr sz="2800" spc="-50">
                <a:latin typeface="Cambria Math"/>
                <a:cs typeface="Cambria Math"/>
              </a:rPr>
              <a:t>𝒅</a:t>
            </a:r>
            <a:endParaRPr sz="2800">
              <a:latin typeface="Cambria Math"/>
              <a:cs typeface="Cambria Math"/>
            </a:endParaRPr>
          </a:p>
          <a:p>
            <a:pPr marL="26670">
              <a:lnSpc>
                <a:spcPct val="100000"/>
              </a:lnSpc>
              <a:spcBef>
                <a:spcPts val="1680"/>
              </a:spcBef>
            </a:pPr>
            <a:r>
              <a:rPr sz="2800" spc="-50">
                <a:latin typeface="Cambria Math"/>
                <a:cs typeface="Cambria Math"/>
              </a:rPr>
              <a:t>𝒇</a:t>
            </a:r>
            <a:endParaRPr sz="28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270977" y="2144403"/>
            <a:ext cx="66675" cy="284480"/>
          </a:xfrm>
          <a:custGeom>
            <a:avLst/>
            <a:gdLst/>
            <a:ahLst/>
            <a:cxnLst/>
            <a:rect l="l" t="t" r="r" b="b"/>
            <a:pathLst>
              <a:path w="66675" h="284480">
                <a:moveTo>
                  <a:pt x="66421" y="0"/>
                </a:moveTo>
                <a:lnTo>
                  <a:pt x="0" y="0"/>
                </a:lnTo>
                <a:lnTo>
                  <a:pt x="0" y="11430"/>
                </a:lnTo>
                <a:lnTo>
                  <a:pt x="41783" y="11430"/>
                </a:lnTo>
                <a:lnTo>
                  <a:pt x="41783" y="273050"/>
                </a:lnTo>
                <a:lnTo>
                  <a:pt x="0" y="273050"/>
                </a:lnTo>
                <a:lnTo>
                  <a:pt x="0" y="284480"/>
                </a:lnTo>
                <a:lnTo>
                  <a:pt x="66421" y="284480"/>
                </a:lnTo>
                <a:lnTo>
                  <a:pt x="66421" y="273050"/>
                </a:lnTo>
                <a:lnTo>
                  <a:pt x="66421" y="11430"/>
                </a:lnTo>
                <a:lnTo>
                  <a:pt x="6642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002880" y="2144403"/>
            <a:ext cx="66675" cy="284480"/>
          </a:xfrm>
          <a:custGeom>
            <a:avLst/>
            <a:gdLst/>
            <a:ahLst/>
            <a:cxnLst/>
            <a:rect l="l" t="t" r="r" b="b"/>
            <a:pathLst>
              <a:path w="66675" h="284480">
                <a:moveTo>
                  <a:pt x="66421" y="0"/>
                </a:moveTo>
                <a:lnTo>
                  <a:pt x="0" y="0"/>
                </a:lnTo>
                <a:lnTo>
                  <a:pt x="0" y="11430"/>
                </a:lnTo>
                <a:lnTo>
                  <a:pt x="0" y="273050"/>
                </a:lnTo>
                <a:lnTo>
                  <a:pt x="0" y="284480"/>
                </a:lnTo>
                <a:lnTo>
                  <a:pt x="66421" y="284480"/>
                </a:lnTo>
                <a:lnTo>
                  <a:pt x="66421" y="273050"/>
                </a:lnTo>
                <a:lnTo>
                  <a:pt x="24765" y="273050"/>
                </a:lnTo>
                <a:lnTo>
                  <a:pt x="24765" y="11430"/>
                </a:lnTo>
                <a:lnTo>
                  <a:pt x="66421" y="11430"/>
                </a:lnTo>
                <a:lnTo>
                  <a:pt x="6642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781644" y="2144785"/>
            <a:ext cx="701675" cy="283845"/>
          </a:xfrm>
          <a:custGeom>
            <a:avLst/>
            <a:gdLst/>
            <a:ahLst/>
            <a:cxnLst/>
            <a:rect l="l" t="t" r="r" b="b"/>
            <a:pathLst>
              <a:path w="701675" h="283844">
                <a:moveTo>
                  <a:pt x="610616" y="0"/>
                </a:moveTo>
                <a:lnTo>
                  <a:pt x="606679" y="0"/>
                </a:lnTo>
                <a:lnTo>
                  <a:pt x="606679" y="11303"/>
                </a:lnTo>
                <a:lnTo>
                  <a:pt x="608965" y="11303"/>
                </a:lnTo>
                <a:lnTo>
                  <a:pt x="619154" y="11995"/>
                </a:lnTo>
                <a:lnTo>
                  <a:pt x="651891" y="37417"/>
                </a:lnTo>
                <a:lnTo>
                  <a:pt x="654939" y="59689"/>
                </a:lnTo>
                <a:lnTo>
                  <a:pt x="654750" y="65164"/>
                </a:lnTo>
                <a:lnTo>
                  <a:pt x="654192" y="71294"/>
                </a:lnTo>
                <a:lnTo>
                  <a:pt x="653278" y="78067"/>
                </a:lnTo>
                <a:lnTo>
                  <a:pt x="652018" y="85471"/>
                </a:lnTo>
                <a:lnTo>
                  <a:pt x="649985" y="95631"/>
                </a:lnTo>
                <a:lnTo>
                  <a:pt x="648969" y="102870"/>
                </a:lnTo>
                <a:lnTo>
                  <a:pt x="648969" y="115697"/>
                </a:lnTo>
                <a:lnTo>
                  <a:pt x="651509" y="122682"/>
                </a:lnTo>
                <a:lnTo>
                  <a:pt x="656463" y="128016"/>
                </a:lnTo>
                <a:lnTo>
                  <a:pt x="661416" y="133476"/>
                </a:lnTo>
                <a:lnTo>
                  <a:pt x="667257" y="137413"/>
                </a:lnTo>
                <a:lnTo>
                  <a:pt x="674116" y="140081"/>
                </a:lnTo>
                <a:lnTo>
                  <a:pt x="674116" y="142748"/>
                </a:lnTo>
                <a:lnTo>
                  <a:pt x="667257" y="145287"/>
                </a:lnTo>
                <a:lnTo>
                  <a:pt x="661416" y="149225"/>
                </a:lnTo>
                <a:lnTo>
                  <a:pt x="651509" y="160147"/>
                </a:lnTo>
                <a:lnTo>
                  <a:pt x="648969" y="167005"/>
                </a:lnTo>
                <a:lnTo>
                  <a:pt x="648969" y="179832"/>
                </a:lnTo>
                <a:lnTo>
                  <a:pt x="649985" y="187071"/>
                </a:lnTo>
                <a:lnTo>
                  <a:pt x="652018" y="197358"/>
                </a:lnTo>
                <a:lnTo>
                  <a:pt x="653278" y="204690"/>
                </a:lnTo>
                <a:lnTo>
                  <a:pt x="654192" y="211439"/>
                </a:lnTo>
                <a:lnTo>
                  <a:pt x="654750" y="217592"/>
                </a:lnTo>
                <a:lnTo>
                  <a:pt x="654939" y="223138"/>
                </a:lnTo>
                <a:lnTo>
                  <a:pt x="654177" y="235592"/>
                </a:lnTo>
                <a:lnTo>
                  <a:pt x="628189" y="269700"/>
                </a:lnTo>
                <a:lnTo>
                  <a:pt x="608965" y="272542"/>
                </a:lnTo>
                <a:lnTo>
                  <a:pt x="606679" y="272542"/>
                </a:lnTo>
                <a:lnTo>
                  <a:pt x="606679" y="283845"/>
                </a:lnTo>
                <a:lnTo>
                  <a:pt x="610616" y="283845"/>
                </a:lnTo>
                <a:lnTo>
                  <a:pt x="626971" y="282630"/>
                </a:lnTo>
                <a:lnTo>
                  <a:pt x="662940" y="267843"/>
                </a:lnTo>
                <a:lnTo>
                  <a:pt x="680211" y="220345"/>
                </a:lnTo>
                <a:lnTo>
                  <a:pt x="679997" y="214012"/>
                </a:lnTo>
                <a:lnTo>
                  <a:pt x="679354" y="207216"/>
                </a:lnTo>
                <a:lnTo>
                  <a:pt x="678283" y="199967"/>
                </a:lnTo>
                <a:lnTo>
                  <a:pt x="676782" y="192278"/>
                </a:lnTo>
                <a:lnTo>
                  <a:pt x="674369" y="181737"/>
                </a:lnTo>
                <a:lnTo>
                  <a:pt x="673227" y="174751"/>
                </a:lnTo>
                <a:lnTo>
                  <a:pt x="673227" y="164337"/>
                </a:lnTo>
                <a:lnTo>
                  <a:pt x="675640" y="158750"/>
                </a:lnTo>
                <a:lnTo>
                  <a:pt x="685038" y="150113"/>
                </a:lnTo>
                <a:lnTo>
                  <a:pt x="692150" y="147828"/>
                </a:lnTo>
                <a:lnTo>
                  <a:pt x="701675" y="147447"/>
                </a:lnTo>
                <a:lnTo>
                  <a:pt x="701675" y="135255"/>
                </a:lnTo>
                <a:lnTo>
                  <a:pt x="692150" y="135000"/>
                </a:lnTo>
                <a:lnTo>
                  <a:pt x="685038" y="132714"/>
                </a:lnTo>
                <a:lnTo>
                  <a:pt x="675640" y="124079"/>
                </a:lnTo>
                <a:lnTo>
                  <a:pt x="673227" y="118491"/>
                </a:lnTo>
                <a:lnTo>
                  <a:pt x="673227" y="108076"/>
                </a:lnTo>
                <a:lnTo>
                  <a:pt x="674369" y="100964"/>
                </a:lnTo>
                <a:lnTo>
                  <a:pt x="676782" y="90424"/>
                </a:lnTo>
                <a:lnTo>
                  <a:pt x="678283" y="82805"/>
                </a:lnTo>
                <a:lnTo>
                  <a:pt x="679354" y="75580"/>
                </a:lnTo>
                <a:lnTo>
                  <a:pt x="679997" y="68760"/>
                </a:lnTo>
                <a:lnTo>
                  <a:pt x="680211" y="62357"/>
                </a:lnTo>
                <a:lnTo>
                  <a:pt x="679138" y="47827"/>
                </a:lnTo>
                <a:lnTo>
                  <a:pt x="653157" y="9215"/>
                </a:lnTo>
                <a:lnTo>
                  <a:pt x="626971" y="1214"/>
                </a:lnTo>
                <a:lnTo>
                  <a:pt x="610616" y="0"/>
                </a:lnTo>
                <a:close/>
              </a:path>
              <a:path w="701675" h="283844">
                <a:moveTo>
                  <a:pt x="94995" y="0"/>
                </a:moveTo>
                <a:lnTo>
                  <a:pt x="91186" y="0"/>
                </a:lnTo>
                <a:lnTo>
                  <a:pt x="74777" y="1214"/>
                </a:lnTo>
                <a:lnTo>
                  <a:pt x="38862" y="16001"/>
                </a:lnTo>
                <a:lnTo>
                  <a:pt x="21664" y="59562"/>
                </a:lnTo>
                <a:lnTo>
                  <a:pt x="21558" y="65035"/>
                </a:lnTo>
                <a:lnTo>
                  <a:pt x="21679" y="68615"/>
                </a:lnTo>
                <a:lnTo>
                  <a:pt x="22336" y="75406"/>
                </a:lnTo>
                <a:lnTo>
                  <a:pt x="23445" y="82625"/>
                </a:lnTo>
                <a:lnTo>
                  <a:pt x="25018" y="90297"/>
                </a:lnTo>
                <a:lnTo>
                  <a:pt x="27305" y="100837"/>
                </a:lnTo>
                <a:lnTo>
                  <a:pt x="28448" y="107823"/>
                </a:lnTo>
                <a:lnTo>
                  <a:pt x="28448" y="118363"/>
                </a:lnTo>
                <a:lnTo>
                  <a:pt x="26162" y="123825"/>
                </a:lnTo>
                <a:lnTo>
                  <a:pt x="21336" y="128143"/>
                </a:lnTo>
                <a:lnTo>
                  <a:pt x="16637" y="132461"/>
                </a:lnTo>
                <a:lnTo>
                  <a:pt x="9525" y="134874"/>
                </a:lnTo>
                <a:lnTo>
                  <a:pt x="0" y="135128"/>
                </a:lnTo>
                <a:lnTo>
                  <a:pt x="0" y="147320"/>
                </a:lnTo>
                <a:lnTo>
                  <a:pt x="9525" y="147574"/>
                </a:lnTo>
                <a:lnTo>
                  <a:pt x="16637" y="149987"/>
                </a:lnTo>
                <a:lnTo>
                  <a:pt x="21336" y="154305"/>
                </a:lnTo>
                <a:lnTo>
                  <a:pt x="26162" y="158623"/>
                </a:lnTo>
                <a:lnTo>
                  <a:pt x="28448" y="164084"/>
                </a:lnTo>
                <a:lnTo>
                  <a:pt x="28448" y="174498"/>
                </a:lnTo>
                <a:lnTo>
                  <a:pt x="27305" y="181610"/>
                </a:lnTo>
                <a:lnTo>
                  <a:pt x="25018" y="192150"/>
                </a:lnTo>
                <a:lnTo>
                  <a:pt x="23445" y="199822"/>
                </a:lnTo>
                <a:lnTo>
                  <a:pt x="22336" y="207041"/>
                </a:lnTo>
                <a:lnTo>
                  <a:pt x="21679" y="213832"/>
                </a:lnTo>
                <a:lnTo>
                  <a:pt x="21462" y="220218"/>
                </a:lnTo>
                <a:lnTo>
                  <a:pt x="22556" y="235267"/>
                </a:lnTo>
                <a:lnTo>
                  <a:pt x="48627" y="274629"/>
                </a:lnTo>
                <a:lnTo>
                  <a:pt x="91186" y="283845"/>
                </a:lnTo>
                <a:lnTo>
                  <a:pt x="94995" y="283845"/>
                </a:lnTo>
                <a:lnTo>
                  <a:pt x="94995" y="272542"/>
                </a:lnTo>
                <a:lnTo>
                  <a:pt x="92710" y="272542"/>
                </a:lnTo>
                <a:lnTo>
                  <a:pt x="82520" y="271829"/>
                </a:lnTo>
                <a:lnTo>
                  <a:pt x="49784" y="246062"/>
                </a:lnTo>
                <a:lnTo>
                  <a:pt x="46736" y="222885"/>
                </a:lnTo>
                <a:lnTo>
                  <a:pt x="46926" y="217412"/>
                </a:lnTo>
                <a:lnTo>
                  <a:pt x="47498" y="211296"/>
                </a:lnTo>
                <a:lnTo>
                  <a:pt x="48450" y="204561"/>
                </a:lnTo>
                <a:lnTo>
                  <a:pt x="49783" y="197231"/>
                </a:lnTo>
                <a:lnTo>
                  <a:pt x="51688" y="186944"/>
                </a:lnTo>
                <a:lnTo>
                  <a:pt x="52705" y="179705"/>
                </a:lnTo>
                <a:lnTo>
                  <a:pt x="52705" y="166878"/>
                </a:lnTo>
                <a:lnTo>
                  <a:pt x="50292" y="159893"/>
                </a:lnTo>
                <a:lnTo>
                  <a:pt x="45338" y="154559"/>
                </a:lnTo>
                <a:lnTo>
                  <a:pt x="40386" y="149098"/>
                </a:lnTo>
                <a:lnTo>
                  <a:pt x="34417" y="145161"/>
                </a:lnTo>
                <a:lnTo>
                  <a:pt x="27558" y="142621"/>
                </a:lnTo>
                <a:lnTo>
                  <a:pt x="27558" y="139826"/>
                </a:lnTo>
                <a:lnTo>
                  <a:pt x="34417" y="137287"/>
                </a:lnTo>
                <a:lnTo>
                  <a:pt x="40386" y="133350"/>
                </a:lnTo>
                <a:lnTo>
                  <a:pt x="45338" y="127888"/>
                </a:lnTo>
                <a:lnTo>
                  <a:pt x="50292" y="122555"/>
                </a:lnTo>
                <a:lnTo>
                  <a:pt x="52705" y="115570"/>
                </a:lnTo>
                <a:lnTo>
                  <a:pt x="52705" y="102743"/>
                </a:lnTo>
                <a:lnTo>
                  <a:pt x="51688" y="95504"/>
                </a:lnTo>
                <a:lnTo>
                  <a:pt x="49783" y="85217"/>
                </a:lnTo>
                <a:lnTo>
                  <a:pt x="48450" y="77886"/>
                </a:lnTo>
                <a:lnTo>
                  <a:pt x="47497" y="71151"/>
                </a:lnTo>
                <a:lnTo>
                  <a:pt x="46926" y="65035"/>
                </a:lnTo>
                <a:lnTo>
                  <a:pt x="46736" y="59562"/>
                </a:lnTo>
                <a:lnTo>
                  <a:pt x="47497" y="47535"/>
                </a:lnTo>
                <a:lnTo>
                  <a:pt x="73485" y="14081"/>
                </a:lnTo>
                <a:lnTo>
                  <a:pt x="92710" y="11303"/>
                </a:lnTo>
                <a:lnTo>
                  <a:pt x="94995" y="11303"/>
                </a:lnTo>
                <a:lnTo>
                  <a:pt x="9499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46214" y="959798"/>
            <a:ext cx="9442905" cy="1489510"/>
          </a:xfrm>
          <a:prstGeom prst="rect">
            <a:avLst/>
          </a:prstGeom>
        </p:spPr>
        <p:txBody>
          <a:bodyPr vert="horz" wrap="square" lIns="0" tIns="9080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15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dirty="0" err="1">
                <a:latin typeface="PMingLiU"/>
                <a:cs typeface="PMingLiU"/>
              </a:rPr>
              <a:t>图</a:t>
            </a:r>
            <a:r>
              <a:rPr sz="2800" dirty="0">
                <a:latin typeface="Cambria Math"/>
                <a:cs typeface="Cambria Math"/>
              </a:rPr>
              <a:t>𝑮</a:t>
            </a:r>
            <a:r>
              <a:rPr sz="2800" spc="75" dirty="0">
                <a:latin typeface="Cambria Math"/>
                <a:cs typeface="Cambria Math"/>
              </a:rPr>
              <a:t> =&lt; </a:t>
            </a:r>
            <a:r>
              <a:rPr sz="2800" spc="-10" dirty="0">
                <a:latin typeface="Cambria Math"/>
                <a:cs typeface="Cambria Math"/>
              </a:rPr>
              <a:t>𝑽</a:t>
            </a:r>
            <a:r>
              <a:rPr sz="2800" spc="-80" dirty="0">
                <a:latin typeface="Cambria Math"/>
                <a:cs typeface="Cambria Math"/>
              </a:rPr>
              <a:t>, </a:t>
            </a:r>
            <a:r>
              <a:rPr sz="2800" dirty="0">
                <a:latin typeface="Cambria Math"/>
                <a:cs typeface="Cambria Math"/>
              </a:rPr>
              <a:t>𝑬</a:t>
            </a:r>
            <a:r>
              <a:rPr sz="2800" spc="110" dirty="0">
                <a:latin typeface="Cambria Math"/>
                <a:cs typeface="Cambria Math"/>
              </a:rPr>
              <a:t> &gt; </a:t>
            </a:r>
            <a:r>
              <a:rPr sz="28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，</a:t>
            </a:r>
            <a:r>
              <a:rPr sz="28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其邻接链表由</a:t>
            </a:r>
            <a:r>
              <a:rPr sz="28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|𝑽|</a:t>
            </a:r>
            <a:r>
              <a:rPr sz="2800" spc="-15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条链表的数组构成</a:t>
            </a:r>
            <a:endParaRPr sz="28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355600" indent="-342900">
              <a:lnSpc>
                <a:spcPct val="100000"/>
              </a:lnSpc>
              <a:spcBef>
                <a:spcPts val="62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15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每个顶点有一条链表，包含所有与其相邻的顶点</a:t>
            </a:r>
            <a:endParaRPr sz="28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67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  <a:tab pos="1709420" algn="l"/>
                <a:tab pos="2139315" algn="l"/>
              </a:tabLst>
            </a:pPr>
            <a:r>
              <a:rPr sz="2400" dirty="0">
                <a:latin typeface="Cambria Math"/>
                <a:cs typeface="Cambria Math"/>
              </a:rPr>
              <a:t>𝑨𝒅𝒋</a:t>
            </a:r>
            <a:r>
              <a:rPr sz="2400" spc="320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𝒂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=</a:t>
            </a:r>
            <a:r>
              <a:rPr sz="2400" dirty="0">
                <a:latin typeface="Cambria Math"/>
                <a:cs typeface="Cambria Math"/>
              </a:rPr>
              <a:t>	𝒃,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𝒅</a:t>
            </a:r>
            <a:r>
              <a:rPr sz="2400" spc="400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;</a:t>
            </a:r>
            <a:endParaRPr sz="2400" dirty="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292352" y="70579"/>
            <a:ext cx="5085299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图的表示：邻接链</a:t>
            </a:r>
            <a:r>
              <a:rPr spc="-60" dirty="0" err="1">
                <a:latin typeface="SimSun" panose="02010600030101010101" pitchFamily="2" charset="-122"/>
                <a:ea typeface="SimSun" panose="02010600030101010101" pitchFamily="2" charset="-122"/>
              </a:rPr>
              <a:t>表</a:t>
            </a:r>
            <a:endParaRPr spc="-6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764286" y="3035807"/>
            <a:ext cx="634365" cy="634365"/>
            <a:chOff x="764286" y="3035807"/>
            <a:chExt cx="634365" cy="634365"/>
          </a:xfrm>
        </p:grpSpPr>
        <p:sp>
          <p:nvSpPr>
            <p:cNvPr id="8" name="object 8"/>
            <p:cNvSpPr/>
            <p:nvPr/>
          </p:nvSpPr>
          <p:spPr>
            <a:xfrm>
              <a:off x="783336" y="3054857"/>
              <a:ext cx="596265" cy="596265"/>
            </a:xfrm>
            <a:custGeom>
              <a:avLst/>
              <a:gdLst/>
              <a:ahLst/>
              <a:cxnLst/>
              <a:rect l="l" t="t" r="r" b="b"/>
              <a:pathLst>
                <a:path w="596265" h="596264">
                  <a:moveTo>
                    <a:pt x="297942" y="0"/>
                  </a:moveTo>
                  <a:lnTo>
                    <a:pt x="249613" y="3898"/>
                  </a:lnTo>
                  <a:lnTo>
                    <a:pt x="203767" y="15185"/>
                  </a:lnTo>
                  <a:lnTo>
                    <a:pt x="161018" y="33247"/>
                  </a:lnTo>
                  <a:lnTo>
                    <a:pt x="121979" y="57473"/>
                  </a:lnTo>
                  <a:lnTo>
                    <a:pt x="87263" y="87249"/>
                  </a:lnTo>
                  <a:lnTo>
                    <a:pt x="57484" y="121962"/>
                  </a:lnTo>
                  <a:lnTo>
                    <a:pt x="33254" y="161001"/>
                  </a:lnTo>
                  <a:lnTo>
                    <a:pt x="15188" y="203752"/>
                  </a:lnTo>
                  <a:lnTo>
                    <a:pt x="3899" y="249603"/>
                  </a:lnTo>
                  <a:lnTo>
                    <a:pt x="0" y="297941"/>
                  </a:lnTo>
                  <a:lnTo>
                    <a:pt x="3899" y="346280"/>
                  </a:lnTo>
                  <a:lnTo>
                    <a:pt x="15188" y="392131"/>
                  </a:lnTo>
                  <a:lnTo>
                    <a:pt x="33254" y="434882"/>
                  </a:lnTo>
                  <a:lnTo>
                    <a:pt x="57484" y="473921"/>
                  </a:lnTo>
                  <a:lnTo>
                    <a:pt x="87263" y="508634"/>
                  </a:lnTo>
                  <a:lnTo>
                    <a:pt x="121979" y="538410"/>
                  </a:lnTo>
                  <a:lnTo>
                    <a:pt x="161018" y="562636"/>
                  </a:lnTo>
                  <a:lnTo>
                    <a:pt x="203767" y="580698"/>
                  </a:lnTo>
                  <a:lnTo>
                    <a:pt x="249613" y="591985"/>
                  </a:lnTo>
                  <a:lnTo>
                    <a:pt x="297942" y="595883"/>
                  </a:lnTo>
                  <a:lnTo>
                    <a:pt x="346270" y="591985"/>
                  </a:lnTo>
                  <a:lnTo>
                    <a:pt x="392116" y="580698"/>
                  </a:lnTo>
                  <a:lnTo>
                    <a:pt x="434865" y="562636"/>
                  </a:lnTo>
                  <a:lnTo>
                    <a:pt x="473904" y="538410"/>
                  </a:lnTo>
                  <a:lnTo>
                    <a:pt x="508620" y="508634"/>
                  </a:lnTo>
                  <a:lnTo>
                    <a:pt x="538399" y="473921"/>
                  </a:lnTo>
                  <a:lnTo>
                    <a:pt x="562629" y="434882"/>
                  </a:lnTo>
                  <a:lnTo>
                    <a:pt x="580695" y="392131"/>
                  </a:lnTo>
                  <a:lnTo>
                    <a:pt x="591984" y="346280"/>
                  </a:lnTo>
                  <a:lnTo>
                    <a:pt x="595883" y="297941"/>
                  </a:lnTo>
                  <a:lnTo>
                    <a:pt x="591984" y="249603"/>
                  </a:lnTo>
                  <a:lnTo>
                    <a:pt x="580695" y="203752"/>
                  </a:lnTo>
                  <a:lnTo>
                    <a:pt x="562629" y="161001"/>
                  </a:lnTo>
                  <a:lnTo>
                    <a:pt x="538399" y="121962"/>
                  </a:lnTo>
                  <a:lnTo>
                    <a:pt x="508620" y="87248"/>
                  </a:lnTo>
                  <a:lnTo>
                    <a:pt x="473904" y="57473"/>
                  </a:lnTo>
                  <a:lnTo>
                    <a:pt x="434865" y="33247"/>
                  </a:lnTo>
                  <a:lnTo>
                    <a:pt x="392116" y="15185"/>
                  </a:lnTo>
                  <a:lnTo>
                    <a:pt x="346270" y="3898"/>
                  </a:lnTo>
                  <a:lnTo>
                    <a:pt x="297942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83336" y="3054857"/>
              <a:ext cx="596265" cy="596265"/>
            </a:xfrm>
            <a:custGeom>
              <a:avLst/>
              <a:gdLst/>
              <a:ahLst/>
              <a:cxnLst/>
              <a:rect l="l" t="t" r="r" b="b"/>
              <a:pathLst>
                <a:path w="596265" h="596264">
                  <a:moveTo>
                    <a:pt x="0" y="297941"/>
                  </a:moveTo>
                  <a:lnTo>
                    <a:pt x="3899" y="249603"/>
                  </a:lnTo>
                  <a:lnTo>
                    <a:pt x="15188" y="203752"/>
                  </a:lnTo>
                  <a:lnTo>
                    <a:pt x="33254" y="161001"/>
                  </a:lnTo>
                  <a:lnTo>
                    <a:pt x="57484" y="121962"/>
                  </a:lnTo>
                  <a:lnTo>
                    <a:pt x="87263" y="87249"/>
                  </a:lnTo>
                  <a:lnTo>
                    <a:pt x="121979" y="57473"/>
                  </a:lnTo>
                  <a:lnTo>
                    <a:pt x="161018" y="33247"/>
                  </a:lnTo>
                  <a:lnTo>
                    <a:pt x="203767" y="15185"/>
                  </a:lnTo>
                  <a:lnTo>
                    <a:pt x="249613" y="3898"/>
                  </a:lnTo>
                  <a:lnTo>
                    <a:pt x="297942" y="0"/>
                  </a:lnTo>
                  <a:lnTo>
                    <a:pt x="346270" y="3898"/>
                  </a:lnTo>
                  <a:lnTo>
                    <a:pt x="392116" y="15185"/>
                  </a:lnTo>
                  <a:lnTo>
                    <a:pt x="434865" y="33247"/>
                  </a:lnTo>
                  <a:lnTo>
                    <a:pt x="473904" y="57473"/>
                  </a:lnTo>
                  <a:lnTo>
                    <a:pt x="508620" y="87248"/>
                  </a:lnTo>
                  <a:lnTo>
                    <a:pt x="538399" y="121962"/>
                  </a:lnTo>
                  <a:lnTo>
                    <a:pt x="562629" y="161001"/>
                  </a:lnTo>
                  <a:lnTo>
                    <a:pt x="580695" y="203752"/>
                  </a:lnTo>
                  <a:lnTo>
                    <a:pt x="591984" y="249603"/>
                  </a:lnTo>
                  <a:lnTo>
                    <a:pt x="595883" y="297941"/>
                  </a:lnTo>
                  <a:lnTo>
                    <a:pt x="591984" y="346280"/>
                  </a:lnTo>
                  <a:lnTo>
                    <a:pt x="580695" y="392131"/>
                  </a:lnTo>
                  <a:lnTo>
                    <a:pt x="562629" y="434882"/>
                  </a:lnTo>
                  <a:lnTo>
                    <a:pt x="538399" y="473921"/>
                  </a:lnTo>
                  <a:lnTo>
                    <a:pt x="508620" y="508634"/>
                  </a:lnTo>
                  <a:lnTo>
                    <a:pt x="473904" y="538410"/>
                  </a:lnTo>
                  <a:lnTo>
                    <a:pt x="434865" y="562636"/>
                  </a:lnTo>
                  <a:lnTo>
                    <a:pt x="392116" y="580698"/>
                  </a:lnTo>
                  <a:lnTo>
                    <a:pt x="346270" y="591985"/>
                  </a:lnTo>
                  <a:lnTo>
                    <a:pt x="297942" y="595883"/>
                  </a:lnTo>
                  <a:lnTo>
                    <a:pt x="249613" y="591985"/>
                  </a:lnTo>
                  <a:lnTo>
                    <a:pt x="203767" y="580698"/>
                  </a:lnTo>
                  <a:lnTo>
                    <a:pt x="161018" y="562636"/>
                  </a:lnTo>
                  <a:lnTo>
                    <a:pt x="121979" y="538410"/>
                  </a:lnTo>
                  <a:lnTo>
                    <a:pt x="87263" y="508634"/>
                  </a:lnTo>
                  <a:lnTo>
                    <a:pt x="57484" y="473921"/>
                  </a:lnTo>
                  <a:lnTo>
                    <a:pt x="33254" y="434882"/>
                  </a:lnTo>
                  <a:lnTo>
                    <a:pt x="15188" y="392131"/>
                  </a:lnTo>
                  <a:lnTo>
                    <a:pt x="3899" y="346280"/>
                  </a:lnTo>
                  <a:lnTo>
                    <a:pt x="0" y="297941"/>
                  </a:lnTo>
                  <a:close/>
                </a:path>
              </a:pathLst>
            </a:custGeom>
            <a:ln w="3810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935736" y="3146805"/>
            <a:ext cx="2152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𝒂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330195" y="3035807"/>
            <a:ext cx="634365" cy="634365"/>
            <a:chOff x="2330195" y="3035807"/>
            <a:chExt cx="634365" cy="634365"/>
          </a:xfrm>
        </p:grpSpPr>
        <p:sp>
          <p:nvSpPr>
            <p:cNvPr id="12" name="object 12"/>
            <p:cNvSpPr/>
            <p:nvPr/>
          </p:nvSpPr>
          <p:spPr>
            <a:xfrm>
              <a:off x="2349245" y="3054857"/>
              <a:ext cx="596265" cy="596265"/>
            </a:xfrm>
            <a:custGeom>
              <a:avLst/>
              <a:gdLst/>
              <a:ahLst/>
              <a:cxnLst/>
              <a:rect l="l" t="t" r="r" b="b"/>
              <a:pathLst>
                <a:path w="596264" h="596264">
                  <a:moveTo>
                    <a:pt x="297942" y="0"/>
                  </a:moveTo>
                  <a:lnTo>
                    <a:pt x="249603" y="3898"/>
                  </a:lnTo>
                  <a:lnTo>
                    <a:pt x="203752" y="15185"/>
                  </a:lnTo>
                  <a:lnTo>
                    <a:pt x="161001" y="33247"/>
                  </a:lnTo>
                  <a:lnTo>
                    <a:pt x="121962" y="57473"/>
                  </a:lnTo>
                  <a:lnTo>
                    <a:pt x="87249" y="87249"/>
                  </a:lnTo>
                  <a:lnTo>
                    <a:pt x="57473" y="121962"/>
                  </a:lnTo>
                  <a:lnTo>
                    <a:pt x="33247" y="161001"/>
                  </a:lnTo>
                  <a:lnTo>
                    <a:pt x="15185" y="203752"/>
                  </a:lnTo>
                  <a:lnTo>
                    <a:pt x="3898" y="249603"/>
                  </a:lnTo>
                  <a:lnTo>
                    <a:pt x="0" y="297941"/>
                  </a:lnTo>
                  <a:lnTo>
                    <a:pt x="3898" y="346280"/>
                  </a:lnTo>
                  <a:lnTo>
                    <a:pt x="15185" y="392131"/>
                  </a:lnTo>
                  <a:lnTo>
                    <a:pt x="33247" y="434882"/>
                  </a:lnTo>
                  <a:lnTo>
                    <a:pt x="57473" y="473921"/>
                  </a:lnTo>
                  <a:lnTo>
                    <a:pt x="87248" y="508634"/>
                  </a:lnTo>
                  <a:lnTo>
                    <a:pt x="121962" y="538410"/>
                  </a:lnTo>
                  <a:lnTo>
                    <a:pt x="161001" y="562636"/>
                  </a:lnTo>
                  <a:lnTo>
                    <a:pt x="203752" y="580698"/>
                  </a:lnTo>
                  <a:lnTo>
                    <a:pt x="249603" y="591985"/>
                  </a:lnTo>
                  <a:lnTo>
                    <a:pt x="297942" y="595883"/>
                  </a:lnTo>
                  <a:lnTo>
                    <a:pt x="346280" y="591985"/>
                  </a:lnTo>
                  <a:lnTo>
                    <a:pt x="392131" y="580698"/>
                  </a:lnTo>
                  <a:lnTo>
                    <a:pt x="434882" y="562636"/>
                  </a:lnTo>
                  <a:lnTo>
                    <a:pt x="473921" y="538410"/>
                  </a:lnTo>
                  <a:lnTo>
                    <a:pt x="508635" y="508634"/>
                  </a:lnTo>
                  <a:lnTo>
                    <a:pt x="538410" y="473921"/>
                  </a:lnTo>
                  <a:lnTo>
                    <a:pt x="562636" y="434882"/>
                  </a:lnTo>
                  <a:lnTo>
                    <a:pt x="580698" y="392131"/>
                  </a:lnTo>
                  <a:lnTo>
                    <a:pt x="591985" y="346280"/>
                  </a:lnTo>
                  <a:lnTo>
                    <a:pt x="595884" y="297941"/>
                  </a:lnTo>
                  <a:lnTo>
                    <a:pt x="591985" y="249603"/>
                  </a:lnTo>
                  <a:lnTo>
                    <a:pt x="580698" y="203752"/>
                  </a:lnTo>
                  <a:lnTo>
                    <a:pt x="562636" y="161001"/>
                  </a:lnTo>
                  <a:lnTo>
                    <a:pt x="538410" y="121962"/>
                  </a:lnTo>
                  <a:lnTo>
                    <a:pt x="508635" y="87248"/>
                  </a:lnTo>
                  <a:lnTo>
                    <a:pt x="473921" y="57473"/>
                  </a:lnTo>
                  <a:lnTo>
                    <a:pt x="434882" y="33247"/>
                  </a:lnTo>
                  <a:lnTo>
                    <a:pt x="392131" y="15185"/>
                  </a:lnTo>
                  <a:lnTo>
                    <a:pt x="346280" y="3898"/>
                  </a:lnTo>
                  <a:lnTo>
                    <a:pt x="297942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349245" y="3054857"/>
              <a:ext cx="596265" cy="596265"/>
            </a:xfrm>
            <a:custGeom>
              <a:avLst/>
              <a:gdLst/>
              <a:ahLst/>
              <a:cxnLst/>
              <a:rect l="l" t="t" r="r" b="b"/>
              <a:pathLst>
                <a:path w="596264" h="596264">
                  <a:moveTo>
                    <a:pt x="0" y="297941"/>
                  </a:moveTo>
                  <a:lnTo>
                    <a:pt x="3898" y="249603"/>
                  </a:lnTo>
                  <a:lnTo>
                    <a:pt x="15185" y="203752"/>
                  </a:lnTo>
                  <a:lnTo>
                    <a:pt x="33247" y="161001"/>
                  </a:lnTo>
                  <a:lnTo>
                    <a:pt x="57473" y="121962"/>
                  </a:lnTo>
                  <a:lnTo>
                    <a:pt x="87249" y="87249"/>
                  </a:lnTo>
                  <a:lnTo>
                    <a:pt x="121962" y="57473"/>
                  </a:lnTo>
                  <a:lnTo>
                    <a:pt x="161001" y="33247"/>
                  </a:lnTo>
                  <a:lnTo>
                    <a:pt x="203752" y="15185"/>
                  </a:lnTo>
                  <a:lnTo>
                    <a:pt x="249603" y="3898"/>
                  </a:lnTo>
                  <a:lnTo>
                    <a:pt x="297942" y="0"/>
                  </a:lnTo>
                  <a:lnTo>
                    <a:pt x="346280" y="3898"/>
                  </a:lnTo>
                  <a:lnTo>
                    <a:pt x="392131" y="15185"/>
                  </a:lnTo>
                  <a:lnTo>
                    <a:pt x="434882" y="33247"/>
                  </a:lnTo>
                  <a:lnTo>
                    <a:pt x="473921" y="57473"/>
                  </a:lnTo>
                  <a:lnTo>
                    <a:pt x="508635" y="87248"/>
                  </a:lnTo>
                  <a:lnTo>
                    <a:pt x="538410" y="121962"/>
                  </a:lnTo>
                  <a:lnTo>
                    <a:pt x="562636" y="161001"/>
                  </a:lnTo>
                  <a:lnTo>
                    <a:pt x="580698" y="203752"/>
                  </a:lnTo>
                  <a:lnTo>
                    <a:pt x="591985" y="249603"/>
                  </a:lnTo>
                  <a:lnTo>
                    <a:pt x="595884" y="297941"/>
                  </a:lnTo>
                  <a:lnTo>
                    <a:pt x="591985" y="346280"/>
                  </a:lnTo>
                  <a:lnTo>
                    <a:pt x="580698" y="392131"/>
                  </a:lnTo>
                  <a:lnTo>
                    <a:pt x="562636" y="434882"/>
                  </a:lnTo>
                  <a:lnTo>
                    <a:pt x="538410" y="473921"/>
                  </a:lnTo>
                  <a:lnTo>
                    <a:pt x="508635" y="508634"/>
                  </a:lnTo>
                  <a:lnTo>
                    <a:pt x="473921" y="538410"/>
                  </a:lnTo>
                  <a:lnTo>
                    <a:pt x="434882" y="562636"/>
                  </a:lnTo>
                  <a:lnTo>
                    <a:pt x="392131" y="580698"/>
                  </a:lnTo>
                  <a:lnTo>
                    <a:pt x="346280" y="591985"/>
                  </a:lnTo>
                  <a:lnTo>
                    <a:pt x="297942" y="595883"/>
                  </a:lnTo>
                  <a:lnTo>
                    <a:pt x="249603" y="591985"/>
                  </a:lnTo>
                  <a:lnTo>
                    <a:pt x="203752" y="580698"/>
                  </a:lnTo>
                  <a:lnTo>
                    <a:pt x="161001" y="562636"/>
                  </a:lnTo>
                  <a:lnTo>
                    <a:pt x="121962" y="538410"/>
                  </a:lnTo>
                  <a:lnTo>
                    <a:pt x="87248" y="508634"/>
                  </a:lnTo>
                  <a:lnTo>
                    <a:pt x="57473" y="473921"/>
                  </a:lnTo>
                  <a:lnTo>
                    <a:pt x="33247" y="434882"/>
                  </a:lnTo>
                  <a:lnTo>
                    <a:pt x="15185" y="392131"/>
                  </a:lnTo>
                  <a:lnTo>
                    <a:pt x="3898" y="346280"/>
                  </a:lnTo>
                  <a:lnTo>
                    <a:pt x="0" y="297941"/>
                  </a:lnTo>
                  <a:close/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2503423" y="3146805"/>
            <a:ext cx="2108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𝒃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764286" y="4670297"/>
            <a:ext cx="634365" cy="634365"/>
            <a:chOff x="764286" y="4670297"/>
            <a:chExt cx="634365" cy="634365"/>
          </a:xfrm>
        </p:grpSpPr>
        <p:sp>
          <p:nvSpPr>
            <p:cNvPr id="16" name="object 16"/>
            <p:cNvSpPr/>
            <p:nvPr/>
          </p:nvSpPr>
          <p:spPr>
            <a:xfrm>
              <a:off x="783336" y="4689347"/>
              <a:ext cx="596265" cy="596265"/>
            </a:xfrm>
            <a:custGeom>
              <a:avLst/>
              <a:gdLst/>
              <a:ahLst/>
              <a:cxnLst/>
              <a:rect l="l" t="t" r="r" b="b"/>
              <a:pathLst>
                <a:path w="596265" h="596264">
                  <a:moveTo>
                    <a:pt x="297942" y="0"/>
                  </a:moveTo>
                  <a:lnTo>
                    <a:pt x="249613" y="3898"/>
                  </a:lnTo>
                  <a:lnTo>
                    <a:pt x="203767" y="15185"/>
                  </a:lnTo>
                  <a:lnTo>
                    <a:pt x="161018" y="33247"/>
                  </a:lnTo>
                  <a:lnTo>
                    <a:pt x="121979" y="57473"/>
                  </a:lnTo>
                  <a:lnTo>
                    <a:pt x="87263" y="87248"/>
                  </a:lnTo>
                  <a:lnTo>
                    <a:pt x="57484" y="121962"/>
                  </a:lnTo>
                  <a:lnTo>
                    <a:pt x="33254" y="161001"/>
                  </a:lnTo>
                  <a:lnTo>
                    <a:pt x="15188" y="203752"/>
                  </a:lnTo>
                  <a:lnTo>
                    <a:pt x="3899" y="249603"/>
                  </a:lnTo>
                  <a:lnTo>
                    <a:pt x="0" y="297941"/>
                  </a:lnTo>
                  <a:lnTo>
                    <a:pt x="3899" y="346280"/>
                  </a:lnTo>
                  <a:lnTo>
                    <a:pt x="15188" y="392131"/>
                  </a:lnTo>
                  <a:lnTo>
                    <a:pt x="33254" y="434882"/>
                  </a:lnTo>
                  <a:lnTo>
                    <a:pt x="57484" y="473921"/>
                  </a:lnTo>
                  <a:lnTo>
                    <a:pt x="87263" y="508634"/>
                  </a:lnTo>
                  <a:lnTo>
                    <a:pt x="121979" y="538410"/>
                  </a:lnTo>
                  <a:lnTo>
                    <a:pt x="161018" y="562636"/>
                  </a:lnTo>
                  <a:lnTo>
                    <a:pt x="203767" y="580698"/>
                  </a:lnTo>
                  <a:lnTo>
                    <a:pt x="249613" y="591985"/>
                  </a:lnTo>
                  <a:lnTo>
                    <a:pt x="297942" y="595883"/>
                  </a:lnTo>
                  <a:lnTo>
                    <a:pt x="346270" y="591985"/>
                  </a:lnTo>
                  <a:lnTo>
                    <a:pt x="392116" y="580698"/>
                  </a:lnTo>
                  <a:lnTo>
                    <a:pt x="434865" y="562636"/>
                  </a:lnTo>
                  <a:lnTo>
                    <a:pt x="473904" y="538410"/>
                  </a:lnTo>
                  <a:lnTo>
                    <a:pt x="508620" y="508635"/>
                  </a:lnTo>
                  <a:lnTo>
                    <a:pt x="538399" y="473921"/>
                  </a:lnTo>
                  <a:lnTo>
                    <a:pt x="562629" y="434882"/>
                  </a:lnTo>
                  <a:lnTo>
                    <a:pt x="580695" y="392131"/>
                  </a:lnTo>
                  <a:lnTo>
                    <a:pt x="591984" y="346280"/>
                  </a:lnTo>
                  <a:lnTo>
                    <a:pt x="595883" y="297941"/>
                  </a:lnTo>
                  <a:lnTo>
                    <a:pt x="591984" y="249603"/>
                  </a:lnTo>
                  <a:lnTo>
                    <a:pt x="580695" y="203752"/>
                  </a:lnTo>
                  <a:lnTo>
                    <a:pt x="562629" y="161001"/>
                  </a:lnTo>
                  <a:lnTo>
                    <a:pt x="538399" y="121962"/>
                  </a:lnTo>
                  <a:lnTo>
                    <a:pt x="508620" y="87249"/>
                  </a:lnTo>
                  <a:lnTo>
                    <a:pt x="473904" y="57473"/>
                  </a:lnTo>
                  <a:lnTo>
                    <a:pt x="434865" y="33247"/>
                  </a:lnTo>
                  <a:lnTo>
                    <a:pt x="392116" y="15185"/>
                  </a:lnTo>
                  <a:lnTo>
                    <a:pt x="346270" y="3898"/>
                  </a:lnTo>
                  <a:lnTo>
                    <a:pt x="297942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83336" y="4689347"/>
              <a:ext cx="596265" cy="596265"/>
            </a:xfrm>
            <a:custGeom>
              <a:avLst/>
              <a:gdLst/>
              <a:ahLst/>
              <a:cxnLst/>
              <a:rect l="l" t="t" r="r" b="b"/>
              <a:pathLst>
                <a:path w="596265" h="596264">
                  <a:moveTo>
                    <a:pt x="0" y="297941"/>
                  </a:moveTo>
                  <a:lnTo>
                    <a:pt x="3899" y="249603"/>
                  </a:lnTo>
                  <a:lnTo>
                    <a:pt x="15188" y="203752"/>
                  </a:lnTo>
                  <a:lnTo>
                    <a:pt x="33254" y="161001"/>
                  </a:lnTo>
                  <a:lnTo>
                    <a:pt x="57484" y="121962"/>
                  </a:lnTo>
                  <a:lnTo>
                    <a:pt x="87263" y="87248"/>
                  </a:lnTo>
                  <a:lnTo>
                    <a:pt x="121979" y="57473"/>
                  </a:lnTo>
                  <a:lnTo>
                    <a:pt x="161018" y="33247"/>
                  </a:lnTo>
                  <a:lnTo>
                    <a:pt x="203767" y="15185"/>
                  </a:lnTo>
                  <a:lnTo>
                    <a:pt x="249613" y="3898"/>
                  </a:lnTo>
                  <a:lnTo>
                    <a:pt x="297942" y="0"/>
                  </a:lnTo>
                  <a:lnTo>
                    <a:pt x="346270" y="3898"/>
                  </a:lnTo>
                  <a:lnTo>
                    <a:pt x="392116" y="15185"/>
                  </a:lnTo>
                  <a:lnTo>
                    <a:pt x="434865" y="33247"/>
                  </a:lnTo>
                  <a:lnTo>
                    <a:pt x="473904" y="57473"/>
                  </a:lnTo>
                  <a:lnTo>
                    <a:pt x="508620" y="87249"/>
                  </a:lnTo>
                  <a:lnTo>
                    <a:pt x="538399" y="121962"/>
                  </a:lnTo>
                  <a:lnTo>
                    <a:pt x="562629" y="161001"/>
                  </a:lnTo>
                  <a:lnTo>
                    <a:pt x="580695" y="203752"/>
                  </a:lnTo>
                  <a:lnTo>
                    <a:pt x="591984" y="249603"/>
                  </a:lnTo>
                  <a:lnTo>
                    <a:pt x="595883" y="297941"/>
                  </a:lnTo>
                  <a:lnTo>
                    <a:pt x="591984" y="346280"/>
                  </a:lnTo>
                  <a:lnTo>
                    <a:pt x="580695" y="392131"/>
                  </a:lnTo>
                  <a:lnTo>
                    <a:pt x="562629" y="434882"/>
                  </a:lnTo>
                  <a:lnTo>
                    <a:pt x="538399" y="473921"/>
                  </a:lnTo>
                  <a:lnTo>
                    <a:pt x="508620" y="508635"/>
                  </a:lnTo>
                  <a:lnTo>
                    <a:pt x="473904" y="538410"/>
                  </a:lnTo>
                  <a:lnTo>
                    <a:pt x="434865" y="562636"/>
                  </a:lnTo>
                  <a:lnTo>
                    <a:pt x="392116" y="580698"/>
                  </a:lnTo>
                  <a:lnTo>
                    <a:pt x="346270" y="591985"/>
                  </a:lnTo>
                  <a:lnTo>
                    <a:pt x="297942" y="595883"/>
                  </a:lnTo>
                  <a:lnTo>
                    <a:pt x="249613" y="591985"/>
                  </a:lnTo>
                  <a:lnTo>
                    <a:pt x="203767" y="580698"/>
                  </a:lnTo>
                  <a:lnTo>
                    <a:pt x="161018" y="562636"/>
                  </a:lnTo>
                  <a:lnTo>
                    <a:pt x="121979" y="538410"/>
                  </a:lnTo>
                  <a:lnTo>
                    <a:pt x="87263" y="508634"/>
                  </a:lnTo>
                  <a:lnTo>
                    <a:pt x="57484" y="473921"/>
                  </a:lnTo>
                  <a:lnTo>
                    <a:pt x="33254" y="434882"/>
                  </a:lnTo>
                  <a:lnTo>
                    <a:pt x="15188" y="392131"/>
                  </a:lnTo>
                  <a:lnTo>
                    <a:pt x="3899" y="346280"/>
                  </a:lnTo>
                  <a:lnTo>
                    <a:pt x="0" y="297941"/>
                  </a:lnTo>
                  <a:close/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931925" y="4781804"/>
            <a:ext cx="2216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𝒅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617214" y="3857244"/>
            <a:ext cx="596265" cy="596265"/>
          </a:xfrm>
          <a:custGeom>
            <a:avLst/>
            <a:gdLst/>
            <a:ahLst/>
            <a:cxnLst/>
            <a:rect l="l" t="t" r="r" b="b"/>
            <a:pathLst>
              <a:path w="596264" h="596264">
                <a:moveTo>
                  <a:pt x="0" y="297941"/>
                </a:moveTo>
                <a:lnTo>
                  <a:pt x="3898" y="249603"/>
                </a:lnTo>
                <a:lnTo>
                  <a:pt x="15185" y="203752"/>
                </a:lnTo>
                <a:lnTo>
                  <a:pt x="33247" y="161001"/>
                </a:lnTo>
                <a:lnTo>
                  <a:pt x="57473" y="121962"/>
                </a:lnTo>
                <a:lnTo>
                  <a:pt x="87248" y="87248"/>
                </a:lnTo>
                <a:lnTo>
                  <a:pt x="121962" y="57473"/>
                </a:lnTo>
                <a:lnTo>
                  <a:pt x="161001" y="33247"/>
                </a:lnTo>
                <a:lnTo>
                  <a:pt x="203752" y="15185"/>
                </a:lnTo>
                <a:lnTo>
                  <a:pt x="249603" y="3898"/>
                </a:lnTo>
                <a:lnTo>
                  <a:pt x="297941" y="0"/>
                </a:lnTo>
                <a:lnTo>
                  <a:pt x="346280" y="3898"/>
                </a:lnTo>
                <a:lnTo>
                  <a:pt x="392131" y="15185"/>
                </a:lnTo>
                <a:lnTo>
                  <a:pt x="434882" y="33247"/>
                </a:lnTo>
                <a:lnTo>
                  <a:pt x="473921" y="57473"/>
                </a:lnTo>
                <a:lnTo>
                  <a:pt x="508635" y="87248"/>
                </a:lnTo>
                <a:lnTo>
                  <a:pt x="538410" y="121962"/>
                </a:lnTo>
                <a:lnTo>
                  <a:pt x="562636" y="161001"/>
                </a:lnTo>
                <a:lnTo>
                  <a:pt x="580698" y="203752"/>
                </a:lnTo>
                <a:lnTo>
                  <a:pt x="591985" y="249603"/>
                </a:lnTo>
                <a:lnTo>
                  <a:pt x="595884" y="297941"/>
                </a:lnTo>
                <a:lnTo>
                  <a:pt x="591985" y="346280"/>
                </a:lnTo>
                <a:lnTo>
                  <a:pt x="580698" y="392131"/>
                </a:lnTo>
                <a:lnTo>
                  <a:pt x="562636" y="434882"/>
                </a:lnTo>
                <a:lnTo>
                  <a:pt x="538410" y="473921"/>
                </a:lnTo>
                <a:lnTo>
                  <a:pt x="508635" y="508634"/>
                </a:lnTo>
                <a:lnTo>
                  <a:pt x="473921" y="538410"/>
                </a:lnTo>
                <a:lnTo>
                  <a:pt x="434882" y="562636"/>
                </a:lnTo>
                <a:lnTo>
                  <a:pt x="392131" y="580698"/>
                </a:lnTo>
                <a:lnTo>
                  <a:pt x="346280" y="591985"/>
                </a:lnTo>
                <a:lnTo>
                  <a:pt x="297941" y="595883"/>
                </a:lnTo>
                <a:lnTo>
                  <a:pt x="249603" y="591985"/>
                </a:lnTo>
                <a:lnTo>
                  <a:pt x="203752" y="580698"/>
                </a:lnTo>
                <a:lnTo>
                  <a:pt x="161001" y="562636"/>
                </a:lnTo>
                <a:lnTo>
                  <a:pt x="121962" y="538410"/>
                </a:lnTo>
                <a:lnTo>
                  <a:pt x="87249" y="508634"/>
                </a:lnTo>
                <a:lnTo>
                  <a:pt x="57473" y="473921"/>
                </a:lnTo>
                <a:lnTo>
                  <a:pt x="33247" y="434882"/>
                </a:lnTo>
                <a:lnTo>
                  <a:pt x="15185" y="392131"/>
                </a:lnTo>
                <a:lnTo>
                  <a:pt x="3898" y="346280"/>
                </a:lnTo>
                <a:lnTo>
                  <a:pt x="0" y="297941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3787394" y="3949445"/>
            <a:ext cx="1797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𝒄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1062227" y="3333750"/>
            <a:ext cx="2661285" cy="1971039"/>
            <a:chOff x="1062227" y="3333750"/>
            <a:chExt cx="2661285" cy="1971039"/>
          </a:xfrm>
        </p:grpSpPr>
        <p:sp>
          <p:nvSpPr>
            <p:cNvPr id="22" name="object 22"/>
            <p:cNvSpPr/>
            <p:nvPr/>
          </p:nvSpPr>
          <p:spPr>
            <a:xfrm>
              <a:off x="1081277" y="3352800"/>
              <a:ext cx="1268095" cy="1337310"/>
            </a:xfrm>
            <a:custGeom>
              <a:avLst/>
              <a:gdLst/>
              <a:ahLst/>
              <a:cxnLst/>
              <a:rect l="l" t="t" r="r" b="b"/>
              <a:pathLst>
                <a:path w="1268095" h="1337310">
                  <a:moveTo>
                    <a:pt x="297941" y="0"/>
                  </a:moveTo>
                  <a:lnTo>
                    <a:pt x="1267841" y="0"/>
                  </a:lnTo>
                </a:path>
                <a:path w="1268095" h="1337310">
                  <a:moveTo>
                    <a:pt x="0" y="297942"/>
                  </a:moveTo>
                  <a:lnTo>
                    <a:pt x="0" y="1336802"/>
                  </a:lnTo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292352" y="3352800"/>
              <a:ext cx="2412365" cy="1932939"/>
            </a:xfrm>
            <a:custGeom>
              <a:avLst/>
              <a:gdLst/>
              <a:ahLst/>
              <a:cxnLst/>
              <a:rect l="l" t="t" r="r" b="b"/>
              <a:pathLst>
                <a:path w="2412365" h="1932939">
                  <a:moveTo>
                    <a:pt x="1144397" y="210312"/>
                  </a:moveTo>
                  <a:lnTo>
                    <a:pt x="0" y="1423797"/>
                  </a:lnTo>
                </a:path>
                <a:path w="2412365" h="1932939">
                  <a:moveTo>
                    <a:pt x="2411857" y="1013460"/>
                  </a:moveTo>
                  <a:lnTo>
                    <a:pt x="1652777" y="1634998"/>
                  </a:lnTo>
                </a:path>
                <a:path w="2412365" h="1932939">
                  <a:moveTo>
                    <a:pt x="1354836" y="283463"/>
                  </a:moveTo>
                  <a:lnTo>
                    <a:pt x="1354836" y="1322324"/>
                  </a:lnTo>
                </a:path>
                <a:path w="2412365" h="1932939">
                  <a:moveTo>
                    <a:pt x="1652777" y="0"/>
                  </a:moveTo>
                  <a:lnTo>
                    <a:pt x="2411857" y="591947"/>
                  </a:lnTo>
                </a:path>
                <a:path w="2412365" h="1932939">
                  <a:moveTo>
                    <a:pt x="1056893" y="1634489"/>
                  </a:moveTo>
                  <a:lnTo>
                    <a:pt x="1060792" y="1586151"/>
                  </a:lnTo>
                  <a:lnTo>
                    <a:pt x="1072079" y="1540300"/>
                  </a:lnTo>
                  <a:lnTo>
                    <a:pt x="1090141" y="1497549"/>
                  </a:lnTo>
                  <a:lnTo>
                    <a:pt x="1114367" y="1458510"/>
                  </a:lnTo>
                  <a:lnTo>
                    <a:pt x="1144142" y="1423796"/>
                  </a:lnTo>
                  <a:lnTo>
                    <a:pt x="1178856" y="1394021"/>
                  </a:lnTo>
                  <a:lnTo>
                    <a:pt x="1217895" y="1369795"/>
                  </a:lnTo>
                  <a:lnTo>
                    <a:pt x="1260646" y="1351733"/>
                  </a:lnTo>
                  <a:lnTo>
                    <a:pt x="1306497" y="1340446"/>
                  </a:lnTo>
                  <a:lnTo>
                    <a:pt x="1354836" y="1336548"/>
                  </a:lnTo>
                  <a:lnTo>
                    <a:pt x="1403174" y="1340446"/>
                  </a:lnTo>
                  <a:lnTo>
                    <a:pt x="1449025" y="1351733"/>
                  </a:lnTo>
                  <a:lnTo>
                    <a:pt x="1491776" y="1369795"/>
                  </a:lnTo>
                  <a:lnTo>
                    <a:pt x="1530815" y="1394021"/>
                  </a:lnTo>
                  <a:lnTo>
                    <a:pt x="1565529" y="1423797"/>
                  </a:lnTo>
                  <a:lnTo>
                    <a:pt x="1595304" y="1458510"/>
                  </a:lnTo>
                  <a:lnTo>
                    <a:pt x="1619530" y="1497549"/>
                  </a:lnTo>
                  <a:lnTo>
                    <a:pt x="1637592" y="1540300"/>
                  </a:lnTo>
                  <a:lnTo>
                    <a:pt x="1648879" y="1586151"/>
                  </a:lnTo>
                  <a:lnTo>
                    <a:pt x="1652777" y="1634489"/>
                  </a:lnTo>
                  <a:lnTo>
                    <a:pt x="1648879" y="1682828"/>
                  </a:lnTo>
                  <a:lnTo>
                    <a:pt x="1637592" y="1728679"/>
                  </a:lnTo>
                  <a:lnTo>
                    <a:pt x="1619530" y="1771430"/>
                  </a:lnTo>
                  <a:lnTo>
                    <a:pt x="1595304" y="1810469"/>
                  </a:lnTo>
                  <a:lnTo>
                    <a:pt x="1565529" y="1845183"/>
                  </a:lnTo>
                  <a:lnTo>
                    <a:pt x="1530815" y="1874958"/>
                  </a:lnTo>
                  <a:lnTo>
                    <a:pt x="1491776" y="1899184"/>
                  </a:lnTo>
                  <a:lnTo>
                    <a:pt x="1449025" y="1917246"/>
                  </a:lnTo>
                  <a:lnTo>
                    <a:pt x="1403174" y="1928533"/>
                  </a:lnTo>
                  <a:lnTo>
                    <a:pt x="1354836" y="1932432"/>
                  </a:lnTo>
                  <a:lnTo>
                    <a:pt x="1306497" y="1928533"/>
                  </a:lnTo>
                  <a:lnTo>
                    <a:pt x="1260646" y="1917246"/>
                  </a:lnTo>
                  <a:lnTo>
                    <a:pt x="1217895" y="1899184"/>
                  </a:lnTo>
                  <a:lnTo>
                    <a:pt x="1178856" y="1874958"/>
                  </a:lnTo>
                  <a:lnTo>
                    <a:pt x="1144142" y="1845183"/>
                  </a:lnTo>
                  <a:lnTo>
                    <a:pt x="1114367" y="1810469"/>
                  </a:lnTo>
                  <a:lnTo>
                    <a:pt x="1090141" y="1771430"/>
                  </a:lnTo>
                  <a:lnTo>
                    <a:pt x="1072079" y="1728679"/>
                  </a:lnTo>
                  <a:lnTo>
                    <a:pt x="1060792" y="1682828"/>
                  </a:lnTo>
                  <a:lnTo>
                    <a:pt x="1056893" y="1634489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2511044" y="4781804"/>
            <a:ext cx="1974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𝒇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1379219" y="4987290"/>
            <a:ext cx="970280" cy="0"/>
          </a:xfrm>
          <a:custGeom>
            <a:avLst/>
            <a:gdLst/>
            <a:ahLst/>
            <a:cxnLst/>
            <a:rect l="l" t="t" r="r" b="b"/>
            <a:pathLst>
              <a:path w="970280">
                <a:moveTo>
                  <a:pt x="969899" y="0"/>
                </a:moveTo>
                <a:lnTo>
                  <a:pt x="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2293873" y="5317490"/>
            <a:ext cx="45021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>
                <a:latin typeface="PMingLiU"/>
                <a:cs typeface="PMingLiU"/>
              </a:rPr>
              <a:t>图</a:t>
            </a:r>
            <a:r>
              <a:rPr sz="2000" spc="-50">
                <a:latin typeface="Cambria Math"/>
                <a:cs typeface="Cambria Math"/>
              </a:rPr>
              <a:t>𝑮</a:t>
            </a:r>
            <a:endParaRPr sz="2000">
              <a:latin typeface="Cambria Math"/>
              <a:cs typeface="Cambria Math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4841747" y="2874264"/>
            <a:ext cx="1760220" cy="3146425"/>
            <a:chOff x="4841747" y="2874264"/>
            <a:chExt cx="1760220" cy="3146425"/>
          </a:xfrm>
        </p:grpSpPr>
        <p:sp>
          <p:nvSpPr>
            <p:cNvPr id="28" name="object 28"/>
            <p:cNvSpPr/>
            <p:nvPr/>
          </p:nvSpPr>
          <p:spPr>
            <a:xfrm>
              <a:off x="4860797" y="4149852"/>
              <a:ext cx="582295" cy="596265"/>
            </a:xfrm>
            <a:custGeom>
              <a:avLst/>
              <a:gdLst/>
              <a:ahLst/>
              <a:cxnLst/>
              <a:rect l="l" t="t" r="r" b="b"/>
              <a:pathLst>
                <a:path w="582295" h="596264">
                  <a:moveTo>
                    <a:pt x="0" y="595884"/>
                  </a:moveTo>
                  <a:lnTo>
                    <a:pt x="582168" y="595884"/>
                  </a:lnTo>
                  <a:lnTo>
                    <a:pt x="582168" y="0"/>
                  </a:lnTo>
                  <a:lnTo>
                    <a:pt x="0" y="0"/>
                  </a:lnTo>
                  <a:lnTo>
                    <a:pt x="0" y="595884"/>
                  </a:lnTo>
                  <a:close/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208269" y="4390644"/>
              <a:ext cx="764540" cy="114300"/>
            </a:xfrm>
            <a:custGeom>
              <a:avLst/>
              <a:gdLst/>
              <a:ahLst/>
              <a:cxnLst/>
              <a:rect l="l" t="t" r="r" b="b"/>
              <a:pathLst>
                <a:path w="764539" h="114300">
                  <a:moveTo>
                    <a:pt x="649985" y="0"/>
                  </a:moveTo>
                  <a:lnTo>
                    <a:pt x="649985" y="114299"/>
                  </a:lnTo>
                  <a:lnTo>
                    <a:pt x="726185" y="76199"/>
                  </a:lnTo>
                  <a:lnTo>
                    <a:pt x="669035" y="76199"/>
                  </a:lnTo>
                  <a:lnTo>
                    <a:pt x="669035" y="38099"/>
                  </a:lnTo>
                  <a:lnTo>
                    <a:pt x="726185" y="38099"/>
                  </a:lnTo>
                  <a:lnTo>
                    <a:pt x="649985" y="0"/>
                  </a:lnTo>
                  <a:close/>
                </a:path>
                <a:path w="764539" h="114300">
                  <a:moveTo>
                    <a:pt x="649985" y="38099"/>
                  </a:moveTo>
                  <a:lnTo>
                    <a:pt x="0" y="38099"/>
                  </a:lnTo>
                  <a:lnTo>
                    <a:pt x="0" y="76199"/>
                  </a:lnTo>
                  <a:lnTo>
                    <a:pt x="649985" y="76199"/>
                  </a:lnTo>
                  <a:lnTo>
                    <a:pt x="649985" y="38099"/>
                  </a:lnTo>
                  <a:close/>
                </a:path>
                <a:path w="764539" h="114300">
                  <a:moveTo>
                    <a:pt x="726185" y="38099"/>
                  </a:moveTo>
                  <a:lnTo>
                    <a:pt x="669035" y="38099"/>
                  </a:lnTo>
                  <a:lnTo>
                    <a:pt x="669035" y="76199"/>
                  </a:lnTo>
                  <a:lnTo>
                    <a:pt x="726185" y="76199"/>
                  </a:lnTo>
                  <a:lnTo>
                    <a:pt x="764285" y="57149"/>
                  </a:lnTo>
                  <a:lnTo>
                    <a:pt x="726185" y="380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860797" y="4777740"/>
              <a:ext cx="582295" cy="596265"/>
            </a:xfrm>
            <a:custGeom>
              <a:avLst/>
              <a:gdLst/>
              <a:ahLst/>
              <a:cxnLst/>
              <a:rect l="l" t="t" r="r" b="b"/>
              <a:pathLst>
                <a:path w="582295" h="596264">
                  <a:moveTo>
                    <a:pt x="0" y="595884"/>
                  </a:moveTo>
                  <a:lnTo>
                    <a:pt x="582168" y="595884"/>
                  </a:lnTo>
                  <a:lnTo>
                    <a:pt x="582168" y="0"/>
                  </a:lnTo>
                  <a:lnTo>
                    <a:pt x="0" y="0"/>
                  </a:lnTo>
                  <a:lnTo>
                    <a:pt x="0" y="595884"/>
                  </a:lnTo>
                  <a:close/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5208269" y="5018532"/>
              <a:ext cx="764540" cy="114300"/>
            </a:xfrm>
            <a:custGeom>
              <a:avLst/>
              <a:gdLst/>
              <a:ahLst/>
              <a:cxnLst/>
              <a:rect l="l" t="t" r="r" b="b"/>
              <a:pathLst>
                <a:path w="764539" h="114300">
                  <a:moveTo>
                    <a:pt x="649985" y="0"/>
                  </a:moveTo>
                  <a:lnTo>
                    <a:pt x="649985" y="114300"/>
                  </a:lnTo>
                  <a:lnTo>
                    <a:pt x="726185" y="76200"/>
                  </a:lnTo>
                  <a:lnTo>
                    <a:pt x="669035" y="76200"/>
                  </a:lnTo>
                  <a:lnTo>
                    <a:pt x="669035" y="38100"/>
                  </a:lnTo>
                  <a:lnTo>
                    <a:pt x="726185" y="38100"/>
                  </a:lnTo>
                  <a:lnTo>
                    <a:pt x="649985" y="0"/>
                  </a:lnTo>
                  <a:close/>
                </a:path>
                <a:path w="764539" h="114300">
                  <a:moveTo>
                    <a:pt x="649985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649985" y="76200"/>
                  </a:lnTo>
                  <a:lnTo>
                    <a:pt x="649985" y="38100"/>
                  </a:lnTo>
                  <a:close/>
                </a:path>
                <a:path w="764539" h="114300">
                  <a:moveTo>
                    <a:pt x="726185" y="38100"/>
                  </a:moveTo>
                  <a:lnTo>
                    <a:pt x="669035" y="38100"/>
                  </a:lnTo>
                  <a:lnTo>
                    <a:pt x="669035" y="76200"/>
                  </a:lnTo>
                  <a:lnTo>
                    <a:pt x="726185" y="76200"/>
                  </a:lnTo>
                  <a:lnTo>
                    <a:pt x="764285" y="57150"/>
                  </a:lnTo>
                  <a:lnTo>
                    <a:pt x="726185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4860797" y="5405628"/>
              <a:ext cx="582295" cy="596265"/>
            </a:xfrm>
            <a:custGeom>
              <a:avLst/>
              <a:gdLst/>
              <a:ahLst/>
              <a:cxnLst/>
              <a:rect l="l" t="t" r="r" b="b"/>
              <a:pathLst>
                <a:path w="582295" h="596264">
                  <a:moveTo>
                    <a:pt x="0" y="595884"/>
                  </a:moveTo>
                  <a:lnTo>
                    <a:pt x="582168" y="595884"/>
                  </a:lnTo>
                  <a:lnTo>
                    <a:pt x="582168" y="0"/>
                  </a:lnTo>
                  <a:lnTo>
                    <a:pt x="0" y="0"/>
                  </a:lnTo>
                  <a:lnTo>
                    <a:pt x="0" y="595884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208269" y="5646420"/>
              <a:ext cx="764540" cy="114300"/>
            </a:xfrm>
            <a:custGeom>
              <a:avLst/>
              <a:gdLst/>
              <a:ahLst/>
              <a:cxnLst/>
              <a:rect l="l" t="t" r="r" b="b"/>
              <a:pathLst>
                <a:path w="764539" h="114300">
                  <a:moveTo>
                    <a:pt x="649985" y="0"/>
                  </a:moveTo>
                  <a:lnTo>
                    <a:pt x="649985" y="114299"/>
                  </a:lnTo>
                  <a:lnTo>
                    <a:pt x="726185" y="76199"/>
                  </a:lnTo>
                  <a:lnTo>
                    <a:pt x="669035" y="76199"/>
                  </a:lnTo>
                  <a:lnTo>
                    <a:pt x="669035" y="38099"/>
                  </a:lnTo>
                  <a:lnTo>
                    <a:pt x="726185" y="38099"/>
                  </a:lnTo>
                  <a:lnTo>
                    <a:pt x="649985" y="0"/>
                  </a:lnTo>
                  <a:close/>
                </a:path>
                <a:path w="764539" h="114300">
                  <a:moveTo>
                    <a:pt x="649985" y="38099"/>
                  </a:moveTo>
                  <a:lnTo>
                    <a:pt x="0" y="38099"/>
                  </a:lnTo>
                  <a:lnTo>
                    <a:pt x="0" y="76199"/>
                  </a:lnTo>
                  <a:lnTo>
                    <a:pt x="649985" y="76199"/>
                  </a:lnTo>
                  <a:lnTo>
                    <a:pt x="649985" y="38099"/>
                  </a:lnTo>
                  <a:close/>
                </a:path>
                <a:path w="764539" h="114300">
                  <a:moveTo>
                    <a:pt x="726185" y="38099"/>
                  </a:moveTo>
                  <a:lnTo>
                    <a:pt x="669035" y="38099"/>
                  </a:lnTo>
                  <a:lnTo>
                    <a:pt x="669035" y="76199"/>
                  </a:lnTo>
                  <a:lnTo>
                    <a:pt x="726185" y="76199"/>
                  </a:lnTo>
                  <a:lnTo>
                    <a:pt x="764285" y="57149"/>
                  </a:lnTo>
                  <a:lnTo>
                    <a:pt x="726185" y="380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4860797" y="3521202"/>
              <a:ext cx="582295" cy="596900"/>
            </a:xfrm>
            <a:custGeom>
              <a:avLst/>
              <a:gdLst/>
              <a:ahLst/>
              <a:cxnLst/>
              <a:rect l="l" t="t" r="r" b="b"/>
              <a:pathLst>
                <a:path w="582295" h="596900">
                  <a:moveTo>
                    <a:pt x="0" y="596646"/>
                  </a:moveTo>
                  <a:lnTo>
                    <a:pt x="582168" y="596646"/>
                  </a:lnTo>
                  <a:lnTo>
                    <a:pt x="582168" y="0"/>
                  </a:lnTo>
                  <a:lnTo>
                    <a:pt x="0" y="0"/>
                  </a:lnTo>
                  <a:lnTo>
                    <a:pt x="0" y="596646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5208269" y="3762756"/>
              <a:ext cx="764540" cy="114300"/>
            </a:xfrm>
            <a:custGeom>
              <a:avLst/>
              <a:gdLst/>
              <a:ahLst/>
              <a:cxnLst/>
              <a:rect l="l" t="t" r="r" b="b"/>
              <a:pathLst>
                <a:path w="764539" h="114300">
                  <a:moveTo>
                    <a:pt x="649985" y="0"/>
                  </a:moveTo>
                  <a:lnTo>
                    <a:pt x="649985" y="114300"/>
                  </a:lnTo>
                  <a:lnTo>
                    <a:pt x="726185" y="76200"/>
                  </a:lnTo>
                  <a:lnTo>
                    <a:pt x="669035" y="76200"/>
                  </a:lnTo>
                  <a:lnTo>
                    <a:pt x="669035" y="38100"/>
                  </a:lnTo>
                  <a:lnTo>
                    <a:pt x="726185" y="38100"/>
                  </a:lnTo>
                  <a:lnTo>
                    <a:pt x="649985" y="0"/>
                  </a:lnTo>
                  <a:close/>
                </a:path>
                <a:path w="764539" h="114300">
                  <a:moveTo>
                    <a:pt x="649985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649985" y="76200"/>
                  </a:lnTo>
                  <a:lnTo>
                    <a:pt x="649985" y="38100"/>
                  </a:lnTo>
                  <a:close/>
                </a:path>
                <a:path w="764539" h="114300">
                  <a:moveTo>
                    <a:pt x="726185" y="38100"/>
                  </a:moveTo>
                  <a:lnTo>
                    <a:pt x="669035" y="38100"/>
                  </a:lnTo>
                  <a:lnTo>
                    <a:pt x="669035" y="76200"/>
                  </a:lnTo>
                  <a:lnTo>
                    <a:pt x="726185" y="76200"/>
                  </a:lnTo>
                  <a:lnTo>
                    <a:pt x="764285" y="57150"/>
                  </a:lnTo>
                  <a:lnTo>
                    <a:pt x="726185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860797" y="2893314"/>
              <a:ext cx="582295" cy="596265"/>
            </a:xfrm>
            <a:custGeom>
              <a:avLst/>
              <a:gdLst/>
              <a:ahLst/>
              <a:cxnLst/>
              <a:rect l="l" t="t" r="r" b="b"/>
              <a:pathLst>
                <a:path w="582295" h="596264">
                  <a:moveTo>
                    <a:pt x="0" y="595884"/>
                  </a:moveTo>
                  <a:lnTo>
                    <a:pt x="582168" y="595884"/>
                  </a:lnTo>
                  <a:lnTo>
                    <a:pt x="582168" y="0"/>
                  </a:lnTo>
                  <a:lnTo>
                    <a:pt x="0" y="0"/>
                  </a:lnTo>
                  <a:lnTo>
                    <a:pt x="0" y="595884"/>
                  </a:lnTo>
                  <a:close/>
                </a:path>
              </a:pathLst>
            </a:custGeom>
            <a:ln w="3809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5208269" y="3134106"/>
              <a:ext cx="764540" cy="114300"/>
            </a:xfrm>
            <a:custGeom>
              <a:avLst/>
              <a:gdLst/>
              <a:ahLst/>
              <a:cxnLst/>
              <a:rect l="l" t="t" r="r" b="b"/>
              <a:pathLst>
                <a:path w="764539" h="114300">
                  <a:moveTo>
                    <a:pt x="649985" y="0"/>
                  </a:moveTo>
                  <a:lnTo>
                    <a:pt x="649985" y="114300"/>
                  </a:lnTo>
                  <a:lnTo>
                    <a:pt x="726185" y="76200"/>
                  </a:lnTo>
                  <a:lnTo>
                    <a:pt x="669035" y="76200"/>
                  </a:lnTo>
                  <a:lnTo>
                    <a:pt x="669035" y="38100"/>
                  </a:lnTo>
                  <a:lnTo>
                    <a:pt x="726185" y="38100"/>
                  </a:lnTo>
                  <a:lnTo>
                    <a:pt x="649985" y="0"/>
                  </a:lnTo>
                  <a:close/>
                </a:path>
                <a:path w="764539" h="114300">
                  <a:moveTo>
                    <a:pt x="649985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649985" y="76200"/>
                  </a:lnTo>
                  <a:lnTo>
                    <a:pt x="649985" y="38100"/>
                  </a:lnTo>
                  <a:close/>
                </a:path>
                <a:path w="764539" h="114300">
                  <a:moveTo>
                    <a:pt x="726185" y="38100"/>
                  </a:moveTo>
                  <a:lnTo>
                    <a:pt x="669035" y="38100"/>
                  </a:lnTo>
                  <a:lnTo>
                    <a:pt x="669035" y="76200"/>
                  </a:lnTo>
                  <a:lnTo>
                    <a:pt x="726185" y="76200"/>
                  </a:lnTo>
                  <a:lnTo>
                    <a:pt x="764285" y="57150"/>
                  </a:lnTo>
                  <a:lnTo>
                    <a:pt x="726185" y="3810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6001511" y="2893314"/>
              <a:ext cx="581660" cy="596265"/>
            </a:xfrm>
            <a:custGeom>
              <a:avLst/>
              <a:gdLst/>
              <a:ahLst/>
              <a:cxnLst/>
              <a:rect l="l" t="t" r="r" b="b"/>
              <a:pathLst>
                <a:path w="581659" h="596264">
                  <a:moveTo>
                    <a:pt x="0" y="595884"/>
                  </a:moveTo>
                  <a:lnTo>
                    <a:pt x="581406" y="595884"/>
                  </a:lnTo>
                  <a:lnTo>
                    <a:pt x="581406" y="0"/>
                  </a:lnTo>
                  <a:lnTo>
                    <a:pt x="0" y="0"/>
                  </a:lnTo>
                  <a:lnTo>
                    <a:pt x="0" y="595884"/>
                  </a:lnTo>
                  <a:close/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6020561" y="2985515"/>
            <a:ext cx="5435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097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𝒃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6595109" y="2893314"/>
            <a:ext cx="582295" cy="596265"/>
          </a:xfrm>
          <a:custGeom>
            <a:avLst/>
            <a:gdLst/>
            <a:ahLst/>
            <a:cxnLst/>
            <a:rect l="l" t="t" r="r" b="b"/>
            <a:pathLst>
              <a:path w="582295" h="596264">
                <a:moveTo>
                  <a:pt x="0" y="595884"/>
                </a:moveTo>
                <a:lnTo>
                  <a:pt x="582168" y="595884"/>
                </a:lnTo>
                <a:lnTo>
                  <a:pt x="582168" y="0"/>
                </a:lnTo>
                <a:lnTo>
                  <a:pt x="0" y="0"/>
                </a:lnTo>
                <a:lnTo>
                  <a:pt x="0" y="595884"/>
                </a:lnTo>
                <a:close/>
              </a:path>
            </a:pathLst>
          </a:custGeom>
          <a:ln w="3809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6902957" y="3134105"/>
            <a:ext cx="764540" cy="114300"/>
          </a:xfrm>
          <a:custGeom>
            <a:avLst/>
            <a:gdLst/>
            <a:ahLst/>
            <a:cxnLst/>
            <a:rect l="l" t="t" r="r" b="b"/>
            <a:pathLst>
              <a:path w="764540" h="114300">
                <a:moveTo>
                  <a:pt x="649986" y="0"/>
                </a:moveTo>
                <a:lnTo>
                  <a:pt x="649986" y="114300"/>
                </a:lnTo>
                <a:lnTo>
                  <a:pt x="726186" y="76200"/>
                </a:lnTo>
                <a:lnTo>
                  <a:pt x="669036" y="76200"/>
                </a:lnTo>
                <a:lnTo>
                  <a:pt x="669036" y="38100"/>
                </a:lnTo>
                <a:lnTo>
                  <a:pt x="726186" y="38100"/>
                </a:lnTo>
                <a:lnTo>
                  <a:pt x="649986" y="0"/>
                </a:lnTo>
                <a:close/>
              </a:path>
              <a:path w="764540" h="114300">
                <a:moveTo>
                  <a:pt x="649986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649986" y="76200"/>
                </a:lnTo>
                <a:lnTo>
                  <a:pt x="649986" y="38100"/>
                </a:lnTo>
                <a:close/>
              </a:path>
              <a:path w="764540" h="114300">
                <a:moveTo>
                  <a:pt x="726186" y="38100"/>
                </a:moveTo>
                <a:lnTo>
                  <a:pt x="669036" y="38100"/>
                </a:lnTo>
                <a:lnTo>
                  <a:pt x="669036" y="76200"/>
                </a:lnTo>
                <a:lnTo>
                  <a:pt x="726186" y="76200"/>
                </a:lnTo>
                <a:lnTo>
                  <a:pt x="764286" y="57150"/>
                </a:lnTo>
                <a:lnTo>
                  <a:pt x="726186" y="381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7696200" y="2893314"/>
            <a:ext cx="582295" cy="596265"/>
          </a:xfrm>
          <a:custGeom>
            <a:avLst/>
            <a:gdLst/>
            <a:ahLst/>
            <a:cxnLst/>
            <a:rect l="l" t="t" r="r" b="b"/>
            <a:pathLst>
              <a:path w="582295" h="596264">
                <a:moveTo>
                  <a:pt x="0" y="595884"/>
                </a:moveTo>
                <a:lnTo>
                  <a:pt x="582168" y="595884"/>
                </a:lnTo>
                <a:lnTo>
                  <a:pt x="582168" y="0"/>
                </a:lnTo>
                <a:lnTo>
                  <a:pt x="0" y="0"/>
                </a:lnTo>
                <a:lnTo>
                  <a:pt x="0" y="595884"/>
                </a:lnTo>
                <a:close/>
              </a:path>
            </a:pathLst>
          </a:custGeom>
          <a:ln w="3809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 txBox="1"/>
          <p:nvPr/>
        </p:nvSpPr>
        <p:spPr>
          <a:xfrm>
            <a:off x="7715250" y="2985515"/>
            <a:ext cx="5441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589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𝒅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8289797" y="2893314"/>
            <a:ext cx="582295" cy="596265"/>
          </a:xfrm>
          <a:custGeom>
            <a:avLst/>
            <a:gdLst/>
            <a:ahLst/>
            <a:cxnLst/>
            <a:rect l="l" t="t" r="r" b="b"/>
            <a:pathLst>
              <a:path w="582295" h="596264">
                <a:moveTo>
                  <a:pt x="0" y="595884"/>
                </a:moveTo>
                <a:lnTo>
                  <a:pt x="582168" y="595884"/>
                </a:lnTo>
                <a:lnTo>
                  <a:pt x="582168" y="0"/>
                </a:lnTo>
                <a:lnTo>
                  <a:pt x="0" y="0"/>
                </a:lnTo>
                <a:lnTo>
                  <a:pt x="0" y="595884"/>
                </a:lnTo>
                <a:close/>
              </a:path>
            </a:pathLst>
          </a:custGeom>
          <a:ln w="3809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 txBox="1"/>
          <p:nvPr/>
        </p:nvSpPr>
        <p:spPr>
          <a:xfrm>
            <a:off x="8308847" y="2856737"/>
            <a:ext cx="54419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100"/>
              </a:spcBef>
            </a:pPr>
            <a:r>
              <a:rPr sz="4000" b="1">
                <a:latin typeface="Times New Roman"/>
                <a:cs typeface="Times New Roman"/>
              </a:rPr>
              <a:t>/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4527550" y="2687370"/>
            <a:ext cx="254635" cy="3226435"/>
          </a:xfrm>
          <a:prstGeom prst="rect">
            <a:avLst/>
          </a:prstGeom>
        </p:spPr>
        <p:txBody>
          <a:bodyPr vert="horz" wrap="square" lIns="0" tIns="226060" rIns="0" bIns="0" rtlCol="0">
            <a:spAutoFit/>
          </a:bodyPr>
          <a:lstStyle/>
          <a:p>
            <a:pPr marL="16510">
              <a:lnSpc>
                <a:spcPct val="100000"/>
              </a:lnSpc>
              <a:spcBef>
                <a:spcPts val="1780"/>
              </a:spcBef>
            </a:pPr>
            <a:r>
              <a:rPr sz="2800" spc="-50">
                <a:latin typeface="Cambria Math"/>
                <a:cs typeface="Cambria Math"/>
              </a:rPr>
              <a:t>𝒂</a:t>
            </a:r>
            <a:endParaRPr sz="2800">
              <a:latin typeface="Cambria Math"/>
              <a:cs typeface="Cambria Math"/>
            </a:endParaRPr>
          </a:p>
          <a:p>
            <a:pPr marL="18415">
              <a:lnSpc>
                <a:spcPct val="100000"/>
              </a:lnSpc>
              <a:spcBef>
                <a:spcPts val="1680"/>
              </a:spcBef>
            </a:pPr>
            <a:r>
              <a:rPr sz="2800" spc="-50">
                <a:latin typeface="Cambria Math"/>
                <a:cs typeface="Cambria Math"/>
              </a:rPr>
              <a:t>𝒃</a:t>
            </a:r>
            <a:endParaRPr sz="2800">
              <a:latin typeface="Cambria Math"/>
              <a:cs typeface="Cambria Math"/>
            </a:endParaRPr>
          </a:p>
          <a:p>
            <a:pPr marL="36830">
              <a:lnSpc>
                <a:spcPct val="100000"/>
              </a:lnSpc>
              <a:spcBef>
                <a:spcPts val="1680"/>
              </a:spcBef>
            </a:pPr>
            <a:r>
              <a:rPr sz="2800" spc="-50">
                <a:latin typeface="Cambria Math"/>
                <a:cs typeface="Cambria Math"/>
              </a:rPr>
              <a:t>𝒄</a:t>
            </a:r>
            <a:endParaRPr sz="28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1680"/>
              </a:spcBef>
            </a:pPr>
            <a:r>
              <a:rPr sz="2800" spc="-50">
                <a:latin typeface="Cambria Math"/>
                <a:cs typeface="Cambria Math"/>
              </a:rPr>
              <a:t>𝒅</a:t>
            </a:r>
            <a:endParaRPr sz="2800">
              <a:latin typeface="Cambria Math"/>
              <a:cs typeface="Cambria Math"/>
            </a:endParaRPr>
          </a:p>
          <a:p>
            <a:pPr marL="26670">
              <a:lnSpc>
                <a:spcPct val="100000"/>
              </a:lnSpc>
              <a:spcBef>
                <a:spcPts val="1680"/>
              </a:spcBef>
            </a:pPr>
            <a:r>
              <a:rPr sz="2800" spc="-50">
                <a:latin typeface="Cambria Math"/>
                <a:cs typeface="Cambria Math"/>
              </a:rPr>
              <a:t>𝒇</a:t>
            </a:r>
            <a:endParaRPr sz="28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282552" y="2190701"/>
            <a:ext cx="66675" cy="284480"/>
          </a:xfrm>
          <a:custGeom>
            <a:avLst/>
            <a:gdLst/>
            <a:ahLst/>
            <a:cxnLst/>
            <a:rect l="l" t="t" r="r" b="b"/>
            <a:pathLst>
              <a:path w="66675" h="284480">
                <a:moveTo>
                  <a:pt x="66421" y="0"/>
                </a:moveTo>
                <a:lnTo>
                  <a:pt x="0" y="0"/>
                </a:lnTo>
                <a:lnTo>
                  <a:pt x="0" y="11430"/>
                </a:lnTo>
                <a:lnTo>
                  <a:pt x="41783" y="11430"/>
                </a:lnTo>
                <a:lnTo>
                  <a:pt x="41783" y="273050"/>
                </a:lnTo>
                <a:lnTo>
                  <a:pt x="0" y="273050"/>
                </a:lnTo>
                <a:lnTo>
                  <a:pt x="0" y="284480"/>
                </a:lnTo>
                <a:lnTo>
                  <a:pt x="66421" y="284480"/>
                </a:lnTo>
                <a:lnTo>
                  <a:pt x="66421" y="273050"/>
                </a:lnTo>
                <a:lnTo>
                  <a:pt x="66421" y="11430"/>
                </a:lnTo>
                <a:lnTo>
                  <a:pt x="6642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014455" y="2190701"/>
            <a:ext cx="66675" cy="284480"/>
          </a:xfrm>
          <a:custGeom>
            <a:avLst/>
            <a:gdLst/>
            <a:ahLst/>
            <a:cxnLst/>
            <a:rect l="l" t="t" r="r" b="b"/>
            <a:pathLst>
              <a:path w="66675" h="284480">
                <a:moveTo>
                  <a:pt x="66421" y="0"/>
                </a:moveTo>
                <a:lnTo>
                  <a:pt x="0" y="0"/>
                </a:lnTo>
                <a:lnTo>
                  <a:pt x="0" y="11430"/>
                </a:lnTo>
                <a:lnTo>
                  <a:pt x="0" y="273050"/>
                </a:lnTo>
                <a:lnTo>
                  <a:pt x="0" y="284480"/>
                </a:lnTo>
                <a:lnTo>
                  <a:pt x="66421" y="284480"/>
                </a:lnTo>
                <a:lnTo>
                  <a:pt x="66421" y="273050"/>
                </a:lnTo>
                <a:lnTo>
                  <a:pt x="24765" y="273050"/>
                </a:lnTo>
                <a:lnTo>
                  <a:pt x="24765" y="11430"/>
                </a:lnTo>
                <a:lnTo>
                  <a:pt x="66421" y="11430"/>
                </a:lnTo>
                <a:lnTo>
                  <a:pt x="6642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793219" y="2191083"/>
            <a:ext cx="701675" cy="283845"/>
          </a:xfrm>
          <a:custGeom>
            <a:avLst/>
            <a:gdLst/>
            <a:ahLst/>
            <a:cxnLst/>
            <a:rect l="l" t="t" r="r" b="b"/>
            <a:pathLst>
              <a:path w="701675" h="283844">
                <a:moveTo>
                  <a:pt x="610616" y="0"/>
                </a:moveTo>
                <a:lnTo>
                  <a:pt x="606679" y="0"/>
                </a:lnTo>
                <a:lnTo>
                  <a:pt x="606679" y="11303"/>
                </a:lnTo>
                <a:lnTo>
                  <a:pt x="608965" y="11303"/>
                </a:lnTo>
                <a:lnTo>
                  <a:pt x="619154" y="11995"/>
                </a:lnTo>
                <a:lnTo>
                  <a:pt x="651891" y="37417"/>
                </a:lnTo>
                <a:lnTo>
                  <a:pt x="654939" y="59689"/>
                </a:lnTo>
                <a:lnTo>
                  <a:pt x="654750" y="65164"/>
                </a:lnTo>
                <a:lnTo>
                  <a:pt x="654192" y="71294"/>
                </a:lnTo>
                <a:lnTo>
                  <a:pt x="653278" y="78067"/>
                </a:lnTo>
                <a:lnTo>
                  <a:pt x="652018" y="85471"/>
                </a:lnTo>
                <a:lnTo>
                  <a:pt x="649985" y="95631"/>
                </a:lnTo>
                <a:lnTo>
                  <a:pt x="648969" y="102870"/>
                </a:lnTo>
                <a:lnTo>
                  <a:pt x="648969" y="115697"/>
                </a:lnTo>
                <a:lnTo>
                  <a:pt x="651509" y="122682"/>
                </a:lnTo>
                <a:lnTo>
                  <a:pt x="656463" y="128016"/>
                </a:lnTo>
                <a:lnTo>
                  <a:pt x="661416" y="133476"/>
                </a:lnTo>
                <a:lnTo>
                  <a:pt x="667257" y="137413"/>
                </a:lnTo>
                <a:lnTo>
                  <a:pt x="674116" y="140081"/>
                </a:lnTo>
                <a:lnTo>
                  <a:pt x="674116" y="142748"/>
                </a:lnTo>
                <a:lnTo>
                  <a:pt x="667257" y="145287"/>
                </a:lnTo>
                <a:lnTo>
                  <a:pt x="661416" y="149225"/>
                </a:lnTo>
                <a:lnTo>
                  <a:pt x="651509" y="160147"/>
                </a:lnTo>
                <a:lnTo>
                  <a:pt x="648969" y="167005"/>
                </a:lnTo>
                <a:lnTo>
                  <a:pt x="648969" y="179832"/>
                </a:lnTo>
                <a:lnTo>
                  <a:pt x="649985" y="187071"/>
                </a:lnTo>
                <a:lnTo>
                  <a:pt x="652018" y="197358"/>
                </a:lnTo>
                <a:lnTo>
                  <a:pt x="653278" y="204690"/>
                </a:lnTo>
                <a:lnTo>
                  <a:pt x="654192" y="211439"/>
                </a:lnTo>
                <a:lnTo>
                  <a:pt x="654750" y="217592"/>
                </a:lnTo>
                <a:lnTo>
                  <a:pt x="654939" y="223138"/>
                </a:lnTo>
                <a:lnTo>
                  <a:pt x="654177" y="235592"/>
                </a:lnTo>
                <a:lnTo>
                  <a:pt x="628189" y="269700"/>
                </a:lnTo>
                <a:lnTo>
                  <a:pt x="608965" y="272542"/>
                </a:lnTo>
                <a:lnTo>
                  <a:pt x="606679" y="272542"/>
                </a:lnTo>
                <a:lnTo>
                  <a:pt x="606679" y="283845"/>
                </a:lnTo>
                <a:lnTo>
                  <a:pt x="610616" y="283845"/>
                </a:lnTo>
                <a:lnTo>
                  <a:pt x="626971" y="282630"/>
                </a:lnTo>
                <a:lnTo>
                  <a:pt x="662940" y="267843"/>
                </a:lnTo>
                <a:lnTo>
                  <a:pt x="680211" y="220345"/>
                </a:lnTo>
                <a:lnTo>
                  <a:pt x="679997" y="214012"/>
                </a:lnTo>
                <a:lnTo>
                  <a:pt x="679354" y="207216"/>
                </a:lnTo>
                <a:lnTo>
                  <a:pt x="678283" y="199967"/>
                </a:lnTo>
                <a:lnTo>
                  <a:pt x="676782" y="192278"/>
                </a:lnTo>
                <a:lnTo>
                  <a:pt x="674369" y="181737"/>
                </a:lnTo>
                <a:lnTo>
                  <a:pt x="673227" y="174751"/>
                </a:lnTo>
                <a:lnTo>
                  <a:pt x="673227" y="164337"/>
                </a:lnTo>
                <a:lnTo>
                  <a:pt x="675640" y="158750"/>
                </a:lnTo>
                <a:lnTo>
                  <a:pt x="685038" y="150113"/>
                </a:lnTo>
                <a:lnTo>
                  <a:pt x="692150" y="147828"/>
                </a:lnTo>
                <a:lnTo>
                  <a:pt x="701675" y="147447"/>
                </a:lnTo>
                <a:lnTo>
                  <a:pt x="701675" y="135255"/>
                </a:lnTo>
                <a:lnTo>
                  <a:pt x="692150" y="135000"/>
                </a:lnTo>
                <a:lnTo>
                  <a:pt x="685038" y="132714"/>
                </a:lnTo>
                <a:lnTo>
                  <a:pt x="675640" y="124079"/>
                </a:lnTo>
                <a:lnTo>
                  <a:pt x="673227" y="118491"/>
                </a:lnTo>
                <a:lnTo>
                  <a:pt x="673227" y="108076"/>
                </a:lnTo>
                <a:lnTo>
                  <a:pt x="674369" y="100964"/>
                </a:lnTo>
                <a:lnTo>
                  <a:pt x="676782" y="90424"/>
                </a:lnTo>
                <a:lnTo>
                  <a:pt x="678283" y="82805"/>
                </a:lnTo>
                <a:lnTo>
                  <a:pt x="679354" y="75580"/>
                </a:lnTo>
                <a:lnTo>
                  <a:pt x="679997" y="68760"/>
                </a:lnTo>
                <a:lnTo>
                  <a:pt x="680211" y="62357"/>
                </a:lnTo>
                <a:lnTo>
                  <a:pt x="679138" y="47827"/>
                </a:lnTo>
                <a:lnTo>
                  <a:pt x="653157" y="9215"/>
                </a:lnTo>
                <a:lnTo>
                  <a:pt x="626971" y="1214"/>
                </a:lnTo>
                <a:lnTo>
                  <a:pt x="610616" y="0"/>
                </a:lnTo>
                <a:close/>
              </a:path>
              <a:path w="701675" h="283844">
                <a:moveTo>
                  <a:pt x="94995" y="0"/>
                </a:moveTo>
                <a:lnTo>
                  <a:pt x="91186" y="0"/>
                </a:lnTo>
                <a:lnTo>
                  <a:pt x="74777" y="1214"/>
                </a:lnTo>
                <a:lnTo>
                  <a:pt x="38862" y="16001"/>
                </a:lnTo>
                <a:lnTo>
                  <a:pt x="21664" y="59562"/>
                </a:lnTo>
                <a:lnTo>
                  <a:pt x="21558" y="65035"/>
                </a:lnTo>
                <a:lnTo>
                  <a:pt x="21679" y="68615"/>
                </a:lnTo>
                <a:lnTo>
                  <a:pt x="22336" y="75406"/>
                </a:lnTo>
                <a:lnTo>
                  <a:pt x="23445" y="82625"/>
                </a:lnTo>
                <a:lnTo>
                  <a:pt x="25018" y="90297"/>
                </a:lnTo>
                <a:lnTo>
                  <a:pt x="27305" y="100837"/>
                </a:lnTo>
                <a:lnTo>
                  <a:pt x="28448" y="107823"/>
                </a:lnTo>
                <a:lnTo>
                  <a:pt x="28448" y="118363"/>
                </a:lnTo>
                <a:lnTo>
                  <a:pt x="26162" y="123825"/>
                </a:lnTo>
                <a:lnTo>
                  <a:pt x="21336" y="128143"/>
                </a:lnTo>
                <a:lnTo>
                  <a:pt x="16637" y="132461"/>
                </a:lnTo>
                <a:lnTo>
                  <a:pt x="9525" y="134874"/>
                </a:lnTo>
                <a:lnTo>
                  <a:pt x="0" y="135128"/>
                </a:lnTo>
                <a:lnTo>
                  <a:pt x="0" y="147320"/>
                </a:lnTo>
                <a:lnTo>
                  <a:pt x="9525" y="147574"/>
                </a:lnTo>
                <a:lnTo>
                  <a:pt x="16637" y="149987"/>
                </a:lnTo>
                <a:lnTo>
                  <a:pt x="21336" y="154305"/>
                </a:lnTo>
                <a:lnTo>
                  <a:pt x="26162" y="158623"/>
                </a:lnTo>
                <a:lnTo>
                  <a:pt x="28448" y="164084"/>
                </a:lnTo>
                <a:lnTo>
                  <a:pt x="28448" y="174498"/>
                </a:lnTo>
                <a:lnTo>
                  <a:pt x="27305" y="181610"/>
                </a:lnTo>
                <a:lnTo>
                  <a:pt x="25018" y="192150"/>
                </a:lnTo>
                <a:lnTo>
                  <a:pt x="23445" y="199822"/>
                </a:lnTo>
                <a:lnTo>
                  <a:pt x="22336" y="207041"/>
                </a:lnTo>
                <a:lnTo>
                  <a:pt x="21679" y="213832"/>
                </a:lnTo>
                <a:lnTo>
                  <a:pt x="21462" y="220218"/>
                </a:lnTo>
                <a:lnTo>
                  <a:pt x="22556" y="235267"/>
                </a:lnTo>
                <a:lnTo>
                  <a:pt x="48627" y="274629"/>
                </a:lnTo>
                <a:lnTo>
                  <a:pt x="91186" y="283845"/>
                </a:lnTo>
                <a:lnTo>
                  <a:pt x="94995" y="283845"/>
                </a:lnTo>
                <a:lnTo>
                  <a:pt x="94995" y="272542"/>
                </a:lnTo>
                <a:lnTo>
                  <a:pt x="92710" y="272542"/>
                </a:lnTo>
                <a:lnTo>
                  <a:pt x="82520" y="271829"/>
                </a:lnTo>
                <a:lnTo>
                  <a:pt x="49784" y="246062"/>
                </a:lnTo>
                <a:lnTo>
                  <a:pt x="46736" y="222885"/>
                </a:lnTo>
                <a:lnTo>
                  <a:pt x="46926" y="217412"/>
                </a:lnTo>
                <a:lnTo>
                  <a:pt x="47498" y="211296"/>
                </a:lnTo>
                <a:lnTo>
                  <a:pt x="48450" y="204561"/>
                </a:lnTo>
                <a:lnTo>
                  <a:pt x="49783" y="197231"/>
                </a:lnTo>
                <a:lnTo>
                  <a:pt x="51688" y="186944"/>
                </a:lnTo>
                <a:lnTo>
                  <a:pt x="52705" y="179705"/>
                </a:lnTo>
                <a:lnTo>
                  <a:pt x="52705" y="166878"/>
                </a:lnTo>
                <a:lnTo>
                  <a:pt x="50292" y="159893"/>
                </a:lnTo>
                <a:lnTo>
                  <a:pt x="45338" y="154559"/>
                </a:lnTo>
                <a:lnTo>
                  <a:pt x="40386" y="149098"/>
                </a:lnTo>
                <a:lnTo>
                  <a:pt x="34417" y="145161"/>
                </a:lnTo>
                <a:lnTo>
                  <a:pt x="27558" y="142621"/>
                </a:lnTo>
                <a:lnTo>
                  <a:pt x="27558" y="139826"/>
                </a:lnTo>
                <a:lnTo>
                  <a:pt x="34417" y="137287"/>
                </a:lnTo>
                <a:lnTo>
                  <a:pt x="40386" y="133350"/>
                </a:lnTo>
                <a:lnTo>
                  <a:pt x="45338" y="127888"/>
                </a:lnTo>
                <a:lnTo>
                  <a:pt x="50292" y="122555"/>
                </a:lnTo>
                <a:lnTo>
                  <a:pt x="52705" y="115570"/>
                </a:lnTo>
                <a:lnTo>
                  <a:pt x="52705" y="102743"/>
                </a:lnTo>
                <a:lnTo>
                  <a:pt x="51688" y="95504"/>
                </a:lnTo>
                <a:lnTo>
                  <a:pt x="49783" y="85217"/>
                </a:lnTo>
                <a:lnTo>
                  <a:pt x="48450" y="77886"/>
                </a:lnTo>
                <a:lnTo>
                  <a:pt x="47497" y="71151"/>
                </a:lnTo>
                <a:lnTo>
                  <a:pt x="46926" y="65035"/>
                </a:lnTo>
                <a:lnTo>
                  <a:pt x="46736" y="59562"/>
                </a:lnTo>
                <a:lnTo>
                  <a:pt x="47497" y="47535"/>
                </a:lnTo>
                <a:lnTo>
                  <a:pt x="73485" y="14081"/>
                </a:lnTo>
                <a:lnTo>
                  <a:pt x="92710" y="11303"/>
                </a:lnTo>
                <a:lnTo>
                  <a:pt x="94995" y="11303"/>
                </a:lnTo>
                <a:lnTo>
                  <a:pt x="9499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457300" y="2190701"/>
            <a:ext cx="66675" cy="284480"/>
          </a:xfrm>
          <a:custGeom>
            <a:avLst/>
            <a:gdLst/>
            <a:ahLst/>
            <a:cxnLst/>
            <a:rect l="l" t="t" r="r" b="b"/>
            <a:pathLst>
              <a:path w="66675" h="284480">
                <a:moveTo>
                  <a:pt x="66421" y="0"/>
                </a:moveTo>
                <a:lnTo>
                  <a:pt x="0" y="0"/>
                </a:lnTo>
                <a:lnTo>
                  <a:pt x="0" y="11430"/>
                </a:lnTo>
                <a:lnTo>
                  <a:pt x="41783" y="11430"/>
                </a:lnTo>
                <a:lnTo>
                  <a:pt x="41783" y="273050"/>
                </a:lnTo>
                <a:lnTo>
                  <a:pt x="0" y="273050"/>
                </a:lnTo>
                <a:lnTo>
                  <a:pt x="0" y="284480"/>
                </a:lnTo>
                <a:lnTo>
                  <a:pt x="66421" y="284480"/>
                </a:lnTo>
                <a:lnTo>
                  <a:pt x="66421" y="273050"/>
                </a:lnTo>
                <a:lnTo>
                  <a:pt x="66421" y="11430"/>
                </a:lnTo>
                <a:lnTo>
                  <a:pt x="6642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193013" y="2190701"/>
            <a:ext cx="66675" cy="284480"/>
          </a:xfrm>
          <a:custGeom>
            <a:avLst/>
            <a:gdLst/>
            <a:ahLst/>
            <a:cxnLst/>
            <a:rect l="l" t="t" r="r" b="b"/>
            <a:pathLst>
              <a:path w="66675" h="284480">
                <a:moveTo>
                  <a:pt x="66421" y="0"/>
                </a:moveTo>
                <a:lnTo>
                  <a:pt x="0" y="0"/>
                </a:lnTo>
                <a:lnTo>
                  <a:pt x="0" y="11430"/>
                </a:lnTo>
                <a:lnTo>
                  <a:pt x="0" y="273050"/>
                </a:lnTo>
                <a:lnTo>
                  <a:pt x="0" y="284480"/>
                </a:lnTo>
                <a:lnTo>
                  <a:pt x="66421" y="284480"/>
                </a:lnTo>
                <a:lnTo>
                  <a:pt x="66421" y="273050"/>
                </a:lnTo>
                <a:lnTo>
                  <a:pt x="24765" y="273050"/>
                </a:lnTo>
                <a:lnTo>
                  <a:pt x="24765" y="11430"/>
                </a:lnTo>
                <a:lnTo>
                  <a:pt x="66421" y="11430"/>
                </a:lnTo>
                <a:lnTo>
                  <a:pt x="6642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968728" y="2191083"/>
            <a:ext cx="1257300" cy="283845"/>
          </a:xfrm>
          <a:custGeom>
            <a:avLst/>
            <a:gdLst/>
            <a:ahLst/>
            <a:cxnLst/>
            <a:rect l="l" t="t" r="r" b="b"/>
            <a:pathLst>
              <a:path w="1257300" h="283844">
                <a:moveTo>
                  <a:pt x="1166114" y="0"/>
                </a:moveTo>
                <a:lnTo>
                  <a:pt x="1162177" y="0"/>
                </a:lnTo>
                <a:lnTo>
                  <a:pt x="1162177" y="11303"/>
                </a:lnTo>
                <a:lnTo>
                  <a:pt x="1164463" y="11303"/>
                </a:lnTo>
                <a:lnTo>
                  <a:pt x="1174652" y="11995"/>
                </a:lnTo>
                <a:lnTo>
                  <a:pt x="1207389" y="37417"/>
                </a:lnTo>
                <a:lnTo>
                  <a:pt x="1210437" y="59689"/>
                </a:lnTo>
                <a:lnTo>
                  <a:pt x="1210248" y="65164"/>
                </a:lnTo>
                <a:lnTo>
                  <a:pt x="1209690" y="71294"/>
                </a:lnTo>
                <a:lnTo>
                  <a:pt x="1208776" y="78067"/>
                </a:lnTo>
                <a:lnTo>
                  <a:pt x="1207516" y="85471"/>
                </a:lnTo>
                <a:lnTo>
                  <a:pt x="1205484" y="95631"/>
                </a:lnTo>
                <a:lnTo>
                  <a:pt x="1204468" y="102870"/>
                </a:lnTo>
                <a:lnTo>
                  <a:pt x="1204468" y="115697"/>
                </a:lnTo>
                <a:lnTo>
                  <a:pt x="1207008" y="122682"/>
                </a:lnTo>
                <a:lnTo>
                  <a:pt x="1211961" y="128016"/>
                </a:lnTo>
                <a:lnTo>
                  <a:pt x="1216914" y="133476"/>
                </a:lnTo>
                <a:lnTo>
                  <a:pt x="1222756" y="137413"/>
                </a:lnTo>
                <a:lnTo>
                  <a:pt x="1229614" y="140081"/>
                </a:lnTo>
                <a:lnTo>
                  <a:pt x="1229614" y="142748"/>
                </a:lnTo>
                <a:lnTo>
                  <a:pt x="1222756" y="145287"/>
                </a:lnTo>
                <a:lnTo>
                  <a:pt x="1216914" y="149225"/>
                </a:lnTo>
                <a:lnTo>
                  <a:pt x="1207008" y="160147"/>
                </a:lnTo>
                <a:lnTo>
                  <a:pt x="1204468" y="167005"/>
                </a:lnTo>
                <a:lnTo>
                  <a:pt x="1204468" y="179832"/>
                </a:lnTo>
                <a:lnTo>
                  <a:pt x="1205484" y="187071"/>
                </a:lnTo>
                <a:lnTo>
                  <a:pt x="1207516" y="197358"/>
                </a:lnTo>
                <a:lnTo>
                  <a:pt x="1208776" y="204690"/>
                </a:lnTo>
                <a:lnTo>
                  <a:pt x="1209690" y="211439"/>
                </a:lnTo>
                <a:lnTo>
                  <a:pt x="1210248" y="217592"/>
                </a:lnTo>
                <a:lnTo>
                  <a:pt x="1210437" y="223138"/>
                </a:lnTo>
                <a:lnTo>
                  <a:pt x="1209675" y="235592"/>
                </a:lnTo>
                <a:lnTo>
                  <a:pt x="1183687" y="269700"/>
                </a:lnTo>
                <a:lnTo>
                  <a:pt x="1164463" y="272542"/>
                </a:lnTo>
                <a:lnTo>
                  <a:pt x="1162177" y="272542"/>
                </a:lnTo>
                <a:lnTo>
                  <a:pt x="1162177" y="283845"/>
                </a:lnTo>
                <a:lnTo>
                  <a:pt x="1166114" y="283845"/>
                </a:lnTo>
                <a:lnTo>
                  <a:pt x="1182469" y="282630"/>
                </a:lnTo>
                <a:lnTo>
                  <a:pt x="1218438" y="267843"/>
                </a:lnTo>
                <a:lnTo>
                  <a:pt x="1235710" y="220345"/>
                </a:lnTo>
                <a:lnTo>
                  <a:pt x="1235495" y="214012"/>
                </a:lnTo>
                <a:lnTo>
                  <a:pt x="1234852" y="207216"/>
                </a:lnTo>
                <a:lnTo>
                  <a:pt x="1233781" y="199967"/>
                </a:lnTo>
                <a:lnTo>
                  <a:pt x="1232281" y="192278"/>
                </a:lnTo>
                <a:lnTo>
                  <a:pt x="1229868" y="181737"/>
                </a:lnTo>
                <a:lnTo>
                  <a:pt x="1228725" y="174751"/>
                </a:lnTo>
                <a:lnTo>
                  <a:pt x="1228725" y="164337"/>
                </a:lnTo>
                <a:lnTo>
                  <a:pt x="1231138" y="158750"/>
                </a:lnTo>
                <a:lnTo>
                  <a:pt x="1240536" y="150113"/>
                </a:lnTo>
                <a:lnTo>
                  <a:pt x="1247648" y="147828"/>
                </a:lnTo>
                <a:lnTo>
                  <a:pt x="1257173" y="147447"/>
                </a:lnTo>
                <a:lnTo>
                  <a:pt x="1257173" y="135255"/>
                </a:lnTo>
                <a:lnTo>
                  <a:pt x="1247648" y="135000"/>
                </a:lnTo>
                <a:lnTo>
                  <a:pt x="1240536" y="132714"/>
                </a:lnTo>
                <a:lnTo>
                  <a:pt x="1231138" y="124079"/>
                </a:lnTo>
                <a:lnTo>
                  <a:pt x="1228725" y="118491"/>
                </a:lnTo>
                <a:lnTo>
                  <a:pt x="1228725" y="108076"/>
                </a:lnTo>
                <a:lnTo>
                  <a:pt x="1229868" y="100964"/>
                </a:lnTo>
                <a:lnTo>
                  <a:pt x="1232281" y="90424"/>
                </a:lnTo>
                <a:lnTo>
                  <a:pt x="1233781" y="82805"/>
                </a:lnTo>
                <a:lnTo>
                  <a:pt x="1234852" y="75580"/>
                </a:lnTo>
                <a:lnTo>
                  <a:pt x="1235495" y="68760"/>
                </a:lnTo>
                <a:lnTo>
                  <a:pt x="1235710" y="62357"/>
                </a:lnTo>
                <a:lnTo>
                  <a:pt x="1234636" y="47827"/>
                </a:lnTo>
                <a:lnTo>
                  <a:pt x="1208655" y="9215"/>
                </a:lnTo>
                <a:lnTo>
                  <a:pt x="1182469" y="1214"/>
                </a:lnTo>
                <a:lnTo>
                  <a:pt x="1166114" y="0"/>
                </a:lnTo>
                <a:close/>
              </a:path>
              <a:path w="1257300" h="283844">
                <a:moveTo>
                  <a:pt x="94996" y="0"/>
                </a:moveTo>
                <a:lnTo>
                  <a:pt x="91186" y="0"/>
                </a:lnTo>
                <a:lnTo>
                  <a:pt x="74777" y="1214"/>
                </a:lnTo>
                <a:lnTo>
                  <a:pt x="38862" y="16001"/>
                </a:lnTo>
                <a:lnTo>
                  <a:pt x="21664" y="59562"/>
                </a:lnTo>
                <a:lnTo>
                  <a:pt x="21558" y="65035"/>
                </a:lnTo>
                <a:lnTo>
                  <a:pt x="21679" y="68615"/>
                </a:lnTo>
                <a:lnTo>
                  <a:pt x="22336" y="75406"/>
                </a:lnTo>
                <a:lnTo>
                  <a:pt x="23445" y="82625"/>
                </a:lnTo>
                <a:lnTo>
                  <a:pt x="25019" y="90297"/>
                </a:lnTo>
                <a:lnTo>
                  <a:pt x="27305" y="100837"/>
                </a:lnTo>
                <a:lnTo>
                  <a:pt x="28448" y="107823"/>
                </a:lnTo>
                <a:lnTo>
                  <a:pt x="28448" y="118363"/>
                </a:lnTo>
                <a:lnTo>
                  <a:pt x="26162" y="123825"/>
                </a:lnTo>
                <a:lnTo>
                  <a:pt x="21336" y="128143"/>
                </a:lnTo>
                <a:lnTo>
                  <a:pt x="16637" y="132461"/>
                </a:lnTo>
                <a:lnTo>
                  <a:pt x="9525" y="134874"/>
                </a:lnTo>
                <a:lnTo>
                  <a:pt x="0" y="135128"/>
                </a:lnTo>
                <a:lnTo>
                  <a:pt x="0" y="147320"/>
                </a:lnTo>
                <a:lnTo>
                  <a:pt x="9525" y="147574"/>
                </a:lnTo>
                <a:lnTo>
                  <a:pt x="16637" y="149987"/>
                </a:lnTo>
                <a:lnTo>
                  <a:pt x="21336" y="154305"/>
                </a:lnTo>
                <a:lnTo>
                  <a:pt x="26162" y="158623"/>
                </a:lnTo>
                <a:lnTo>
                  <a:pt x="28448" y="164084"/>
                </a:lnTo>
                <a:lnTo>
                  <a:pt x="28448" y="174498"/>
                </a:lnTo>
                <a:lnTo>
                  <a:pt x="27305" y="181610"/>
                </a:lnTo>
                <a:lnTo>
                  <a:pt x="25019" y="192150"/>
                </a:lnTo>
                <a:lnTo>
                  <a:pt x="23445" y="199822"/>
                </a:lnTo>
                <a:lnTo>
                  <a:pt x="22336" y="207041"/>
                </a:lnTo>
                <a:lnTo>
                  <a:pt x="21679" y="213832"/>
                </a:lnTo>
                <a:lnTo>
                  <a:pt x="21462" y="220218"/>
                </a:lnTo>
                <a:lnTo>
                  <a:pt x="22556" y="235267"/>
                </a:lnTo>
                <a:lnTo>
                  <a:pt x="48627" y="274629"/>
                </a:lnTo>
                <a:lnTo>
                  <a:pt x="91186" y="283845"/>
                </a:lnTo>
                <a:lnTo>
                  <a:pt x="94996" y="283845"/>
                </a:lnTo>
                <a:lnTo>
                  <a:pt x="94996" y="272542"/>
                </a:lnTo>
                <a:lnTo>
                  <a:pt x="92710" y="272542"/>
                </a:lnTo>
                <a:lnTo>
                  <a:pt x="82520" y="271829"/>
                </a:lnTo>
                <a:lnTo>
                  <a:pt x="49784" y="246062"/>
                </a:lnTo>
                <a:lnTo>
                  <a:pt x="46736" y="222885"/>
                </a:lnTo>
                <a:lnTo>
                  <a:pt x="46926" y="217412"/>
                </a:lnTo>
                <a:lnTo>
                  <a:pt x="47498" y="211296"/>
                </a:lnTo>
                <a:lnTo>
                  <a:pt x="48450" y="204561"/>
                </a:lnTo>
                <a:lnTo>
                  <a:pt x="49784" y="197231"/>
                </a:lnTo>
                <a:lnTo>
                  <a:pt x="51688" y="186944"/>
                </a:lnTo>
                <a:lnTo>
                  <a:pt x="52705" y="179705"/>
                </a:lnTo>
                <a:lnTo>
                  <a:pt x="52705" y="166878"/>
                </a:lnTo>
                <a:lnTo>
                  <a:pt x="50292" y="159893"/>
                </a:lnTo>
                <a:lnTo>
                  <a:pt x="45338" y="154559"/>
                </a:lnTo>
                <a:lnTo>
                  <a:pt x="40386" y="149098"/>
                </a:lnTo>
                <a:lnTo>
                  <a:pt x="34417" y="145161"/>
                </a:lnTo>
                <a:lnTo>
                  <a:pt x="27559" y="142621"/>
                </a:lnTo>
                <a:lnTo>
                  <a:pt x="27559" y="139826"/>
                </a:lnTo>
                <a:lnTo>
                  <a:pt x="34417" y="137287"/>
                </a:lnTo>
                <a:lnTo>
                  <a:pt x="40386" y="133350"/>
                </a:lnTo>
                <a:lnTo>
                  <a:pt x="45338" y="127888"/>
                </a:lnTo>
                <a:lnTo>
                  <a:pt x="50292" y="122555"/>
                </a:lnTo>
                <a:lnTo>
                  <a:pt x="52705" y="115570"/>
                </a:lnTo>
                <a:lnTo>
                  <a:pt x="52705" y="102743"/>
                </a:lnTo>
                <a:lnTo>
                  <a:pt x="51688" y="95504"/>
                </a:lnTo>
                <a:lnTo>
                  <a:pt x="49784" y="85217"/>
                </a:lnTo>
                <a:lnTo>
                  <a:pt x="48450" y="77886"/>
                </a:lnTo>
                <a:lnTo>
                  <a:pt x="47498" y="71151"/>
                </a:lnTo>
                <a:lnTo>
                  <a:pt x="46926" y="65035"/>
                </a:lnTo>
                <a:lnTo>
                  <a:pt x="46736" y="59562"/>
                </a:lnTo>
                <a:lnTo>
                  <a:pt x="47498" y="47535"/>
                </a:lnTo>
                <a:lnTo>
                  <a:pt x="73485" y="14081"/>
                </a:lnTo>
                <a:lnTo>
                  <a:pt x="92710" y="11303"/>
                </a:lnTo>
                <a:lnTo>
                  <a:pt x="94996" y="11303"/>
                </a:lnTo>
                <a:lnTo>
                  <a:pt x="9499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57790" y="1006096"/>
            <a:ext cx="8545830" cy="1487805"/>
          </a:xfrm>
          <a:prstGeom prst="rect">
            <a:avLst/>
          </a:prstGeom>
        </p:spPr>
        <p:txBody>
          <a:bodyPr vert="horz" wrap="square" lIns="0" tIns="9080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15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>
                <a:latin typeface="PMingLiU"/>
                <a:cs typeface="PMingLiU"/>
              </a:rPr>
              <a:t>图</a:t>
            </a:r>
            <a:r>
              <a:rPr sz="2800">
                <a:latin typeface="Cambria Math"/>
                <a:cs typeface="Cambria Math"/>
              </a:rPr>
              <a:t>𝑮</a:t>
            </a:r>
            <a:r>
              <a:rPr sz="2800" spc="75">
                <a:latin typeface="Cambria Math"/>
                <a:cs typeface="Cambria Math"/>
              </a:rPr>
              <a:t> =&lt; </a:t>
            </a:r>
            <a:r>
              <a:rPr sz="2800" spc="-10">
                <a:latin typeface="Cambria Math"/>
                <a:cs typeface="Cambria Math"/>
              </a:rPr>
              <a:t>𝑽</a:t>
            </a:r>
            <a:r>
              <a:rPr sz="2800" spc="-80">
                <a:latin typeface="Cambria Math"/>
                <a:cs typeface="Cambria Math"/>
              </a:rPr>
              <a:t>, </a:t>
            </a:r>
            <a:r>
              <a:rPr sz="2800">
                <a:latin typeface="Cambria Math"/>
                <a:cs typeface="Cambria Math"/>
              </a:rPr>
              <a:t>𝑬</a:t>
            </a:r>
            <a:r>
              <a:rPr sz="2800" spc="110">
                <a:latin typeface="Cambria Math"/>
                <a:cs typeface="Cambria Math"/>
              </a:rPr>
              <a:t> &gt; </a:t>
            </a:r>
            <a:r>
              <a:rPr sz="2800">
                <a:latin typeface="PMingLiU"/>
                <a:cs typeface="PMingLiU"/>
              </a:rPr>
              <a:t>，其邻接链表由</a:t>
            </a:r>
            <a:r>
              <a:rPr sz="2800" spc="-10">
                <a:latin typeface="Cambria Math"/>
                <a:cs typeface="Cambria Math"/>
              </a:rPr>
              <a:t>|𝑽|</a:t>
            </a:r>
            <a:r>
              <a:rPr sz="2800" spc="-15">
                <a:latin typeface="PMingLiU"/>
                <a:cs typeface="PMingLiU"/>
              </a:rPr>
              <a:t>条链表的数组构成</a:t>
            </a:r>
            <a:endParaRPr sz="2800">
              <a:latin typeface="PMingLiU"/>
              <a:cs typeface="PMingLiU"/>
            </a:endParaRPr>
          </a:p>
          <a:p>
            <a:pPr marL="355600" indent="-342900">
              <a:lnSpc>
                <a:spcPct val="100000"/>
              </a:lnSpc>
              <a:spcBef>
                <a:spcPts val="62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15">
                <a:latin typeface="PMingLiU"/>
                <a:cs typeface="PMingLiU"/>
              </a:rPr>
              <a:t>每个顶点有一条链表，包含所有与其相邻的顶点</a:t>
            </a:r>
            <a:endParaRPr sz="2800">
              <a:latin typeface="PMingLiU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67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  <a:tab pos="1709420" algn="l"/>
                <a:tab pos="2139315" algn="l"/>
                <a:tab pos="3884929" algn="l"/>
                <a:tab pos="4314825" algn="l"/>
              </a:tabLst>
            </a:pPr>
            <a:r>
              <a:rPr sz="2400">
                <a:latin typeface="Cambria Math"/>
                <a:cs typeface="Cambria Math"/>
              </a:rPr>
              <a:t>𝑨𝒅𝒋</a:t>
            </a:r>
            <a:r>
              <a:rPr sz="2400" spc="320">
                <a:latin typeface="Cambria Math"/>
                <a:cs typeface="Cambria Math"/>
              </a:rPr>
              <a:t> </a:t>
            </a:r>
            <a:r>
              <a:rPr sz="2400" spc="-50">
                <a:latin typeface="Cambria Math"/>
                <a:cs typeface="Cambria Math"/>
              </a:rPr>
              <a:t>𝒂</a:t>
            </a:r>
            <a:r>
              <a:rPr sz="2400">
                <a:latin typeface="Cambria Math"/>
                <a:cs typeface="Cambria Math"/>
              </a:rPr>
              <a:t>	</a:t>
            </a:r>
            <a:r>
              <a:rPr sz="2400" spc="-50">
                <a:latin typeface="Cambria Math"/>
                <a:cs typeface="Cambria Math"/>
              </a:rPr>
              <a:t>=</a:t>
            </a:r>
            <a:r>
              <a:rPr sz="2400">
                <a:latin typeface="Cambria Math"/>
                <a:cs typeface="Cambria Math"/>
              </a:rPr>
              <a:t>	𝒃,</a:t>
            </a:r>
            <a:r>
              <a:rPr sz="2400" spc="-135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𝒅</a:t>
            </a:r>
            <a:r>
              <a:rPr sz="2400" spc="400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;</a:t>
            </a:r>
            <a:r>
              <a:rPr sz="2400" spc="-125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𝑨𝒅𝒋</a:t>
            </a:r>
            <a:r>
              <a:rPr sz="2400" spc="310">
                <a:latin typeface="Cambria Math"/>
                <a:cs typeface="Cambria Math"/>
              </a:rPr>
              <a:t> </a:t>
            </a:r>
            <a:r>
              <a:rPr sz="2400" spc="-50">
                <a:latin typeface="Cambria Math"/>
                <a:cs typeface="Cambria Math"/>
              </a:rPr>
              <a:t>𝒃</a:t>
            </a:r>
            <a:r>
              <a:rPr sz="2400">
                <a:latin typeface="Cambria Math"/>
                <a:cs typeface="Cambria Math"/>
              </a:rPr>
              <a:t>	</a:t>
            </a:r>
            <a:r>
              <a:rPr sz="2400" spc="-50">
                <a:latin typeface="Cambria Math"/>
                <a:cs typeface="Cambria Math"/>
              </a:rPr>
              <a:t>=</a:t>
            </a:r>
            <a:r>
              <a:rPr sz="2400">
                <a:latin typeface="Cambria Math"/>
                <a:cs typeface="Cambria Math"/>
              </a:rPr>
              <a:t>	</a:t>
            </a:r>
            <a:r>
              <a:rPr sz="2400" spc="-10">
                <a:latin typeface="Cambria Math"/>
                <a:cs typeface="Cambria Math"/>
              </a:rPr>
              <a:t>𝒂,</a:t>
            </a:r>
            <a:r>
              <a:rPr sz="2400" spc="-145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𝒄,</a:t>
            </a:r>
            <a:r>
              <a:rPr sz="2400" spc="-130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𝒅,</a:t>
            </a:r>
            <a:r>
              <a:rPr sz="2400" spc="-130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𝒇</a:t>
            </a:r>
            <a:r>
              <a:rPr sz="2400" spc="405">
                <a:latin typeface="Cambria Math"/>
                <a:cs typeface="Cambria Math"/>
              </a:rPr>
              <a:t> </a:t>
            </a:r>
            <a:r>
              <a:rPr sz="2400" spc="-50">
                <a:latin typeface="Cambria Math"/>
                <a:cs typeface="Cambria Math"/>
              </a:rPr>
              <a:t>;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151001" y="138512"/>
            <a:ext cx="5249799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图的表示：邻接链</a:t>
            </a:r>
            <a:r>
              <a:rPr spc="-60" dirty="0" err="1">
                <a:latin typeface="SimSun" panose="02010600030101010101" pitchFamily="2" charset="-122"/>
                <a:ea typeface="SimSun" panose="02010600030101010101" pitchFamily="2" charset="-122"/>
              </a:rPr>
              <a:t>表</a:t>
            </a:r>
            <a:endParaRPr spc="-6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764286" y="3035807"/>
            <a:ext cx="634365" cy="634365"/>
            <a:chOff x="764286" y="3035807"/>
            <a:chExt cx="634365" cy="634365"/>
          </a:xfrm>
        </p:grpSpPr>
        <p:sp>
          <p:nvSpPr>
            <p:cNvPr id="11" name="object 11"/>
            <p:cNvSpPr/>
            <p:nvPr/>
          </p:nvSpPr>
          <p:spPr>
            <a:xfrm>
              <a:off x="783336" y="3054857"/>
              <a:ext cx="596265" cy="596265"/>
            </a:xfrm>
            <a:custGeom>
              <a:avLst/>
              <a:gdLst/>
              <a:ahLst/>
              <a:cxnLst/>
              <a:rect l="l" t="t" r="r" b="b"/>
              <a:pathLst>
                <a:path w="596265" h="596264">
                  <a:moveTo>
                    <a:pt x="297942" y="0"/>
                  </a:moveTo>
                  <a:lnTo>
                    <a:pt x="249613" y="3898"/>
                  </a:lnTo>
                  <a:lnTo>
                    <a:pt x="203767" y="15185"/>
                  </a:lnTo>
                  <a:lnTo>
                    <a:pt x="161018" y="33247"/>
                  </a:lnTo>
                  <a:lnTo>
                    <a:pt x="121979" y="57473"/>
                  </a:lnTo>
                  <a:lnTo>
                    <a:pt x="87263" y="87249"/>
                  </a:lnTo>
                  <a:lnTo>
                    <a:pt x="57484" y="121962"/>
                  </a:lnTo>
                  <a:lnTo>
                    <a:pt x="33254" y="161001"/>
                  </a:lnTo>
                  <a:lnTo>
                    <a:pt x="15188" y="203752"/>
                  </a:lnTo>
                  <a:lnTo>
                    <a:pt x="3899" y="249603"/>
                  </a:lnTo>
                  <a:lnTo>
                    <a:pt x="0" y="297941"/>
                  </a:lnTo>
                  <a:lnTo>
                    <a:pt x="3899" y="346280"/>
                  </a:lnTo>
                  <a:lnTo>
                    <a:pt x="15188" y="392131"/>
                  </a:lnTo>
                  <a:lnTo>
                    <a:pt x="33254" y="434882"/>
                  </a:lnTo>
                  <a:lnTo>
                    <a:pt x="57484" y="473921"/>
                  </a:lnTo>
                  <a:lnTo>
                    <a:pt x="87263" y="508634"/>
                  </a:lnTo>
                  <a:lnTo>
                    <a:pt x="121979" y="538410"/>
                  </a:lnTo>
                  <a:lnTo>
                    <a:pt x="161018" y="562636"/>
                  </a:lnTo>
                  <a:lnTo>
                    <a:pt x="203767" y="580698"/>
                  </a:lnTo>
                  <a:lnTo>
                    <a:pt x="249613" y="591985"/>
                  </a:lnTo>
                  <a:lnTo>
                    <a:pt x="297942" y="595883"/>
                  </a:lnTo>
                  <a:lnTo>
                    <a:pt x="346270" y="591985"/>
                  </a:lnTo>
                  <a:lnTo>
                    <a:pt x="392116" y="580698"/>
                  </a:lnTo>
                  <a:lnTo>
                    <a:pt x="434865" y="562636"/>
                  </a:lnTo>
                  <a:lnTo>
                    <a:pt x="473904" y="538410"/>
                  </a:lnTo>
                  <a:lnTo>
                    <a:pt x="508620" y="508634"/>
                  </a:lnTo>
                  <a:lnTo>
                    <a:pt x="538399" y="473921"/>
                  </a:lnTo>
                  <a:lnTo>
                    <a:pt x="562629" y="434882"/>
                  </a:lnTo>
                  <a:lnTo>
                    <a:pt x="580695" y="392131"/>
                  </a:lnTo>
                  <a:lnTo>
                    <a:pt x="591984" y="346280"/>
                  </a:lnTo>
                  <a:lnTo>
                    <a:pt x="595883" y="297941"/>
                  </a:lnTo>
                  <a:lnTo>
                    <a:pt x="591984" y="249603"/>
                  </a:lnTo>
                  <a:lnTo>
                    <a:pt x="580695" y="203752"/>
                  </a:lnTo>
                  <a:lnTo>
                    <a:pt x="562629" y="161001"/>
                  </a:lnTo>
                  <a:lnTo>
                    <a:pt x="538399" y="121962"/>
                  </a:lnTo>
                  <a:lnTo>
                    <a:pt x="508620" y="87248"/>
                  </a:lnTo>
                  <a:lnTo>
                    <a:pt x="473904" y="57473"/>
                  </a:lnTo>
                  <a:lnTo>
                    <a:pt x="434865" y="33247"/>
                  </a:lnTo>
                  <a:lnTo>
                    <a:pt x="392116" y="15185"/>
                  </a:lnTo>
                  <a:lnTo>
                    <a:pt x="346270" y="3898"/>
                  </a:lnTo>
                  <a:lnTo>
                    <a:pt x="297942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83336" y="3054857"/>
              <a:ext cx="596265" cy="596265"/>
            </a:xfrm>
            <a:custGeom>
              <a:avLst/>
              <a:gdLst/>
              <a:ahLst/>
              <a:cxnLst/>
              <a:rect l="l" t="t" r="r" b="b"/>
              <a:pathLst>
                <a:path w="596265" h="596264">
                  <a:moveTo>
                    <a:pt x="0" y="297941"/>
                  </a:moveTo>
                  <a:lnTo>
                    <a:pt x="3899" y="249603"/>
                  </a:lnTo>
                  <a:lnTo>
                    <a:pt x="15188" y="203752"/>
                  </a:lnTo>
                  <a:lnTo>
                    <a:pt x="33254" y="161001"/>
                  </a:lnTo>
                  <a:lnTo>
                    <a:pt x="57484" y="121962"/>
                  </a:lnTo>
                  <a:lnTo>
                    <a:pt x="87263" y="87249"/>
                  </a:lnTo>
                  <a:lnTo>
                    <a:pt x="121979" y="57473"/>
                  </a:lnTo>
                  <a:lnTo>
                    <a:pt x="161018" y="33247"/>
                  </a:lnTo>
                  <a:lnTo>
                    <a:pt x="203767" y="15185"/>
                  </a:lnTo>
                  <a:lnTo>
                    <a:pt x="249613" y="3898"/>
                  </a:lnTo>
                  <a:lnTo>
                    <a:pt x="297942" y="0"/>
                  </a:lnTo>
                  <a:lnTo>
                    <a:pt x="346270" y="3898"/>
                  </a:lnTo>
                  <a:lnTo>
                    <a:pt x="392116" y="15185"/>
                  </a:lnTo>
                  <a:lnTo>
                    <a:pt x="434865" y="33247"/>
                  </a:lnTo>
                  <a:lnTo>
                    <a:pt x="473904" y="57473"/>
                  </a:lnTo>
                  <a:lnTo>
                    <a:pt x="508620" y="87248"/>
                  </a:lnTo>
                  <a:lnTo>
                    <a:pt x="538399" y="121962"/>
                  </a:lnTo>
                  <a:lnTo>
                    <a:pt x="562629" y="161001"/>
                  </a:lnTo>
                  <a:lnTo>
                    <a:pt x="580695" y="203752"/>
                  </a:lnTo>
                  <a:lnTo>
                    <a:pt x="591984" y="249603"/>
                  </a:lnTo>
                  <a:lnTo>
                    <a:pt x="595883" y="297941"/>
                  </a:lnTo>
                  <a:lnTo>
                    <a:pt x="591984" y="346280"/>
                  </a:lnTo>
                  <a:lnTo>
                    <a:pt x="580695" y="392131"/>
                  </a:lnTo>
                  <a:lnTo>
                    <a:pt x="562629" y="434882"/>
                  </a:lnTo>
                  <a:lnTo>
                    <a:pt x="538399" y="473921"/>
                  </a:lnTo>
                  <a:lnTo>
                    <a:pt x="508620" y="508634"/>
                  </a:lnTo>
                  <a:lnTo>
                    <a:pt x="473904" y="538410"/>
                  </a:lnTo>
                  <a:lnTo>
                    <a:pt x="434865" y="562636"/>
                  </a:lnTo>
                  <a:lnTo>
                    <a:pt x="392116" y="580698"/>
                  </a:lnTo>
                  <a:lnTo>
                    <a:pt x="346270" y="591985"/>
                  </a:lnTo>
                  <a:lnTo>
                    <a:pt x="297942" y="595883"/>
                  </a:lnTo>
                  <a:lnTo>
                    <a:pt x="249613" y="591985"/>
                  </a:lnTo>
                  <a:lnTo>
                    <a:pt x="203767" y="580698"/>
                  </a:lnTo>
                  <a:lnTo>
                    <a:pt x="161018" y="562636"/>
                  </a:lnTo>
                  <a:lnTo>
                    <a:pt x="121979" y="538410"/>
                  </a:lnTo>
                  <a:lnTo>
                    <a:pt x="87263" y="508634"/>
                  </a:lnTo>
                  <a:lnTo>
                    <a:pt x="57484" y="473921"/>
                  </a:lnTo>
                  <a:lnTo>
                    <a:pt x="33254" y="434882"/>
                  </a:lnTo>
                  <a:lnTo>
                    <a:pt x="15188" y="392131"/>
                  </a:lnTo>
                  <a:lnTo>
                    <a:pt x="3899" y="346280"/>
                  </a:lnTo>
                  <a:lnTo>
                    <a:pt x="0" y="297941"/>
                  </a:lnTo>
                  <a:close/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935736" y="3146805"/>
            <a:ext cx="2152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𝒂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2330195" y="3035807"/>
            <a:ext cx="634365" cy="634365"/>
            <a:chOff x="2330195" y="3035807"/>
            <a:chExt cx="634365" cy="634365"/>
          </a:xfrm>
        </p:grpSpPr>
        <p:sp>
          <p:nvSpPr>
            <p:cNvPr id="15" name="object 15"/>
            <p:cNvSpPr/>
            <p:nvPr/>
          </p:nvSpPr>
          <p:spPr>
            <a:xfrm>
              <a:off x="2349245" y="3054857"/>
              <a:ext cx="596265" cy="596265"/>
            </a:xfrm>
            <a:custGeom>
              <a:avLst/>
              <a:gdLst/>
              <a:ahLst/>
              <a:cxnLst/>
              <a:rect l="l" t="t" r="r" b="b"/>
              <a:pathLst>
                <a:path w="596264" h="596264">
                  <a:moveTo>
                    <a:pt x="297942" y="0"/>
                  </a:moveTo>
                  <a:lnTo>
                    <a:pt x="249603" y="3898"/>
                  </a:lnTo>
                  <a:lnTo>
                    <a:pt x="203752" y="15185"/>
                  </a:lnTo>
                  <a:lnTo>
                    <a:pt x="161001" y="33247"/>
                  </a:lnTo>
                  <a:lnTo>
                    <a:pt x="121962" y="57473"/>
                  </a:lnTo>
                  <a:lnTo>
                    <a:pt x="87249" y="87249"/>
                  </a:lnTo>
                  <a:lnTo>
                    <a:pt x="57473" y="121962"/>
                  </a:lnTo>
                  <a:lnTo>
                    <a:pt x="33247" y="161001"/>
                  </a:lnTo>
                  <a:lnTo>
                    <a:pt x="15185" y="203752"/>
                  </a:lnTo>
                  <a:lnTo>
                    <a:pt x="3898" y="249603"/>
                  </a:lnTo>
                  <a:lnTo>
                    <a:pt x="0" y="297941"/>
                  </a:lnTo>
                  <a:lnTo>
                    <a:pt x="3898" y="346280"/>
                  </a:lnTo>
                  <a:lnTo>
                    <a:pt x="15185" y="392131"/>
                  </a:lnTo>
                  <a:lnTo>
                    <a:pt x="33247" y="434882"/>
                  </a:lnTo>
                  <a:lnTo>
                    <a:pt x="57473" y="473921"/>
                  </a:lnTo>
                  <a:lnTo>
                    <a:pt x="87248" y="508634"/>
                  </a:lnTo>
                  <a:lnTo>
                    <a:pt x="121962" y="538410"/>
                  </a:lnTo>
                  <a:lnTo>
                    <a:pt x="161001" y="562636"/>
                  </a:lnTo>
                  <a:lnTo>
                    <a:pt x="203752" y="580698"/>
                  </a:lnTo>
                  <a:lnTo>
                    <a:pt x="249603" y="591985"/>
                  </a:lnTo>
                  <a:lnTo>
                    <a:pt x="297942" y="595883"/>
                  </a:lnTo>
                  <a:lnTo>
                    <a:pt x="346280" y="591985"/>
                  </a:lnTo>
                  <a:lnTo>
                    <a:pt x="392131" y="580698"/>
                  </a:lnTo>
                  <a:lnTo>
                    <a:pt x="434882" y="562636"/>
                  </a:lnTo>
                  <a:lnTo>
                    <a:pt x="473921" y="538410"/>
                  </a:lnTo>
                  <a:lnTo>
                    <a:pt x="508635" y="508634"/>
                  </a:lnTo>
                  <a:lnTo>
                    <a:pt x="538410" y="473921"/>
                  </a:lnTo>
                  <a:lnTo>
                    <a:pt x="562636" y="434882"/>
                  </a:lnTo>
                  <a:lnTo>
                    <a:pt x="580698" y="392131"/>
                  </a:lnTo>
                  <a:lnTo>
                    <a:pt x="591985" y="346280"/>
                  </a:lnTo>
                  <a:lnTo>
                    <a:pt x="595884" y="297941"/>
                  </a:lnTo>
                  <a:lnTo>
                    <a:pt x="591985" y="249603"/>
                  </a:lnTo>
                  <a:lnTo>
                    <a:pt x="580698" y="203752"/>
                  </a:lnTo>
                  <a:lnTo>
                    <a:pt x="562636" y="161001"/>
                  </a:lnTo>
                  <a:lnTo>
                    <a:pt x="538410" y="121962"/>
                  </a:lnTo>
                  <a:lnTo>
                    <a:pt x="508635" y="87248"/>
                  </a:lnTo>
                  <a:lnTo>
                    <a:pt x="473921" y="57473"/>
                  </a:lnTo>
                  <a:lnTo>
                    <a:pt x="434882" y="33247"/>
                  </a:lnTo>
                  <a:lnTo>
                    <a:pt x="392131" y="15185"/>
                  </a:lnTo>
                  <a:lnTo>
                    <a:pt x="346280" y="3898"/>
                  </a:lnTo>
                  <a:lnTo>
                    <a:pt x="297942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349245" y="3054857"/>
              <a:ext cx="596265" cy="596265"/>
            </a:xfrm>
            <a:custGeom>
              <a:avLst/>
              <a:gdLst/>
              <a:ahLst/>
              <a:cxnLst/>
              <a:rect l="l" t="t" r="r" b="b"/>
              <a:pathLst>
                <a:path w="596264" h="596264">
                  <a:moveTo>
                    <a:pt x="0" y="297941"/>
                  </a:moveTo>
                  <a:lnTo>
                    <a:pt x="3898" y="249603"/>
                  </a:lnTo>
                  <a:lnTo>
                    <a:pt x="15185" y="203752"/>
                  </a:lnTo>
                  <a:lnTo>
                    <a:pt x="33247" y="161001"/>
                  </a:lnTo>
                  <a:lnTo>
                    <a:pt x="57473" y="121962"/>
                  </a:lnTo>
                  <a:lnTo>
                    <a:pt x="87249" y="87249"/>
                  </a:lnTo>
                  <a:lnTo>
                    <a:pt x="121962" y="57473"/>
                  </a:lnTo>
                  <a:lnTo>
                    <a:pt x="161001" y="33247"/>
                  </a:lnTo>
                  <a:lnTo>
                    <a:pt x="203752" y="15185"/>
                  </a:lnTo>
                  <a:lnTo>
                    <a:pt x="249603" y="3898"/>
                  </a:lnTo>
                  <a:lnTo>
                    <a:pt x="297942" y="0"/>
                  </a:lnTo>
                  <a:lnTo>
                    <a:pt x="346280" y="3898"/>
                  </a:lnTo>
                  <a:lnTo>
                    <a:pt x="392131" y="15185"/>
                  </a:lnTo>
                  <a:lnTo>
                    <a:pt x="434882" y="33247"/>
                  </a:lnTo>
                  <a:lnTo>
                    <a:pt x="473921" y="57473"/>
                  </a:lnTo>
                  <a:lnTo>
                    <a:pt x="508635" y="87248"/>
                  </a:lnTo>
                  <a:lnTo>
                    <a:pt x="538410" y="121962"/>
                  </a:lnTo>
                  <a:lnTo>
                    <a:pt x="562636" y="161001"/>
                  </a:lnTo>
                  <a:lnTo>
                    <a:pt x="580698" y="203752"/>
                  </a:lnTo>
                  <a:lnTo>
                    <a:pt x="591985" y="249603"/>
                  </a:lnTo>
                  <a:lnTo>
                    <a:pt x="595884" y="297941"/>
                  </a:lnTo>
                  <a:lnTo>
                    <a:pt x="591985" y="346280"/>
                  </a:lnTo>
                  <a:lnTo>
                    <a:pt x="580698" y="392131"/>
                  </a:lnTo>
                  <a:lnTo>
                    <a:pt x="562636" y="434882"/>
                  </a:lnTo>
                  <a:lnTo>
                    <a:pt x="538410" y="473921"/>
                  </a:lnTo>
                  <a:lnTo>
                    <a:pt x="508635" y="508634"/>
                  </a:lnTo>
                  <a:lnTo>
                    <a:pt x="473921" y="538410"/>
                  </a:lnTo>
                  <a:lnTo>
                    <a:pt x="434882" y="562636"/>
                  </a:lnTo>
                  <a:lnTo>
                    <a:pt x="392131" y="580698"/>
                  </a:lnTo>
                  <a:lnTo>
                    <a:pt x="346280" y="591985"/>
                  </a:lnTo>
                  <a:lnTo>
                    <a:pt x="297942" y="595883"/>
                  </a:lnTo>
                  <a:lnTo>
                    <a:pt x="249603" y="591985"/>
                  </a:lnTo>
                  <a:lnTo>
                    <a:pt x="203752" y="580698"/>
                  </a:lnTo>
                  <a:lnTo>
                    <a:pt x="161001" y="562636"/>
                  </a:lnTo>
                  <a:lnTo>
                    <a:pt x="121962" y="538410"/>
                  </a:lnTo>
                  <a:lnTo>
                    <a:pt x="87248" y="508634"/>
                  </a:lnTo>
                  <a:lnTo>
                    <a:pt x="57473" y="473921"/>
                  </a:lnTo>
                  <a:lnTo>
                    <a:pt x="33247" y="434882"/>
                  </a:lnTo>
                  <a:lnTo>
                    <a:pt x="15185" y="392131"/>
                  </a:lnTo>
                  <a:lnTo>
                    <a:pt x="3898" y="346280"/>
                  </a:lnTo>
                  <a:lnTo>
                    <a:pt x="0" y="297941"/>
                  </a:lnTo>
                  <a:close/>
                </a:path>
              </a:pathLst>
            </a:custGeom>
            <a:ln w="3810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2503423" y="3146805"/>
            <a:ext cx="2108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𝒃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764286" y="4670297"/>
            <a:ext cx="634365" cy="634365"/>
            <a:chOff x="764286" y="4670297"/>
            <a:chExt cx="634365" cy="634365"/>
          </a:xfrm>
        </p:grpSpPr>
        <p:sp>
          <p:nvSpPr>
            <p:cNvPr id="19" name="object 19"/>
            <p:cNvSpPr/>
            <p:nvPr/>
          </p:nvSpPr>
          <p:spPr>
            <a:xfrm>
              <a:off x="783336" y="4689347"/>
              <a:ext cx="596265" cy="596265"/>
            </a:xfrm>
            <a:custGeom>
              <a:avLst/>
              <a:gdLst/>
              <a:ahLst/>
              <a:cxnLst/>
              <a:rect l="l" t="t" r="r" b="b"/>
              <a:pathLst>
                <a:path w="596265" h="596264">
                  <a:moveTo>
                    <a:pt x="297942" y="0"/>
                  </a:moveTo>
                  <a:lnTo>
                    <a:pt x="249613" y="3898"/>
                  </a:lnTo>
                  <a:lnTo>
                    <a:pt x="203767" y="15185"/>
                  </a:lnTo>
                  <a:lnTo>
                    <a:pt x="161018" y="33247"/>
                  </a:lnTo>
                  <a:lnTo>
                    <a:pt x="121979" y="57473"/>
                  </a:lnTo>
                  <a:lnTo>
                    <a:pt x="87263" y="87248"/>
                  </a:lnTo>
                  <a:lnTo>
                    <a:pt x="57484" y="121962"/>
                  </a:lnTo>
                  <a:lnTo>
                    <a:pt x="33254" y="161001"/>
                  </a:lnTo>
                  <a:lnTo>
                    <a:pt x="15188" y="203752"/>
                  </a:lnTo>
                  <a:lnTo>
                    <a:pt x="3899" y="249603"/>
                  </a:lnTo>
                  <a:lnTo>
                    <a:pt x="0" y="297941"/>
                  </a:lnTo>
                  <a:lnTo>
                    <a:pt x="3899" y="346280"/>
                  </a:lnTo>
                  <a:lnTo>
                    <a:pt x="15188" y="392131"/>
                  </a:lnTo>
                  <a:lnTo>
                    <a:pt x="33254" y="434882"/>
                  </a:lnTo>
                  <a:lnTo>
                    <a:pt x="57484" y="473921"/>
                  </a:lnTo>
                  <a:lnTo>
                    <a:pt x="87263" y="508634"/>
                  </a:lnTo>
                  <a:lnTo>
                    <a:pt x="121979" y="538410"/>
                  </a:lnTo>
                  <a:lnTo>
                    <a:pt x="161018" y="562636"/>
                  </a:lnTo>
                  <a:lnTo>
                    <a:pt x="203767" y="580698"/>
                  </a:lnTo>
                  <a:lnTo>
                    <a:pt x="249613" y="591985"/>
                  </a:lnTo>
                  <a:lnTo>
                    <a:pt x="297942" y="595883"/>
                  </a:lnTo>
                  <a:lnTo>
                    <a:pt x="346270" y="591985"/>
                  </a:lnTo>
                  <a:lnTo>
                    <a:pt x="392116" y="580698"/>
                  </a:lnTo>
                  <a:lnTo>
                    <a:pt x="434865" y="562636"/>
                  </a:lnTo>
                  <a:lnTo>
                    <a:pt x="473904" y="538410"/>
                  </a:lnTo>
                  <a:lnTo>
                    <a:pt x="508620" y="508635"/>
                  </a:lnTo>
                  <a:lnTo>
                    <a:pt x="538399" y="473921"/>
                  </a:lnTo>
                  <a:lnTo>
                    <a:pt x="562629" y="434882"/>
                  </a:lnTo>
                  <a:lnTo>
                    <a:pt x="580695" y="392131"/>
                  </a:lnTo>
                  <a:lnTo>
                    <a:pt x="591984" y="346280"/>
                  </a:lnTo>
                  <a:lnTo>
                    <a:pt x="595883" y="297941"/>
                  </a:lnTo>
                  <a:lnTo>
                    <a:pt x="591984" y="249603"/>
                  </a:lnTo>
                  <a:lnTo>
                    <a:pt x="580695" y="203752"/>
                  </a:lnTo>
                  <a:lnTo>
                    <a:pt x="562629" y="161001"/>
                  </a:lnTo>
                  <a:lnTo>
                    <a:pt x="538399" y="121962"/>
                  </a:lnTo>
                  <a:lnTo>
                    <a:pt x="508620" y="87249"/>
                  </a:lnTo>
                  <a:lnTo>
                    <a:pt x="473904" y="57473"/>
                  </a:lnTo>
                  <a:lnTo>
                    <a:pt x="434865" y="33247"/>
                  </a:lnTo>
                  <a:lnTo>
                    <a:pt x="392116" y="15185"/>
                  </a:lnTo>
                  <a:lnTo>
                    <a:pt x="346270" y="3898"/>
                  </a:lnTo>
                  <a:lnTo>
                    <a:pt x="297942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83336" y="4689347"/>
              <a:ext cx="596265" cy="596265"/>
            </a:xfrm>
            <a:custGeom>
              <a:avLst/>
              <a:gdLst/>
              <a:ahLst/>
              <a:cxnLst/>
              <a:rect l="l" t="t" r="r" b="b"/>
              <a:pathLst>
                <a:path w="596265" h="596264">
                  <a:moveTo>
                    <a:pt x="0" y="297941"/>
                  </a:moveTo>
                  <a:lnTo>
                    <a:pt x="3899" y="249603"/>
                  </a:lnTo>
                  <a:lnTo>
                    <a:pt x="15188" y="203752"/>
                  </a:lnTo>
                  <a:lnTo>
                    <a:pt x="33254" y="161001"/>
                  </a:lnTo>
                  <a:lnTo>
                    <a:pt x="57484" y="121962"/>
                  </a:lnTo>
                  <a:lnTo>
                    <a:pt x="87263" y="87248"/>
                  </a:lnTo>
                  <a:lnTo>
                    <a:pt x="121979" y="57473"/>
                  </a:lnTo>
                  <a:lnTo>
                    <a:pt x="161018" y="33247"/>
                  </a:lnTo>
                  <a:lnTo>
                    <a:pt x="203767" y="15185"/>
                  </a:lnTo>
                  <a:lnTo>
                    <a:pt x="249613" y="3898"/>
                  </a:lnTo>
                  <a:lnTo>
                    <a:pt x="297942" y="0"/>
                  </a:lnTo>
                  <a:lnTo>
                    <a:pt x="346270" y="3898"/>
                  </a:lnTo>
                  <a:lnTo>
                    <a:pt x="392116" y="15185"/>
                  </a:lnTo>
                  <a:lnTo>
                    <a:pt x="434865" y="33247"/>
                  </a:lnTo>
                  <a:lnTo>
                    <a:pt x="473904" y="57473"/>
                  </a:lnTo>
                  <a:lnTo>
                    <a:pt x="508620" y="87249"/>
                  </a:lnTo>
                  <a:lnTo>
                    <a:pt x="538399" y="121962"/>
                  </a:lnTo>
                  <a:lnTo>
                    <a:pt x="562629" y="161001"/>
                  </a:lnTo>
                  <a:lnTo>
                    <a:pt x="580695" y="203752"/>
                  </a:lnTo>
                  <a:lnTo>
                    <a:pt x="591984" y="249603"/>
                  </a:lnTo>
                  <a:lnTo>
                    <a:pt x="595883" y="297941"/>
                  </a:lnTo>
                  <a:lnTo>
                    <a:pt x="591984" y="346280"/>
                  </a:lnTo>
                  <a:lnTo>
                    <a:pt x="580695" y="392131"/>
                  </a:lnTo>
                  <a:lnTo>
                    <a:pt x="562629" y="434882"/>
                  </a:lnTo>
                  <a:lnTo>
                    <a:pt x="538399" y="473921"/>
                  </a:lnTo>
                  <a:lnTo>
                    <a:pt x="508620" y="508635"/>
                  </a:lnTo>
                  <a:lnTo>
                    <a:pt x="473904" y="538410"/>
                  </a:lnTo>
                  <a:lnTo>
                    <a:pt x="434865" y="562636"/>
                  </a:lnTo>
                  <a:lnTo>
                    <a:pt x="392116" y="580698"/>
                  </a:lnTo>
                  <a:lnTo>
                    <a:pt x="346270" y="591985"/>
                  </a:lnTo>
                  <a:lnTo>
                    <a:pt x="297942" y="595883"/>
                  </a:lnTo>
                  <a:lnTo>
                    <a:pt x="249613" y="591985"/>
                  </a:lnTo>
                  <a:lnTo>
                    <a:pt x="203767" y="580698"/>
                  </a:lnTo>
                  <a:lnTo>
                    <a:pt x="161018" y="562636"/>
                  </a:lnTo>
                  <a:lnTo>
                    <a:pt x="121979" y="538410"/>
                  </a:lnTo>
                  <a:lnTo>
                    <a:pt x="87263" y="508634"/>
                  </a:lnTo>
                  <a:lnTo>
                    <a:pt x="57484" y="473921"/>
                  </a:lnTo>
                  <a:lnTo>
                    <a:pt x="33254" y="434882"/>
                  </a:lnTo>
                  <a:lnTo>
                    <a:pt x="15188" y="392131"/>
                  </a:lnTo>
                  <a:lnTo>
                    <a:pt x="3899" y="346280"/>
                  </a:lnTo>
                  <a:lnTo>
                    <a:pt x="0" y="297941"/>
                  </a:lnTo>
                  <a:close/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931925" y="4781804"/>
            <a:ext cx="2216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𝒅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3598164" y="3838194"/>
            <a:ext cx="634365" cy="634365"/>
            <a:chOff x="3598164" y="3838194"/>
            <a:chExt cx="634365" cy="634365"/>
          </a:xfrm>
        </p:grpSpPr>
        <p:sp>
          <p:nvSpPr>
            <p:cNvPr id="23" name="object 23"/>
            <p:cNvSpPr/>
            <p:nvPr/>
          </p:nvSpPr>
          <p:spPr>
            <a:xfrm>
              <a:off x="3617214" y="3857244"/>
              <a:ext cx="596265" cy="596265"/>
            </a:xfrm>
            <a:custGeom>
              <a:avLst/>
              <a:gdLst/>
              <a:ahLst/>
              <a:cxnLst/>
              <a:rect l="l" t="t" r="r" b="b"/>
              <a:pathLst>
                <a:path w="596264" h="596264">
                  <a:moveTo>
                    <a:pt x="297941" y="0"/>
                  </a:moveTo>
                  <a:lnTo>
                    <a:pt x="249603" y="3898"/>
                  </a:lnTo>
                  <a:lnTo>
                    <a:pt x="203752" y="15185"/>
                  </a:lnTo>
                  <a:lnTo>
                    <a:pt x="161001" y="33247"/>
                  </a:lnTo>
                  <a:lnTo>
                    <a:pt x="121962" y="57473"/>
                  </a:lnTo>
                  <a:lnTo>
                    <a:pt x="87248" y="87248"/>
                  </a:lnTo>
                  <a:lnTo>
                    <a:pt x="57473" y="121962"/>
                  </a:lnTo>
                  <a:lnTo>
                    <a:pt x="33247" y="161001"/>
                  </a:lnTo>
                  <a:lnTo>
                    <a:pt x="15185" y="203752"/>
                  </a:lnTo>
                  <a:lnTo>
                    <a:pt x="3898" y="249603"/>
                  </a:lnTo>
                  <a:lnTo>
                    <a:pt x="0" y="297941"/>
                  </a:lnTo>
                  <a:lnTo>
                    <a:pt x="3898" y="346280"/>
                  </a:lnTo>
                  <a:lnTo>
                    <a:pt x="15185" y="392131"/>
                  </a:lnTo>
                  <a:lnTo>
                    <a:pt x="33247" y="434882"/>
                  </a:lnTo>
                  <a:lnTo>
                    <a:pt x="57473" y="473921"/>
                  </a:lnTo>
                  <a:lnTo>
                    <a:pt x="87249" y="508634"/>
                  </a:lnTo>
                  <a:lnTo>
                    <a:pt x="121962" y="538410"/>
                  </a:lnTo>
                  <a:lnTo>
                    <a:pt x="161001" y="562636"/>
                  </a:lnTo>
                  <a:lnTo>
                    <a:pt x="203752" y="580698"/>
                  </a:lnTo>
                  <a:lnTo>
                    <a:pt x="249603" y="591985"/>
                  </a:lnTo>
                  <a:lnTo>
                    <a:pt x="297941" y="595883"/>
                  </a:lnTo>
                  <a:lnTo>
                    <a:pt x="346280" y="591985"/>
                  </a:lnTo>
                  <a:lnTo>
                    <a:pt x="392131" y="580698"/>
                  </a:lnTo>
                  <a:lnTo>
                    <a:pt x="434882" y="562636"/>
                  </a:lnTo>
                  <a:lnTo>
                    <a:pt x="473921" y="538410"/>
                  </a:lnTo>
                  <a:lnTo>
                    <a:pt x="508635" y="508634"/>
                  </a:lnTo>
                  <a:lnTo>
                    <a:pt x="538410" y="473921"/>
                  </a:lnTo>
                  <a:lnTo>
                    <a:pt x="562636" y="434882"/>
                  </a:lnTo>
                  <a:lnTo>
                    <a:pt x="580698" y="392131"/>
                  </a:lnTo>
                  <a:lnTo>
                    <a:pt x="591985" y="346280"/>
                  </a:lnTo>
                  <a:lnTo>
                    <a:pt x="595884" y="297941"/>
                  </a:lnTo>
                  <a:lnTo>
                    <a:pt x="591985" y="249603"/>
                  </a:lnTo>
                  <a:lnTo>
                    <a:pt x="580698" y="203752"/>
                  </a:lnTo>
                  <a:lnTo>
                    <a:pt x="562636" y="161001"/>
                  </a:lnTo>
                  <a:lnTo>
                    <a:pt x="538410" y="121962"/>
                  </a:lnTo>
                  <a:lnTo>
                    <a:pt x="508635" y="87248"/>
                  </a:lnTo>
                  <a:lnTo>
                    <a:pt x="473921" y="57473"/>
                  </a:lnTo>
                  <a:lnTo>
                    <a:pt x="434882" y="33247"/>
                  </a:lnTo>
                  <a:lnTo>
                    <a:pt x="392131" y="15185"/>
                  </a:lnTo>
                  <a:lnTo>
                    <a:pt x="346280" y="3898"/>
                  </a:lnTo>
                  <a:lnTo>
                    <a:pt x="297941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617214" y="3857244"/>
              <a:ext cx="596265" cy="596265"/>
            </a:xfrm>
            <a:custGeom>
              <a:avLst/>
              <a:gdLst/>
              <a:ahLst/>
              <a:cxnLst/>
              <a:rect l="l" t="t" r="r" b="b"/>
              <a:pathLst>
                <a:path w="596264" h="596264">
                  <a:moveTo>
                    <a:pt x="0" y="297941"/>
                  </a:moveTo>
                  <a:lnTo>
                    <a:pt x="3898" y="249603"/>
                  </a:lnTo>
                  <a:lnTo>
                    <a:pt x="15185" y="203752"/>
                  </a:lnTo>
                  <a:lnTo>
                    <a:pt x="33247" y="161001"/>
                  </a:lnTo>
                  <a:lnTo>
                    <a:pt x="57473" y="121962"/>
                  </a:lnTo>
                  <a:lnTo>
                    <a:pt x="87248" y="87248"/>
                  </a:lnTo>
                  <a:lnTo>
                    <a:pt x="121962" y="57473"/>
                  </a:lnTo>
                  <a:lnTo>
                    <a:pt x="161001" y="33247"/>
                  </a:lnTo>
                  <a:lnTo>
                    <a:pt x="203752" y="15185"/>
                  </a:lnTo>
                  <a:lnTo>
                    <a:pt x="249603" y="3898"/>
                  </a:lnTo>
                  <a:lnTo>
                    <a:pt x="297941" y="0"/>
                  </a:lnTo>
                  <a:lnTo>
                    <a:pt x="346280" y="3898"/>
                  </a:lnTo>
                  <a:lnTo>
                    <a:pt x="392131" y="15185"/>
                  </a:lnTo>
                  <a:lnTo>
                    <a:pt x="434882" y="33247"/>
                  </a:lnTo>
                  <a:lnTo>
                    <a:pt x="473921" y="57473"/>
                  </a:lnTo>
                  <a:lnTo>
                    <a:pt x="508635" y="87248"/>
                  </a:lnTo>
                  <a:lnTo>
                    <a:pt x="538410" y="121962"/>
                  </a:lnTo>
                  <a:lnTo>
                    <a:pt x="562636" y="161001"/>
                  </a:lnTo>
                  <a:lnTo>
                    <a:pt x="580698" y="203752"/>
                  </a:lnTo>
                  <a:lnTo>
                    <a:pt x="591985" y="249603"/>
                  </a:lnTo>
                  <a:lnTo>
                    <a:pt x="595884" y="297941"/>
                  </a:lnTo>
                  <a:lnTo>
                    <a:pt x="591985" y="346280"/>
                  </a:lnTo>
                  <a:lnTo>
                    <a:pt x="580698" y="392131"/>
                  </a:lnTo>
                  <a:lnTo>
                    <a:pt x="562636" y="434882"/>
                  </a:lnTo>
                  <a:lnTo>
                    <a:pt x="538410" y="473921"/>
                  </a:lnTo>
                  <a:lnTo>
                    <a:pt x="508635" y="508634"/>
                  </a:lnTo>
                  <a:lnTo>
                    <a:pt x="473921" y="538410"/>
                  </a:lnTo>
                  <a:lnTo>
                    <a:pt x="434882" y="562636"/>
                  </a:lnTo>
                  <a:lnTo>
                    <a:pt x="392131" y="580698"/>
                  </a:lnTo>
                  <a:lnTo>
                    <a:pt x="346280" y="591985"/>
                  </a:lnTo>
                  <a:lnTo>
                    <a:pt x="297941" y="595883"/>
                  </a:lnTo>
                  <a:lnTo>
                    <a:pt x="249603" y="591985"/>
                  </a:lnTo>
                  <a:lnTo>
                    <a:pt x="203752" y="580698"/>
                  </a:lnTo>
                  <a:lnTo>
                    <a:pt x="161001" y="562636"/>
                  </a:lnTo>
                  <a:lnTo>
                    <a:pt x="121962" y="538410"/>
                  </a:lnTo>
                  <a:lnTo>
                    <a:pt x="87249" y="508634"/>
                  </a:lnTo>
                  <a:lnTo>
                    <a:pt x="57473" y="473921"/>
                  </a:lnTo>
                  <a:lnTo>
                    <a:pt x="33247" y="434882"/>
                  </a:lnTo>
                  <a:lnTo>
                    <a:pt x="15185" y="392131"/>
                  </a:lnTo>
                  <a:lnTo>
                    <a:pt x="3898" y="346280"/>
                  </a:lnTo>
                  <a:lnTo>
                    <a:pt x="0" y="297941"/>
                  </a:lnTo>
                  <a:close/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3787394" y="3949445"/>
            <a:ext cx="1797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𝒄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1062227" y="3333750"/>
            <a:ext cx="2661285" cy="1971039"/>
            <a:chOff x="1062227" y="3333750"/>
            <a:chExt cx="2661285" cy="1971039"/>
          </a:xfrm>
        </p:grpSpPr>
        <p:sp>
          <p:nvSpPr>
            <p:cNvPr id="27" name="object 27"/>
            <p:cNvSpPr/>
            <p:nvPr/>
          </p:nvSpPr>
          <p:spPr>
            <a:xfrm>
              <a:off x="1379219" y="3352800"/>
              <a:ext cx="970280" cy="0"/>
            </a:xfrm>
            <a:custGeom>
              <a:avLst/>
              <a:gdLst/>
              <a:ahLst/>
              <a:cxnLst/>
              <a:rect l="l" t="t" r="r" b="b"/>
              <a:pathLst>
                <a:path w="970280">
                  <a:moveTo>
                    <a:pt x="0" y="0"/>
                  </a:moveTo>
                  <a:lnTo>
                    <a:pt x="969899" y="0"/>
                  </a:lnTo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 flipH="1">
              <a:off x="1081277" y="3650741"/>
              <a:ext cx="0" cy="1038860"/>
            </a:xfrm>
            <a:custGeom>
              <a:avLst/>
              <a:gdLst/>
              <a:ahLst/>
              <a:cxnLst/>
              <a:rect l="l" t="t" r="r" b="b"/>
              <a:pathLst>
                <a:path h="1038860">
                  <a:moveTo>
                    <a:pt x="0" y="0"/>
                  </a:moveTo>
                  <a:lnTo>
                    <a:pt x="0" y="1038859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292352" y="3563111"/>
              <a:ext cx="1144905" cy="1213485"/>
            </a:xfrm>
            <a:custGeom>
              <a:avLst/>
              <a:gdLst/>
              <a:ahLst/>
              <a:cxnLst/>
              <a:rect l="l" t="t" r="r" b="b"/>
              <a:pathLst>
                <a:path w="1144905" h="1213485">
                  <a:moveTo>
                    <a:pt x="1144397" y="0"/>
                  </a:moveTo>
                  <a:lnTo>
                    <a:pt x="0" y="1213485"/>
                  </a:lnTo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945129" y="4366260"/>
              <a:ext cx="759460" cy="621665"/>
            </a:xfrm>
            <a:custGeom>
              <a:avLst/>
              <a:gdLst/>
              <a:ahLst/>
              <a:cxnLst/>
              <a:rect l="l" t="t" r="r" b="b"/>
              <a:pathLst>
                <a:path w="759460" h="621664">
                  <a:moveTo>
                    <a:pt x="759079" y="0"/>
                  </a:moveTo>
                  <a:lnTo>
                    <a:pt x="0" y="621538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647188" y="3352800"/>
              <a:ext cx="1057275" cy="1322705"/>
            </a:xfrm>
            <a:custGeom>
              <a:avLst/>
              <a:gdLst/>
              <a:ahLst/>
              <a:cxnLst/>
              <a:rect l="l" t="t" r="r" b="b"/>
              <a:pathLst>
                <a:path w="1057275" h="1322704">
                  <a:moveTo>
                    <a:pt x="0" y="283463"/>
                  </a:moveTo>
                  <a:lnTo>
                    <a:pt x="0" y="1322324"/>
                  </a:lnTo>
                </a:path>
                <a:path w="1057275" h="1322704">
                  <a:moveTo>
                    <a:pt x="297942" y="0"/>
                  </a:moveTo>
                  <a:lnTo>
                    <a:pt x="1057021" y="591947"/>
                  </a:lnTo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349245" y="4689347"/>
              <a:ext cx="596265" cy="596265"/>
            </a:xfrm>
            <a:custGeom>
              <a:avLst/>
              <a:gdLst/>
              <a:ahLst/>
              <a:cxnLst/>
              <a:rect l="l" t="t" r="r" b="b"/>
              <a:pathLst>
                <a:path w="596264" h="596264">
                  <a:moveTo>
                    <a:pt x="297942" y="0"/>
                  </a:moveTo>
                  <a:lnTo>
                    <a:pt x="249603" y="3898"/>
                  </a:lnTo>
                  <a:lnTo>
                    <a:pt x="203752" y="15185"/>
                  </a:lnTo>
                  <a:lnTo>
                    <a:pt x="161001" y="33247"/>
                  </a:lnTo>
                  <a:lnTo>
                    <a:pt x="121962" y="57473"/>
                  </a:lnTo>
                  <a:lnTo>
                    <a:pt x="87249" y="87248"/>
                  </a:lnTo>
                  <a:lnTo>
                    <a:pt x="57473" y="121962"/>
                  </a:lnTo>
                  <a:lnTo>
                    <a:pt x="33247" y="161001"/>
                  </a:lnTo>
                  <a:lnTo>
                    <a:pt x="15185" y="203752"/>
                  </a:lnTo>
                  <a:lnTo>
                    <a:pt x="3898" y="249603"/>
                  </a:lnTo>
                  <a:lnTo>
                    <a:pt x="0" y="297941"/>
                  </a:lnTo>
                  <a:lnTo>
                    <a:pt x="3898" y="346280"/>
                  </a:lnTo>
                  <a:lnTo>
                    <a:pt x="15185" y="392131"/>
                  </a:lnTo>
                  <a:lnTo>
                    <a:pt x="33247" y="434882"/>
                  </a:lnTo>
                  <a:lnTo>
                    <a:pt x="57473" y="473921"/>
                  </a:lnTo>
                  <a:lnTo>
                    <a:pt x="87248" y="508634"/>
                  </a:lnTo>
                  <a:lnTo>
                    <a:pt x="121962" y="538410"/>
                  </a:lnTo>
                  <a:lnTo>
                    <a:pt x="161001" y="562636"/>
                  </a:lnTo>
                  <a:lnTo>
                    <a:pt x="203752" y="580698"/>
                  </a:lnTo>
                  <a:lnTo>
                    <a:pt x="249603" y="591985"/>
                  </a:lnTo>
                  <a:lnTo>
                    <a:pt x="297942" y="595883"/>
                  </a:lnTo>
                  <a:lnTo>
                    <a:pt x="346280" y="591985"/>
                  </a:lnTo>
                  <a:lnTo>
                    <a:pt x="392131" y="580698"/>
                  </a:lnTo>
                  <a:lnTo>
                    <a:pt x="434882" y="562636"/>
                  </a:lnTo>
                  <a:lnTo>
                    <a:pt x="473921" y="538410"/>
                  </a:lnTo>
                  <a:lnTo>
                    <a:pt x="508635" y="508635"/>
                  </a:lnTo>
                  <a:lnTo>
                    <a:pt x="538410" y="473921"/>
                  </a:lnTo>
                  <a:lnTo>
                    <a:pt x="562636" y="434882"/>
                  </a:lnTo>
                  <a:lnTo>
                    <a:pt x="580698" y="392131"/>
                  </a:lnTo>
                  <a:lnTo>
                    <a:pt x="591985" y="346280"/>
                  </a:lnTo>
                  <a:lnTo>
                    <a:pt x="595884" y="297941"/>
                  </a:lnTo>
                  <a:lnTo>
                    <a:pt x="591985" y="249603"/>
                  </a:lnTo>
                  <a:lnTo>
                    <a:pt x="580698" y="203752"/>
                  </a:lnTo>
                  <a:lnTo>
                    <a:pt x="562636" y="161001"/>
                  </a:lnTo>
                  <a:lnTo>
                    <a:pt x="538410" y="121962"/>
                  </a:lnTo>
                  <a:lnTo>
                    <a:pt x="508635" y="87249"/>
                  </a:lnTo>
                  <a:lnTo>
                    <a:pt x="473921" y="57473"/>
                  </a:lnTo>
                  <a:lnTo>
                    <a:pt x="434882" y="33247"/>
                  </a:lnTo>
                  <a:lnTo>
                    <a:pt x="392131" y="15185"/>
                  </a:lnTo>
                  <a:lnTo>
                    <a:pt x="346280" y="3898"/>
                  </a:lnTo>
                  <a:lnTo>
                    <a:pt x="297942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349245" y="4689347"/>
              <a:ext cx="596265" cy="596265"/>
            </a:xfrm>
            <a:custGeom>
              <a:avLst/>
              <a:gdLst/>
              <a:ahLst/>
              <a:cxnLst/>
              <a:rect l="l" t="t" r="r" b="b"/>
              <a:pathLst>
                <a:path w="596264" h="596264">
                  <a:moveTo>
                    <a:pt x="0" y="297941"/>
                  </a:moveTo>
                  <a:lnTo>
                    <a:pt x="3898" y="249603"/>
                  </a:lnTo>
                  <a:lnTo>
                    <a:pt x="15185" y="203752"/>
                  </a:lnTo>
                  <a:lnTo>
                    <a:pt x="33247" y="161001"/>
                  </a:lnTo>
                  <a:lnTo>
                    <a:pt x="57473" y="121962"/>
                  </a:lnTo>
                  <a:lnTo>
                    <a:pt x="87249" y="87248"/>
                  </a:lnTo>
                  <a:lnTo>
                    <a:pt x="121962" y="57473"/>
                  </a:lnTo>
                  <a:lnTo>
                    <a:pt x="161001" y="33247"/>
                  </a:lnTo>
                  <a:lnTo>
                    <a:pt x="203752" y="15185"/>
                  </a:lnTo>
                  <a:lnTo>
                    <a:pt x="249603" y="3898"/>
                  </a:lnTo>
                  <a:lnTo>
                    <a:pt x="297942" y="0"/>
                  </a:lnTo>
                  <a:lnTo>
                    <a:pt x="346280" y="3898"/>
                  </a:lnTo>
                  <a:lnTo>
                    <a:pt x="392131" y="15185"/>
                  </a:lnTo>
                  <a:lnTo>
                    <a:pt x="434882" y="33247"/>
                  </a:lnTo>
                  <a:lnTo>
                    <a:pt x="473921" y="57473"/>
                  </a:lnTo>
                  <a:lnTo>
                    <a:pt x="508635" y="87249"/>
                  </a:lnTo>
                  <a:lnTo>
                    <a:pt x="538410" y="121962"/>
                  </a:lnTo>
                  <a:lnTo>
                    <a:pt x="562636" y="161001"/>
                  </a:lnTo>
                  <a:lnTo>
                    <a:pt x="580698" y="203752"/>
                  </a:lnTo>
                  <a:lnTo>
                    <a:pt x="591985" y="249603"/>
                  </a:lnTo>
                  <a:lnTo>
                    <a:pt x="595884" y="297941"/>
                  </a:lnTo>
                  <a:lnTo>
                    <a:pt x="591985" y="346280"/>
                  </a:lnTo>
                  <a:lnTo>
                    <a:pt x="580698" y="392131"/>
                  </a:lnTo>
                  <a:lnTo>
                    <a:pt x="562636" y="434882"/>
                  </a:lnTo>
                  <a:lnTo>
                    <a:pt x="538410" y="473921"/>
                  </a:lnTo>
                  <a:lnTo>
                    <a:pt x="508635" y="508635"/>
                  </a:lnTo>
                  <a:lnTo>
                    <a:pt x="473921" y="538410"/>
                  </a:lnTo>
                  <a:lnTo>
                    <a:pt x="434882" y="562636"/>
                  </a:lnTo>
                  <a:lnTo>
                    <a:pt x="392131" y="580698"/>
                  </a:lnTo>
                  <a:lnTo>
                    <a:pt x="346280" y="591985"/>
                  </a:lnTo>
                  <a:lnTo>
                    <a:pt x="297942" y="595883"/>
                  </a:lnTo>
                  <a:lnTo>
                    <a:pt x="249603" y="591985"/>
                  </a:lnTo>
                  <a:lnTo>
                    <a:pt x="203752" y="580698"/>
                  </a:lnTo>
                  <a:lnTo>
                    <a:pt x="161001" y="562636"/>
                  </a:lnTo>
                  <a:lnTo>
                    <a:pt x="121962" y="538410"/>
                  </a:lnTo>
                  <a:lnTo>
                    <a:pt x="87248" y="508634"/>
                  </a:lnTo>
                  <a:lnTo>
                    <a:pt x="57473" y="473921"/>
                  </a:lnTo>
                  <a:lnTo>
                    <a:pt x="33247" y="434882"/>
                  </a:lnTo>
                  <a:lnTo>
                    <a:pt x="15185" y="392131"/>
                  </a:lnTo>
                  <a:lnTo>
                    <a:pt x="3898" y="346280"/>
                  </a:lnTo>
                  <a:lnTo>
                    <a:pt x="0" y="297941"/>
                  </a:lnTo>
                  <a:close/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2511044" y="4781804"/>
            <a:ext cx="1974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𝒇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1379219" y="4987290"/>
            <a:ext cx="970280" cy="0"/>
          </a:xfrm>
          <a:custGeom>
            <a:avLst/>
            <a:gdLst/>
            <a:ahLst/>
            <a:cxnLst/>
            <a:rect l="l" t="t" r="r" b="b"/>
            <a:pathLst>
              <a:path w="970280">
                <a:moveTo>
                  <a:pt x="969899" y="0"/>
                </a:moveTo>
                <a:lnTo>
                  <a:pt x="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2293873" y="5317490"/>
            <a:ext cx="45021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>
                <a:latin typeface="PMingLiU"/>
                <a:cs typeface="PMingLiU"/>
              </a:rPr>
              <a:t>图</a:t>
            </a:r>
            <a:r>
              <a:rPr sz="2000" spc="-50">
                <a:latin typeface="Cambria Math"/>
                <a:cs typeface="Cambria Math"/>
              </a:rPr>
              <a:t>𝑮</a:t>
            </a:r>
            <a:endParaRPr sz="2000">
              <a:latin typeface="Cambria Math"/>
              <a:cs typeface="Cambria Math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4841747" y="2874264"/>
            <a:ext cx="1760220" cy="3146425"/>
            <a:chOff x="4841747" y="2874264"/>
            <a:chExt cx="1760220" cy="3146425"/>
          </a:xfrm>
        </p:grpSpPr>
        <p:sp>
          <p:nvSpPr>
            <p:cNvPr id="38" name="object 38"/>
            <p:cNvSpPr/>
            <p:nvPr/>
          </p:nvSpPr>
          <p:spPr>
            <a:xfrm>
              <a:off x="4860797" y="2893314"/>
              <a:ext cx="582295" cy="596265"/>
            </a:xfrm>
            <a:custGeom>
              <a:avLst/>
              <a:gdLst/>
              <a:ahLst/>
              <a:cxnLst/>
              <a:rect l="l" t="t" r="r" b="b"/>
              <a:pathLst>
                <a:path w="582295" h="596264">
                  <a:moveTo>
                    <a:pt x="0" y="595884"/>
                  </a:moveTo>
                  <a:lnTo>
                    <a:pt x="582168" y="595884"/>
                  </a:lnTo>
                  <a:lnTo>
                    <a:pt x="582168" y="0"/>
                  </a:lnTo>
                  <a:lnTo>
                    <a:pt x="0" y="0"/>
                  </a:lnTo>
                  <a:lnTo>
                    <a:pt x="0" y="595884"/>
                  </a:lnTo>
                  <a:close/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208269" y="3134106"/>
              <a:ext cx="764540" cy="114300"/>
            </a:xfrm>
            <a:custGeom>
              <a:avLst/>
              <a:gdLst/>
              <a:ahLst/>
              <a:cxnLst/>
              <a:rect l="l" t="t" r="r" b="b"/>
              <a:pathLst>
                <a:path w="764539" h="114300">
                  <a:moveTo>
                    <a:pt x="649985" y="0"/>
                  </a:moveTo>
                  <a:lnTo>
                    <a:pt x="649985" y="114300"/>
                  </a:lnTo>
                  <a:lnTo>
                    <a:pt x="726185" y="76200"/>
                  </a:lnTo>
                  <a:lnTo>
                    <a:pt x="669035" y="76200"/>
                  </a:lnTo>
                  <a:lnTo>
                    <a:pt x="669035" y="38100"/>
                  </a:lnTo>
                  <a:lnTo>
                    <a:pt x="726185" y="38100"/>
                  </a:lnTo>
                  <a:lnTo>
                    <a:pt x="649985" y="0"/>
                  </a:lnTo>
                  <a:close/>
                </a:path>
                <a:path w="764539" h="114300">
                  <a:moveTo>
                    <a:pt x="649985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649985" y="76200"/>
                  </a:lnTo>
                  <a:lnTo>
                    <a:pt x="649985" y="38100"/>
                  </a:lnTo>
                  <a:close/>
                </a:path>
                <a:path w="764539" h="114300">
                  <a:moveTo>
                    <a:pt x="726185" y="38100"/>
                  </a:moveTo>
                  <a:lnTo>
                    <a:pt x="669035" y="38100"/>
                  </a:lnTo>
                  <a:lnTo>
                    <a:pt x="669035" y="76200"/>
                  </a:lnTo>
                  <a:lnTo>
                    <a:pt x="726185" y="76200"/>
                  </a:lnTo>
                  <a:lnTo>
                    <a:pt x="764285" y="57150"/>
                  </a:lnTo>
                  <a:lnTo>
                    <a:pt x="726185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860797" y="4149852"/>
              <a:ext cx="582295" cy="596265"/>
            </a:xfrm>
            <a:custGeom>
              <a:avLst/>
              <a:gdLst/>
              <a:ahLst/>
              <a:cxnLst/>
              <a:rect l="l" t="t" r="r" b="b"/>
              <a:pathLst>
                <a:path w="582295" h="596264">
                  <a:moveTo>
                    <a:pt x="0" y="595884"/>
                  </a:moveTo>
                  <a:lnTo>
                    <a:pt x="582168" y="595884"/>
                  </a:lnTo>
                  <a:lnTo>
                    <a:pt x="582168" y="0"/>
                  </a:lnTo>
                  <a:lnTo>
                    <a:pt x="0" y="0"/>
                  </a:lnTo>
                  <a:lnTo>
                    <a:pt x="0" y="595884"/>
                  </a:lnTo>
                  <a:close/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208269" y="4390644"/>
              <a:ext cx="764540" cy="114300"/>
            </a:xfrm>
            <a:custGeom>
              <a:avLst/>
              <a:gdLst/>
              <a:ahLst/>
              <a:cxnLst/>
              <a:rect l="l" t="t" r="r" b="b"/>
              <a:pathLst>
                <a:path w="764539" h="114300">
                  <a:moveTo>
                    <a:pt x="649985" y="0"/>
                  </a:moveTo>
                  <a:lnTo>
                    <a:pt x="649985" y="114299"/>
                  </a:lnTo>
                  <a:lnTo>
                    <a:pt x="726185" y="76199"/>
                  </a:lnTo>
                  <a:lnTo>
                    <a:pt x="669035" y="76199"/>
                  </a:lnTo>
                  <a:lnTo>
                    <a:pt x="669035" y="38099"/>
                  </a:lnTo>
                  <a:lnTo>
                    <a:pt x="726185" y="38099"/>
                  </a:lnTo>
                  <a:lnTo>
                    <a:pt x="649985" y="0"/>
                  </a:lnTo>
                  <a:close/>
                </a:path>
                <a:path w="764539" h="114300">
                  <a:moveTo>
                    <a:pt x="649985" y="38099"/>
                  </a:moveTo>
                  <a:lnTo>
                    <a:pt x="0" y="38099"/>
                  </a:lnTo>
                  <a:lnTo>
                    <a:pt x="0" y="76199"/>
                  </a:lnTo>
                  <a:lnTo>
                    <a:pt x="649985" y="76199"/>
                  </a:lnTo>
                  <a:lnTo>
                    <a:pt x="649985" y="38099"/>
                  </a:lnTo>
                  <a:close/>
                </a:path>
                <a:path w="764539" h="114300">
                  <a:moveTo>
                    <a:pt x="726185" y="38099"/>
                  </a:moveTo>
                  <a:lnTo>
                    <a:pt x="669035" y="38099"/>
                  </a:lnTo>
                  <a:lnTo>
                    <a:pt x="669035" y="76199"/>
                  </a:lnTo>
                  <a:lnTo>
                    <a:pt x="726185" y="76199"/>
                  </a:lnTo>
                  <a:lnTo>
                    <a:pt x="764285" y="57149"/>
                  </a:lnTo>
                  <a:lnTo>
                    <a:pt x="726185" y="380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4860797" y="4777740"/>
              <a:ext cx="582295" cy="596265"/>
            </a:xfrm>
            <a:custGeom>
              <a:avLst/>
              <a:gdLst/>
              <a:ahLst/>
              <a:cxnLst/>
              <a:rect l="l" t="t" r="r" b="b"/>
              <a:pathLst>
                <a:path w="582295" h="596264">
                  <a:moveTo>
                    <a:pt x="0" y="595884"/>
                  </a:moveTo>
                  <a:lnTo>
                    <a:pt x="582168" y="595884"/>
                  </a:lnTo>
                  <a:lnTo>
                    <a:pt x="582168" y="0"/>
                  </a:lnTo>
                  <a:lnTo>
                    <a:pt x="0" y="0"/>
                  </a:lnTo>
                  <a:lnTo>
                    <a:pt x="0" y="595884"/>
                  </a:lnTo>
                  <a:close/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5208269" y="5018532"/>
              <a:ext cx="764540" cy="114300"/>
            </a:xfrm>
            <a:custGeom>
              <a:avLst/>
              <a:gdLst/>
              <a:ahLst/>
              <a:cxnLst/>
              <a:rect l="l" t="t" r="r" b="b"/>
              <a:pathLst>
                <a:path w="764539" h="114300">
                  <a:moveTo>
                    <a:pt x="649985" y="0"/>
                  </a:moveTo>
                  <a:lnTo>
                    <a:pt x="649985" y="114300"/>
                  </a:lnTo>
                  <a:lnTo>
                    <a:pt x="726185" y="76200"/>
                  </a:lnTo>
                  <a:lnTo>
                    <a:pt x="669035" y="76200"/>
                  </a:lnTo>
                  <a:lnTo>
                    <a:pt x="669035" y="38100"/>
                  </a:lnTo>
                  <a:lnTo>
                    <a:pt x="726185" y="38100"/>
                  </a:lnTo>
                  <a:lnTo>
                    <a:pt x="649985" y="0"/>
                  </a:lnTo>
                  <a:close/>
                </a:path>
                <a:path w="764539" h="114300">
                  <a:moveTo>
                    <a:pt x="649985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649985" y="76200"/>
                  </a:lnTo>
                  <a:lnTo>
                    <a:pt x="649985" y="38100"/>
                  </a:lnTo>
                  <a:close/>
                </a:path>
                <a:path w="764539" h="114300">
                  <a:moveTo>
                    <a:pt x="726185" y="38100"/>
                  </a:moveTo>
                  <a:lnTo>
                    <a:pt x="669035" y="38100"/>
                  </a:lnTo>
                  <a:lnTo>
                    <a:pt x="669035" y="76200"/>
                  </a:lnTo>
                  <a:lnTo>
                    <a:pt x="726185" y="76200"/>
                  </a:lnTo>
                  <a:lnTo>
                    <a:pt x="764285" y="57150"/>
                  </a:lnTo>
                  <a:lnTo>
                    <a:pt x="726185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4860797" y="5405628"/>
              <a:ext cx="582295" cy="596265"/>
            </a:xfrm>
            <a:custGeom>
              <a:avLst/>
              <a:gdLst/>
              <a:ahLst/>
              <a:cxnLst/>
              <a:rect l="l" t="t" r="r" b="b"/>
              <a:pathLst>
                <a:path w="582295" h="596264">
                  <a:moveTo>
                    <a:pt x="0" y="595884"/>
                  </a:moveTo>
                  <a:lnTo>
                    <a:pt x="582168" y="595884"/>
                  </a:lnTo>
                  <a:lnTo>
                    <a:pt x="582168" y="0"/>
                  </a:lnTo>
                  <a:lnTo>
                    <a:pt x="0" y="0"/>
                  </a:lnTo>
                  <a:lnTo>
                    <a:pt x="0" y="595884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5208269" y="5646420"/>
              <a:ext cx="764540" cy="114300"/>
            </a:xfrm>
            <a:custGeom>
              <a:avLst/>
              <a:gdLst/>
              <a:ahLst/>
              <a:cxnLst/>
              <a:rect l="l" t="t" r="r" b="b"/>
              <a:pathLst>
                <a:path w="764539" h="114300">
                  <a:moveTo>
                    <a:pt x="649985" y="0"/>
                  </a:moveTo>
                  <a:lnTo>
                    <a:pt x="649985" y="114299"/>
                  </a:lnTo>
                  <a:lnTo>
                    <a:pt x="726185" y="76199"/>
                  </a:lnTo>
                  <a:lnTo>
                    <a:pt x="669035" y="76199"/>
                  </a:lnTo>
                  <a:lnTo>
                    <a:pt x="669035" y="38099"/>
                  </a:lnTo>
                  <a:lnTo>
                    <a:pt x="726185" y="38099"/>
                  </a:lnTo>
                  <a:lnTo>
                    <a:pt x="649985" y="0"/>
                  </a:lnTo>
                  <a:close/>
                </a:path>
                <a:path w="764539" h="114300">
                  <a:moveTo>
                    <a:pt x="649985" y="38099"/>
                  </a:moveTo>
                  <a:lnTo>
                    <a:pt x="0" y="38099"/>
                  </a:lnTo>
                  <a:lnTo>
                    <a:pt x="0" y="76199"/>
                  </a:lnTo>
                  <a:lnTo>
                    <a:pt x="649985" y="76199"/>
                  </a:lnTo>
                  <a:lnTo>
                    <a:pt x="649985" y="38099"/>
                  </a:lnTo>
                  <a:close/>
                </a:path>
                <a:path w="764539" h="114300">
                  <a:moveTo>
                    <a:pt x="726185" y="38099"/>
                  </a:moveTo>
                  <a:lnTo>
                    <a:pt x="669035" y="38099"/>
                  </a:lnTo>
                  <a:lnTo>
                    <a:pt x="669035" y="76199"/>
                  </a:lnTo>
                  <a:lnTo>
                    <a:pt x="726185" y="76199"/>
                  </a:lnTo>
                  <a:lnTo>
                    <a:pt x="764285" y="57149"/>
                  </a:lnTo>
                  <a:lnTo>
                    <a:pt x="726185" y="380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4860797" y="3521202"/>
              <a:ext cx="582295" cy="596900"/>
            </a:xfrm>
            <a:custGeom>
              <a:avLst/>
              <a:gdLst/>
              <a:ahLst/>
              <a:cxnLst/>
              <a:rect l="l" t="t" r="r" b="b"/>
              <a:pathLst>
                <a:path w="582295" h="596900">
                  <a:moveTo>
                    <a:pt x="0" y="596646"/>
                  </a:moveTo>
                  <a:lnTo>
                    <a:pt x="582168" y="596646"/>
                  </a:lnTo>
                  <a:lnTo>
                    <a:pt x="582168" y="0"/>
                  </a:lnTo>
                  <a:lnTo>
                    <a:pt x="0" y="0"/>
                  </a:lnTo>
                  <a:lnTo>
                    <a:pt x="0" y="596646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5208270" y="3762755"/>
              <a:ext cx="764540" cy="114300"/>
            </a:xfrm>
            <a:custGeom>
              <a:avLst/>
              <a:gdLst/>
              <a:ahLst/>
              <a:cxnLst/>
              <a:rect l="l" t="t" r="r" b="b"/>
              <a:pathLst>
                <a:path w="764539" h="114300">
                  <a:moveTo>
                    <a:pt x="764286" y="57150"/>
                  </a:moveTo>
                  <a:lnTo>
                    <a:pt x="726186" y="38100"/>
                  </a:lnTo>
                  <a:lnTo>
                    <a:pt x="649986" y="0"/>
                  </a:lnTo>
                  <a:lnTo>
                    <a:pt x="649986" y="38100"/>
                  </a:lnTo>
                  <a:lnTo>
                    <a:pt x="0" y="38100"/>
                  </a:lnTo>
                  <a:lnTo>
                    <a:pt x="0" y="76200"/>
                  </a:lnTo>
                  <a:lnTo>
                    <a:pt x="649986" y="76200"/>
                  </a:lnTo>
                  <a:lnTo>
                    <a:pt x="649986" y="114300"/>
                  </a:lnTo>
                  <a:lnTo>
                    <a:pt x="726186" y="76200"/>
                  </a:lnTo>
                  <a:lnTo>
                    <a:pt x="764286" y="571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4860797" y="2893314"/>
              <a:ext cx="582295" cy="596265"/>
            </a:xfrm>
            <a:custGeom>
              <a:avLst/>
              <a:gdLst/>
              <a:ahLst/>
              <a:cxnLst/>
              <a:rect l="l" t="t" r="r" b="b"/>
              <a:pathLst>
                <a:path w="582295" h="596264">
                  <a:moveTo>
                    <a:pt x="0" y="595884"/>
                  </a:moveTo>
                  <a:lnTo>
                    <a:pt x="582168" y="595884"/>
                  </a:lnTo>
                  <a:lnTo>
                    <a:pt x="582168" y="0"/>
                  </a:lnTo>
                  <a:lnTo>
                    <a:pt x="0" y="0"/>
                  </a:lnTo>
                  <a:lnTo>
                    <a:pt x="0" y="595884"/>
                  </a:lnTo>
                  <a:close/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5208269" y="3134106"/>
              <a:ext cx="764540" cy="114300"/>
            </a:xfrm>
            <a:custGeom>
              <a:avLst/>
              <a:gdLst/>
              <a:ahLst/>
              <a:cxnLst/>
              <a:rect l="l" t="t" r="r" b="b"/>
              <a:pathLst>
                <a:path w="764539" h="114300">
                  <a:moveTo>
                    <a:pt x="649985" y="0"/>
                  </a:moveTo>
                  <a:lnTo>
                    <a:pt x="649985" y="114300"/>
                  </a:lnTo>
                  <a:lnTo>
                    <a:pt x="726185" y="76200"/>
                  </a:lnTo>
                  <a:lnTo>
                    <a:pt x="669035" y="76200"/>
                  </a:lnTo>
                  <a:lnTo>
                    <a:pt x="669035" y="38100"/>
                  </a:lnTo>
                  <a:lnTo>
                    <a:pt x="726185" y="38100"/>
                  </a:lnTo>
                  <a:lnTo>
                    <a:pt x="649985" y="0"/>
                  </a:lnTo>
                  <a:close/>
                </a:path>
                <a:path w="764539" h="114300">
                  <a:moveTo>
                    <a:pt x="649985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649985" y="76200"/>
                  </a:lnTo>
                  <a:lnTo>
                    <a:pt x="649985" y="38100"/>
                  </a:lnTo>
                  <a:close/>
                </a:path>
                <a:path w="764539" h="114300">
                  <a:moveTo>
                    <a:pt x="726185" y="38100"/>
                  </a:moveTo>
                  <a:lnTo>
                    <a:pt x="669035" y="38100"/>
                  </a:lnTo>
                  <a:lnTo>
                    <a:pt x="669035" y="76200"/>
                  </a:lnTo>
                  <a:lnTo>
                    <a:pt x="726185" y="76200"/>
                  </a:lnTo>
                  <a:lnTo>
                    <a:pt x="764285" y="57150"/>
                  </a:lnTo>
                  <a:lnTo>
                    <a:pt x="726185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6001511" y="2893314"/>
              <a:ext cx="581660" cy="596265"/>
            </a:xfrm>
            <a:custGeom>
              <a:avLst/>
              <a:gdLst/>
              <a:ahLst/>
              <a:cxnLst/>
              <a:rect l="l" t="t" r="r" b="b"/>
              <a:pathLst>
                <a:path w="581659" h="596264">
                  <a:moveTo>
                    <a:pt x="0" y="595884"/>
                  </a:moveTo>
                  <a:lnTo>
                    <a:pt x="581406" y="595884"/>
                  </a:lnTo>
                  <a:lnTo>
                    <a:pt x="581406" y="0"/>
                  </a:lnTo>
                  <a:lnTo>
                    <a:pt x="0" y="0"/>
                  </a:lnTo>
                  <a:lnTo>
                    <a:pt x="0" y="595884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1" name="object 51"/>
          <p:cNvSpPr txBox="1"/>
          <p:nvPr/>
        </p:nvSpPr>
        <p:spPr>
          <a:xfrm>
            <a:off x="6020561" y="2985515"/>
            <a:ext cx="5435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097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𝒃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6576059" y="2874264"/>
            <a:ext cx="1721485" cy="634365"/>
            <a:chOff x="6576059" y="2874264"/>
            <a:chExt cx="1721485" cy="634365"/>
          </a:xfrm>
        </p:grpSpPr>
        <p:sp>
          <p:nvSpPr>
            <p:cNvPr id="53" name="object 53"/>
            <p:cNvSpPr/>
            <p:nvPr/>
          </p:nvSpPr>
          <p:spPr>
            <a:xfrm>
              <a:off x="6595109" y="2893314"/>
              <a:ext cx="582295" cy="596265"/>
            </a:xfrm>
            <a:custGeom>
              <a:avLst/>
              <a:gdLst/>
              <a:ahLst/>
              <a:cxnLst/>
              <a:rect l="l" t="t" r="r" b="b"/>
              <a:pathLst>
                <a:path w="582295" h="596264">
                  <a:moveTo>
                    <a:pt x="0" y="595884"/>
                  </a:moveTo>
                  <a:lnTo>
                    <a:pt x="582168" y="595884"/>
                  </a:lnTo>
                  <a:lnTo>
                    <a:pt x="582168" y="0"/>
                  </a:lnTo>
                  <a:lnTo>
                    <a:pt x="0" y="0"/>
                  </a:lnTo>
                  <a:lnTo>
                    <a:pt x="0" y="595884"/>
                  </a:lnTo>
                  <a:close/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6902957" y="3134106"/>
              <a:ext cx="764540" cy="114300"/>
            </a:xfrm>
            <a:custGeom>
              <a:avLst/>
              <a:gdLst/>
              <a:ahLst/>
              <a:cxnLst/>
              <a:rect l="l" t="t" r="r" b="b"/>
              <a:pathLst>
                <a:path w="764540" h="114300">
                  <a:moveTo>
                    <a:pt x="649986" y="0"/>
                  </a:moveTo>
                  <a:lnTo>
                    <a:pt x="649986" y="114300"/>
                  </a:lnTo>
                  <a:lnTo>
                    <a:pt x="726186" y="76200"/>
                  </a:lnTo>
                  <a:lnTo>
                    <a:pt x="669036" y="76200"/>
                  </a:lnTo>
                  <a:lnTo>
                    <a:pt x="669036" y="38100"/>
                  </a:lnTo>
                  <a:lnTo>
                    <a:pt x="726186" y="38100"/>
                  </a:lnTo>
                  <a:lnTo>
                    <a:pt x="649986" y="0"/>
                  </a:lnTo>
                  <a:close/>
                </a:path>
                <a:path w="764540" h="114300">
                  <a:moveTo>
                    <a:pt x="649986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649986" y="76200"/>
                  </a:lnTo>
                  <a:lnTo>
                    <a:pt x="649986" y="38100"/>
                  </a:lnTo>
                  <a:close/>
                </a:path>
                <a:path w="764540" h="114300">
                  <a:moveTo>
                    <a:pt x="726186" y="38100"/>
                  </a:moveTo>
                  <a:lnTo>
                    <a:pt x="669036" y="38100"/>
                  </a:lnTo>
                  <a:lnTo>
                    <a:pt x="669036" y="76200"/>
                  </a:lnTo>
                  <a:lnTo>
                    <a:pt x="726186" y="76200"/>
                  </a:lnTo>
                  <a:lnTo>
                    <a:pt x="764286" y="57150"/>
                  </a:lnTo>
                  <a:lnTo>
                    <a:pt x="726186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7696199" y="2893314"/>
              <a:ext cx="582295" cy="596265"/>
            </a:xfrm>
            <a:custGeom>
              <a:avLst/>
              <a:gdLst/>
              <a:ahLst/>
              <a:cxnLst/>
              <a:rect l="l" t="t" r="r" b="b"/>
              <a:pathLst>
                <a:path w="582295" h="596264">
                  <a:moveTo>
                    <a:pt x="0" y="595884"/>
                  </a:moveTo>
                  <a:lnTo>
                    <a:pt x="582168" y="595884"/>
                  </a:lnTo>
                  <a:lnTo>
                    <a:pt x="582168" y="0"/>
                  </a:lnTo>
                  <a:lnTo>
                    <a:pt x="0" y="0"/>
                  </a:lnTo>
                  <a:lnTo>
                    <a:pt x="0" y="595884"/>
                  </a:lnTo>
                  <a:close/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6" name="object 56"/>
          <p:cNvSpPr txBox="1"/>
          <p:nvPr/>
        </p:nvSpPr>
        <p:spPr>
          <a:xfrm>
            <a:off x="7715250" y="2985515"/>
            <a:ext cx="5441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589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𝒅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57" name="object 57"/>
          <p:cNvSpPr/>
          <p:nvPr/>
        </p:nvSpPr>
        <p:spPr>
          <a:xfrm>
            <a:off x="8289797" y="2893314"/>
            <a:ext cx="582295" cy="596265"/>
          </a:xfrm>
          <a:custGeom>
            <a:avLst/>
            <a:gdLst/>
            <a:ahLst/>
            <a:cxnLst/>
            <a:rect l="l" t="t" r="r" b="b"/>
            <a:pathLst>
              <a:path w="582295" h="596264">
                <a:moveTo>
                  <a:pt x="0" y="595884"/>
                </a:moveTo>
                <a:lnTo>
                  <a:pt x="582168" y="595884"/>
                </a:lnTo>
                <a:lnTo>
                  <a:pt x="582168" y="0"/>
                </a:lnTo>
                <a:lnTo>
                  <a:pt x="0" y="0"/>
                </a:lnTo>
                <a:lnTo>
                  <a:pt x="0" y="595884"/>
                </a:lnTo>
                <a:close/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 txBox="1"/>
          <p:nvPr/>
        </p:nvSpPr>
        <p:spPr>
          <a:xfrm>
            <a:off x="8308847" y="2856737"/>
            <a:ext cx="54419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100"/>
              </a:spcBef>
            </a:pPr>
            <a:r>
              <a:rPr sz="4000" b="1">
                <a:latin typeface="Times New Roman"/>
                <a:cs typeface="Times New Roman"/>
              </a:rPr>
              <a:t>/</a:t>
            </a:r>
            <a:endParaRPr sz="4000">
              <a:latin typeface="Times New Roman"/>
              <a:cs typeface="Times New Roman"/>
            </a:endParaRPr>
          </a:p>
        </p:txBody>
      </p:sp>
      <p:grpSp>
        <p:nvGrpSpPr>
          <p:cNvPr id="59" name="object 59"/>
          <p:cNvGrpSpPr/>
          <p:nvPr/>
        </p:nvGrpSpPr>
        <p:grpSpPr>
          <a:xfrm>
            <a:off x="4841747" y="3502152"/>
            <a:ext cx="1760220" cy="635000"/>
            <a:chOff x="4841747" y="3502152"/>
            <a:chExt cx="1760220" cy="635000"/>
          </a:xfrm>
        </p:grpSpPr>
        <p:sp>
          <p:nvSpPr>
            <p:cNvPr id="60" name="object 60"/>
            <p:cNvSpPr/>
            <p:nvPr/>
          </p:nvSpPr>
          <p:spPr>
            <a:xfrm>
              <a:off x="4860797" y="3521202"/>
              <a:ext cx="582295" cy="596900"/>
            </a:xfrm>
            <a:custGeom>
              <a:avLst/>
              <a:gdLst/>
              <a:ahLst/>
              <a:cxnLst/>
              <a:rect l="l" t="t" r="r" b="b"/>
              <a:pathLst>
                <a:path w="582295" h="596900">
                  <a:moveTo>
                    <a:pt x="0" y="596646"/>
                  </a:moveTo>
                  <a:lnTo>
                    <a:pt x="582168" y="596646"/>
                  </a:lnTo>
                  <a:lnTo>
                    <a:pt x="582168" y="0"/>
                  </a:lnTo>
                  <a:lnTo>
                    <a:pt x="0" y="0"/>
                  </a:lnTo>
                  <a:lnTo>
                    <a:pt x="0" y="596646"/>
                  </a:lnTo>
                  <a:close/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5208269" y="3762756"/>
              <a:ext cx="764540" cy="114300"/>
            </a:xfrm>
            <a:custGeom>
              <a:avLst/>
              <a:gdLst/>
              <a:ahLst/>
              <a:cxnLst/>
              <a:rect l="l" t="t" r="r" b="b"/>
              <a:pathLst>
                <a:path w="764539" h="114300">
                  <a:moveTo>
                    <a:pt x="649985" y="0"/>
                  </a:moveTo>
                  <a:lnTo>
                    <a:pt x="649985" y="114300"/>
                  </a:lnTo>
                  <a:lnTo>
                    <a:pt x="726185" y="76200"/>
                  </a:lnTo>
                  <a:lnTo>
                    <a:pt x="669035" y="76200"/>
                  </a:lnTo>
                  <a:lnTo>
                    <a:pt x="669035" y="38100"/>
                  </a:lnTo>
                  <a:lnTo>
                    <a:pt x="726185" y="38100"/>
                  </a:lnTo>
                  <a:lnTo>
                    <a:pt x="649985" y="0"/>
                  </a:lnTo>
                  <a:close/>
                </a:path>
                <a:path w="764539" h="114300">
                  <a:moveTo>
                    <a:pt x="649985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649985" y="76200"/>
                  </a:lnTo>
                  <a:lnTo>
                    <a:pt x="649985" y="38100"/>
                  </a:lnTo>
                  <a:close/>
                </a:path>
                <a:path w="764539" h="114300">
                  <a:moveTo>
                    <a:pt x="726185" y="38100"/>
                  </a:moveTo>
                  <a:lnTo>
                    <a:pt x="669035" y="38100"/>
                  </a:lnTo>
                  <a:lnTo>
                    <a:pt x="669035" y="76200"/>
                  </a:lnTo>
                  <a:lnTo>
                    <a:pt x="726185" y="76200"/>
                  </a:lnTo>
                  <a:lnTo>
                    <a:pt x="764285" y="57150"/>
                  </a:lnTo>
                  <a:lnTo>
                    <a:pt x="726185" y="3810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6001511" y="3521202"/>
              <a:ext cx="581660" cy="596900"/>
            </a:xfrm>
            <a:custGeom>
              <a:avLst/>
              <a:gdLst/>
              <a:ahLst/>
              <a:cxnLst/>
              <a:rect l="l" t="t" r="r" b="b"/>
              <a:pathLst>
                <a:path w="581659" h="596900">
                  <a:moveTo>
                    <a:pt x="0" y="596646"/>
                  </a:moveTo>
                  <a:lnTo>
                    <a:pt x="581406" y="596646"/>
                  </a:lnTo>
                  <a:lnTo>
                    <a:pt x="581406" y="0"/>
                  </a:lnTo>
                  <a:lnTo>
                    <a:pt x="0" y="0"/>
                  </a:lnTo>
                  <a:lnTo>
                    <a:pt x="0" y="596646"/>
                  </a:lnTo>
                  <a:close/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3" name="object 63"/>
          <p:cNvSpPr txBox="1"/>
          <p:nvPr/>
        </p:nvSpPr>
        <p:spPr>
          <a:xfrm>
            <a:off x="6020561" y="3613657"/>
            <a:ext cx="5435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𝒂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64" name="object 64"/>
          <p:cNvGrpSpPr/>
          <p:nvPr/>
        </p:nvGrpSpPr>
        <p:grpSpPr>
          <a:xfrm>
            <a:off x="6576059" y="3502152"/>
            <a:ext cx="1721485" cy="635000"/>
            <a:chOff x="6576059" y="3502152"/>
            <a:chExt cx="1721485" cy="635000"/>
          </a:xfrm>
        </p:grpSpPr>
        <p:sp>
          <p:nvSpPr>
            <p:cNvPr id="65" name="object 65"/>
            <p:cNvSpPr/>
            <p:nvPr/>
          </p:nvSpPr>
          <p:spPr>
            <a:xfrm>
              <a:off x="6595109" y="3521202"/>
              <a:ext cx="582295" cy="596900"/>
            </a:xfrm>
            <a:custGeom>
              <a:avLst/>
              <a:gdLst/>
              <a:ahLst/>
              <a:cxnLst/>
              <a:rect l="l" t="t" r="r" b="b"/>
              <a:pathLst>
                <a:path w="582295" h="596900">
                  <a:moveTo>
                    <a:pt x="0" y="596646"/>
                  </a:moveTo>
                  <a:lnTo>
                    <a:pt x="582168" y="596646"/>
                  </a:lnTo>
                  <a:lnTo>
                    <a:pt x="582168" y="0"/>
                  </a:lnTo>
                  <a:lnTo>
                    <a:pt x="0" y="0"/>
                  </a:lnTo>
                  <a:lnTo>
                    <a:pt x="0" y="596646"/>
                  </a:lnTo>
                  <a:close/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6902957" y="3762756"/>
              <a:ext cx="764540" cy="114300"/>
            </a:xfrm>
            <a:custGeom>
              <a:avLst/>
              <a:gdLst/>
              <a:ahLst/>
              <a:cxnLst/>
              <a:rect l="l" t="t" r="r" b="b"/>
              <a:pathLst>
                <a:path w="764540" h="114300">
                  <a:moveTo>
                    <a:pt x="649986" y="0"/>
                  </a:moveTo>
                  <a:lnTo>
                    <a:pt x="649986" y="114300"/>
                  </a:lnTo>
                  <a:lnTo>
                    <a:pt x="726186" y="76200"/>
                  </a:lnTo>
                  <a:lnTo>
                    <a:pt x="669036" y="76200"/>
                  </a:lnTo>
                  <a:lnTo>
                    <a:pt x="669036" y="38100"/>
                  </a:lnTo>
                  <a:lnTo>
                    <a:pt x="726186" y="38100"/>
                  </a:lnTo>
                  <a:lnTo>
                    <a:pt x="649986" y="0"/>
                  </a:lnTo>
                  <a:close/>
                </a:path>
                <a:path w="764540" h="114300">
                  <a:moveTo>
                    <a:pt x="649986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649986" y="76200"/>
                  </a:lnTo>
                  <a:lnTo>
                    <a:pt x="649986" y="38100"/>
                  </a:lnTo>
                  <a:close/>
                </a:path>
                <a:path w="764540" h="114300">
                  <a:moveTo>
                    <a:pt x="726186" y="38100"/>
                  </a:moveTo>
                  <a:lnTo>
                    <a:pt x="669036" y="38100"/>
                  </a:lnTo>
                  <a:lnTo>
                    <a:pt x="669036" y="76200"/>
                  </a:lnTo>
                  <a:lnTo>
                    <a:pt x="726186" y="76200"/>
                  </a:lnTo>
                  <a:lnTo>
                    <a:pt x="764286" y="57150"/>
                  </a:lnTo>
                  <a:lnTo>
                    <a:pt x="726186" y="3810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7696199" y="3521202"/>
              <a:ext cx="582295" cy="596900"/>
            </a:xfrm>
            <a:custGeom>
              <a:avLst/>
              <a:gdLst/>
              <a:ahLst/>
              <a:cxnLst/>
              <a:rect l="l" t="t" r="r" b="b"/>
              <a:pathLst>
                <a:path w="582295" h="596900">
                  <a:moveTo>
                    <a:pt x="0" y="596646"/>
                  </a:moveTo>
                  <a:lnTo>
                    <a:pt x="582168" y="596646"/>
                  </a:lnTo>
                  <a:lnTo>
                    <a:pt x="582168" y="0"/>
                  </a:lnTo>
                  <a:lnTo>
                    <a:pt x="0" y="0"/>
                  </a:lnTo>
                  <a:lnTo>
                    <a:pt x="0" y="596646"/>
                  </a:lnTo>
                  <a:close/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8" name="object 68"/>
          <p:cNvSpPr txBox="1"/>
          <p:nvPr/>
        </p:nvSpPr>
        <p:spPr>
          <a:xfrm>
            <a:off x="7715250" y="3613657"/>
            <a:ext cx="5441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6845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𝒄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69" name="object 69"/>
          <p:cNvGrpSpPr/>
          <p:nvPr/>
        </p:nvGrpSpPr>
        <p:grpSpPr>
          <a:xfrm>
            <a:off x="8270747" y="3502152"/>
            <a:ext cx="1625600" cy="635000"/>
            <a:chOff x="8270747" y="3502152"/>
            <a:chExt cx="1625600" cy="635000"/>
          </a:xfrm>
        </p:grpSpPr>
        <p:sp>
          <p:nvSpPr>
            <p:cNvPr id="70" name="object 70"/>
            <p:cNvSpPr/>
            <p:nvPr/>
          </p:nvSpPr>
          <p:spPr>
            <a:xfrm>
              <a:off x="8289797" y="3521202"/>
              <a:ext cx="582295" cy="596900"/>
            </a:xfrm>
            <a:custGeom>
              <a:avLst/>
              <a:gdLst/>
              <a:ahLst/>
              <a:cxnLst/>
              <a:rect l="l" t="t" r="r" b="b"/>
              <a:pathLst>
                <a:path w="582295" h="596900">
                  <a:moveTo>
                    <a:pt x="0" y="596646"/>
                  </a:moveTo>
                  <a:lnTo>
                    <a:pt x="582168" y="596646"/>
                  </a:lnTo>
                  <a:lnTo>
                    <a:pt x="582168" y="0"/>
                  </a:lnTo>
                  <a:lnTo>
                    <a:pt x="0" y="0"/>
                  </a:lnTo>
                  <a:lnTo>
                    <a:pt x="0" y="596646"/>
                  </a:lnTo>
                  <a:close/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8501633" y="3762756"/>
              <a:ext cx="764540" cy="114300"/>
            </a:xfrm>
            <a:custGeom>
              <a:avLst/>
              <a:gdLst/>
              <a:ahLst/>
              <a:cxnLst/>
              <a:rect l="l" t="t" r="r" b="b"/>
              <a:pathLst>
                <a:path w="764540" h="114300">
                  <a:moveTo>
                    <a:pt x="649986" y="0"/>
                  </a:moveTo>
                  <a:lnTo>
                    <a:pt x="649986" y="114300"/>
                  </a:lnTo>
                  <a:lnTo>
                    <a:pt x="726186" y="76200"/>
                  </a:lnTo>
                  <a:lnTo>
                    <a:pt x="669036" y="76200"/>
                  </a:lnTo>
                  <a:lnTo>
                    <a:pt x="669036" y="38100"/>
                  </a:lnTo>
                  <a:lnTo>
                    <a:pt x="726186" y="38100"/>
                  </a:lnTo>
                  <a:lnTo>
                    <a:pt x="649986" y="0"/>
                  </a:lnTo>
                  <a:close/>
                </a:path>
                <a:path w="764540" h="114300">
                  <a:moveTo>
                    <a:pt x="649986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649986" y="76200"/>
                  </a:lnTo>
                  <a:lnTo>
                    <a:pt x="649986" y="38100"/>
                  </a:lnTo>
                  <a:close/>
                </a:path>
                <a:path w="764540" h="114300">
                  <a:moveTo>
                    <a:pt x="726186" y="38100"/>
                  </a:moveTo>
                  <a:lnTo>
                    <a:pt x="669036" y="38100"/>
                  </a:lnTo>
                  <a:lnTo>
                    <a:pt x="669036" y="76200"/>
                  </a:lnTo>
                  <a:lnTo>
                    <a:pt x="726186" y="76200"/>
                  </a:lnTo>
                  <a:lnTo>
                    <a:pt x="764286" y="57150"/>
                  </a:lnTo>
                  <a:lnTo>
                    <a:pt x="726186" y="3810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9294875" y="3521202"/>
              <a:ext cx="582295" cy="596900"/>
            </a:xfrm>
            <a:custGeom>
              <a:avLst/>
              <a:gdLst/>
              <a:ahLst/>
              <a:cxnLst/>
              <a:rect l="l" t="t" r="r" b="b"/>
              <a:pathLst>
                <a:path w="582295" h="596900">
                  <a:moveTo>
                    <a:pt x="0" y="596646"/>
                  </a:moveTo>
                  <a:lnTo>
                    <a:pt x="582168" y="596646"/>
                  </a:lnTo>
                  <a:lnTo>
                    <a:pt x="582168" y="0"/>
                  </a:lnTo>
                  <a:lnTo>
                    <a:pt x="0" y="0"/>
                  </a:lnTo>
                  <a:lnTo>
                    <a:pt x="0" y="596646"/>
                  </a:lnTo>
                  <a:close/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3" name="object 73"/>
          <p:cNvSpPr txBox="1"/>
          <p:nvPr/>
        </p:nvSpPr>
        <p:spPr>
          <a:xfrm>
            <a:off x="9313926" y="3613657"/>
            <a:ext cx="5441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589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𝒅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74" name="object 74"/>
          <p:cNvSpPr/>
          <p:nvPr/>
        </p:nvSpPr>
        <p:spPr>
          <a:xfrm>
            <a:off x="9888473" y="3521202"/>
            <a:ext cx="582295" cy="596900"/>
          </a:xfrm>
          <a:custGeom>
            <a:avLst/>
            <a:gdLst/>
            <a:ahLst/>
            <a:cxnLst/>
            <a:rect l="l" t="t" r="r" b="b"/>
            <a:pathLst>
              <a:path w="582295" h="596900">
                <a:moveTo>
                  <a:pt x="0" y="596646"/>
                </a:moveTo>
                <a:lnTo>
                  <a:pt x="582168" y="596646"/>
                </a:lnTo>
                <a:lnTo>
                  <a:pt x="582168" y="0"/>
                </a:lnTo>
                <a:lnTo>
                  <a:pt x="0" y="0"/>
                </a:lnTo>
                <a:lnTo>
                  <a:pt x="0" y="596646"/>
                </a:lnTo>
                <a:close/>
              </a:path>
            </a:pathLst>
          </a:custGeom>
          <a:ln w="381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10106406" y="3762755"/>
            <a:ext cx="764540" cy="114300"/>
          </a:xfrm>
          <a:custGeom>
            <a:avLst/>
            <a:gdLst/>
            <a:ahLst/>
            <a:cxnLst/>
            <a:rect l="l" t="t" r="r" b="b"/>
            <a:pathLst>
              <a:path w="764540" h="114300">
                <a:moveTo>
                  <a:pt x="649986" y="0"/>
                </a:moveTo>
                <a:lnTo>
                  <a:pt x="649986" y="114300"/>
                </a:lnTo>
                <a:lnTo>
                  <a:pt x="726186" y="76200"/>
                </a:lnTo>
                <a:lnTo>
                  <a:pt x="669036" y="76200"/>
                </a:lnTo>
                <a:lnTo>
                  <a:pt x="669036" y="38100"/>
                </a:lnTo>
                <a:lnTo>
                  <a:pt x="726186" y="38100"/>
                </a:lnTo>
                <a:lnTo>
                  <a:pt x="649986" y="0"/>
                </a:lnTo>
                <a:close/>
              </a:path>
              <a:path w="764540" h="114300">
                <a:moveTo>
                  <a:pt x="649986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649986" y="76200"/>
                </a:lnTo>
                <a:lnTo>
                  <a:pt x="649986" y="38100"/>
                </a:lnTo>
                <a:close/>
              </a:path>
              <a:path w="764540" h="114300">
                <a:moveTo>
                  <a:pt x="726186" y="38100"/>
                </a:moveTo>
                <a:lnTo>
                  <a:pt x="669036" y="38100"/>
                </a:lnTo>
                <a:lnTo>
                  <a:pt x="669036" y="76200"/>
                </a:lnTo>
                <a:lnTo>
                  <a:pt x="726186" y="76200"/>
                </a:lnTo>
                <a:lnTo>
                  <a:pt x="764286" y="57150"/>
                </a:lnTo>
                <a:lnTo>
                  <a:pt x="726186" y="381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10899647" y="3521202"/>
            <a:ext cx="582295" cy="596900"/>
          </a:xfrm>
          <a:custGeom>
            <a:avLst/>
            <a:gdLst/>
            <a:ahLst/>
            <a:cxnLst/>
            <a:rect l="l" t="t" r="r" b="b"/>
            <a:pathLst>
              <a:path w="582295" h="596900">
                <a:moveTo>
                  <a:pt x="0" y="596646"/>
                </a:moveTo>
                <a:lnTo>
                  <a:pt x="582168" y="596646"/>
                </a:lnTo>
                <a:lnTo>
                  <a:pt x="582168" y="0"/>
                </a:lnTo>
                <a:lnTo>
                  <a:pt x="0" y="0"/>
                </a:lnTo>
                <a:lnTo>
                  <a:pt x="0" y="596646"/>
                </a:lnTo>
                <a:close/>
              </a:path>
            </a:pathLst>
          </a:custGeom>
          <a:ln w="381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 txBox="1"/>
          <p:nvPr/>
        </p:nvSpPr>
        <p:spPr>
          <a:xfrm>
            <a:off x="10918697" y="3613657"/>
            <a:ext cx="5441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859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𝒇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78" name="object 78"/>
          <p:cNvSpPr/>
          <p:nvPr/>
        </p:nvSpPr>
        <p:spPr>
          <a:xfrm>
            <a:off x="11493245" y="3521202"/>
            <a:ext cx="582295" cy="596900"/>
          </a:xfrm>
          <a:custGeom>
            <a:avLst/>
            <a:gdLst/>
            <a:ahLst/>
            <a:cxnLst/>
            <a:rect l="l" t="t" r="r" b="b"/>
            <a:pathLst>
              <a:path w="582295" h="596900">
                <a:moveTo>
                  <a:pt x="0" y="596646"/>
                </a:moveTo>
                <a:lnTo>
                  <a:pt x="582168" y="596646"/>
                </a:lnTo>
                <a:lnTo>
                  <a:pt x="582168" y="0"/>
                </a:lnTo>
                <a:lnTo>
                  <a:pt x="0" y="0"/>
                </a:lnTo>
                <a:lnTo>
                  <a:pt x="0" y="596646"/>
                </a:lnTo>
                <a:close/>
              </a:path>
            </a:pathLst>
          </a:custGeom>
          <a:ln w="381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 txBox="1"/>
          <p:nvPr/>
        </p:nvSpPr>
        <p:spPr>
          <a:xfrm>
            <a:off x="11512295" y="3484879"/>
            <a:ext cx="54419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00"/>
              </a:spcBef>
            </a:pPr>
            <a:r>
              <a:rPr sz="4000" b="1">
                <a:latin typeface="Times New Roman"/>
                <a:cs typeface="Times New Roman"/>
              </a:rPr>
              <a:t>/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4527550" y="2687370"/>
            <a:ext cx="254635" cy="3226435"/>
          </a:xfrm>
          <a:prstGeom prst="rect">
            <a:avLst/>
          </a:prstGeom>
        </p:spPr>
        <p:txBody>
          <a:bodyPr vert="horz" wrap="square" lIns="0" tIns="226060" rIns="0" bIns="0" rtlCol="0">
            <a:spAutoFit/>
          </a:bodyPr>
          <a:lstStyle/>
          <a:p>
            <a:pPr marL="16510">
              <a:lnSpc>
                <a:spcPct val="100000"/>
              </a:lnSpc>
              <a:spcBef>
                <a:spcPts val="1780"/>
              </a:spcBef>
            </a:pPr>
            <a:r>
              <a:rPr sz="2800" spc="-50">
                <a:latin typeface="Cambria Math"/>
                <a:cs typeface="Cambria Math"/>
              </a:rPr>
              <a:t>𝒂</a:t>
            </a:r>
            <a:endParaRPr sz="2800">
              <a:latin typeface="Cambria Math"/>
              <a:cs typeface="Cambria Math"/>
            </a:endParaRPr>
          </a:p>
          <a:p>
            <a:pPr marL="18415">
              <a:lnSpc>
                <a:spcPct val="100000"/>
              </a:lnSpc>
              <a:spcBef>
                <a:spcPts val="1680"/>
              </a:spcBef>
            </a:pPr>
            <a:r>
              <a:rPr sz="2800" spc="-50">
                <a:latin typeface="Cambria Math"/>
                <a:cs typeface="Cambria Math"/>
              </a:rPr>
              <a:t>𝒃</a:t>
            </a:r>
            <a:endParaRPr sz="2800">
              <a:latin typeface="Cambria Math"/>
              <a:cs typeface="Cambria Math"/>
            </a:endParaRPr>
          </a:p>
          <a:p>
            <a:pPr marL="36830">
              <a:lnSpc>
                <a:spcPct val="100000"/>
              </a:lnSpc>
              <a:spcBef>
                <a:spcPts val="1680"/>
              </a:spcBef>
            </a:pPr>
            <a:r>
              <a:rPr sz="2800" spc="-50">
                <a:latin typeface="Cambria Math"/>
                <a:cs typeface="Cambria Math"/>
              </a:rPr>
              <a:t>𝒄</a:t>
            </a:r>
            <a:endParaRPr sz="28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1680"/>
              </a:spcBef>
            </a:pPr>
            <a:r>
              <a:rPr sz="2800" spc="-50">
                <a:latin typeface="Cambria Math"/>
                <a:cs typeface="Cambria Math"/>
              </a:rPr>
              <a:t>𝒅</a:t>
            </a:r>
            <a:endParaRPr sz="2800">
              <a:latin typeface="Cambria Math"/>
              <a:cs typeface="Cambria Math"/>
            </a:endParaRPr>
          </a:p>
          <a:p>
            <a:pPr marL="26670">
              <a:lnSpc>
                <a:spcPct val="100000"/>
              </a:lnSpc>
              <a:spcBef>
                <a:spcPts val="1680"/>
              </a:spcBef>
            </a:pPr>
            <a:r>
              <a:rPr sz="2800" spc="-50">
                <a:latin typeface="Cambria Math"/>
                <a:cs typeface="Cambria Math"/>
              </a:rPr>
              <a:t>𝒇</a:t>
            </a:r>
            <a:endParaRPr sz="28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305701" y="2179127"/>
            <a:ext cx="66675" cy="284480"/>
          </a:xfrm>
          <a:custGeom>
            <a:avLst/>
            <a:gdLst/>
            <a:ahLst/>
            <a:cxnLst/>
            <a:rect l="l" t="t" r="r" b="b"/>
            <a:pathLst>
              <a:path w="66675" h="284480">
                <a:moveTo>
                  <a:pt x="66421" y="0"/>
                </a:moveTo>
                <a:lnTo>
                  <a:pt x="0" y="0"/>
                </a:lnTo>
                <a:lnTo>
                  <a:pt x="0" y="11430"/>
                </a:lnTo>
                <a:lnTo>
                  <a:pt x="41783" y="11430"/>
                </a:lnTo>
                <a:lnTo>
                  <a:pt x="41783" y="273050"/>
                </a:lnTo>
                <a:lnTo>
                  <a:pt x="0" y="273050"/>
                </a:lnTo>
                <a:lnTo>
                  <a:pt x="0" y="284480"/>
                </a:lnTo>
                <a:lnTo>
                  <a:pt x="66421" y="284480"/>
                </a:lnTo>
                <a:lnTo>
                  <a:pt x="66421" y="273050"/>
                </a:lnTo>
                <a:lnTo>
                  <a:pt x="66421" y="11430"/>
                </a:lnTo>
                <a:lnTo>
                  <a:pt x="6642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037604" y="2179127"/>
            <a:ext cx="66675" cy="284480"/>
          </a:xfrm>
          <a:custGeom>
            <a:avLst/>
            <a:gdLst/>
            <a:ahLst/>
            <a:cxnLst/>
            <a:rect l="l" t="t" r="r" b="b"/>
            <a:pathLst>
              <a:path w="66675" h="284480">
                <a:moveTo>
                  <a:pt x="66421" y="0"/>
                </a:moveTo>
                <a:lnTo>
                  <a:pt x="0" y="0"/>
                </a:lnTo>
                <a:lnTo>
                  <a:pt x="0" y="11430"/>
                </a:lnTo>
                <a:lnTo>
                  <a:pt x="0" y="273050"/>
                </a:lnTo>
                <a:lnTo>
                  <a:pt x="0" y="284480"/>
                </a:lnTo>
                <a:lnTo>
                  <a:pt x="66421" y="284480"/>
                </a:lnTo>
                <a:lnTo>
                  <a:pt x="66421" y="273050"/>
                </a:lnTo>
                <a:lnTo>
                  <a:pt x="24765" y="273050"/>
                </a:lnTo>
                <a:lnTo>
                  <a:pt x="24765" y="11430"/>
                </a:lnTo>
                <a:lnTo>
                  <a:pt x="66421" y="11430"/>
                </a:lnTo>
                <a:lnTo>
                  <a:pt x="6642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816368" y="2179509"/>
            <a:ext cx="701675" cy="283845"/>
          </a:xfrm>
          <a:custGeom>
            <a:avLst/>
            <a:gdLst/>
            <a:ahLst/>
            <a:cxnLst/>
            <a:rect l="l" t="t" r="r" b="b"/>
            <a:pathLst>
              <a:path w="701675" h="283844">
                <a:moveTo>
                  <a:pt x="610616" y="0"/>
                </a:moveTo>
                <a:lnTo>
                  <a:pt x="606679" y="0"/>
                </a:lnTo>
                <a:lnTo>
                  <a:pt x="606679" y="11303"/>
                </a:lnTo>
                <a:lnTo>
                  <a:pt x="608965" y="11303"/>
                </a:lnTo>
                <a:lnTo>
                  <a:pt x="619154" y="11995"/>
                </a:lnTo>
                <a:lnTo>
                  <a:pt x="651891" y="37417"/>
                </a:lnTo>
                <a:lnTo>
                  <a:pt x="654939" y="59689"/>
                </a:lnTo>
                <a:lnTo>
                  <a:pt x="654750" y="65164"/>
                </a:lnTo>
                <a:lnTo>
                  <a:pt x="654192" y="71294"/>
                </a:lnTo>
                <a:lnTo>
                  <a:pt x="653278" y="78067"/>
                </a:lnTo>
                <a:lnTo>
                  <a:pt x="652018" y="85471"/>
                </a:lnTo>
                <a:lnTo>
                  <a:pt x="649985" y="95631"/>
                </a:lnTo>
                <a:lnTo>
                  <a:pt x="648969" y="102870"/>
                </a:lnTo>
                <a:lnTo>
                  <a:pt x="648969" y="115697"/>
                </a:lnTo>
                <a:lnTo>
                  <a:pt x="651509" y="122682"/>
                </a:lnTo>
                <a:lnTo>
                  <a:pt x="656463" y="128016"/>
                </a:lnTo>
                <a:lnTo>
                  <a:pt x="661416" y="133476"/>
                </a:lnTo>
                <a:lnTo>
                  <a:pt x="667257" y="137413"/>
                </a:lnTo>
                <a:lnTo>
                  <a:pt x="674116" y="140081"/>
                </a:lnTo>
                <a:lnTo>
                  <a:pt x="674116" y="142748"/>
                </a:lnTo>
                <a:lnTo>
                  <a:pt x="667257" y="145287"/>
                </a:lnTo>
                <a:lnTo>
                  <a:pt x="661416" y="149225"/>
                </a:lnTo>
                <a:lnTo>
                  <a:pt x="651509" y="160147"/>
                </a:lnTo>
                <a:lnTo>
                  <a:pt x="648969" y="167005"/>
                </a:lnTo>
                <a:lnTo>
                  <a:pt x="648969" y="179832"/>
                </a:lnTo>
                <a:lnTo>
                  <a:pt x="649985" y="187071"/>
                </a:lnTo>
                <a:lnTo>
                  <a:pt x="652018" y="197358"/>
                </a:lnTo>
                <a:lnTo>
                  <a:pt x="653278" y="204690"/>
                </a:lnTo>
                <a:lnTo>
                  <a:pt x="654192" y="211439"/>
                </a:lnTo>
                <a:lnTo>
                  <a:pt x="654750" y="217592"/>
                </a:lnTo>
                <a:lnTo>
                  <a:pt x="654939" y="223138"/>
                </a:lnTo>
                <a:lnTo>
                  <a:pt x="654177" y="235592"/>
                </a:lnTo>
                <a:lnTo>
                  <a:pt x="628189" y="269700"/>
                </a:lnTo>
                <a:lnTo>
                  <a:pt x="608965" y="272542"/>
                </a:lnTo>
                <a:lnTo>
                  <a:pt x="606679" y="272542"/>
                </a:lnTo>
                <a:lnTo>
                  <a:pt x="606679" y="283845"/>
                </a:lnTo>
                <a:lnTo>
                  <a:pt x="610616" y="283845"/>
                </a:lnTo>
                <a:lnTo>
                  <a:pt x="626971" y="282630"/>
                </a:lnTo>
                <a:lnTo>
                  <a:pt x="662940" y="267843"/>
                </a:lnTo>
                <a:lnTo>
                  <a:pt x="680211" y="220345"/>
                </a:lnTo>
                <a:lnTo>
                  <a:pt x="679997" y="214012"/>
                </a:lnTo>
                <a:lnTo>
                  <a:pt x="679354" y="207216"/>
                </a:lnTo>
                <a:lnTo>
                  <a:pt x="678283" y="199967"/>
                </a:lnTo>
                <a:lnTo>
                  <a:pt x="676782" y="192278"/>
                </a:lnTo>
                <a:lnTo>
                  <a:pt x="674369" y="181737"/>
                </a:lnTo>
                <a:lnTo>
                  <a:pt x="673227" y="174751"/>
                </a:lnTo>
                <a:lnTo>
                  <a:pt x="673227" y="164337"/>
                </a:lnTo>
                <a:lnTo>
                  <a:pt x="675640" y="158750"/>
                </a:lnTo>
                <a:lnTo>
                  <a:pt x="685038" y="150113"/>
                </a:lnTo>
                <a:lnTo>
                  <a:pt x="692150" y="147828"/>
                </a:lnTo>
                <a:lnTo>
                  <a:pt x="701675" y="147447"/>
                </a:lnTo>
                <a:lnTo>
                  <a:pt x="701675" y="135255"/>
                </a:lnTo>
                <a:lnTo>
                  <a:pt x="692150" y="135000"/>
                </a:lnTo>
                <a:lnTo>
                  <a:pt x="685038" y="132714"/>
                </a:lnTo>
                <a:lnTo>
                  <a:pt x="675640" y="124079"/>
                </a:lnTo>
                <a:lnTo>
                  <a:pt x="673227" y="118491"/>
                </a:lnTo>
                <a:lnTo>
                  <a:pt x="673227" y="108076"/>
                </a:lnTo>
                <a:lnTo>
                  <a:pt x="674369" y="100964"/>
                </a:lnTo>
                <a:lnTo>
                  <a:pt x="676782" y="90424"/>
                </a:lnTo>
                <a:lnTo>
                  <a:pt x="678283" y="82805"/>
                </a:lnTo>
                <a:lnTo>
                  <a:pt x="679354" y="75580"/>
                </a:lnTo>
                <a:lnTo>
                  <a:pt x="679997" y="68760"/>
                </a:lnTo>
                <a:lnTo>
                  <a:pt x="680211" y="62357"/>
                </a:lnTo>
                <a:lnTo>
                  <a:pt x="679138" y="47827"/>
                </a:lnTo>
                <a:lnTo>
                  <a:pt x="653157" y="9215"/>
                </a:lnTo>
                <a:lnTo>
                  <a:pt x="626971" y="1214"/>
                </a:lnTo>
                <a:lnTo>
                  <a:pt x="610616" y="0"/>
                </a:lnTo>
                <a:close/>
              </a:path>
              <a:path w="701675" h="283844">
                <a:moveTo>
                  <a:pt x="94995" y="0"/>
                </a:moveTo>
                <a:lnTo>
                  <a:pt x="91186" y="0"/>
                </a:lnTo>
                <a:lnTo>
                  <a:pt x="74777" y="1214"/>
                </a:lnTo>
                <a:lnTo>
                  <a:pt x="38862" y="16001"/>
                </a:lnTo>
                <a:lnTo>
                  <a:pt x="21664" y="59562"/>
                </a:lnTo>
                <a:lnTo>
                  <a:pt x="21558" y="65035"/>
                </a:lnTo>
                <a:lnTo>
                  <a:pt x="21679" y="68615"/>
                </a:lnTo>
                <a:lnTo>
                  <a:pt x="22336" y="75406"/>
                </a:lnTo>
                <a:lnTo>
                  <a:pt x="23445" y="82625"/>
                </a:lnTo>
                <a:lnTo>
                  <a:pt x="25018" y="90297"/>
                </a:lnTo>
                <a:lnTo>
                  <a:pt x="27305" y="100837"/>
                </a:lnTo>
                <a:lnTo>
                  <a:pt x="28448" y="107823"/>
                </a:lnTo>
                <a:lnTo>
                  <a:pt x="28448" y="118363"/>
                </a:lnTo>
                <a:lnTo>
                  <a:pt x="26162" y="123825"/>
                </a:lnTo>
                <a:lnTo>
                  <a:pt x="21336" y="128143"/>
                </a:lnTo>
                <a:lnTo>
                  <a:pt x="16637" y="132461"/>
                </a:lnTo>
                <a:lnTo>
                  <a:pt x="9525" y="134874"/>
                </a:lnTo>
                <a:lnTo>
                  <a:pt x="0" y="135128"/>
                </a:lnTo>
                <a:lnTo>
                  <a:pt x="0" y="147320"/>
                </a:lnTo>
                <a:lnTo>
                  <a:pt x="9525" y="147574"/>
                </a:lnTo>
                <a:lnTo>
                  <a:pt x="16637" y="149987"/>
                </a:lnTo>
                <a:lnTo>
                  <a:pt x="21336" y="154305"/>
                </a:lnTo>
                <a:lnTo>
                  <a:pt x="26162" y="158623"/>
                </a:lnTo>
                <a:lnTo>
                  <a:pt x="28448" y="164084"/>
                </a:lnTo>
                <a:lnTo>
                  <a:pt x="28448" y="174498"/>
                </a:lnTo>
                <a:lnTo>
                  <a:pt x="27305" y="181610"/>
                </a:lnTo>
                <a:lnTo>
                  <a:pt x="25018" y="192150"/>
                </a:lnTo>
                <a:lnTo>
                  <a:pt x="23445" y="199822"/>
                </a:lnTo>
                <a:lnTo>
                  <a:pt x="22336" y="207041"/>
                </a:lnTo>
                <a:lnTo>
                  <a:pt x="21679" y="213832"/>
                </a:lnTo>
                <a:lnTo>
                  <a:pt x="21462" y="220218"/>
                </a:lnTo>
                <a:lnTo>
                  <a:pt x="22556" y="235267"/>
                </a:lnTo>
                <a:lnTo>
                  <a:pt x="48627" y="274629"/>
                </a:lnTo>
                <a:lnTo>
                  <a:pt x="91186" y="283845"/>
                </a:lnTo>
                <a:lnTo>
                  <a:pt x="94995" y="283845"/>
                </a:lnTo>
                <a:lnTo>
                  <a:pt x="94995" y="272542"/>
                </a:lnTo>
                <a:lnTo>
                  <a:pt x="92710" y="272542"/>
                </a:lnTo>
                <a:lnTo>
                  <a:pt x="82520" y="271829"/>
                </a:lnTo>
                <a:lnTo>
                  <a:pt x="49784" y="246062"/>
                </a:lnTo>
                <a:lnTo>
                  <a:pt x="46736" y="222885"/>
                </a:lnTo>
                <a:lnTo>
                  <a:pt x="46926" y="217412"/>
                </a:lnTo>
                <a:lnTo>
                  <a:pt x="47498" y="211296"/>
                </a:lnTo>
                <a:lnTo>
                  <a:pt x="48450" y="204561"/>
                </a:lnTo>
                <a:lnTo>
                  <a:pt x="49783" y="197231"/>
                </a:lnTo>
                <a:lnTo>
                  <a:pt x="51688" y="186944"/>
                </a:lnTo>
                <a:lnTo>
                  <a:pt x="52705" y="179705"/>
                </a:lnTo>
                <a:lnTo>
                  <a:pt x="52705" y="166878"/>
                </a:lnTo>
                <a:lnTo>
                  <a:pt x="50292" y="159893"/>
                </a:lnTo>
                <a:lnTo>
                  <a:pt x="45338" y="154559"/>
                </a:lnTo>
                <a:lnTo>
                  <a:pt x="40386" y="149098"/>
                </a:lnTo>
                <a:lnTo>
                  <a:pt x="34417" y="145161"/>
                </a:lnTo>
                <a:lnTo>
                  <a:pt x="27558" y="142621"/>
                </a:lnTo>
                <a:lnTo>
                  <a:pt x="27558" y="139826"/>
                </a:lnTo>
                <a:lnTo>
                  <a:pt x="34417" y="137287"/>
                </a:lnTo>
                <a:lnTo>
                  <a:pt x="40386" y="133350"/>
                </a:lnTo>
                <a:lnTo>
                  <a:pt x="45338" y="127888"/>
                </a:lnTo>
                <a:lnTo>
                  <a:pt x="50292" y="122555"/>
                </a:lnTo>
                <a:lnTo>
                  <a:pt x="52705" y="115570"/>
                </a:lnTo>
                <a:lnTo>
                  <a:pt x="52705" y="102743"/>
                </a:lnTo>
                <a:lnTo>
                  <a:pt x="51688" y="95504"/>
                </a:lnTo>
                <a:lnTo>
                  <a:pt x="49783" y="85217"/>
                </a:lnTo>
                <a:lnTo>
                  <a:pt x="48450" y="77886"/>
                </a:lnTo>
                <a:lnTo>
                  <a:pt x="47497" y="71151"/>
                </a:lnTo>
                <a:lnTo>
                  <a:pt x="46926" y="65035"/>
                </a:lnTo>
                <a:lnTo>
                  <a:pt x="46736" y="59562"/>
                </a:lnTo>
                <a:lnTo>
                  <a:pt x="47497" y="47535"/>
                </a:lnTo>
                <a:lnTo>
                  <a:pt x="73485" y="14081"/>
                </a:lnTo>
                <a:lnTo>
                  <a:pt x="92710" y="11303"/>
                </a:lnTo>
                <a:lnTo>
                  <a:pt x="94995" y="11303"/>
                </a:lnTo>
                <a:lnTo>
                  <a:pt x="9499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480449" y="2179127"/>
            <a:ext cx="66675" cy="284480"/>
          </a:xfrm>
          <a:custGeom>
            <a:avLst/>
            <a:gdLst/>
            <a:ahLst/>
            <a:cxnLst/>
            <a:rect l="l" t="t" r="r" b="b"/>
            <a:pathLst>
              <a:path w="66675" h="284480">
                <a:moveTo>
                  <a:pt x="66421" y="0"/>
                </a:moveTo>
                <a:lnTo>
                  <a:pt x="0" y="0"/>
                </a:lnTo>
                <a:lnTo>
                  <a:pt x="0" y="11430"/>
                </a:lnTo>
                <a:lnTo>
                  <a:pt x="41783" y="11430"/>
                </a:lnTo>
                <a:lnTo>
                  <a:pt x="41783" y="273050"/>
                </a:lnTo>
                <a:lnTo>
                  <a:pt x="0" y="273050"/>
                </a:lnTo>
                <a:lnTo>
                  <a:pt x="0" y="284480"/>
                </a:lnTo>
                <a:lnTo>
                  <a:pt x="66421" y="284480"/>
                </a:lnTo>
                <a:lnTo>
                  <a:pt x="66421" y="273050"/>
                </a:lnTo>
                <a:lnTo>
                  <a:pt x="66421" y="11430"/>
                </a:lnTo>
                <a:lnTo>
                  <a:pt x="6642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216162" y="2179127"/>
            <a:ext cx="66675" cy="284480"/>
          </a:xfrm>
          <a:custGeom>
            <a:avLst/>
            <a:gdLst/>
            <a:ahLst/>
            <a:cxnLst/>
            <a:rect l="l" t="t" r="r" b="b"/>
            <a:pathLst>
              <a:path w="66675" h="284480">
                <a:moveTo>
                  <a:pt x="66421" y="0"/>
                </a:moveTo>
                <a:lnTo>
                  <a:pt x="0" y="0"/>
                </a:lnTo>
                <a:lnTo>
                  <a:pt x="0" y="11430"/>
                </a:lnTo>
                <a:lnTo>
                  <a:pt x="0" y="273050"/>
                </a:lnTo>
                <a:lnTo>
                  <a:pt x="0" y="284480"/>
                </a:lnTo>
                <a:lnTo>
                  <a:pt x="66421" y="284480"/>
                </a:lnTo>
                <a:lnTo>
                  <a:pt x="66421" y="273050"/>
                </a:lnTo>
                <a:lnTo>
                  <a:pt x="24765" y="273050"/>
                </a:lnTo>
                <a:lnTo>
                  <a:pt x="24765" y="11430"/>
                </a:lnTo>
                <a:lnTo>
                  <a:pt x="66421" y="11430"/>
                </a:lnTo>
                <a:lnTo>
                  <a:pt x="6642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991877" y="2179509"/>
            <a:ext cx="1257300" cy="283845"/>
          </a:xfrm>
          <a:custGeom>
            <a:avLst/>
            <a:gdLst/>
            <a:ahLst/>
            <a:cxnLst/>
            <a:rect l="l" t="t" r="r" b="b"/>
            <a:pathLst>
              <a:path w="1257300" h="283844">
                <a:moveTo>
                  <a:pt x="1166114" y="0"/>
                </a:moveTo>
                <a:lnTo>
                  <a:pt x="1162177" y="0"/>
                </a:lnTo>
                <a:lnTo>
                  <a:pt x="1162177" y="11303"/>
                </a:lnTo>
                <a:lnTo>
                  <a:pt x="1164463" y="11303"/>
                </a:lnTo>
                <a:lnTo>
                  <a:pt x="1174652" y="11995"/>
                </a:lnTo>
                <a:lnTo>
                  <a:pt x="1207389" y="37417"/>
                </a:lnTo>
                <a:lnTo>
                  <a:pt x="1210437" y="59689"/>
                </a:lnTo>
                <a:lnTo>
                  <a:pt x="1210248" y="65164"/>
                </a:lnTo>
                <a:lnTo>
                  <a:pt x="1209690" y="71294"/>
                </a:lnTo>
                <a:lnTo>
                  <a:pt x="1208776" y="78067"/>
                </a:lnTo>
                <a:lnTo>
                  <a:pt x="1207516" y="85471"/>
                </a:lnTo>
                <a:lnTo>
                  <a:pt x="1205484" y="95631"/>
                </a:lnTo>
                <a:lnTo>
                  <a:pt x="1204468" y="102870"/>
                </a:lnTo>
                <a:lnTo>
                  <a:pt x="1204468" y="115697"/>
                </a:lnTo>
                <a:lnTo>
                  <a:pt x="1207008" y="122682"/>
                </a:lnTo>
                <a:lnTo>
                  <a:pt x="1211961" y="128016"/>
                </a:lnTo>
                <a:lnTo>
                  <a:pt x="1216914" y="133476"/>
                </a:lnTo>
                <a:lnTo>
                  <a:pt x="1222756" y="137413"/>
                </a:lnTo>
                <a:lnTo>
                  <a:pt x="1229614" y="140081"/>
                </a:lnTo>
                <a:lnTo>
                  <a:pt x="1229614" y="142748"/>
                </a:lnTo>
                <a:lnTo>
                  <a:pt x="1222756" y="145287"/>
                </a:lnTo>
                <a:lnTo>
                  <a:pt x="1216914" y="149225"/>
                </a:lnTo>
                <a:lnTo>
                  <a:pt x="1207008" y="160147"/>
                </a:lnTo>
                <a:lnTo>
                  <a:pt x="1204468" y="167005"/>
                </a:lnTo>
                <a:lnTo>
                  <a:pt x="1204468" y="179832"/>
                </a:lnTo>
                <a:lnTo>
                  <a:pt x="1205484" y="187071"/>
                </a:lnTo>
                <a:lnTo>
                  <a:pt x="1207516" y="197358"/>
                </a:lnTo>
                <a:lnTo>
                  <a:pt x="1208776" y="204690"/>
                </a:lnTo>
                <a:lnTo>
                  <a:pt x="1209690" y="211439"/>
                </a:lnTo>
                <a:lnTo>
                  <a:pt x="1210248" y="217592"/>
                </a:lnTo>
                <a:lnTo>
                  <a:pt x="1210437" y="223138"/>
                </a:lnTo>
                <a:lnTo>
                  <a:pt x="1209675" y="235592"/>
                </a:lnTo>
                <a:lnTo>
                  <a:pt x="1183687" y="269700"/>
                </a:lnTo>
                <a:lnTo>
                  <a:pt x="1164463" y="272542"/>
                </a:lnTo>
                <a:lnTo>
                  <a:pt x="1162177" y="272542"/>
                </a:lnTo>
                <a:lnTo>
                  <a:pt x="1162177" y="283845"/>
                </a:lnTo>
                <a:lnTo>
                  <a:pt x="1166114" y="283845"/>
                </a:lnTo>
                <a:lnTo>
                  <a:pt x="1182469" y="282630"/>
                </a:lnTo>
                <a:lnTo>
                  <a:pt x="1218438" y="267843"/>
                </a:lnTo>
                <a:lnTo>
                  <a:pt x="1235710" y="220345"/>
                </a:lnTo>
                <a:lnTo>
                  <a:pt x="1235495" y="214012"/>
                </a:lnTo>
                <a:lnTo>
                  <a:pt x="1234852" y="207216"/>
                </a:lnTo>
                <a:lnTo>
                  <a:pt x="1233781" y="199967"/>
                </a:lnTo>
                <a:lnTo>
                  <a:pt x="1232281" y="192278"/>
                </a:lnTo>
                <a:lnTo>
                  <a:pt x="1229868" y="181737"/>
                </a:lnTo>
                <a:lnTo>
                  <a:pt x="1228725" y="174751"/>
                </a:lnTo>
                <a:lnTo>
                  <a:pt x="1228725" y="164337"/>
                </a:lnTo>
                <a:lnTo>
                  <a:pt x="1231138" y="158750"/>
                </a:lnTo>
                <a:lnTo>
                  <a:pt x="1240536" y="150113"/>
                </a:lnTo>
                <a:lnTo>
                  <a:pt x="1247648" y="147828"/>
                </a:lnTo>
                <a:lnTo>
                  <a:pt x="1257173" y="147447"/>
                </a:lnTo>
                <a:lnTo>
                  <a:pt x="1257173" y="135255"/>
                </a:lnTo>
                <a:lnTo>
                  <a:pt x="1247648" y="135000"/>
                </a:lnTo>
                <a:lnTo>
                  <a:pt x="1240536" y="132714"/>
                </a:lnTo>
                <a:lnTo>
                  <a:pt x="1231138" y="124079"/>
                </a:lnTo>
                <a:lnTo>
                  <a:pt x="1228725" y="118491"/>
                </a:lnTo>
                <a:lnTo>
                  <a:pt x="1228725" y="108076"/>
                </a:lnTo>
                <a:lnTo>
                  <a:pt x="1229868" y="100964"/>
                </a:lnTo>
                <a:lnTo>
                  <a:pt x="1232281" y="90424"/>
                </a:lnTo>
                <a:lnTo>
                  <a:pt x="1233781" y="82805"/>
                </a:lnTo>
                <a:lnTo>
                  <a:pt x="1234852" y="75580"/>
                </a:lnTo>
                <a:lnTo>
                  <a:pt x="1235495" y="68760"/>
                </a:lnTo>
                <a:lnTo>
                  <a:pt x="1235710" y="62357"/>
                </a:lnTo>
                <a:lnTo>
                  <a:pt x="1234636" y="47827"/>
                </a:lnTo>
                <a:lnTo>
                  <a:pt x="1208655" y="9215"/>
                </a:lnTo>
                <a:lnTo>
                  <a:pt x="1182469" y="1214"/>
                </a:lnTo>
                <a:lnTo>
                  <a:pt x="1166114" y="0"/>
                </a:lnTo>
                <a:close/>
              </a:path>
              <a:path w="1257300" h="283844">
                <a:moveTo>
                  <a:pt x="94996" y="0"/>
                </a:moveTo>
                <a:lnTo>
                  <a:pt x="91186" y="0"/>
                </a:lnTo>
                <a:lnTo>
                  <a:pt x="74777" y="1214"/>
                </a:lnTo>
                <a:lnTo>
                  <a:pt x="38862" y="16001"/>
                </a:lnTo>
                <a:lnTo>
                  <a:pt x="21664" y="59562"/>
                </a:lnTo>
                <a:lnTo>
                  <a:pt x="21558" y="65035"/>
                </a:lnTo>
                <a:lnTo>
                  <a:pt x="21679" y="68615"/>
                </a:lnTo>
                <a:lnTo>
                  <a:pt x="22336" y="75406"/>
                </a:lnTo>
                <a:lnTo>
                  <a:pt x="23445" y="82625"/>
                </a:lnTo>
                <a:lnTo>
                  <a:pt x="25019" y="90297"/>
                </a:lnTo>
                <a:lnTo>
                  <a:pt x="27305" y="100837"/>
                </a:lnTo>
                <a:lnTo>
                  <a:pt x="28448" y="107823"/>
                </a:lnTo>
                <a:lnTo>
                  <a:pt x="28448" y="118363"/>
                </a:lnTo>
                <a:lnTo>
                  <a:pt x="26162" y="123825"/>
                </a:lnTo>
                <a:lnTo>
                  <a:pt x="21336" y="128143"/>
                </a:lnTo>
                <a:lnTo>
                  <a:pt x="16637" y="132461"/>
                </a:lnTo>
                <a:lnTo>
                  <a:pt x="9525" y="134874"/>
                </a:lnTo>
                <a:lnTo>
                  <a:pt x="0" y="135128"/>
                </a:lnTo>
                <a:lnTo>
                  <a:pt x="0" y="147320"/>
                </a:lnTo>
                <a:lnTo>
                  <a:pt x="9525" y="147574"/>
                </a:lnTo>
                <a:lnTo>
                  <a:pt x="16637" y="149987"/>
                </a:lnTo>
                <a:lnTo>
                  <a:pt x="21336" y="154305"/>
                </a:lnTo>
                <a:lnTo>
                  <a:pt x="26162" y="158623"/>
                </a:lnTo>
                <a:lnTo>
                  <a:pt x="28448" y="164084"/>
                </a:lnTo>
                <a:lnTo>
                  <a:pt x="28448" y="174498"/>
                </a:lnTo>
                <a:lnTo>
                  <a:pt x="27305" y="181610"/>
                </a:lnTo>
                <a:lnTo>
                  <a:pt x="25019" y="192150"/>
                </a:lnTo>
                <a:lnTo>
                  <a:pt x="23445" y="199822"/>
                </a:lnTo>
                <a:lnTo>
                  <a:pt x="22336" y="207041"/>
                </a:lnTo>
                <a:lnTo>
                  <a:pt x="21679" y="213832"/>
                </a:lnTo>
                <a:lnTo>
                  <a:pt x="21462" y="220218"/>
                </a:lnTo>
                <a:lnTo>
                  <a:pt x="22556" y="235267"/>
                </a:lnTo>
                <a:lnTo>
                  <a:pt x="48627" y="274629"/>
                </a:lnTo>
                <a:lnTo>
                  <a:pt x="91186" y="283845"/>
                </a:lnTo>
                <a:lnTo>
                  <a:pt x="94996" y="283845"/>
                </a:lnTo>
                <a:lnTo>
                  <a:pt x="94996" y="272542"/>
                </a:lnTo>
                <a:lnTo>
                  <a:pt x="92710" y="272542"/>
                </a:lnTo>
                <a:lnTo>
                  <a:pt x="82520" y="271829"/>
                </a:lnTo>
                <a:lnTo>
                  <a:pt x="49784" y="246062"/>
                </a:lnTo>
                <a:lnTo>
                  <a:pt x="46736" y="222885"/>
                </a:lnTo>
                <a:lnTo>
                  <a:pt x="46926" y="217412"/>
                </a:lnTo>
                <a:lnTo>
                  <a:pt x="47498" y="211296"/>
                </a:lnTo>
                <a:lnTo>
                  <a:pt x="48450" y="204561"/>
                </a:lnTo>
                <a:lnTo>
                  <a:pt x="49784" y="197231"/>
                </a:lnTo>
                <a:lnTo>
                  <a:pt x="51688" y="186944"/>
                </a:lnTo>
                <a:lnTo>
                  <a:pt x="52705" y="179705"/>
                </a:lnTo>
                <a:lnTo>
                  <a:pt x="52705" y="166878"/>
                </a:lnTo>
                <a:lnTo>
                  <a:pt x="50292" y="159893"/>
                </a:lnTo>
                <a:lnTo>
                  <a:pt x="45338" y="154559"/>
                </a:lnTo>
                <a:lnTo>
                  <a:pt x="40386" y="149098"/>
                </a:lnTo>
                <a:lnTo>
                  <a:pt x="34417" y="145161"/>
                </a:lnTo>
                <a:lnTo>
                  <a:pt x="27559" y="142621"/>
                </a:lnTo>
                <a:lnTo>
                  <a:pt x="27559" y="139826"/>
                </a:lnTo>
                <a:lnTo>
                  <a:pt x="34417" y="137287"/>
                </a:lnTo>
                <a:lnTo>
                  <a:pt x="40386" y="133350"/>
                </a:lnTo>
                <a:lnTo>
                  <a:pt x="45338" y="127888"/>
                </a:lnTo>
                <a:lnTo>
                  <a:pt x="50292" y="122555"/>
                </a:lnTo>
                <a:lnTo>
                  <a:pt x="52705" y="115570"/>
                </a:lnTo>
                <a:lnTo>
                  <a:pt x="52705" y="102743"/>
                </a:lnTo>
                <a:lnTo>
                  <a:pt x="51688" y="95504"/>
                </a:lnTo>
                <a:lnTo>
                  <a:pt x="49784" y="85217"/>
                </a:lnTo>
                <a:lnTo>
                  <a:pt x="48450" y="77886"/>
                </a:lnTo>
                <a:lnTo>
                  <a:pt x="47498" y="71151"/>
                </a:lnTo>
                <a:lnTo>
                  <a:pt x="46926" y="65035"/>
                </a:lnTo>
                <a:lnTo>
                  <a:pt x="46736" y="59562"/>
                </a:lnTo>
                <a:lnTo>
                  <a:pt x="47498" y="47535"/>
                </a:lnTo>
                <a:lnTo>
                  <a:pt x="73485" y="14081"/>
                </a:lnTo>
                <a:lnTo>
                  <a:pt x="92710" y="11303"/>
                </a:lnTo>
                <a:lnTo>
                  <a:pt x="94996" y="11303"/>
                </a:lnTo>
                <a:lnTo>
                  <a:pt x="9499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179453" y="2179127"/>
            <a:ext cx="66675" cy="284480"/>
          </a:xfrm>
          <a:custGeom>
            <a:avLst/>
            <a:gdLst/>
            <a:ahLst/>
            <a:cxnLst/>
            <a:rect l="l" t="t" r="r" b="b"/>
            <a:pathLst>
              <a:path w="66675" h="284480">
                <a:moveTo>
                  <a:pt x="66421" y="0"/>
                </a:moveTo>
                <a:lnTo>
                  <a:pt x="0" y="0"/>
                </a:lnTo>
                <a:lnTo>
                  <a:pt x="0" y="11430"/>
                </a:lnTo>
                <a:lnTo>
                  <a:pt x="41783" y="11430"/>
                </a:lnTo>
                <a:lnTo>
                  <a:pt x="41783" y="273050"/>
                </a:lnTo>
                <a:lnTo>
                  <a:pt x="0" y="273050"/>
                </a:lnTo>
                <a:lnTo>
                  <a:pt x="0" y="284480"/>
                </a:lnTo>
                <a:lnTo>
                  <a:pt x="66421" y="284480"/>
                </a:lnTo>
                <a:lnTo>
                  <a:pt x="66421" y="273050"/>
                </a:lnTo>
                <a:lnTo>
                  <a:pt x="66421" y="11430"/>
                </a:lnTo>
                <a:lnTo>
                  <a:pt x="6642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946408" y="2179127"/>
            <a:ext cx="66675" cy="284480"/>
          </a:xfrm>
          <a:custGeom>
            <a:avLst/>
            <a:gdLst/>
            <a:ahLst/>
            <a:cxnLst/>
            <a:rect l="l" t="t" r="r" b="b"/>
            <a:pathLst>
              <a:path w="66675" h="284480">
                <a:moveTo>
                  <a:pt x="66421" y="0"/>
                </a:moveTo>
                <a:lnTo>
                  <a:pt x="0" y="0"/>
                </a:lnTo>
                <a:lnTo>
                  <a:pt x="0" y="11430"/>
                </a:lnTo>
                <a:lnTo>
                  <a:pt x="0" y="273050"/>
                </a:lnTo>
                <a:lnTo>
                  <a:pt x="0" y="284480"/>
                </a:lnTo>
                <a:lnTo>
                  <a:pt x="66421" y="284480"/>
                </a:lnTo>
                <a:lnTo>
                  <a:pt x="66421" y="273050"/>
                </a:lnTo>
                <a:lnTo>
                  <a:pt x="24765" y="273050"/>
                </a:lnTo>
                <a:lnTo>
                  <a:pt x="24765" y="11430"/>
                </a:lnTo>
                <a:lnTo>
                  <a:pt x="66421" y="11430"/>
                </a:lnTo>
                <a:lnTo>
                  <a:pt x="6642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690119" y="2179509"/>
            <a:ext cx="678180" cy="283845"/>
          </a:xfrm>
          <a:custGeom>
            <a:avLst/>
            <a:gdLst/>
            <a:ahLst/>
            <a:cxnLst/>
            <a:rect l="l" t="t" r="r" b="b"/>
            <a:pathLst>
              <a:path w="678179" h="283844">
                <a:moveTo>
                  <a:pt x="586994" y="0"/>
                </a:moveTo>
                <a:lnTo>
                  <a:pt x="583056" y="0"/>
                </a:lnTo>
                <a:lnTo>
                  <a:pt x="583056" y="11303"/>
                </a:lnTo>
                <a:lnTo>
                  <a:pt x="585343" y="11303"/>
                </a:lnTo>
                <a:lnTo>
                  <a:pt x="595532" y="11995"/>
                </a:lnTo>
                <a:lnTo>
                  <a:pt x="628268" y="37417"/>
                </a:lnTo>
                <a:lnTo>
                  <a:pt x="631317" y="59689"/>
                </a:lnTo>
                <a:lnTo>
                  <a:pt x="631128" y="65164"/>
                </a:lnTo>
                <a:lnTo>
                  <a:pt x="630570" y="71294"/>
                </a:lnTo>
                <a:lnTo>
                  <a:pt x="629656" y="78067"/>
                </a:lnTo>
                <a:lnTo>
                  <a:pt x="628396" y="85471"/>
                </a:lnTo>
                <a:lnTo>
                  <a:pt x="626363" y="95631"/>
                </a:lnTo>
                <a:lnTo>
                  <a:pt x="625348" y="102870"/>
                </a:lnTo>
                <a:lnTo>
                  <a:pt x="625348" y="115697"/>
                </a:lnTo>
                <a:lnTo>
                  <a:pt x="627887" y="122682"/>
                </a:lnTo>
                <a:lnTo>
                  <a:pt x="632840" y="128016"/>
                </a:lnTo>
                <a:lnTo>
                  <a:pt x="637794" y="133476"/>
                </a:lnTo>
                <a:lnTo>
                  <a:pt x="643635" y="137413"/>
                </a:lnTo>
                <a:lnTo>
                  <a:pt x="650494" y="140081"/>
                </a:lnTo>
                <a:lnTo>
                  <a:pt x="650494" y="142748"/>
                </a:lnTo>
                <a:lnTo>
                  <a:pt x="643635" y="145287"/>
                </a:lnTo>
                <a:lnTo>
                  <a:pt x="637794" y="149225"/>
                </a:lnTo>
                <a:lnTo>
                  <a:pt x="627887" y="160147"/>
                </a:lnTo>
                <a:lnTo>
                  <a:pt x="625348" y="167005"/>
                </a:lnTo>
                <a:lnTo>
                  <a:pt x="625348" y="179832"/>
                </a:lnTo>
                <a:lnTo>
                  <a:pt x="626363" y="187071"/>
                </a:lnTo>
                <a:lnTo>
                  <a:pt x="628396" y="197358"/>
                </a:lnTo>
                <a:lnTo>
                  <a:pt x="629656" y="204690"/>
                </a:lnTo>
                <a:lnTo>
                  <a:pt x="630570" y="211439"/>
                </a:lnTo>
                <a:lnTo>
                  <a:pt x="631128" y="217592"/>
                </a:lnTo>
                <a:lnTo>
                  <a:pt x="631317" y="223138"/>
                </a:lnTo>
                <a:lnTo>
                  <a:pt x="630555" y="235592"/>
                </a:lnTo>
                <a:lnTo>
                  <a:pt x="604567" y="269700"/>
                </a:lnTo>
                <a:lnTo>
                  <a:pt x="585343" y="272542"/>
                </a:lnTo>
                <a:lnTo>
                  <a:pt x="583056" y="272542"/>
                </a:lnTo>
                <a:lnTo>
                  <a:pt x="583056" y="283845"/>
                </a:lnTo>
                <a:lnTo>
                  <a:pt x="586994" y="283845"/>
                </a:lnTo>
                <a:lnTo>
                  <a:pt x="603349" y="282630"/>
                </a:lnTo>
                <a:lnTo>
                  <a:pt x="639318" y="267843"/>
                </a:lnTo>
                <a:lnTo>
                  <a:pt x="656589" y="220345"/>
                </a:lnTo>
                <a:lnTo>
                  <a:pt x="656375" y="214012"/>
                </a:lnTo>
                <a:lnTo>
                  <a:pt x="655732" y="207216"/>
                </a:lnTo>
                <a:lnTo>
                  <a:pt x="654661" y="199967"/>
                </a:lnTo>
                <a:lnTo>
                  <a:pt x="653160" y="192278"/>
                </a:lnTo>
                <a:lnTo>
                  <a:pt x="650748" y="181737"/>
                </a:lnTo>
                <a:lnTo>
                  <a:pt x="649604" y="174751"/>
                </a:lnTo>
                <a:lnTo>
                  <a:pt x="649604" y="164337"/>
                </a:lnTo>
                <a:lnTo>
                  <a:pt x="652018" y="158750"/>
                </a:lnTo>
                <a:lnTo>
                  <a:pt x="661415" y="150113"/>
                </a:lnTo>
                <a:lnTo>
                  <a:pt x="668527" y="147828"/>
                </a:lnTo>
                <a:lnTo>
                  <a:pt x="678052" y="147447"/>
                </a:lnTo>
                <a:lnTo>
                  <a:pt x="678052" y="135255"/>
                </a:lnTo>
                <a:lnTo>
                  <a:pt x="668527" y="135000"/>
                </a:lnTo>
                <a:lnTo>
                  <a:pt x="661415" y="132714"/>
                </a:lnTo>
                <a:lnTo>
                  <a:pt x="652018" y="124079"/>
                </a:lnTo>
                <a:lnTo>
                  <a:pt x="649604" y="118491"/>
                </a:lnTo>
                <a:lnTo>
                  <a:pt x="649604" y="108076"/>
                </a:lnTo>
                <a:lnTo>
                  <a:pt x="650748" y="100964"/>
                </a:lnTo>
                <a:lnTo>
                  <a:pt x="653160" y="90424"/>
                </a:lnTo>
                <a:lnTo>
                  <a:pt x="654661" y="82805"/>
                </a:lnTo>
                <a:lnTo>
                  <a:pt x="655732" y="75580"/>
                </a:lnTo>
                <a:lnTo>
                  <a:pt x="656375" y="68760"/>
                </a:lnTo>
                <a:lnTo>
                  <a:pt x="656589" y="62357"/>
                </a:lnTo>
                <a:lnTo>
                  <a:pt x="655516" y="47827"/>
                </a:lnTo>
                <a:lnTo>
                  <a:pt x="629535" y="9215"/>
                </a:lnTo>
                <a:lnTo>
                  <a:pt x="603349" y="1214"/>
                </a:lnTo>
                <a:lnTo>
                  <a:pt x="586994" y="0"/>
                </a:lnTo>
                <a:close/>
              </a:path>
              <a:path w="678179" h="283844">
                <a:moveTo>
                  <a:pt x="94996" y="0"/>
                </a:moveTo>
                <a:lnTo>
                  <a:pt x="91185" y="0"/>
                </a:lnTo>
                <a:lnTo>
                  <a:pt x="74777" y="1214"/>
                </a:lnTo>
                <a:lnTo>
                  <a:pt x="38861" y="16001"/>
                </a:lnTo>
                <a:lnTo>
                  <a:pt x="21664" y="59562"/>
                </a:lnTo>
                <a:lnTo>
                  <a:pt x="21558" y="65035"/>
                </a:lnTo>
                <a:lnTo>
                  <a:pt x="21679" y="68615"/>
                </a:lnTo>
                <a:lnTo>
                  <a:pt x="22336" y="75406"/>
                </a:lnTo>
                <a:lnTo>
                  <a:pt x="23445" y="82625"/>
                </a:lnTo>
                <a:lnTo>
                  <a:pt x="25019" y="90297"/>
                </a:lnTo>
                <a:lnTo>
                  <a:pt x="27304" y="100837"/>
                </a:lnTo>
                <a:lnTo>
                  <a:pt x="28448" y="107823"/>
                </a:lnTo>
                <a:lnTo>
                  <a:pt x="28448" y="118363"/>
                </a:lnTo>
                <a:lnTo>
                  <a:pt x="26161" y="123825"/>
                </a:lnTo>
                <a:lnTo>
                  <a:pt x="21335" y="128143"/>
                </a:lnTo>
                <a:lnTo>
                  <a:pt x="16636" y="132461"/>
                </a:lnTo>
                <a:lnTo>
                  <a:pt x="9525" y="134874"/>
                </a:lnTo>
                <a:lnTo>
                  <a:pt x="0" y="135128"/>
                </a:lnTo>
                <a:lnTo>
                  <a:pt x="0" y="147320"/>
                </a:lnTo>
                <a:lnTo>
                  <a:pt x="9525" y="147574"/>
                </a:lnTo>
                <a:lnTo>
                  <a:pt x="16636" y="149987"/>
                </a:lnTo>
                <a:lnTo>
                  <a:pt x="21335" y="154305"/>
                </a:lnTo>
                <a:lnTo>
                  <a:pt x="26161" y="158623"/>
                </a:lnTo>
                <a:lnTo>
                  <a:pt x="28448" y="164084"/>
                </a:lnTo>
                <a:lnTo>
                  <a:pt x="28448" y="174498"/>
                </a:lnTo>
                <a:lnTo>
                  <a:pt x="27304" y="181610"/>
                </a:lnTo>
                <a:lnTo>
                  <a:pt x="25019" y="192150"/>
                </a:lnTo>
                <a:lnTo>
                  <a:pt x="23445" y="199822"/>
                </a:lnTo>
                <a:lnTo>
                  <a:pt x="22336" y="207041"/>
                </a:lnTo>
                <a:lnTo>
                  <a:pt x="21679" y="213832"/>
                </a:lnTo>
                <a:lnTo>
                  <a:pt x="21462" y="220218"/>
                </a:lnTo>
                <a:lnTo>
                  <a:pt x="22556" y="235267"/>
                </a:lnTo>
                <a:lnTo>
                  <a:pt x="48627" y="274629"/>
                </a:lnTo>
                <a:lnTo>
                  <a:pt x="91185" y="283845"/>
                </a:lnTo>
                <a:lnTo>
                  <a:pt x="94996" y="283845"/>
                </a:lnTo>
                <a:lnTo>
                  <a:pt x="94996" y="272542"/>
                </a:lnTo>
                <a:lnTo>
                  <a:pt x="92709" y="272542"/>
                </a:lnTo>
                <a:lnTo>
                  <a:pt x="82520" y="271829"/>
                </a:lnTo>
                <a:lnTo>
                  <a:pt x="49784" y="246062"/>
                </a:lnTo>
                <a:lnTo>
                  <a:pt x="46735" y="222885"/>
                </a:lnTo>
                <a:lnTo>
                  <a:pt x="46926" y="217412"/>
                </a:lnTo>
                <a:lnTo>
                  <a:pt x="47497" y="211296"/>
                </a:lnTo>
                <a:lnTo>
                  <a:pt x="48450" y="204561"/>
                </a:lnTo>
                <a:lnTo>
                  <a:pt x="49783" y="197231"/>
                </a:lnTo>
                <a:lnTo>
                  <a:pt x="51688" y="186944"/>
                </a:lnTo>
                <a:lnTo>
                  <a:pt x="52704" y="179705"/>
                </a:lnTo>
                <a:lnTo>
                  <a:pt x="52704" y="166878"/>
                </a:lnTo>
                <a:lnTo>
                  <a:pt x="50292" y="159893"/>
                </a:lnTo>
                <a:lnTo>
                  <a:pt x="45338" y="154559"/>
                </a:lnTo>
                <a:lnTo>
                  <a:pt x="40385" y="149098"/>
                </a:lnTo>
                <a:lnTo>
                  <a:pt x="34417" y="145161"/>
                </a:lnTo>
                <a:lnTo>
                  <a:pt x="27558" y="142621"/>
                </a:lnTo>
                <a:lnTo>
                  <a:pt x="27558" y="139826"/>
                </a:lnTo>
                <a:lnTo>
                  <a:pt x="34417" y="137287"/>
                </a:lnTo>
                <a:lnTo>
                  <a:pt x="40385" y="133350"/>
                </a:lnTo>
                <a:lnTo>
                  <a:pt x="45338" y="127888"/>
                </a:lnTo>
                <a:lnTo>
                  <a:pt x="50292" y="122555"/>
                </a:lnTo>
                <a:lnTo>
                  <a:pt x="52704" y="115570"/>
                </a:lnTo>
                <a:lnTo>
                  <a:pt x="52704" y="102743"/>
                </a:lnTo>
                <a:lnTo>
                  <a:pt x="51688" y="95504"/>
                </a:lnTo>
                <a:lnTo>
                  <a:pt x="49783" y="85217"/>
                </a:lnTo>
                <a:lnTo>
                  <a:pt x="48450" y="77886"/>
                </a:lnTo>
                <a:lnTo>
                  <a:pt x="47497" y="71151"/>
                </a:lnTo>
                <a:lnTo>
                  <a:pt x="46926" y="65035"/>
                </a:lnTo>
                <a:lnTo>
                  <a:pt x="46735" y="59562"/>
                </a:lnTo>
                <a:lnTo>
                  <a:pt x="47497" y="47535"/>
                </a:lnTo>
                <a:lnTo>
                  <a:pt x="73485" y="14081"/>
                </a:lnTo>
                <a:lnTo>
                  <a:pt x="92709" y="11303"/>
                </a:lnTo>
                <a:lnTo>
                  <a:pt x="94996" y="11303"/>
                </a:lnTo>
                <a:lnTo>
                  <a:pt x="9499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780939" y="994522"/>
            <a:ext cx="8545830" cy="1993900"/>
          </a:xfrm>
          <a:prstGeom prst="rect">
            <a:avLst/>
          </a:prstGeom>
        </p:spPr>
        <p:txBody>
          <a:bodyPr vert="horz" wrap="square" lIns="0" tIns="9080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15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>
                <a:latin typeface="PMingLiU"/>
                <a:cs typeface="PMingLiU"/>
              </a:rPr>
              <a:t>图</a:t>
            </a:r>
            <a:r>
              <a:rPr sz="2800">
                <a:latin typeface="Cambria Math"/>
                <a:cs typeface="Cambria Math"/>
              </a:rPr>
              <a:t>𝑮</a:t>
            </a:r>
            <a:r>
              <a:rPr sz="2800" spc="75">
                <a:latin typeface="Cambria Math"/>
                <a:cs typeface="Cambria Math"/>
              </a:rPr>
              <a:t> =&lt; </a:t>
            </a:r>
            <a:r>
              <a:rPr sz="2800" spc="-10">
                <a:latin typeface="Cambria Math"/>
                <a:cs typeface="Cambria Math"/>
              </a:rPr>
              <a:t>𝑽</a:t>
            </a:r>
            <a:r>
              <a:rPr sz="2800" spc="-80">
                <a:latin typeface="Cambria Math"/>
                <a:cs typeface="Cambria Math"/>
              </a:rPr>
              <a:t>, </a:t>
            </a:r>
            <a:r>
              <a:rPr sz="2800">
                <a:latin typeface="Cambria Math"/>
                <a:cs typeface="Cambria Math"/>
              </a:rPr>
              <a:t>𝑬</a:t>
            </a:r>
            <a:r>
              <a:rPr sz="2800" spc="110">
                <a:latin typeface="Cambria Math"/>
                <a:cs typeface="Cambria Math"/>
              </a:rPr>
              <a:t> &gt; </a:t>
            </a:r>
            <a:r>
              <a:rPr sz="2800">
                <a:latin typeface="PMingLiU"/>
                <a:cs typeface="PMingLiU"/>
              </a:rPr>
              <a:t>，其邻接链表由</a:t>
            </a:r>
            <a:r>
              <a:rPr sz="2800" spc="-10">
                <a:latin typeface="Cambria Math"/>
                <a:cs typeface="Cambria Math"/>
              </a:rPr>
              <a:t>|𝑽|</a:t>
            </a:r>
            <a:r>
              <a:rPr sz="2800" spc="-15">
                <a:latin typeface="PMingLiU"/>
                <a:cs typeface="PMingLiU"/>
              </a:rPr>
              <a:t>条链表的数组构成</a:t>
            </a:r>
            <a:endParaRPr sz="2800">
              <a:latin typeface="PMingLiU"/>
              <a:cs typeface="PMingLiU"/>
            </a:endParaRPr>
          </a:p>
          <a:p>
            <a:pPr marL="355600" indent="-342900">
              <a:lnSpc>
                <a:spcPct val="100000"/>
              </a:lnSpc>
              <a:spcBef>
                <a:spcPts val="62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15">
                <a:latin typeface="PMingLiU"/>
                <a:cs typeface="PMingLiU"/>
              </a:rPr>
              <a:t>每个顶点有一条链表，包含所有与其相邻的顶点</a:t>
            </a:r>
            <a:endParaRPr sz="2800">
              <a:latin typeface="PMingLiU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67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  <a:tab pos="1709420" algn="l"/>
                <a:tab pos="2139315" algn="l"/>
                <a:tab pos="3884929" algn="l"/>
                <a:tab pos="4314825" algn="l"/>
                <a:tab pos="6583680" algn="l"/>
                <a:tab pos="7013575" algn="l"/>
              </a:tabLst>
            </a:pPr>
            <a:r>
              <a:rPr sz="2400">
                <a:latin typeface="Cambria Math"/>
                <a:cs typeface="Cambria Math"/>
              </a:rPr>
              <a:t>𝑨𝒅𝒋</a:t>
            </a:r>
            <a:r>
              <a:rPr sz="2400" spc="320">
                <a:latin typeface="Cambria Math"/>
                <a:cs typeface="Cambria Math"/>
              </a:rPr>
              <a:t> </a:t>
            </a:r>
            <a:r>
              <a:rPr sz="2400" spc="-50">
                <a:latin typeface="Cambria Math"/>
                <a:cs typeface="Cambria Math"/>
              </a:rPr>
              <a:t>𝒂</a:t>
            </a:r>
            <a:r>
              <a:rPr sz="2400">
                <a:latin typeface="Cambria Math"/>
                <a:cs typeface="Cambria Math"/>
              </a:rPr>
              <a:t>	</a:t>
            </a:r>
            <a:r>
              <a:rPr sz="2400" spc="-50">
                <a:latin typeface="Cambria Math"/>
                <a:cs typeface="Cambria Math"/>
              </a:rPr>
              <a:t>=</a:t>
            </a:r>
            <a:r>
              <a:rPr sz="2400">
                <a:latin typeface="Cambria Math"/>
                <a:cs typeface="Cambria Math"/>
              </a:rPr>
              <a:t>	𝒃,</a:t>
            </a:r>
            <a:r>
              <a:rPr sz="2400" spc="-135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𝒅</a:t>
            </a:r>
            <a:r>
              <a:rPr sz="2400" spc="400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;</a:t>
            </a:r>
            <a:r>
              <a:rPr sz="2400" spc="-125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𝑨𝒅𝒋</a:t>
            </a:r>
            <a:r>
              <a:rPr sz="2400" spc="310">
                <a:latin typeface="Cambria Math"/>
                <a:cs typeface="Cambria Math"/>
              </a:rPr>
              <a:t> </a:t>
            </a:r>
            <a:r>
              <a:rPr sz="2400" spc="-50">
                <a:latin typeface="Cambria Math"/>
                <a:cs typeface="Cambria Math"/>
              </a:rPr>
              <a:t>𝒃</a:t>
            </a:r>
            <a:r>
              <a:rPr sz="2400">
                <a:latin typeface="Cambria Math"/>
                <a:cs typeface="Cambria Math"/>
              </a:rPr>
              <a:t>	</a:t>
            </a:r>
            <a:r>
              <a:rPr sz="2400" spc="-50">
                <a:latin typeface="Cambria Math"/>
                <a:cs typeface="Cambria Math"/>
              </a:rPr>
              <a:t>=</a:t>
            </a:r>
            <a:r>
              <a:rPr sz="2400">
                <a:latin typeface="Cambria Math"/>
                <a:cs typeface="Cambria Math"/>
              </a:rPr>
              <a:t>	</a:t>
            </a:r>
            <a:r>
              <a:rPr sz="2400" spc="-10">
                <a:latin typeface="Cambria Math"/>
                <a:cs typeface="Cambria Math"/>
              </a:rPr>
              <a:t>𝒂,</a:t>
            </a:r>
            <a:r>
              <a:rPr sz="2400" spc="-145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𝒄,</a:t>
            </a:r>
            <a:r>
              <a:rPr sz="2400" spc="-135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𝒅,</a:t>
            </a:r>
            <a:r>
              <a:rPr sz="2400" spc="-130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𝒇</a:t>
            </a:r>
            <a:r>
              <a:rPr sz="2400" spc="400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;</a:t>
            </a:r>
            <a:r>
              <a:rPr sz="2400" spc="-120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𝑨𝒅𝒋</a:t>
            </a:r>
            <a:r>
              <a:rPr sz="2400" spc="315">
                <a:latin typeface="Cambria Math"/>
                <a:cs typeface="Cambria Math"/>
              </a:rPr>
              <a:t> </a:t>
            </a:r>
            <a:r>
              <a:rPr sz="2400" spc="-50">
                <a:latin typeface="Cambria Math"/>
                <a:cs typeface="Cambria Math"/>
              </a:rPr>
              <a:t>𝒄</a:t>
            </a:r>
            <a:r>
              <a:rPr sz="2400">
                <a:latin typeface="Cambria Math"/>
                <a:cs typeface="Cambria Math"/>
              </a:rPr>
              <a:t>	</a:t>
            </a:r>
            <a:r>
              <a:rPr sz="2400" spc="-50">
                <a:latin typeface="Cambria Math"/>
                <a:cs typeface="Cambria Math"/>
              </a:rPr>
              <a:t>=</a:t>
            </a:r>
            <a:r>
              <a:rPr sz="2400">
                <a:latin typeface="Cambria Math"/>
                <a:cs typeface="Cambria Math"/>
              </a:rPr>
              <a:t>	𝒃,</a:t>
            </a:r>
            <a:r>
              <a:rPr sz="2400" spc="-135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𝒇</a:t>
            </a:r>
            <a:r>
              <a:rPr sz="2400" spc="395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;</a:t>
            </a:r>
            <a:r>
              <a:rPr sz="2400" spc="-120">
                <a:latin typeface="Cambria Math"/>
                <a:cs typeface="Cambria Math"/>
              </a:rPr>
              <a:t> </a:t>
            </a:r>
            <a:r>
              <a:rPr sz="2400" spc="-50">
                <a:latin typeface="Cambria Math"/>
                <a:cs typeface="Cambria Math"/>
              </a:rPr>
              <a:t>…</a:t>
            </a:r>
            <a:endParaRPr sz="2400">
              <a:latin typeface="Cambria Math"/>
              <a:cs typeface="Cambria Math"/>
            </a:endParaRPr>
          </a:p>
          <a:p>
            <a:pPr marL="355600" indent="-342900">
              <a:lnSpc>
                <a:spcPct val="100000"/>
              </a:lnSpc>
              <a:spcBef>
                <a:spcPts val="625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>
                <a:latin typeface="PMingLiU"/>
                <a:cs typeface="PMingLiU"/>
              </a:rPr>
              <a:t>空间大小</a:t>
            </a:r>
            <a:r>
              <a:rPr sz="2800">
                <a:latin typeface="Cambria Math"/>
                <a:cs typeface="Cambria Math"/>
              </a:rPr>
              <a:t>𝑶(|𝑽|</a:t>
            </a:r>
            <a:r>
              <a:rPr sz="2800" spc="-10">
                <a:latin typeface="Cambria Math"/>
                <a:cs typeface="Cambria Math"/>
              </a:rPr>
              <a:t> + </a:t>
            </a:r>
            <a:r>
              <a:rPr sz="2800" spc="-20">
                <a:latin typeface="Cambria Math"/>
                <a:cs typeface="Cambria Math"/>
              </a:rPr>
              <a:t>|𝑬|)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1268792" y="147299"/>
            <a:ext cx="4570667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图的表示：邻接链</a:t>
            </a:r>
            <a:r>
              <a:rPr sz="4000" spc="-60" dirty="0" err="1">
                <a:latin typeface="SimSun" panose="02010600030101010101" pitchFamily="2" charset="-122"/>
                <a:ea typeface="SimSun" panose="02010600030101010101" pitchFamily="2" charset="-122"/>
              </a:rPr>
              <a:t>表</a:t>
            </a:r>
            <a:endParaRPr sz="4000" spc="-6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83336" y="3297929"/>
            <a:ext cx="2162175" cy="596265"/>
          </a:xfrm>
          <a:custGeom>
            <a:avLst/>
            <a:gdLst/>
            <a:ahLst/>
            <a:cxnLst/>
            <a:rect l="l" t="t" r="r" b="b"/>
            <a:pathLst>
              <a:path w="2162175" h="596264">
                <a:moveTo>
                  <a:pt x="0" y="297941"/>
                </a:moveTo>
                <a:lnTo>
                  <a:pt x="3899" y="249603"/>
                </a:lnTo>
                <a:lnTo>
                  <a:pt x="15188" y="203752"/>
                </a:lnTo>
                <a:lnTo>
                  <a:pt x="33254" y="161001"/>
                </a:lnTo>
                <a:lnTo>
                  <a:pt x="57484" y="121962"/>
                </a:lnTo>
                <a:lnTo>
                  <a:pt x="87263" y="87249"/>
                </a:lnTo>
                <a:lnTo>
                  <a:pt x="121979" y="57473"/>
                </a:lnTo>
                <a:lnTo>
                  <a:pt x="161018" y="33247"/>
                </a:lnTo>
                <a:lnTo>
                  <a:pt x="203767" y="15185"/>
                </a:lnTo>
                <a:lnTo>
                  <a:pt x="249613" y="3898"/>
                </a:lnTo>
                <a:lnTo>
                  <a:pt x="297942" y="0"/>
                </a:lnTo>
                <a:lnTo>
                  <a:pt x="346270" y="3898"/>
                </a:lnTo>
                <a:lnTo>
                  <a:pt x="392116" y="15185"/>
                </a:lnTo>
                <a:lnTo>
                  <a:pt x="434865" y="33247"/>
                </a:lnTo>
                <a:lnTo>
                  <a:pt x="473904" y="57473"/>
                </a:lnTo>
                <a:lnTo>
                  <a:pt x="508620" y="87248"/>
                </a:lnTo>
                <a:lnTo>
                  <a:pt x="538399" y="121962"/>
                </a:lnTo>
                <a:lnTo>
                  <a:pt x="562629" y="161001"/>
                </a:lnTo>
                <a:lnTo>
                  <a:pt x="580695" y="203752"/>
                </a:lnTo>
                <a:lnTo>
                  <a:pt x="591984" y="249603"/>
                </a:lnTo>
                <a:lnTo>
                  <a:pt x="595883" y="297941"/>
                </a:lnTo>
                <a:lnTo>
                  <a:pt x="591984" y="346280"/>
                </a:lnTo>
                <a:lnTo>
                  <a:pt x="580695" y="392131"/>
                </a:lnTo>
                <a:lnTo>
                  <a:pt x="562629" y="434882"/>
                </a:lnTo>
                <a:lnTo>
                  <a:pt x="538399" y="473921"/>
                </a:lnTo>
                <a:lnTo>
                  <a:pt x="508620" y="508634"/>
                </a:lnTo>
                <a:lnTo>
                  <a:pt x="473904" y="538410"/>
                </a:lnTo>
                <a:lnTo>
                  <a:pt x="434865" y="562636"/>
                </a:lnTo>
                <a:lnTo>
                  <a:pt x="392116" y="580698"/>
                </a:lnTo>
                <a:lnTo>
                  <a:pt x="346270" y="591985"/>
                </a:lnTo>
                <a:lnTo>
                  <a:pt x="297942" y="595883"/>
                </a:lnTo>
                <a:lnTo>
                  <a:pt x="249613" y="591985"/>
                </a:lnTo>
                <a:lnTo>
                  <a:pt x="203767" y="580698"/>
                </a:lnTo>
                <a:lnTo>
                  <a:pt x="161018" y="562636"/>
                </a:lnTo>
                <a:lnTo>
                  <a:pt x="121979" y="538410"/>
                </a:lnTo>
                <a:lnTo>
                  <a:pt x="87263" y="508634"/>
                </a:lnTo>
                <a:lnTo>
                  <a:pt x="57484" y="473921"/>
                </a:lnTo>
                <a:lnTo>
                  <a:pt x="33254" y="434882"/>
                </a:lnTo>
                <a:lnTo>
                  <a:pt x="15188" y="392131"/>
                </a:lnTo>
                <a:lnTo>
                  <a:pt x="3899" y="346280"/>
                </a:lnTo>
                <a:lnTo>
                  <a:pt x="0" y="297941"/>
                </a:lnTo>
                <a:close/>
              </a:path>
              <a:path w="2162175" h="596264">
                <a:moveTo>
                  <a:pt x="1565909" y="297941"/>
                </a:moveTo>
                <a:lnTo>
                  <a:pt x="1569808" y="249603"/>
                </a:lnTo>
                <a:lnTo>
                  <a:pt x="1581095" y="203752"/>
                </a:lnTo>
                <a:lnTo>
                  <a:pt x="1599157" y="161001"/>
                </a:lnTo>
                <a:lnTo>
                  <a:pt x="1623383" y="121962"/>
                </a:lnTo>
                <a:lnTo>
                  <a:pt x="1653158" y="87249"/>
                </a:lnTo>
                <a:lnTo>
                  <a:pt x="1687872" y="57473"/>
                </a:lnTo>
                <a:lnTo>
                  <a:pt x="1726911" y="33247"/>
                </a:lnTo>
                <a:lnTo>
                  <a:pt x="1769662" y="15185"/>
                </a:lnTo>
                <a:lnTo>
                  <a:pt x="1815513" y="3898"/>
                </a:lnTo>
                <a:lnTo>
                  <a:pt x="1863852" y="0"/>
                </a:lnTo>
                <a:lnTo>
                  <a:pt x="1912190" y="3898"/>
                </a:lnTo>
                <a:lnTo>
                  <a:pt x="1958041" y="15185"/>
                </a:lnTo>
                <a:lnTo>
                  <a:pt x="2000792" y="33247"/>
                </a:lnTo>
                <a:lnTo>
                  <a:pt x="2039831" y="57473"/>
                </a:lnTo>
                <a:lnTo>
                  <a:pt x="2074545" y="87248"/>
                </a:lnTo>
                <a:lnTo>
                  <a:pt x="2104320" y="121962"/>
                </a:lnTo>
                <a:lnTo>
                  <a:pt x="2128546" y="161001"/>
                </a:lnTo>
                <a:lnTo>
                  <a:pt x="2146608" y="203752"/>
                </a:lnTo>
                <a:lnTo>
                  <a:pt x="2157895" y="249603"/>
                </a:lnTo>
                <a:lnTo>
                  <a:pt x="2161794" y="297941"/>
                </a:lnTo>
                <a:lnTo>
                  <a:pt x="2157895" y="346280"/>
                </a:lnTo>
                <a:lnTo>
                  <a:pt x="2146608" y="392131"/>
                </a:lnTo>
                <a:lnTo>
                  <a:pt x="2128546" y="434882"/>
                </a:lnTo>
                <a:lnTo>
                  <a:pt x="2104320" y="473921"/>
                </a:lnTo>
                <a:lnTo>
                  <a:pt x="2074545" y="508634"/>
                </a:lnTo>
                <a:lnTo>
                  <a:pt x="2039831" y="538410"/>
                </a:lnTo>
                <a:lnTo>
                  <a:pt x="2000792" y="562636"/>
                </a:lnTo>
                <a:lnTo>
                  <a:pt x="1958041" y="580698"/>
                </a:lnTo>
                <a:lnTo>
                  <a:pt x="1912190" y="591985"/>
                </a:lnTo>
                <a:lnTo>
                  <a:pt x="1863852" y="595883"/>
                </a:lnTo>
                <a:lnTo>
                  <a:pt x="1815513" y="591985"/>
                </a:lnTo>
                <a:lnTo>
                  <a:pt x="1769662" y="580698"/>
                </a:lnTo>
                <a:lnTo>
                  <a:pt x="1726911" y="562636"/>
                </a:lnTo>
                <a:lnTo>
                  <a:pt x="1687872" y="538410"/>
                </a:lnTo>
                <a:lnTo>
                  <a:pt x="1653158" y="508634"/>
                </a:lnTo>
                <a:lnTo>
                  <a:pt x="1623383" y="473921"/>
                </a:lnTo>
                <a:lnTo>
                  <a:pt x="1599157" y="434882"/>
                </a:lnTo>
                <a:lnTo>
                  <a:pt x="1581095" y="392131"/>
                </a:lnTo>
                <a:lnTo>
                  <a:pt x="1569808" y="346280"/>
                </a:lnTo>
                <a:lnTo>
                  <a:pt x="1565909" y="297941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935736" y="3389877"/>
            <a:ext cx="17786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579880" algn="l"/>
              </a:tabLst>
            </a:pPr>
            <a:r>
              <a:rPr sz="2400" spc="-50">
                <a:latin typeface="Cambria Math"/>
                <a:cs typeface="Cambria Math"/>
              </a:rPr>
              <a:t>𝒂</a:t>
            </a:r>
            <a:r>
              <a:rPr sz="2400">
                <a:latin typeface="Cambria Math"/>
                <a:cs typeface="Cambria Math"/>
              </a:rPr>
              <a:t>	</a:t>
            </a:r>
            <a:r>
              <a:rPr sz="2400" spc="-50">
                <a:latin typeface="Cambria Math"/>
                <a:cs typeface="Cambria Math"/>
              </a:rPr>
              <a:t>𝒃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783336" y="4932419"/>
            <a:ext cx="596265" cy="596265"/>
          </a:xfrm>
          <a:custGeom>
            <a:avLst/>
            <a:gdLst/>
            <a:ahLst/>
            <a:cxnLst/>
            <a:rect l="l" t="t" r="r" b="b"/>
            <a:pathLst>
              <a:path w="596265" h="596264">
                <a:moveTo>
                  <a:pt x="0" y="297941"/>
                </a:moveTo>
                <a:lnTo>
                  <a:pt x="3899" y="249603"/>
                </a:lnTo>
                <a:lnTo>
                  <a:pt x="15188" y="203752"/>
                </a:lnTo>
                <a:lnTo>
                  <a:pt x="33254" y="161001"/>
                </a:lnTo>
                <a:lnTo>
                  <a:pt x="57484" y="121962"/>
                </a:lnTo>
                <a:lnTo>
                  <a:pt x="87263" y="87248"/>
                </a:lnTo>
                <a:lnTo>
                  <a:pt x="121979" y="57473"/>
                </a:lnTo>
                <a:lnTo>
                  <a:pt x="161018" y="33247"/>
                </a:lnTo>
                <a:lnTo>
                  <a:pt x="203767" y="15185"/>
                </a:lnTo>
                <a:lnTo>
                  <a:pt x="249613" y="3898"/>
                </a:lnTo>
                <a:lnTo>
                  <a:pt x="297942" y="0"/>
                </a:lnTo>
                <a:lnTo>
                  <a:pt x="346270" y="3898"/>
                </a:lnTo>
                <a:lnTo>
                  <a:pt x="392116" y="15185"/>
                </a:lnTo>
                <a:lnTo>
                  <a:pt x="434865" y="33247"/>
                </a:lnTo>
                <a:lnTo>
                  <a:pt x="473904" y="57473"/>
                </a:lnTo>
                <a:lnTo>
                  <a:pt x="508620" y="87249"/>
                </a:lnTo>
                <a:lnTo>
                  <a:pt x="538399" y="121962"/>
                </a:lnTo>
                <a:lnTo>
                  <a:pt x="562629" y="161001"/>
                </a:lnTo>
                <a:lnTo>
                  <a:pt x="580695" y="203752"/>
                </a:lnTo>
                <a:lnTo>
                  <a:pt x="591984" y="249603"/>
                </a:lnTo>
                <a:lnTo>
                  <a:pt x="595883" y="297941"/>
                </a:lnTo>
                <a:lnTo>
                  <a:pt x="591984" y="346280"/>
                </a:lnTo>
                <a:lnTo>
                  <a:pt x="580695" y="392131"/>
                </a:lnTo>
                <a:lnTo>
                  <a:pt x="562629" y="434882"/>
                </a:lnTo>
                <a:lnTo>
                  <a:pt x="538399" y="473921"/>
                </a:lnTo>
                <a:lnTo>
                  <a:pt x="508620" y="508635"/>
                </a:lnTo>
                <a:lnTo>
                  <a:pt x="473904" y="538410"/>
                </a:lnTo>
                <a:lnTo>
                  <a:pt x="434865" y="562636"/>
                </a:lnTo>
                <a:lnTo>
                  <a:pt x="392116" y="580698"/>
                </a:lnTo>
                <a:lnTo>
                  <a:pt x="346270" y="591985"/>
                </a:lnTo>
                <a:lnTo>
                  <a:pt x="297942" y="595883"/>
                </a:lnTo>
                <a:lnTo>
                  <a:pt x="249613" y="591985"/>
                </a:lnTo>
                <a:lnTo>
                  <a:pt x="203767" y="580698"/>
                </a:lnTo>
                <a:lnTo>
                  <a:pt x="161018" y="562636"/>
                </a:lnTo>
                <a:lnTo>
                  <a:pt x="121979" y="538410"/>
                </a:lnTo>
                <a:lnTo>
                  <a:pt x="87263" y="508634"/>
                </a:lnTo>
                <a:lnTo>
                  <a:pt x="57484" y="473921"/>
                </a:lnTo>
                <a:lnTo>
                  <a:pt x="33254" y="434882"/>
                </a:lnTo>
                <a:lnTo>
                  <a:pt x="15188" y="392131"/>
                </a:lnTo>
                <a:lnTo>
                  <a:pt x="3899" y="346280"/>
                </a:lnTo>
                <a:lnTo>
                  <a:pt x="0" y="297941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931925" y="5024876"/>
            <a:ext cx="2216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𝒅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3617214" y="4100316"/>
            <a:ext cx="596265" cy="596265"/>
          </a:xfrm>
          <a:custGeom>
            <a:avLst/>
            <a:gdLst/>
            <a:ahLst/>
            <a:cxnLst/>
            <a:rect l="l" t="t" r="r" b="b"/>
            <a:pathLst>
              <a:path w="596264" h="596264">
                <a:moveTo>
                  <a:pt x="0" y="297941"/>
                </a:moveTo>
                <a:lnTo>
                  <a:pt x="3898" y="249603"/>
                </a:lnTo>
                <a:lnTo>
                  <a:pt x="15185" y="203752"/>
                </a:lnTo>
                <a:lnTo>
                  <a:pt x="33247" y="161001"/>
                </a:lnTo>
                <a:lnTo>
                  <a:pt x="57473" y="121962"/>
                </a:lnTo>
                <a:lnTo>
                  <a:pt x="87248" y="87248"/>
                </a:lnTo>
                <a:lnTo>
                  <a:pt x="121962" y="57473"/>
                </a:lnTo>
                <a:lnTo>
                  <a:pt x="161001" y="33247"/>
                </a:lnTo>
                <a:lnTo>
                  <a:pt x="203752" y="15185"/>
                </a:lnTo>
                <a:lnTo>
                  <a:pt x="249603" y="3898"/>
                </a:lnTo>
                <a:lnTo>
                  <a:pt x="297941" y="0"/>
                </a:lnTo>
                <a:lnTo>
                  <a:pt x="346280" y="3898"/>
                </a:lnTo>
                <a:lnTo>
                  <a:pt x="392131" y="15185"/>
                </a:lnTo>
                <a:lnTo>
                  <a:pt x="434882" y="33247"/>
                </a:lnTo>
                <a:lnTo>
                  <a:pt x="473921" y="57473"/>
                </a:lnTo>
                <a:lnTo>
                  <a:pt x="508635" y="87248"/>
                </a:lnTo>
                <a:lnTo>
                  <a:pt x="538410" y="121962"/>
                </a:lnTo>
                <a:lnTo>
                  <a:pt x="562636" y="161001"/>
                </a:lnTo>
                <a:lnTo>
                  <a:pt x="580698" y="203752"/>
                </a:lnTo>
                <a:lnTo>
                  <a:pt x="591985" y="249603"/>
                </a:lnTo>
                <a:lnTo>
                  <a:pt x="595884" y="297941"/>
                </a:lnTo>
                <a:lnTo>
                  <a:pt x="591985" y="346280"/>
                </a:lnTo>
                <a:lnTo>
                  <a:pt x="580698" y="392131"/>
                </a:lnTo>
                <a:lnTo>
                  <a:pt x="562636" y="434882"/>
                </a:lnTo>
                <a:lnTo>
                  <a:pt x="538410" y="473921"/>
                </a:lnTo>
                <a:lnTo>
                  <a:pt x="508635" y="508634"/>
                </a:lnTo>
                <a:lnTo>
                  <a:pt x="473921" y="538410"/>
                </a:lnTo>
                <a:lnTo>
                  <a:pt x="434882" y="562636"/>
                </a:lnTo>
                <a:lnTo>
                  <a:pt x="392131" y="580698"/>
                </a:lnTo>
                <a:lnTo>
                  <a:pt x="346280" y="591985"/>
                </a:lnTo>
                <a:lnTo>
                  <a:pt x="297941" y="595883"/>
                </a:lnTo>
                <a:lnTo>
                  <a:pt x="249603" y="591985"/>
                </a:lnTo>
                <a:lnTo>
                  <a:pt x="203752" y="580698"/>
                </a:lnTo>
                <a:lnTo>
                  <a:pt x="161001" y="562636"/>
                </a:lnTo>
                <a:lnTo>
                  <a:pt x="121962" y="538410"/>
                </a:lnTo>
                <a:lnTo>
                  <a:pt x="87249" y="508634"/>
                </a:lnTo>
                <a:lnTo>
                  <a:pt x="57473" y="473921"/>
                </a:lnTo>
                <a:lnTo>
                  <a:pt x="33247" y="434882"/>
                </a:lnTo>
                <a:lnTo>
                  <a:pt x="15185" y="392131"/>
                </a:lnTo>
                <a:lnTo>
                  <a:pt x="3898" y="346280"/>
                </a:lnTo>
                <a:lnTo>
                  <a:pt x="0" y="297941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3787394" y="4192517"/>
            <a:ext cx="1797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𝒄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081277" y="3595872"/>
            <a:ext cx="2623185" cy="1932939"/>
          </a:xfrm>
          <a:custGeom>
            <a:avLst/>
            <a:gdLst/>
            <a:ahLst/>
            <a:cxnLst/>
            <a:rect l="l" t="t" r="r" b="b"/>
            <a:pathLst>
              <a:path w="2623185" h="1932939">
                <a:moveTo>
                  <a:pt x="297941" y="0"/>
                </a:moveTo>
                <a:lnTo>
                  <a:pt x="1267841" y="0"/>
                </a:lnTo>
              </a:path>
              <a:path w="2623185" h="1932939">
                <a:moveTo>
                  <a:pt x="0" y="297942"/>
                </a:moveTo>
                <a:lnTo>
                  <a:pt x="0" y="1336802"/>
                </a:lnTo>
              </a:path>
              <a:path w="2623185" h="1932939">
                <a:moveTo>
                  <a:pt x="1355471" y="210312"/>
                </a:moveTo>
                <a:lnTo>
                  <a:pt x="211074" y="1423797"/>
                </a:lnTo>
              </a:path>
              <a:path w="2623185" h="1932939">
                <a:moveTo>
                  <a:pt x="2622931" y="1013460"/>
                </a:moveTo>
                <a:lnTo>
                  <a:pt x="1863852" y="1634998"/>
                </a:lnTo>
              </a:path>
              <a:path w="2623185" h="1932939">
                <a:moveTo>
                  <a:pt x="1565910" y="283463"/>
                </a:moveTo>
                <a:lnTo>
                  <a:pt x="1565910" y="1322324"/>
                </a:lnTo>
              </a:path>
              <a:path w="2623185" h="1932939">
                <a:moveTo>
                  <a:pt x="1863852" y="0"/>
                </a:moveTo>
                <a:lnTo>
                  <a:pt x="2622931" y="591947"/>
                </a:lnTo>
              </a:path>
              <a:path w="2623185" h="1932939">
                <a:moveTo>
                  <a:pt x="1267967" y="1634489"/>
                </a:moveTo>
                <a:lnTo>
                  <a:pt x="1271866" y="1586151"/>
                </a:lnTo>
                <a:lnTo>
                  <a:pt x="1283153" y="1540300"/>
                </a:lnTo>
                <a:lnTo>
                  <a:pt x="1301215" y="1497549"/>
                </a:lnTo>
                <a:lnTo>
                  <a:pt x="1325441" y="1458510"/>
                </a:lnTo>
                <a:lnTo>
                  <a:pt x="1355217" y="1423796"/>
                </a:lnTo>
                <a:lnTo>
                  <a:pt x="1389930" y="1394021"/>
                </a:lnTo>
                <a:lnTo>
                  <a:pt x="1428969" y="1369795"/>
                </a:lnTo>
                <a:lnTo>
                  <a:pt x="1471720" y="1351733"/>
                </a:lnTo>
                <a:lnTo>
                  <a:pt x="1517571" y="1340446"/>
                </a:lnTo>
                <a:lnTo>
                  <a:pt x="1565910" y="1336548"/>
                </a:lnTo>
                <a:lnTo>
                  <a:pt x="1614248" y="1340446"/>
                </a:lnTo>
                <a:lnTo>
                  <a:pt x="1660099" y="1351733"/>
                </a:lnTo>
                <a:lnTo>
                  <a:pt x="1702850" y="1369795"/>
                </a:lnTo>
                <a:lnTo>
                  <a:pt x="1741889" y="1394021"/>
                </a:lnTo>
                <a:lnTo>
                  <a:pt x="1776603" y="1423797"/>
                </a:lnTo>
                <a:lnTo>
                  <a:pt x="1806378" y="1458510"/>
                </a:lnTo>
                <a:lnTo>
                  <a:pt x="1830604" y="1497549"/>
                </a:lnTo>
                <a:lnTo>
                  <a:pt x="1848666" y="1540300"/>
                </a:lnTo>
                <a:lnTo>
                  <a:pt x="1859953" y="1586151"/>
                </a:lnTo>
                <a:lnTo>
                  <a:pt x="1863852" y="1634489"/>
                </a:lnTo>
                <a:lnTo>
                  <a:pt x="1859953" y="1682828"/>
                </a:lnTo>
                <a:lnTo>
                  <a:pt x="1848666" y="1728679"/>
                </a:lnTo>
                <a:lnTo>
                  <a:pt x="1830604" y="1771430"/>
                </a:lnTo>
                <a:lnTo>
                  <a:pt x="1806378" y="1810469"/>
                </a:lnTo>
                <a:lnTo>
                  <a:pt x="1776602" y="1845183"/>
                </a:lnTo>
                <a:lnTo>
                  <a:pt x="1741889" y="1874958"/>
                </a:lnTo>
                <a:lnTo>
                  <a:pt x="1702850" y="1899184"/>
                </a:lnTo>
                <a:lnTo>
                  <a:pt x="1660099" y="1917246"/>
                </a:lnTo>
                <a:lnTo>
                  <a:pt x="1614248" y="1928533"/>
                </a:lnTo>
                <a:lnTo>
                  <a:pt x="1565910" y="1932432"/>
                </a:lnTo>
                <a:lnTo>
                  <a:pt x="1517571" y="1928533"/>
                </a:lnTo>
                <a:lnTo>
                  <a:pt x="1471720" y="1917246"/>
                </a:lnTo>
                <a:lnTo>
                  <a:pt x="1428969" y="1899184"/>
                </a:lnTo>
                <a:lnTo>
                  <a:pt x="1389930" y="1874958"/>
                </a:lnTo>
                <a:lnTo>
                  <a:pt x="1355216" y="1845183"/>
                </a:lnTo>
                <a:lnTo>
                  <a:pt x="1325441" y="1810469"/>
                </a:lnTo>
                <a:lnTo>
                  <a:pt x="1301215" y="1771430"/>
                </a:lnTo>
                <a:lnTo>
                  <a:pt x="1283153" y="1728679"/>
                </a:lnTo>
                <a:lnTo>
                  <a:pt x="1271866" y="1682828"/>
                </a:lnTo>
                <a:lnTo>
                  <a:pt x="1267967" y="1634489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2511044" y="5024876"/>
            <a:ext cx="1974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𝒇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379219" y="5230362"/>
            <a:ext cx="970280" cy="0"/>
          </a:xfrm>
          <a:custGeom>
            <a:avLst/>
            <a:gdLst/>
            <a:ahLst/>
            <a:cxnLst/>
            <a:rect l="l" t="t" r="r" b="b"/>
            <a:pathLst>
              <a:path w="970280">
                <a:moveTo>
                  <a:pt x="969899" y="0"/>
                </a:moveTo>
                <a:lnTo>
                  <a:pt x="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2293873" y="5560562"/>
            <a:ext cx="45021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>
                <a:latin typeface="PMingLiU"/>
                <a:cs typeface="PMingLiU"/>
              </a:rPr>
              <a:t>图</a:t>
            </a:r>
            <a:r>
              <a:rPr sz="2000" spc="-50">
                <a:latin typeface="Cambria Math"/>
                <a:cs typeface="Cambria Math"/>
              </a:rPr>
              <a:t>𝑮</a:t>
            </a:r>
            <a:endParaRPr sz="2000">
              <a:latin typeface="Cambria Math"/>
              <a:cs typeface="Cambria Math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4841747" y="4373874"/>
            <a:ext cx="4049395" cy="634365"/>
            <a:chOff x="4841747" y="4130802"/>
            <a:chExt cx="4049395" cy="634365"/>
          </a:xfrm>
        </p:grpSpPr>
        <p:sp>
          <p:nvSpPr>
            <p:cNvPr id="24" name="object 24"/>
            <p:cNvSpPr/>
            <p:nvPr/>
          </p:nvSpPr>
          <p:spPr>
            <a:xfrm>
              <a:off x="4860797" y="4149852"/>
              <a:ext cx="582295" cy="596265"/>
            </a:xfrm>
            <a:custGeom>
              <a:avLst/>
              <a:gdLst/>
              <a:ahLst/>
              <a:cxnLst/>
              <a:rect l="l" t="t" r="r" b="b"/>
              <a:pathLst>
                <a:path w="582295" h="596264">
                  <a:moveTo>
                    <a:pt x="0" y="595884"/>
                  </a:moveTo>
                  <a:lnTo>
                    <a:pt x="582168" y="595884"/>
                  </a:lnTo>
                  <a:lnTo>
                    <a:pt x="582168" y="0"/>
                  </a:lnTo>
                  <a:lnTo>
                    <a:pt x="0" y="0"/>
                  </a:lnTo>
                  <a:lnTo>
                    <a:pt x="0" y="595884"/>
                  </a:lnTo>
                  <a:close/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208269" y="4390644"/>
              <a:ext cx="764540" cy="114300"/>
            </a:xfrm>
            <a:custGeom>
              <a:avLst/>
              <a:gdLst/>
              <a:ahLst/>
              <a:cxnLst/>
              <a:rect l="l" t="t" r="r" b="b"/>
              <a:pathLst>
                <a:path w="764539" h="114300">
                  <a:moveTo>
                    <a:pt x="649985" y="0"/>
                  </a:moveTo>
                  <a:lnTo>
                    <a:pt x="649985" y="114299"/>
                  </a:lnTo>
                  <a:lnTo>
                    <a:pt x="726185" y="76199"/>
                  </a:lnTo>
                  <a:lnTo>
                    <a:pt x="669035" y="76199"/>
                  </a:lnTo>
                  <a:lnTo>
                    <a:pt x="669035" y="38099"/>
                  </a:lnTo>
                  <a:lnTo>
                    <a:pt x="726185" y="38099"/>
                  </a:lnTo>
                  <a:lnTo>
                    <a:pt x="649985" y="0"/>
                  </a:lnTo>
                  <a:close/>
                </a:path>
                <a:path w="764539" h="114300">
                  <a:moveTo>
                    <a:pt x="649985" y="38099"/>
                  </a:moveTo>
                  <a:lnTo>
                    <a:pt x="0" y="38099"/>
                  </a:lnTo>
                  <a:lnTo>
                    <a:pt x="0" y="76199"/>
                  </a:lnTo>
                  <a:lnTo>
                    <a:pt x="649985" y="76199"/>
                  </a:lnTo>
                  <a:lnTo>
                    <a:pt x="649985" y="38099"/>
                  </a:lnTo>
                  <a:close/>
                </a:path>
                <a:path w="764539" h="114300">
                  <a:moveTo>
                    <a:pt x="726185" y="38099"/>
                  </a:moveTo>
                  <a:lnTo>
                    <a:pt x="669035" y="38099"/>
                  </a:lnTo>
                  <a:lnTo>
                    <a:pt x="669035" y="76199"/>
                  </a:lnTo>
                  <a:lnTo>
                    <a:pt x="726185" y="76199"/>
                  </a:lnTo>
                  <a:lnTo>
                    <a:pt x="764285" y="57149"/>
                  </a:lnTo>
                  <a:lnTo>
                    <a:pt x="726185" y="380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001511" y="4149852"/>
              <a:ext cx="1176020" cy="596265"/>
            </a:xfrm>
            <a:custGeom>
              <a:avLst/>
              <a:gdLst/>
              <a:ahLst/>
              <a:cxnLst/>
              <a:rect l="l" t="t" r="r" b="b"/>
              <a:pathLst>
                <a:path w="1176020" h="596264">
                  <a:moveTo>
                    <a:pt x="0" y="595884"/>
                  </a:moveTo>
                  <a:lnTo>
                    <a:pt x="581406" y="595884"/>
                  </a:lnTo>
                  <a:lnTo>
                    <a:pt x="581406" y="0"/>
                  </a:lnTo>
                  <a:lnTo>
                    <a:pt x="0" y="0"/>
                  </a:lnTo>
                  <a:lnTo>
                    <a:pt x="0" y="595884"/>
                  </a:lnTo>
                  <a:close/>
                </a:path>
                <a:path w="1176020" h="596264">
                  <a:moveTo>
                    <a:pt x="593597" y="595884"/>
                  </a:moveTo>
                  <a:lnTo>
                    <a:pt x="1175765" y="595884"/>
                  </a:lnTo>
                  <a:lnTo>
                    <a:pt x="1175765" y="0"/>
                  </a:lnTo>
                  <a:lnTo>
                    <a:pt x="593597" y="0"/>
                  </a:lnTo>
                  <a:lnTo>
                    <a:pt x="593597" y="595884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902957" y="4390644"/>
              <a:ext cx="764540" cy="114300"/>
            </a:xfrm>
            <a:custGeom>
              <a:avLst/>
              <a:gdLst/>
              <a:ahLst/>
              <a:cxnLst/>
              <a:rect l="l" t="t" r="r" b="b"/>
              <a:pathLst>
                <a:path w="764540" h="114300">
                  <a:moveTo>
                    <a:pt x="649986" y="0"/>
                  </a:moveTo>
                  <a:lnTo>
                    <a:pt x="649986" y="114299"/>
                  </a:lnTo>
                  <a:lnTo>
                    <a:pt x="726186" y="76199"/>
                  </a:lnTo>
                  <a:lnTo>
                    <a:pt x="669036" y="76199"/>
                  </a:lnTo>
                  <a:lnTo>
                    <a:pt x="669036" y="38099"/>
                  </a:lnTo>
                  <a:lnTo>
                    <a:pt x="726186" y="38099"/>
                  </a:lnTo>
                  <a:lnTo>
                    <a:pt x="649986" y="0"/>
                  </a:lnTo>
                  <a:close/>
                </a:path>
                <a:path w="764540" h="114300">
                  <a:moveTo>
                    <a:pt x="649986" y="38099"/>
                  </a:moveTo>
                  <a:lnTo>
                    <a:pt x="0" y="38099"/>
                  </a:lnTo>
                  <a:lnTo>
                    <a:pt x="0" y="76199"/>
                  </a:lnTo>
                  <a:lnTo>
                    <a:pt x="649986" y="76199"/>
                  </a:lnTo>
                  <a:lnTo>
                    <a:pt x="649986" y="38099"/>
                  </a:lnTo>
                  <a:close/>
                </a:path>
                <a:path w="764540" h="114300">
                  <a:moveTo>
                    <a:pt x="726186" y="38099"/>
                  </a:moveTo>
                  <a:lnTo>
                    <a:pt x="669036" y="38099"/>
                  </a:lnTo>
                  <a:lnTo>
                    <a:pt x="669036" y="76199"/>
                  </a:lnTo>
                  <a:lnTo>
                    <a:pt x="726186" y="76199"/>
                  </a:lnTo>
                  <a:lnTo>
                    <a:pt x="764286" y="57149"/>
                  </a:lnTo>
                  <a:lnTo>
                    <a:pt x="726186" y="380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696199" y="4149852"/>
              <a:ext cx="1176020" cy="596265"/>
            </a:xfrm>
            <a:custGeom>
              <a:avLst/>
              <a:gdLst/>
              <a:ahLst/>
              <a:cxnLst/>
              <a:rect l="l" t="t" r="r" b="b"/>
              <a:pathLst>
                <a:path w="1176020" h="596264">
                  <a:moveTo>
                    <a:pt x="0" y="595884"/>
                  </a:moveTo>
                  <a:lnTo>
                    <a:pt x="582168" y="595884"/>
                  </a:lnTo>
                  <a:lnTo>
                    <a:pt x="582168" y="0"/>
                  </a:lnTo>
                  <a:lnTo>
                    <a:pt x="0" y="0"/>
                  </a:lnTo>
                  <a:lnTo>
                    <a:pt x="0" y="595884"/>
                  </a:lnTo>
                  <a:close/>
                </a:path>
                <a:path w="1176020" h="596264">
                  <a:moveTo>
                    <a:pt x="593598" y="595884"/>
                  </a:moveTo>
                  <a:lnTo>
                    <a:pt x="1175766" y="595884"/>
                  </a:lnTo>
                  <a:lnTo>
                    <a:pt x="1175766" y="0"/>
                  </a:lnTo>
                  <a:lnTo>
                    <a:pt x="593598" y="0"/>
                  </a:lnTo>
                  <a:lnTo>
                    <a:pt x="593598" y="595884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8498331" y="4356094"/>
            <a:ext cx="16700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>
                <a:latin typeface="Times New Roman"/>
                <a:cs typeface="Times New Roman"/>
              </a:rPr>
              <a:t>/</a:t>
            </a:r>
            <a:endParaRPr sz="4000">
              <a:latin typeface="Times New Roman"/>
              <a:cs typeface="Times New Roman"/>
            </a:endParaRPr>
          </a:p>
        </p:txBody>
      </p:sp>
      <p:graphicFrame>
        <p:nvGraphicFramePr>
          <p:cNvPr id="30" name="object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653391"/>
              </p:ext>
            </p:extLst>
          </p:nvPr>
        </p:nvGraphicFramePr>
        <p:xfrm>
          <a:off x="9275826" y="5001762"/>
          <a:ext cx="1176020" cy="12230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880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80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11505">
                <a:tc>
                  <a:txBody>
                    <a:bodyPr/>
                    <a:lstStyle/>
                    <a:p>
                      <a:pPr marL="167640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sz="2400" spc="-50">
                          <a:latin typeface="Cambria Math"/>
                          <a:cs typeface="Cambria Math"/>
                        </a:rPr>
                        <a:t>𝒇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1047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ts val="4615"/>
                        </a:lnSpc>
                      </a:pPr>
                      <a:r>
                        <a:rPr sz="4000" b="1">
                          <a:latin typeface="Times New Roman"/>
                          <a:cs typeface="Times New Roman"/>
                        </a:rPr>
                        <a:t>/</a:t>
                      </a:r>
                      <a:endParaRPr sz="4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1505"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950"/>
                        </a:spcBef>
                      </a:pPr>
                      <a:r>
                        <a:rPr sz="2400" spc="-50">
                          <a:latin typeface="Cambria Math"/>
                          <a:cs typeface="Cambria Math"/>
                        </a:rPr>
                        <a:t>𝒅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12065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ts val="4720"/>
                        </a:lnSpc>
                      </a:pPr>
                      <a:r>
                        <a:rPr sz="4000" b="1">
                          <a:latin typeface="Times New Roman"/>
                          <a:cs typeface="Times New Roman"/>
                        </a:rPr>
                        <a:t>/</a:t>
                      </a:r>
                      <a:endParaRPr sz="4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31" name="object 31"/>
          <p:cNvGrpSpPr/>
          <p:nvPr/>
        </p:nvGrpSpPr>
        <p:grpSpPr>
          <a:xfrm>
            <a:off x="4841747" y="5001762"/>
            <a:ext cx="4424680" cy="1262380"/>
            <a:chOff x="4841747" y="4758690"/>
            <a:chExt cx="4424680" cy="1262380"/>
          </a:xfrm>
        </p:grpSpPr>
        <p:sp>
          <p:nvSpPr>
            <p:cNvPr id="32" name="object 32"/>
            <p:cNvSpPr/>
            <p:nvPr/>
          </p:nvSpPr>
          <p:spPr>
            <a:xfrm>
              <a:off x="4860797" y="4777740"/>
              <a:ext cx="582295" cy="596265"/>
            </a:xfrm>
            <a:custGeom>
              <a:avLst/>
              <a:gdLst/>
              <a:ahLst/>
              <a:cxnLst/>
              <a:rect l="l" t="t" r="r" b="b"/>
              <a:pathLst>
                <a:path w="582295" h="596264">
                  <a:moveTo>
                    <a:pt x="0" y="595884"/>
                  </a:moveTo>
                  <a:lnTo>
                    <a:pt x="582168" y="595884"/>
                  </a:lnTo>
                  <a:lnTo>
                    <a:pt x="582168" y="0"/>
                  </a:lnTo>
                  <a:lnTo>
                    <a:pt x="0" y="0"/>
                  </a:lnTo>
                  <a:lnTo>
                    <a:pt x="0" y="595884"/>
                  </a:lnTo>
                  <a:close/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208269" y="5018532"/>
              <a:ext cx="764540" cy="114300"/>
            </a:xfrm>
            <a:custGeom>
              <a:avLst/>
              <a:gdLst/>
              <a:ahLst/>
              <a:cxnLst/>
              <a:rect l="l" t="t" r="r" b="b"/>
              <a:pathLst>
                <a:path w="764539" h="114300">
                  <a:moveTo>
                    <a:pt x="649985" y="0"/>
                  </a:moveTo>
                  <a:lnTo>
                    <a:pt x="649985" y="114300"/>
                  </a:lnTo>
                  <a:lnTo>
                    <a:pt x="726185" y="76200"/>
                  </a:lnTo>
                  <a:lnTo>
                    <a:pt x="669035" y="76200"/>
                  </a:lnTo>
                  <a:lnTo>
                    <a:pt x="669035" y="38100"/>
                  </a:lnTo>
                  <a:lnTo>
                    <a:pt x="726185" y="38100"/>
                  </a:lnTo>
                  <a:lnTo>
                    <a:pt x="649985" y="0"/>
                  </a:lnTo>
                  <a:close/>
                </a:path>
                <a:path w="764539" h="114300">
                  <a:moveTo>
                    <a:pt x="649985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649985" y="76200"/>
                  </a:lnTo>
                  <a:lnTo>
                    <a:pt x="649985" y="38100"/>
                  </a:lnTo>
                  <a:close/>
                </a:path>
                <a:path w="764539" h="114300">
                  <a:moveTo>
                    <a:pt x="726185" y="38100"/>
                  </a:moveTo>
                  <a:lnTo>
                    <a:pt x="669035" y="38100"/>
                  </a:lnTo>
                  <a:lnTo>
                    <a:pt x="669035" y="76200"/>
                  </a:lnTo>
                  <a:lnTo>
                    <a:pt x="726185" y="76200"/>
                  </a:lnTo>
                  <a:lnTo>
                    <a:pt x="764285" y="57150"/>
                  </a:lnTo>
                  <a:lnTo>
                    <a:pt x="726185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001511" y="4777740"/>
              <a:ext cx="1176020" cy="596265"/>
            </a:xfrm>
            <a:custGeom>
              <a:avLst/>
              <a:gdLst/>
              <a:ahLst/>
              <a:cxnLst/>
              <a:rect l="l" t="t" r="r" b="b"/>
              <a:pathLst>
                <a:path w="1176020" h="596264">
                  <a:moveTo>
                    <a:pt x="0" y="595884"/>
                  </a:moveTo>
                  <a:lnTo>
                    <a:pt x="581406" y="595884"/>
                  </a:lnTo>
                  <a:lnTo>
                    <a:pt x="581406" y="0"/>
                  </a:lnTo>
                  <a:lnTo>
                    <a:pt x="0" y="0"/>
                  </a:lnTo>
                  <a:lnTo>
                    <a:pt x="0" y="595884"/>
                  </a:lnTo>
                  <a:close/>
                </a:path>
                <a:path w="1176020" h="596264">
                  <a:moveTo>
                    <a:pt x="593597" y="595884"/>
                  </a:moveTo>
                  <a:lnTo>
                    <a:pt x="1175765" y="595884"/>
                  </a:lnTo>
                  <a:lnTo>
                    <a:pt x="1175765" y="0"/>
                  </a:lnTo>
                  <a:lnTo>
                    <a:pt x="593597" y="0"/>
                  </a:lnTo>
                  <a:lnTo>
                    <a:pt x="593597" y="595884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6902957" y="5018532"/>
              <a:ext cx="764540" cy="114300"/>
            </a:xfrm>
            <a:custGeom>
              <a:avLst/>
              <a:gdLst/>
              <a:ahLst/>
              <a:cxnLst/>
              <a:rect l="l" t="t" r="r" b="b"/>
              <a:pathLst>
                <a:path w="764540" h="114300">
                  <a:moveTo>
                    <a:pt x="649986" y="0"/>
                  </a:moveTo>
                  <a:lnTo>
                    <a:pt x="649986" y="114300"/>
                  </a:lnTo>
                  <a:lnTo>
                    <a:pt x="726186" y="76200"/>
                  </a:lnTo>
                  <a:lnTo>
                    <a:pt x="669036" y="76200"/>
                  </a:lnTo>
                  <a:lnTo>
                    <a:pt x="669036" y="38100"/>
                  </a:lnTo>
                  <a:lnTo>
                    <a:pt x="726186" y="38100"/>
                  </a:lnTo>
                  <a:lnTo>
                    <a:pt x="649986" y="0"/>
                  </a:lnTo>
                  <a:close/>
                </a:path>
                <a:path w="764540" h="114300">
                  <a:moveTo>
                    <a:pt x="649986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649986" y="76200"/>
                  </a:lnTo>
                  <a:lnTo>
                    <a:pt x="649986" y="38100"/>
                  </a:lnTo>
                  <a:close/>
                </a:path>
                <a:path w="764540" h="114300">
                  <a:moveTo>
                    <a:pt x="726186" y="38100"/>
                  </a:moveTo>
                  <a:lnTo>
                    <a:pt x="669036" y="38100"/>
                  </a:lnTo>
                  <a:lnTo>
                    <a:pt x="669036" y="76200"/>
                  </a:lnTo>
                  <a:lnTo>
                    <a:pt x="726186" y="76200"/>
                  </a:lnTo>
                  <a:lnTo>
                    <a:pt x="764286" y="57150"/>
                  </a:lnTo>
                  <a:lnTo>
                    <a:pt x="726186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7696199" y="4777740"/>
              <a:ext cx="1176020" cy="596265"/>
            </a:xfrm>
            <a:custGeom>
              <a:avLst/>
              <a:gdLst/>
              <a:ahLst/>
              <a:cxnLst/>
              <a:rect l="l" t="t" r="r" b="b"/>
              <a:pathLst>
                <a:path w="1176020" h="596264">
                  <a:moveTo>
                    <a:pt x="0" y="595884"/>
                  </a:moveTo>
                  <a:lnTo>
                    <a:pt x="582168" y="595884"/>
                  </a:lnTo>
                  <a:lnTo>
                    <a:pt x="582168" y="0"/>
                  </a:lnTo>
                  <a:lnTo>
                    <a:pt x="0" y="0"/>
                  </a:lnTo>
                  <a:lnTo>
                    <a:pt x="0" y="595884"/>
                  </a:lnTo>
                  <a:close/>
                </a:path>
                <a:path w="1176020" h="596264">
                  <a:moveTo>
                    <a:pt x="593598" y="595884"/>
                  </a:moveTo>
                  <a:lnTo>
                    <a:pt x="1175766" y="595884"/>
                  </a:lnTo>
                  <a:lnTo>
                    <a:pt x="1175766" y="0"/>
                  </a:lnTo>
                  <a:lnTo>
                    <a:pt x="593598" y="0"/>
                  </a:lnTo>
                  <a:lnTo>
                    <a:pt x="593598" y="595884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8501633" y="5018532"/>
              <a:ext cx="764540" cy="114300"/>
            </a:xfrm>
            <a:custGeom>
              <a:avLst/>
              <a:gdLst/>
              <a:ahLst/>
              <a:cxnLst/>
              <a:rect l="l" t="t" r="r" b="b"/>
              <a:pathLst>
                <a:path w="764540" h="114300">
                  <a:moveTo>
                    <a:pt x="649986" y="0"/>
                  </a:moveTo>
                  <a:lnTo>
                    <a:pt x="649986" y="114300"/>
                  </a:lnTo>
                  <a:lnTo>
                    <a:pt x="726186" y="76200"/>
                  </a:lnTo>
                  <a:lnTo>
                    <a:pt x="669036" y="76200"/>
                  </a:lnTo>
                  <a:lnTo>
                    <a:pt x="669036" y="38100"/>
                  </a:lnTo>
                  <a:lnTo>
                    <a:pt x="726186" y="38100"/>
                  </a:lnTo>
                  <a:lnTo>
                    <a:pt x="649986" y="0"/>
                  </a:lnTo>
                  <a:close/>
                </a:path>
                <a:path w="764540" h="114300">
                  <a:moveTo>
                    <a:pt x="649986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649986" y="76200"/>
                  </a:lnTo>
                  <a:lnTo>
                    <a:pt x="649986" y="38100"/>
                  </a:lnTo>
                  <a:close/>
                </a:path>
                <a:path w="764540" h="114300">
                  <a:moveTo>
                    <a:pt x="726186" y="38100"/>
                  </a:moveTo>
                  <a:lnTo>
                    <a:pt x="669036" y="38100"/>
                  </a:lnTo>
                  <a:lnTo>
                    <a:pt x="669036" y="76200"/>
                  </a:lnTo>
                  <a:lnTo>
                    <a:pt x="726186" y="76200"/>
                  </a:lnTo>
                  <a:lnTo>
                    <a:pt x="764286" y="57150"/>
                  </a:lnTo>
                  <a:lnTo>
                    <a:pt x="726186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4860797" y="5405628"/>
              <a:ext cx="582295" cy="596265"/>
            </a:xfrm>
            <a:custGeom>
              <a:avLst/>
              <a:gdLst/>
              <a:ahLst/>
              <a:cxnLst/>
              <a:rect l="l" t="t" r="r" b="b"/>
              <a:pathLst>
                <a:path w="582295" h="596264">
                  <a:moveTo>
                    <a:pt x="0" y="595884"/>
                  </a:moveTo>
                  <a:lnTo>
                    <a:pt x="582168" y="595884"/>
                  </a:lnTo>
                  <a:lnTo>
                    <a:pt x="582168" y="0"/>
                  </a:lnTo>
                  <a:lnTo>
                    <a:pt x="0" y="0"/>
                  </a:lnTo>
                  <a:lnTo>
                    <a:pt x="0" y="595884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208269" y="5646420"/>
              <a:ext cx="764540" cy="114300"/>
            </a:xfrm>
            <a:custGeom>
              <a:avLst/>
              <a:gdLst/>
              <a:ahLst/>
              <a:cxnLst/>
              <a:rect l="l" t="t" r="r" b="b"/>
              <a:pathLst>
                <a:path w="764539" h="114300">
                  <a:moveTo>
                    <a:pt x="649985" y="0"/>
                  </a:moveTo>
                  <a:lnTo>
                    <a:pt x="649985" y="114299"/>
                  </a:lnTo>
                  <a:lnTo>
                    <a:pt x="726185" y="76199"/>
                  </a:lnTo>
                  <a:lnTo>
                    <a:pt x="669035" y="76199"/>
                  </a:lnTo>
                  <a:lnTo>
                    <a:pt x="669035" y="38099"/>
                  </a:lnTo>
                  <a:lnTo>
                    <a:pt x="726185" y="38099"/>
                  </a:lnTo>
                  <a:lnTo>
                    <a:pt x="649985" y="0"/>
                  </a:lnTo>
                  <a:close/>
                </a:path>
                <a:path w="764539" h="114300">
                  <a:moveTo>
                    <a:pt x="649985" y="38099"/>
                  </a:moveTo>
                  <a:lnTo>
                    <a:pt x="0" y="38099"/>
                  </a:lnTo>
                  <a:lnTo>
                    <a:pt x="0" y="76199"/>
                  </a:lnTo>
                  <a:lnTo>
                    <a:pt x="649985" y="76199"/>
                  </a:lnTo>
                  <a:lnTo>
                    <a:pt x="649985" y="38099"/>
                  </a:lnTo>
                  <a:close/>
                </a:path>
                <a:path w="764539" h="114300">
                  <a:moveTo>
                    <a:pt x="726185" y="38099"/>
                  </a:moveTo>
                  <a:lnTo>
                    <a:pt x="669035" y="38099"/>
                  </a:lnTo>
                  <a:lnTo>
                    <a:pt x="669035" y="76199"/>
                  </a:lnTo>
                  <a:lnTo>
                    <a:pt x="726185" y="76199"/>
                  </a:lnTo>
                  <a:lnTo>
                    <a:pt x="764285" y="57149"/>
                  </a:lnTo>
                  <a:lnTo>
                    <a:pt x="726185" y="380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6001511" y="5405628"/>
              <a:ext cx="1176020" cy="596265"/>
            </a:xfrm>
            <a:custGeom>
              <a:avLst/>
              <a:gdLst/>
              <a:ahLst/>
              <a:cxnLst/>
              <a:rect l="l" t="t" r="r" b="b"/>
              <a:pathLst>
                <a:path w="1176020" h="596264">
                  <a:moveTo>
                    <a:pt x="0" y="595884"/>
                  </a:moveTo>
                  <a:lnTo>
                    <a:pt x="581406" y="595884"/>
                  </a:lnTo>
                  <a:lnTo>
                    <a:pt x="581406" y="0"/>
                  </a:lnTo>
                  <a:lnTo>
                    <a:pt x="0" y="0"/>
                  </a:lnTo>
                  <a:lnTo>
                    <a:pt x="0" y="595884"/>
                  </a:lnTo>
                  <a:close/>
                </a:path>
                <a:path w="1176020" h="596264">
                  <a:moveTo>
                    <a:pt x="593597" y="595884"/>
                  </a:moveTo>
                  <a:lnTo>
                    <a:pt x="1175765" y="595884"/>
                  </a:lnTo>
                  <a:lnTo>
                    <a:pt x="1175765" y="0"/>
                  </a:lnTo>
                  <a:lnTo>
                    <a:pt x="593597" y="0"/>
                  </a:lnTo>
                  <a:lnTo>
                    <a:pt x="593597" y="595884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6902957" y="5646420"/>
              <a:ext cx="764540" cy="114300"/>
            </a:xfrm>
            <a:custGeom>
              <a:avLst/>
              <a:gdLst/>
              <a:ahLst/>
              <a:cxnLst/>
              <a:rect l="l" t="t" r="r" b="b"/>
              <a:pathLst>
                <a:path w="764540" h="114300">
                  <a:moveTo>
                    <a:pt x="649986" y="0"/>
                  </a:moveTo>
                  <a:lnTo>
                    <a:pt x="649986" y="114299"/>
                  </a:lnTo>
                  <a:lnTo>
                    <a:pt x="726186" y="76199"/>
                  </a:lnTo>
                  <a:lnTo>
                    <a:pt x="669036" y="76199"/>
                  </a:lnTo>
                  <a:lnTo>
                    <a:pt x="669036" y="38099"/>
                  </a:lnTo>
                  <a:lnTo>
                    <a:pt x="726186" y="38099"/>
                  </a:lnTo>
                  <a:lnTo>
                    <a:pt x="649986" y="0"/>
                  </a:lnTo>
                  <a:close/>
                </a:path>
                <a:path w="764540" h="114300">
                  <a:moveTo>
                    <a:pt x="649986" y="38099"/>
                  </a:moveTo>
                  <a:lnTo>
                    <a:pt x="0" y="38099"/>
                  </a:lnTo>
                  <a:lnTo>
                    <a:pt x="0" y="76199"/>
                  </a:lnTo>
                  <a:lnTo>
                    <a:pt x="649986" y="76199"/>
                  </a:lnTo>
                  <a:lnTo>
                    <a:pt x="649986" y="38099"/>
                  </a:lnTo>
                  <a:close/>
                </a:path>
                <a:path w="764540" h="114300">
                  <a:moveTo>
                    <a:pt x="726186" y="38099"/>
                  </a:moveTo>
                  <a:lnTo>
                    <a:pt x="669036" y="38099"/>
                  </a:lnTo>
                  <a:lnTo>
                    <a:pt x="669036" y="76199"/>
                  </a:lnTo>
                  <a:lnTo>
                    <a:pt x="726186" y="76199"/>
                  </a:lnTo>
                  <a:lnTo>
                    <a:pt x="764286" y="57149"/>
                  </a:lnTo>
                  <a:lnTo>
                    <a:pt x="726186" y="380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7696199" y="5405628"/>
              <a:ext cx="1176020" cy="596265"/>
            </a:xfrm>
            <a:custGeom>
              <a:avLst/>
              <a:gdLst/>
              <a:ahLst/>
              <a:cxnLst/>
              <a:rect l="l" t="t" r="r" b="b"/>
              <a:pathLst>
                <a:path w="1176020" h="596264">
                  <a:moveTo>
                    <a:pt x="0" y="595884"/>
                  </a:moveTo>
                  <a:lnTo>
                    <a:pt x="582168" y="595884"/>
                  </a:lnTo>
                  <a:lnTo>
                    <a:pt x="582168" y="0"/>
                  </a:lnTo>
                  <a:lnTo>
                    <a:pt x="0" y="0"/>
                  </a:lnTo>
                  <a:lnTo>
                    <a:pt x="0" y="595884"/>
                  </a:lnTo>
                  <a:close/>
                </a:path>
                <a:path w="1176020" h="596264">
                  <a:moveTo>
                    <a:pt x="593598" y="595884"/>
                  </a:moveTo>
                  <a:lnTo>
                    <a:pt x="1175766" y="595884"/>
                  </a:lnTo>
                  <a:lnTo>
                    <a:pt x="1175766" y="0"/>
                  </a:lnTo>
                  <a:lnTo>
                    <a:pt x="593598" y="0"/>
                  </a:lnTo>
                  <a:lnTo>
                    <a:pt x="593598" y="595884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8501633" y="5646420"/>
              <a:ext cx="764540" cy="114300"/>
            </a:xfrm>
            <a:custGeom>
              <a:avLst/>
              <a:gdLst/>
              <a:ahLst/>
              <a:cxnLst/>
              <a:rect l="l" t="t" r="r" b="b"/>
              <a:pathLst>
                <a:path w="764540" h="114300">
                  <a:moveTo>
                    <a:pt x="649986" y="0"/>
                  </a:moveTo>
                  <a:lnTo>
                    <a:pt x="649986" y="114299"/>
                  </a:lnTo>
                  <a:lnTo>
                    <a:pt x="726186" y="76199"/>
                  </a:lnTo>
                  <a:lnTo>
                    <a:pt x="669036" y="76199"/>
                  </a:lnTo>
                  <a:lnTo>
                    <a:pt x="669036" y="38099"/>
                  </a:lnTo>
                  <a:lnTo>
                    <a:pt x="726186" y="38099"/>
                  </a:lnTo>
                  <a:lnTo>
                    <a:pt x="649986" y="0"/>
                  </a:lnTo>
                  <a:close/>
                </a:path>
                <a:path w="764540" h="114300">
                  <a:moveTo>
                    <a:pt x="649986" y="38099"/>
                  </a:moveTo>
                  <a:lnTo>
                    <a:pt x="0" y="38099"/>
                  </a:lnTo>
                  <a:lnTo>
                    <a:pt x="0" y="76199"/>
                  </a:lnTo>
                  <a:lnTo>
                    <a:pt x="649986" y="76199"/>
                  </a:lnTo>
                  <a:lnTo>
                    <a:pt x="649986" y="38099"/>
                  </a:lnTo>
                  <a:close/>
                </a:path>
                <a:path w="764540" h="114300">
                  <a:moveTo>
                    <a:pt x="726186" y="38099"/>
                  </a:moveTo>
                  <a:lnTo>
                    <a:pt x="669036" y="38099"/>
                  </a:lnTo>
                  <a:lnTo>
                    <a:pt x="669036" y="76199"/>
                  </a:lnTo>
                  <a:lnTo>
                    <a:pt x="726186" y="76199"/>
                  </a:lnTo>
                  <a:lnTo>
                    <a:pt x="764286" y="57149"/>
                  </a:lnTo>
                  <a:lnTo>
                    <a:pt x="726186" y="380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4527550" y="2930442"/>
            <a:ext cx="254635" cy="3226435"/>
          </a:xfrm>
          <a:prstGeom prst="rect">
            <a:avLst/>
          </a:prstGeom>
        </p:spPr>
        <p:txBody>
          <a:bodyPr vert="horz" wrap="square" lIns="0" tIns="226060" rIns="0" bIns="0" rtlCol="0">
            <a:spAutoFit/>
          </a:bodyPr>
          <a:lstStyle/>
          <a:p>
            <a:pPr marL="16510">
              <a:lnSpc>
                <a:spcPct val="100000"/>
              </a:lnSpc>
              <a:spcBef>
                <a:spcPts val="1780"/>
              </a:spcBef>
            </a:pPr>
            <a:r>
              <a:rPr sz="2800" spc="-50">
                <a:latin typeface="Cambria Math"/>
                <a:cs typeface="Cambria Math"/>
              </a:rPr>
              <a:t>𝒂</a:t>
            </a:r>
            <a:endParaRPr sz="2800">
              <a:latin typeface="Cambria Math"/>
              <a:cs typeface="Cambria Math"/>
            </a:endParaRPr>
          </a:p>
          <a:p>
            <a:pPr marL="18415">
              <a:lnSpc>
                <a:spcPct val="100000"/>
              </a:lnSpc>
              <a:spcBef>
                <a:spcPts val="1680"/>
              </a:spcBef>
            </a:pPr>
            <a:r>
              <a:rPr sz="2800" spc="-50">
                <a:latin typeface="Cambria Math"/>
                <a:cs typeface="Cambria Math"/>
              </a:rPr>
              <a:t>𝒃</a:t>
            </a:r>
            <a:endParaRPr sz="2800">
              <a:latin typeface="Cambria Math"/>
              <a:cs typeface="Cambria Math"/>
            </a:endParaRPr>
          </a:p>
          <a:p>
            <a:pPr marL="36830">
              <a:lnSpc>
                <a:spcPct val="100000"/>
              </a:lnSpc>
              <a:spcBef>
                <a:spcPts val="1680"/>
              </a:spcBef>
            </a:pPr>
            <a:r>
              <a:rPr sz="2800" spc="-50">
                <a:latin typeface="Cambria Math"/>
                <a:cs typeface="Cambria Math"/>
              </a:rPr>
              <a:t>𝒄</a:t>
            </a:r>
            <a:endParaRPr sz="28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1680"/>
              </a:spcBef>
            </a:pPr>
            <a:r>
              <a:rPr sz="2800" spc="-50">
                <a:latin typeface="Cambria Math"/>
                <a:cs typeface="Cambria Math"/>
              </a:rPr>
              <a:t>𝒅</a:t>
            </a:r>
            <a:endParaRPr sz="2800">
              <a:latin typeface="Cambria Math"/>
              <a:cs typeface="Cambria Math"/>
            </a:endParaRPr>
          </a:p>
          <a:p>
            <a:pPr marL="26670">
              <a:lnSpc>
                <a:spcPct val="100000"/>
              </a:lnSpc>
              <a:spcBef>
                <a:spcPts val="1680"/>
              </a:spcBef>
            </a:pPr>
            <a:r>
              <a:rPr sz="2800" spc="-50">
                <a:latin typeface="Cambria Math"/>
                <a:cs typeface="Cambria Math"/>
              </a:rPr>
              <a:t>𝒇</a:t>
            </a:r>
            <a:endParaRPr sz="2800">
              <a:latin typeface="Cambria Math"/>
              <a:cs typeface="Cambria Math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4841747" y="3117336"/>
            <a:ext cx="4049395" cy="1263015"/>
            <a:chOff x="4841747" y="2874264"/>
            <a:chExt cx="4049395" cy="1263015"/>
          </a:xfrm>
        </p:grpSpPr>
        <p:sp>
          <p:nvSpPr>
            <p:cNvPr id="46" name="object 46"/>
            <p:cNvSpPr/>
            <p:nvPr/>
          </p:nvSpPr>
          <p:spPr>
            <a:xfrm>
              <a:off x="4860797" y="2893314"/>
              <a:ext cx="582295" cy="596265"/>
            </a:xfrm>
            <a:custGeom>
              <a:avLst/>
              <a:gdLst/>
              <a:ahLst/>
              <a:cxnLst/>
              <a:rect l="l" t="t" r="r" b="b"/>
              <a:pathLst>
                <a:path w="582295" h="596264">
                  <a:moveTo>
                    <a:pt x="0" y="595884"/>
                  </a:moveTo>
                  <a:lnTo>
                    <a:pt x="582168" y="595884"/>
                  </a:lnTo>
                  <a:lnTo>
                    <a:pt x="582168" y="0"/>
                  </a:lnTo>
                  <a:lnTo>
                    <a:pt x="0" y="0"/>
                  </a:lnTo>
                  <a:lnTo>
                    <a:pt x="0" y="595884"/>
                  </a:lnTo>
                  <a:close/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5208269" y="3134106"/>
              <a:ext cx="764540" cy="114300"/>
            </a:xfrm>
            <a:custGeom>
              <a:avLst/>
              <a:gdLst/>
              <a:ahLst/>
              <a:cxnLst/>
              <a:rect l="l" t="t" r="r" b="b"/>
              <a:pathLst>
                <a:path w="764539" h="114300">
                  <a:moveTo>
                    <a:pt x="649985" y="0"/>
                  </a:moveTo>
                  <a:lnTo>
                    <a:pt x="649985" y="114300"/>
                  </a:lnTo>
                  <a:lnTo>
                    <a:pt x="726185" y="76200"/>
                  </a:lnTo>
                  <a:lnTo>
                    <a:pt x="669035" y="76200"/>
                  </a:lnTo>
                  <a:lnTo>
                    <a:pt x="669035" y="38100"/>
                  </a:lnTo>
                  <a:lnTo>
                    <a:pt x="726185" y="38100"/>
                  </a:lnTo>
                  <a:lnTo>
                    <a:pt x="649985" y="0"/>
                  </a:lnTo>
                  <a:close/>
                </a:path>
                <a:path w="764539" h="114300">
                  <a:moveTo>
                    <a:pt x="649985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649985" y="76200"/>
                  </a:lnTo>
                  <a:lnTo>
                    <a:pt x="649985" y="38100"/>
                  </a:lnTo>
                  <a:close/>
                </a:path>
                <a:path w="764539" h="114300">
                  <a:moveTo>
                    <a:pt x="726185" y="38100"/>
                  </a:moveTo>
                  <a:lnTo>
                    <a:pt x="669035" y="38100"/>
                  </a:lnTo>
                  <a:lnTo>
                    <a:pt x="669035" y="76200"/>
                  </a:lnTo>
                  <a:lnTo>
                    <a:pt x="726185" y="76200"/>
                  </a:lnTo>
                  <a:lnTo>
                    <a:pt x="764285" y="57150"/>
                  </a:lnTo>
                  <a:lnTo>
                    <a:pt x="726185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4860797" y="3521202"/>
              <a:ext cx="582295" cy="596900"/>
            </a:xfrm>
            <a:custGeom>
              <a:avLst/>
              <a:gdLst/>
              <a:ahLst/>
              <a:cxnLst/>
              <a:rect l="l" t="t" r="r" b="b"/>
              <a:pathLst>
                <a:path w="582295" h="596900">
                  <a:moveTo>
                    <a:pt x="0" y="596646"/>
                  </a:moveTo>
                  <a:lnTo>
                    <a:pt x="582168" y="596646"/>
                  </a:lnTo>
                  <a:lnTo>
                    <a:pt x="582168" y="0"/>
                  </a:lnTo>
                  <a:lnTo>
                    <a:pt x="0" y="0"/>
                  </a:lnTo>
                  <a:lnTo>
                    <a:pt x="0" y="596646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5208270" y="3762755"/>
              <a:ext cx="764540" cy="114300"/>
            </a:xfrm>
            <a:custGeom>
              <a:avLst/>
              <a:gdLst/>
              <a:ahLst/>
              <a:cxnLst/>
              <a:rect l="l" t="t" r="r" b="b"/>
              <a:pathLst>
                <a:path w="764539" h="114300">
                  <a:moveTo>
                    <a:pt x="764286" y="57150"/>
                  </a:moveTo>
                  <a:lnTo>
                    <a:pt x="726186" y="38100"/>
                  </a:lnTo>
                  <a:lnTo>
                    <a:pt x="649986" y="0"/>
                  </a:lnTo>
                  <a:lnTo>
                    <a:pt x="649986" y="38100"/>
                  </a:lnTo>
                  <a:lnTo>
                    <a:pt x="0" y="38100"/>
                  </a:lnTo>
                  <a:lnTo>
                    <a:pt x="0" y="76200"/>
                  </a:lnTo>
                  <a:lnTo>
                    <a:pt x="649986" y="76200"/>
                  </a:lnTo>
                  <a:lnTo>
                    <a:pt x="649986" y="114300"/>
                  </a:lnTo>
                  <a:lnTo>
                    <a:pt x="726186" y="76200"/>
                  </a:lnTo>
                  <a:lnTo>
                    <a:pt x="764286" y="571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4860797" y="2893314"/>
              <a:ext cx="582295" cy="596265"/>
            </a:xfrm>
            <a:custGeom>
              <a:avLst/>
              <a:gdLst/>
              <a:ahLst/>
              <a:cxnLst/>
              <a:rect l="l" t="t" r="r" b="b"/>
              <a:pathLst>
                <a:path w="582295" h="596264">
                  <a:moveTo>
                    <a:pt x="0" y="595884"/>
                  </a:moveTo>
                  <a:lnTo>
                    <a:pt x="582168" y="595884"/>
                  </a:lnTo>
                  <a:lnTo>
                    <a:pt x="582168" y="0"/>
                  </a:lnTo>
                  <a:lnTo>
                    <a:pt x="0" y="0"/>
                  </a:lnTo>
                  <a:lnTo>
                    <a:pt x="0" y="595884"/>
                  </a:lnTo>
                  <a:close/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5208269" y="3134106"/>
              <a:ext cx="764540" cy="114300"/>
            </a:xfrm>
            <a:custGeom>
              <a:avLst/>
              <a:gdLst/>
              <a:ahLst/>
              <a:cxnLst/>
              <a:rect l="l" t="t" r="r" b="b"/>
              <a:pathLst>
                <a:path w="764539" h="114300">
                  <a:moveTo>
                    <a:pt x="649985" y="0"/>
                  </a:moveTo>
                  <a:lnTo>
                    <a:pt x="649985" y="114300"/>
                  </a:lnTo>
                  <a:lnTo>
                    <a:pt x="726185" y="76200"/>
                  </a:lnTo>
                  <a:lnTo>
                    <a:pt x="669035" y="76200"/>
                  </a:lnTo>
                  <a:lnTo>
                    <a:pt x="669035" y="38100"/>
                  </a:lnTo>
                  <a:lnTo>
                    <a:pt x="726185" y="38100"/>
                  </a:lnTo>
                  <a:lnTo>
                    <a:pt x="649985" y="0"/>
                  </a:lnTo>
                  <a:close/>
                </a:path>
                <a:path w="764539" h="114300">
                  <a:moveTo>
                    <a:pt x="649985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649985" y="76200"/>
                  </a:lnTo>
                  <a:lnTo>
                    <a:pt x="649985" y="38100"/>
                  </a:lnTo>
                  <a:close/>
                </a:path>
                <a:path w="764539" h="114300">
                  <a:moveTo>
                    <a:pt x="726185" y="38100"/>
                  </a:moveTo>
                  <a:lnTo>
                    <a:pt x="669035" y="38100"/>
                  </a:lnTo>
                  <a:lnTo>
                    <a:pt x="669035" y="76200"/>
                  </a:lnTo>
                  <a:lnTo>
                    <a:pt x="726185" y="76200"/>
                  </a:lnTo>
                  <a:lnTo>
                    <a:pt x="764285" y="57150"/>
                  </a:lnTo>
                  <a:lnTo>
                    <a:pt x="726185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6001511" y="2893314"/>
              <a:ext cx="1176020" cy="596265"/>
            </a:xfrm>
            <a:custGeom>
              <a:avLst/>
              <a:gdLst/>
              <a:ahLst/>
              <a:cxnLst/>
              <a:rect l="l" t="t" r="r" b="b"/>
              <a:pathLst>
                <a:path w="1176020" h="596264">
                  <a:moveTo>
                    <a:pt x="0" y="595884"/>
                  </a:moveTo>
                  <a:lnTo>
                    <a:pt x="581406" y="595884"/>
                  </a:lnTo>
                  <a:lnTo>
                    <a:pt x="581406" y="0"/>
                  </a:lnTo>
                  <a:lnTo>
                    <a:pt x="0" y="0"/>
                  </a:lnTo>
                  <a:lnTo>
                    <a:pt x="0" y="595884"/>
                  </a:lnTo>
                  <a:close/>
                </a:path>
                <a:path w="1176020" h="596264">
                  <a:moveTo>
                    <a:pt x="593597" y="595884"/>
                  </a:moveTo>
                  <a:lnTo>
                    <a:pt x="1175765" y="595884"/>
                  </a:lnTo>
                  <a:lnTo>
                    <a:pt x="1175765" y="0"/>
                  </a:lnTo>
                  <a:lnTo>
                    <a:pt x="593597" y="0"/>
                  </a:lnTo>
                  <a:lnTo>
                    <a:pt x="593597" y="595884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6902957" y="3134106"/>
              <a:ext cx="764540" cy="114300"/>
            </a:xfrm>
            <a:custGeom>
              <a:avLst/>
              <a:gdLst/>
              <a:ahLst/>
              <a:cxnLst/>
              <a:rect l="l" t="t" r="r" b="b"/>
              <a:pathLst>
                <a:path w="764540" h="114300">
                  <a:moveTo>
                    <a:pt x="649986" y="0"/>
                  </a:moveTo>
                  <a:lnTo>
                    <a:pt x="649986" y="114300"/>
                  </a:lnTo>
                  <a:lnTo>
                    <a:pt x="726186" y="76200"/>
                  </a:lnTo>
                  <a:lnTo>
                    <a:pt x="669036" y="76200"/>
                  </a:lnTo>
                  <a:lnTo>
                    <a:pt x="669036" y="38100"/>
                  </a:lnTo>
                  <a:lnTo>
                    <a:pt x="726186" y="38100"/>
                  </a:lnTo>
                  <a:lnTo>
                    <a:pt x="649986" y="0"/>
                  </a:lnTo>
                  <a:close/>
                </a:path>
                <a:path w="764540" h="114300">
                  <a:moveTo>
                    <a:pt x="649986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649986" y="76200"/>
                  </a:lnTo>
                  <a:lnTo>
                    <a:pt x="649986" y="38100"/>
                  </a:lnTo>
                  <a:close/>
                </a:path>
                <a:path w="764540" h="114300">
                  <a:moveTo>
                    <a:pt x="726186" y="38100"/>
                  </a:moveTo>
                  <a:lnTo>
                    <a:pt x="669036" y="38100"/>
                  </a:lnTo>
                  <a:lnTo>
                    <a:pt x="669036" y="76200"/>
                  </a:lnTo>
                  <a:lnTo>
                    <a:pt x="726186" y="76200"/>
                  </a:lnTo>
                  <a:lnTo>
                    <a:pt x="764286" y="57150"/>
                  </a:lnTo>
                  <a:lnTo>
                    <a:pt x="726186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7696199" y="2893314"/>
              <a:ext cx="1176020" cy="596265"/>
            </a:xfrm>
            <a:custGeom>
              <a:avLst/>
              <a:gdLst/>
              <a:ahLst/>
              <a:cxnLst/>
              <a:rect l="l" t="t" r="r" b="b"/>
              <a:pathLst>
                <a:path w="1176020" h="596264">
                  <a:moveTo>
                    <a:pt x="0" y="595884"/>
                  </a:moveTo>
                  <a:lnTo>
                    <a:pt x="582168" y="595884"/>
                  </a:lnTo>
                  <a:lnTo>
                    <a:pt x="582168" y="0"/>
                  </a:lnTo>
                  <a:lnTo>
                    <a:pt x="0" y="0"/>
                  </a:lnTo>
                  <a:lnTo>
                    <a:pt x="0" y="595884"/>
                  </a:lnTo>
                  <a:close/>
                </a:path>
                <a:path w="1176020" h="596264">
                  <a:moveTo>
                    <a:pt x="593598" y="595884"/>
                  </a:moveTo>
                  <a:lnTo>
                    <a:pt x="1175766" y="595884"/>
                  </a:lnTo>
                  <a:lnTo>
                    <a:pt x="1175766" y="0"/>
                  </a:lnTo>
                  <a:lnTo>
                    <a:pt x="593598" y="0"/>
                  </a:lnTo>
                  <a:lnTo>
                    <a:pt x="593598" y="595884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5" name="object 55"/>
          <p:cNvSpPr txBox="1"/>
          <p:nvPr/>
        </p:nvSpPr>
        <p:spPr>
          <a:xfrm>
            <a:off x="8498331" y="3099809"/>
            <a:ext cx="16700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>
                <a:latin typeface="Times New Roman"/>
                <a:cs typeface="Times New Roman"/>
              </a:rPr>
              <a:t>/</a:t>
            </a:r>
            <a:endParaRPr sz="4000">
              <a:latin typeface="Times New Roman"/>
              <a:cs typeface="Times New Roman"/>
            </a:endParaRPr>
          </a:p>
        </p:txBody>
      </p:sp>
      <p:grpSp>
        <p:nvGrpSpPr>
          <p:cNvPr id="56" name="object 56"/>
          <p:cNvGrpSpPr/>
          <p:nvPr/>
        </p:nvGrpSpPr>
        <p:grpSpPr>
          <a:xfrm>
            <a:off x="4841747" y="3745224"/>
            <a:ext cx="3455670" cy="635000"/>
            <a:chOff x="4841747" y="3502152"/>
            <a:chExt cx="3455670" cy="635000"/>
          </a:xfrm>
        </p:grpSpPr>
        <p:sp>
          <p:nvSpPr>
            <p:cNvPr id="57" name="object 57"/>
            <p:cNvSpPr/>
            <p:nvPr/>
          </p:nvSpPr>
          <p:spPr>
            <a:xfrm>
              <a:off x="4860797" y="3521202"/>
              <a:ext cx="582295" cy="596900"/>
            </a:xfrm>
            <a:custGeom>
              <a:avLst/>
              <a:gdLst/>
              <a:ahLst/>
              <a:cxnLst/>
              <a:rect l="l" t="t" r="r" b="b"/>
              <a:pathLst>
                <a:path w="582295" h="596900">
                  <a:moveTo>
                    <a:pt x="0" y="596646"/>
                  </a:moveTo>
                  <a:lnTo>
                    <a:pt x="582168" y="596646"/>
                  </a:lnTo>
                  <a:lnTo>
                    <a:pt x="582168" y="0"/>
                  </a:lnTo>
                  <a:lnTo>
                    <a:pt x="0" y="0"/>
                  </a:lnTo>
                  <a:lnTo>
                    <a:pt x="0" y="596646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5208269" y="3762756"/>
              <a:ext cx="764540" cy="114300"/>
            </a:xfrm>
            <a:custGeom>
              <a:avLst/>
              <a:gdLst/>
              <a:ahLst/>
              <a:cxnLst/>
              <a:rect l="l" t="t" r="r" b="b"/>
              <a:pathLst>
                <a:path w="764539" h="114300">
                  <a:moveTo>
                    <a:pt x="649985" y="0"/>
                  </a:moveTo>
                  <a:lnTo>
                    <a:pt x="649985" y="114300"/>
                  </a:lnTo>
                  <a:lnTo>
                    <a:pt x="726185" y="76200"/>
                  </a:lnTo>
                  <a:lnTo>
                    <a:pt x="669035" y="76200"/>
                  </a:lnTo>
                  <a:lnTo>
                    <a:pt x="669035" y="38100"/>
                  </a:lnTo>
                  <a:lnTo>
                    <a:pt x="726185" y="38100"/>
                  </a:lnTo>
                  <a:lnTo>
                    <a:pt x="649985" y="0"/>
                  </a:lnTo>
                  <a:close/>
                </a:path>
                <a:path w="764539" h="114300">
                  <a:moveTo>
                    <a:pt x="649985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649985" y="76200"/>
                  </a:lnTo>
                  <a:lnTo>
                    <a:pt x="649985" y="38100"/>
                  </a:lnTo>
                  <a:close/>
                </a:path>
                <a:path w="764539" h="114300">
                  <a:moveTo>
                    <a:pt x="726185" y="38100"/>
                  </a:moveTo>
                  <a:lnTo>
                    <a:pt x="669035" y="38100"/>
                  </a:lnTo>
                  <a:lnTo>
                    <a:pt x="669035" y="76200"/>
                  </a:lnTo>
                  <a:lnTo>
                    <a:pt x="726185" y="76200"/>
                  </a:lnTo>
                  <a:lnTo>
                    <a:pt x="764285" y="57150"/>
                  </a:lnTo>
                  <a:lnTo>
                    <a:pt x="726185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6001511" y="3521202"/>
              <a:ext cx="1176020" cy="596900"/>
            </a:xfrm>
            <a:custGeom>
              <a:avLst/>
              <a:gdLst/>
              <a:ahLst/>
              <a:cxnLst/>
              <a:rect l="l" t="t" r="r" b="b"/>
              <a:pathLst>
                <a:path w="1176020" h="596900">
                  <a:moveTo>
                    <a:pt x="0" y="596646"/>
                  </a:moveTo>
                  <a:lnTo>
                    <a:pt x="581406" y="596646"/>
                  </a:lnTo>
                  <a:lnTo>
                    <a:pt x="581406" y="0"/>
                  </a:lnTo>
                  <a:lnTo>
                    <a:pt x="0" y="0"/>
                  </a:lnTo>
                  <a:lnTo>
                    <a:pt x="0" y="596646"/>
                  </a:lnTo>
                  <a:close/>
                </a:path>
                <a:path w="1176020" h="596900">
                  <a:moveTo>
                    <a:pt x="593597" y="596646"/>
                  </a:moveTo>
                  <a:lnTo>
                    <a:pt x="1175765" y="596646"/>
                  </a:lnTo>
                  <a:lnTo>
                    <a:pt x="1175765" y="0"/>
                  </a:lnTo>
                  <a:lnTo>
                    <a:pt x="593597" y="0"/>
                  </a:lnTo>
                  <a:lnTo>
                    <a:pt x="593597" y="596646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6902957" y="3762756"/>
              <a:ext cx="764540" cy="114300"/>
            </a:xfrm>
            <a:custGeom>
              <a:avLst/>
              <a:gdLst/>
              <a:ahLst/>
              <a:cxnLst/>
              <a:rect l="l" t="t" r="r" b="b"/>
              <a:pathLst>
                <a:path w="764540" h="114300">
                  <a:moveTo>
                    <a:pt x="649986" y="0"/>
                  </a:moveTo>
                  <a:lnTo>
                    <a:pt x="649986" y="114300"/>
                  </a:lnTo>
                  <a:lnTo>
                    <a:pt x="726186" y="76200"/>
                  </a:lnTo>
                  <a:lnTo>
                    <a:pt x="669036" y="76200"/>
                  </a:lnTo>
                  <a:lnTo>
                    <a:pt x="669036" y="38100"/>
                  </a:lnTo>
                  <a:lnTo>
                    <a:pt x="726186" y="38100"/>
                  </a:lnTo>
                  <a:lnTo>
                    <a:pt x="649986" y="0"/>
                  </a:lnTo>
                  <a:close/>
                </a:path>
                <a:path w="764540" h="114300">
                  <a:moveTo>
                    <a:pt x="649986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649986" y="76200"/>
                  </a:lnTo>
                  <a:lnTo>
                    <a:pt x="649986" y="38100"/>
                  </a:lnTo>
                  <a:close/>
                </a:path>
                <a:path w="764540" h="114300">
                  <a:moveTo>
                    <a:pt x="726186" y="38100"/>
                  </a:moveTo>
                  <a:lnTo>
                    <a:pt x="669036" y="38100"/>
                  </a:lnTo>
                  <a:lnTo>
                    <a:pt x="669036" y="76200"/>
                  </a:lnTo>
                  <a:lnTo>
                    <a:pt x="726186" y="76200"/>
                  </a:lnTo>
                  <a:lnTo>
                    <a:pt x="764286" y="57150"/>
                  </a:lnTo>
                  <a:lnTo>
                    <a:pt x="726186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7696199" y="3521202"/>
              <a:ext cx="582295" cy="596900"/>
            </a:xfrm>
            <a:custGeom>
              <a:avLst/>
              <a:gdLst/>
              <a:ahLst/>
              <a:cxnLst/>
              <a:rect l="l" t="t" r="r" b="b"/>
              <a:pathLst>
                <a:path w="582295" h="596900">
                  <a:moveTo>
                    <a:pt x="0" y="596646"/>
                  </a:moveTo>
                  <a:lnTo>
                    <a:pt x="582168" y="596646"/>
                  </a:lnTo>
                  <a:lnTo>
                    <a:pt x="582168" y="0"/>
                  </a:lnTo>
                  <a:lnTo>
                    <a:pt x="0" y="0"/>
                  </a:lnTo>
                  <a:lnTo>
                    <a:pt x="0" y="596646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2" name="object 62"/>
          <p:cNvSpPr txBox="1"/>
          <p:nvPr/>
        </p:nvSpPr>
        <p:spPr>
          <a:xfrm>
            <a:off x="6147815" y="3228587"/>
            <a:ext cx="1912620" cy="2903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00"/>
              </a:spcBef>
              <a:tabLst>
                <a:tab pos="1703070" algn="l"/>
              </a:tabLst>
            </a:pPr>
            <a:r>
              <a:rPr sz="2400" spc="-50">
                <a:latin typeface="Cambria Math"/>
                <a:cs typeface="Cambria Math"/>
              </a:rPr>
              <a:t>𝒃</a:t>
            </a:r>
            <a:r>
              <a:rPr sz="2400">
                <a:latin typeface="Cambria Math"/>
                <a:cs typeface="Cambria Math"/>
              </a:rPr>
              <a:t>	</a:t>
            </a:r>
            <a:r>
              <a:rPr sz="2400" spc="-50">
                <a:latin typeface="Cambria Math"/>
                <a:cs typeface="Cambria Math"/>
              </a:rPr>
              <a:t>𝒅</a:t>
            </a:r>
            <a:endParaRPr sz="24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2065"/>
              </a:spcBef>
              <a:tabLst>
                <a:tab pos="1724025" algn="l"/>
              </a:tabLst>
            </a:pPr>
            <a:r>
              <a:rPr sz="2400" spc="-50">
                <a:latin typeface="Cambria Math"/>
                <a:cs typeface="Cambria Math"/>
              </a:rPr>
              <a:t>𝒂</a:t>
            </a:r>
            <a:r>
              <a:rPr sz="2400">
                <a:latin typeface="Cambria Math"/>
                <a:cs typeface="Cambria Math"/>
              </a:rPr>
              <a:t>	</a:t>
            </a:r>
            <a:r>
              <a:rPr sz="2400" spc="-50">
                <a:latin typeface="Cambria Math"/>
                <a:cs typeface="Cambria Math"/>
              </a:rPr>
              <a:t>𝒄</a:t>
            </a:r>
            <a:endParaRPr sz="2400">
              <a:latin typeface="Cambria Math"/>
              <a:cs typeface="Cambria Math"/>
            </a:endParaRPr>
          </a:p>
          <a:p>
            <a:pPr marL="13970">
              <a:lnSpc>
                <a:spcPct val="100000"/>
              </a:lnSpc>
              <a:spcBef>
                <a:spcPts val="2065"/>
              </a:spcBef>
              <a:tabLst>
                <a:tab pos="1715770" algn="l"/>
              </a:tabLst>
            </a:pPr>
            <a:r>
              <a:rPr sz="2400" spc="-50">
                <a:latin typeface="Cambria Math"/>
                <a:cs typeface="Cambria Math"/>
              </a:rPr>
              <a:t>𝒃</a:t>
            </a:r>
            <a:r>
              <a:rPr sz="2400">
                <a:latin typeface="Cambria Math"/>
                <a:cs typeface="Cambria Math"/>
              </a:rPr>
              <a:t>	</a:t>
            </a:r>
            <a:r>
              <a:rPr sz="2400" spc="-50">
                <a:latin typeface="Cambria Math"/>
                <a:cs typeface="Cambria Math"/>
              </a:rPr>
              <a:t>𝒇</a:t>
            </a:r>
            <a:endParaRPr sz="24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2065"/>
              </a:spcBef>
              <a:tabLst>
                <a:tab pos="1708785" algn="l"/>
              </a:tabLst>
            </a:pPr>
            <a:r>
              <a:rPr sz="2400" spc="-50">
                <a:latin typeface="Cambria Math"/>
                <a:cs typeface="Cambria Math"/>
              </a:rPr>
              <a:t>𝒂</a:t>
            </a:r>
            <a:r>
              <a:rPr sz="2400">
                <a:latin typeface="Cambria Math"/>
                <a:cs typeface="Cambria Math"/>
              </a:rPr>
              <a:t>	</a:t>
            </a:r>
            <a:r>
              <a:rPr sz="2400" spc="-50">
                <a:latin typeface="Cambria Math"/>
                <a:cs typeface="Cambria Math"/>
              </a:rPr>
              <a:t>𝒃</a:t>
            </a:r>
            <a:endParaRPr sz="2400">
              <a:latin typeface="Cambria Math"/>
              <a:cs typeface="Cambria Math"/>
            </a:endParaRPr>
          </a:p>
          <a:p>
            <a:pPr marL="13970">
              <a:lnSpc>
                <a:spcPct val="100000"/>
              </a:lnSpc>
              <a:spcBef>
                <a:spcPts val="2070"/>
              </a:spcBef>
              <a:tabLst>
                <a:tab pos="1724025" algn="l"/>
              </a:tabLst>
            </a:pPr>
            <a:r>
              <a:rPr sz="2400" spc="-50">
                <a:latin typeface="Cambria Math"/>
                <a:cs typeface="Cambria Math"/>
              </a:rPr>
              <a:t>𝒃</a:t>
            </a:r>
            <a:r>
              <a:rPr sz="2400">
                <a:latin typeface="Cambria Math"/>
                <a:cs typeface="Cambria Math"/>
              </a:rPr>
              <a:t>	</a:t>
            </a:r>
            <a:r>
              <a:rPr sz="2400" spc="-50">
                <a:latin typeface="Cambria Math"/>
                <a:cs typeface="Cambria Math"/>
              </a:rPr>
              <a:t>𝒄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63" name="object 63"/>
          <p:cNvGrpSpPr/>
          <p:nvPr/>
        </p:nvGrpSpPr>
        <p:grpSpPr>
          <a:xfrm>
            <a:off x="8270747" y="3745224"/>
            <a:ext cx="1625600" cy="635000"/>
            <a:chOff x="8270747" y="3502152"/>
            <a:chExt cx="1625600" cy="635000"/>
          </a:xfrm>
        </p:grpSpPr>
        <p:sp>
          <p:nvSpPr>
            <p:cNvPr id="64" name="object 64"/>
            <p:cNvSpPr/>
            <p:nvPr/>
          </p:nvSpPr>
          <p:spPr>
            <a:xfrm>
              <a:off x="8289797" y="3521202"/>
              <a:ext cx="582295" cy="596900"/>
            </a:xfrm>
            <a:custGeom>
              <a:avLst/>
              <a:gdLst/>
              <a:ahLst/>
              <a:cxnLst/>
              <a:rect l="l" t="t" r="r" b="b"/>
              <a:pathLst>
                <a:path w="582295" h="596900">
                  <a:moveTo>
                    <a:pt x="0" y="596646"/>
                  </a:moveTo>
                  <a:lnTo>
                    <a:pt x="582168" y="596646"/>
                  </a:lnTo>
                  <a:lnTo>
                    <a:pt x="582168" y="0"/>
                  </a:lnTo>
                  <a:lnTo>
                    <a:pt x="0" y="0"/>
                  </a:lnTo>
                  <a:lnTo>
                    <a:pt x="0" y="596646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8501633" y="3762756"/>
              <a:ext cx="764540" cy="114300"/>
            </a:xfrm>
            <a:custGeom>
              <a:avLst/>
              <a:gdLst/>
              <a:ahLst/>
              <a:cxnLst/>
              <a:rect l="l" t="t" r="r" b="b"/>
              <a:pathLst>
                <a:path w="764540" h="114300">
                  <a:moveTo>
                    <a:pt x="649986" y="0"/>
                  </a:moveTo>
                  <a:lnTo>
                    <a:pt x="649986" y="114300"/>
                  </a:lnTo>
                  <a:lnTo>
                    <a:pt x="726186" y="76200"/>
                  </a:lnTo>
                  <a:lnTo>
                    <a:pt x="669036" y="76200"/>
                  </a:lnTo>
                  <a:lnTo>
                    <a:pt x="669036" y="38100"/>
                  </a:lnTo>
                  <a:lnTo>
                    <a:pt x="726186" y="38100"/>
                  </a:lnTo>
                  <a:lnTo>
                    <a:pt x="649986" y="0"/>
                  </a:lnTo>
                  <a:close/>
                </a:path>
                <a:path w="764540" h="114300">
                  <a:moveTo>
                    <a:pt x="649986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649986" y="76200"/>
                  </a:lnTo>
                  <a:lnTo>
                    <a:pt x="649986" y="38100"/>
                  </a:lnTo>
                  <a:close/>
                </a:path>
                <a:path w="764540" h="114300">
                  <a:moveTo>
                    <a:pt x="726186" y="38100"/>
                  </a:moveTo>
                  <a:lnTo>
                    <a:pt x="669036" y="38100"/>
                  </a:lnTo>
                  <a:lnTo>
                    <a:pt x="669036" y="76200"/>
                  </a:lnTo>
                  <a:lnTo>
                    <a:pt x="726186" y="76200"/>
                  </a:lnTo>
                  <a:lnTo>
                    <a:pt x="764286" y="57150"/>
                  </a:lnTo>
                  <a:lnTo>
                    <a:pt x="726186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9294875" y="3521202"/>
              <a:ext cx="582295" cy="596900"/>
            </a:xfrm>
            <a:custGeom>
              <a:avLst/>
              <a:gdLst/>
              <a:ahLst/>
              <a:cxnLst/>
              <a:rect l="l" t="t" r="r" b="b"/>
              <a:pathLst>
                <a:path w="582295" h="596900">
                  <a:moveTo>
                    <a:pt x="0" y="596646"/>
                  </a:moveTo>
                  <a:lnTo>
                    <a:pt x="582168" y="596646"/>
                  </a:lnTo>
                  <a:lnTo>
                    <a:pt x="582168" y="0"/>
                  </a:lnTo>
                  <a:lnTo>
                    <a:pt x="0" y="0"/>
                  </a:lnTo>
                  <a:lnTo>
                    <a:pt x="0" y="596646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7" name="object 67"/>
          <p:cNvSpPr txBox="1"/>
          <p:nvPr/>
        </p:nvSpPr>
        <p:spPr>
          <a:xfrm>
            <a:off x="9313926" y="3856729"/>
            <a:ext cx="5441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589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𝒅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68" name="object 68"/>
          <p:cNvSpPr/>
          <p:nvPr/>
        </p:nvSpPr>
        <p:spPr>
          <a:xfrm>
            <a:off x="9888473" y="3764274"/>
            <a:ext cx="582295" cy="596900"/>
          </a:xfrm>
          <a:custGeom>
            <a:avLst/>
            <a:gdLst/>
            <a:ahLst/>
            <a:cxnLst/>
            <a:rect l="l" t="t" r="r" b="b"/>
            <a:pathLst>
              <a:path w="582295" h="596900">
                <a:moveTo>
                  <a:pt x="0" y="596646"/>
                </a:moveTo>
                <a:lnTo>
                  <a:pt x="582168" y="596646"/>
                </a:lnTo>
                <a:lnTo>
                  <a:pt x="582168" y="0"/>
                </a:lnTo>
                <a:lnTo>
                  <a:pt x="0" y="0"/>
                </a:lnTo>
                <a:lnTo>
                  <a:pt x="0" y="596646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10106406" y="4005827"/>
            <a:ext cx="764540" cy="114300"/>
          </a:xfrm>
          <a:custGeom>
            <a:avLst/>
            <a:gdLst/>
            <a:ahLst/>
            <a:cxnLst/>
            <a:rect l="l" t="t" r="r" b="b"/>
            <a:pathLst>
              <a:path w="764540" h="114300">
                <a:moveTo>
                  <a:pt x="649986" y="0"/>
                </a:moveTo>
                <a:lnTo>
                  <a:pt x="649986" y="114300"/>
                </a:lnTo>
                <a:lnTo>
                  <a:pt x="726186" y="76200"/>
                </a:lnTo>
                <a:lnTo>
                  <a:pt x="669036" y="76200"/>
                </a:lnTo>
                <a:lnTo>
                  <a:pt x="669036" y="38100"/>
                </a:lnTo>
                <a:lnTo>
                  <a:pt x="726186" y="38100"/>
                </a:lnTo>
                <a:lnTo>
                  <a:pt x="649986" y="0"/>
                </a:lnTo>
                <a:close/>
              </a:path>
              <a:path w="764540" h="114300">
                <a:moveTo>
                  <a:pt x="649986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649986" y="76200"/>
                </a:lnTo>
                <a:lnTo>
                  <a:pt x="649986" y="38100"/>
                </a:lnTo>
                <a:close/>
              </a:path>
              <a:path w="764540" h="114300">
                <a:moveTo>
                  <a:pt x="726186" y="38100"/>
                </a:moveTo>
                <a:lnTo>
                  <a:pt x="669036" y="38100"/>
                </a:lnTo>
                <a:lnTo>
                  <a:pt x="669036" y="76200"/>
                </a:lnTo>
                <a:lnTo>
                  <a:pt x="726186" y="76200"/>
                </a:lnTo>
                <a:lnTo>
                  <a:pt x="764286" y="57150"/>
                </a:lnTo>
                <a:lnTo>
                  <a:pt x="726186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10899647" y="3764274"/>
            <a:ext cx="582295" cy="596900"/>
          </a:xfrm>
          <a:custGeom>
            <a:avLst/>
            <a:gdLst/>
            <a:ahLst/>
            <a:cxnLst/>
            <a:rect l="l" t="t" r="r" b="b"/>
            <a:pathLst>
              <a:path w="582295" h="596900">
                <a:moveTo>
                  <a:pt x="0" y="596646"/>
                </a:moveTo>
                <a:lnTo>
                  <a:pt x="582168" y="596646"/>
                </a:lnTo>
                <a:lnTo>
                  <a:pt x="582168" y="0"/>
                </a:lnTo>
                <a:lnTo>
                  <a:pt x="0" y="0"/>
                </a:lnTo>
                <a:lnTo>
                  <a:pt x="0" y="596646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 txBox="1"/>
          <p:nvPr/>
        </p:nvSpPr>
        <p:spPr>
          <a:xfrm>
            <a:off x="10918697" y="3856729"/>
            <a:ext cx="5441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859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𝒇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72" name="object 72"/>
          <p:cNvSpPr/>
          <p:nvPr/>
        </p:nvSpPr>
        <p:spPr>
          <a:xfrm>
            <a:off x="11493245" y="3764274"/>
            <a:ext cx="582295" cy="596900"/>
          </a:xfrm>
          <a:custGeom>
            <a:avLst/>
            <a:gdLst/>
            <a:ahLst/>
            <a:cxnLst/>
            <a:rect l="l" t="t" r="r" b="b"/>
            <a:pathLst>
              <a:path w="582295" h="596900">
                <a:moveTo>
                  <a:pt x="0" y="596646"/>
                </a:moveTo>
                <a:lnTo>
                  <a:pt x="582168" y="596646"/>
                </a:lnTo>
                <a:lnTo>
                  <a:pt x="582168" y="0"/>
                </a:lnTo>
                <a:lnTo>
                  <a:pt x="0" y="0"/>
                </a:lnTo>
                <a:lnTo>
                  <a:pt x="0" y="596646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 txBox="1"/>
          <p:nvPr/>
        </p:nvSpPr>
        <p:spPr>
          <a:xfrm>
            <a:off x="11512295" y="3727951"/>
            <a:ext cx="54419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00"/>
              </a:spcBef>
            </a:pPr>
            <a:r>
              <a:rPr sz="4000" b="1">
                <a:latin typeface="Times New Roman"/>
                <a:cs typeface="Times New Roman"/>
              </a:rPr>
              <a:t>/</a:t>
            </a:r>
            <a:endParaRPr sz="4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085060" y="1266990"/>
            <a:ext cx="27305" cy="323850"/>
          </a:xfrm>
          <a:custGeom>
            <a:avLst/>
            <a:gdLst/>
            <a:ahLst/>
            <a:cxnLst/>
            <a:rect l="l" t="t" r="r" b="b"/>
            <a:pathLst>
              <a:path w="27303" h="323850">
                <a:moveTo>
                  <a:pt x="26797" y="0"/>
                </a:moveTo>
                <a:lnTo>
                  <a:pt x="0" y="0"/>
                </a:lnTo>
                <a:lnTo>
                  <a:pt x="0" y="323341"/>
                </a:lnTo>
                <a:lnTo>
                  <a:pt x="26797" y="323341"/>
                </a:lnTo>
                <a:lnTo>
                  <a:pt x="2679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5742160" y="1266990"/>
            <a:ext cx="27305" cy="323850"/>
          </a:xfrm>
          <a:custGeom>
            <a:avLst/>
            <a:gdLst/>
            <a:ahLst/>
            <a:cxnLst/>
            <a:rect l="l" t="t" r="r" b="b"/>
            <a:pathLst>
              <a:path w="27303" h="323850">
                <a:moveTo>
                  <a:pt x="26797" y="0"/>
                </a:moveTo>
                <a:lnTo>
                  <a:pt x="0" y="0"/>
                </a:lnTo>
                <a:lnTo>
                  <a:pt x="0" y="323341"/>
                </a:lnTo>
                <a:lnTo>
                  <a:pt x="26797" y="323341"/>
                </a:lnTo>
                <a:lnTo>
                  <a:pt x="2679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824974" y="1161707"/>
            <a:ext cx="1009142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  <a:tab pos="5408295" algn="l"/>
              </a:tabLst>
            </a:pPr>
            <a:r>
              <a:rPr sz="2800" dirty="0" err="1">
                <a:latin typeface="PMingLiU"/>
                <a:cs typeface="PMingLiU"/>
              </a:rPr>
              <a:t>图</a:t>
            </a:r>
            <a:r>
              <a:rPr sz="2800" dirty="0">
                <a:latin typeface="Cambria Math"/>
                <a:cs typeface="Cambria Math"/>
              </a:rPr>
              <a:t>𝑮</a:t>
            </a:r>
            <a:r>
              <a:rPr sz="2800" spc="150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=&lt;</a:t>
            </a:r>
            <a:r>
              <a:rPr sz="2800" spc="155" dirty="0">
                <a:latin typeface="Cambria Math"/>
                <a:cs typeface="Cambria Math"/>
              </a:rPr>
              <a:t> </a:t>
            </a:r>
            <a:r>
              <a:rPr sz="2800" spc="-10" dirty="0">
                <a:latin typeface="Cambria Math"/>
                <a:cs typeface="Cambria Math"/>
              </a:rPr>
              <a:t>𝑽,</a:t>
            </a:r>
            <a:r>
              <a:rPr sz="2800" spc="-155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𝑬</a:t>
            </a:r>
            <a:r>
              <a:rPr sz="2800" spc="160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&gt;</a:t>
            </a:r>
            <a:r>
              <a:rPr sz="2800" spc="165" dirty="0">
                <a:latin typeface="Cambria Math"/>
                <a:cs typeface="Cambria Math"/>
              </a:rPr>
              <a:t> </a:t>
            </a:r>
            <a:r>
              <a:rPr sz="2800" dirty="0" err="1">
                <a:latin typeface="PMingLiU"/>
                <a:cs typeface="PMingLiU"/>
              </a:rPr>
              <a:t>的</a:t>
            </a:r>
            <a:r>
              <a:rPr sz="2800" dirty="0" err="1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邻接矩阵</a:t>
            </a:r>
            <a:r>
              <a:rPr sz="2800" dirty="0" err="1">
                <a:latin typeface="PMingLiU"/>
                <a:cs typeface="PMingLiU"/>
              </a:rPr>
              <a:t>由</a:t>
            </a:r>
            <a:r>
              <a:rPr sz="2800" spc="165" dirty="0">
                <a:latin typeface="PMingLiU"/>
                <a:cs typeface="PMingLiU"/>
              </a:rPr>
              <a:t> </a:t>
            </a:r>
            <a:r>
              <a:rPr sz="2800" spc="-50" dirty="0">
                <a:latin typeface="Cambria Math"/>
                <a:cs typeface="Cambria Math"/>
              </a:rPr>
              <a:t>𝑽</a:t>
            </a:r>
            <a:r>
              <a:rPr sz="2800" dirty="0">
                <a:latin typeface="Cambria Math"/>
                <a:cs typeface="Cambria Math"/>
              </a:rPr>
              <a:t>	×</a:t>
            </a:r>
            <a:r>
              <a:rPr sz="2800" spc="15" dirty="0">
                <a:latin typeface="Cambria Math"/>
                <a:cs typeface="Cambria Math"/>
              </a:rPr>
              <a:t> </a:t>
            </a:r>
            <a:r>
              <a:rPr sz="2800" spc="-10" dirty="0">
                <a:latin typeface="Cambria Math"/>
                <a:cs typeface="Cambria Math"/>
              </a:rPr>
              <a:t>|𝑽|</a:t>
            </a:r>
            <a:r>
              <a:rPr sz="28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的</a:t>
            </a:r>
            <a:r>
              <a:rPr sz="2800" dirty="0" err="1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二维数</a:t>
            </a:r>
            <a:r>
              <a:rPr sz="2800" spc="-10" dirty="0" err="1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组</a:t>
            </a:r>
            <a:r>
              <a:rPr sz="2800" spc="-1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𝑨</a:t>
            </a:r>
            <a:r>
              <a:rPr sz="28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构成，</a:t>
            </a:r>
            <a:r>
              <a:rPr sz="2800" dirty="0" err="1">
                <a:latin typeface="PMingLiU"/>
                <a:cs typeface="PMingLiU"/>
              </a:rPr>
              <a:t>满</a:t>
            </a:r>
            <a:r>
              <a:rPr sz="2800" spc="-10" dirty="0" err="1">
                <a:latin typeface="PMingLiU"/>
                <a:cs typeface="PMingLiU"/>
              </a:rPr>
              <a:t>足</a:t>
            </a:r>
            <a:r>
              <a:rPr sz="2800" spc="-50" dirty="0">
                <a:latin typeface="PMingLiU"/>
                <a:cs typeface="PMingLiU"/>
              </a:rPr>
              <a:t>:</a:t>
            </a:r>
            <a:endParaRPr sz="2800" dirty="0">
              <a:latin typeface="PMingLiU"/>
              <a:cs typeface="PMingLiU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317855" y="302175"/>
            <a:ext cx="4294251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00"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图的表示：邻接矩</a:t>
            </a:r>
            <a:r>
              <a:rPr sz="3600" spc="-60" dirty="0" err="1">
                <a:latin typeface="SimSun" panose="02010600030101010101" pitchFamily="2" charset="-122"/>
                <a:ea typeface="SimSun" panose="02010600030101010101" pitchFamily="2" charset="-122"/>
              </a:rPr>
              <a:t>阵</a:t>
            </a:r>
            <a:endParaRPr sz="3600" spc="-6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188464" y="3840479"/>
            <a:ext cx="2162175" cy="596265"/>
          </a:xfrm>
          <a:custGeom>
            <a:avLst/>
            <a:gdLst/>
            <a:ahLst/>
            <a:cxnLst/>
            <a:rect l="l" t="t" r="r" b="b"/>
            <a:pathLst>
              <a:path w="2162175" h="596264">
                <a:moveTo>
                  <a:pt x="0" y="297942"/>
                </a:moveTo>
                <a:lnTo>
                  <a:pt x="3898" y="249603"/>
                </a:lnTo>
                <a:lnTo>
                  <a:pt x="15185" y="203752"/>
                </a:lnTo>
                <a:lnTo>
                  <a:pt x="33247" y="161001"/>
                </a:lnTo>
                <a:lnTo>
                  <a:pt x="57473" y="121962"/>
                </a:lnTo>
                <a:lnTo>
                  <a:pt x="87249" y="87249"/>
                </a:lnTo>
                <a:lnTo>
                  <a:pt x="121962" y="57473"/>
                </a:lnTo>
                <a:lnTo>
                  <a:pt x="161001" y="33247"/>
                </a:lnTo>
                <a:lnTo>
                  <a:pt x="203752" y="15185"/>
                </a:lnTo>
                <a:lnTo>
                  <a:pt x="249603" y="3898"/>
                </a:lnTo>
                <a:lnTo>
                  <a:pt x="297942" y="0"/>
                </a:lnTo>
                <a:lnTo>
                  <a:pt x="346280" y="3898"/>
                </a:lnTo>
                <a:lnTo>
                  <a:pt x="392131" y="15185"/>
                </a:lnTo>
                <a:lnTo>
                  <a:pt x="434882" y="33247"/>
                </a:lnTo>
                <a:lnTo>
                  <a:pt x="473921" y="57473"/>
                </a:lnTo>
                <a:lnTo>
                  <a:pt x="508635" y="87249"/>
                </a:lnTo>
                <a:lnTo>
                  <a:pt x="538410" y="121962"/>
                </a:lnTo>
                <a:lnTo>
                  <a:pt x="562636" y="161001"/>
                </a:lnTo>
                <a:lnTo>
                  <a:pt x="580698" y="203752"/>
                </a:lnTo>
                <a:lnTo>
                  <a:pt x="591985" y="249603"/>
                </a:lnTo>
                <a:lnTo>
                  <a:pt x="595884" y="297942"/>
                </a:lnTo>
                <a:lnTo>
                  <a:pt x="591985" y="346280"/>
                </a:lnTo>
                <a:lnTo>
                  <a:pt x="580698" y="392131"/>
                </a:lnTo>
                <a:lnTo>
                  <a:pt x="562636" y="434882"/>
                </a:lnTo>
                <a:lnTo>
                  <a:pt x="538410" y="473921"/>
                </a:lnTo>
                <a:lnTo>
                  <a:pt x="508635" y="508635"/>
                </a:lnTo>
                <a:lnTo>
                  <a:pt x="473921" y="538410"/>
                </a:lnTo>
                <a:lnTo>
                  <a:pt x="434882" y="562636"/>
                </a:lnTo>
                <a:lnTo>
                  <a:pt x="392131" y="580698"/>
                </a:lnTo>
                <a:lnTo>
                  <a:pt x="346280" y="591985"/>
                </a:lnTo>
                <a:lnTo>
                  <a:pt x="297942" y="595884"/>
                </a:lnTo>
                <a:lnTo>
                  <a:pt x="249603" y="591985"/>
                </a:lnTo>
                <a:lnTo>
                  <a:pt x="203752" y="580698"/>
                </a:lnTo>
                <a:lnTo>
                  <a:pt x="161001" y="562636"/>
                </a:lnTo>
                <a:lnTo>
                  <a:pt x="121962" y="538410"/>
                </a:lnTo>
                <a:lnTo>
                  <a:pt x="87248" y="508635"/>
                </a:lnTo>
                <a:lnTo>
                  <a:pt x="57473" y="473921"/>
                </a:lnTo>
                <a:lnTo>
                  <a:pt x="33247" y="434882"/>
                </a:lnTo>
                <a:lnTo>
                  <a:pt x="15185" y="392131"/>
                </a:lnTo>
                <a:lnTo>
                  <a:pt x="3898" y="346280"/>
                </a:lnTo>
                <a:lnTo>
                  <a:pt x="0" y="297942"/>
                </a:lnTo>
                <a:close/>
              </a:path>
              <a:path w="2162175" h="596264">
                <a:moveTo>
                  <a:pt x="1565910" y="297942"/>
                </a:moveTo>
                <a:lnTo>
                  <a:pt x="1569808" y="249603"/>
                </a:lnTo>
                <a:lnTo>
                  <a:pt x="1581095" y="203752"/>
                </a:lnTo>
                <a:lnTo>
                  <a:pt x="1599157" y="161001"/>
                </a:lnTo>
                <a:lnTo>
                  <a:pt x="1623383" y="121962"/>
                </a:lnTo>
                <a:lnTo>
                  <a:pt x="1653158" y="87249"/>
                </a:lnTo>
                <a:lnTo>
                  <a:pt x="1687872" y="57473"/>
                </a:lnTo>
                <a:lnTo>
                  <a:pt x="1726911" y="33247"/>
                </a:lnTo>
                <a:lnTo>
                  <a:pt x="1769662" y="15185"/>
                </a:lnTo>
                <a:lnTo>
                  <a:pt x="1815513" y="3898"/>
                </a:lnTo>
                <a:lnTo>
                  <a:pt x="1863852" y="0"/>
                </a:lnTo>
                <a:lnTo>
                  <a:pt x="1912190" y="3898"/>
                </a:lnTo>
                <a:lnTo>
                  <a:pt x="1958041" y="15185"/>
                </a:lnTo>
                <a:lnTo>
                  <a:pt x="2000792" y="33247"/>
                </a:lnTo>
                <a:lnTo>
                  <a:pt x="2039831" y="57473"/>
                </a:lnTo>
                <a:lnTo>
                  <a:pt x="2074545" y="87249"/>
                </a:lnTo>
                <a:lnTo>
                  <a:pt x="2104320" y="121962"/>
                </a:lnTo>
                <a:lnTo>
                  <a:pt x="2128546" y="161001"/>
                </a:lnTo>
                <a:lnTo>
                  <a:pt x="2146608" y="203752"/>
                </a:lnTo>
                <a:lnTo>
                  <a:pt x="2157895" y="249603"/>
                </a:lnTo>
                <a:lnTo>
                  <a:pt x="2161794" y="297942"/>
                </a:lnTo>
                <a:lnTo>
                  <a:pt x="2157895" y="346280"/>
                </a:lnTo>
                <a:lnTo>
                  <a:pt x="2146608" y="392131"/>
                </a:lnTo>
                <a:lnTo>
                  <a:pt x="2128546" y="434882"/>
                </a:lnTo>
                <a:lnTo>
                  <a:pt x="2104320" y="473921"/>
                </a:lnTo>
                <a:lnTo>
                  <a:pt x="2074545" y="508635"/>
                </a:lnTo>
                <a:lnTo>
                  <a:pt x="2039831" y="538410"/>
                </a:lnTo>
                <a:lnTo>
                  <a:pt x="2000792" y="562636"/>
                </a:lnTo>
                <a:lnTo>
                  <a:pt x="1958041" y="580698"/>
                </a:lnTo>
                <a:lnTo>
                  <a:pt x="1912190" y="591985"/>
                </a:lnTo>
                <a:lnTo>
                  <a:pt x="1863852" y="595884"/>
                </a:lnTo>
                <a:lnTo>
                  <a:pt x="1815513" y="591985"/>
                </a:lnTo>
                <a:lnTo>
                  <a:pt x="1769662" y="580698"/>
                </a:lnTo>
                <a:lnTo>
                  <a:pt x="1726911" y="562636"/>
                </a:lnTo>
                <a:lnTo>
                  <a:pt x="1687872" y="538410"/>
                </a:lnTo>
                <a:lnTo>
                  <a:pt x="1653159" y="508635"/>
                </a:lnTo>
                <a:lnTo>
                  <a:pt x="1623383" y="473921"/>
                </a:lnTo>
                <a:lnTo>
                  <a:pt x="1599157" y="434882"/>
                </a:lnTo>
                <a:lnTo>
                  <a:pt x="1581095" y="392131"/>
                </a:lnTo>
                <a:lnTo>
                  <a:pt x="1569808" y="346280"/>
                </a:lnTo>
                <a:lnTo>
                  <a:pt x="1565910" y="297942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908552" y="3932428"/>
            <a:ext cx="2108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𝒃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188464" y="5474970"/>
            <a:ext cx="596265" cy="596265"/>
          </a:xfrm>
          <a:custGeom>
            <a:avLst/>
            <a:gdLst/>
            <a:ahLst/>
            <a:cxnLst/>
            <a:rect l="l" t="t" r="r" b="b"/>
            <a:pathLst>
              <a:path w="596264" h="596264">
                <a:moveTo>
                  <a:pt x="0" y="297941"/>
                </a:moveTo>
                <a:lnTo>
                  <a:pt x="3898" y="249613"/>
                </a:lnTo>
                <a:lnTo>
                  <a:pt x="15185" y="203767"/>
                </a:lnTo>
                <a:lnTo>
                  <a:pt x="33247" y="161018"/>
                </a:lnTo>
                <a:lnTo>
                  <a:pt x="57473" y="121979"/>
                </a:lnTo>
                <a:lnTo>
                  <a:pt x="87249" y="87263"/>
                </a:lnTo>
                <a:lnTo>
                  <a:pt x="121962" y="57484"/>
                </a:lnTo>
                <a:lnTo>
                  <a:pt x="161001" y="33254"/>
                </a:lnTo>
                <a:lnTo>
                  <a:pt x="203752" y="15188"/>
                </a:lnTo>
                <a:lnTo>
                  <a:pt x="249603" y="3899"/>
                </a:lnTo>
                <a:lnTo>
                  <a:pt x="297942" y="0"/>
                </a:lnTo>
                <a:lnTo>
                  <a:pt x="346280" y="3899"/>
                </a:lnTo>
                <a:lnTo>
                  <a:pt x="392131" y="15188"/>
                </a:lnTo>
                <a:lnTo>
                  <a:pt x="434882" y="33254"/>
                </a:lnTo>
                <a:lnTo>
                  <a:pt x="473921" y="57484"/>
                </a:lnTo>
                <a:lnTo>
                  <a:pt x="508635" y="87263"/>
                </a:lnTo>
                <a:lnTo>
                  <a:pt x="538410" y="121979"/>
                </a:lnTo>
                <a:lnTo>
                  <a:pt x="562636" y="161018"/>
                </a:lnTo>
                <a:lnTo>
                  <a:pt x="580698" y="203767"/>
                </a:lnTo>
                <a:lnTo>
                  <a:pt x="591985" y="249613"/>
                </a:lnTo>
                <a:lnTo>
                  <a:pt x="595884" y="297941"/>
                </a:lnTo>
                <a:lnTo>
                  <a:pt x="591985" y="346270"/>
                </a:lnTo>
                <a:lnTo>
                  <a:pt x="580698" y="392116"/>
                </a:lnTo>
                <a:lnTo>
                  <a:pt x="562636" y="434865"/>
                </a:lnTo>
                <a:lnTo>
                  <a:pt x="538410" y="473904"/>
                </a:lnTo>
                <a:lnTo>
                  <a:pt x="508635" y="508620"/>
                </a:lnTo>
                <a:lnTo>
                  <a:pt x="473921" y="538399"/>
                </a:lnTo>
                <a:lnTo>
                  <a:pt x="434882" y="562629"/>
                </a:lnTo>
                <a:lnTo>
                  <a:pt x="392131" y="580695"/>
                </a:lnTo>
                <a:lnTo>
                  <a:pt x="346280" y="591984"/>
                </a:lnTo>
                <a:lnTo>
                  <a:pt x="297942" y="595883"/>
                </a:lnTo>
                <a:lnTo>
                  <a:pt x="249603" y="591984"/>
                </a:lnTo>
                <a:lnTo>
                  <a:pt x="203752" y="580695"/>
                </a:lnTo>
                <a:lnTo>
                  <a:pt x="161001" y="562629"/>
                </a:lnTo>
                <a:lnTo>
                  <a:pt x="121962" y="538399"/>
                </a:lnTo>
                <a:lnTo>
                  <a:pt x="87248" y="508620"/>
                </a:lnTo>
                <a:lnTo>
                  <a:pt x="57473" y="473904"/>
                </a:lnTo>
                <a:lnTo>
                  <a:pt x="33247" y="434865"/>
                </a:lnTo>
                <a:lnTo>
                  <a:pt x="15185" y="392116"/>
                </a:lnTo>
                <a:lnTo>
                  <a:pt x="3898" y="346270"/>
                </a:lnTo>
                <a:lnTo>
                  <a:pt x="0" y="297941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337307" y="5567426"/>
            <a:ext cx="2216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𝒅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022341" y="4642865"/>
            <a:ext cx="596265" cy="596265"/>
          </a:xfrm>
          <a:custGeom>
            <a:avLst/>
            <a:gdLst/>
            <a:ahLst/>
            <a:cxnLst/>
            <a:rect l="l" t="t" r="r" b="b"/>
            <a:pathLst>
              <a:path w="596264" h="596264">
                <a:moveTo>
                  <a:pt x="0" y="297941"/>
                </a:moveTo>
                <a:lnTo>
                  <a:pt x="3898" y="249603"/>
                </a:lnTo>
                <a:lnTo>
                  <a:pt x="15185" y="203752"/>
                </a:lnTo>
                <a:lnTo>
                  <a:pt x="33247" y="161001"/>
                </a:lnTo>
                <a:lnTo>
                  <a:pt x="57473" y="121962"/>
                </a:lnTo>
                <a:lnTo>
                  <a:pt x="87248" y="87248"/>
                </a:lnTo>
                <a:lnTo>
                  <a:pt x="121962" y="57473"/>
                </a:lnTo>
                <a:lnTo>
                  <a:pt x="161001" y="33247"/>
                </a:lnTo>
                <a:lnTo>
                  <a:pt x="203752" y="15185"/>
                </a:lnTo>
                <a:lnTo>
                  <a:pt x="249603" y="3898"/>
                </a:lnTo>
                <a:lnTo>
                  <a:pt x="297942" y="0"/>
                </a:lnTo>
                <a:lnTo>
                  <a:pt x="346280" y="3898"/>
                </a:lnTo>
                <a:lnTo>
                  <a:pt x="392131" y="15185"/>
                </a:lnTo>
                <a:lnTo>
                  <a:pt x="434882" y="33247"/>
                </a:lnTo>
                <a:lnTo>
                  <a:pt x="473921" y="57473"/>
                </a:lnTo>
                <a:lnTo>
                  <a:pt x="508635" y="87248"/>
                </a:lnTo>
                <a:lnTo>
                  <a:pt x="538410" y="121962"/>
                </a:lnTo>
                <a:lnTo>
                  <a:pt x="562636" y="161001"/>
                </a:lnTo>
                <a:lnTo>
                  <a:pt x="580698" y="203752"/>
                </a:lnTo>
                <a:lnTo>
                  <a:pt x="591985" y="249603"/>
                </a:lnTo>
                <a:lnTo>
                  <a:pt x="595884" y="297941"/>
                </a:lnTo>
                <a:lnTo>
                  <a:pt x="591985" y="346280"/>
                </a:lnTo>
                <a:lnTo>
                  <a:pt x="580698" y="392131"/>
                </a:lnTo>
                <a:lnTo>
                  <a:pt x="562636" y="434882"/>
                </a:lnTo>
                <a:lnTo>
                  <a:pt x="538410" y="473921"/>
                </a:lnTo>
                <a:lnTo>
                  <a:pt x="508635" y="508634"/>
                </a:lnTo>
                <a:lnTo>
                  <a:pt x="473921" y="538410"/>
                </a:lnTo>
                <a:lnTo>
                  <a:pt x="434882" y="562636"/>
                </a:lnTo>
                <a:lnTo>
                  <a:pt x="392131" y="580698"/>
                </a:lnTo>
                <a:lnTo>
                  <a:pt x="346280" y="591985"/>
                </a:lnTo>
                <a:lnTo>
                  <a:pt x="297942" y="595883"/>
                </a:lnTo>
                <a:lnTo>
                  <a:pt x="249603" y="591985"/>
                </a:lnTo>
                <a:lnTo>
                  <a:pt x="203752" y="580698"/>
                </a:lnTo>
                <a:lnTo>
                  <a:pt x="161001" y="562636"/>
                </a:lnTo>
                <a:lnTo>
                  <a:pt x="121962" y="538410"/>
                </a:lnTo>
                <a:lnTo>
                  <a:pt x="87249" y="508634"/>
                </a:lnTo>
                <a:lnTo>
                  <a:pt x="57473" y="473921"/>
                </a:lnTo>
                <a:lnTo>
                  <a:pt x="33247" y="434882"/>
                </a:lnTo>
                <a:lnTo>
                  <a:pt x="15185" y="392131"/>
                </a:lnTo>
                <a:lnTo>
                  <a:pt x="3898" y="346280"/>
                </a:lnTo>
                <a:lnTo>
                  <a:pt x="0" y="297941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5192521" y="4735067"/>
            <a:ext cx="1797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𝒄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486405" y="4138421"/>
            <a:ext cx="2623185" cy="1932939"/>
          </a:xfrm>
          <a:custGeom>
            <a:avLst/>
            <a:gdLst/>
            <a:ahLst/>
            <a:cxnLst/>
            <a:rect l="l" t="t" r="r" b="b"/>
            <a:pathLst>
              <a:path w="2623185" h="1932939">
                <a:moveTo>
                  <a:pt x="297942" y="0"/>
                </a:moveTo>
                <a:lnTo>
                  <a:pt x="1267841" y="0"/>
                </a:lnTo>
              </a:path>
              <a:path w="2623185" h="1932939">
                <a:moveTo>
                  <a:pt x="0" y="297941"/>
                </a:moveTo>
                <a:lnTo>
                  <a:pt x="0" y="1336802"/>
                </a:lnTo>
              </a:path>
              <a:path w="2623185" h="1932939">
                <a:moveTo>
                  <a:pt x="1355470" y="210311"/>
                </a:moveTo>
                <a:lnTo>
                  <a:pt x="211074" y="1423796"/>
                </a:lnTo>
              </a:path>
              <a:path w="2623185" h="1932939">
                <a:moveTo>
                  <a:pt x="2622931" y="1013459"/>
                </a:moveTo>
                <a:lnTo>
                  <a:pt x="1863852" y="1634934"/>
                </a:lnTo>
              </a:path>
              <a:path w="2623185" h="1932939">
                <a:moveTo>
                  <a:pt x="1565909" y="282701"/>
                </a:moveTo>
                <a:lnTo>
                  <a:pt x="1565909" y="1321561"/>
                </a:lnTo>
              </a:path>
              <a:path w="2623185" h="1932939">
                <a:moveTo>
                  <a:pt x="1863852" y="0"/>
                </a:moveTo>
                <a:lnTo>
                  <a:pt x="2622931" y="591946"/>
                </a:lnTo>
              </a:path>
              <a:path w="2623185" h="1932939">
                <a:moveTo>
                  <a:pt x="1267968" y="1634489"/>
                </a:moveTo>
                <a:lnTo>
                  <a:pt x="1271866" y="1586161"/>
                </a:lnTo>
                <a:lnTo>
                  <a:pt x="1283153" y="1540315"/>
                </a:lnTo>
                <a:lnTo>
                  <a:pt x="1301215" y="1497566"/>
                </a:lnTo>
                <a:lnTo>
                  <a:pt x="1325441" y="1458527"/>
                </a:lnTo>
                <a:lnTo>
                  <a:pt x="1355216" y="1423811"/>
                </a:lnTo>
                <a:lnTo>
                  <a:pt x="1389930" y="1394032"/>
                </a:lnTo>
                <a:lnTo>
                  <a:pt x="1428969" y="1369802"/>
                </a:lnTo>
                <a:lnTo>
                  <a:pt x="1471720" y="1351736"/>
                </a:lnTo>
                <a:lnTo>
                  <a:pt x="1517571" y="1340447"/>
                </a:lnTo>
                <a:lnTo>
                  <a:pt x="1565909" y="1336547"/>
                </a:lnTo>
                <a:lnTo>
                  <a:pt x="1614248" y="1340447"/>
                </a:lnTo>
                <a:lnTo>
                  <a:pt x="1660099" y="1351736"/>
                </a:lnTo>
                <a:lnTo>
                  <a:pt x="1702850" y="1369802"/>
                </a:lnTo>
                <a:lnTo>
                  <a:pt x="1741889" y="1394032"/>
                </a:lnTo>
                <a:lnTo>
                  <a:pt x="1776603" y="1423811"/>
                </a:lnTo>
                <a:lnTo>
                  <a:pt x="1806378" y="1458527"/>
                </a:lnTo>
                <a:lnTo>
                  <a:pt x="1830604" y="1497566"/>
                </a:lnTo>
                <a:lnTo>
                  <a:pt x="1848666" y="1540315"/>
                </a:lnTo>
                <a:lnTo>
                  <a:pt x="1859953" y="1586161"/>
                </a:lnTo>
                <a:lnTo>
                  <a:pt x="1863852" y="1634489"/>
                </a:lnTo>
                <a:lnTo>
                  <a:pt x="1859953" y="1682818"/>
                </a:lnTo>
                <a:lnTo>
                  <a:pt x="1848666" y="1728664"/>
                </a:lnTo>
                <a:lnTo>
                  <a:pt x="1830604" y="1771413"/>
                </a:lnTo>
                <a:lnTo>
                  <a:pt x="1806378" y="1810452"/>
                </a:lnTo>
                <a:lnTo>
                  <a:pt x="1776603" y="1845168"/>
                </a:lnTo>
                <a:lnTo>
                  <a:pt x="1741889" y="1874947"/>
                </a:lnTo>
                <a:lnTo>
                  <a:pt x="1702850" y="1899177"/>
                </a:lnTo>
                <a:lnTo>
                  <a:pt x="1660099" y="1917243"/>
                </a:lnTo>
                <a:lnTo>
                  <a:pt x="1614248" y="1928532"/>
                </a:lnTo>
                <a:lnTo>
                  <a:pt x="1565909" y="1932432"/>
                </a:lnTo>
                <a:lnTo>
                  <a:pt x="1517571" y="1928532"/>
                </a:lnTo>
                <a:lnTo>
                  <a:pt x="1471720" y="1917243"/>
                </a:lnTo>
                <a:lnTo>
                  <a:pt x="1428969" y="1899177"/>
                </a:lnTo>
                <a:lnTo>
                  <a:pt x="1389930" y="1874947"/>
                </a:lnTo>
                <a:lnTo>
                  <a:pt x="1355217" y="1845168"/>
                </a:lnTo>
                <a:lnTo>
                  <a:pt x="1325441" y="1810452"/>
                </a:lnTo>
                <a:lnTo>
                  <a:pt x="1301215" y="1771413"/>
                </a:lnTo>
                <a:lnTo>
                  <a:pt x="1283153" y="1728664"/>
                </a:lnTo>
                <a:lnTo>
                  <a:pt x="1271866" y="1682818"/>
                </a:lnTo>
                <a:lnTo>
                  <a:pt x="1267968" y="1634489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3916171" y="5567426"/>
            <a:ext cx="1974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𝒇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784348" y="5772911"/>
            <a:ext cx="970280" cy="0"/>
          </a:xfrm>
          <a:custGeom>
            <a:avLst/>
            <a:gdLst/>
            <a:ahLst/>
            <a:cxnLst/>
            <a:rect l="l" t="t" r="r" b="b"/>
            <a:pathLst>
              <a:path w="970278">
                <a:moveTo>
                  <a:pt x="969899" y="0"/>
                </a:moveTo>
                <a:lnTo>
                  <a:pt x="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2341117" y="3231896"/>
            <a:ext cx="260985" cy="1092200"/>
          </a:xfrm>
          <a:prstGeom prst="rect">
            <a:avLst/>
          </a:prstGeom>
        </p:spPr>
        <p:txBody>
          <a:bodyPr vert="horz" wrap="square" lIns="0" tIns="179705" rIns="0" bIns="0" rtlCol="0">
            <a:spAutoFit/>
          </a:bodyPr>
          <a:lstStyle/>
          <a:p>
            <a:pPr marL="65405">
              <a:lnSpc>
                <a:spcPct val="100000"/>
              </a:lnSpc>
              <a:spcBef>
                <a:spcPts val="1415"/>
              </a:spcBef>
            </a:pPr>
            <a:r>
              <a:rPr sz="2400" spc="-50">
                <a:latin typeface="Cambria Math"/>
                <a:cs typeface="Cambria Math"/>
              </a:rPr>
              <a:t>𝟏</a:t>
            </a:r>
            <a:endParaRPr sz="24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sz="2400" spc="-50">
                <a:latin typeface="Cambria Math"/>
                <a:cs typeface="Cambria Math"/>
              </a:rPr>
              <a:t>𝒂</a:t>
            </a:r>
            <a:endParaRPr sz="2400">
              <a:latin typeface="Cambria Math"/>
              <a:cs typeface="Cambria Math"/>
            </a:endParaRPr>
          </a:p>
        </p:txBody>
      </p:sp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7168260" y="2704584"/>
          <a:ext cx="3686806" cy="40220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25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73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73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73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73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736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4737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057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3195">
                        <a:lnSpc>
                          <a:spcPts val="1955"/>
                        </a:lnSpc>
                      </a:pPr>
                      <a:r>
                        <a:rPr sz="2000" spc="-50">
                          <a:latin typeface="Cambria Math"/>
                          <a:cs typeface="Cambria Math"/>
                        </a:rPr>
                        <a:t>𝒂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5735">
                        <a:lnSpc>
                          <a:spcPts val="1955"/>
                        </a:lnSpc>
                      </a:pPr>
                      <a:r>
                        <a:rPr sz="2000" spc="-50">
                          <a:latin typeface="Cambria Math"/>
                          <a:cs typeface="Cambria Math"/>
                        </a:rPr>
                        <a:t>𝒃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4610" algn="ctr">
                        <a:lnSpc>
                          <a:spcPts val="1955"/>
                        </a:lnSpc>
                      </a:pPr>
                      <a:r>
                        <a:rPr sz="2000" spc="-50">
                          <a:latin typeface="Cambria Math"/>
                          <a:cs typeface="Cambria Math"/>
                        </a:rPr>
                        <a:t>𝒄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0020">
                        <a:lnSpc>
                          <a:spcPts val="1955"/>
                        </a:lnSpc>
                      </a:pPr>
                      <a:r>
                        <a:rPr sz="2000" spc="-50">
                          <a:latin typeface="Cambria Math"/>
                          <a:cs typeface="Cambria Math"/>
                        </a:rPr>
                        <a:t>𝒅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1450">
                        <a:lnSpc>
                          <a:spcPts val="1955"/>
                        </a:lnSpc>
                      </a:pPr>
                      <a:r>
                        <a:rPr sz="2000" spc="-50">
                          <a:latin typeface="Cambria Math"/>
                          <a:cs typeface="Cambria Math"/>
                        </a:rPr>
                        <a:t>𝒇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26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2000" spc="-50">
                          <a:latin typeface="Cambria Math"/>
                          <a:cs typeface="Cambria Math"/>
                        </a:rPr>
                        <a:t>𝟏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1409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2000" spc="-50">
                          <a:latin typeface="Cambria Math"/>
                          <a:cs typeface="Cambria Math"/>
                        </a:rPr>
                        <a:t>𝟐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1409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3975" algn="ctr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2000" spc="-50">
                          <a:latin typeface="Cambria Math"/>
                          <a:cs typeface="Cambria Math"/>
                        </a:rPr>
                        <a:t>𝟑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1409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2000" spc="-50">
                          <a:latin typeface="Cambria Math"/>
                          <a:cs typeface="Cambria Math"/>
                        </a:rPr>
                        <a:t>𝟒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1409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2000" spc="-50">
                          <a:latin typeface="Cambria Math"/>
                          <a:cs typeface="Cambria Math"/>
                        </a:rPr>
                        <a:t>𝟓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1409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250">
                <a:tc>
                  <a:txBody>
                    <a:bodyPr/>
                    <a:lstStyle/>
                    <a:p>
                      <a:pPr marL="18415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2000" spc="-50">
                          <a:latin typeface="Cambria Math"/>
                          <a:cs typeface="Cambria Math"/>
                        </a:rPr>
                        <a:t>𝒂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14097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2000" spc="-50">
                          <a:latin typeface="Cambria Math"/>
                          <a:cs typeface="Cambria Math"/>
                        </a:rPr>
                        <a:t>𝟏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1409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2615">
                <a:tc>
                  <a:txBody>
                    <a:bodyPr/>
                    <a:lstStyle/>
                    <a:p>
                      <a:pPr marL="20955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2000" spc="-50">
                          <a:latin typeface="Cambria Math"/>
                          <a:cs typeface="Cambria Math"/>
                        </a:rPr>
                        <a:t>𝒃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14097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2000" spc="-50">
                          <a:latin typeface="Cambria Math"/>
                          <a:cs typeface="Cambria Math"/>
                        </a:rPr>
                        <a:t>𝟐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1409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2615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2000" spc="-50">
                          <a:latin typeface="Cambria Math"/>
                          <a:cs typeface="Cambria Math"/>
                        </a:rPr>
                        <a:t>𝒄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14097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2000" spc="-50">
                          <a:latin typeface="Cambria Math"/>
                          <a:cs typeface="Cambria Math"/>
                        </a:rPr>
                        <a:t>𝟑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1409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2615">
                <a:tc>
                  <a:txBody>
                    <a:bodyPr/>
                    <a:lstStyle/>
                    <a:p>
                      <a:pPr marL="15875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2000" spc="-50">
                          <a:latin typeface="Cambria Math"/>
                          <a:cs typeface="Cambria Math"/>
                        </a:rPr>
                        <a:t>𝒅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14097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2000" spc="-50">
                          <a:latin typeface="Cambria Math"/>
                          <a:cs typeface="Cambria Math"/>
                        </a:rPr>
                        <a:t>𝟒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1409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2615">
                <a:tc>
                  <a:txBody>
                    <a:bodyPr/>
                    <a:lstStyle/>
                    <a:p>
                      <a:pPr marL="26034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2000" spc="-50">
                          <a:latin typeface="Cambria Math"/>
                          <a:cs typeface="Cambria Math"/>
                        </a:rPr>
                        <a:t>𝒇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14097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2000" spc="-50">
                          <a:latin typeface="Cambria Math"/>
                          <a:cs typeface="Cambria Math"/>
                        </a:rPr>
                        <a:t>𝟓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1409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7" name="object 17"/>
          <p:cNvSpPr txBox="1"/>
          <p:nvPr/>
        </p:nvSpPr>
        <p:spPr>
          <a:xfrm>
            <a:off x="4001770" y="3401314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𝟐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269738" y="4017009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𝟑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394204" y="6184900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𝟒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001770" y="6186678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𝟓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794995" y="1886369"/>
            <a:ext cx="26098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>
                <a:latin typeface="Cambria Math"/>
                <a:cs typeface="Cambria Math"/>
              </a:rPr>
              <a:t>𝑨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030454" y="2054770"/>
            <a:ext cx="224154" cy="3378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50" spc="-25">
                <a:latin typeface="Cambria Math"/>
                <a:cs typeface="Cambria Math"/>
              </a:rPr>
              <a:t>𝒊𝒋</a:t>
            </a:r>
            <a:endParaRPr sz="2050">
              <a:latin typeface="Cambria Math"/>
              <a:cs typeface="Cambria Math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316712" y="1649641"/>
            <a:ext cx="905510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4200" spc="-75" baseline="-36706" dirty="0">
                <a:latin typeface="Cambria Math"/>
                <a:cs typeface="Cambria Math"/>
              </a:rPr>
              <a:t>=</a:t>
            </a:r>
            <a:r>
              <a:rPr sz="4200" spc="1050" baseline="-36706" dirty="0">
                <a:latin typeface="Cambria Math"/>
                <a:cs typeface="Cambria Math"/>
              </a:rPr>
              <a:t> </a:t>
            </a:r>
            <a:r>
              <a:rPr lang="zh-CN" altLang="en-US" sz="4200" spc="-562" baseline="-36706" dirty="0">
                <a:latin typeface="Cambria Math"/>
                <a:cs typeface="Cambria Math"/>
              </a:rPr>
              <a:t>    </a:t>
            </a:r>
            <a:r>
              <a:rPr sz="2800" spc="-37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𝟏,</a:t>
            </a:r>
            <a:endParaRPr sz="2800" dirty="0">
              <a:latin typeface="SimSun" panose="02010600030101010101" pitchFamily="2" charset="-122"/>
              <a:ea typeface="SimSun" panose="02010600030101010101" pitchFamily="2" charset="-122"/>
              <a:cs typeface="Cambria Math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6003525" y="1752892"/>
            <a:ext cx="635635" cy="329565"/>
          </a:xfrm>
          <a:custGeom>
            <a:avLst/>
            <a:gdLst/>
            <a:ahLst/>
            <a:cxnLst/>
            <a:rect l="l" t="t" r="r" b="b"/>
            <a:pathLst>
              <a:path w="635634" h="329564">
                <a:moveTo>
                  <a:pt x="530225" y="0"/>
                </a:moveTo>
                <a:lnTo>
                  <a:pt x="525526" y="13334"/>
                </a:lnTo>
                <a:lnTo>
                  <a:pt x="544576" y="21597"/>
                </a:lnTo>
                <a:lnTo>
                  <a:pt x="560959" y="33051"/>
                </a:lnTo>
                <a:lnTo>
                  <a:pt x="585724" y="65531"/>
                </a:lnTo>
                <a:lnTo>
                  <a:pt x="600408" y="109347"/>
                </a:lnTo>
                <a:lnTo>
                  <a:pt x="605282" y="163067"/>
                </a:lnTo>
                <a:lnTo>
                  <a:pt x="604047" y="192192"/>
                </a:lnTo>
                <a:lnTo>
                  <a:pt x="594244" y="242345"/>
                </a:lnTo>
                <a:lnTo>
                  <a:pt x="574629" y="281493"/>
                </a:lnTo>
                <a:lnTo>
                  <a:pt x="544772" y="307921"/>
                </a:lnTo>
                <a:lnTo>
                  <a:pt x="526034" y="316229"/>
                </a:lnTo>
                <a:lnTo>
                  <a:pt x="530225" y="329564"/>
                </a:lnTo>
                <a:lnTo>
                  <a:pt x="575167" y="308514"/>
                </a:lnTo>
                <a:lnTo>
                  <a:pt x="608203" y="272033"/>
                </a:lnTo>
                <a:lnTo>
                  <a:pt x="628491" y="223059"/>
                </a:lnTo>
                <a:lnTo>
                  <a:pt x="635254" y="164845"/>
                </a:lnTo>
                <a:lnTo>
                  <a:pt x="633561" y="134651"/>
                </a:lnTo>
                <a:lnTo>
                  <a:pt x="619984" y="81121"/>
                </a:lnTo>
                <a:lnTo>
                  <a:pt x="593000" y="37522"/>
                </a:lnTo>
                <a:lnTo>
                  <a:pt x="554087" y="8618"/>
                </a:lnTo>
                <a:lnTo>
                  <a:pt x="530225" y="0"/>
                </a:lnTo>
                <a:close/>
              </a:path>
              <a:path w="635634" h="329564">
                <a:moveTo>
                  <a:pt x="105156" y="0"/>
                </a:moveTo>
                <a:lnTo>
                  <a:pt x="60261" y="21129"/>
                </a:lnTo>
                <a:lnTo>
                  <a:pt x="27178" y="57784"/>
                </a:lnTo>
                <a:lnTo>
                  <a:pt x="6778" y="106743"/>
                </a:lnTo>
                <a:lnTo>
                  <a:pt x="0" y="164845"/>
                </a:lnTo>
                <a:lnTo>
                  <a:pt x="1690" y="195113"/>
                </a:lnTo>
                <a:lnTo>
                  <a:pt x="15216" y="248695"/>
                </a:lnTo>
                <a:lnTo>
                  <a:pt x="42130" y="292203"/>
                </a:lnTo>
                <a:lnTo>
                  <a:pt x="81147" y="320968"/>
                </a:lnTo>
                <a:lnTo>
                  <a:pt x="105156" y="329564"/>
                </a:lnTo>
                <a:lnTo>
                  <a:pt x="109220" y="316229"/>
                </a:lnTo>
                <a:lnTo>
                  <a:pt x="90481" y="307921"/>
                </a:lnTo>
                <a:lnTo>
                  <a:pt x="74279" y="296338"/>
                </a:lnTo>
                <a:lnTo>
                  <a:pt x="49530" y="263398"/>
                </a:lnTo>
                <a:lnTo>
                  <a:pt x="34956" y="218614"/>
                </a:lnTo>
                <a:lnTo>
                  <a:pt x="30099" y="163067"/>
                </a:lnTo>
                <a:lnTo>
                  <a:pt x="31313" y="134969"/>
                </a:lnTo>
                <a:lnTo>
                  <a:pt x="41028" y="86201"/>
                </a:lnTo>
                <a:lnTo>
                  <a:pt x="60652" y="47696"/>
                </a:lnTo>
                <a:lnTo>
                  <a:pt x="90803" y="21597"/>
                </a:lnTo>
                <a:lnTo>
                  <a:pt x="109855" y="13334"/>
                </a:lnTo>
                <a:lnTo>
                  <a:pt x="10515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4883131" y="2108110"/>
            <a:ext cx="31115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25" dirty="0">
                <a:latin typeface="Cambria Math"/>
                <a:cs typeface="Cambria Math"/>
              </a:rPr>
              <a:t>𝟎,</a:t>
            </a:r>
            <a:endParaRPr sz="2800" dirty="0">
              <a:latin typeface="Cambria Math"/>
              <a:cs typeface="Cambria Math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6001239" y="2210853"/>
            <a:ext cx="635635" cy="329565"/>
          </a:xfrm>
          <a:custGeom>
            <a:avLst/>
            <a:gdLst/>
            <a:ahLst/>
            <a:cxnLst/>
            <a:rect l="l" t="t" r="r" b="b"/>
            <a:pathLst>
              <a:path w="635635" h="329564">
                <a:moveTo>
                  <a:pt x="530225" y="0"/>
                </a:moveTo>
                <a:lnTo>
                  <a:pt x="525526" y="13334"/>
                </a:lnTo>
                <a:lnTo>
                  <a:pt x="544576" y="21597"/>
                </a:lnTo>
                <a:lnTo>
                  <a:pt x="560959" y="33051"/>
                </a:lnTo>
                <a:lnTo>
                  <a:pt x="585724" y="65531"/>
                </a:lnTo>
                <a:lnTo>
                  <a:pt x="600408" y="109347"/>
                </a:lnTo>
                <a:lnTo>
                  <a:pt x="605282" y="163067"/>
                </a:lnTo>
                <a:lnTo>
                  <a:pt x="604047" y="192192"/>
                </a:lnTo>
                <a:lnTo>
                  <a:pt x="594244" y="242345"/>
                </a:lnTo>
                <a:lnTo>
                  <a:pt x="574629" y="281493"/>
                </a:lnTo>
                <a:lnTo>
                  <a:pt x="544772" y="307921"/>
                </a:lnTo>
                <a:lnTo>
                  <a:pt x="526034" y="316229"/>
                </a:lnTo>
                <a:lnTo>
                  <a:pt x="530225" y="329564"/>
                </a:lnTo>
                <a:lnTo>
                  <a:pt x="575167" y="308514"/>
                </a:lnTo>
                <a:lnTo>
                  <a:pt x="608203" y="272033"/>
                </a:lnTo>
                <a:lnTo>
                  <a:pt x="628491" y="223059"/>
                </a:lnTo>
                <a:lnTo>
                  <a:pt x="635254" y="164845"/>
                </a:lnTo>
                <a:lnTo>
                  <a:pt x="633561" y="134651"/>
                </a:lnTo>
                <a:lnTo>
                  <a:pt x="619984" y="81121"/>
                </a:lnTo>
                <a:lnTo>
                  <a:pt x="593000" y="37522"/>
                </a:lnTo>
                <a:lnTo>
                  <a:pt x="554087" y="8618"/>
                </a:lnTo>
                <a:lnTo>
                  <a:pt x="530225" y="0"/>
                </a:lnTo>
                <a:close/>
              </a:path>
              <a:path w="635635" h="329564">
                <a:moveTo>
                  <a:pt x="105156" y="0"/>
                </a:moveTo>
                <a:lnTo>
                  <a:pt x="60261" y="21129"/>
                </a:lnTo>
                <a:lnTo>
                  <a:pt x="27178" y="57784"/>
                </a:lnTo>
                <a:lnTo>
                  <a:pt x="6778" y="106743"/>
                </a:lnTo>
                <a:lnTo>
                  <a:pt x="0" y="164845"/>
                </a:lnTo>
                <a:lnTo>
                  <a:pt x="1690" y="195113"/>
                </a:lnTo>
                <a:lnTo>
                  <a:pt x="15216" y="248695"/>
                </a:lnTo>
                <a:lnTo>
                  <a:pt x="42130" y="292203"/>
                </a:lnTo>
                <a:lnTo>
                  <a:pt x="81147" y="320968"/>
                </a:lnTo>
                <a:lnTo>
                  <a:pt x="105156" y="329564"/>
                </a:lnTo>
                <a:lnTo>
                  <a:pt x="109220" y="316229"/>
                </a:lnTo>
                <a:lnTo>
                  <a:pt x="90481" y="307921"/>
                </a:lnTo>
                <a:lnTo>
                  <a:pt x="74279" y="296338"/>
                </a:lnTo>
                <a:lnTo>
                  <a:pt x="49530" y="263397"/>
                </a:lnTo>
                <a:lnTo>
                  <a:pt x="34956" y="218614"/>
                </a:lnTo>
                <a:lnTo>
                  <a:pt x="30099" y="163067"/>
                </a:lnTo>
                <a:lnTo>
                  <a:pt x="31313" y="134969"/>
                </a:lnTo>
                <a:lnTo>
                  <a:pt x="41028" y="86201"/>
                </a:lnTo>
                <a:lnTo>
                  <a:pt x="60652" y="47696"/>
                </a:lnTo>
                <a:lnTo>
                  <a:pt x="90803" y="21597"/>
                </a:lnTo>
                <a:lnTo>
                  <a:pt x="109855" y="13334"/>
                </a:lnTo>
                <a:lnTo>
                  <a:pt x="10515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6105380" y="1618478"/>
            <a:ext cx="1233805" cy="942340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14604">
              <a:lnSpc>
                <a:spcPct val="100000"/>
              </a:lnSpc>
              <a:spcBef>
                <a:spcPts val="350"/>
              </a:spcBef>
              <a:tabLst>
                <a:tab pos="663575" algn="l"/>
              </a:tabLst>
            </a:pPr>
            <a:r>
              <a:rPr sz="2800" spc="-10">
                <a:latin typeface="Cambria Math"/>
                <a:cs typeface="Cambria Math"/>
              </a:rPr>
              <a:t>𝒊,</a:t>
            </a:r>
            <a:r>
              <a:rPr sz="2800" spc="-140">
                <a:latin typeface="Cambria Math"/>
                <a:cs typeface="Cambria Math"/>
              </a:rPr>
              <a:t> </a:t>
            </a:r>
            <a:r>
              <a:rPr sz="2800" spc="-50">
                <a:latin typeface="Cambria Math"/>
                <a:cs typeface="Cambria Math"/>
              </a:rPr>
              <a:t>𝒋</a:t>
            </a:r>
            <a:r>
              <a:rPr sz="2800">
                <a:latin typeface="Cambria Math"/>
                <a:cs typeface="Cambria Math"/>
              </a:rPr>
              <a:t>	∈</a:t>
            </a:r>
            <a:r>
              <a:rPr sz="2800" spc="150">
                <a:latin typeface="Cambria Math"/>
                <a:cs typeface="Cambria Math"/>
              </a:rPr>
              <a:t> </a:t>
            </a:r>
            <a:r>
              <a:rPr sz="2800" spc="-50">
                <a:latin typeface="Cambria Math"/>
                <a:cs typeface="Cambria Math"/>
              </a:rPr>
              <a:t>𝑬</a:t>
            </a:r>
            <a:endParaRPr sz="28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245"/>
              </a:spcBef>
              <a:tabLst>
                <a:tab pos="661035" algn="l"/>
              </a:tabLst>
            </a:pPr>
            <a:r>
              <a:rPr sz="2800" spc="-10">
                <a:latin typeface="Cambria Math"/>
                <a:cs typeface="Cambria Math"/>
              </a:rPr>
              <a:t>𝒊,</a:t>
            </a:r>
            <a:r>
              <a:rPr sz="2800" spc="-140">
                <a:latin typeface="Cambria Math"/>
                <a:cs typeface="Cambria Math"/>
              </a:rPr>
              <a:t> </a:t>
            </a:r>
            <a:r>
              <a:rPr sz="2800" spc="-50">
                <a:latin typeface="Cambria Math"/>
                <a:cs typeface="Cambria Math"/>
              </a:rPr>
              <a:t>𝒋</a:t>
            </a:r>
            <a:r>
              <a:rPr sz="2800">
                <a:latin typeface="Cambria Math"/>
                <a:cs typeface="Cambria Math"/>
              </a:rPr>
              <a:t>	∉</a:t>
            </a:r>
            <a:r>
              <a:rPr sz="2800" spc="155">
                <a:latin typeface="Cambria Math"/>
                <a:cs typeface="Cambria Math"/>
              </a:rPr>
              <a:t> </a:t>
            </a:r>
            <a:r>
              <a:rPr sz="2800" spc="-50">
                <a:latin typeface="Cambria Math"/>
                <a:cs typeface="Cambria Math"/>
              </a:rPr>
              <a:t>𝑬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8" name="左大括号 27">
            <a:extLst>
              <a:ext uri="{FF2B5EF4-FFF2-40B4-BE49-F238E27FC236}">
                <a16:creationId xmlns:a16="http://schemas.microsoft.com/office/drawing/2014/main" id="{3BBC2EBF-66E8-DF4D-B596-85E6D46D9F33}"/>
              </a:ext>
            </a:extLst>
          </p:cNvPr>
          <p:cNvSpPr/>
          <p:nvPr/>
        </p:nvSpPr>
        <p:spPr>
          <a:xfrm>
            <a:off x="4651023" y="1799528"/>
            <a:ext cx="186260" cy="614854"/>
          </a:xfrm>
          <a:prstGeom prst="leftBrac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085060" y="1266990"/>
            <a:ext cx="27305" cy="323850"/>
          </a:xfrm>
          <a:custGeom>
            <a:avLst/>
            <a:gdLst/>
            <a:ahLst/>
            <a:cxnLst/>
            <a:rect l="l" t="t" r="r" b="b"/>
            <a:pathLst>
              <a:path w="27303" h="323850">
                <a:moveTo>
                  <a:pt x="26797" y="0"/>
                </a:moveTo>
                <a:lnTo>
                  <a:pt x="0" y="0"/>
                </a:lnTo>
                <a:lnTo>
                  <a:pt x="0" y="323341"/>
                </a:lnTo>
                <a:lnTo>
                  <a:pt x="26797" y="323341"/>
                </a:lnTo>
                <a:lnTo>
                  <a:pt x="2679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5742160" y="1266990"/>
            <a:ext cx="27305" cy="323850"/>
          </a:xfrm>
          <a:custGeom>
            <a:avLst/>
            <a:gdLst/>
            <a:ahLst/>
            <a:cxnLst/>
            <a:rect l="l" t="t" r="r" b="b"/>
            <a:pathLst>
              <a:path w="27303" h="323850">
                <a:moveTo>
                  <a:pt x="26797" y="0"/>
                </a:moveTo>
                <a:lnTo>
                  <a:pt x="0" y="0"/>
                </a:lnTo>
                <a:lnTo>
                  <a:pt x="0" y="323341"/>
                </a:lnTo>
                <a:lnTo>
                  <a:pt x="26797" y="323341"/>
                </a:lnTo>
                <a:lnTo>
                  <a:pt x="2679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824974" y="1161707"/>
            <a:ext cx="1009142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  <a:tab pos="5408295" algn="l"/>
              </a:tabLst>
            </a:pPr>
            <a:r>
              <a:rPr sz="2800" dirty="0" err="1">
                <a:latin typeface="PMingLiU"/>
                <a:cs typeface="PMingLiU"/>
              </a:rPr>
              <a:t>图</a:t>
            </a:r>
            <a:r>
              <a:rPr sz="2800" dirty="0">
                <a:latin typeface="Cambria Math"/>
                <a:cs typeface="Cambria Math"/>
              </a:rPr>
              <a:t>𝑮</a:t>
            </a:r>
            <a:r>
              <a:rPr sz="2800" spc="150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=&lt;</a:t>
            </a:r>
            <a:r>
              <a:rPr sz="2800" spc="155" dirty="0">
                <a:latin typeface="Cambria Math"/>
                <a:cs typeface="Cambria Math"/>
              </a:rPr>
              <a:t> </a:t>
            </a:r>
            <a:r>
              <a:rPr sz="2800" spc="-10" dirty="0">
                <a:latin typeface="Cambria Math"/>
                <a:cs typeface="Cambria Math"/>
              </a:rPr>
              <a:t>𝑽,</a:t>
            </a:r>
            <a:r>
              <a:rPr sz="2800" spc="-155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𝑬</a:t>
            </a:r>
            <a:r>
              <a:rPr sz="2800" spc="160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&gt;</a:t>
            </a:r>
            <a:r>
              <a:rPr sz="2800" spc="165" dirty="0">
                <a:latin typeface="Cambria Math"/>
                <a:cs typeface="Cambria Math"/>
              </a:rPr>
              <a:t> </a:t>
            </a:r>
            <a:r>
              <a:rPr sz="2800" dirty="0" err="1">
                <a:latin typeface="PMingLiU"/>
                <a:cs typeface="PMingLiU"/>
              </a:rPr>
              <a:t>的</a:t>
            </a:r>
            <a:r>
              <a:rPr sz="2800" dirty="0" err="1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邻接矩阵</a:t>
            </a:r>
            <a:r>
              <a:rPr sz="2800" dirty="0" err="1">
                <a:latin typeface="PMingLiU"/>
                <a:cs typeface="PMingLiU"/>
              </a:rPr>
              <a:t>由</a:t>
            </a:r>
            <a:r>
              <a:rPr sz="2800" spc="165" dirty="0">
                <a:latin typeface="PMingLiU"/>
                <a:cs typeface="PMingLiU"/>
              </a:rPr>
              <a:t> </a:t>
            </a:r>
            <a:r>
              <a:rPr sz="2800" spc="-50" dirty="0">
                <a:latin typeface="Cambria Math"/>
                <a:cs typeface="Cambria Math"/>
              </a:rPr>
              <a:t>𝑽</a:t>
            </a:r>
            <a:r>
              <a:rPr sz="2800" dirty="0">
                <a:latin typeface="Cambria Math"/>
                <a:cs typeface="Cambria Math"/>
              </a:rPr>
              <a:t>	×</a:t>
            </a:r>
            <a:r>
              <a:rPr sz="2800" spc="15" dirty="0">
                <a:latin typeface="Cambria Math"/>
                <a:cs typeface="Cambria Math"/>
              </a:rPr>
              <a:t> </a:t>
            </a:r>
            <a:r>
              <a:rPr sz="2800" spc="-10" dirty="0">
                <a:latin typeface="Cambria Math"/>
                <a:cs typeface="Cambria Math"/>
              </a:rPr>
              <a:t>|𝑽|</a:t>
            </a:r>
            <a:r>
              <a:rPr sz="28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的</a:t>
            </a:r>
            <a:r>
              <a:rPr sz="2800" dirty="0" err="1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二维数</a:t>
            </a:r>
            <a:r>
              <a:rPr sz="2800" spc="-10" dirty="0" err="1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组</a:t>
            </a:r>
            <a:r>
              <a:rPr sz="2800" spc="-1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𝑨</a:t>
            </a:r>
            <a:r>
              <a:rPr sz="28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构成，</a:t>
            </a:r>
            <a:r>
              <a:rPr sz="2800" dirty="0" err="1">
                <a:latin typeface="PMingLiU"/>
                <a:cs typeface="PMingLiU"/>
              </a:rPr>
              <a:t>满</a:t>
            </a:r>
            <a:r>
              <a:rPr sz="2800" spc="-10" dirty="0" err="1">
                <a:latin typeface="PMingLiU"/>
                <a:cs typeface="PMingLiU"/>
              </a:rPr>
              <a:t>足</a:t>
            </a:r>
            <a:r>
              <a:rPr sz="2800" spc="-50" dirty="0">
                <a:latin typeface="PMingLiU"/>
                <a:cs typeface="PMingLiU"/>
              </a:rPr>
              <a:t>:</a:t>
            </a:r>
            <a:endParaRPr sz="2800" dirty="0">
              <a:latin typeface="PMingLiU"/>
              <a:cs typeface="PMingLiU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317855" y="302175"/>
            <a:ext cx="4294251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00"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图的表示：邻接矩</a:t>
            </a:r>
            <a:r>
              <a:rPr sz="3600" spc="-60" dirty="0" err="1">
                <a:latin typeface="SimSun" panose="02010600030101010101" pitchFamily="2" charset="-122"/>
                <a:ea typeface="SimSun" panose="02010600030101010101" pitchFamily="2" charset="-122"/>
              </a:rPr>
              <a:t>阵</a:t>
            </a:r>
            <a:endParaRPr sz="3600" spc="-6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794995" y="1886369"/>
            <a:ext cx="26098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>
                <a:latin typeface="Cambria Math"/>
                <a:cs typeface="Cambria Math"/>
              </a:rPr>
              <a:t>𝑨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030454" y="2054770"/>
            <a:ext cx="224154" cy="3378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50" spc="-25">
                <a:latin typeface="Cambria Math"/>
                <a:cs typeface="Cambria Math"/>
              </a:rPr>
              <a:t>𝒊𝒋</a:t>
            </a:r>
            <a:endParaRPr sz="2050">
              <a:latin typeface="Cambria Math"/>
              <a:cs typeface="Cambria Math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316712" y="1649641"/>
            <a:ext cx="905510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4200" spc="-75" baseline="-36706" dirty="0">
                <a:latin typeface="Cambria Math"/>
                <a:cs typeface="Cambria Math"/>
              </a:rPr>
              <a:t>=</a:t>
            </a:r>
            <a:r>
              <a:rPr sz="4200" spc="1050" baseline="-36706" dirty="0">
                <a:latin typeface="Cambria Math"/>
                <a:cs typeface="Cambria Math"/>
              </a:rPr>
              <a:t> </a:t>
            </a:r>
            <a:r>
              <a:rPr lang="zh-CN" altLang="en-US" sz="4200" spc="-562" baseline="-36706" dirty="0">
                <a:latin typeface="Cambria Math"/>
                <a:cs typeface="Cambria Math"/>
              </a:rPr>
              <a:t>    </a:t>
            </a:r>
            <a:r>
              <a:rPr sz="2800" spc="-37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𝟏,</a:t>
            </a:r>
            <a:endParaRPr sz="2800" dirty="0">
              <a:latin typeface="SimSun" panose="02010600030101010101" pitchFamily="2" charset="-122"/>
              <a:ea typeface="SimSun" panose="02010600030101010101" pitchFamily="2" charset="-122"/>
              <a:cs typeface="Cambria Math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6003525" y="1752892"/>
            <a:ext cx="635635" cy="329565"/>
          </a:xfrm>
          <a:custGeom>
            <a:avLst/>
            <a:gdLst/>
            <a:ahLst/>
            <a:cxnLst/>
            <a:rect l="l" t="t" r="r" b="b"/>
            <a:pathLst>
              <a:path w="635634" h="329564">
                <a:moveTo>
                  <a:pt x="530225" y="0"/>
                </a:moveTo>
                <a:lnTo>
                  <a:pt x="525526" y="13334"/>
                </a:lnTo>
                <a:lnTo>
                  <a:pt x="544576" y="21597"/>
                </a:lnTo>
                <a:lnTo>
                  <a:pt x="560959" y="33051"/>
                </a:lnTo>
                <a:lnTo>
                  <a:pt x="585724" y="65531"/>
                </a:lnTo>
                <a:lnTo>
                  <a:pt x="600408" y="109347"/>
                </a:lnTo>
                <a:lnTo>
                  <a:pt x="605282" y="163067"/>
                </a:lnTo>
                <a:lnTo>
                  <a:pt x="604047" y="192192"/>
                </a:lnTo>
                <a:lnTo>
                  <a:pt x="594244" y="242345"/>
                </a:lnTo>
                <a:lnTo>
                  <a:pt x="574629" y="281493"/>
                </a:lnTo>
                <a:lnTo>
                  <a:pt x="544772" y="307921"/>
                </a:lnTo>
                <a:lnTo>
                  <a:pt x="526034" y="316229"/>
                </a:lnTo>
                <a:lnTo>
                  <a:pt x="530225" y="329564"/>
                </a:lnTo>
                <a:lnTo>
                  <a:pt x="575167" y="308514"/>
                </a:lnTo>
                <a:lnTo>
                  <a:pt x="608203" y="272033"/>
                </a:lnTo>
                <a:lnTo>
                  <a:pt x="628491" y="223059"/>
                </a:lnTo>
                <a:lnTo>
                  <a:pt x="635254" y="164845"/>
                </a:lnTo>
                <a:lnTo>
                  <a:pt x="633561" y="134651"/>
                </a:lnTo>
                <a:lnTo>
                  <a:pt x="619984" y="81121"/>
                </a:lnTo>
                <a:lnTo>
                  <a:pt x="593000" y="37522"/>
                </a:lnTo>
                <a:lnTo>
                  <a:pt x="554087" y="8618"/>
                </a:lnTo>
                <a:lnTo>
                  <a:pt x="530225" y="0"/>
                </a:lnTo>
                <a:close/>
              </a:path>
              <a:path w="635634" h="329564">
                <a:moveTo>
                  <a:pt x="105156" y="0"/>
                </a:moveTo>
                <a:lnTo>
                  <a:pt x="60261" y="21129"/>
                </a:lnTo>
                <a:lnTo>
                  <a:pt x="27178" y="57784"/>
                </a:lnTo>
                <a:lnTo>
                  <a:pt x="6778" y="106743"/>
                </a:lnTo>
                <a:lnTo>
                  <a:pt x="0" y="164845"/>
                </a:lnTo>
                <a:lnTo>
                  <a:pt x="1690" y="195113"/>
                </a:lnTo>
                <a:lnTo>
                  <a:pt x="15216" y="248695"/>
                </a:lnTo>
                <a:lnTo>
                  <a:pt x="42130" y="292203"/>
                </a:lnTo>
                <a:lnTo>
                  <a:pt x="81147" y="320968"/>
                </a:lnTo>
                <a:lnTo>
                  <a:pt x="105156" y="329564"/>
                </a:lnTo>
                <a:lnTo>
                  <a:pt x="109220" y="316229"/>
                </a:lnTo>
                <a:lnTo>
                  <a:pt x="90481" y="307921"/>
                </a:lnTo>
                <a:lnTo>
                  <a:pt x="74279" y="296338"/>
                </a:lnTo>
                <a:lnTo>
                  <a:pt x="49530" y="263398"/>
                </a:lnTo>
                <a:lnTo>
                  <a:pt x="34956" y="218614"/>
                </a:lnTo>
                <a:lnTo>
                  <a:pt x="30099" y="163067"/>
                </a:lnTo>
                <a:lnTo>
                  <a:pt x="31313" y="134969"/>
                </a:lnTo>
                <a:lnTo>
                  <a:pt x="41028" y="86201"/>
                </a:lnTo>
                <a:lnTo>
                  <a:pt x="60652" y="47696"/>
                </a:lnTo>
                <a:lnTo>
                  <a:pt x="90803" y="21597"/>
                </a:lnTo>
                <a:lnTo>
                  <a:pt x="109855" y="13334"/>
                </a:lnTo>
                <a:lnTo>
                  <a:pt x="10515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4883131" y="2108110"/>
            <a:ext cx="31115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25" dirty="0">
                <a:latin typeface="Cambria Math"/>
                <a:cs typeface="Cambria Math"/>
              </a:rPr>
              <a:t>𝟎,</a:t>
            </a:r>
            <a:endParaRPr sz="2800" dirty="0">
              <a:latin typeface="Cambria Math"/>
              <a:cs typeface="Cambria Math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6001239" y="2210853"/>
            <a:ext cx="635635" cy="329565"/>
          </a:xfrm>
          <a:custGeom>
            <a:avLst/>
            <a:gdLst/>
            <a:ahLst/>
            <a:cxnLst/>
            <a:rect l="l" t="t" r="r" b="b"/>
            <a:pathLst>
              <a:path w="635635" h="329564">
                <a:moveTo>
                  <a:pt x="530225" y="0"/>
                </a:moveTo>
                <a:lnTo>
                  <a:pt x="525526" y="13334"/>
                </a:lnTo>
                <a:lnTo>
                  <a:pt x="544576" y="21597"/>
                </a:lnTo>
                <a:lnTo>
                  <a:pt x="560959" y="33051"/>
                </a:lnTo>
                <a:lnTo>
                  <a:pt x="585724" y="65531"/>
                </a:lnTo>
                <a:lnTo>
                  <a:pt x="600408" y="109347"/>
                </a:lnTo>
                <a:lnTo>
                  <a:pt x="605282" y="163067"/>
                </a:lnTo>
                <a:lnTo>
                  <a:pt x="604047" y="192192"/>
                </a:lnTo>
                <a:lnTo>
                  <a:pt x="594244" y="242345"/>
                </a:lnTo>
                <a:lnTo>
                  <a:pt x="574629" y="281493"/>
                </a:lnTo>
                <a:lnTo>
                  <a:pt x="544772" y="307921"/>
                </a:lnTo>
                <a:lnTo>
                  <a:pt x="526034" y="316229"/>
                </a:lnTo>
                <a:lnTo>
                  <a:pt x="530225" y="329564"/>
                </a:lnTo>
                <a:lnTo>
                  <a:pt x="575167" y="308514"/>
                </a:lnTo>
                <a:lnTo>
                  <a:pt x="608203" y="272033"/>
                </a:lnTo>
                <a:lnTo>
                  <a:pt x="628491" y="223059"/>
                </a:lnTo>
                <a:lnTo>
                  <a:pt x="635254" y="164845"/>
                </a:lnTo>
                <a:lnTo>
                  <a:pt x="633561" y="134651"/>
                </a:lnTo>
                <a:lnTo>
                  <a:pt x="619984" y="81121"/>
                </a:lnTo>
                <a:lnTo>
                  <a:pt x="593000" y="37522"/>
                </a:lnTo>
                <a:lnTo>
                  <a:pt x="554087" y="8618"/>
                </a:lnTo>
                <a:lnTo>
                  <a:pt x="530225" y="0"/>
                </a:lnTo>
                <a:close/>
              </a:path>
              <a:path w="635635" h="329564">
                <a:moveTo>
                  <a:pt x="105156" y="0"/>
                </a:moveTo>
                <a:lnTo>
                  <a:pt x="60261" y="21129"/>
                </a:lnTo>
                <a:lnTo>
                  <a:pt x="27178" y="57784"/>
                </a:lnTo>
                <a:lnTo>
                  <a:pt x="6778" y="106743"/>
                </a:lnTo>
                <a:lnTo>
                  <a:pt x="0" y="164845"/>
                </a:lnTo>
                <a:lnTo>
                  <a:pt x="1690" y="195113"/>
                </a:lnTo>
                <a:lnTo>
                  <a:pt x="15216" y="248695"/>
                </a:lnTo>
                <a:lnTo>
                  <a:pt x="42130" y="292203"/>
                </a:lnTo>
                <a:lnTo>
                  <a:pt x="81147" y="320968"/>
                </a:lnTo>
                <a:lnTo>
                  <a:pt x="105156" y="329564"/>
                </a:lnTo>
                <a:lnTo>
                  <a:pt x="109220" y="316229"/>
                </a:lnTo>
                <a:lnTo>
                  <a:pt x="90481" y="307921"/>
                </a:lnTo>
                <a:lnTo>
                  <a:pt x="74279" y="296338"/>
                </a:lnTo>
                <a:lnTo>
                  <a:pt x="49530" y="263397"/>
                </a:lnTo>
                <a:lnTo>
                  <a:pt x="34956" y="218614"/>
                </a:lnTo>
                <a:lnTo>
                  <a:pt x="30099" y="163067"/>
                </a:lnTo>
                <a:lnTo>
                  <a:pt x="31313" y="134969"/>
                </a:lnTo>
                <a:lnTo>
                  <a:pt x="41028" y="86201"/>
                </a:lnTo>
                <a:lnTo>
                  <a:pt x="60652" y="47696"/>
                </a:lnTo>
                <a:lnTo>
                  <a:pt x="90803" y="21597"/>
                </a:lnTo>
                <a:lnTo>
                  <a:pt x="109855" y="13334"/>
                </a:lnTo>
                <a:lnTo>
                  <a:pt x="10515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6105380" y="1618478"/>
            <a:ext cx="1233805" cy="942340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14604">
              <a:lnSpc>
                <a:spcPct val="100000"/>
              </a:lnSpc>
              <a:spcBef>
                <a:spcPts val="350"/>
              </a:spcBef>
              <a:tabLst>
                <a:tab pos="663575" algn="l"/>
              </a:tabLst>
            </a:pPr>
            <a:r>
              <a:rPr sz="2800" spc="-10">
                <a:latin typeface="Cambria Math"/>
                <a:cs typeface="Cambria Math"/>
              </a:rPr>
              <a:t>𝒊,</a:t>
            </a:r>
            <a:r>
              <a:rPr sz="2800" spc="-140">
                <a:latin typeface="Cambria Math"/>
                <a:cs typeface="Cambria Math"/>
              </a:rPr>
              <a:t> </a:t>
            </a:r>
            <a:r>
              <a:rPr sz="2800" spc="-50">
                <a:latin typeface="Cambria Math"/>
                <a:cs typeface="Cambria Math"/>
              </a:rPr>
              <a:t>𝒋</a:t>
            </a:r>
            <a:r>
              <a:rPr sz="2800">
                <a:latin typeface="Cambria Math"/>
                <a:cs typeface="Cambria Math"/>
              </a:rPr>
              <a:t>	∈</a:t>
            </a:r>
            <a:r>
              <a:rPr sz="2800" spc="150">
                <a:latin typeface="Cambria Math"/>
                <a:cs typeface="Cambria Math"/>
              </a:rPr>
              <a:t> </a:t>
            </a:r>
            <a:r>
              <a:rPr sz="2800" spc="-50">
                <a:latin typeface="Cambria Math"/>
                <a:cs typeface="Cambria Math"/>
              </a:rPr>
              <a:t>𝑬</a:t>
            </a:r>
            <a:endParaRPr sz="28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245"/>
              </a:spcBef>
              <a:tabLst>
                <a:tab pos="661035" algn="l"/>
              </a:tabLst>
            </a:pPr>
            <a:r>
              <a:rPr sz="2800" spc="-10">
                <a:latin typeface="Cambria Math"/>
                <a:cs typeface="Cambria Math"/>
              </a:rPr>
              <a:t>𝒊,</a:t>
            </a:r>
            <a:r>
              <a:rPr sz="2800" spc="-140">
                <a:latin typeface="Cambria Math"/>
                <a:cs typeface="Cambria Math"/>
              </a:rPr>
              <a:t> </a:t>
            </a:r>
            <a:r>
              <a:rPr sz="2800" spc="-50">
                <a:latin typeface="Cambria Math"/>
                <a:cs typeface="Cambria Math"/>
              </a:rPr>
              <a:t>𝒋</a:t>
            </a:r>
            <a:r>
              <a:rPr sz="2800">
                <a:latin typeface="Cambria Math"/>
                <a:cs typeface="Cambria Math"/>
              </a:rPr>
              <a:t>	∉</a:t>
            </a:r>
            <a:r>
              <a:rPr sz="2800" spc="155">
                <a:latin typeface="Cambria Math"/>
                <a:cs typeface="Cambria Math"/>
              </a:rPr>
              <a:t> </a:t>
            </a:r>
            <a:r>
              <a:rPr sz="2800" spc="-50">
                <a:latin typeface="Cambria Math"/>
                <a:cs typeface="Cambria Math"/>
              </a:rPr>
              <a:t>𝑬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8" name="左大括号 27">
            <a:extLst>
              <a:ext uri="{FF2B5EF4-FFF2-40B4-BE49-F238E27FC236}">
                <a16:creationId xmlns:a16="http://schemas.microsoft.com/office/drawing/2014/main" id="{3BBC2EBF-66E8-DF4D-B596-85E6D46D9F33}"/>
              </a:ext>
            </a:extLst>
          </p:cNvPr>
          <p:cNvSpPr/>
          <p:nvPr/>
        </p:nvSpPr>
        <p:spPr>
          <a:xfrm>
            <a:off x="4651023" y="1799528"/>
            <a:ext cx="186260" cy="614854"/>
          </a:xfrm>
          <a:prstGeom prst="leftBrac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29" name="object 6">
            <a:extLst>
              <a:ext uri="{FF2B5EF4-FFF2-40B4-BE49-F238E27FC236}">
                <a16:creationId xmlns:a16="http://schemas.microsoft.com/office/drawing/2014/main" id="{6A84D9D7-6D30-DB4A-AFEC-5CE484628C6A}"/>
              </a:ext>
            </a:extLst>
          </p:cNvPr>
          <p:cNvGrpSpPr/>
          <p:nvPr/>
        </p:nvGrpSpPr>
        <p:grpSpPr>
          <a:xfrm>
            <a:off x="2169414" y="3821429"/>
            <a:ext cx="2200275" cy="634365"/>
            <a:chOff x="2169414" y="3821429"/>
            <a:chExt cx="2200275" cy="634365"/>
          </a:xfrm>
        </p:grpSpPr>
        <p:sp>
          <p:nvSpPr>
            <p:cNvPr id="30" name="object 7">
              <a:extLst>
                <a:ext uri="{FF2B5EF4-FFF2-40B4-BE49-F238E27FC236}">
                  <a16:creationId xmlns:a16="http://schemas.microsoft.com/office/drawing/2014/main" id="{B826E50C-9118-B047-B3D1-B74FE369E919}"/>
                </a:ext>
              </a:extLst>
            </p:cNvPr>
            <p:cNvSpPr/>
            <p:nvPr/>
          </p:nvSpPr>
          <p:spPr>
            <a:xfrm>
              <a:off x="2188464" y="3840479"/>
              <a:ext cx="596265" cy="596265"/>
            </a:xfrm>
            <a:custGeom>
              <a:avLst/>
              <a:gdLst/>
              <a:ahLst/>
              <a:cxnLst/>
              <a:rect l="l" t="t" r="r" b="b"/>
              <a:pathLst>
                <a:path w="596264" h="596264">
                  <a:moveTo>
                    <a:pt x="297942" y="0"/>
                  </a:moveTo>
                  <a:lnTo>
                    <a:pt x="249603" y="3898"/>
                  </a:lnTo>
                  <a:lnTo>
                    <a:pt x="203752" y="15185"/>
                  </a:lnTo>
                  <a:lnTo>
                    <a:pt x="161001" y="33247"/>
                  </a:lnTo>
                  <a:lnTo>
                    <a:pt x="121962" y="57473"/>
                  </a:lnTo>
                  <a:lnTo>
                    <a:pt x="87249" y="87249"/>
                  </a:lnTo>
                  <a:lnTo>
                    <a:pt x="57473" y="121962"/>
                  </a:lnTo>
                  <a:lnTo>
                    <a:pt x="33247" y="161001"/>
                  </a:lnTo>
                  <a:lnTo>
                    <a:pt x="15185" y="203752"/>
                  </a:lnTo>
                  <a:lnTo>
                    <a:pt x="3898" y="249603"/>
                  </a:lnTo>
                  <a:lnTo>
                    <a:pt x="0" y="297942"/>
                  </a:lnTo>
                  <a:lnTo>
                    <a:pt x="3898" y="346280"/>
                  </a:lnTo>
                  <a:lnTo>
                    <a:pt x="15185" y="392131"/>
                  </a:lnTo>
                  <a:lnTo>
                    <a:pt x="33247" y="434882"/>
                  </a:lnTo>
                  <a:lnTo>
                    <a:pt x="57473" y="473921"/>
                  </a:lnTo>
                  <a:lnTo>
                    <a:pt x="87248" y="508635"/>
                  </a:lnTo>
                  <a:lnTo>
                    <a:pt x="121962" y="538410"/>
                  </a:lnTo>
                  <a:lnTo>
                    <a:pt x="161001" y="562636"/>
                  </a:lnTo>
                  <a:lnTo>
                    <a:pt x="203752" y="580698"/>
                  </a:lnTo>
                  <a:lnTo>
                    <a:pt x="249603" y="591985"/>
                  </a:lnTo>
                  <a:lnTo>
                    <a:pt x="297942" y="595884"/>
                  </a:lnTo>
                  <a:lnTo>
                    <a:pt x="346280" y="591985"/>
                  </a:lnTo>
                  <a:lnTo>
                    <a:pt x="392131" y="580698"/>
                  </a:lnTo>
                  <a:lnTo>
                    <a:pt x="434882" y="562636"/>
                  </a:lnTo>
                  <a:lnTo>
                    <a:pt x="473921" y="538410"/>
                  </a:lnTo>
                  <a:lnTo>
                    <a:pt x="508635" y="508635"/>
                  </a:lnTo>
                  <a:lnTo>
                    <a:pt x="538410" y="473921"/>
                  </a:lnTo>
                  <a:lnTo>
                    <a:pt x="562636" y="434882"/>
                  </a:lnTo>
                  <a:lnTo>
                    <a:pt x="580698" y="392131"/>
                  </a:lnTo>
                  <a:lnTo>
                    <a:pt x="591985" y="346280"/>
                  </a:lnTo>
                  <a:lnTo>
                    <a:pt x="595884" y="297942"/>
                  </a:lnTo>
                  <a:lnTo>
                    <a:pt x="591985" y="249603"/>
                  </a:lnTo>
                  <a:lnTo>
                    <a:pt x="580698" y="203752"/>
                  </a:lnTo>
                  <a:lnTo>
                    <a:pt x="562636" y="161001"/>
                  </a:lnTo>
                  <a:lnTo>
                    <a:pt x="538410" y="121962"/>
                  </a:lnTo>
                  <a:lnTo>
                    <a:pt x="508635" y="87249"/>
                  </a:lnTo>
                  <a:lnTo>
                    <a:pt x="473921" y="57473"/>
                  </a:lnTo>
                  <a:lnTo>
                    <a:pt x="434882" y="33247"/>
                  </a:lnTo>
                  <a:lnTo>
                    <a:pt x="392131" y="15185"/>
                  </a:lnTo>
                  <a:lnTo>
                    <a:pt x="346280" y="3898"/>
                  </a:lnTo>
                  <a:lnTo>
                    <a:pt x="297942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8">
              <a:extLst>
                <a:ext uri="{FF2B5EF4-FFF2-40B4-BE49-F238E27FC236}">
                  <a16:creationId xmlns:a16="http://schemas.microsoft.com/office/drawing/2014/main" id="{CCD86E77-5073-5540-AB40-B78DF0F81D5A}"/>
                </a:ext>
              </a:extLst>
            </p:cNvPr>
            <p:cNvSpPr/>
            <p:nvPr/>
          </p:nvSpPr>
          <p:spPr>
            <a:xfrm>
              <a:off x="2188464" y="3840479"/>
              <a:ext cx="596265" cy="596265"/>
            </a:xfrm>
            <a:custGeom>
              <a:avLst/>
              <a:gdLst/>
              <a:ahLst/>
              <a:cxnLst/>
              <a:rect l="l" t="t" r="r" b="b"/>
              <a:pathLst>
                <a:path w="596264" h="596264">
                  <a:moveTo>
                    <a:pt x="0" y="297942"/>
                  </a:moveTo>
                  <a:lnTo>
                    <a:pt x="3898" y="249603"/>
                  </a:lnTo>
                  <a:lnTo>
                    <a:pt x="15185" y="203752"/>
                  </a:lnTo>
                  <a:lnTo>
                    <a:pt x="33247" y="161001"/>
                  </a:lnTo>
                  <a:lnTo>
                    <a:pt x="57473" y="121962"/>
                  </a:lnTo>
                  <a:lnTo>
                    <a:pt x="87249" y="87249"/>
                  </a:lnTo>
                  <a:lnTo>
                    <a:pt x="121962" y="57473"/>
                  </a:lnTo>
                  <a:lnTo>
                    <a:pt x="161001" y="33247"/>
                  </a:lnTo>
                  <a:lnTo>
                    <a:pt x="203752" y="15185"/>
                  </a:lnTo>
                  <a:lnTo>
                    <a:pt x="249603" y="3898"/>
                  </a:lnTo>
                  <a:lnTo>
                    <a:pt x="297942" y="0"/>
                  </a:lnTo>
                  <a:lnTo>
                    <a:pt x="346280" y="3898"/>
                  </a:lnTo>
                  <a:lnTo>
                    <a:pt x="392131" y="15185"/>
                  </a:lnTo>
                  <a:lnTo>
                    <a:pt x="434882" y="33247"/>
                  </a:lnTo>
                  <a:lnTo>
                    <a:pt x="473921" y="57473"/>
                  </a:lnTo>
                  <a:lnTo>
                    <a:pt x="508635" y="87249"/>
                  </a:lnTo>
                  <a:lnTo>
                    <a:pt x="538410" y="121962"/>
                  </a:lnTo>
                  <a:lnTo>
                    <a:pt x="562636" y="161001"/>
                  </a:lnTo>
                  <a:lnTo>
                    <a:pt x="580698" y="203752"/>
                  </a:lnTo>
                  <a:lnTo>
                    <a:pt x="591985" y="249603"/>
                  </a:lnTo>
                  <a:lnTo>
                    <a:pt x="595884" y="297942"/>
                  </a:lnTo>
                  <a:lnTo>
                    <a:pt x="591985" y="346280"/>
                  </a:lnTo>
                  <a:lnTo>
                    <a:pt x="580698" y="392131"/>
                  </a:lnTo>
                  <a:lnTo>
                    <a:pt x="562636" y="434882"/>
                  </a:lnTo>
                  <a:lnTo>
                    <a:pt x="538410" y="473921"/>
                  </a:lnTo>
                  <a:lnTo>
                    <a:pt x="508635" y="508635"/>
                  </a:lnTo>
                  <a:lnTo>
                    <a:pt x="473921" y="538410"/>
                  </a:lnTo>
                  <a:lnTo>
                    <a:pt x="434882" y="562636"/>
                  </a:lnTo>
                  <a:lnTo>
                    <a:pt x="392131" y="580698"/>
                  </a:lnTo>
                  <a:lnTo>
                    <a:pt x="346280" y="591985"/>
                  </a:lnTo>
                  <a:lnTo>
                    <a:pt x="297942" y="595884"/>
                  </a:lnTo>
                  <a:lnTo>
                    <a:pt x="249603" y="591985"/>
                  </a:lnTo>
                  <a:lnTo>
                    <a:pt x="203752" y="580698"/>
                  </a:lnTo>
                  <a:lnTo>
                    <a:pt x="161001" y="562636"/>
                  </a:lnTo>
                  <a:lnTo>
                    <a:pt x="121962" y="538410"/>
                  </a:lnTo>
                  <a:lnTo>
                    <a:pt x="87248" y="508635"/>
                  </a:lnTo>
                  <a:lnTo>
                    <a:pt x="57473" y="473921"/>
                  </a:lnTo>
                  <a:lnTo>
                    <a:pt x="33247" y="434882"/>
                  </a:lnTo>
                  <a:lnTo>
                    <a:pt x="15185" y="392131"/>
                  </a:lnTo>
                  <a:lnTo>
                    <a:pt x="3898" y="346280"/>
                  </a:lnTo>
                  <a:lnTo>
                    <a:pt x="0" y="297942"/>
                  </a:lnTo>
                  <a:close/>
                </a:path>
              </a:pathLst>
            </a:custGeom>
            <a:ln w="3810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9">
              <a:extLst>
                <a:ext uri="{FF2B5EF4-FFF2-40B4-BE49-F238E27FC236}">
                  <a16:creationId xmlns:a16="http://schemas.microsoft.com/office/drawing/2014/main" id="{C0B3921E-8942-A04A-BB28-AD76892A2D1B}"/>
                </a:ext>
              </a:extLst>
            </p:cNvPr>
            <p:cNvSpPr/>
            <p:nvPr/>
          </p:nvSpPr>
          <p:spPr>
            <a:xfrm>
              <a:off x="3754374" y="3840479"/>
              <a:ext cx="596265" cy="596265"/>
            </a:xfrm>
            <a:custGeom>
              <a:avLst/>
              <a:gdLst/>
              <a:ahLst/>
              <a:cxnLst/>
              <a:rect l="l" t="t" r="r" b="b"/>
              <a:pathLst>
                <a:path w="596264" h="596264">
                  <a:moveTo>
                    <a:pt x="297941" y="0"/>
                  </a:moveTo>
                  <a:lnTo>
                    <a:pt x="249603" y="3898"/>
                  </a:lnTo>
                  <a:lnTo>
                    <a:pt x="203752" y="15185"/>
                  </a:lnTo>
                  <a:lnTo>
                    <a:pt x="161001" y="33247"/>
                  </a:lnTo>
                  <a:lnTo>
                    <a:pt x="121962" y="57473"/>
                  </a:lnTo>
                  <a:lnTo>
                    <a:pt x="87248" y="87249"/>
                  </a:lnTo>
                  <a:lnTo>
                    <a:pt x="57473" y="121962"/>
                  </a:lnTo>
                  <a:lnTo>
                    <a:pt x="33247" y="161001"/>
                  </a:lnTo>
                  <a:lnTo>
                    <a:pt x="15185" y="203752"/>
                  </a:lnTo>
                  <a:lnTo>
                    <a:pt x="3898" y="249603"/>
                  </a:lnTo>
                  <a:lnTo>
                    <a:pt x="0" y="297942"/>
                  </a:lnTo>
                  <a:lnTo>
                    <a:pt x="3898" y="346280"/>
                  </a:lnTo>
                  <a:lnTo>
                    <a:pt x="15185" y="392131"/>
                  </a:lnTo>
                  <a:lnTo>
                    <a:pt x="33247" y="434882"/>
                  </a:lnTo>
                  <a:lnTo>
                    <a:pt x="57473" y="473921"/>
                  </a:lnTo>
                  <a:lnTo>
                    <a:pt x="87249" y="508635"/>
                  </a:lnTo>
                  <a:lnTo>
                    <a:pt x="121962" y="538410"/>
                  </a:lnTo>
                  <a:lnTo>
                    <a:pt x="161001" y="562636"/>
                  </a:lnTo>
                  <a:lnTo>
                    <a:pt x="203752" y="580698"/>
                  </a:lnTo>
                  <a:lnTo>
                    <a:pt x="249603" y="591985"/>
                  </a:lnTo>
                  <a:lnTo>
                    <a:pt x="297941" y="595884"/>
                  </a:lnTo>
                  <a:lnTo>
                    <a:pt x="346280" y="591985"/>
                  </a:lnTo>
                  <a:lnTo>
                    <a:pt x="392131" y="580698"/>
                  </a:lnTo>
                  <a:lnTo>
                    <a:pt x="434882" y="562636"/>
                  </a:lnTo>
                  <a:lnTo>
                    <a:pt x="473921" y="538410"/>
                  </a:lnTo>
                  <a:lnTo>
                    <a:pt x="508635" y="508635"/>
                  </a:lnTo>
                  <a:lnTo>
                    <a:pt x="538410" y="473921"/>
                  </a:lnTo>
                  <a:lnTo>
                    <a:pt x="562636" y="434882"/>
                  </a:lnTo>
                  <a:lnTo>
                    <a:pt x="580698" y="392131"/>
                  </a:lnTo>
                  <a:lnTo>
                    <a:pt x="591985" y="346280"/>
                  </a:lnTo>
                  <a:lnTo>
                    <a:pt x="595884" y="297942"/>
                  </a:lnTo>
                  <a:lnTo>
                    <a:pt x="591985" y="249603"/>
                  </a:lnTo>
                  <a:lnTo>
                    <a:pt x="580698" y="203752"/>
                  </a:lnTo>
                  <a:lnTo>
                    <a:pt x="562636" y="161001"/>
                  </a:lnTo>
                  <a:lnTo>
                    <a:pt x="538410" y="121962"/>
                  </a:lnTo>
                  <a:lnTo>
                    <a:pt x="508635" y="87249"/>
                  </a:lnTo>
                  <a:lnTo>
                    <a:pt x="473921" y="57473"/>
                  </a:lnTo>
                  <a:lnTo>
                    <a:pt x="434882" y="33247"/>
                  </a:lnTo>
                  <a:lnTo>
                    <a:pt x="392131" y="15185"/>
                  </a:lnTo>
                  <a:lnTo>
                    <a:pt x="346280" y="3898"/>
                  </a:lnTo>
                  <a:lnTo>
                    <a:pt x="297941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10">
              <a:extLst>
                <a:ext uri="{FF2B5EF4-FFF2-40B4-BE49-F238E27FC236}">
                  <a16:creationId xmlns:a16="http://schemas.microsoft.com/office/drawing/2014/main" id="{81EC4F70-CC84-D842-8B82-6161FB859942}"/>
                </a:ext>
              </a:extLst>
            </p:cNvPr>
            <p:cNvSpPr/>
            <p:nvPr/>
          </p:nvSpPr>
          <p:spPr>
            <a:xfrm>
              <a:off x="3754374" y="3840479"/>
              <a:ext cx="596265" cy="596265"/>
            </a:xfrm>
            <a:custGeom>
              <a:avLst/>
              <a:gdLst/>
              <a:ahLst/>
              <a:cxnLst/>
              <a:rect l="l" t="t" r="r" b="b"/>
              <a:pathLst>
                <a:path w="596264" h="596264">
                  <a:moveTo>
                    <a:pt x="0" y="297942"/>
                  </a:moveTo>
                  <a:lnTo>
                    <a:pt x="3898" y="249603"/>
                  </a:lnTo>
                  <a:lnTo>
                    <a:pt x="15185" y="203752"/>
                  </a:lnTo>
                  <a:lnTo>
                    <a:pt x="33247" y="161001"/>
                  </a:lnTo>
                  <a:lnTo>
                    <a:pt x="57473" y="121962"/>
                  </a:lnTo>
                  <a:lnTo>
                    <a:pt x="87248" y="87249"/>
                  </a:lnTo>
                  <a:lnTo>
                    <a:pt x="121962" y="57473"/>
                  </a:lnTo>
                  <a:lnTo>
                    <a:pt x="161001" y="33247"/>
                  </a:lnTo>
                  <a:lnTo>
                    <a:pt x="203752" y="15185"/>
                  </a:lnTo>
                  <a:lnTo>
                    <a:pt x="249603" y="3898"/>
                  </a:lnTo>
                  <a:lnTo>
                    <a:pt x="297941" y="0"/>
                  </a:lnTo>
                  <a:lnTo>
                    <a:pt x="346280" y="3898"/>
                  </a:lnTo>
                  <a:lnTo>
                    <a:pt x="392131" y="15185"/>
                  </a:lnTo>
                  <a:lnTo>
                    <a:pt x="434882" y="33247"/>
                  </a:lnTo>
                  <a:lnTo>
                    <a:pt x="473921" y="57473"/>
                  </a:lnTo>
                  <a:lnTo>
                    <a:pt x="508635" y="87249"/>
                  </a:lnTo>
                  <a:lnTo>
                    <a:pt x="538410" y="121962"/>
                  </a:lnTo>
                  <a:lnTo>
                    <a:pt x="562636" y="161001"/>
                  </a:lnTo>
                  <a:lnTo>
                    <a:pt x="580698" y="203752"/>
                  </a:lnTo>
                  <a:lnTo>
                    <a:pt x="591985" y="249603"/>
                  </a:lnTo>
                  <a:lnTo>
                    <a:pt x="595884" y="297942"/>
                  </a:lnTo>
                  <a:lnTo>
                    <a:pt x="591985" y="346280"/>
                  </a:lnTo>
                  <a:lnTo>
                    <a:pt x="580698" y="392131"/>
                  </a:lnTo>
                  <a:lnTo>
                    <a:pt x="562636" y="434882"/>
                  </a:lnTo>
                  <a:lnTo>
                    <a:pt x="538410" y="473921"/>
                  </a:lnTo>
                  <a:lnTo>
                    <a:pt x="508635" y="508635"/>
                  </a:lnTo>
                  <a:lnTo>
                    <a:pt x="473921" y="538410"/>
                  </a:lnTo>
                  <a:lnTo>
                    <a:pt x="434882" y="562636"/>
                  </a:lnTo>
                  <a:lnTo>
                    <a:pt x="392131" y="580698"/>
                  </a:lnTo>
                  <a:lnTo>
                    <a:pt x="346280" y="591985"/>
                  </a:lnTo>
                  <a:lnTo>
                    <a:pt x="297941" y="595884"/>
                  </a:lnTo>
                  <a:lnTo>
                    <a:pt x="249603" y="591985"/>
                  </a:lnTo>
                  <a:lnTo>
                    <a:pt x="203752" y="580698"/>
                  </a:lnTo>
                  <a:lnTo>
                    <a:pt x="161001" y="562636"/>
                  </a:lnTo>
                  <a:lnTo>
                    <a:pt x="121962" y="538410"/>
                  </a:lnTo>
                  <a:lnTo>
                    <a:pt x="87249" y="508635"/>
                  </a:lnTo>
                  <a:lnTo>
                    <a:pt x="57473" y="473921"/>
                  </a:lnTo>
                  <a:lnTo>
                    <a:pt x="33247" y="434882"/>
                  </a:lnTo>
                  <a:lnTo>
                    <a:pt x="15185" y="392131"/>
                  </a:lnTo>
                  <a:lnTo>
                    <a:pt x="3898" y="346280"/>
                  </a:lnTo>
                  <a:lnTo>
                    <a:pt x="0" y="297942"/>
                  </a:lnTo>
                  <a:close/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11">
            <a:extLst>
              <a:ext uri="{FF2B5EF4-FFF2-40B4-BE49-F238E27FC236}">
                <a16:creationId xmlns:a16="http://schemas.microsoft.com/office/drawing/2014/main" id="{B81211D2-D7FF-E548-8741-318AB4BF350F}"/>
              </a:ext>
            </a:extLst>
          </p:cNvPr>
          <p:cNvSpPr txBox="1"/>
          <p:nvPr/>
        </p:nvSpPr>
        <p:spPr>
          <a:xfrm>
            <a:off x="3908552" y="3932428"/>
            <a:ext cx="2108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𝒃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35" name="object 12">
            <a:extLst>
              <a:ext uri="{FF2B5EF4-FFF2-40B4-BE49-F238E27FC236}">
                <a16:creationId xmlns:a16="http://schemas.microsoft.com/office/drawing/2014/main" id="{A3F8CAAE-305E-8E47-B02B-5D42526B59FD}"/>
              </a:ext>
            </a:extLst>
          </p:cNvPr>
          <p:cNvGrpSpPr/>
          <p:nvPr/>
        </p:nvGrpSpPr>
        <p:grpSpPr>
          <a:xfrm>
            <a:off x="2169414" y="5455920"/>
            <a:ext cx="634365" cy="634365"/>
            <a:chOff x="2169414" y="5455920"/>
            <a:chExt cx="634365" cy="634365"/>
          </a:xfrm>
        </p:grpSpPr>
        <p:sp>
          <p:nvSpPr>
            <p:cNvPr id="36" name="object 13">
              <a:extLst>
                <a:ext uri="{FF2B5EF4-FFF2-40B4-BE49-F238E27FC236}">
                  <a16:creationId xmlns:a16="http://schemas.microsoft.com/office/drawing/2014/main" id="{FA25DCDC-834E-584E-85FD-CABDBCDC6376}"/>
                </a:ext>
              </a:extLst>
            </p:cNvPr>
            <p:cNvSpPr/>
            <p:nvPr/>
          </p:nvSpPr>
          <p:spPr>
            <a:xfrm>
              <a:off x="2188464" y="5474970"/>
              <a:ext cx="596265" cy="596265"/>
            </a:xfrm>
            <a:custGeom>
              <a:avLst/>
              <a:gdLst/>
              <a:ahLst/>
              <a:cxnLst/>
              <a:rect l="l" t="t" r="r" b="b"/>
              <a:pathLst>
                <a:path w="596264" h="596264">
                  <a:moveTo>
                    <a:pt x="297942" y="0"/>
                  </a:moveTo>
                  <a:lnTo>
                    <a:pt x="249603" y="3899"/>
                  </a:lnTo>
                  <a:lnTo>
                    <a:pt x="203752" y="15188"/>
                  </a:lnTo>
                  <a:lnTo>
                    <a:pt x="161001" y="33254"/>
                  </a:lnTo>
                  <a:lnTo>
                    <a:pt x="121962" y="57484"/>
                  </a:lnTo>
                  <a:lnTo>
                    <a:pt x="87249" y="87263"/>
                  </a:lnTo>
                  <a:lnTo>
                    <a:pt x="57473" y="121979"/>
                  </a:lnTo>
                  <a:lnTo>
                    <a:pt x="33247" y="161018"/>
                  </a:lnTo>
                  <a:lnTo>
                    <a:pt x="15185" y="203767"/>
                  </a:lnTo>
                  <a:lnTo>
                    <a:pt x="3898" y="249613"/>
                  </a:lnTo>
                  <a:lnTo>
                    <a:pt x="0" y="297941"/>
                  </a:lnTo>
                  <a:lnTo>
                    <a:pt x="3898" y="346270"/>
                  </a:lnTo>
                  <a:lnTo>
                    <a:pt x="15185" y="392116"/>
                  </a:lnTo>
                  <a:lnTo>
                    <a:pt x="33247" y="434865"/>
                  </a:lnTo>
                  <a:lnTo>
                    <a:pt x="57473" y="473904"/>
                  </a:lnTo>
                  <a:lnTo>
                    <a:pt x="87248" y="508620"/>
                  </a:lnTo>
                  <a:lnTo>
                    <a:pt x="121962" y="538399"/>
                  </a:lnTo>
                  <a:lnTo>
                    <a:pt x="161001" y="562629"/>
                  </a:lnTo>
                  <a:lnTo>
                    <a:pt x="203752" y="580695"/>
                  </a:lnTo>
                  <a:lnTo>
                    <a:pt x="249603" y="591984"/>
                  </a:lnTo>
                  <a:lnTo>
                    <a:pt x="297942" y="595883"/>
                  </a:lnTo>
                  <a:lnTo>
                    <a:pt x="346280" y="591984"/>
                  </a:lnTo>
                  <a:lnTo>
                    <a:pt x="392131" y="580695"/>
                  </a:lnTo>
                  <a:lnTo>
                    <a:pt x="434882" y="562629"/>
                  </a:lnTo>
                  <a:lnTo>
                    <a:pt x="473921" y="538399"/>
                  </a:lnTo>
                  <a:lnTo>
                    <a:pt x="508635" y="508620"/>
                  </a:lnTo>
                  <a:lnTo>
                    <a:pt x="538410" y="473904"/>
                  </a:lnTo>
                  <a:lnTo>
                    <a:pt x="562636" y="434865"/>
                  </a:lnTo>
                  <a:lnTo>
                    <a:pt x="580698" y="392116"/>
                  </a:lnTo>
                  <a:lnTo>
                    <a:pt x="591985" y="346270"/>
                  </a:lnTo>
                  <a:lnTo>
                    <a:pt x="595884" y="297941"/>
                  </a:lnTo>
                  <a:lnTo>
                    <a:pt x="591985" y="249613"/>
                  </a:lnTo>
                  <a:lnTo>
                    <a:pt x="580698" y="203767"/>
                  </a:lnTo>
                  <a:lnTo>
                    <a:pt x="562636" y="161018"/>
                  </a:lnTo>
                  <a:lnTo>
                    <a:pt x="538410" y="121979"/>
                  </a:lnTo>
                  <a:lnTo>
                    <a:pt x="508635" y="87263"/>
                  </a:lnTo>
                  <a:lnTo>
                    <a:pt x="473921" y="57484"/>
                  </a:lnTo>
                  <a:lnTo>
                    <a:pt x="434882" y="33254"/>
                  </a:lnTo>
                  <a:lnTo>
                    <a:pt x="392131" y="15188"/>
                  </a:lnTo>
                  <a:lnTo>
                    <a:pt x="346280" y="3899"/>
                  </a:lnTo>
                  <a:lnTo>
                    <a:pt x="297942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14">
              <a:extLst>
                <a:ext uri="{FF2B5EF4-FFF2-40B4-BE49-F238E27FC236}">
                  <a16:creationId xmlns:a16="http://schemas.microsoft.com/office/drawing/2014/main" id="{64B52323-940D-314D-9C41-C071420C93FA}"/>
                </a:ext>
              </a:extLst>
            </p:cNvPr>
            <p:cNvSpPr/>
            <p:nvPr/>
          </p:nvSpPr>
          <p:spPr>
            <a:xfrm>
              <a:off x="2188464" y="5474970"/>
              <a:ext cx="596265" cy="596265"/>
            </a:xfrm>
            <a:custGeom>
              <a:avLst/>
              <a:gdLst/>
              <a:ahLst/>
              <a:cxnLst/>
              <a:rect l="l" t="t" r="r" b="b"/>
              <a:pathLst>
                <a:path w="596264" h="596264">
                  <a:moveTo>
                    <a:pt x="0" y="297941"/>
                  </a:moveTo>
                  <a:lnTo>
                    <a:pt x="3898" y="249613"/>
                  </a:lnTo>
                  <a:lnTo>
                    <a:pt x="15185" y="203767"/>
                  </a:lnTo>
                  <a:lnTo>
                    <a:pt x="33247" y="161018"/>
                  </a:lnTo>
                  <a:lnTo>
                    <a:pt x="57473" y="121979"/>
                  </a:lnTo>
                  <a:lnTo>
                    <a:pt x="87249" y="87263"/>
                  </a:lnTo>
                  <a:lnTo>
                    <a:pt x="121962" y="57484"/>
                  </a:lnTo>
                  <a:lnTo>
                    <a:pt x="161001" y="33254"/>
                  </a:lnTo>
                  <a:lnTo>
                    <a:pt x="203752" y="15188"/>
                  </a:lnTo>
                  <a:lnTo>
                    <a:pt x="249603" y="3899"/>
                  </a:lnTo>
                  <a:lnTo>
                    <a:pt x="297942" y="0"/>
                  </a:lnTo>
                  <a:lnTo>
                    <a:pt x="346280" y="3899"/>
                  </a:lnTo>
                  <a:lnTo>
                    <a:pt x="392131" y="15188"/>
                  </a:lnTo>
                  <a:lnTo>
                    <a:pt x="434882" y="33254"/>
                  </a:lnTo>
                  <a:lnTo>
                    <a:pt x="473921" y="57484"/>
                  </a:lnTo>
                  <a:lnTo>
                    <a:pt x="508635" y="87263"/>
                  </a:lnTo>
                  <a:lnTo>
                    <a:pt x="538410" y="121979"/>
                  </a:lnTo>
                  <a:lnTo>
                    <a:pt x="562636" y="161018"/>
                  </a:lnTo>
                  <a:lnTo>
                    <a:pt x="580698" y="203767"/>
                  </a:lnTo>
                  <a:lnTo>
                    <a:pt x="591985" y="249613"/>
                  </a:lnTo>
                  <a:lnTo>
                    <a:pt x="595884" y="297941"/>
                  </a:lnTo>
                  <a:lnTo>
                    <a:pt x="591985" y="346270"/>
                  </a:lnTo>
                  <a:lnTo>
                    <a:pt x="580698" y="392116"/>
                  </a:lnTo>
                  <a:lnTo>
                    <a:pt x="562636" y="434865"/>
                  </a:lnTo>
                  <a:lnTo>
                    <a:pt x="538410" y="473904"/>
                  </a:lnTo>
                  <a:lnTo>
                    <a:pt x="508635" y="508620"/>
                  </a:lnTo>
                  <a:lnTo>
                    <a:pt x="473921" y="538399"/>
                  </a:lnTo>
                  <a:lnTo>
                    <a:pt x="434882" y="562629"/>
                  </a:lnTo>
                  <a:lnTo>
                    <a:pt x="392131" y="580695"/>
                  </a:lnTo>
                  <a:lnTo>
                    <a:pt x="346280" y="591984"/>
                  </a:lnTo>
                  <a:lnTo>
                    <a:pt x="297942" y="595883"/>
                  </a:lnTo>
                  <a:lnTo>
                    <a:pt x="249603" y="591984"/>
                  </a:lnTo>
                  <a:lnTo>
                    <a:pt x="203752" y="580695"/>
                  </a:lnTo>
                  <a:lnTo>
                    <a:pt x="161001" y="562629"/>
                  </a:lnTo>
                  <a:lnTo>
                    <a:pt x="121962" y="538399"/>
                  </a:lnTo>
                  <a:lnTo>
                    <a:pt x="87248" y="508620"/>
                  </a:lnTo>
                  <a:lnTo>
                    <a:pt x="57473" y="473904"/>
                  </a:lnTo>
                  <a:lnTo>
                    <a:pt x="33247" y="434865"/>
                  </a:lnTo>
                  <a:lnTo>
                    <a:pt x="15185" y="392116"/>
                  </a:lnTo>
                  <a:lnTo>
                    <a:pt x="3898" y="346270"/>
                  </a:lnTo>
                  <a:lnTo>
                    <a:pt x="0" y="297941"/>
                  </a:lnTo>
                  <a:close/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15">
            <a:extLst>
              <a:ext uri="{FF2B5EF4-FFF2-40B4-BE49-F238E27FC236}">
                <a16:creationId xmlns:a16="http://schemas.microsoft.com/office/drawing/2014/main" id="{B91AEEB9-0B2C-9A4D-8500-EEC89E5A0E67}"/>
              </a:ext>
            </a:extLst>
          </p:cNvPr>
          <p:cNvSpPr txBox="1"/>
          <p:nvPr/>
        </p:nvSpPr>
        <p:spPr>
          <a:xfrm>
            <a:off x="2337307" y="5567426"/>
            <a:ext cx="2216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𝒅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9" name="object 16">
            <a:extLst>
              <a:ext uri="{FF2B5EF4-FFF2-40B4-BE49-F238E27FC236}">
                <a16:creationId xmlns:a16="http://schemas.microsoft.com/office/drawing/2014/main" id="{BD257FBD-380D-274F-837B-09E2DEC00777}"/>
              </a:ext>
            </a:extLst>
          </p:cNvPr>
          <p:cNvSpPr/>
          <p:nvPr/>
        </p:nvSpPr>
        <p:spPr>
          <a:xfrm>
            <a:off x="5022341" y="4642865"/>
            <a:ext cx="596265" cy="596265"/>
          </a:xfrm>
          <a:custGeom>
            <a:avLst/>
            <a:gdLst/>
            <a:ahLst/>
            <a:cxnLst/>
            <a:rect l="l" t="t" r="r" b="b"/>
            <a:pathLst>
              <a:path w="596264" h="596264">
                <a:moveTo>
                  <a:pt x="0" y="297941"/>
                </a:moveTo>
                <a:lnTo>
                  <a:pt x="3898" y="249603"/>
                </a:lnTo>
                <a:lnTo>
                  <a:pt x="15185" y="203752"/>
                </a:lnTo>
                <a:lnTo>
                  <a:pt x="33247" y="161001"/>
                </a:lnTo>
                <a:lnTo>
                  <a:pt x="57473" y="121962"/>
                </a:lnTo>
                <a:lnTo>
                  <a:pt x="87248" y="87248"/>
                </a:lnTo>
                <a:lnTo>
                  <a:pt x="121962" y="57473"/>
                </a:lnTo>
                <a:lnTo>
                  <a:pt x="161001" y="33247"/>
                </a:lnTo>
                <a:lnTo>
                  <a:pt x="203752" y="15185"/>
                </a:lnTo>
                <a:lnTo>
                  <a:pt x="249603" y="3898"/>
                </a:lnTo>
                <a:lnTo>
                  <a:pt x="297942" y="0"/>
                </a:lnTo>
                <a:lnTo>
                  <a:pt x="346280" y="3898"/>
                </a:lnTo>
                <a:lnTo>
                  <a:pt x="392131" y="15185"/>
                </a:lnTo>
                <a:lnTo>
                  <a:pt x="434882" y="33247"/>
                </a:lnTo>
                <a:lnTo>
                  <a:pt x="473921" y="57473"/>
                </a:lnTo>
                <a:lnTo>
                  <a:pt x="508635" y="87248"/>
                </a:lnTo>
                <a:lnTo>
                  <a:pt x="538410" y="121962"/>
                </a:lnTo>
                <a:lnTo>
                  <a:pt x="562636" y="161001"/>
                </a:lnTo>
                <a:lnTo>
                  <a:pt x="580698" y="203752"/>
                </a:lnTo>
                <a:lnTo>
                  <a:pt x="591985" y="249603"/>
                </a:lnTo>
                <a:lnTo>
                  <a:pt x="595884" y="297941"/>
                </a:lnTo>
                <a:lnTo>
                  <a:pt x="591985" y="346280"/>
                </a:lnTo>
                <a:lnTo>
                  <a:pt x="580698" y="392131"/>
                </a:lnTo>
                <a:lnTo>
                  <a:pt x="562636" y="434882"/>
                </a:lnTo>
                <a:lnTo>
                  <a:pt x="538410" y="473921"/>
                </a:lnTo>
                <a:lnTo>
                  <a:pt x="508635" y="508634"/>
                </a:lnTo>
                <a:lnTo>
                  <a:pt x="473921" y="538410"/>
                </a:lnTo>
                <a:lnTo>
                  <a:pt x="434882" y="562636"/>
                </a:lnTo>
                <a:lnTo>
                  <a:pt x="392131" y="580698"/>
                </a:lnTo>
                <a:lnTo>
                  <a:pt x="346280" y="591985"/>
                </a:lnTo>
                <a:lnTo>
                  <a:pt x="297942" y="595883"/>
                </a:lnTo>
                <a:lnTo>
                  <a:pt x="249603" y="591985"/>
                </a:lnTo>
                <a:lnTo>
                  <a:pt x="203752" y="580698"/>
                </a:lnTo>
                <a:lnTo>
                  <a:pt x="161001" y="562636"/>
                </a:lnTo>
                <a:lnTo>
                  <a:pt x="121962" y="538410"/>
                </a:lnTo>
                <a:lnTo>
                  <a:pt x="87249" y="508634"/>
                </a:lnTo>
                <a:lnTo>
                  <a:pt x="57473" y="473921"/>
                </a:lnTo>
                <a:lnTo>
                  <a:pt x="33247" y="434882"/>
                </a:lnTo>
                <a:lnTo>
                  <a:pt x="15185" y="392131"/>
                </a:lnTo>
                <a:lnTo>
                  <a:pt x="3898" y="346280"/>
                </a:lnTo>
                <a:lnTo>
                  <a:pt x="0" y="297941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17">
            <a:extLst>
              <a:ext uri="{FF2B5EF4-FFF2-40B4-BE49-F238E27FC236}">
                <a16:creationId xmlns:a16="http://schemas.microsoft.com/office/drawing/2014/main" id="{EE1BAA81-9FA3-B144-8DE1-17A528A2C6FC}"/>
              </a:ext>
            </a:extLst>
          </p:cNvPr>
          <p:cNvSpPr txBox="1"/>
          <p:nvPr/>
        </p:nvSpPr>
        <p:spPr>
          <a:xfrm>
            <a:off x="5192521" y="4735067"/>
            <a:ext cx="1797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𝒄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41" name="object 18">
            <a:extLst>
              <a:ext uri="{FF2B5EF4-FFF2-40B4-BE49-F238E27FC236}">
                <a16:creationId xmlns:a16="http://schemas.microsoft.com/office/drawing/2014/main" id="{F50B1F23-B24B-F942-A1DC-6D2CE0E58D74}"/>
              </a:ext>
            </a:extLst>
          </p:cNvPr>
          <p:cNvGrpSpPr/>
          <p:nvPr/>
        </p:nvGrpSpPr>
        <p:grpSpPr>
          <a:xfrm>
            <a:off x="2467355" y="4119371"/>
            <a:ext cx="2661285" cy="1971039"/>
            <a:chOff x="2467355" y="4119371"/>
            <a:chExt cx="2661285" cy="1971039"/>
          </a:xfrm>
        </p:grpSpPr>
        <p:sp>
          <p:nvSpPr>
            <p:cNvPr id="42" name="object 19">
              <a:extLst>
                <a:ext uri="{FF2B5EF4-FFF2-40B4-BE49-F238E27FC236}">
                  <a16:creationId xmlns:a16="http://schemas.microsoft.com/office/drawing/2014/main" id="{4837EA64-D6F4-5247-BFCF-BE23EE32378F}"/>
                </a:ext>
              </a:extLst>
            </p:cNvPr>
            <p:cNvSpPr/>
            <p:nvPr/>
          </p:nvSpPr>
          <p:spPr>
            <a:xfrm>
              <a:off x="2486405" y="4138421"/>
              <a:ext cx="1268095" cy="1337310"/>
            </a:xfrm>
            <a:custGeom>
              <a:avLst/>
              <a:gdLst/>
              <a:ahLst/>
              <a:cxnLst/>
              <a:rect l="l" t="t" r="r" b="b"/>
              <a:pathLst>
                <a:path w="1268095" h="1337310">
                  <a:moveTo>
                    <a:pt x="297942" y="0"/>
                  </a:moveTo>
                  <a:lnTo>
                    <a:pt x="1267841" y="0"/>
                  </a:lnTo>
                </a:path>
                <a:path w="1268095" h="1337310">
                  <a:moveTo>
                    <a:pt x="0" y="297941"/>
                  </a:moveTo>
                  <a:lnTo>
                    <a:pt x="0" y="1336802"/>
                  </a:lnTo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20">
              <a:extLst>
                <a:ext uri="{FF2B5EF4-FFF2-40B4-BE49-F238E27FC236}">
                  <a16:creationId xmlns:a16="http://schemas.microsoft.com/office/drawing/2014/main" id="{64851EE6-C0DE-EA48-BC02-7D52CAB5FB1A}"/>
                </a:ext>
              </a:extLst>
            </p:cNvPr>
            <p:cNvSpPr/>
            <p:nvPr/>
          </p:nvSpPr>
          <p:spPr>
            <a:xfrm>
              <a:off x="2697479" y="4138421"/>
              <a:ext cx="2412365" cy="1932939"/>
            </a:xfrm>
            <a:custGeom>
              <a:avLst/>
              <a:gdLst/>
              <a:ahLst/>
              <a:cxnLst/>
              <a:rect l="l" t="t" r="r" b="b"/>
              <a:pathLst>
                <a:path w="2412365" h="1932939">
                  <a:moveTo>
                    <a:pt x="1144396" y="210311"/>
                  </a:moveTo>
                  <a:lnTo>
                    <a:pt x="0" y="1423796"/>
                  </a:lnTo>
                </a:path>
                <a:path w="2412365" h="1932939">
                  <a:moveTo>
                    <a:pt x="2411857" y="1013459"/>
                  </a:moveTo>
                  <a:lnTo>
                    <a:pt x="1652778" y="1634934"/>
                  </a:lnTo>
                </a:path>
                <a:path w="2412365" h="1932939">
                  <a:moveTo>
                    <a:pt x="1354835" y="282701"/>
                  </a:moveTo>
                  <a:lnTo>
                    <a:pt x="1354835" y="1321561"/>
                  </a:lnTo>
                </a:path>
                <a:path w="2412365" h="1932939">
                  <a:moveTo>
                    <a:pt x="1652778" y="0"/>
                  </a:moveTo>
                  <a:lnTo>
                    <a:pt x="2411857" y="591946"/>
                  </a:lnTo>
                </a:path>
                <a:path w="2412365" h="1932939">
                  <a:moveTo>
                    <a:pt x="1056894" y="1634489"/>
                  </a:moveTo>
                  <a:lnTo>
                    <a:pt x="1060792" y="1586161"/>
                  </a:lnTo>
                  <a:lnTo>
                    <a:pt x="1072079" y="1540315"/>
                  </a:lnTo>
                  <a:lnTo>
                    <a:pt x="1090141" y="1497566"/>
                  </a:lnTo>
                  <a:lnTo>
                    <a:pt x="1114367" y="1458527"/>
                  </a:lnTo>
                  <a:lnTo>
                    <a:pt x="1144142" y="1423811"/>
                  </a:lnTo>
                  <a:lnTo>
                    <a:pt x="1178856" y="1394032"/>
                  </a:lnTo>
                  <a:lnTo>
                    <a:pt x="1217895" y="1369802"/>
                  </a:lnTo>
                  <a:lnTo>
                    <a:pt x="1260646" y="1351736"/>
                  </a:lnTo>
                  <a:lnTo>
                    <a:pt x="1306497" y="1340447"/>
                  </a:lnTo>
                  <a:lnTo>
                    <a:pt x="1354835" y="1336547"/>
                  </a:lnTo>
                  <a:lnTo>
                    <a:pt x="1403174" y="1340447"/>
                  </a:lnTo>
                  <a:lnTo>
                    <a:pt x="1449025" y="1351736"/>
                  </a:lnTo>
                  <a:lnTo>
                    <a:pt x="1491776" y="1369802"/>
                  </a:lnTo>
                  <a:lnTo>
                    <a:pt x="1530815" y="1394032"/>
                  </a:lnTo>
                  <a:lnTo>
                    <a:pt x="1565529" y="1423811"/>
                  </a:lnTo>
                  <a:lnTo>
                    <a:pt x="1595304" y="1458527"/>
                  </a:lnTo>
                  <a:lnTo>
                    <a:pt x="1619530" y="1497566"/>
                  </a:lnTo>
                  <a:lnTo>
                    <a:pt x="1637592" y="1540315"/>
                  </a:lnTo>
                  <a:lnTo>
                    <a:pt x="1648879" y="1586161"/>
                  </a:lnTo>
                  <a:lnTo>
                    <a:pt x="1652778" y="1634489"/>
                  </a:lnTo>
                  <a:lnTo>
                    <a:pt x="1648879" y="1682818"/>
                  </a:lnTo>
                  <a:lnTo>
                    <a:pt x="1637592" y="1728664"/>
                  </a:lnTo>
                  <a:lnTo>
                    <a:pt x="1619530" y="1771413"/>
                  </a:lnTo>
                  <a:lnTo>
                    <a:pt x="1595304" y="1810452"/>
                  </a:lnTo>
                  <a:lnTo>
                    <a:pt x="1565529" y="1845168"/>
                  </a:lnTo>
                  <a:lnTo>
                    <a:pt x="1530815" y="1874947"/>
                  </a:lnTo>
                  <a:lnTo>
                    <a:pt x="1491776" y="1899177"/>
                  </a:lnTo>
                  <a:lnTo>
                    <a:pt x="1449025" y="1917243"/>
                  </a:lnTo>
                  <a:lnTo>
                    <a:pt x="1403174" y="1928532"/>
                  </a:lnTo>
                  <a:lnTo>
                    <a:pt x="1354835" y="1932432"/>
                  </a:lnTo>
                  <a:lnTo>
                    <a:pt x="1306497" y="1928532"/>
                  </a:lnTo>
                  <a:lnTo>
                    <a:pt x="1260646" y="1917243"/>
                  </a:lnTo>
                  <a:lnTo>
                    <a:pt x="1217895" y="1899177"/>
                  </a:lnTo>
                  <a:lnTo>
                    <a:pt x="1178856" y="1874947"/>
                  </a:lnTo>
                  <a:lnTo>
                    <a:pt x="1144143" y="1845168"/>
                  </a:lnTo>
                  <a:lnTo>
                    <a:pt x="1114367" y="1810452"/>
                  </a:lnTo>
                  <a:lnTo>
                    <a:pt x="1090141" y="1771413"/>
                  </a:lnTo>
                  <a:lnTo>
                    <a:pt x="1072079" y="1728664"/>
                  </a:lnTo>
                  <a:lnTo>
                    <a:pt x="1060792" y="1682818"/>
                  </a:lnTo>
                  <a:lnTo>
                    <a:pt x="1056894" y="1634489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21">
            <a:extLst>
              <a:ext uri="{FF2B5EF4-FFF2-40B4-BE49-F238E27FC236}">
                <a16:creationId xmlns:a16="http://schemas.microsoft.com/office/drawing/2014/main" id="{9633E348-E850-894F-BF25-147BC3BE9FDD}"/>
              </a:ext>
            </a:extLst>
          </p:cNvPr>
          <p:cNvSpPr txBox="1"/>
          <p:nvPr/>
        </p:nvSpPr>
        <p:spPr>
          <a:xfrm>
            <a:off x="3916171" y="5567426"/>
            <a:ext cx="1974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𝒇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45" name="object 22">
            <a:extLst>
              <a:ext uri="{FF2B5EF4-FFF2-40B4-BE49-F238E27FC236}">
                <a16:creationId xmlns:a16="http://schemas.microsoft.com/office/drawing/2014/main" id="{7D80F952-448C-B54A-95F9-BB2A170610C6}"/>
              </a:ext>
            </a:extLst>
          </p:cNvPr>
          <p:cNvSpPr/>
          <p:nvPr/>
        </p:nvSpPr>
        <p:spPr>
          <a:xfrm>
            <a:off x="2784348" y="5772911"/>
            <a:ext cx="970280" cy="0"/>
          </a:xfrm>
          <a:custGeom>
            <a:avLst/>
            <a:gdLst/>
            <a:ahLst/>
            <a:cxnLst/>
            <a:rect l="l" t="t" r="r" b="b"/>
            <a:pathLst>
              <a:path w="970278">
                <a:moveTo>
                  <a:pt x="969899" y="0"/>
                </a:moveTo>
                <a:lnTo>
                  <a:pt x="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23">
            <a:extLst>
              <a:ext uri="{FF2B5EF4-FFF2-40B4-BE49-F238E27FC236}">
                <a16:creationId xmlns:a16="http://schemas.microsoft.com/office/drawing/2014/main" id="{6361C999-3B93-A04A-A37C-569E6D665107}"/>
              </a:ext>
            </a:extLst>
          </p:cNvPr>
          <p:cNvSpPr txBox="1"/>
          <p:nvPr/>
        </p:nvSpPr>
        <p:spPr>
          <a:xfrm>
            <a:off x="2341117" y="3231896"/>
            <a:ext cx="260985" cy="1092200"/>
          </a:xfrm>
          <a:prstGeom prst="rect">
            <a:avLst/>
          </a:prstGeom>
        </p:spPr>
        <p:txBody>
          <a:bodyPr vert="horz" wrap="square" lIns="0" tIns="179705" rIns="0" bIns="0" rtlCol="0">
            <a:spAutoFit/>
          </a:bodyPr>
          <a:lstStyle/>
          <a:p>
            <a:pPr marL="65405">
              <a:lnSpc>
                <a:spcPct val="100000"/>
              </a:lnSpc>
              <a:spcBef>
                <a:spcPts val="1415"/>
              </a:spcBef>
            </a:pPr>
            <a:r>
              <a:rPr sz="2400" spc="-50">
                <a:solidFill>
                  <a:srgbClr val="FF0000"/>
                </a:solidFill>
                <a:latin typeface="Cambria Math"/>
                <a:cs typeface="Cambria Math"/>
              </a:rPr>
              <a:t>𝟏</a:t>
            </a:r>
            <a:endParaRPr sz="24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sz="2400" spc="-50">
                <a:latin typeface="Cambria Math"/>
                <a:cs typeface="Cambria Math"/>
              </a:rPr>
              <a:t>𝒂</a:t>
            </a:r>
            <a:endParaRPr sz="2400">
              <a:latin typeface="Cambria Math"/>
              <a:cs typeface="Cambria Math"/>
            </a:endParaRPr>
          </a:p>
        </p:txBody>
      </p:sp>
      <p:graphicFrame>
        <p:nvGraphicFramePr>
          <p:cNvPr id="47" name="object 24">
            <a:extLst>
              <a:ext uri="{FF2B5EF4-FFF2-40B4-BE49-F238E27FC236}">
                <a16:creationId xmlns:a16="http://schemas.microsoft.com/office/drawing/2014/main" id="{54275027-0EB5-4C4F-9E78-65224D0E72F6}"/>
              </a:ext>
            </a:extLst>
          </p:cNvPr>
          <p:cNvGraphicFramePr>
            <a:graphicFrameLocks noGrp="1"/>
          </p:cNvGraphicFramePr>
          <p:nvPr/>
        </p:nvGraphicFramePr>
        <p:xfrm>
          <a:off x="7023481" y="2507335"/>
          <a:ext cx="3831588" cy="42189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473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73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73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73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73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737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4737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02615">
                <a:tc gridSpan="3">
                  <a:txBody>
                    <a:bodyPr/>
                    <a:lstStyle/>
                    <a:p>
                      <a:pPr marR="218440" algn="r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2000" spc="-50">
                          <a:latin typeface="Cambria Math"/>
                          <a:cs typeface="Cambria Math"/>
                        </a:rPr>
                        <a:t>𝒂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14097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20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𝒃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140970" marB="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R="54610" algn="ctr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2000" spc="-50">
                          <a:latin typeface="Cambria Math"/>
                          <a:cs typeface="Cambria Math"/>
                        </a:rPr>
                        <a:t>𝒄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14097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0020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20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𝒅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140970" marB="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170815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2000" spc="-50">
                          <a:latin typeface="Cambria Math"/>
                          <a:cs typeface="Cambria Math"/>
                        </a:rPr>
                        <a:t>𝒇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14097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26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2000" spc="-50">
                          <a:latin typeface="Cambria Math"/>
                          <a:cs typeface="Cambria Math"/>
                        </a:rPr>
                        <a:t>𝟏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1409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2000" spc="-50">
                          <a:latin typeface="Cambria Math"/>
                          <a:cs typeface="Cambria Math"/>
                        </a:rPr>
                        <a:t>𝟐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1409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3975" algn="ctr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2000" spc="-50">
                          <a:latin typeface="Cambria Math"/>
                          <a:cs typeface="Cambria Math"/>
                        </a:rPr>
                        <a:t>𝟑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1409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2000" spc="-50">
                          <a:latin typeface="Cambria Math"/>
                          <a:cs typeface="Cambria Math"/>
                        </a:rPr>
                        <a:t>𝟒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1409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2000" spc="-50">
                          <a:latin typeface="Cambria Math"/>
                          <a:cs typeface="Cambria Math"/>
                        </a:rPr>
                        <a:t>𝟓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1409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250">
                <a:tc>
                  <a:txBody>
                    <a:bodyPr/>
                    <a:lstStyle/>
                    <a:p>
                      <a:pPr marL="163195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2000" spc="-5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𝒂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140970" marB="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2000" spc="-50">
                          <a:latin typeface="Cambria Math"/>
                          <a:cs typeface="Cambria Math"/>
                        </a:rPr>
                        <a:t>𝟏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14097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2000" spc="-5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𝟎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1409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2000" spc="-5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𝟏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1409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3975" algn="ctr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2000" spc="-5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𝟎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1409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2000" spc="-5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𝟏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1409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2000" spc="-5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𝟎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1409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2615">
                <a:tc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2000" spc="-50">
                          <a:latin typeface="Cambria Math"/>
                          <a:cs typeface="Cambria Math"/>
                        </a:rPr>
                        <a:t>𝒃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14097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2000" spc="-50">
                          <a:latin typeface="Cambria Math"/>
                          <a:cs typeface="Cambria Math"/>
                        </a:rPr>
                        <a:t>𝟐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1409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2615">
                <a:tc>
                  <a:txBody>
                    <a:bodyPr/>
                    <a:lstStyle/>
                    <a:p>
                      <a:pPr marL="177800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2000" spc="-50">
                          <a:latin typeface="Cambria Math"/>
                          <a:cs typeface="Cambria Math"/>
                        </a:rPr>
                        <a:t>𝒄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14097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2000" spc="-50">
                          <a:latin typeface="Cambria Math"/>
                          <a:cs typeface="Cambria Math"/>
                        </a:rPr>
                        <a:t>𝟑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1409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2615">
                <a:tc>
                  <a:txBody>
                    <a:bodyPr/>
                    <a:lstStyle/>
                    <a:p>
                      <a:pPr marL="160020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2000" spc="-50">
                          <a:latin typeface="Cambria Math"/>
                          <a:cs typeface="Cambria Math"/>
                        </a:rPr>
                        <a:t>𝒅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14097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2000" spc="-50">
                          <a:latin typeface="Cambria Math"/>
                          <a:cs typeface="Cambria Math"/>
                        </a:rPr>
                        <a:t>𝟒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1409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2615">
                <a:tc>
                  <a:txBody>
                    <a:bodyPr/>
                    <a:lstStyle/>
                    <a:p>
                      <a:pPr marL="170815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2000" spc="-50">
                          <a:latin typeface="Cambria Math"/>
                          <a:cs typeface="Cambria Math"/>
                        </a:rPr>
                        <a:t>𝒇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14097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2000" spc="-50">
                          <a:latin typeface="Cambria Math"/>
                          <a:cs typeface="Cambria Math"/>
                        </a:rPr>
                        <a:t>𝟓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1409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8" name="object 25">
            <a:extLst>
              <a:ext uri="{FF2B5EF4-FFF2-40B4-BE49-F238E27FC236}">
                <a16:creationId xmlns:a16="http://schemas.microsoft.com/office/drawing/2014/main" id="{4A5DDED7-3E96-B94F-85CF-E88C3E146E7F}"/>
              </a:ext>
            </a:extLst>
          </p:cNvPr>
          <p:cNvSpPr txBox="1"/>
          <p:nvPr/>
        </p:nvSpPr>
        <p:spPr>
          <a:xfrm>
            <a:off x="4001770" y="3401314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𝟐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49" name="object 26">
            <a:extLst>
              <a:ext uri="{FF2B5EF4-FFF2-40B4-BE49-F238E27FC236}">
                <a16:creationId xmlns:a16="http://schemas.microsoft.com/office/drawing/2014/main" id="{F74D30F6-5769-9347-A811-FFD9FCDFE9F7}"/>
              </a:ext>
            </a:extLst>
          </p:cNvPr>
          <p:cNvSpPr txBox="1"/>
          <p:nvPr/>
        </p:nvSpPr>
        <p:spPr>
          <a:xfrm>
            <a:off x="5269738" y="4017009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𝟑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50" name="object 27">
            <a:extLst>
              <a:ext uri="{FF2B5EF4-FFF2-40B4-BE49-F238E27FC236}">
                <a16:creationId xmlns:a16="http://schemas.microsoft.com/office/drawing/2014/main" id="{4D909905-7805-6D41-A7DD-A47B5296224C}"/>
              </a:ext>
            </a:extLst>
          </p:cNvPr>
          <p:cNvSpPr txBox="1"/>
          <p:nvPr/>
        </p:nvSpPr>
        <p:spPr>
          <a:xfrm>
            <a:off x="2394204" y="6184900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𝟒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51" name="object 28">
            <a:extLst>
              <a:ext uri="{FF2B5EF4-FFF2-40B4-BE49-F238E27FC236}">
                <a16:creationId xmlns:a16="http://schemas.microsoft.com/office/drawing/2014/main" id="{81BB5EE4-D1A7-6046-8684-88892FA69FCE}"/>
              </a:ext>
            </a:extLst>
          </p:cNvPr>
          <p:cNvSpPr txBox="1"/>
          <p:nvPr/>
        </p:nvSpPr>
        <p:spPr>
          <a:xfrm>
            <a:off x="4001770" y="6186678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𝟓</a:t>
            </a:r>
            <a:endParaRPr sz="2400">
              <a:latin typeface="Cambria Math"/>
              <a:cs typeface="Cambria Math"/>
            </a:endParaRPr>
          </a:p>
        </p:txBody>
      </p:sp>
    </p:spTree>
    <p:extLst>
      <p:ext uri="{BB962C8B-B14F-4D97-AF65-F5344CB8AC3E}">
        <p14:creationId xmlns:p14="http://schemas.microsoft.com/office/powerpoint/2010/main" val="225221048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085060" y="1266990"/>
            <a:ext cx="27305" cy="323850"/>
          </a:xfrm>
          <a:custGeom>
            <a:avLst/>
            <a:gdLst/>
            <a:ahLst/>
            <a:cxnLst/>
            <a:rect l="l" t="t" r="r" b="b"/>
            <a:pathLst>
              <a:path w="27303" h="323850">
                <a:moveTo>
                  <a:pt x="26797" y="0"/>
                </a:moveTo>
                <a:lnTo>
                  <a:pt x="0" y="0"/>
                </a:lnTo>
                <a:lnTo>
                  <a:pt x="0" y="323341"/>
                </a:lnTo>
                <a:lnTo>
                  <a:pt x="26797" y="323341"/>
                </a:lnTo>
                <a:lnTo>
                  <a:pt x="2679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5742160" y="1266990"/>
            <a:ext cx="27305" cy="323850"/>
          </a:xfrm>
          <a:custGeom>
            <a:avLst/>
            <a:gdLst/>
            <a:ahLst/>
            <a:cxnLst/>
            <a:rect l="l" t="t" r="r" b="b"/>
            <a:pathLst>
              <a:path w="27303" h="323850">
                <a:moveTo>
                  <a:pt x="26797" y="0"/>
                </a:moveTo>
                <a:lnTo>
                  <a:pt x="0" y="0"/>
                </a:lnTo>
                <a:lnTo>
                  <a:pt x="0" y="323341"/>
                </a:lnTo>
                <a:lnTo>
                  <a:pt x="26797" y="323341"/>
                </a:lnTo>
                <a:lnTo>
                  <a:pt x="2679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824974" y="1161707"/>
            <a:ext cx="1009142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  <a:tab pos="5408295" algn="l"/>
              </a:tabLst>
            </a:pPr>
            <a:r>
              <a:rPr sz="2800" dirty="0" err="1">
                <a:latin typeface="PMingLiU"/>
                <a:cs typeface="PMingLiU"/>
              </a:rPr>
              <a:t>图</a:t>
            </a:r>
            <a:r>
              <a:rPr sz="2800" dirty="0">
                <a:latin typeface="Cambria Math"/>
                <a:cs typeface="Cambria Math"/>
              </a:rPr>
              <a:t>𝑮</a:t>
            </a:r>
            <a:r>
              <a:rPr sz="2800" spc="150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=&lt;</a:t>
            </a:r>
            <a:r>
              <a:rPr sz="2800" spc="155" dirty="0">
                <a:latin typeface="Cambria Math"/>
                <a:cs typeface="Cambria Math"/>
              </a:rPr>
              <a:t> </a:t>
            </a:r>
            <a:r>
              <a:rPr sz="2800" spc="-10" dirty="0">
                <a:latin typeface="Cambria Math"/>
                <a:cs typeface="Cambria Math"/>
              </a:rPr>
              <a:t>𝑽,</a:t>
            </a:r>
            <a:r>
              <a:rPr sz="2800" spc="-155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𝑬</a:t>
            </a:r>
            <a:r>
              <a:rPr sz="2800" spc="160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&gt;</a:t>
            </a:r>
            <a:r>
              <a:rPr sz="2800" spc="165" dirty="0">
                <a:latin typeface="Cambria Math"/>
                <a:cs typeface="Cambria Math"/>
              </a:rPr>
              <a:t> </a:t>
            </a:r>
            <a:r>
              <a:rPr sz="2800" dirty="0" err="1">
                <a:latin typeface="PMingLiU"/>
                <a:cs typeface="PMingLiU"/>
              </a:rPr>
              <a:t>的</a:t>
            </a:r>
            <a:r>
              <a:rPr sz="2800" dirty="0" err="1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邻接矩阵</a:t>
            </a:r>
            <a:r>
              <a:rPr sz="2800" dirty="0" err="1">
                <a:latin typeface="PMingLiU"/>
                <a:cs typeface="PMingLiU"/>
              </a:rPr>
              <a:t>由</a:t>
            </a:r>
            <a:r>
              <a:rPr sz="2800" spc="165" dirty="0">
                <a:latin typeface="PMingLiU"/>
                <a:cs typeface="PMingLiU"/>
              </a:rPr>
              <a:t> </a:t>
            </a:r>
            <a:r>
              <a:rPr sz="2800" spc="-50" dirty="0">
                <a:latin typeface="Cambria Math"/>
                <a:cs typeface="Cambria Math"/>
              </a:rPr>
              <a:t>𝑽</a:t>
            </a:r>
            <a:r>
              <a:rPr sz="2800" dirty="0">
                <a:latin typeface="Cambria Math"/>
                <a:cs typeface="Cambria Math"/>
              </a:rPr>
              <a:t>	×</a:t>
            </a:r>
            <a:r>
              <a:rPr sz="2800" spc="15" dirty="0">
                <a:latin typeface="Cambria Math"/>
                <a:cs typeface="Cambria Math"/>
              </a:rPr>
              <a:t> </a:t>
            </a:r>
            <a:r>
              <a:rPr sz="2800" spc="-10" dirty="0">
                <a:latin typeface="Cambria Math"/>
                <a:cs typeface="Cambria Math"/>
              </a:rPr>
              <a:t>|𝑽|</a:t>
            </a:r>
            <a:r>
              <a:rPr sz="28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的</a:t>
            </a:r>
            <a:r>
              <a:rPr sz="2800" dirty="0" err="1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二维数</a:t>
            </a:r>
            <a:r>
              <a:rPr sz="2800" spc="-10" dirty="0" err="1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组</a:t>
            </a:r>
            <a:r>
              <a:rPr sz="2800" spc="-1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𝑨</a:t>
            </a:r>
            <a:r>
              <a:rPr sz="28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构成，</a:t>
            </a:r>
            <a:r>
              <a:rPr sz="2800" dirty="0" err="1">
                <a:latin typeface="PMingLiU"/>
                <a:cs typeface="PMingLiU"/>
              </a:rPr>
              <a:t>满</a:t>
            </a:r>
            <a:r>
              <a:rPr sz="2800" spc="-10" dirty="0" err="1">
                <a:latin typeface="PMingLiU"/>
                <a:cs typeface="PMingLiU"/>
              </a:rPr>
              <a:t>足</a:t>
            </a:r>
            <a:r>
              <a:rPr sz="2800" spc="-50" dirty="0">
                <a:latin typeface="PMingLiU"/>
                <a:cs typeface="PMingLiU"/>
              </a:rPr>
              <a:t>:</a:t>
            </a:r>
            <a:endParaRPr sz="2800" dirty="0">
              <a:latin typeface="PMingLiU"/>
              <a:cs typeface="PMingLiU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317855" y="302175"/>
            <a:ext cx="4294251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00"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图的表示：邻接矩</a:t>
            </a:r>
            <a:r>
              <a:rPr sz="3600" spc="-60" dirty="0" err="1">
                <a:latin typeface="SimSun" panose="02010600030101010101" pitchFamily="2" charset="-122"/>
                <a:ea typeface="SimSun" panose="02010600030101010101" pitchFamily="2" charset="-122"/>
              </a:rPr>
              <a:t>阵</a:t>
            </a:r>
            <a:endParaRPr sz="3600" spc="-6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794995" y="1886369"/>
            <a:ext cx="26098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>
                <a:latin typeface="Cambria Math"/>
                <a:cs typeface="Cambria Math"/>
              </a:rPr>
              <a:t>𝑨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030454" y="2054770"/>
            <a:ext cx="224154" cy="3378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50" spc="-25">
                <a:latin typeface="Cambria Math"/>
                <a:cs typeface="Cambria Math"/>
              </a:rPr>
              <a:t>𝒊𝒋</a:t>
            </a:r>
            <a:endParaRPr sz="2050">
              <a:latin typeface="Cambria Math"/>
              <a:cs typeface="Cambria Math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316712" y="1649641"/>
            <a:ext cx="905510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4200" spc="-75" baseline="-36706" dirty="0">
                <a:latin typeface="Cambria Math"/>
                <a:cs typeface="Cambria Math"/>
              </a:rPr>
              <a:t>=</a:t>
            </a:r>
            <a:r>
              <a:rPr sz="4200" spc="1050" baseline="-36706" dirty="0">
                <a:latin typeface="Cambria Math"/>
                <a:cs typeface="Cambria Math"/>
              </a:rPr>
              <a:t> </a:t>
            </a:r>
            <a:r>
              <a:rPr lang="zh-CN" altLang="en-US" sz="4200" spc="-562" baseline="-36706" dirty="0">
                <a:latin typeface="Cambria Math"/>
                <a:cs typeface="Cambria Math"/>
              </a:rPr>
              <a:t>    </a:t>
            </a:r>
            <a:r>
              <a:rPr sz="2800" spc="-37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𝟏,</a:t>
            </a:r>
            <a:endParaRPr sz="2800" dirty="0">
              <a:latin typeface="SimSun" panose="02010600030101010101" pitchFamily="2" charset="-122"/>
              <a:ea typeface="SimSun" panose="02010600030101010101" pitchFamily="2" charset="-122"/>
              <a:cs typeface="Cambria Math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6003525" y="1752892"/>
            <a:ext cx="635635" cy="329565"/>
          </a:xfrm>
          <a:custGeom>
            <a:avLst/>
            <a:gdLst/>
            <a:ahLst/>
            <a:cxnLst/>
            <a:rect l="l" t="t" r="r" b="b"/>
            <a:pathLst>
              <a:path w="635634" h="329564">
                <a:moveTo>
                  <a:pt x="530225" y="0"/>
                </a:moveTo>
                <a:lnTo>
                  <a:pt x="525526" y="13334"/>
                </a:lnTo>
                <a:lnTo>
                  <a:pt x="544576" y="21597"/>
                </a:lnTo>
                <a:lnTo>
                  <a:pt x="560959" y="33051"/>
                </a:lnTo>
                <a:lnTo>
                  <a:pt x="585724" y="65531"/>
                </a:lnTo>
                <a:lnTo>
                  <a:pt x="600408" y="109347"/>
                </a:lnTo>
                <a:lnTo>
                  <a:pt x="605282" y="163067"/>
                </a:lnTo>
                <a:lnTo>
                  <a:pt x="604047" y="192192"/>
                </a:lnTo>
                <a:lnTo>
                  <a:pt x="594244" y="242345"/>
                </a:lnTo>
                <a:lnTo>
                  <a:pt x="574629" y="281493"/>
                </a:lnTo>
                <a:lnTo>
                  <a:pt x="544772" y="307921"/>
                </a:lnTo>
                <a:lnTo>
                  <a:pt x="526034" y="316229"/>
                </a:lnTo>
                <a:lnTo>
                  <a:pt x="530225" y="329564"/>
                </a:lnTo>
                <a:lnTo>
                  <a:pt x="575167" y="308514"/>
                </a:lnTo>
                <a:lnTo>
                  <a:pt x="608203" y="272033"/>
                </a:lnTo>
                <a:lnTo>
                  <a:pt x="628491" y="223059"/>
                </a:lnTo>
                <a:lnTo>
                  <a:pt x="635254" y="164845"/>
                </a:lnTo>
                <a:lnTo>
                  <a:pt x="633561" y="134651"/>
                </a:lnTo>
                <a:lnTo>
                  <a:pt x="619984" y="81121"/>
                </a:lnTo>
                <a:lnTo>
                  <a:pt x="593000" y="37522"/>
                </a:lnTo>
                <a:lnTo>
                  <a:pt x="554087" y="8618"/>
                </a:lnTo>
                <a:lnTo>
                  <a:pt x="530225" y="0"/>
                </a:lnTo>
                <a:close/>
              </a:path>
              <a:path w="635634" h="329564">
                <a:moveTo>
                  <a:pt x="105156" y="0"/>
                </a:moveTo>
                <a:lnTo>
                  <a:pt x="60261" y="21129"/>
                </a:lnTo>
                <a:lnTo>
                  <a:pt x="27178" y="57784"/>
                </a:lnTo>
                <a:lnTo>
                  <a:pt x="6778" y="106743"/>
                </a:lnTo>
                <a:lnTo>
                  <a:pt x="0" y="164845"/>
                </a:lnTo>
                <a:lnTo>
                  <a:pt x="1690" y="195113"/>
                </a:lnTo>
                <a:lnTo>
                  <a:pt x="15216" y="248695"/>
                </a:lnTo>
                <a:lnTo>
                  <a:pt x="42130" y="292203"/>
                </a:lnTo>
                <a:lnTo>
                  <a:pt x="81147" y="320968"/>
                </a:lnTo>
                <a:lnTo>
                  <a:pt x="105156" y="329564"/>
                </a:lnTo>
                <a:lnTo>
                  <a:pt x="109220" y="316229"/>
                </a:lnTo>
                <a:lnTo>
                  <a:pt x="90481" y="307921"/>
                </a:lnTo>
                <a:lnTo>
                  <a:pt x="74279" y="296338"/>
                </a:lnTo>
                <a:lnTo>
                  <a:pt x="49530" y="263398"/>
                </a:lnTo>
                <a:lnTo>
                  <a:pt x="34956" y="218614"/>
                </a:lnTo>
                <a:lnTo>
                  <a:pt x="30099" y="163067"/>
                </a:lnTo>
                <a:lnTo>
                  <a:pt x="31313" y="134969"/>
                </a:lnTo>
                <a:lnTo>
                  <a:pt x="41028" y="86201"/>
                </a:lnTo>
                <a:lnTo>
                  <a:pt x="60652" y="47696"/>
                </a:lnTo>
                <a:lnTo>
                  <a:pt x="90803" y="21597"/>
                </a:lnTo>
                <a:lnTo>
                  <a:pt x="109855" y="13334"/>
                </a:lnTo>
                <a:lnTo>
                  <a:pt x="10515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4883131" y="2108110"/>
            <a:ext cx="31115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25" dirty="0">
                <a:latin typeface="Cambria Math"/>
                <a:cs typeface="Cambria Math"/>
              </a:rPr>
              <a:t>𝟎,</a:t>
            </a:r>
            <a:endParaRPr sz="2800" dirty="0">
              <a:latin typeface="Cambria Math"/>
              <a:cs typeface="Cambria Math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6001239" y="2210853"/>
            <a:ext cx="635635" cy="329565"/>
          </a:xfrm>
          <a:custGeom>
            <a:avLst/>
            <a:gdLst/>
            <a:ahLst/>
            <a:cxnLst/>
            <a:rect l="l" t="t" r="r" b="b"/>
            <a:pathLst>
              <a:path w="635635" h="329564">
                <a:moveTo>
                  <a:pt x="530225" y="0"/>
                </a:moveTo>
                <a:lnTo>
                  <a:pt x="525526" y="13334"/>
                </a:lnTo>
                <a:lnTo>
                  <a:pt x="544576" y="21597"/>
                </a:lnTo>
                <a:lnTo>
                  <a:pt x="560959" y="33051"/>
                </a:lnTo>
                <a:lnTo>
                  <a:pt x="585724" y="65531"/>
                </a:lnTo>
                <a:lnTo>
                  <a:pt x="600408" y="109347"/>
                </a:lnTo>
                <a:lnTo>
                  <a:pt x="605282" y="163067"/>
                </a:lnTo>
                <a:lnTo>
                  <a:pt x="604047" y="192192"/>
                </a:lnTo>
                <a:lnTo>
                  <a:pt x="594244" y="242345"/>
                </a:lnTo>
                <a:lnTo>
                  <a:pt x="574629" y="281493"/>
                </a:lnTo>
                <a:lnTo>
                  <a:pt x="544772" y="307921"/>
                </a:lnTo>
                <a:lnTo>
                  <a:pt x="526034" y="316229"/>
                </a:lnTo>
                <a:lnTo>
                  <a:pt x="530225" y="329564"/>
                </a:lnTo>
                <a:lnTo>
                  <a:pt x="575167" y="308514"/>
                </a:lnTo>
                <a:lnTo>
                  <a:pt x="608203" y="272033"/>
                </a:lnTo>
                <a:lnTo>
                  <a:pt x="628491" y="223059"/>
                </a:lnTo>
                <a:lnTo>
                  <a:pt x="635254" y="164845"/>
                </a:lnTo>
                <a:lnTo>
                  <a:pt x="633561" y="134651"/>
                </a:lnTo>
                <a:lnTo>
                  <a:pt x="619984" y="81121"/>
                </a:lnTo>
                <a:lnTo>
                  <a:pt x="593000" y="37522"/>
                </a:lnTo>
                <a:lnTo>
                  <a:pt x="554087" y="8618"/>
                </a:lnTo>
                <a:lnTo>
                  <a:pt x="530225" y="0"/>
                </a:lnTo>
                <a:close/>
              </a:path>
              <a:path w="635635" h="329564">
                <a:moveTo>
                  <a:pt x="105156" y="0"/>
                </a:moveTo>
                <a:lnTo>
                  <a:pt x="60261" y="21129"/>
                </a:lnTo>
                <a:lnTo>
                  <a:pt x="27178" y="57784"/>
                </a:lnTo>
                <a:lnTo>
                  <a:pt x="6778" y="106743"/>
                </a:lnTo>
                <a:lnTo>
                  <a:pt x="0" y="164845"/>
                </a:lnTo>
                <a:lnTo>
                  <a:pt x="1690" y="195113"/>
                </a:lnTo>
                <a:lnTo>
                  <a:pt x="15216" y="248695"/>
                </a:lnTo>
                <a:lnTo>
                  <a:pt x="42130" y="292203"/>
                </a:lnTo>
                <a:lnTo>
                  <a:pt x="81147" y="320968"/>
                </a:lnTo>
                <a:lnTo>
                  <a:pt x="105156" y="329564"/>
                </a:lnTo>
                <a:lnTo>
                  <a:pt x="109220" y="316229"/>
                </a:lnTo>
                <a:lnTo>
                  <a:pt x="90481" y="307921"/>
                </a:lnTo>
                <a:lnTo>
                  <a:pt x="74279" y="296338"/>
                </a:lnTo>
                <a:lnTo>
                  <a:pt x="49530" y="263397"/>
                </a:lnTo>
                <a:lnTo>
                  <a:pt x="34956" y="218614"/>
                </a:lnTo>
                <a:lnTo>
                  <a:pt x="30099" y="163067"/>
                </a:lnTo>
                <a:lnTo>
                  <a:pt x="31313" y="134969"/>
                </a:lnTo>
                <a:lnTo>
                  <a:pt x="41028" y="86201"/>
                </a:lnTo>
                <a:lnTo>
                  <a:pt x="60652" y="47696"/>
                </a:lnTo>
                <a:lnTo>
                  <a:pt x="90803" y="21597"/>
                </a:lnTo>
                <a:lnTo>
                  <a:pt x="109855" y="13334"/>
                </a:lnTo>
                <a:lnTo>
                  <a:pt x="10515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6105380" y="1618478"/>
            <a:ext cx="1233805" cy="942340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14604">
              <a:lnSpc>
                <a:spcPct val="100000"/>
              </a:lnSpc>
              <a:spcBef>
                <a:spcPts val="350"/>
              </a:spcBef>
              <a:tabLst>
                <a:tab pos="663575" algn="l"/>
              </a:tabLst>
            </a:pPr>
            <a:r>
              <a:rPr sz="2800" spc="-10">
                <a:latin typeface="Cambria Math"/>
                <a:cs typeface="Cambria Math"/>
              </a:rPr>
              <a:t>𝒊,</a:t>
            </a:r>
            <a:r>
              <a:rPr sz="2800" spc="-140">
                <a:latin typeface="Cambria Math"/>
                <a:cs typeface="Cambria Math"/>
              </a:rPr>
              <a:t> </a:t>
            </a:r>
            <a:r>
              <a:rPr sz="2800" spc="-50">
                <a:latin typeface="Cambria Math"/>
                <a:cs typeface="Cambria Math"/>
              </a:rPr>
              <a:t>𝒋</a:t>
            </a:r>
            <a:r>
              <a:rPr sz="2800">
                <a:latin typeface="Cambria Math"/>
                <a:cs typeface="Cambria Math"/>
              </a:rPr>
              <a:t>	∈</a:t>
            </a:r>
            <a:r>
              <a:rPr sz="2800" spc="150">
                <a:latin typeface="Cambria Math"/>
                <a:cs typeface="Cambria Math"/>
              </a:rPr>
              <a:t> </a:t>
            </a:r>
            <a:r>
              <a:rPr sz="2800" spc="-50">
                <a:latin typeface="Cambria Math"/>
                <a:cs typeface="Cambria Math"/>
              </a:rPr>
              <a:t>𝑬</a:t>
            </a:r>
            <a:endParaRPr sz="28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245"/>
              </a:spcBef>
              <a:tabLst>
                <a:tab pos="661035" algn="l"/>
              </a:tabLst>
            </a:pPr>
            <a:r>
              <a:rPr sz="2800" spc="-10">
                <a:latin typeface="Cambria Math"/>
                <a:cs typeface="Cambria Math"/>
              </a:rPr>
              <a:t>𝒊,</a:t>
            </a:r>
            <a:r>
              <a:rPr sz="2800" spc="-140">
                <a:latin typeface="Cambria Math"/>
                <a:cs typeface="Cambria Math"/>
              </a:rPr>
              <a:t> </a:t>
            </a:r>
            <a:r>
              <a:rPr sz="2800" spc="-50">
                <a:latin typeface="Cambria Math"/>
                <a:cs typeface="Cambria Math"/>
              </a:rPr>
              <a:t>𝒋</a:t>
            </a:r>
            <a:r>
              <a:rPr sz="2800">
                <a:latin typeface="Cambria Math"/>
                <a:cs typeface="Cambria Math"/>
              </a:rPr>
              <a:t>	∉</a:t>
            </a:r>
            <a:r>
              <a:rPr sz="2800" spc="155">
                <a:latin typeface="Cambria Math"/>
                <a:cs typeface="Cambria Math"/>
              </a:rPr>
              <a:t> </a:t>
            </a:r>
            <a:r>
              <a:rPr sz="2800" spc="-50">
                <a:latin typeface="Cambria Math"/>
                <a:cs typeface="Cambria Math"/>
              </a:rPr>
              <a:t>𝑬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8" name="左大括号 27">
            <a:extLst>
              <a:ext uri="{FF2B5EF4-FFF2-40B4-BE49-F238E27FC236}">
                <a16:creationId xmlns:a16="http://schemas.microsoft.com/office/drawing/2014/main" id="{3BBC2EBF-66E8-DF4D-B596-85E6D46D9F33}"/>
              </a:ext>
            </a:extLst>
          </p:cNvPr>
          <p:cNvSpPr/>
          <p:nvPr/>
        </p:nvSpPr>
        <p:spPr>
          <a:xfrm>
            <a:off x="4651023" y="1799528"/>
            <a:ext cx="186260" cy="614854"/>
          </a:xfrm>
          <a:prstGeom prst="leftBrac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52" name="object 6">
            <a:extLst>
              <a:ext uri="{FF2B5EF4-FFF2-40B4-BE49-F238E27FC236}">
                <a16:creationId xmlns:a16="http://schemas.microsoft.com/office/drawing/2014/main" id="{BE8AE7EE-3AFF-414B-989B-5D4F651F170D}"/>
              </a:ext>
            </a:extLst>
          </p:cNvPr>
          <p:cNvGrpSpPr/>
          <p:nvPr/>
        </p:nvGrpSpPr>
        <p:grpSpPr>
          <a:xfrm>
            <a:off x="2169414" y="3821429"/>
            <a:ext cx="2200275" cy="634365"/>
            <a:chOff x="2169414" y="3821429"/>
            <a:chExt cx="2200275" cy="634365"/>
          </a:xfrm>
        </p:grpSpPr>
        <p:sp>
          <p:nvSpPr>
            <p:cNvPr id="53" name="object 7">
              <a:extLst>
                <a:ext uri="{FF2B5EF4-FFF2-40B4-BE49-F238E27FC236}">
                  <a16:creationId xmlns:a16="http://schemas.microsoft.com/office/drawing/2014/main" id="{DDA792C6-F218-5A4B-BB60-E242C2D3853E}"/>
                </a:ext>
              </a:extLst>
            </p:cNvPr>
            <p:cNvSpPr/>
            <p:nvPr/>
          </p:nvSpPr>
          <p:spPr>
            <a:xfrm>
              <a:off x="2188464" y="3840479"/>
              <a:ext cx="596265" cy="596265"/>
            </a:xfrm>
            <a:custGeom>
              <a:avLst/>
              <a:gdLst/>
              <a:ahLst/>
              <a:cxnLst/>
              <a:rect l="l" t="t" r="r" b="b"/>
              <a:pathLst>
                <a:path w="596264" h="596264">
                  <a:moveTo>
                    <a:pt x="297942" y="0"/>
                  </a:moveTo>
                  <a:lnTo>
                    <a:pt x="249603" y="3898"/>
                  </a:lnTo>
                  <a:lnTo>
                    <a:pt x="203752" y="15185"/>
                  </a:lnTo>
                  <a:lnTo>
                    <a:pt x="161001" y="33247"/>
                  </a:lnTo>
                  <a:lnTo>
                    <a:pt x="121962" y="57473"/>
                  </a:lnTo>
                  <a:lnTo>
                    <a:pt x="87249" y="87249"/>
                  </a:lnTo>
                  <a:lnTo>
                    <a:pt x="57473" y="121962"/>
                  </a:lnTo>
                  <a:lnTo>
                    <a:pt x="33247" y="161001"/>
                  </a:lnTo>
                  <a:lnTo>
                    <a:pt x="15185" y="203752"/>
                  </a:lnTo>
                  <a:lnTo>
                    <a:pt x="3898" y="249603"/>
                  </a:lnTo>
                  <a:lnTo>
                    <a:pt x="0" y="297942"/>
                  </a:lnTo>
                  <a:lnTo>
                    <a:pt x="3898" y="346280"/>
                  </a:lnTo>
                  <a:lnTo>
                    <a:pt x="15185" y="392131"/>
                  </a:lnTo>
                  <a:lnTo>
                    <a:pt x="33247" y="434882"/>
                  </a:lnTo>
                  <a:lnTo>
                    <a:pt x="57473" y="473921"/>
                  </a:lnTo>
                  <a:lnTo>
                    <a:pt x="87248" y="508635"/>
                  </a:lnTo>
                  <a:lnTo>
                    <a:pt x="121962" y="538410"/>
                  </a:lnTo>
                  <a:lnTo>
                    <a:pt x="161001" y="562636"/>
                  </a:lnTo>
                  <a:lnTo>
                    <a:pt x="203752" y="580698"/>
                  </a:lnTo>
                  <a:lnTo>
                    <a:pt x="249603" y="591985"/>
                  </a:lnTo>
                  <a:lnTo>
                    <a:pt x="297942" y="595884"/>
                  </a:lnTo>
                  <a:lnTo>
                    <a:pt x="346280" y="591985"/>
                  </a:lnTo>
                  <a:lnTo>
                    <a:pt x="392131" y="580698"/>
                  </a:lnTo>
                  <a:lnTo>
                    <a:pt x="434882" y="562636"/>
                  </a:lnTo>
                  <a:lnTo>
                    <a:pt x="473921" y="538410"/>
                  </a:lnTo>
                  <a:lnTo>
                    <a:pt x="508635" y="508635"/>
                  </a:lnTo>
                  <a:lnTo>
                    <a:pt x="538410" y="473921"/>
                  </a:lnTo>
                  <a:lnTo>
                    <a:pt x="562636" y="434882"/>
                  </a:lnTo>
                  <a:lnTo>
                    <a:pt x="580698" y="392131"/>
                  </a:lnTo>
                  <a:lnTo>
                    <a:pt x="591985" y="346280"/>
                  </a:lnTo>
                  <a:lnTo>
                    <a:pt x="595884" y="297942"/>
                  </a:lnTo>
                  <a:lnTo>
                    <a:pt x="591985" y="249603"/>
                  </a:lnTo>
                  <a:lnTo>
                    <a:pt x="580698" y="203752"/>
                  </a:lnTo>
                  <a:lnTo>
                    <a:pt x="562636" y="161001"/>
                  </a:lnTo>
                  <a:lnTo>
                    <a:pt x="538410" y="121962"/>
                  </a:lnTo>
                  <a:lnTo>
                    <a:pt x="508635" y="87249"/>
                  </a:lnTo>
                  <a:lnTo>
                    <a:pt x="473921" y="57473"/>
                  </a:lnTo>
                  <a:lnTo>
                    <a:pt x="434882" y="33247"/>
                  </a:lnTo>
                  <a:lnTo>
                    <a:pt x="392131" y="15185"/>
                  </a:lnTo>
                  <a:lnTo>
                    <a:pt x="346280" y="3898"/>
                  </a:lnTo>
                  <a:lnTo>
                    <a:pt x="297942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8">
              <a:extLst>
                <a:ext uri="{FF2B5EF4-FFF2-40B4-BE49-F238E27FC236}">
                  <a16:creationId xmlns:a16="http://schemas.microsoft.com/office/drawing/2014/main" id="{D44D6A58-4359-5E43-90D9-B43F6CEB3CA8}"/>
                </a:ext>
              </a:extLst>
            </p:cNvPr>
            <p:cNvSpPr/>
            <p:nvPr/>
          </p:nvSpPr>
          <p:spPr>
            <a:xfrm>
              <a:off x="2188464" y="3840479"/>
              <a:ext cx="596265" cy="596265"/>
            </a:xfrm>
            <a:custGeom>
              <a:avLst/>
              <a:gdLst/>
              <a:ahLst/>
              <a:cxnLst/>
              <a:rect l="l" t="t" r="r" b="b"/>
              <a:pathLst>
                <a:path w="596264" h="596264">
                  <a:moveTo>
                    <a:pt x="0" y="297942"/>
                  </a:moveTo>
                  <a:lnTo>
                    <a:pt x="3898" y="249603"/>
                  </a:lnTo>
                  <a:lnTo>
                    <a:pt x="15185" y="203752"/>
                  </a:lnTo>
                  <a:lnTo>
                    <a:pt x="33247" y="161001"/>
                  </a:lnTo>
                  <a:lnTo>
                    <a:pt x="57473" y="121962"/>
                  </a:lnTo>
                  <a:lnTo>
                    <a:pt x="87249" y="87249"/>
                  </a:lnTo>
                  <a:lnTo>
                    <a:pt x="121962" y="57473"/>
                  </a:lnTo>
                  <a:lnTo>
                    <a:pt x="161001" y="33247"/>
                  </a:lnTo>
                  <a:lnTo>
                    <a:pt x="203752" y="15185"/>
                  </a:lnTo>
                  <a:lnTo>
                    <a:pt x="249603" y="3898"/>
                  </a:lnTo>
                  <a:lnTo>
                    <a:pt x="297942" y="0"/>
                  </a:lnTo>
                  <a:lnTo>
                    <a:pt x="346280" y="3898"/>
                  </a:lnTo>
                  <a:lnTo>
                    <a:pt x="392131" y="15185"/>
                  </a:lnTo>
                  <a:lnTo>
                    <a:pt x="434882" y="33247"/>
                  </a:lnTo>
                  <a:lnTo>
                    <a:pt x="473921" y="57473"/>
                  </a:lnTo>
                  <a:lnTo>
                    <a:pt x="508635" y="87249"/>
                  </a:lnTo>
                  <a:lnTo>
                    <a:pt x="538410" y="121962"/>
                  </a:lnTo>
                  <a:lnTo>
                    <a:pt x="562636" y="161001"/>
                  </a:lnTo>
                  <a:lnTo>
                    <a:pt x="580698" y="203752"/>
                  </a:lnTo>
                  <a:lnTo>
                    <a:pt x="591985" y="249603"/>
                  </a:lnTo>
                  <a:lnTo>
                    <a:pt x="595884" y="297942"/>
                  </a:lnTo>
                  <a:lnTo>
                    <a:pt x="591985" y="346280"/>
                  </a:lnTo>
                  <a:lnTo>
                    <a:pt x="580698" y="392131"/>
                  </a:lnTo>
                  <a:lnTo>
                    <a:pt x="562636" y="434882"/>
                  </a:lnTo>
                  <a:lnTo>
                    <a:pt x="538410" y="473921"/>
                  </a:lnTo>
                  <a:lnTo>
                    <a:pt x="508635" y="508635"/>
                  </a:lnTo>
                  <a:lnTo>
                    <a:pt x="473921" y="538410"/>
                  </a:lnTo>
                  <a:lnTo>
                    <a:pt x="434882" y="562636"/>
                  </a:lnTo>
                  <a:lnTo>
                    <a:pt x="392131" y="580698"/>
                  </a:lnTo>
                  <a:lnTo>
                    <a:pt x="346280" y="591985"/>
                  </a:lnTo>
                  <a:lnTo>
                    <a:pt x="297942" y="595884"/>
                  </a:lnTo>
                  <a:lnTo>
                    <a:pt x="249603" y="591985"/>
                  </a:lnTo>
                  <a:lnTo>
                    <a:pt x="203752" y="580698"/>
                  </a:lnTo>
                  <a:lnTo>
                    <a:pt x="161001" y="562636"/>
                  </a:lnTo>
                  <a:lnTo>
                    <a:pt x="121962" y="538410"/>
                  </a:lnTo>
                  <a:lnTo>
                    <a:pt x="87248" y="508635"/>
                  </a:lnTo>
                  <a:lnTo>
                    <a:pt x="57473" y="473921"/>
                  </a:lnTo>
                  <a:lnTo>
                    <a:pt x="33247" y="434882"/>
                  </a:lnTo>
                  <a:lnTo>
                    <a:pt x="15185" y="392131"/>
                  </a:lnTo>
                  <a:lnTo>
                    <a:pt x="3898" y="346280"/>
                  </a:lnTo>
                  <a:lnTo>
                    <a:pt x="0" y="297942"/>
                  </a:lnTo>
                  <a:close/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9">
              <a:extLst>
                <a:ext uri="{FF2B5EF4-FFF2-40B4-BE49-F238E27FC236}">
                  <a16:creationId xmlns:a16="http://schemas.microsoft.com/office/drawing/2014/main" id="{829D38DE-7143-B84C-BA54-DD64E97EE58C}"/>
                </a:ext>
              </a:extLst>
            </p:cNvPr>
            <p:cNvSpPr/>
            <p:nvPr/>
          </p:nvSpPr>
          <p:spPr>
            <a:xfrm>
              <a:off x="3754374" y="3840479"/>
              <a:ext cx="596265" cy="596265"/>
            </a:xfrm>
            <a:custGeom>
              <a:avLst/>
              <a:gdLst/>
              <a:ahLst/>
              <a:cxnLst/>
              <a:rect l="l" t="t" r="r" b="b"/>
              <a:pathLst>
                <a:path w="596264" h="596264">
                  <a:moveTo>
                    <a:pt x="297941" y="0"/>
                  </a:moveTo>
                  <a:lnTo>
                    <a:pt x="249603" y="3898"/>
                  </a:lnTo>
                  <a:lnTo>
                    <a:pt x="203752" y="15185"/>
                  </a:lnTo>
                  <a:lnTo>
                    <a:pt x="161001" y="33247"/>
                  </a:lnTo>
                  <a:lnTo>
                    <a:pt x="121962" y="57473"/>
                  </a:lnTo>
                  <a:lnTo>
                    <a:pt x="87248" y="87249"/>
                  </a:lnTo>
                  <a:lnTo>
                    <a:pt x="57473" y="121962"/>
                  </a:lnTo>
                  <a:lnTo>
                    <a:pt x="33247" y="161001"/>
                  </a:lnTo>
                  <a:lnTo>
                    <a:pt x="15185" y="203752"/>
                  </a:lnTo>
                  <a:lnTo>
                    <a:pt x="3898" y="249603"/>
                  </a:lnTo>
                  <a:lnTo>
                    <a:pt x="0" y="297942"/>
                  </a:lnTo>
                  <a:lnTo>
                    <a:pt x="3898" y="346280"/>
                  </a:lnTo>
                  <a:lnTo>
                    <a:pt x="15185" y="392131"/>
                  </a:lnTo>
                  <a:lnTo>
                    <a:pt x="33247" y="434882"/>
                  </a:lnTo>
                  <a:lnTo>
                    <a:pt x="57473" y="473921"/>
                  </a:lnTo>
                  <a:lnTo>
                    <a:pt x="87249" y="508635"/>
                  </a:lnTo>
                  <a:lnTo>
                    <a:pt x="121962" y="538410"/>
                  </a:lnTo>
                  <a:lnTo>
                    <a:pt x="161001" y="562636"/>
                  </a:lnTo>
                  <a:lnTo>
                    <a:pt x="203752" y="580698"/>
                  </a:lnTo>
                  <a:lnTo>
                    <a:pt x="249603" y="591985"/>
                  </a:lnTo>
                  <a:lnTo>
                    <a:pt x="297941" y="595884"/>
                  </a:lnTo>
                  <a:lnTo>
                    <a:pt x="346280" y="591985"/>
                  </a:lnTo>
                  <a:lnTo>
                    <a:pt x="392131" y="580698"/>
                  </a:lnTo>
                  <a:lnTo>
                    <a:pt x="434882" y="562636"/>
                  </a:lnTo>
                  <a:lnTo>
                    <a:pt x="473921" y="538410"/>
                  </a:lnTo>
                  <a:lnTo>
                    <a:pt x="508635" y="508635"/>
                  </a:lnTo>
                  <a:lnTo>
                    <a:pt x="538410" y="473921"/>
                  </a:lnTo>
                  <a:lnTo>
                    <a:pt x="562636" y="434882"/>
                  </a:lnTo>
                  <a:lnTo>
                    <a:pt x="580698" y="392131"/>
                  </a:lnTo>
                  <a:lnTo>
                    <a:pt x="591985" y="346280"/>
                  </a:lnTo>
                  <a:lnTo>
                    <a:pt x="595884" y="297942"/>
                  </a:lnTo>
                  <a:lnTo>
                    <a:pt x="591985" y="249603"/>
                  </a:lnTo>
                  <a:lnTo>
                    <a:pt x="580698" y="203752"/>
                  </a:lnTo>
                  <a:lnTo>
                    <a:pt x="562636" y="161001"/>
                  </a:lnTo>
                  <a:lnTo>
                    <a:pt x="538410" y="121962"/>
                  </a:lnTo>
                  <a:lnTo>
                    <a:pt x="508635" y="87249"/>
                  </a:lnTo>
                  <a:lnTo>
                    <a:pt x="473921" y="57473"/>
                  </a:lnTo>
                  <a:lnTo>
                    <a:pt x="434882" y="33247"/>
                  </a:lnTo>
                  <a:lnTo>
                    <a:pt x="392131" y="15185"/>
                  </a:lnTo>
                  <a:lnTo>
                    <a:pt x="346280" y="3898"/>
                  </a:lnTo>
                  <a:lnTo>
                    <a:pt x="297941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10">
              <a:extLst>
                <a:ext uri="{FF2B5EF4-FFF2-40B4-BE49-F238E27FC236}">
                  <a16:creationId xmlns:a16="http://schemas.microsoft.com/office/drawing/2014/main" id="{49503665-E4DD-0F47-AC90-5E461B49EFEF}"/>
                </a:ext>
              </a:extLst>
            </p:cNvPr>
            <p:cNvSpPr/>
            <p:nvPr/>
          </p:nvSpPr>
          <p:spPr>
            <a:xfrm>
              <a:off x="3754374" y="3840479"/>
              <a:ext cx="596265" cy="596265"/>
            </a:xfrm>
            <a:custGeom>
              <a:avLst/>
              <a:gdLst/>
              <a:ahLst/>
              <a:cxnLst/>
              <a:rect l="l" t="t" r="r" b="b"/>
              <a:pathLst>
                <a:path w="596264" h="596264">
                  <a:moveTo>
                    <a:pt x="0" y="297942"/>
                  </a:moveTo>
                  <a:lnTo>
                    <a:pt x="3898" y="249603"/>
                  </a:lnTo>
                  <a:lnTo>
                    <a:pt x="15185" y="203752"/>
                  </a:lnTo>
                  <a:lnTo>
                    <a:pt x="33247" y="161001"/>
                  </a:lnTo>
                  <a:lnTo>
                    <a:pt x="57473" y="121962"/>
                  </a:lnTo>
                  <a:lnTo>
                    <a:pt x="87248" y="87249"/>
                  </a:lnTo>
                  <a:lnTo>
                    <a:pt x="121962" y="57473"/>
                  </a:lnTo>
                  <a:lnTo>
                    <a:pt x="161001" y="33247"/>
                  </a:lnTo>
                  <a:lnTo>
                    <a:pt x="203752" y="15185"/>
                  </a:lnTo>
                  <a:lnTo>
                    <a:pt x="249603" y="3898"/>
                  </a:lnTo>
                  <a:lnTo>
                    <a:pt x="297941" y="0"/>
                  </a:lnTo>
                  <a:lnTo>
                    <a:pt x="346280" y="3898"/>
                  </a:lnTo>
                  <a:lnTo>
                    <a:pt x="392131" y="15185"/>
                  </a:lnTo>
                  <a:lnTo>
                    <a:pt x="434882" y="33247"/>
                  </a:lnTo>
                  <a:lnTo>
                    <a:pt x="473921" y="57473"/>
                  </a:lnTo>
                  <a:lnTo>
                    <a:pt x="508635" y="87249"/>
                  </a:lnTo>
                  <a:lnTo>
                    <a:pt x="538410" y="121962"/>
                  </a:lnTo>
                  <a:lnTo>
                    <a:pt x="562636" y="161001"/>
                  </a:lnTo>
                  <a:lnTo>
                    <a:pt x="580698" y="203752"/>
                  </a:lnTo>
                  <a:lnTo>
                    <a:pt x="591985" y="249603"/>
                  </a:lnTo>
                  <a:lnTo>
                    <a:pt x="595884" y="297942"/>
                  </a:lnTo>
                  <a:lnTo>
                    <a:pt x="591985" y="346280"/>
                  </a:lnTo>
                  <a:lnTo>
                    <a:pt x="580698" y="392131"/>
                  </a:lnTo>
                  <a:lnTo>
                    <a:pt x="562636" y="434882"/>
                  </a:lnTo>
                  <a:lnTo>
                    <a:pt x="538410" y="473921"/>
                  </a:lnTo>
                  <a:lnTo>
                    <a:pt x="508635" y="508635"/>
                  </a:lnTo>
                  <a:lnTo>
                    <a:pt x="473921" y="538410"/>
                  </a:lnTo>
                  <a:lnTo>
                    <a:pt x="434882" y="562636"/>
                  </a:lnTo>
                  <a:lnTo>
                    <a:pt x="392131" y="580698"/>
                  </a:lnTo>
                  <a:lnTo>
                    <a:pt x="346280" y="591985"/>
                  </a:lnTo>
                  <a:lnTo>
                    <a:pt x="297941" y="595884"/>
                  </a:lnTo>
                  <a:lnTo>
                    <a:pt x="249603" y="591985"/>
                  </a:lnTo>
                  <a:lnTo>
                    <a:pt x="203752" y="580698"/>
                  </a:lnTo>
                  <a:lnTo>
                    <a:pt x="161001" y="562636"/>
                  </a:lnTo>
                  <a:lnTo>
                    <a:pt x="121962" y="538410"/>
                  </a:lnTo>
                  <a:lnTo>
                    <a:pt x="87249" y="508635"/>
                  </a:lnTo>
                  <a:lnTo>
                    <a:pt x="57473" y="473921"/>
                  </a:lnTo>
                  <a:lnTo>
                    <a:pt x="33247" y="434882"/>
                  </a:lnTo>
                  <a:lnTo>
                    <a:pt x="15185" y="392131"/>
                  </a:lnTo>
                  <a:lnTo>
                    <a:pt x="3898" y="346280"/>
                  </a:lnTo>
                  <a:lnTo>
                    <a:pt x="0" y="297942"/>
                  </a:lnTo>
                  <a:close/>
                </a:path>
              </a:pathLst>
            </a:custGeom>
            <a:ln w="3810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7" name="object 11">
            <a:extLst>
              <a:ext uri="{FF2B5EF4-FFF2-40B4-BE49-F238E27FC236}">
                <a16:creationId xmlns:a16="http://schemas.microsoft.com/office/drawing/2014/main" id="{9931E667-D492-EF4A-8EE1-A84A2321130F}"/>
              </a:ext>
            </a:extLst>
          </p:cNvPr>
          <p:cNvSpPr txBox="1"/>
          <p:nvPr/>
        </p:nvSpPr>
        <p:spPr>
          <a:xfrm>
            <a:off x="3908552" y="3932428"/>
            <a:ext cx="2108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𝒃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58" name="object 12">
            <a:extLst>
              <a:ext uri="{FF2B5EF4-FFF2-40B4-BE49-F238E27FC236}">
                <a16:creationId xmlns:a16="http://schemas.microsoft.com/office/drawing/2014/main" id="{70F0CB64-FDD3-354C-8978-B1DBF7650549}"/>
              </a:ext>
            </a:extLst>
          </p:cNvPr>
          <p:cNvGrpSpPr/>
          <p:nvPr/>
        </p:nvGrpSpPr>
        <p:grpSpPr>
          <a:xfrm>
            <a:off x="2169414" y="5455920"/>
            <a:ext cx="634365" cy="634365"/>
            <a:chOff x="2169414" y="5455920"/>
            <a:chExt cx="634365" cy="634365"/>
          </a:xfrm>
        </p:grpSpPr>
        <p:sp>
          <p:nvSpPr>
            <p:cNvPr id="59" name="object 13">
              <a:extLst>
                <a:ext uri="{FF2B5EF4-FFF2-40B4-BE49-F238E27FC236}">
                  <a16:creationId xmlns:a16="http://schemas.microsoft.com/office/drawing/2014/main" id="{F7024D45-9D43-B64B-9D09-193CE29C6FC1}"/>
                </a:ext>
              </a:extLst>
            </p:cNvPr>
            <p:cNvSpPr/>
            <p:nvPr/>
          </p:nvSpPr>
          <p:spPr>
            <a:xfrm>
              <a:off x="2188464" y="5474970"/>
              <a:ext cx="596265" cy="596265"/>
            </a:xfrm>
            <a:custGeom>
              <a:avLst/>
              <a:gdLst/>
              <a:ahLst/>
              <a:cxnLst/>
              <a:rect l="l" t="t" r="r" b="b"/>
              <a:pathLst>
                <a:path w="596264" h="596264">
                  <a:moveTo>
                    <a:pt x="297942" y="0"/>
                  </a:moveTo>
                  <a:lnTo>
                    <a:pt x="249603" y="3899"/>
                  </a:lnTo>
                  <a:lnTo>
                    <a:pt x="203752" y="15188"/>
                  </a:lnTo>
                  <a:lnTo>
                    <a:pt x="161001" y="33254"/>
                  </a:lnTo>
                  <a:lnTo>
                    <a:pt x="121962" y="57484"/>
                  </a:lnTo>
                  <a:lnTo>
                    <a:pt x="87249" y="87263"/>
                  </a:lnTo>
                  <a:lnTo>
                    <a:pt x="57473" y="121979"/>
                  </a:lnTo>
                  <a:lnTo>
                    <a:pt x="33247" y="161018"/>
                  </a:lnTo>
                  <a:lnTo>
                    <a:pt x="15185" y="203767"/>
                  </a:lnTo>
                  <a:lnTo>
                    <a:pt x="3898" y="249613"/>
                  </a:lnTo>
                  <a:lnTo>
                    <a:pt x="0" y="297941"/>
                  </a:lnTo>
                  <a:lnTo>
                    <a:pt x="3898" y="346270"/>
                  </a:lnTo>
                  <a:lnTo>
                    <a:pt x="15185" y="392116"/>
                  </a:lnTo>
                  <a:lnTo>
                    <a:pt x="33247" y="434865"/>
                  </a:lnTo>
                  <a:lnTo>
                    <a:pt x="57473" y="473904"/>
                  </a:lnTo>
                  <a:lnTo>
                    <a:pt x="87248" y="508620"/>
                  </a:lnTo>
                  <a:lnTo>
                    <a:pt x="121962" y="538399"/>
                  </a:lnTo>
                  <a:lnTo>
                    <a:pt x="161001" y="562629"/>
                  </a:lnTo>
                  <a:lnTo>
                    <a:pt x="203752" y="580695"/>
                  </a:lnTo>
                  <a:lnTo>
                    <a:pt x="249603" y="591984"/>
                  </a:lnTo>
                  <a:lnTo>
                    <a:pt x="297942" y="595883"/>
                  </a:lnTo>
                  <a:lnTo>
                    <a:pt x="346280" y="591984"/>
                  </a:lnTo>
                  <a:lnTo>
                    <a:pt x="392131" y="580695"/>
                  </a:lnTo>
                  <a:lnTo>
                    <a:pt x="434882" y="562629"/>
                  </a:lnTo>
                  <a:lnTo>
                    <a:pt x="473921" y="538399"/>
                  </a:lnTo>
                  <a:lnTo>
                    <a:pt x="508635" y="508620"/>
                  </a:lnTo>
                  <a:lnTo>
                    <a:pt x="538410" y="473904"/>
                  </a:lnTo>
                  <a:lnTo>
                    <a:pt x="562636" y="434865"/>
                  </a:lnTo>
                  <a:lnTo>
                    <a:pt x="580698" y="392116"/>
                  </a:lnTo>
                  <a:lnTo>
                    <a:pt x="591985" y="346270"/>
                  </a:lnTo>
                  <a:lnTo>
                    <a:pt x="595884" y="297941"/>
                  </a:lnTo>
                  <a:lnTo>
                    <a:pt x="591985" y="249613"/>
                  </a:lnTo>
                  <a:lnTo>
                    <a:pt x="580698" y="203767"/>
                  </a:lnTo>
                  <a:lnTo>
                    <a:pt x="562636" y="161018"/>
                  </a:lnTo>
                  <a:lnTo>
                    <a:pt x="538410" y="121979"/>
                  </a:lnTo>
                  <a:lnTo>
                    <a:pt x="508635" y="87263"/>
                  </a:lnTo>
                  <a:lnTo>
                    <a:pt x="473921" y="57484"/>
                  </a:lnTo>
                  <a:lnTo>
                    <a:pt x="434882" y="33254"/>
                  </a:lnTo>
                  <a:lnTo>
                    <a:pt x="392131" y="15188"/>
                  </a:lnTo>
                  <a:lnTo>
                    <a:pt x="346280" y="3899"/>
                  </a:lnTo>
                  <a:lnTo>
                    <a:pt x="297942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14">
              <a:extLst>
                <a:ext uri="{FF2B5EF4-FFF2-40B4-BE49-F238E27FC236}">
                  <a16:creationId xmlns:a16="http://schemas.microsoft.com/office/drawing/2014/main" id="{20BF7417-3A16-0346-A91C-34B81FC41ACB}"/>
                </a:ext>
              </a:extLst>
            </p:cNvPr>
            <p:cNvSpPr/>
            <p:nvPr/>
          </p:nvSpPr>
          <p:spPr>
            <a:xfrm>
              <a:off x="2188464" y="5474970"/>
              <a:ext cx="596265" cy="596265"/>
            </a:xfrm>
            <a:custGeom>
              <a:avLst/>
              <a:gdLst/>
              <a:ahLst/>
              <a:cxnLst/>
              <a:rect l="l" t="t" r="r" b="b"/>
              <a:pathLst>
                <a:path w="596264" h="596264">
                  <a:moveTo>
                    <a:pt x="0" y="297941"/>
                  </a:moveTo>
                  <a:lnTo>
                    <a:pt x="3898" y="249613"/>
                  </a:lnTo>
                  <a:lnTo>
                    <a:pt x="15185" y="203767"/>
                  </a:lnTo>
                  <a:lnTo>
                    <a:pt x="33247" y="161018"/>
                  </a:lnTo>
                  <a:lnTo>
                    <a:pt x="57473" y="121979"/>
                  </a:lnTo>
                  <a:lnTo>
                    <a:pt x="87249" y="87263"/>
                  </a:lnTo>
                  <a:lnTo>
                    <a:pt x="121962" y="57484"/>
                  </a:lnTo>
                  <a:lnTo>
                    <a:pt x="161001" y="33254"/>
                  </a:lnTo>
                  <a:lnTo>
                    <a:pt x="203752" y="15188"/>
                  </a:lnTo>
                  <a:lnTo>
                    <a:pt x="249603" y="3899"/>
                  </a:lnTo>
                  <a:lnTo>
                    <a:pt x="297942" y="0"/>
                  </a:lnTo>
                  <a:lnTo>
                    <a:pt x="346280" y="3899"/>
                  </a:lnTo>
                  <a:lnTo>
                    <a:pt x="392131" y="15188"/>
                  </a:lnTo>
                  <a:lnTo>
                    <a:pt x="434882" y="33254"/>
                  </a:lnTo>
                  <a:lnTo>
                    <a:pt x="473921" y="57484"/>
                  </a:lnTo>
                  <a:lnTo>
                    <a:pt x="508635" y="87263"/>
                  </a:lnTo>
                  <a:lnTo>
                    <a:pt x="538410" y="121979"/>
                  </a:lnTo>
                  <a:lnTo>
                    <a:pt x="562636" y="161018"/>
                  </a:lnTo>
                  <a:lnTo>
                    <a:pt x="580698" y="203767"/>
                  </a:lnTo>
                  <a:lnTo>
                    <a:pt x="591985" y="249613"/>
                  </a:lnTo>
                  <a:lnTo>
                    <a:pt x="595884" y="297941"/>
                  </a:lnTo>
                  <a:lnTo>
                    <a:pt x="591985" y="346270"/>
                  </a:lnTo>
                  <a:lnTo>
                    <a:pt x="580698" y="392116"/>
                  </a:lnTo>
                  <a:lnTo>
                    <a:pt x="562636" y="434865"/>
                  </a:lnTo>
                  <a:lnTo>
                    <a:pt x="538410" y="473904"/>
                  </a:lnTo>
                  <a:lnTo>
                    <a:pt x="508635" y="508620"/>
                  </a:lnTo>
                  <a:lnTo>
                    <a:pt x="473921" y="538399"/>
                  </a:lnTo>
                  <a:lnTo>
                    <a:pt x="434882" y="562629"/>
                  </a:lnTo>
                  <a:lnTo>
                    <a:pt x="392131" y="580695"/>
                  </a:lnTo>
                  <a:lnTo>
                    <a:pt x="346280" y="591984"/>
                  </a:lnTo>
                  <a:lnTo>
                    <a:pt x="297942" y="595883"/>
                  </a:lnTo>
                  <a:lnTo>
                    <a:pt x="249603" y="591984"/>
                  </a:lnTo>
                  <a:lnTo>
                    <a:pt x="203752" y="580695"/>
                  </a:lnTo>
                  <a:lnTo>
                    <a:pt x="161001" y="562629"/>
                  </a:lnTo>
                  <a:lnTo>
                    <a:pt x="121962" y="538399"/>
                  </a:lnTo>
                  <a:lnTo>
                    <a:pt x="87248" y="508620"/>
                  </a:lnTo>
                  <a:lnTo>
                    <a:pt x="57473" y="473904"/>
                  </a:lnTo>
                  <a:lnTo>
                    <a:pt x="33247" y="434865"/>
                  </a:lnTo>
                  <a:lnTo>
                    <a:pt x="15185" y="392116"/>
                  </a:lnTo>
                  <a:lnTo>
                    <a:pt x="3898" y="346270"/>
                  </a:lnTo>
                  <a:lnTo>
                    <a:pt x="0" y="297941"/>
                  </a:lnTo>
                  <a:close/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1" name="object 15">
            <a:extLst>
              <a:ext uri="{FF2B5EF4-FFF2-40B4-BE49-F238E27FC236}">
                <a16:creationId xmlns:a16="http://schemas.microsoft.com/office/drawing/2014/main" id="{5C850052-A481-6048-9306-19CD6C5C2947}"/>
              </a:ext>
            </a:extLst>
          </p:cNvPr>
          <p:cNvSpPr txBox="1"/>
          <p:nvPr/>
        </p:nvSpPr>
        <p:spPr>
          <a:xfrm>
            <a:off x="2337307" y="5567426"/>
            <a:ext cx="2216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𝒅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62" name="object 16">
            <a:extLst>
              <a:ext uri="{FF2B5EF4-FFF2-40B4-BE49-F238E27FC236}">
                <a16:creationId xmlns:a16="http://schemas.microsoft.com/office/drawing/2014/main" id="{114B7BA4-9AF1-E24B-A092-CDE30A9E5B34}"/>
              </a:ext>
            </a:extLst>
          </p:cNvPr>
          <p:cNvGrpSpPr/>
          <p:nvPr/>
        </p:nvGrpSpPr>
        <p:grpSpPr>
          <a:xfrm>
            <a:off x="5003291" y="4623815"/>
            <a:ext cx="634365" cy="634365"/>
            <a:chOff x="5003291" y="4623815"/>
            <a:chExt cx="634365" cy="634365"/>
          </a:xfrm>
        </p:grpSpPr>
        <p:sp>
          <p:nvSpPr>
            <p:cNvPr id="63" name="object 17">
              <a:extLst>
                <a:ext uri="{FF2B5EF4-FFF2-40B4-BE49-F238E27FC236}">
                  <a16:creationId xmlns:a16="http://schemas.microsoft.com/office/drawing/2014/main" id="{226D8AFA-7CC4-5449-9578-22E2E06DD8CE}"/>
                </a:ext>
              </a:extLst>
            </p:cNvPr>
            <p:cNvSpPr/>
            <p:nvPr/>
          </p:nvSpPr>
          <p:spPr>
            <a:xfrm>
              <a:off x="5022341" y="4642865"/>
              <a:ext cx="596265" cy="596265"/>
            </a:xfrm>
            <a:custGeom>
              <a:avLst/>
              <a:gdLst/>
              <a:ahLst/>
              <a:cxnLst/>
              <a:rect l="l" t="t" r="r" b="b"/>
              <a:pathLst>
                <a:path w="596264" h="596264">
                  <a:moveTo>
                    <a:pt x="297942" y="0"/>
                  </a:moveTo>
                  <a:lnTo>
                    <a:pt x="249603" y="3898"/>
                  </a:lnTo>
                  <a:lnTo>
                    <a:pt x="203752" y="15185"/>
                  </a:lnTo>
                  <a:lnTo>
                    <a:pt x="161001" y="33247"/>
                  </a:lnTo>
                  <a:lnTo>
                    <a:pt x="121962" y="57473"/>
                  </a:lnTo>
                  <a:lnTo>
                    <a:pt x="87248" y="87248"/>
                  </a:lnTo>
                  <a:lnTo>
                    <a:pt x="57473" y="121962"/>
                  </a:lnTo>
                  <a:lnTo>
                    <a:pt x="33247" y="161001"/>
                  </a:lnTo>
                  <a:lnTo>
                    <a:pt x="15185" y="203752"/>
                  </a:lnTo>
                  <a:lnTo>
                    <a:pt x="3898" y="249603"/>
                  </a:lnTo>
                  <a:lnTo>
                    <a:pt x="0" y="297941"/>
                  </a:lnTo>
                  <a:lnTo>
                    <a:pt x="3898" y="346280"/>
                  </a:lnTo>
                  <a:lnTo>
                    <a:pt x="15185" y="392131"/>
                  </a:lnTo>
                  <a:lnTo>
                    <a:pt x="33247" y="434882"/>
                  </a:lnTo>
                  <a:lnTo>
                    <a:pt x="57473" y="473921"/>
                  </a:lnTo>
                  <a:lnTo>
                    <a:pt x="87249" y="508634"/>
                  </a:lnTo>
                  <a:lnTo>
                    <a:pt x="121962" y="538410"/>
                  </a:lnTo>
                  <a:lnTo>
                    <a:pt x="161001" y="562636"/>
                  </a:lnTo>
                  <a:lnTo>
                    <a:pt x="203752" y="580698"/>
                  </a:lnTo>
                  <a:lnTo>
                    <a:pt x="249603" y="591985"/>
                  </a:lnTo>
                  <a:lnTo>
                    <a:pt x="297942" y="595883"/>
                  </a:lnTo>
                  <a:lnTo>
                    <a:pt x="346280" y="591985"/>
                  </a:lnTo>
                  <a:lnTo>
                    <a:pt x="392131" y="580698"/>
                  </a:lnTo>
                  <a:lnTo>
                    <a:pt x="434882" y="562636"/>
                  </a:lnTo>
                  <a:lnTo>
                    <a:pt x="473921" y="538410"/>
                  </a:lnTo>
                  <a:lnTo>
                    <a:pt x="508635" y="508634"/>
                  </a:lnTo>
                  <a:lnTo>
                    <a:pt x="538410" y="473921"/>
                  </a:lnTo>
                  <a:lnTo>
                    <a:pt x="562636" y="434882"/>
                  </a:lnTo>
                  <a:lnTo>
                    <a:pt x="580698" y="392131"/>
                  </a:lnTo>
                  <a:lnTo>
                    <a:pt x="591985" y="346280"/>
                  </a:lnTo>
                  <a:lnTo>
                    <a:pt x="595884" y="297941"/>
                  </a:lnTo>
                  <a:lnTo>
                    <a:pt x="591985" y="249603"/>
                  </a:lnTo>
                  <a:lnTo>
                    <a:pt x="580698" y="203752"/>
                  </a:lnTo>
                  <a:lnTo>
                    <a:pt x="562636" y="161001"/>
                  </a:lnTo>
                  <a:lnTo>
                    <a:pt x="538410" y="121962"/>
                  </a:lnTo>
                  <a:lnTo>
                    <a:pt x="508635" y="87248"/>
                  </a:lnTo>
                  <a:lnTo>
                    <a:pt x="473921" y="57473"/>
                  </a:lnTo>
                  <a:lnTo>
                    <a:pt x="434882" y="33247"/>
                  </a:lnTo>
                  <a:lnTo>
                    <a:pt x="392131" y="15185"/>
                  </a:lnTo>
                  <a:lnTo>
                    <a:pt x="346280" y="3898"/>
                  </a:lnTo>
                  <a:lnTo>
                    <a:pt x="297942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18">
              <a:extLst>
                <a:ext uri="{FF2B5EF4-FFF2-40B4-BE49-F238E27FC236}">
                  <a16:creationId xmlns:a16="http://schemas.microsoft.com/office/drawing/2014/main" id="{5164A673-14BC-B24A-BEA1-372D975C7739}"/>
                </a:ext>
              </a:extLst>
            </p:cNvPr>
            <p:cNvSpPr/>
            <p:nvPr/>
          </p:nvSpPr>
          <p:spPr>
            <a:xfrm>
              <a:off x="5022341" y="4642865"/>
              <a:ext cx="596265" cy="596265"/>
            </a:xfrm>
            <a:custGeom>
              <a:avLst/>
              <a:gdLst/>
              <a:ahLst/>
              <a:cxnLst/>
              <a:rect l="l" t="t" r="r" b="b"/>
              <a:pathLst>
                <a:path w="596264" h="596264">
                  <a:moveTo>
                    <a:pt x="0" y="297941"/>
                  </a:moveTo>
                  <a:lnTo>
                    <a:pt x="3898" y="249603"/>
                  </a:lnTo>
                  <a:lnTo>
                    <a:pt x="15185" y="203752"/>
                  </a:lnTo>
                  <a:lnTo>
                    <a:pt x="33247" y="161001"/>
                  </a:lnTo>
                  <a:lnTo>
                    <a:pt x="57473" y="121962"/>
                  </a:lnTo>
                  <a:lnTo>
                    <a:pt x="87248" y="87248"/>
                  </a:lnTo>
                  <a:lnTo>
                    <a:pt x="121962" y="57473"/>
                  </a:lnTo>
                  <a:lnTo>
                    <a:pt x="161001" y="33247"/>
                  </a:lnTo>
                  <a:lnTo>
                    <a:pt x="203752" y="15185"/>
                  </a:lnTo>
                  <a:lnTo>
                    <a:pt x="249603" y="3898"/>
                  </a:lnTo>
                  <a:lnTo>
                    <a:pt x="297942" y="0"/>
                  </a:lnTo>
                  <a:lnTo>
                    <a:pt x="346280" y="3898"/>
                  </a:lnTo>
                  <a:lnTo>
                    <a:pt x="392131" y="15185"/>
                  </a:lnTo>
                  <a:lnTo>
                    <a:pt x="434882" y="33247"/>
                  </a:lnTo>
                  <a:lnTo>
                    <a:pt x="473921" y="57473"/>
                  </a:lnTo>
                  <a:lnTo>
                    <a:pt x="508635" y="87248"/>
                  </a:lnTo>
                  <a:lnTo>
                    <a:pt x="538410" y="121962"/>
                  </a:lnTo>
                  <a:lnTo>
                    <a:pt x="562636" y="161001"/>
                  </a:lnTo>
                  <a:lnTo>
                    <a:pt x="580698" y="203752"/>
                  </a:lnTo>
                  <a:lnTo>
                    <a:pt x="591985" y="249603"/>
                  </a:lnTo>
                  <a:lnTo>
                    <a:pt x="595884" y="297941"/>
                  </a:lnTo>
                  <a:lnTo>
                    <a:pt x="591985" y="346280"/>
                  </a:lnTo>
                  <a:lnTo>
                    <a:pt x="580698" y="392131"/>
                  </a:lnTo>
                  <a:lnTo>
                    <a:pt x="562636" y="434882"/>
                  </a:lnTo>
                  <a:lnTo>
                    <a:pt x="538410" y="473921"/>
                  </a:lnTo>
                  <a:lnTo>
                    <a:pt x="508635" y="508634"/>
                  </a:lnTo>
                  <a:lnTo>
                    <a:pt x="473921" y="538410"/>
                  </a:lnTo>
                  <a:lnTo>
                    <a:pt x="434882" y="562636"/>
                  </a:lnTo>
                  <a:lnTo>
                    <a:pt x="392131" y="580698"/>
                  </a:lnTo>
                  <a:lnTo>
                    <a:pt x="346280" y="591985"/>
                  </a:lnTo>
                  <a:lnTo>
                    <a:pt x="297942" y="595883"/>
                  </a:lnTo>
                  <a:lnTo>
                    <a:pt x="249603" y="591985"/>
                  </a:lnTo>
                  <a:lnTo>
                    <a:pt x="203752" y="580698"/>
                  </a:lnTo>
                  <a:lnTo>
                    <a:pt x="161001" y="562636"/>
                  </a:lnTo>
                  <a:lnTo>
                    <a:pt x="121962" y="538410"/>
                  </a:lnTo>
                  <a:lnTo>
                    <a:pt x="87249" y="508634"/>
                  </a:lnTo>
                  <a:lnTo>
                    <a:pt x="57473" y="473921"/>
                  </a:lnTo>
                  <a:lnTo>
                    <a:pt x="33247" y="434882"/>
                  </a:lnTo>
                  <a:lnTo>
                    <a:pt x="15185" y="392131"/>
                  </a:lnTo>
                  <a:lnTo>
                    <a:pt x="3898" y="346280"/>
                  </a:lnTo>
                  <a:lnTo>
                    <a:pt x="0" y="297941"/>
                  </a:lnTo>
                  <a:close/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5" name="object 19">
            <a:extLst>
              <a:ext uri="{FF2B5EF4-FFF2-40B4-BE49-F238E27FC236}">
                <a16:creationId xmlns:a16="http://schemas.microsoft.com/office/drawing/2014/main" id="{BFEED7A5-3213-9C4B-A3EE-67EC390E3E57}"/>
              </a:ext>
            </a:extLst>
          </p:cNvPr>
          <p:cNvSpPr txBox="1"/>
          <p:nvPr/>
        </p:nvSpPr>
        <p:spPr>
          <a:xfrm>
            <a:off x="5192521" y="4735067"/>
            <a:ext cx="1797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𝒄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66" name="object 20">
            <a:extLst>
              <a:ext uri="{FF2B5EF4-FFF2-40B4-BE49-F238E27FC236}">
                <a16:creationId xmlns:a16="http://schemas.microsoft.com/office/drawing/2014/main" id="{C3EA6B23-9D41-7447-958D-FE34BADECB3D}"/>
              </a:ext>
            </a:extLst>
          </p:cNvPr>
          <p:cNvGrpSpPr/>
          <p:nvPr/>
        </p:nvGrpSpPr>
        <p:grpSpPr>
          <a:xfrm>
            <a:off x="2467355" y="4119371"/>
            <a:ext cx="2661285" cy="1971039"/>
            <a:chOff x="2467355" y="4119371"/>
            <a:chExt cx="2661285" cy="1971039"/>
          </a:xfrm>
        </p:grpSpPr>
        <p:sp>
          <p:nvSpPr>
            <p:cNvPr id="67" name="object 21">
              <a:extLst>
                <a:ext uri="{FF2B5EF4-FFF2-40B4-BE49-F238E27FC236}">
                  <a16:creationId xmlns:a16="http://schemas.microsoft.com/office/drawing/2014/main" id="{57D65788-B14C-6942-B6AA-C80F4424D459}"/>
                </a:ext>
              </a:extLst>
            </p:cNvPr>
            <p:cNvSpPr/>
            <p:nvPr/>
          </p:nvSpPr>
          <p:spPr>
            <a:xfrm>
              <a:off x="2784347" y="4138421"/>
              <a:ext cx="970280" cy="0"/>
            </a:xfrm>
            <a:custGeom>
              <a:avLst/>
              <a:gdLst/>
              <a:ahLst/>
              <a:cxnLst/>
              <a:rect l="l" t="t" r="r" b="b"/>
              <a:pathLst>
                <a:path w="970278">
                  <a:moveTo>
                    <a:pt x="0" y="0"/>
                  </a:moveTo>
                  <a:lnTo>
                    <a:pt x="969899" y="0"/>
                  </a:lnTo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22">
              <a:extLst>
                <a:ext uri="{FF2B5EF4-FFF2-40B4-BE49-F238E27FC236}">
                  <a16:creationId xmlns:a16="http://schemas.microsoft.com/office/drawing/2014/main" id="{02E52398-D7FD-1C42-BC30-0A21E3530DC1}"/>
                </a:ext>
              </a:extLst>
            </p:cNvPr>
            <p:cNvSpPr/>
            <p:nvPr/>
          </p:nvSpPr>
          <p:spPr>
            <a:xfrm flipH="1">
              <a:off x="2486405" y="4436363"/>
              <a:ext cx="0" cy="1038860"/>
            </a:xfrm>
            <a:custGeom>
              <a:avLst/>
              <a:gdLst/>
              <a:ahLst/>
              <a:cxnLst/>
              <a:rect l="l" t="t" r="r" b="b"/>
              <a:pathLst>
                <a:path h="1038860">
                  <a:moveTo>
                    <a:pt x="0" y="0"/>
                  </a:moveTo>
                  <a:lnTo>
                    <a:pt x="0" y="103886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23">
              <a:extLst>
                <a:ext uri="{FF2B5EF4-FFF2-40B4-BE49-F238E27FC236}">
                  <a16:creationId xmlns:a16="http://schemas.microsoft.com/office/drawing/2014/main" id="{CA361BF3-D510-004E-B004-50592EFB4994}"/>
                </a:ext>
              </a:extLst>
            </p:cNvPr>
            <p:cNvSpPr/>
            <p:nvPr/>
          </p:nvSpPr>
          <p:spPr>
            <a:xfrm>
              <a:off x="2697479" y="4348733"/>
              <a:ext cx="1144905" cy="1213485"/>
            </a:xfrm>
            <a:custGeom>
              <a:avLst/>
              <a:gdLst/>
              <a:ahLst/>
              <a:cxnLst/>
              <a:rect l="l" t="t" r="r" b="b"/>
              <a:pathLst>
                <a:path w="1144904" h="1213485">
                  <a:moveTo>
                    <a:pt x="1144396" y="0"/>
                  </a:moveTo>
                  <a:lnTo>
                    <a:pt x="0" y="1213485"/>
                  </a:lnTo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24">
              <a:extLst>
                <a:ext uri="{FF2B5EF4-FFF2-40B4-BE49-F238E27FC236}">
                  <a16:creationId xmlns:a16="http://schemas.microsoft.com/office/drawing/2014/main" id="{3AD82113-71EF-774F-BB90-5C5FD854DD2A}"/>
                </a:ext>
              </a:extLst>
            </p:cNvPr>
            <p:cNvSpPr/>
            <p:nvPr/>
          </p:nvSpPr>
          <p:spPr>
            <a:xfrm>
              <a:off x="4350257" y="5151881"/>
              <a:ext cx="759460" cy="621665"/>
            </a:xfrm>
            <a:custGeom>
              <a:avLst/>
              <a:gdLst/>
              <a:ahLst/>
              <a:cxnLst/>
              <a:rect l="l" t="t" r="r" b="b"/>
              <a:pathLst>
                <a:path w="759460" h="621664">
                  <a:moveTo>
                    <a:pt x="759078" y="0"/>
                  </a:moveTo>
                  <a:lnTo>
                    <a:pt x="0" y="621474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25">
              <a:extLst>
                <a:ext uri="{FF2B5EF4-FFF2-40B4-BE49-F238E27FC236}">
                  <a16:creationId xmlns:a16="http://schemas.microsoft.com/office/drawing/2014/main" id="{50C05791-51B9-164C-B3F1-C1083081CB7C}"/>
                </a:ext>
              </a:extLst>
            </p:cNvPr>
            <p:cNvSpPr/>
            <p:nvPr/>
          </p:nvSpPr>
          <p:spPr>
            <a:xfrm>
              <a:off x="4052316" y="4138421"/>
              <a:ext cx="1057275" cy="1322070"/>
            </a:xfrm>
            <a:custGeom>
              <a:avLst/>
              <a:gdLst/>
              <a:ahLst/>
              <a:cxnLst/>
              <a:rect l="l" t="t" r="r" b="b"/>
              <a:pathLst>
                <a:path w="1057275" h="1322070">
                  <a:moveTo>
                    <a:pt x="0" y="282701"/>
                  </a:moveTo>
                  <a:lnTo>
                    <a:pt x="0" y="1321561"/>
                  </a:lnTo>
                </a:path>
                <a:path w="1057275" h="1322070">
                  <a:moveTo>
                    <a:pt x="297942" y="0"/>
                  </a:moveTo>
                  <a:lnTo>
                    <a:pt x="1057021" y="591946"/>
                  </a:lnTo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26">
              <a:extLst>
                <a:ext uri="{FF2B5EF4-FFF2-40B4-BE49-F238E27FC236}">
                  <a16:creationId xmlns:a16="http://schemas.microsoft.com/office/drawing/2014/main" id="{7D43363C-4EB5-F743-A296-B0700373F465}"/>
                </a:ext>
              </a:extLst>
            </p:cNvPr>
            <p:cNvSpPr/>
            <p:nvPr/>
          </p:nvSpPr>
          <p:spPr>
            <a:xfrm>
              <a:off x="3754373" y="5474969"/>
              <a:ext cx="596265" cy="596265"/>
            </a:xfrm>
            <a:custGeom>
              <a:avLst/>
              <a:gdLst/>
              <a:ahLst/>
              <a:cxnLst/>
              <a:rect l="l" t="t" r="r" b="b"/>
              <a:pathLst>
                <a:path w="596264" h="596264">
                  <a:moveTo>
                    <a:pt x="297941" y="0"/>
                  </a:moveTo>
                  <a:lnTo>
                    <a:pt x="249603" y="3899"/>
                  </a:lnTo>
                  <a:lnTo>
                    <a:pt x="203752" y="15188"/>
                  </a:lnTo>
                  <a:lnTo>
                    <a:pt x="161001" y="33254"/>
                  </a:lnTo>
                  <a:lnTo>
                    <a:pt x="121962" y="57484"/>
                  </a:lnTo>
                  <a:lnTo>
                    <a:pt x="87248" y="87263"/>
                  </a:lnTo>
                  <a:lnTo>
                    <a:pt x="57473" y="121979"/>
                  </a:lnTo>
                  <a:lnTo>
                    <a:pt x="33247" y="161018"/>
                  </a:lnTo>
                  <a:lnTo>
                    <a:pt x="15185" y="203767"/>
                  </a:lnTo>
                  <a:lnTo>
                    <a:pt x="3898" y="249613"/>
                  </a:lnTo>
                  <a:lnTo>
                    <a:pt x="0" y="297941"/>
                  </a:lnTo>
                  <a:lnTo>
                    <a:pt x="3898" y="346270"/>
                  </a:lnTo>
                  <a:lnTo>
                    <a:pt x="15185" y="392116"/>
                  </a:lnTo>
                  <a:lnTo>
                    <a:pt x="33247" y="434865"/>
                  </a:lnTo>
                  <a:lnTo>
                    <a:pt x="57473" y="473904"/>
                  </a:lnTo>
                  <a:lnTo>
                    <a:pt x="87249" y="508620"/>
                  </a:lnTo>
                  <a:lnTo>
                    <a:pt x="121962" y="538399"/>
                  </a:lnTo>
                  <a:lnTo>
                    <a:pt x="161001" y="562629"/>
                  </a:lnTo>
                  <a:lnTo>
                    <a:pt x="203752" y="580695"/>
                  </a:lnTo>
                  <a:lnTo>
                    <a:pt x="249603" y="591984"/>
                  </a:lnTo>
                  <a:lnTo>
                    <a:pt x="297941" y="595883"/>
                  </a:lnTo>
                  <a:lnTo>
                    <a:pt x="346280" y="591984"/>
                  </a:lnTo>
                  <a:lnTo>
                    <a:pt x="392131" y="580695"/>
                  </a:lnTo>
                  <a:lnTo>
                    <a:pt x="434882" y="562629"/>
                  </a:lnTo>
                  <a:lnTo>
                    <a:pt x="473921" y="538399"/>
                  </a:lnTo>
                  <a:lnTo>
                    <a:pt x="508635" y="508620"/>
                  </a:lnTo>
                  <a:lnTo>
                    <a:pt x="538410" y="473904"/>
                  </a:lnTo>
                  <a:lnTo>
                    <a:pt x="562636" y="434865"/>
                  </a:lnTo>
                  <a:lnTo>
                    <a:pt x="580698" y="392116"/>
                  </a:lnTo>
                  <a:lnTo>
                    <a:pt x="591985" y="346270"/>
                  </a:lnTo>
                  <a:lnTo>
                    <a:pt x="595884" y="297941"/>
                  </a:lnTo>
                  <a:lnTo>
                    <a:pt x="591985" y="249613"/>
                  </a:lnTo>
                  <a:lnTo>
                    <a:pt x="580698" y="203767"/>
                  </a:lnTo>
                  <a:lnTo>
                    <a:pt x="562636" y="161018"/>
                  </a:lnTo>
                  <a:lnTo>
                    <a:pt x="538410" y="121979"/>
                  </a:lnTo>
                  <a:lnTo>
                    <a:pt x="508635" y="87263"/>
                  </a:lnTo>
                  <a:lnTo>
                    <a:pt x="473921" y="57484"/>
                  </a:lnTo>
                  <a:lnTo>
                    <a:pt x="434882" y="33254"/>
                  </a:lnTo>
                  <a:lnTo>
                    <a:pt x="392131" y="15188"/>
                  </a:lnTo>
                  <a:lnTo>
                    <a:pt x="346280" y="3899"/>
                  </a:lnTo>
                  <a:lnTo>
                    <a:pt x="297941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27">
              <a:extLst>
                <a:ext uri="{FF2B5EF4-FFF2-40B4-BE49-F238E27FC236}">
                  <a16:creationId xmlns:a16="http://schemas.microsoft.com/office/drawing/2014/main" id="{C54F1396-7768-454D-834C-6F608DF2F3E5}"/>
                </a:ext>
              </a:extLst>
            </p:cNvPr>
            <p:cNvSpPr/>
            <p:nvPr/>
          </p:nvSpPr>
          <p:spPr>
            <a:xfrm>
              <a:off x="3754373" y="5474969"/>
              <a:ext cx="596265" cy="596265"/>
            </a:xfrm>
            <a:custGeom>
              <a:avLst/>
              <a:gdLst/>
              <a:ahLst/>
              <a:cxnLst/>
              <a:rect l="l" t="t" r="r" b="b"/>
              <a:pathLst>
                <a:path w="596264" h="596264">
                  <a:moveTo>
                    <a:pt x="0" y="297941"/>
                  </a:moveTo>
                  <a:lnTo>
                    <a:pt x="3898" y="249613"/>
                  </a:lnTo>
                  <a:lnTo>
                    <a:pt x="15185" y="203767"/>
                  </a:lnTo>
                  <a:lnTo>
                    <a:pt x="33247" y="161018"/>
                  </a:lnTo>
                  <a:lnTo>
                    <a:pt x="57473" y="121979"/>
                  </a:lnTo>
                  <a:lnTo>
                    <a:pt x="87248" y="87263"/>
                  </a:lnTo>
                  <a:lnTo>
                    <a:pt x="121962" y="57484"/>
                  </a:lnTo>
                  <a:lnTo>
                    <a:pt x="161001" y="33254"/>
                  </a:lnTo>
                  <a:lnTo>
                    <a:pt x="203752" y="15188"/>
                  </a:lnTo>
                  <a:lnTo>
                    <a:pt x="249603" y="3899"/>
                  </a:lnTo>
                  <a:lnTo>
                    <a:pt x="297941" y="0"/>
                  </a:lnTo>
                  <a:lnTo>
                    <a:pt x="346280" y="3899"/>
                  </a:lnTo>
                  <a:lnTo>
                    <a:pt x="392131" y="15188"/>
                  </a:lnTo>
                  <a:lnTo>
                    <a:pt x="434882" y="33254"/>
                  </a:lnTo>
                  <a:lnTo>
                    <a:pt x="473921" y="57484"/>
                  </a:lnTo>
                  <a:lnTo>
                    <a:pt x="508635" y="87263"/>
                  </a:lnTo>
                  <a:lnTo>
                    <a:pt x="538410" y="121979"/>
                  </a:lnTo>
                  <a:lnTo>
                    <a:pt x="562636" y="161018"/>
                  </a:lnTo>
                  <a:lnTo>
                    <a:pt x="580698" y="203767"/>
                  </a:lnTo>
                  <a:lnTo>
                    <a:pt x="591985" y="249613"/>
                  </a:lnTo>
                  <a:lnTo>
                    <a:pt x="595884" y="297941"/>
                  </a:lnTo>
                  <a:lnTo>
                    <a:pt x="591985" y="346270"/>
                  </a:lnTo>
                  <a:lnTo>
                    <a:pt x="580698" y="392116"/>
                  </a:lnTo>
                  <a:lnTo>
                    <a:pt x="562636" y="434865"/>
                  </a:lnTo>
                  <a:lnTo>
                    <a:pt x="538410" y="473904"/>
                  </a:lnTo>
                  <a:lnTo>
                    <a:pt x="508635" y="508620"/>
                  </a:lnTo>
                  <a:lnTo>
                    <a:pt x="473921" y="538399"/>
                  </a:lnTo>
                  <a:lnTo>
                    <a:pt x="434882" y="562629"/>
                  </a:lnTo>
                  <a:lnTo>
                    <a:pt x="392131" y="580695"/>
                  </a:lnTo>
                  <a:lnTo>
                    <a:pt x="346280" y="591984"/>
                  </a:lnTo>
                  <a:lnTo>
                    <a:pt x="297941" y="595883"/>
                  </a:lnTo>
                  <a:lnTo>
                    <a:pt x="249603" y="591984"/>
                  </a:lnTo>
                  <a:lnTo>
                    <a:pt x="203752" y="580695"/>
                  </a:lnTo>
                  <a:lnTo>
                    <a:pt x="161001" y="562629"/>
                  </a:lnTo>
                  <a:lnTo>
                    <a:pt x="121962" y="538399"/>
                  </a:lnTo>
                  <a:lnTo>
                    <a:pt x="87249" y="508620"/>
                  </a:lnTo>
                  <a:lnTo>
                    <a:pt x="57473" y="473904"/>
                  </a:lnTo>
                  <a:lnTo>
                    <a:pt x="33247" y="434865"/>
                  </a:lnTo>
                  <a:lnTo>
                    <a:pt x="15185" y="392116"/>
                  </a:lnTo>
                  <a:lnTo>
                    <a:pt x="3898" y="346270"/>
                  </a:lnTo>
                  <a:lnTo>
                    <a:pt x="0" y="297941"/>
                  </a:lnTo>
                  <a:close/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4" name="object 28">
            <a:extLst>
              <a:ext uri="{FF2B5EF4-FFF2-40B4-BE49-F238E27FC236}">
                <a16:creationId xmlns:a16="http://schemas.microsoft.com/office/drawing/2014/main" id="{3014503D-9B0F-7E43-B016-B22E2F9604C4}"/>
              </a:ext>
            </a:extLst>
          </p:cNvPr>
          <p:cNvSpPr txBox="1"/>
          <p:nvPr/>
        </p:nvSpPr>
        <p:spPr>
          <a:xfrm>
            <a:off x="3916171" y="5567426"/>
            <a:ext cx="1974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𝒇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75" name="object 29">
            <a:extLst>
              <a:ext uri="{FF2B5EF4-FFF2-40B4-BE49-F238E27FC236}">
                <a16:creationId xmlns:a16="http://schemas.microsoft.com/office/drawing/2014/main" id="{39566BDF-6700-694C-96C1-DAA67BC28627}"/>
              </a:ext>
            </a:extLst>
          </p:cNvPr>
          <p:cNvSpPr/>
          <p:nvPr/>
        </p:nvSpPr>
        <p:spPr>
          <a:xfrm>
            <a:off x="2784348" y="5772911"/>
            <a:ext cx="970280" cy="0"/>
          </a:xfrm>
          <a:custGeom>
            <a:avLst/>
            <a:gdLst/>
            <a:ahLst/>
            <a:cxnLst/>
            <a:rect l="l" t="t" r="r" b="b"/>
            <a:pathLst>
              <a:path w="970278">
                <a:moveTo>
                  <a:pt x="969899" y="0"/>
                </a:moveTo>
                <a:lnTo>
                  <a:pt x="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30">
            <a:extLst>
              <a:ext uri="{FF2B5EF4-FFF2-40B4-BE49-F238E27FC236}">
                <a16:creationId xmlns:a16="http://schemas.microsoft.com/office/drawing/2014/main" id="{B537ABEA-40A6-3445-B2E7-EB6AEE562BEE}"/>
              </a:ext>
            </a:extLst>
          </p:cNvPr>
          <p:cNvSpPr txBox="1"/>
          <p:nvPr/>
        </p:nvSpPr>
        <p:spPr>
          <a:xfrm>
            <a:off x="2341117" y="3231896"/>
            <a:ext cx="260985" cy="1092200"/>
          </a:xfrm>
          <a:prstGeom prst="rect">
            <a:avLst/>
          </a:prstGeom>
        </p:spPr>
        <p:txBody>
          <a:bodyPr vert="horz" wrap="square" lIns="0" tIns="179705" rIns="0" bIns="0" rtlCol="0">
            <a:spAutoFit/>
          </a:bodyPr>
          <a:lstStyle/>
          <a:p>
            <a:pPr marL="65405">
              <a:lnSpc>
                <a:spcPct val="100000"/>
              </a:lnSpc>
              <a:spcBef>
                <a:spcPts val="1415"/>
              </a:spcBef>
            </a:pPr>
            <a:r>
              <a:rPr sz="2400" spc="-50">
                <a:latin typeface="Cambria Math"/>
                <a:cs typeface="Cambria Math"/>
              </a:rPr>
              <a:t>𝟏</a:t>
            </a:r>
            <a:endParaRPr sz="24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sz="2400" spc="-50">
                <a:latin typeface="Cambria Math"/>
                <a:cs typeface="Cambria Math"/>
              </a:rPr>
              <a:t>𝒂</a:t>
            </a:r>
            <a:endParaRPr sz="2400">
              <a:latin typeface="Cambria Math"/>
              <a:cs typeface="Cambria Math"/>
            </a:endParaRPr>
          </a:p>
        </p:txBody>
      </p:sp>
      <p:graphicFrame>
        <p:nvGraphicFramePr>
          <p:cNvPr id="77" name="object 31">
            <a:extLst>
              <a:ext uri="{FF2B5EF4-FFF2-40B4-BE49-F238E27FC236}">
                <a16:creationId xmlns:a16="http://schemas.microsoft.com/office/drawing/2014/main" id="{C8BA5F1A-EA5B-7D45-B9D2-EF9ED282C67C}"/>
              </a:ext>
            </a:extLst>
          </p:cNvPr>
          <p:cNvGraphicFramePr>
            <a:graphicFrameLocks noGrp="1"/>
          </p:cNvGraphicFramePr>
          <p:nvPr/>
        </p:nvGraphicFramePr>
        <p:xfrm>
          <a:off x="7023481" y="2507335"/>
          <a:ext cx="3831588" cy="42189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473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73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73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73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73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737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4737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02615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63195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20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𝒂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140970" marB="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2000" spc="-50">
                          <a:latin typeface="Cambria Math"/>
                          <a:cs typeface="Cambria Math"/>
                        </a:rPr>
                        <a:t>𝒃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14097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4610" algn="ctr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20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𝒄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140970" marB="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160020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20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𝒅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140970" marB="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171450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20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𝒇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140970" marB="0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2615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163195">
                        <a:lnSpc>
                          <a:spcPct val="100000"/>
                        </a:lnSpc>
                        <a:spcBef>
                          <a:spcPts val="1260"/>
                        </a:spcBef>
                      </a:pPr>
                      <a:r>
                        <a:rPr sz="2000" spc="-50">
                          <a:latin typeface="Cambria Math"/>
                          <a:cs typeface="Cambria Math"/>
                        </a:rPr>
                        <a:t>𝒂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2000" spc="-50">
                          <a:latin typeface="Cambria Math"/>
                          <a:cs typeface="Cambria Math"/>
                        </a:rPr>
                        <a:t>𝟏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1409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2000" spc="-50">
                          <a:latin typeface="Cambria Math"/>
                          <a:cs typeface="Cambria Math"/>
                        </a:rPr>
                        <a:t>𝟐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1409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3975" algn="ctr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2000" spc="-50">
                          <a:latin typeface="Cambria Math"/>
                          <a:cs typeface="Cambria Math"/>
                        </a:rPr>
                        <a:t>𝟑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1409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2000" spc="-50">
                          <a:latin typeface="Cambria Math"/>
                          <a:cs typeface="Cambria Math"/>
                        </a:rPr>
                        <a:t>𝟒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1409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2000" spc="-50">
                          <a:latin typeface="Cambria Math"/>
                          <a:cs typeface="Cambria Math"/>
                        </a:rPr>
                        <a:t>𝟓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1409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25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2000" spc="-50">
                          <a:latin typeface="Cambria Math"/>
                          <a:cs typeface="Cambria Math"/>
                        </a:rPr>
                        <a:t>𝟏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14097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2000" spc="-50">
                          <a:latin typeface="Cambria Math"/>
                          <a:cs typeface="Cambria Math"/>
                        </a:rPr>
                        <a:t>𝟎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1409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2000" spc="-50">
                          <a:latin typeface="Cambria Math"/>
                          <a:cs typeface="Cambria Math"/>
                        </a:rPr>
                        <a:t>𝟏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1409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3975" algn="ctr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2000" spc="-50">
                          <a:latin typeface="Cambria Math"/>
                          <a:cs typeface="Cambria Math"/>
                        </a:rPr>
                        <a:t>𝟎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1409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2000" spc="-50">
                          <a:latin typeface="Cambria Math"/>
                          <a:cs typeface="Cambria Math"/>
                        </a:rPr>
                        <a:t>𝟏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1409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2000" spc="-50">
                          <a:latin typeface="Cambria Math"/>
                          <a:cs typeface="Cambria Math"/>
                        </a:rPr>
                        <a:t>𝟎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1409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2615">
                <a:tc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2000" spc="-5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𝒃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140970" marB="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2000" spc="-50">
                          <a:latin typeface="Cambria Math"/>
                          <a:cs typeface="Cambria Math"/>
                        </a:rPr>
                        <a:t>𝟐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14097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2000" spc="-5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𝟏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1409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2000" spc="-5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𝟎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1409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3975" algn="ctr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2000" spc="-5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𝟏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1409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2000" spc="-5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𝟏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1409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2000" spc="-5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𝟏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1409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2615">
                <a:tc>
                  <a:txBody>
                    <a:bodyPr/>
                    <a:lstStyle/>
                    <a:p>
                      <a:pPr marL="177800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2000" spc="-50">
                          <a:latin typeface="Cambria Math"/>
                          <a:cs typeface="Cambria Math"/>
                        </a:rPr>
                        <a:t>𝒄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14097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2000" spc="-50">
                          <a:latin typeface="Cambria Math"/>
                          <a:cs typeface="Cambria Math"/>
                        </a:rPr>
                        <a:t>𝟑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1409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2615">
                <a:tc>
                  <a:txBody>
                    <a:bodyPr/>
                    <a:lstStyle/>
                    <a:p>
                      <a:pPr marL="160020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2000" spc="-50">
                          <a:latin typeface="Cambria Math"/>
                          <a:cs typeface="Cambria Math"/>
                        </a:rPr>
                        <a:t>𝒅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14097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2000" spc="-50">
                          <a:latin typeface="Cambria Math"/>
                          <a:cs typeface="Cambria Math"/>
                        </a:rPr>
                        <a:t>𝟒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1409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2615">
                <a:tc>
                  <a:txBody>
                    <a:bodyPr/>
                    <a:lstStyle/>
                    <a:p>
                      <a:pPr marL="170815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2000" spc="-50">
                          <a:latin typeface="Cambria Math"/>
                          <a:cs typeface="Cambria Math"/>
                        </a:rPr>
                        <a:t>𝒇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14097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2000" spc="-50">
                          <a:latin typeface="Cambria Math"/>
                          <a:cs typeface="Cambria Math"/>
                        </a:rPr>
                        <a:t>𝟓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1409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8" name="object 32">
            <a:extLst>
              <a:ext uri="{FF2B5EF4-FFF2-40B4-BE49-F238E27FC236}">
                <a16:creationId xmlns:a16="http://schemas.microsoft.com/office/drawing/2014/main" id="{59DEA5BA-48BA-D946-BBA1-FBBEE05206CA}"/>
              </a:ext>
            </a:extLst>
          </p:cNvPr>
          <p:cNvSpPr txBox="1"/>
          <p:nvPr/>
        </p:nvSpPr>
        <p:spPr>
          <a:xfrm>
            <a:off x="4001770" y="3401314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solidFill>
                  <a:srgbClr val="FF0000"/>
                </a:solidFill>
                <a:latin typeface="Cambria Math"/>
                <a:cs typeface="Cambria Math"/>
              </a:rPr>
              <a:t>𝟐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79" name="object 33">
            <a:extLst>
              <a:ext uri="{FF2B5EF4-FFF2-40B4-BE49-F238E27FC236}">
                <a16:creationId xmlns:a16="http://schemas.microsoft.com/office/drawing/2014/main" id="{D02DA467-B5FC-7E46-9359-4EFB9E0384DF}"/>
              </a:ext>
            </a:extLst>
          </p:cNvPr>
          <p:cNvSpPr txBox="1"/>
          <p:nvPr/>
        </p:nvSpPr>
        <p:spPr>
          <a:xfrm>
            <a:off x="5269738" y="4017009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𝟑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80" name="object 34">
            <a:extLst>
              <a:ext uri="{FF2B5EF4-FFF2-40B4-BE49-F238E27FC236}">
                <a16:creationId xmlns:a16="http://schemas.microsoft.com/office/drawing/2014/main" id="{36E5CC4D-19F9-C248-93F5-748BDCDB354B}"/>
              </a:ext>
            </a:extLst>
          </p:cNvPr>
          <p:cNvSpPr txBox="1"/>
          <p:nvPr/>
        </p:nvSpPr>
        <p:spPr>
          <a:xfrm>
            <a:off x="2394204" y="6184900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𝟒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81" name="object 35">
            <a:extLst>
              <a:ext uri="{FF2B5EF4-FFF2-40B4-BE49-F238E27FC236}">
                <a16:creationId xmlns:a16="http://schemas.microsoft.com/office/drawing/2014/main" id="{19D71E32-D9BF-D248-A083-99363F404C2F}"/>
              </a:ext>
            </a:extLst>
          </p:cNvPr>
          <p:cNvSpPr txBox="1"/>
          <p:nvPr/>
        </p:nvSpPr>
        <p:spPr>
          <a:xfrm>
            <a:off x="4001770" y="6186678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𝟓</a:t>
            </a:r>
            <a:endParaRPr sz="2400">
              <a:latin typeface="Cambria Math"/>
              <a:cs typeface="Cambria Math"/>
            </a:endParaRPr>
          </a:p>
        </p:txBody>
      </p:sp>
      <p:cxnSp>
        <p:nvCxnSpPr>
          <p:cNvPr id="7" name="直线连接符 6">
            <a:extLst>
              <a:ext uri="{FF2B5EF4-FFF2-40B4-BE49-F238E27FC236}">
                <a16:creationId xmlns:a16="http://schemas.microsoft.com/office/drawing/2014/main" id="{FCD3D3E4-88F4-A944-8F24-BDC2C801867A}"/>
              </a:ext>
            </a:extLst>
          </p:cNvPr>
          <p:cNvCxnSpPr/>
          <p:nvPr/>
        </p:nvCxnSpPr>
        <p:spPr>
          <a:xfrm>
            <a:off x="7567449" y="3100552"/>
            <a:ext cx="0" cy="122303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136934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085060" y="1266990"/>
            <a:ext cx="27305" cy="323850"/>
          </a:xfrm>
          <a:custGeom>
            <a:avLst/>
            <a:gdLst/>
            <a:ahLst/>
            <a:cxnLst/>
            <a:rect l="l" t="t" r="r" b="b"/>
            <a:pathLst>
              <a:path w="27303" h="323850">
                <a:moveTo>
                  <a:pt x="26797" y="0"/>
                </a:moveTo>
                <a:lnTo>
                  <a:pt x="0" y="0"/>
                </a:lnTo>
                <a:lnTo>
                  <a:pt x="0" y="323341"/>
                </a:lnTo>
                <a:lnTo>
                  <a:pt x="26797" y="323341"/>
                </a:lnTo>
                <a:lnTo>
                  <a:pt x="2679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5742160" y="1266990"/>
            <a:ext cx="27305" cy="323850"/>
          </a:xfrm>
          <a:custGeom>
            <a:avLst/>
            <a:gdLst/>
            <a:ahLst/>
            <a:cxnLst/>
            <a:rect l="l" t="t" r="r" b="b"/>
            <a:pathLst>
              <a:path w="27303" h="323850">
                <a:moveTo>
                  <a:pt x="26797" y="0"/>
                </a:moveTo>
                <a:lnTo>
                  <a:pt x="0" y="0"/>
                </a:lnTo>
                <a:lnTo>
                  <a:pt x="0" y="323341"/>
                </a:lnTo>
                <a:lnTo>
                  <a:pt x="26797" y="323341"/>
                </a:lnTo>
                <a:lnTo>
                  <a:pt x="2679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824974" y="1161707"/>
            <a:ext cx="1009142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  <a:tab pos="5408295" algn="l"/>
              </a:tabLst>
            </a:pPr>
            <a:r>
              <a:rPr sz="2800" dirty="0" err="1">
                <a:latin typeface="PMingLiU"/>
                <a:cs typeface="PMingLiU"/>
              </a:rPr>
              <a:t>图</a:t>
            </a:r>
            <a:r>
              <a:rPr sz="2800" dirty="0">
                <a:latin typeface="Cambria Math"/>
                <a:cs typeface="Cambria Math"/>
              </a:rPr>
              <a:t>𝑮</a:t>
            </a:r>
            <a:r>
              <a:rPr sz="2800" spc="150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=&lt;</a:t>
            </a:r>
            <a:r>
              <a:rPr sz="2800" spc="155" dirty="0">
                <a:latin typeface="Cambria Math"/>
                <a:cs typeface="Cambria Math"/>
              </a:rPr>
              <a:t> </a:t>
            </a:r>
            <a:r>
              <a:rPr sz="2800" spc="-10" dirty="0">
                <a:latin typeface="Cambria Math"/>
                <a:cs typeface="Cambria Math"/>
              </a:rPr>
              <a:t>𝑽,</a:t>
            </a:r>
            <a:r>
              <a:rPr sz="2800" spc="-155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𝑬</a:t>
            </a:r>
            <a:r>
              <a:rPr sz="2800" spc="160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&gt;</a:t>
            </a:r>
            <a:r>
              <a:rPr sz="2800" spc="165" dirty="0">
                <a:latin typeface="Cambria Math"/>
                <a:cs typeface="Cambria Math"/>
              </a:rPr>
              <a:t> </a:t>
            </a:r>
            <a:r>
              <a:rPr sz="2800" dirty="0" err="1">
                <a:latin typeface="PMingLiU"/>
                <a:cs typeface="PMingLiU"/>
              </a:rPr>
              <a:t>的</a:t>
            </a:r>
            <a:r>
              <a:rPr sz="2800" dirty="0" err="1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邻接矩阵</a:t>
            </a:r>
            <a:r>
              <a:rPr sz="2800" dirty="0" err="1">
                <a:latin typeface="PMingLiU"/>
                <a:cs typeface="PMingLiU"/>
              </a:rPr>
              <a:t>由</a:t>
            </a:r>
            <a:r>
              <a:rPr sz="2800" spc="165" dirty="0">
                <a:latin typeface="PMingLiU"/>
                <a:cs typeface="PMingLiU"/>
              </a:rPr>
              <a:t> </a:t>
            </a:r>
            <a:r>
              <a:rPr sz="2800" spc="-50" dirty="0">
                <a:latin typeface="Cambria Math"/>
                <a:cs typeface="Cambria Math"/>
              </a:rPr>
              <a:t>𝑽</a:t>
            </a:r>
            <a:r>
              <a:rPr sz="2800" dirty="0">
                <a:latin typeface="Cambria Math"/>
                <a:cs typeface="Cambria Math"/>
              </a:rPr>
              <a:t>	×</a:t>
            </a:r>
            <a:r>
              <a:rPr sz="2800" spc="15" dirty="0">
                <a:latin typeface="Cambria Math"/>
                <a:cs typeface="Cambria Math"/>
              </a:rPr>
              <a:t> </a:t>
            </a:r>
            <a:r>
              <a:rPr sz="2800" spc="-10" dirty="0">
                <a:latin typeface="Cambria Math"/>
                <a:cs typeface="Cambria Math"/>
              </a:rPr>
              <a:t>|𝑽|</a:t>
            </a:r>
            <a:r>
              <a:rPr sz="28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的</a:t>
            </a:r>
            <a:r>
              <a:rPr sz="2800" dirty="0" err="1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二维数</a:t>
            </a:r>
            <a:r>
              <a:rPr sz="2800" spc="-10" dirty="0" err="1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组</a:t>
            </a:r>
            <a:r>
              <a:rPr sz="2800" spc="-1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𝑨</a:t>
            </a:r>
            <a:r>
              <a:rPr sz="28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构成，</a:t>
            </a:r>
            <a:r>
              <a:rPr sz="2800" dirty="0" err="1">
                <a:latin typeface="PMingLiU"/>
                <a:cs typeface="PMingLiU"/>
              </a:rPr>
              <a:t>满</a:t>
            </a:r>
            <a:r>
              <a:rPr sz="2800" spc="-10" dirty="0" err="1">
                <a:latin typeface="PMingLiU"/>
                <a:cs typeface="PMingLiU"/>
              </a:rPr>
              <a:t>足</a:t>
            </a:r>
            <a:r>
              <a:rPr sz="2800" spc="-50" dirty="0">
                <a:latin typeface="PMingLiU"/>
                <a:cs typeface="PMingLiU"/>
              </a:rPr>
              <a:t>:</a:t>
            </a:r>
            <a:endParaRPr sz="2800" dirty="0">
              <a:latin typeface="PMingLiU"/>
              <a:cs typeface="PMingLiU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317855" y="302175"/>
            <a:ext cx="4294251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00"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图的表示：邻接矩</a:t>
            </a:r>
            <a:r>
              <a:rPr sz="3600" spc="-60" dirty="0" err="1">
                <a:latin typeface="SimSun" panose="02010600030101010101" pitchFamily="2" charset="-122"/>
                <a:ea typeface="SimSun" panose="02010600030101010101" pitchFamily="2" charset="-122"/>
              </a:rPr>
              <a:t>阵</a:t>
            </a:r>
            <a:endParaRPr sz="3600" spc="-6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794995" y="1886369"/>
            <a:ext cx="26098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>
                <a:latin typeface="Cambria Math"/>
                <a:cs typeface="Cambria Math"/>
              </a:rPr>
              <a:t>𝑨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030454" y="2054770"/>
            <a:ext cx="224154" cy="3378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50" spc="-25">
                <a:latin typeface="Cambria Math"/>
                <a:cs typeface="Cambria Math"/>
              </a:rPr>
              <a:t>𝒊𝒋</a:t>
            </a:r>
            <a:endParaRPr sz="2050">
              <a:latin typeface="Cambria Math"/>
              <a:cs typeface="Cambria Math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316712" y="1649641"/>
            <a:ext cx="905510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4200" spc="-75" baseline="-36706" dirty="0">
                <a:latin typeface="Cambria Math"/>
                <a:cs typeface="Cambria Math"/>
              </a:rPr>
              <a:t>=</a:t>
            </a:r>
            <a:r>
              <a:rPr sz="4200" spc="1050" baseline="-36706" dirty="0">
                <a:latin typeface="Cambria Math"/>
                <a:cs typeface="Cambria Math"/>
              </a:rPr>
              <a:t> </a:t>
            </a:r>
            <a:r>
              <a:rPr lang="zh-CN" altLang="en-US" sz="4200" spc="-562" baseline="-36706" dirty="0">
                <a:latin typeface="Cambria Math"/>
                <a:cs typeface="Cambria Math"/>
              </a:rPr>
              <a:t>    </a:t>
            </a:r>
            <a:r>
              <a:rPr sz="2800" spc="-37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𝟏,</a:t>
            </a:r>
            <a:endParaRPr sz="2800" dirty="0">
              <a:latin typeface="SimSun" panose="02010600030101010101" pitchFamily="2" charset="-122"/>
              <a:ea typeface="SimSun" panose="02010600030101010101" pitchFamily="2" charset="-122"/>
              <a:cs typeface="Cambria Math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6003525" y="1752892"/>
            <a:ext cx="635635" cy="329565"/>
          </a:xfrm>
          <a:custGeom>
            <a:avLst/>
            <a:gdLst/>
            <a:ahLst/>
            <a:cxnLst/>
            <a:rect l="l" t="t" r="r" b="b"/>
            <a:pathLst>
              <a:path w="635634" h="329564">
                <a:moveTo>
                  <a:pt x="530225" y="0"/>
                </a:moveTo>
                <a:lnTo>
                  <a:pt x="525526" y="13334"/>
                </a:lnTo>
                <a:lnTo>
                  <a:pt x="544576" y="21597"/>
                </a:lnTo>
                <a:lnTo>
                  <a:pt x="560959" y="33051"/>
                </a:lnTo>
                <a:lnTo>
                  <a:pt x="585724" y="65531"/>
                </a:lnTo>
                <a:lnTo>
                  <a:pt x="600408" y="109347"/>
                </a:lnTo>
                <a:lnTo>
                  <a:pt x="605282" y="163067"/>
                </a:lnTo>
                <a:lnTo>
                  <a:pt x="604047" y="192192"/>
                </a:lnTo>
                <a:lnTo>
                  <a:pt x="594244" y="242345"/>
                </a:lnTo>
                <a:lnTo>
                  <a:pt x="574629" y="281493"/>
                </a:lnTo>
                <a:lnTo>
                  <a:pt x="544772" y="307921"/>
                </a:lnTo>
                <a:lnTo>
                  <a:pt x="526034" y="316229"/>
                </a:lnTo>
                <a:lnTo>
                  <a:pt x="530225" y="329564"/>
                </a:lnTo>
                <a:lnTo>
                  <a:pt x="575167" y="308514"/>
                </a:lnTo>
                <a:lnTo>
                  <a:pt x="608203" y="272033"/>
                </a:lnTo>
                <a:lnTo>
                  <a:pt x="628491" y="223059"/>
                </a:lnTo>
                <a:lnTo>
                  <a:pt x="635254" y="164845"/>
                </a:lnTo>
                <a:lnTo>
                  <a:pt x="633561" y="134651"/>
                </a:lnTo>
                <a:lnTo>
                  <a:pt x="619984" y="81121"/>
                </a:lnTo>
                <a:lnTo>
                  <a:pt x="593000" y="37522"/>
                </a:lnTo>
                <a:lnTo>
                  <a:pt x="554087" y="8618"/>
                </a:lnTo>
                <a:lnTo>
                  <a:pt x="530225" y="0"/>
                </a:lnTo>
                <a:close/>
              </a:path>
              <a:path w="635634" h="329564">
                <a:moveTo>
                  <a:pt x="105156" y="0"/>
                </a:moveTo>
                <a:lnTo>
                  <a:pt x="60261" y="21129"/>
                </a:lnTo>
                <a:lnTo>
                  <a:pt x="27178" y="57784"/>
                </a:lnTo>
                <a:lnTo>
                  <a:pt x="6778" y="106743"/>
                </a:lnTo>
                <a:lnTo>
                  <a:pt x="0" y="164845"/>
                </a:lnTo>
                <a:lnTo>
                  <a:pt x="1690" y="195113"/>
                </a:lnTo>
                <a:lnTo>
                  <a:pt x="15216" y="248695"/>
                </a:lnTo>
                <a:lnTo>
                  <a:pt x="42130" y="292203"/>
                </a:lnTo>
                <a:lnTo>
                  <a:pt x="81147" y="320968"/>
                </a:lnTo>
                <a:lnTo>
                  <a:pt x="105156" y="329564"/>
                </a:lnTo>
                <a:lnTo>
                  <a:pt x="109220" y="316229"/>
                </a:lnTo>
                <a:lnTo>
                  <a:pt x="90481" y="307921"/>
                </a:lnTo>
                <a:lnTo>
                  <a:pt x="74279" y="296338"/>
                </a:lnTo>
                <a:lnTo>
                  <a:pt x="49530" y="263398"/>
                </a:lnTo>
                <a:lnTo>
                  <a:pt x="34956" y="218614"/>
                </a:lnTo>
                <a:lnTo>
                  <a:pt x="30099" y="163067"/>
                </a:lnTo>
                <a:lnTo>
                  <a:pt x="31313" y="134969"/>
                </a:lnTo>
                <a:lnTo>
                  <a:pt x="41028" y="86201"/>
                </a:lnTo>
                <a:lnTo>
                  <a:pt x="60652" y="47696"/>
                </a:lnTo>
                <a:lnTo>
                  <a:pt x="90803" y="21597"/>
                </a:lnTo>
                <a:lnTo>
                  <a:pt x="109855" y="13334"/>
                </a:lnTo>
                <a:lnTo>
                  <a:pt x="10515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4883131" y="2108110"/>
            <a:ext cx="31115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25" dirty="0">
                <a:latin typeface="Cambria Math"/>
                <a:cs typeface="Cambria Math"/>
              </a:rPr>
              <a:t>𝟎,</a:t>
            </a:r>
            <a:endParaRPr sz="2800" dirty="0">
              <a:latin typeface="Cambria Math"/>
              <a:cs typeface="Cambria Math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6001239" y="2210853"/>
            <a:ext cx="635635" cy="329565"/>
          </a:xfrm>
          <a:custGeom>
            <a:avLst/>
            <a:gdLst/>
            <a:ahLst/>
            <a:cxnLst/>
            <a:rect l="l" t="t" r="r" b="b"/>
            <a:pathLst>
              <a:path w="635635" h="329564">
                <a:moveTo>
                  <a:pt x="530225" y="0"/>
                </a:moveTo>
                <a:lnTo>
                  <a:pt x="525526" y="13334"/>
                </a:lnTo>
                <a:lnTo>
                  <a:pt x="544576" y="21597"/>
                </a:lnTo>
                <a:lnTo>
                  <a:pt x="560959" y="33051"/>
                </a:lnTo>
                <a:lnTo>
                  <a:pt x="585724" y="65531"/>
                </a:lnTo>
                <a:lnTo>
                  <a:pt x="600408" y="109347"/>
                </a:lnTo>
                <a:lnTo>
                  <a:pt x="605282" y="163067"/>
                </a:lnTo>
                <a:lnTo>
                  <a:pt x="604047" y="192192"/>
                </a:lnTo>
                <a:lnTo>
                  <a:pt x="594244" y="242345"/>
                </a:lnTo>
                <a:lnTo>
                  <a:pt x="574629" y="281493"/>
                </a:lnTo>
                <a:lnTo>
                  <a:pt x="544772" y="307921"/>
                </a:lnTo>
                <a:lnTo>
                  <a:pt x="526034" y="316229"/>
                </a:lnTo>
                <a:lnTo>
                  <a:pt x="530225" y="329564"/>
                </a:lnTo>
                <a:lnTo>
                  <a:pt x="575167" y="308514"/>
                </a:lnTo>
                <a:lnTo>
                  <a:pt x="608203" y="272033"/>
                </a:lnTo>
                <a:lnTo>
                  <a:pt x="628491" y="223059"/>
                </a:lnTo>
                <a:lnTo>
                  <a:pt x="635254" y="164845"/>
                </a:lnTo>
                <a:lnTo>
                  <a:pt x="633561" y="134651"/>
                </a:lnTo>
                <a:lnTo>
                  <a:pt x="619984" y="81121"/>
                </a:lnTo>
                <a:lnTo>
                  <a:pt x="593000" y="37522"/>
                </a:lnTo>
                <a:lnTo>
                  <a:pt x="554087" y="8618"/>
                </a:lnTo>
                <a:lnTo>
                  <a:pt x="530225" y="0"/>
                </a:lnTo>
                <a:close/>
              </a:path>
              <a:path w="635635" h="329564">
                <a:moveTo>
                  <a:pt x="105156" y="0"/>
                </a:moveTo>
                <a:lnTo>
                  <a:pt x="60261" y="21129"/>
                </a:lnTo>
                <a:lnTo>
                  <a:pt x="27178" y="57784"/>
                </a:lnTo>
                <a:lnTo>
                  <a:pt x="6778" y="106743"/>
                </a:lnTo>
                <a:lnTo>
                  <a:pt x="0" y="164845"/>
                </a:lnTo>
                <a:lnTo>
                  <a:pt x="1690" y="195113"/>
                </a:lnTo>
                <a:lnTo>
                  <a:pt x="15216" y="248695"/>
                </a:lnTo>
                <a:lnTo>
                  <a:pt x="42130" y="292203"/>
                </a:lnTo>
                <a:lnTo>
                  <a:pt x="81147" y="320968"/>
                </a:lnTo>
                <a:lnTo>
                  <a:pt x="105156" y="329564"/>
                </a:lnTo>
                <a:lnTo>
                  <a:pt x="109220" y="316229"/>
                </a:lnTo>
                <a:lnTo>
                  <a:pt x="90481" y="307921"/>
                </a:lnTo>
                <a:lnTo>
                  <a:pt x="74279" y="296338"/>
                </a:lnTo>
                <a:lnTo>
                  <a:pt x="49530" y="263397"/>
                </a:lnTo>
                <a:lnTo>
                  <a:pt x="34956" y="218614"/>
                </a:lnTo>
                <a:lnTo>
                  <a:pt x="30099" y="163067"/>
                </a:lnTo>
                <a:lnTo>
                  <a:pt x="31313" y="134969"/>
                </a:lnTo>
                <a:lnTo>
                  <a:pt x="41028" y="86201"/>
                </a:lnTo>
                <a:lnTo>
                  <a:pt x="60652" y="47696"/>
                </a:lnTo>
                <a:lnTo>
                  <a:pt x="90803" y="21597"/>
                </a:lnTo>
                <a:lnTo>
                  <a:pt x="109855" y="13334"/>
                </a:lnTo>
                <a:lnTo>
                  <a:pt x="10515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6105380" y="1618478"/>
            <a:ext cx="1233805" cy="942340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14604">
              <a:lnSpc>
                <a:spcPct val="100000"/>
              </a:lnSpc>
              <a:spcBef>
                <a:spcPts val="350"/>
              </a:spcBef>
              <a:tabLst>
                <a:tab pos="663575" algn="l"/>
              </a:tabLst>
            </a:pPr>
            <a:r>
              <a:rPr sz="2800" spc="-10">
                <a:latin typeface="Cambria Math"/>
                <a:cs typeface="Cambria Math"/>
              </a:rPr>
              <a:t>𝒊,</a:t>
            </a:r>
            <a:r>
              <a:rPr sz="2800" spc="-140">
                <a:latin typeface="Cambria Math"/>
                <a:cs typeface="Cambria Math"/>
              </a:rPr>
              <a:t> </a:t>
            </a:r>
            <a:r>
              <a:rPr sz="2800" spc="-50">
                <a:latin typeface="Cambria Math"/>
                <a:cs typeface="Cambria Math"/>
              </a:rPr>
              <a:t>𝒋</a:t>
            </a:r>
            <a:r>
              <a:rPr sz="2800">
                <a:latin typeface="Cambria Math"/>
                <a:cs typeface="Cambria Math"/>
              </a:rPr>
              <a:t>	∈</a:t>
            </a:r>
            <a:r>
              <a:rPr sz="2800" spc="150">
                <a:latin typeface="Cambria Math"/>
                <a:cs typeface="Cambria Math"/>
              </a:rPr>
              <a:t> </a:t>
            </a:r>
            <a:r>
              <a:rPr sz="2800" spc="-50">
                <a:latin typeface="Cambria Math"/>
                <a:cs typeface="Cambria Math"/>
              </a:rPr>
              <a:t>𝑬</a:t>
            </a:r>
            <a:endParaRPr sz="28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245"/>
              </a:spcBef>
              <a:tabLst>
                <a:tab pos="661035" algn="l"/>
              </a:tabLst>
            </a:pPr>
            <a:r>
              <a:rPr sz="2800" spc="-10">
                <a:latin typeface="Cambria Math"/>
                <a:cs typeface="Cambria Math"/>
              </a:rPr>
              <a:t>𝒊,</a:t>
            </a:r>
            <a:r>
              <a:rPr sz="2800" spc="-140">
                <a:latin typeface="Cambria Math"/>
                <a:cs typeface="Cambria Math"/>
              </a:rPr>
              <a:t> </a:t>
            </a:r>
            <a:r>
              <a:rPr sz="2800" spc="-50">
                <a:latin typeface="Cambria Math"/>
                <a:cs typeface="Cambria Math"/>
              </a:rPr>
              <a:t>𝒋</a:t>
            </a:r>
            <a:r>
              <a:rPr sz="2800">
                <a:latin typeface="Cambria Math"/>
                <a:cs typeface="Cambria Math"/>
              </a:rPr>
              <a:t>	∉</a:t>
            </a:r>
            <a:r>
              <a:rPr sz="2800" spc="155">
                <a:latin typeface="Cambria Math"/>
                <a:cs typeface="Cambria Math"/>
              </a:rPr>
              <a:t> </a:t>
            </a:r>
            <a:r>
              <a:rPr sz="2800" spc="-50">
                <a:latin typeface="Cambria Math"/>
                <a:cs typeface="Cambria Math"/>
              </a:rPr>
              <a:t>𝑬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8" name="左大括号 27">
            <a:extLst>
              <a:ext uri="{FF2B5EF4-FFF2-40B4-BE49-F238E27FC236}">
                <a16:creationId xmlns:a16="http://schemas.microsoft.com/office/drawing/2014/main" id="{3BBC2EBF-66E8-DF4D-B596-85E6D46D9F33}"/>
              </a:ext>
            </a:extLst>
          </p:cNvPr>
          <p:cNvSpPr/>
          <p:nvPr/>
        </p:nvSpPr>
        <p:spPr>
          <a:xfrm>
            <a:off x="4651023" y="1799528"/>
            <a:ext cx="186260" cy="614854"/>
          </a:xfrm>
          <a:prstGeom prst="leftBrac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45" name="object 6">
            <a:extLst>
              <a:ext uri="{FF2B5EF4-FFF2-40B4-BE49-F238E27FC236}">
                <a16:creationId xmlns:a16="http://schemas.microsoft.com/office/drawing/2014/main" id="{13B289E2-A4EC-374B-8F7E-1BD77A8CF606}"/>
              </a:ext>
            </a:extLst>
          </p:cNvPr>
          <p:cNvGrpSpPr/>
          <p:nvPr/>
        </p:nvGrpSpPr>
        <p:grpSpPr>
          <a:xfrm>
            <a:off x="2169414" y="3821429"/>
            <a:ext cx="2200275" cy="634365"/>
            <a:chOff x="2169414" y="3821429"/>
            <a:chExt cx="2200275" cy="634365"/>
          </a:xfrm>
        </p:grpSpPr>
        <p:sp>
          <p:nvSpPr>
            <p:cNvPr id="46" name="object 7">
              <a:extLst>
                <a:ext uri="{FF2B5EF4-FFF2-40B4-BE49-F238E27FC236}">
                  <a16:creationId xmlns:a16="http://schemas.microsoft.com/office/drawing/2014/main" id="{A7873521-59BC-DF44-B630-672568D78A28}"/>
                </a:ext>
              </a:extLst>
            </p:cNvPr>
            <p:cNvSpPr/>
            <p:nvPr/>
          </p:nvSpPr>
          <p:spPr>
            <a:xfrm>
              <a:off x="2188464" y="3840479"/>
              <a:ext cx="596265" cy="596265"/>
            </a:xfrm>
            <a:custGeom>
              <a:avLst/>
              <a:gdLst/>
              <a:ahLst/>
              <a:cxnLst/>
              <a:rect l="l" t="t" r="r" b="b"/>
              <a:pathLst>
                <a:path w="596264" h="596264">
                  <a:moveTo>
                    <a:pt x="0" y="297942"/>
                  </a:moveTo>
                  <a:lnTo>
                    <a:pt x="3898" y="249603"/>
                  </a:lnTo>
                  <a:lnTo>
                    <a:pt x="15185" y="203752"/>
                  </a:lnTo>
                  <a:lnTo>
                    <a:pt x="33247" y="161001"/>
                  </a:lnTo>
                  <a:lnTo>
                    <a:pt x="57473" y="121962"/>
                  </a:lnTo>
                  <a:lnTo>
                    <a:pt x="87249" y="87249"/>
                  </a:lnTo>
                  <a:lnTo>
                    <a:pt x="121962" y="57473"/>
                  </a:lnTo>
                  <a:lnTo>
                    <a:pt x="161001" y="33247"/>
                  </a:lnTo>
                  <a:lnTo>
                    <a:pt x="203752" y="15185"/>
                  </a:lnTo>
                  <a:lnTo>
                    <a:pt x="249603" y="3898"/>
                  </a:lnTo>
                  <a:lnTo>
                    <a:pt x="297942" y="0"/>
                  </a:lnTo>
                  <a:lnTo>
                    <a:pt x="346280" y="3898"/>
                  </a:lnTo>
                  <a:lnTo>
                    <a:pt x="392131" y="15185"/>
                  </a:lnTo>
                  <a:lnTo>
                    <a:pt x="434882" y="33247"/>
                  </a:lnTo>
                  <a:lnTo>
                    <a:pt x="473921" y="57473"/>
                  </a:lnTo>
                  <a:lnTo>
                    <a:pt x="508635" y="87249"/>
                  </a:lnTo>
                  <a:lnTo>
                    <a:pt x="538410" y="121962"/>
                  </a:lnTo>
                  <a:lnTo>
                    <a:pt x="562636" y="161001"/>
                  </a:lnTo>
                  <a:lnTo>
                    <a:pt x="580698" y="203752"/>
                  </a:lnTo>
                  <a:lnTo>
                    <a:pt x="591985" y="249603"/>
                  </a:lnTo>
                  <a:lnTo>
                    <a:pt x="595884" y="297942"/>
                  </a:lnTo>
                  <a:lnTo>
                    <a:pt x="591985" y="346280"/>
                  </a:lnTo>
                  <a:lnTo>
                    <a:pt x="580698" y="392131"/>
                  </a:lnTo>
                  <a:lnTo>
                    <a:pt x="562636" y="434882"/>
                  </a:lnTo>
                  <a:lnTo>
                    <a:pt x="538410" y="473921"/>
                  </a:lnTo>
                  <a:lnTo>
                    <a:pt x="508635" y="508635"/>
                  </a:lnTo>
                  <a:lnTo>
                    <a:pt x="473921" y="538410"/>
                  </a:lnTo>
                  <a:lnTo>
                    <a:pt x="434882" y="562636"/>
                  </a:lnTo>
                  <a:lnTo>
                    <a:pt x="392131" y="580698"/>
                  </a:lnTo>
                  <a:lnTo>
                    <a:pt x="346280" y="591985"/>
                  </a:lnTo>
                  <a:lnTo>
                    <a:pt x="297942" y="595884"/>
                  </a:lnTo>
                  <a:lnTo>
                    <a:pt x="249603" y="591985"/>
                  </a:lnTo>
                  <a:lnTo>
                    <a:pt x="203752" y="580698"/>
                  </a:lnTo>
                  <a:lnTo>
                    <a:pt x="161001" y="562636"/>
                  </a:lnTo>
                  <a:lnTo>
                    <a:pt x="121962" y="538410"/>
                  </a:lnTo>
                  <a:lnTo>
                    <a:pt x="87248" y="508635"/>
                  </a:lnTo>
                  <a:lnTo>
                    <a:pt x="57473" y="473921"/>
                  </a:lnTo>
                  <a:lnTo>
                    <a:pt x="33247" y="434882"/>
                  </a:lnTo>
                  <a:lnTo>
                    <a:pt x="15185" y="392131"/>
                  </a:lnTo>
                  <a:lnTo>
                    <a:pt x="3898" y="346280"/>
                  </a:lnTo>
                  <a:lnTo>
                    <a:pt x="0" y="297942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8">
              <a:extLst>
                <a:ext uri="{FF2B5EF4-FFF2-40B4-BE49-F238E27FC236}">
                  <a16:creationId xmlns:a16="http://schemas.microsoft.com/office/drawing/2014/main" id="{11D59A72-D47D-EF47-93A5-EBD3EDE03CE0}"/>
                </a:ext>
              </a:extLst>
            </p:cNvPr>
            <p:cNvSpPr/>
            <p:nvPr/>
          </p:nvSpPr>
          <p:spPr>
            <a:xfrm>
              <a:off x="3754374" y="3840479"/>
              <a:ext cx="596265" cy="596265"/>
            </a:xfrm>
            <a:custGeom>
              <a:avLst/>
              <a:gdLst/>
              <a:ahLst/>
              <a:cxnLst/>
              <a:rect l="l" t="t" r="r" b="b"/>
              <a:pathLst>
                <a:path w="596264" h="596264">
                  <a:moveTo>
                    <a:pt x="297941" y="0"/>
                  </a:moveTo>
                  <a:lnTo>
                    <a:pt x="249603" y="3898"/>
                  </a:lnTo>
                  <a:lnTo>
                    <a:pt x="203752" y="15185"/>
                  </a:lnTo>
                  <a:lnTo>
                    <a:pt x="161001" y="33247"/>
                  </a:lnTo>
                  <a:lnTo>
                    <a:pt x="121962" y="57473"/>
                  </a:lnTo>
                  <a:lnTo>
                    <a:pt x="87248" y="87249"/>
                  </a:lnTo>
                  <a:lnTo>
                    <a:pt x="57473" y="121962"/>
                  </a:lnTo>
                  <a:lnTo>
                    <a:pt x="33247" y="161001"/>
                  </a:lnTo>
                  <a:lnTo>
                    <a:pt x="15185" y="203752"/>
                  </a:lnTo>
                  <a:lnTo>
                    <a:pt x="3898" y="249603"/>
                  </a:lnTo>
                  <a:lnTo>
                    <a:pt x="0" y="297942"/>
                  </a:lnTo>
                  <a:lnTo>
                    <a:pt x="3898" y="346280"/>
                  </a:lnTo>
                  <a:lnTo>
                    <a:pt x="15185" y="392131"/>
                  </a:lnTo>
                  <a:lnTo>
                    <a:pt x="33247" y="434882"/>
                  </a:lnTo>
                  <a:lnTo>
                    <a:pt x="57473" y="473921"/>
                  </a:lnTo>
                  <a:lnTo>
                    <a:pt x="87249" y="508635"/>
                  </a:lnTo>
                  <a:lnTo>
                    <a:pt x="121962" y="538410"/>
                  </a:lnTo>
                  <a:lnTo>
                    <a:pt x="161001" y="562636"/>
                  </a:lnTo>
                  <a:lnTo>
                    <a:pt x="203752" y="580698"/>
                  </a:lnTo>
                  <a:lnTo>
                    <a:pt x="249603" y="591985"/>
                  </a:lnTo>
                  <a:lnTo>
                    <a:pt x="297941" y="595884"/>
                  </a:lnTo>
                  <a:lnTo>
                    <a:pt x="346280" y="591985"/>
                  </a:lnTo>
                  <a:lnTo>
                    <a:pt x="392131" y="580698"/>
                  </a:lnTo>
                  <a:lnTo>
                    <a:pt x="434882" y="562636"/>
                  </a:lnTo>
                  <a:lnTo>
                    <a:pt x="473921" y="538410"/>
                  </a:lnTo>
                  <a:lnTo>
                    <a:pt x="508635" y="508635"/>
                  </a:lnTo>
                  <a:lnTo>
                    <a:pt x="538410" y="473921"/>
                  </a:lnTo>
                  <a:lnTo>
                    <a:pt x="562636" y="434882"/>
                  </a:lnTo>
                  <a:lnTo>
                    <a:pt x="580698" y="392131"/>
                  </a:lnTo>
                  <a:lnTo>
                    <a:pt x="591985" y="346280"/>
                  </a:lnTo>
                  <a:lnTo>
                    <a:pt x="595884" y="297942"/>
                  </a:lnTo>
                  <a:lnTo>
                    <a:pt x="591985" y="249603"/>
                  </a:lnTo>
                  <a:lnTo>
                    <a:pt x="580698" y="203752"/>
                  </a:lnTo>
                  <a:lnTo>
                    <a:pt x="562636" y="161001"/>
                  </a:lnTo>
                  <a:lnTo>
                    <a:pt x="538410" y="121962"/>
                  </a:lnTo>
                  <a:lnTo>
                    <a:pt x="508635" y="87249"/>
                  </a:lnTo>
                  <a:lnTo>
                    <a:pt x="473921" y="57473"/>
                  </a:lnTo>
                  <a:lnTo>
                    <a:pt x="434882" y="33247"/>
                  </a:lnTo>
                  <a:lnTo>
                    <a:pt x="392131" y="15185"/>
                  </a:lnTo>
                  <a:lnTo>
                    <a:pt x="346280" y="3898"/>
                  </a:lnTo>
                  <a:lnTo>
                    <a:pt x="297941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9">
              <a:extLst>
                <a:ext uri="{FF2B5EF4-FFF2-40B4-BE49-F238E27FC236}">
                  <a16:creationId xmlns:a16="http://schemas.microsoft.com/office/drawing/2014/main" id="{2E1A45B6-3B58-1049-BB25-0C7CF1E75A9D}"/>
                </a:ext>
              </a:extLst>
            </p:cNvPr>
            <p:cNvSpPr/>
            <p:nvPr/>
          </p:nvSpPr>
          <p:spPr>
            <a:xfrm>
              <a:off x="3754374" y="3840479"/>
              <a:ext cx="596265" cy="596265"/>
            </a:xfrm>
            <a:custGeom>
              <a:avLst/>
              <a:gdLst/>
              <a:ahLst/>
              <a:cxnLst/>
              <a:rect l="l" t="t" r="r" b="b"/>
              <a:pathLst>
                <a:path w="596264" h="596264">
                  <a:moveTo>
                    <a:pt x="0" y="297942"/>
                  </a:moveTo>
                  <a:lnTo>
                    <a:pt x="3898" y="249603"/>
                  </a:lnTo>
                  <a:lnTo>
                    <a:pt x="15185" y="203752"/>
                  </a:lnTo>
                  <a:lnTo>
                    <a:pt x="33247" y="161001"/>
                  </a:lnTo>
                  <a:lnTo>
                    <a:pt x="57473" y="121962"/>
                  </a:lnTo>
                  <a:lnTo>
                    <a:pt x="87248" y="87249"/>
                  </a:lnTo>
                  <a:lnTo>
                    <a:pt x="121962" y="57473"/>
                  </a:lnTo>
                  <a:lnTo>
                    <a:pt x="161001" y="33247"/>
                  </a:lnTo>
                  <a:lnTo>
                    <a:pt x="203752" y="15185"/>
                  </a:lnTo>
                  <a:lnTo>
                    <a:pt x="249603" y="3898"/>
                  </a:lnTo>
                  <a:lnTo>
                    <a:pt x="297941" y="0"/>
                  </a:lnTo>
                  <a:lnTo>
                    <a:pt x="346280" y="3898"/>
                  </a:lnTo>
                  <a:lnTo>
                    <a:pt x="392131" y="15185"/>
                  </a:lnTo>
                  <a:lnTo>
                    <a:pt x="434882" y="33247"/>
                  </a:lnTo>
                  <a:lnTo>
                    <a:pt x="473921" y="57473"/>
                  </a:lnTo>
                  <a:lnTo>
                    <a:pt x="508635" y="87249"/>
                  </a:lnTo>
                  <a:lnTo>
                    <a:pt x="538410" y="121962"/>
                  </a:lnTo>
                  <a:lnTo>
                    <a:pt x="562636" y="161001"/>
                  </a:lnTo>
                  <a:lnTo>
                    <a:pt x="580698" y="203752"/>
                  </a:lnTo>
                  <a:lnTo>
                    <a:pt x="591985" y="249603"/>
                  </a:lnTo>
                  <a:lnTo>
                    <a:pt x="595884" y="297942"/>
                  </a:lnTo>
                  <a:lnTo>
                    <a:pt x="591985" y="346280"/>
                  </a:lnTo>
                  <a:lnTo>
                    <a:pt x="580698" y="392131"/>
                  </a:lnTo>
                  <a:lnTo>
                    <a:pt x="562636" y="434882"/>
                  </a:lnTo>
                  <a:lnTo>
                    <a:pt x="538410" y="473921"/>
                  </a:lnTo>
                  <a:lnTo>
                    <a:pt x="508635" y="508635"/>
                  </a:lnTo>
                  <a:lnTo>
                    <a:pt x="473921" y="538410"/>
                  </a:lnTo>
                  <a:lnTo>
                    <a:pt x="434882" y="562636"/>
                  </a:lnTo>
                  <a:lnTo>
                    <a:pt x="392131" y="580698"/>
                  </a:lnTo>
                  <a:lnTo>
                    <a:pt x="346280" y="591985"/>
                  </a:lnTo>
                  <a:lnTo>
                    <a:pt x="297941" y="595884"/>
                  </a:lnTo>
                  <a:lnTo>
                    <a:pt x="249603" y="591985"/>
                  </a:lnTo>
                  <a:lnTo>
                    <a:pt x="203752" y="580698"/>
                  </a:lnTo>
                  <a:lnTo>
                    <a:pt x="161001" y="562636"/>
                  </a:lnTo>
                  <a:lnTo>
                    <a:pt x="121962" y="538410"/>
                  </a:lnTo>
                  <a:lnTo>
                    <a:pt x="87249" y="508635"/>
                  </a:lnTo>
                  <a:lnTo>
                    <a:pt x="57473" y="473921"/>
                  </a:lnTo>
                  <a:lnTo>
                    <a:pt x="33247" y="434882"/>
                  </a:lnTo>
                  <a:lnTo>
                    <a:pt x="15185" y="392131"/>
                  </a:lnTo>
                  <a:lnTo>
                    <a:pt x="3898" y="346280"/>
                  </a:lnTo>
                  <a:lnTo>
                    <a:pt x="0" y="297942"/>
                  </a:lnTo>
                  <a:close/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9" name="object 10">
            <a:extLst>
              <a:ext uri="{FF2B5EF4-FFF2-40B4-BE49-F238E27FC236}">
                <a16:creationId xmlns:a16="http://schemas.microsoft.com/office/drawing/2014/main" id="{108AAEFB-D7B1-8643-9F0F-DE5F675549AD}"/>
              </a:ext>
            </a:extLst>
          </p:cNvPr>
          <p:cNvSpPr txBox="1"/>
          <p:nvPr/>
        </p:nvSpPr>
        <p:spPr>
          <a:xfrm>
            <a:off x="3908552" y="3932428"/>
            <a:ext cx="2108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𝒃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50" name="object 11">
            <a:extLst>
              <a:ext uri="{FF2B5EF4-FFF2-40B4-BE49-F238E27FC236}">
                <a16:creationId xmlns:a16="http://schemas.microsoft.com/office/drawing/2014/main" id="{81764ACE-C835-D94E-9C82-4FFA2E06E910}"/>
              </a:ext>
            </a:extLst>
          </p:cNvPr>
          <p:cNvSpPr/>
          <p:nvPr/>
        </p:nvSpPr>
        <p:spPr>
          <a:xfrm>
            <a:off x="2188464" y="5474970"/>
            <a:ext cx="596265" cy="596265"/>
          </a:xfrm>
          <a:custGeom>
            <a:avLst/>
            <a:gdLst/>
            <a:ahLst/>
            <a:cxnLst/>
            <a:rect l="l" t="t" r="r" b="b"/>
            <a:pathLst>
              <a:path w="596264" h="596264">
                <a:moveTo>
                  <a:pt x="0" y="297941"/>
                </a:moveTo>
                <a:lnTo>
                  <a:pt x="3898" y="249613"/>
                </a:lnTo>
                <a:lnTo>
                  <a:pt x="15185" y="203767"/>
                </a:lnTo>
                <a:lnTo>
                  <a:pt x="33247" y="161018"/>
                </a:lnTo>
                <a:lnTo>
                  <a:pt x="57473" y="121979"/>
                </a:lnTo>
                <a:lnTo>
                  <a:pt x="87249" y="87263"/>
                </a:lnTo>
                <a:lnTo>
                  <a:pt x="121962" y="57484"/>
                </a:lnTo>
                <a:lnTo>
                  <a:pt x="161001" y="33254"/>
                </a:lnTo>
                <a:lnTo>
                  <a:pt x="203752" y="15188"/>
                </a:lnTo>
                <a:lnTo>
                  <a:pt x="249603" y="3899"/>
                </a:lnTo>
                <a:lnTo>
                  <a:pt x="297942" y="0"/>
                </a:lnTo>
                <a:lnTo>
                  <a:pt x="346280" y="3899"/>
                </a:lnTo>
                <a:lnTo>
                  <a:pt x="392131" y="15188"/>
                </a:lnTo>
                <a:lnTo>
                  <a:pt x="434882" y="33254"/>
                </a:lnTo>
                <a:lnTo>
                  <a:pt x="473921" y="57484"/>
                </a:lnTo>
                <a:lnTo>
                  <a:pt x="508635" y="87263"/>
                </a:lnTo>
                <a:lnTo>
                  <a:pt x="538410" y="121979"/>
                </a:lnTo>
                <a:lnTo>
                  <a:pt x="562636" y="161018"/>
                </a:lnTo>
                <a:lnTo>
                  <a:pt x="580698" y="203767"/>
                </a:lnTo>
                <a:lnTo>
                  <a:pt x="591985" y="249613"/>
                </a:lnTo>
                <a:lnTo>
                  <a:pt x="595884" y="297941"/>
                </a:lnTo>
                <a:lnTo>
                  <a:pt x="591985" y="346270"/>
                </a:lnTo>
                <a:lnTo>
                  <a:pt x="580698" y="392116"/>
                </a:lnTo>
                <a:lnTo>
                  <a:pt x="562636" y="434865"/>
                </a:lnTo>
                <a:lnTo>
                  <a:pt x="538410" y="473904"/>
                </a:lnTo>
                <a:lnTo>
                  <a:pt x="508635" y="508620"/>
                </a:lnTo>
                <a:lnTo>
                  <a:pt x="473921" y="538399"/>
                </a:lnTo>
                <a:lnTo>
                  <a:pt x="434882" y="562629"/>
                </a:lnTo>
                <a:lnTo>
                  <a:pt x="392131" y="580695"/>
                </a:lnTo>
                <a:lnTo>
                  <a:pt x="346280" y="591984"/>
                </a:lnTo>
                <a:lnTo>
                  <a:pt x="297942" y="595883"/>
                </a:lnTo>
                <a:lnTo>
                  <a:pt x="249603" y="591984"/>
                </a:lnTo>
                <a:lnTo>
                  <a:pt x="203752" y="580695"/>
                </a:lnTo>
                <a:lnTo>
                  <a:pt x="161001" y="562629"/>
                </a:lnTo>
                <a:lnTo>
                  <a:pt x="121962" y="538399"/>
                </a:lnTo>
                <a:lnTo>
                  <a:pt x="87248" y="508620"/>
                </a:lnTo>
                <a:lnTo>
                  <a:pt x="57473" y="473904"/>
                </a:lnTo>
                <a:lnTo>
                  <a:pt x="33247" y="434865"/>
                </a:lnTo>
                <a:lnTo>
                  <a:pt x="15185" y="392116"/>
                </a:lnTo>
                <a:lnTo>
                  <a:pt x="3898" y="346270"/>
                </a:lnTo>
                <a:lnTo>
                  <a:pt x="0" y="297941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12">
            <a:extLst>
              <a:ext uri="{FF2B5EF4-FFF2-40B4-BE49-F238E27FC236}">
                <a16:creationId xmlns:a16="http://schemas.microsoft.com/office/drawing/2014/main" id="{2404B717-1201-F647-BBFD-E4A3F919D740}"/>
              </a:ext>
            </a:extLst>
          </p:cNvPr>
          <p:cNvSpPr txBox="1"/>
          <p:nvPr/>
        </p:nvSpPr>
        <p:spPr>
          <a:xfrm>
            <a:off x="2337307" y="5567426"/>
            <a:ext cx="2216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𝒅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82" name="object 13">
            <a:extLst>
              <a:ext uri="{FF2B5EF4-FFF2-40B4-BE49-F238E27FC236}">
                <a16:creationId xmlns:a16="http://schemas.microsoft.com/office/drawing/2014/main" id="{D6FDB4EA-BB9C-0246-8841-52F51CB45D91}"/>
              </a:ext>
            </a:extLst>
          </p:cNvPr>
          <p:cNvGrpSpPr/>
          <p:nvPr/>
        </p:nvGrpSpPr>
        <p:grpSpPr>
          <a:xfrm>
            <a:off x="5003291" y="4623815"/>
            <a:ext cx="634365" cy="634365"/>
            <a:chOff x="5003291" y="4623815"/>
            <a:chExt cx="634365" cy="634365"/>
          </a:xfrm>
        </p:grpSpPr>
        <p:sp>
          <p:nvSpPr>
            <p:cNvPr id="83" name="object 14">
              <a:extLst>
                <a:ext uri="{FF2B5EF4-FFF2-40B4-BE49-F238E27FC236}">
                  <a16:creationId xmlns:a16="http://schemas.microsoft.com/office/drawing/2014/main" id="{63B82FE0-665C-204A-8617-4B191E954430}"/>
                </a:ext>
              </a:extLst>
            </p:cNvPr>
            <p:cNvSpPr/>
            <p:nvPr/>
          </p:nvSpPr>
          <p:spPr>
            <a:xfrm>
              <a:off x="5022341" y="4642865"/>
              <a:ext cx="596265" cy="596265"/>
            </a:xfrm>
            <a:custGeom>
              <a:avLst/>
              <a:gdLst/>
              <a:ahLst/>
              <a:cxnLst/>
              <a:rect l="l" t="t" r="r" b="b"/>
              <a:pathLst>
                <a:path w="596264" h="596264">
                  <a:moveTo>
                    <a:pt x="297942" y="0"/>
                  </a:moveTo>
                  <a:lnTo>
                    <a:pt x="249603" y="3898"/>
                  </a:lnTo>
                  <a:lnTo>
                    <a:pt x="203752" y="15185"/>
                  </a:lnTo>
                  <a:lnTo>
                    <a:pt x="161001" y="33247"/>
                  </a:lnTo>
                  <a:lnTo>
                    <a:pt x="121962" y="57473"/>
                  </a:lnTo>
                  <a:lnTo>
                    <a:pt x="87248" y="87248"/>
                  </a:lnTo>
                  <a:lnTo>
                    <a:pt x="57473" y="121962"/>
                  </a:lnTo>
                  <a:lnTo>
                    <a:pt x="33247" y="161001"/>
                  </a:lnTo>
                  <a:lnTo>
                    <a:pt x="15185" y="203752"/>
                  </a:lnTo>
                  <a:lnTo>
                    <a:pt x="3898" y="249603"/>
                  </a:lnTo>
                  <a:lnTo>
                    <a:pt x="0" y="297941"/>
                  </a:lnTo>
                  <a:lnTo>
                    <a:pt x="3898" y="346280"/>
                  </a:lnTo>
                  <a:lnTo>
                    <a:pt x="15185" y="392131"/>
                  </a:lnTo>
                  <a:lnTo>
                    <a:pt x="33247" y="434882"/>
                  </a:lnTo>
                  <a:lnTo>
                    <a:pt x="57473" y="473921"/>
                  </a:lnTo>
                  <a:lnTo>
                    <a:pt x="87249" y="508634"/>
                  </a:lnTo>
                  <a:lnTo>
                    <a:pt x="121962" y="538410"/>
                  </a:lnTo>
                  <a:lnTo>
                    <a:pt x="161001" y="562636"/>
                  </a:lnTo>
                  <a:lnTo>
                    <a:pt x="203752" y="580698"/>
                  </a:lnTo>
                  <a:lnTo>
                    <a:pt x="249603" y="591985"/>
                  </a:lnTo>
                  <a:lnTo>
                    <a:pt x="297942" y="595883"/>
                  </a:lnTo>
                  <a:lnTo>
                    <a:pt x="346280" y="591985"/>
                  </a:lnTo>
                  <a:lnTo>
                    <a:pt x="392131" y="580698"/>
                  </a:lnTo>
                  <a:lnTo>
                    <a:pt x="434882" y="562636"/>
                  </a:lnTo>
                  <a:lnTo>
                    <a:pt x="473921" y="538410"/>
                  </a:lnTo>
                  <a:lnTo>
                    <a:pt x="508635" y="508634"/>
                  </a:lnTo>
                  <a:lnTo>
                    <a:pt x="538410" y="473921"/>
                  </a:lnTo>
                  <a:lnTo>
                    <a:pt x="562636" y="434882"/>
                  </a:lnTo>
                  <a:lnTo>
                    <a:pt x="580698" y="392131"/>
                  </a:lnTo>
                  <a:lnTo>
                    <a:pt x="591985" y="346280"/>
                  </a:lnTo>
                  <a:lnTo>
                    <a:pt x="595884" y="297941"/>
                  </a:lnTo>
                  <a:lnTo>
                    <a:pt x="591985" y="249603"/>
                  </a:lnTo>
                  <a:lnTo>
                    <a:pt x="580698" y="203752"/>
                  </a:lnTo>
                  <a:lnTo>
                    <a:pt x="562636" y="161001"/>
                  </a:lnTo>
                  <a:lnTo>
                    <a:pt x="538410" y="121962"/>
                  </a:lnTo>
                  <a:lnTo>
                    <a:pt x="508635" y="87248"/>
                  </a:lnTo>
                  <a:lnTo>
                    <a:pt x="473921" y="57473"/>
                  </a:lnTo>
                  <a:lnTo>
                    <a:pt x="434882" y="33247"/>
                  </a:lnTo>
                  <a:lnTo>
                    <a:pt x="392131" y="15185"/>
                  </a:lnTo>
                  <a:lnTo>
                    <a:pt x="346280" y="3898"/>
                  </a:lnTo>
                  <a:lnTo>
                    <a:pt x="297942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15">
              <a:extLst>
                <a:ext uri="{FF2B5EF4-FFF2-40B4-BE49-F238E27FC236}">
                  <a16:creationId xmlns:a16="http://schemas.microsoft.com/office/drawing/2014/main" id="{5F693F3A-408C-0645-8FC2-18C79501F1DD}"/>
                </a:ext>
              </a:extLst>
            </p:cNvPr>
            <p:cNvSpPr/>
            <p:nvPr/>
          </p:nvSpPr>
          <p:spPr>
            <a:xfrm>
              <a:off x="5022341" y="4642865"/>
              <a:ext cx="596265" cy="596265"/>
            </a:xfrm>
            <a:custGeom>
              <a:avLst/>
              <a:gdLst/>
              <a:ahLst/>
              <a:cxnLst/>
              <a:rect l="l" t="t" r="r" b="b"/>
              <a:pathLst>
                <a:path w="596264" h="596264">
                  <a:moveTo>
                    <a:pt x="0" y="297941"/>
                  </a:moveTo>
                  <a:lnTo>
                    <a:pt x="3898" y="249603"/>
                  </a:lnTo>
                  <a:lnTo>
                    <a:pt x="15185" y="203752"/>
                  </a:lnTo>
                  <a:lnTo>
                    <a:pt x="33247" y="161001"/>
                  </a:lnTo>
                  <a:lnTo>
                    <a:pt x="57473" y="121962"/>
                  </a:lnTo>
                  <a:lnTo>
                    <a:pt x="87248" y="87248"/>
                  </a:lnTo>
                  <a:lnTo>
                    <a:pt x="121962" y="57473"/>
                  </a:lnTo>
                  <a:lnTo>
                    <a:pt x="161001" y="33247"/>
                  </a:lnTo>
                  <a:lnTo>
                    <a:pt x="203752" y="15185"/>
                  </a:lnTo>
                  <a:lnTo>
                    <a:pt x="249603" y="3898"/>
                  </a:lnTo>
                  <a:lnTo>
                    <a:pt x="297942" y="0"/>
                  </a:lnTo>
                  <a:lnTo>
                    <a:pt x="346280" y="3898"/>
                  </a:lnTo>
                  <a:lnTo>
                    <a:pt x="392131" y="15185"/>
                  </a:lnTo>
                  <a:lnTo>
                    <a:pt x="434882" y="33247"/>
                  </a:lnTo>
                  <a:lnTo>
                    <a:pt x="473921" y="57473"/>
                  </a:lnTo>
                  <a:lnTo>
                    <a:pt x="508635" y="87248"/>
                  </a:lnTo>
                  <a:lnTo>
                    <a:pt x="538410" y="121962"/>
                  </a:lnTo>
                  <a:lnTo>
                    <a:pt x="562636" y="161001"/>
                  </a:lnTo>
                  <a:lnTo>
                    <a:pt x="580698" y="203752"/>
                  </a:lnTo>
                  <a:lnTo>
                    <a:pt x="591985" y="249603"/>
                  </a:lnTo>
                  <a:lnTo>
                    <a:pt x="595884" y="297941"/>
                  </a:lnTo>
                  <a:lnTo>
                    <a:pt x="591985" y="346280"/>
                  </a:lnTo>
                  <a:lnTo>
                    <a:pt x="580698" y="392131"/>
                  </a:lnTo>
                  <a:lnTo>
                    <a:pt x="562636" y="434882"/>
                  </a:lnTo>
                  <a:lnTo>
                    <a:pt x="538410" y="473921"/>
                  </a:lnTo>
                  <a:lnTo>
                    <a:pt x="508635" y="508634"/>
                  </a:lnTo>
                  <a:lnTo>
                    <a:pt x="473921" y="538410"/>
                  </a:lnTo>
                  <a:lnTo>
                    <a:pt x="434882" y="562636"/>
                  </a:lnTo>
                  <a:lnTo>
                    <a:pt x="392131" y="580698"/>
                  </a:lnTo>
                  <a:lnTo>
                    <a:pt x="346280" y="591985"/>
                  </a:lnTo>
                  <a:lnTo>
                    <a:pt x="297942" y="595883"/>
                  </a:lnTo>
                  <a:lnTo>
                    <a:pt x="249603" y="591985"/>
                  </a:lnTo>
                  <a:lnTo>
                    <a:pt x="203752" y="580698"/>
                  </a:lnTo>
                  <a:lnTo>
                    <a:pt x="161001" y="562636"/>
                  </a:lnTo>
                  <a:lnTo>
                    <a:pt x="121962" y="538410"/>
                  </a:lnTo>
                  <a:lnTo>
                    <a:pt x="87249" y="508634"/>
                  </a:lnTo>
                  <a:lnTo>
                    <a:pt x="57473" y="473921"/>
                  </a:lnTo>
                  <a:lnTo>
                    <a:pt x="33247" y="434882"/>
                  </a:lnTo>
                  <a:lnTo>
                    <a:pt x="15185" y="392131"/>
                  </a:lnTo>
                  <a:lnTo>
                    <a:pt x="3898" y="346280"/>
                  </a:lnTo>
                  <a:lnTo>
                    <a:pt x="0" y="297941"/>
                  </a:lnTo>
                  <a:close/>
                </a:path>
              </a:pathLst>
            </a:custGeom>
            <a:ln w="3810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5" name="object 16">
            <a:extLst>
              <a:ext uri="{FF2B5EF4-FFF2-40B4-BE49-F238E27FC236}">
                <a16:creationId xmlns:a16="http://schemas.microsoft.com/office/drawing/2014/main" id="{B0F624AB-18C0-064F-AF7E-94280D84D474}"/>
              </a:ext>
            </a:extLst>
          </p:cNvPr>
          <p:cNvSpPr txBox="1"/>
          <p:nvPr/>
        </p:nvSpPr>
        <p:spPr>
          <a:xfrm>
            <a:off x="5192521" y="4735067"/>
            <a:ext cx="1797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𝒄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86" name="object 17">
            <a:extLst>
              <a:ext uri="{FF2B5EF4-FFF2-40B4-BE49-F238E27FC236}">
                <a16:creationId xmlns:a16="http://schemas.microsoft.com/office/drawing/2014/main" id="{4F2F3A86-7358-6449-8FAC-A82390590A1E}"/>
              </a:ext>
            </a:extLst>
          </p:cNvPr>
          <p:cNvGrpSpPr/>
          <p:nvPr/>
        </p:nvGrpSpPr>
        <p:grpSpPr>
          <a:xfrm>
            <a:off x="2467355" y="4119371"/>
            <a:ext cx="2661285" cy="1971039"/>
            <a:chOff x="2467355" y="4119371"/>
            <a:chExt cx="2661285" cy="1971039"/>
          </a:xfrm>
        </p:grpSpPr>
        <p:sp>
          <p:nvSpPr>
            <p:cNvPr id="87" name="object 18">
              <a:extLst>
                <a:ext uri="{FF2B5EF4-FFF2-40B4-BE49-F238E27FC236}">
                  <a16:creationId xmlns:a16="http://schemas.microsoft.com/office/drawing/2014/main" id="{5390151C-7A56-9F40-9041-9C9593933D98}"/>
                </a:ext>
              </a:extLst>
            </p:cNvPr>
            <p:cNvSpPr/>
            <p:nvPr/>
          </p:nvSpPr>
          <p:spPr>
            <a:xfrm>
              <a:off x="2486405" y="4138421"/>
              <a:ext cx="1355725" cy="1424305"/>
            </a:xfrm>
            <a:custGeom>
              <a:avLst/>
              <a:gdLst/>
              <a:ahLst/>
              <a:cxnLst/>
              <a:rect l="l" t="t" r="r" b="b"/>
              <a:pathLst>
                <a:path w="1355725" h="1424304">
                  <a:moveTo>
                    <a:pt x="297942" y="0"/>
                  </a:moveTo>
                  <a:lnTo>
                    <a:pt x="1267841" y="0"/>
                  </a:lnTo>
                </a:path>
                <a:path w="1355725" h="1424304">
                  <a:moveTo>
                    <a:pt x="0" y="297941"/>
                  </a:moveTo>
                  <a:lnTo>
                    <a:pt x="0" y="1336802"/>
                  </a:lnTo>
                </a:path>
                <a:path w="1355725" h="1424304">
                  <a:moveTo>
                    <a:pt x="1355470" y="210311"/>
                  </a:moveTo>
                  <a:lnTo>
                    <a:pt x="211074" y="1423796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19">
              <a:extLst>
                <a:ext uri="{FF2B5EF4-FFF2-40B4-BE49-F238E27FC236}">
                  <a16:creationId xmlns:a16="http://schemas.microsoft.com/office/drawing/2014/main" id="{917E0751-C5D3-CB46-8A6C-EC2A8C5F4376}"/>
                </a:ext>
              </a:extLst>
            </p:cNvPr>
            <p:cNvSpPr/>
            <p:nvPr/>
          </p:nvSpPr>
          <p:spPr>
            <a:xfrm>
              <a:off x="4350257" y="5151881"/>
              <a:ext cx="759460" cy="621665"/>
            </a:xfrm>
            <a:custGeom>
              <a:avLst/>
              <a:gdLst/>
              <a:ahLst/>
              <a:cxnLst/>
              <a:rect l="l" t="t" r="r" b="b"/>
              <a:pathLst>
                <a:path w="759460" h="621664">
                  <a:moveTo>
                    <a:pt x="759078" y="0"/>
                  </a:moveTo>
                  <a:lnTo>
                    <a:pt x="0" y="621474"/>
                  </a:lnTo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20">
              <a:extLst>
                <a:ext uri="{FF2B5EF4-FFF2-40B4-BE49-F238E27FC236}">
                  <a16:creationId xmlns:a16="http://schemas.microsoft.com/office/drawing/2014/main" id="{51C96E0B-DD4E-2E44-B322-0C29B903885E}"/>
                </a:ext>
              </a:extLst>
            </p:cNvPr>
            <p:cNvSpPr/>
            <p:nvPr/>
          </p:nvSpPr>
          <p:spPr>
            <a:xfrm flipH="1">
              <a:off x="4052316" y="4421123"/>
              <a:ext cx="0" cy="1038860"/>
            </a:xfrm>
            <a:custGeom>
              <a:avLst/>
              <a:gdLst/>
              <a:ahLst/>
              <a:cxnLst/>
              <a:rect l="l" t="t" r="r" b="b"/>
              <a:pathLst>
                <a:path h="1038860">
                  <a:moveTo>
                    <a:pt x="0" y="0"/>
                  </a:moveTo>
                  <a:lnTo>
                    <a:pt x="0" y="103886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21">
              <a:extLst>
                <a:ext uri="{FF2B5EF4-FFF2-40B4-BE49-F238E27FC236}">
                  <a16:creationId xmlns:a16="http://schemas.microsoft.com/office/drawing/2014/main" id="{2396044B-81E6-944C-9726-887DCC84FFFF}"/>
                </a:ext>
              </a:extLst>
            </p:cNvPr>
            <p:cNvSpPr/>
            <p:nvPr/>
          </p:nvSpPr>
          <p:spPr>
            <a:xfrm>
              <a:off x="4350257" y="4138421"/>
              <a:ext cx="759460" cy="592455"/>
            </a:xfrm>
            <a:custGeom>
              <a:avLst/>
              <a:gdLst/>
              <a:ahLst/>
              <a:cxnLst/>
              <a:rect l="l" t="t" r="r" b="b"/>
              <a:pathLst>
                <a:path w="759460" h="592454">
                  <a:moveTo>
                    <a:pt x="0" y="0"/>
                  </a:moveTo>
                  <a:lnTo>
                    <a:pt x="759078" y="591946"/>
                  </a:lnTo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22">
              <a:extLst>
                <a:ext uri="{FF2B5EF4-FFF2-40B4-BE49-F238E27FC236}">
                  <a16:creationId xmlns:a16="http://schemas.microsoft.com/office/drawing/2014/main" id="{D7FF4D9B-099A-CB45-AE9B-AAB898993F57}"/>
                </a:ext>
              </a:extLst>
            </p:cNvPr>
            <p:cNvSpPr/>
            <p:nvPr/>
          </p:nvSpPr>
          <p:spPr>
            <a:xfrm>
              <a:off x="3754373" y="5474969"/>
              <a:ext cx="596265" cy="596265"/>
            </a:xfrm>
            <a:custGeom>
              <a:avLst/>
              <a:gdLst/>
              <a:ahLst/>
              <a:cxnLst/>
              <a:rect l="l" t="t" r="r" b="b"/>
              <a:pathLst>
                <a:path w="596264" h="596264">
                  <a:moveTo>
                    <a:pt x="297941" y="0"/>
                  </a:moveTo>
                  <a:lnTo>
                    <a:pt x="249603" y="3899"/>
                  </a:lnTo>
                  <a:lnTo>
                    <a:pt x="203752" y="15188"/>
                  </a:lnTo>
                  <a:lnTo>
                    <a:pt x="161001" y="33254"/>
                  </a:lnTo>
                  <a:lnTo>
                    <a:pt x="121962" y="57484"/>
                  </a:lnTo>
                  <a:lnTo>
                    <a:pt x="87248" y="87263"/>
                  </a:lnTo>
                  <a:lnTo>
                    <a:pt x="57473" y="121979"/>
                  </a:lnTo>
                  <a:lnTo>
                    <a:pt x="33247" y="161018"/>
                  </a:lnTo>
                  <a:lnTo>
                    <a:pt x="15185" y="203767"/>
                  </a:lnTo>
                  <a:lnTo>
                    <a:pt x="3898" y="249613"/>
                  </a:lnTo>
                  <a:lnTo>
                    <a:pt x="0" y="297941"/>
                  </a:lnTo>
                  <a:lnTo>
                    <a:pt x="3898" y="346270"/>
                  </a:lnTo>
                  <a:lnTo>
                    <a:pt x="15185" y="392116"/>
                  </a:lnTo>
                  <a:lnTo>
                    <a:pt x="33247" y="434865"/>
                  </a:lnTo>
                  <a:lnTo>
                    <a:pt x="57473" y="473904"/>
                  </a:lnTo>
                  <a:lnTo>
                    <a:pt x="87249" y="508620"/>
                  </a:lnTo>
                  <a:lnTo>
                    <a:pt x="121962" y="538399"/>
                  </a:lnTo>
                  <a:lnTo>
                    <a:pt x="161001" y="562629"/>
                  </a:lnTo>
                  <a:lnTo>
                    <a:pt x="203752" y="580695"/>
                  </a:lnTo>
                  <a:lnTo>
                    <a:pt x="249603" y="591984"/>
                  </a:lnTo>
                  <a:lnTo>
                    <a:pt x="297941" y="595883"/>
                  </a:lnTo>
                  <a:lnTo>
                    <a:pt x="346280" y="591984"/>
                  </a:lnTo>
                  <a:lnTo>
                    <a:pt x="392131" y="580695"/>
                  </a:lnTo>
                  <a:lnTo>
                    <a:pt x="434882" y="562629"/>
                  </a:lnTo>
                  <a:lnTo>
                    <a:pt x="473921" y="538399"/>
                  </a:lnTo>
                  <a:lnTo>
                    <a:pt x="508635" y="508620"/>
                  </a:lnTo>
                  <a:lnTo>
                    <a:pt x="538410" y="473904"/>
                  </a:lnTo>
                  <a:lnTo>
                    <a:pt x="562636" y="434865"/>
                  </a:lnTo>
                  <a:lnTo>
                    <a:pt x="580698" y="392116"/>
                  </a:lnTo>
                  <a:lnTo>
                    <a:pt x="591985" y="346270"/>
                  </a:lnTo>
                  <a:lnTo>
                    <a:pt x="595884" y="297941"/>
                  </a:lnTo>
                  <a:lnTo>
                    <a:pt x="591985" y="249613"/>
                  </a:lnTo>
                  <a:lnTo>
                    <a:pt x="580698" y="203767"/>
                  </a:lnTo>
                  <a:lnTo>
                    <a:pt x="562636" y="161018"/>
                  </a:lnTo>
                  <a:lnTo>
                    <a:pt x="538410" y="121979"/>
                  </a:lnTo>
                  <a:lnTo>
                    <a:pt x="508635" y="87263"/>
                  </a:lnTo>
                  <a:lnTo>
                    <a:pt x="473921" y="57484"/>
                  </a:lnTo>
                  <a:lnTo>
                    <a:pt x="434882" y="33254"/>
                  </a:lnTo>
                  <a:lnTo>
                    <a:pt x="392131" y="15188"/>
                  </a:lnTo>
                  <a:lnTo>
                    <a:pt x="346280" y="3899"/>
                  </a:lnTo>
                  <a:lnTo>
                    <a:pt x="297941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23">
              <a:extLst>
                <a:ext uri="{FF2B5EF4-FFF2-40B4-BE49-F238E27FC236}">
                  <a16:creationId xmlns:a16="http://schemas.microsoft.com/office/drawing/2014/main" id="{91E08385-1FA0-6847-9AA4-000E28C4C9FC}"/>
                </a:ext>
              </a:extLst>
            </p:cNvPr>
            <p:cNvSpPr/>
            <p:nvPr/>
          </p:nvSpPr>
          <p:spPr>
            <a:xfrm>
              <a:off x="3754373" y="5474969"/>
              <a:ext cx="596265" cy="596265"/>
            </a:xfrm>
            <a:custGeom>
              <a:avLst/>
              <a:gdLst/>
              <a:ahLst/>
              <a:cxnLst/>
              <a:rect l="l" t="t" r="r" b="b"/>
              <a:pathLst>
                <a:path w="596264" h="596264">
                  <a:moveTo>
                    <a:pt x="0" y="297941"/>
                  </a:moveTo>
                  <a:lnTo>
                    <a:pt x="3898" y="249613"/>
                  </a:lnTo>
                  <a:lnTo>
                    <a:pt x="15185" y="203767"/>
                  </a:lnTo>
                  <a:lnTo>
                    <a:pt x="33247" y="161018"/>
                  </a:lnTo>
                  <a:lnTo>
                    <a:pt x="57473" y="121979"/>
                  </a:lnTo>
                  <a:lnTo>
                    <a:pt x="87248" y="87263"/>
                  </a:lnTo>
                  <a:lnTo>
                    <a:pt x="121962" y="57484"/>
                  </a:lnTo>
                  <a:lnTo>
                    <a:pt x="161001" y="33254"/>
                  </a:lnTo>
                  <a:lnTo>
                    <a:pt x="203752" y="15188"/>
                  </a:lnTo>
                  <a:lnTo>
                    <a:pt x="249603" y="3899"/>
                  </a:lnTo>
                  <a:lnTo>
                    <a:pt x="297941" y="0"/>
                  </a:lnTo>
                  <a:lnTo>
                    <a:pt x="346280" y="3899"/>
                  </a:lnTo>
                  <a:lnTo>
                    <a:pt x="392131" y="15188"/>
                  </a:lnTo>
                  <a:lnTo>
                    <a:pt x="434882" y="33254"/>
                  </a:lnTo>
                  <a:lnTo>
                    <a:pt x="473921" y="57484"/>
                  </a:lnTo>
                  <a:lnTo>
                    <a:pt x="508635" y="87263"/>
                  </a:lnTo>
                  <a:lnTo>
                    <a:pt x="538410" y="121979"/>
                  </a:lnTo>
                  <a:lnTo>
                    <a:pt x="562636" y="161018"/>
                  </a:lnTo>
                  <a:lnTo>
                    <a:pt x="580698" y="203767"/>
                  </a:lnTo>
                  <a:lnTo>
                    <a:pt x="591985" y="249613"/>
                  </a:lnTo>
                  <a:lnTo>
                    <a:pt x="595884" y="297941"/>
                  </a:lnTo>
                  <a:lnTo>
                    <a:pt x="591985" y="346270"/>
                  </a:lnTo>
                  <a:lnTo>
                    <a:pt x="580698" y="392116"/>
                  </a:lnTo>
                  <a:lnTo>
                    <a:pt x="562636" y="434865"/>
                  </a:lnTo>
                  <a:lnTo>
                    <a:pt x="538410" y="473904"/>
                  </a:lnTo>
                  <a:lnTo>
                    <a:pt x="508635" y="508620"/>
                  </a:lnTo>
                  <a:lnTo>
                    <a:pt x="473921" y="538399"/>
                  </a:lnTo>
                  <a:lnTo>
                    <a:pt x="434882" y="562629"/>
                  </a:lnTo>
                  <a:lnTo>
                    <a:pt x="392131" y="580695"/>
                  </a:lnTo>
                  <a:lnTo>
                    <a:pt x="346280" y="591984"/>
                  </a:lnTo>
                  <a:lnTo>
                    <a:pt x="297941" y="595883"/>
                  </a:lnTo>
                  <a:lnTo>
                    <a:pt x="249603" y="591984"/>
                  </a:lnTo>
                  <a:lnTo>
                    <a:pt x="203752" y="580695"/>
                  </a:lnTo>
                  <a:lnTo>
                    <a:pt x="161001" y="562629"/>
                  </a:lnTo>
                  <a:lnTo>
                    <a:pt x="121962" y="538399"/>
                  </a:lnTo>
                  <a:lnTo>
                    <a:pt x="87249" y="508620"/>
                  </a:lnTo>
                  <a:lnTo>
                    <a:pt x="57473" y="473904"/>
                  </a:lnTo>
                  <a:lnTo>
                    <a:pt x="33247" y="434865"/>
                  </a:lnTo>
                  <a:lnTo>
                    <a:pt x="15185" y="392116"/>
                  </a:lnTo>
                  <a:lnTo>
                    <a:pt x="3898" y="346270"/>
                  </a:lnTo>
                  <a:lnTo>
                    <a:pt x="0" y="297941"/>
                  </a:lnTo>
                  <a:close/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3" name="object 24">
            <a:extLst>
              <a:ext uri="{FF2B5EF4-FFF2-40B4-BE49-F238E27FC236}">
                <a16:creationId xmlns:a16="http://schemas.microsoft.com/office/drawing/2014/main" id="{E5C62A7A-54A8-0249-AC07-C4F7544F5436}"/>
              </a:ext>
            </a:extLst>
          </p:cNvPr>
          <p:cNvSpPr txBox="1"/>
          <p:nvPr/>
        </p:nvSpPr>
        <p:spPr>
          <a:xfrm>
            <a:off x="3916171" y="5567426"/>
            <a:ext cx="1974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𝒇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94" name="object 25">
            <a:extLst>
              <a:ext uri="{FF2B5EF4-FFF2-40B4-BE49-F238E27FC236}">
                <a16:creationId xmlns:a16="http://schemas.microsoft.com/office/drawing/2014/main" id="{8926640B-C9C9-1641-8488-44E951C312D5}"/>
              </a:ext>
            </a:extLst>
          </p:cNvPr>
          <p:cNvSpPr/>
          <p:nvPr/>
        </p:nvSpPr>
        <p:spPr>
          <a:xfrm>
            <a:off x="2784348" y="5772911"/>
            <a:ext cx="970280" cy="0"/>
          </a:xfrm>
          <a:custGeom>
            <a:avLst/>
            <a:gdLst/>
            <a:ahLst/>
            <a:cxnLst/>
            <a:rect l="l" t="t" r="r" b="b"/>
            <a:pathLst>
              <a:path w="970278">
                <a:moveTo>
                  <a:pt x="969899" y="0"/>
                </a:moveTo>
                <a:lnTo>
                  <a:pt x="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26">
            <a:extLst>
              <a:ext uri="{FF2B5EF4-FFF2-40B4-BE49-F238E27FC236}">
                <a16:creationId xmlns:a16="http://schemas.microsoft.com/office/drawing/2014/main" id="{7EE6B76C-B790-BE41-9B14-C99115AB3510}"/>
              </a:ext>
            </a:extLst>
          </p:cNvPr>
          <p:cNvSpPr txBox="1"/>
          <p:nvPr/>
        </p:nvSpPr>
        <p:spPr>
          <a:xfrm>
            <a:off x="2341117" y="3231896"/>
            <a:ext cx="260985" cy="1092200"/>
          </a:xfrm>
          <a:prstGeom prst="rect">
            <a:avLst/>
          </a:prstGeom>
        </p:spPr>
        <p:txBody>
          <a:bodyPr vert="horz" wrap="square" lIns="0" tIns="179705" rIns="0" bIns="0" rtlCol="0">
            <a:spAutoFit/>
          </a:bodyPr>
          <a:lstStyle/>
          <a:p>
            <a:pPr marL="65405">
              <a:lnSpc>
                <a:spcPct val="100000"/>
              </a:lnSpc>
              <a:spcBef>
                <a:spcPts val="1415"/>
              </a:spcBef>
            </a:pPr>
            <a:r>
              <a:rPr sz="2400" spc="-50">
                <a:latin typeface="Cambria Math"/>
                <a:cs typeface="Cambria Math"/>
              </a:rPr>
              <a:t>𝟏</a:t>
            </a:r>
            <a:endParaRPr sz="24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sz="2400" spc="-50">
                <a:latin typeface="Cambria Math"/>
                <a:cs typeface="Cambria Math"/>
              </a:rPr>
              <a:t>𝒂</a:t>
            </a:r>
            <a:endParaRPr sz="2400">
              <a:latin typeface="Cambria Math"/>
              <a:cs typeface="Cambria Math"/>
            </a:endParaRPr>
          </a:p>
        </p:txBody>
      </p:sp>
      <p:graphicFrame>
        <p:nvGraphicFramePr>
          <p:cNvPr id="96" name="object 27">
            <a:extLst>
              <a:ext uri="{FF2B5EF4-FFF2-40B4-BE49-F238E27FC236}">
                <a16:creationId xmlns:a16="http://schemas.microsoft.com/office/drawing/2014/main" id="{94175A32-86D1-9B4E-B5C6-77A23BEC773D}"/>
              </a:ext>
            </a:extLst>
          </p:cNvPr>
          <p:cNvGraphicFramePr>
            <a:graphicFrameLocks noGrp="1"/>
          </p:cNvGraphicFramePr>
          <p:nvPr/>
        </p:nvGraphicFramePr>
        <p:xfrm>
          <a:off x="7023481" y="2507335"/>
          <a:ext cx="3831588" cy="42189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473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73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73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73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73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737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4737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02615">
                <a:tc gridSpan="3">
                  <a:txBody>
                    <a:bodyPr/>
                    <a:lstStyle/>
                    <a:p>
                      <a:pPr marR="218440" algn="r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2000" spc="-50">
                          <a:latin typeface="Cambria Math"/>
                          <a:cs typeface="Cambria Math"/>
                        </a:rPr>
                        <a:t>𝒂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14097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20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𝒃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140970" marB="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R="54610" algn="ctr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2000" spc="-50">
                          <a:latin typeface="Cambria Math"/>
                          <a:cs typeface="Cambria Math"/>
                        </a:rPr>
                        <a:t>𝒄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14097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0020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2000" spc="-50">
                          <a:latin typeface="Cambria Math"/>
                          <a:cs typeface="Cambria Math"/>
                        </a:rPr>
                        <a:t>𝒅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14097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1450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20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𝒇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140970" marB="0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26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2000" spc="-50">
                          <a:latin typeface="Cambria Math"/>
                          <a:cs typeface="Cambria Math"/>
                        </a:rPr>
                        <a:t>𝟏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1409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2000" spc="-50">
                          <a:latin typeface="Cambria Math"/>
                          <a:cs typeface="Cambria Math"/>
                        </a:rPr>
                        <a:t>𝟐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1409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3975" algn="ctr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2000" spc="-50">
                          <a:latin typeface="Cambria Math"/>
                          <a:cs typeface="Cambria Math"/>
                        </a:rPr>
                        <a:t>𝟑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1409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2000" spc="-50">
                          <a:latin typeface="Cambria Math"/>
                          <a:cs typeface="Cambria Math"/>
                        </a:rPr>
                        <a:t>𝟒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1409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2000" spc="-50">
                          <a:latin typeface="Cambria Math"/>
                          <a:cs typeface="Cambria Math"/>
                        </a:rPr>
                        <a:t>𝟓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1409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250">
                <a:tc>
                  <a:txBody>
                    <a:bodyPr/>
                    <a:lstStyle/>
                    <a:p>
                      <a:pPr marL="163195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2000" spc="-50">
                          <a:latin typeface="Cambria Math"/>
                          <a:cs typeface="Cambria Math"/>
                        </a:rPr>
                        <a:t>𝒂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14097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2000" spc="-50">
                          <a:latin typeface="Cambria Math"/>
                          <a:cs typeface="Cambria Math"/>
                        </a:rPr>
                        <a:t>𝟏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1409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2000" spc="-50">
                          <a:latin typeface="Cambria Math"/>
                          <a:cs typeface="Cambria Math"/>
                        </a:rPr>
                        <a:t>𝟎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1409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2000" spc="-50">
                          <a:latin typeface="Cambria Math"/>
                          <a:cs typeface="Cambria Math"/>
                        </a:rPr>
                        <a:t>𝟏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1409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3975" algn="ctr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2000" spc="-50">
                          <a:latin typeface="Cambria Math"/>
                          <a:cs typeface="Cambria Math"/>
                        </a:rPr>
                        <a:t>𝟎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1409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2000" spc="-50">
                          <a:latin typeface="Cambria Math"/>
                          <a:cs typeface="Cambria Math"/>
                        </a:rPr>
                        <a:t>𝟏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1409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2000" spc="-50">
                          <a:latin typeface="Cambria Math"/>
                          <a:cs typeface="Cambria Math"/>
                        </a:rPr>
                        <a:t>𝟎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1409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2615">
                <a:tc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2000" spc="-50">
                          <a:latin typeface="Cambria Math"/>
                          <a:cs typeface="Cambria Math"/>
                        </a:rPr>
                        <a:t>𝒃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140970" marB="0"/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2000" spc="-50">
                          <a:latin typeface="Cambria Math"/>
                          <a:cs typeface="Cambria Math"/>
                        </a:rPr>
                        <a:t>𝟐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14097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2000" spc="-50">
                          <a:latin typeface="Cambria Math"/>
                          <a:cs typeface="Cambria Math"/>
                        </a:rPr>
                        <a:t>𝟏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1409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2000" spc="-50">
                          <a:latin typeface="Cambria Math"/>
                          <a:cs typeface="Cambria Math"/>
                        </a:rPr>
                        <a:t>𝟎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1409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3975" algn="ctr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2000" spc="-50">
                          <a:latin typeface="Cambria Math"/>
                          <a:cs typeface="Cambria Math"/>
                        </a:rPr>
                        <a:t>𝟏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1409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2000" spc="-50">
                          <a:latin typeface="Cambria Math"/>
                          <a:cs typeface="Cambria Math"/>
                        </a:rPr>
                        <a:t>𝟏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1409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2000" spc="-50">
                          <a:latin typeface="Cambria Math"/>
                          <a:cs typeface="Cambria Math"/>
                        </a:rPr>
                        <a:t>𝟏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1409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2615">
                <a:tc>
                  <a:txBody>
                    <a:bodyPr/>
                    <a:lstStyle/>
                    <a:p>
                      <a:pPr marL="177800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2000" spc="-5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𝒄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140970" marB="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2000" spc="-50">
                          <a:latin typeface="Cambria Math"/>
                          <a:cs typeface="Cambria Math"/>
                        </a:rPr>
                        <a:t>𝟑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14097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2000" spc="-5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𝟎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1409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2000" spc="-5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𝟏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1409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3975" algn="ctr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2000" spc="-5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𝟎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1409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2000" spc="-5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𝟎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1409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2000" spc="-5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𝟏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1409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2615">
                <a:tc>
                  <a:txBody>
                    <a:bodyPr/>
                    <a:lstStyle/>
                    <a:p>
                      <a:pPr marL="160020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2000" spc="-50">
                          <a:latin typeface="Cambria Math"/>
                          <a:cs typeface="Cambria Math"/>
                        </a:rPr>
                        <a:t>𝒅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140970" marB="0"/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2000" spc="-50">
                          <a:latin typeface="Cambria Math"/>
                          <a:cs typeface="Cambria Math"/>
                        </a:rPr>
                        <a:t>𝟒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14097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2615">
                <a:tc>
                  <a:txBody>
                    <a:bodyPr/>
                    <a:lstStyle/>
                    <a:p>
                      <a:pPr marL="170815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2000" spc="-50">
                          <a:latin typeface="Cambria Math"/>
                          <a:cs typeface="Cambria Math"/>
                        </a:rPr>
                        <a:t>𝒇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14097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2000" spc="-50">
                          <a:latin typeface="Cambria Math"/>
                          <a:cs typeface="Cambria Math"/>
                        </a:rPr>
                        <a:t>𝟓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1409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7" name="object 35">
            <a:extLst>
              <a:ext uri="{FF2B5EF4-FFF2-40B4-BE49-F238E27FC236}">
                <a16:creationId xmlns:a16="http://schemas.microsoft.com/office/drawing/2014/main" id="{0507EA6B-B482-C548-A1B8-1D60DB6576E0}"/>
              </a:ext>
            </a:extLst>
          </p:cNvPr>
          <p:cNvSpPr txBox="1"/>
          <p:nvPr/>
        </p:nvSpPr>
        <p:spPr>
          <a:xfrm>
            <a:off x="4001770" y="3401314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𝟐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98" name="object 36">
            <a:extLst>
              <a:ext uri="{FF2B5EF4-FFF2-40B4-BE49-F238E27FC236}">
                <a16:creationId xmlns:a16="http://schemas.microsoft.com/office/drawing/2014/main" id="{88391376-4993-6146-8A98-255CADA85218}"/>
              </a:ext>
            </a:extLst>
          </p:cNvPr>
          <p:cNvSpPr txBox="1"/>
          <p:nvPr/>
        </p:nvSpPr>
        <p:spPr>
          <a:xfrm>
            <a:off x="5269738" y="4017009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solidFill>
                  <a:srgbClr val="FF0000"/>
                </a:solidFill>
                <a:latin typeface="Cambria Math"/>
                <a:cs typeface="Cambria Math"/>
              </a:rPr>
              <a:t>𝟑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99" name="object 37">
            <a:extLst>
              <a:ext uri="{FF2B5EF4-FFF2-40B4-BE49-F238E27FC236}">
                <a16:creationId xmlns:a16="http://schemas.microsoft.com/office/drawing/2014/main" id="{C20ACC0B-A859-A14B-9759-E79911F1FE83}"/>
              </a:ext>
            </a:extLst>
          </p:cNvPr>
          <p:cNvSpPr txBox="1"/>
          <p:nvPr/>
        </p:nvSpPr>
        <p:spPr>
          <a:xfrm>
            <a:off x="2394204" y="6184900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𝟒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00" name="object 38">
            <a:extLst>
              <a:ext uri="{FF2B5EF4-FFF2-40B4-BE49-F238E27FC236}">
                <a16:creationId xmlns:a16="http://schemas.microsoft.com/office/drawing/2014/main" id="{76BFD57C-6248-954A-9FFC-469770CD4BF1}"/>
              </a:ext>
            </a:extLst>
          </p:cNvPr>
          <p:cNvSpPr txBox="1"/>
          <p:nvPr/>
        </p:nvSpPr>
        <p:spPr>
          <a:xfrm>
            <a:off x="4001770" y="6186678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𝟓</a:t>
            </a:r>
            <a:endParaRPr sz="2400">
              <a:latin typeface="Cambria Math"/>
              <a:cs typeface="Cambria Math"/>
            </a:endParaRPr>
          </a:p>
        </p:txBody>
      </p:sp>
      <p:cxnSp>
        <p:nvCxnSpPr>
          <p:cNvPr id="8" name="直线连接符 7">
            <a:extLst>
              <a:ext uri="{FF2B5EF4-FFF2-40B4-BE49-F238E27FC236}">
                <a16:creationId xmlns:a16="http://schemas.microsoft.com/office/drawing/2014/main" id="{8A77BB66-CF80-8D47-B33E-D84CB828E098}"/>
              </a:ext>
            </a:extLst>
          </p:cNvPr>
          <p:cNvCxnSpPr/>
          <p:nvPr/>
        </p:nvCxnSpPr>
        <p:spPr>
          <a:xfrm>
            <a:off x="7567449" y="4334098"/>
            <a:ext cx="0" cy="174764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570821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085060" y="1266990"/>
            <a:ext cx="27305" cy="323850"/>
          </a:xfrm>
          <a:custGeom>
            <a:avLst/>
            <a:gdLst/>
            <a:ahLst/>
            <a:cxnLst/>
            <a:rect l="l" t="t" r="r" b="b"/>
            <a:pathLst>
              <a:path w="27303" h="323850">
                <a:moveTo>
                  <a:pt x="26797" y="0"/>
                </a:moveTo>
                <a:lnTo>
                  <a:pt x="0" y="0"/>
                </a:lnTo>
                <a:lnTo>
                  <a:pt x="0" y="323341"/>
                </a:lnTo>
                <a:lnTo>
                  <a:pt x="26797" y="323341"/>
                </a:lnTo>
                <a:lnTo>
                  <a:pt x="2679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5742160" y="1266990"/>
            <a:ext cx="27305" cy="323850"/>
          </a:xfrm>
          <a:custGeom>
            <a:avLst/>
            <a:gdLst/>
            <a:ahLst/>
            <a:cxnLst/>
            <a:rect l="l" t="t" r="r" b="b"/>
            <a:pathLst>
              <a:path w="27303" h="323850">
                <a:moveTo>
                  <a:pt x="26797" y="0"/>
                </a:moveTo>
                <a:lnTo>
                  <a:pt x="0" y="0"/>
                </a:lnTo>
                <a:lnTo>
                  <a:pt x="0" y="323341"/>
                </a:lnTo>
                <a:lnTo>
                  <a:pt x="26797" y="323341"/>
                </a:lnTo>
                <a:lnTo>
                  <a:pt x="2679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824974" y="1161707"/>
            <a:ext cx="1009142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  <a:tab pos="5408295" algn="l"/>
              </a:tabLst>
            </a:pPr>
            <a:r>
              <a:rPr sz="2800" dirty="0" err="1">
                <a:latin typeface="PMingLiU"/>
                <a:cs typeface="PMingLiU"/>
              </a:rPr>
              <a:t>图</a:t>
            </a:r>
            <a:r>
              <a:rPr sz="2800" dirty="0">
                <a:latin typeface="Cambria Math"/>
                <a:cs typeface="Cambria Math"/>
              </a:rPr>
              <a:t>𝑮</a:t>
            </a:r>
            <a:r>
              <a:rPr sz="2800" spc="150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=&lt;</a:t>
            </a:r>
            <a:r>
              <a:rPr sz="2800" spc="155" dirty="0">
                <a:latin typeface="Cambria Math"/>
                <a:cs typeface="Cambria Math"/>
              </a:rPr>
              <a:t> </a:t>
            </a:r>
            <a:r>
              <a:rPr sz="2800" spc="-10" dirty="0">
                <a:latin typeface="Cambria Math"/>
                <a:cs typeface="Cambria Math"/>
              </a:rPr>
              <a:t>𝑽,</a:t>
            </a:r>
            <a:r>
              <a:rPr sz="2800" spc="-155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𝑬</a:t>
            </a:r>
            <a:r>
              <a:rPr sz="2800" spc="160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&gt;</a:t>
            </a:r>
            <a:r>
              <a:rPr sz="2800" spc="165" dirty="0">
                <a:latin typeface="Cambria Math"/>
                <a:cs typeface="Cambria Math"/>
              </a:rPr>
              <a:t> </a:t>
            </a:r>
            <a:r>
              <a:rPr sz="2800" dirty="0" err="1">
                <a:latin typeface="PMingLiU"/>
                <a:cs typeface="PMingLiU"/>
              </a:rPr>
              <a:t>的</a:t>
            </a:r>
            <a:r>
              <a:rPr sz="2800" dirty="0" err="1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邻接矩阵</a:t>
            </a:r>
            <a:r>
              <a:rPr sz="2800" dirty="0" err="1">
                <a:latin typeface="PMingLiU"/>
                <a:cs typeface="PMingLiU"/>
              </a:rPr>
              <a:t>由</a:t>
            </a:r>
            <a:r>
              <a:rPr sz="2800" spc="165" dirty="0">
                <a:latin typeface="PMingLiU"/>
                <a:cs typeface="PMingLiU"/>
              </a:rPr>
              <a:t> </a:t>
            </a:r>
            <a:r>
              <a:rPr sz="2800" spc="-50" dirty="0">
                <a:latin typeface="Cambria Math"/>
                <a:cs typeface="Cambria Math"/>
              </a:rPr>
              <a:t>𝑽</a:t>
            </a:r>
            <a:r>
              <a:rPr sz="2800" dirty="0">
                <a:latin typeface="Cambria Math"/>
                <a:cs typeface="Cambria Math"/>
              </a:rPr>
              <a:t>	×</a:t>
            </a:r>
            <a:r>
              <a:rPr sz="2800" spc="15" dirty="0">
                <a:latin typeface="Cambria Math"/>
                <a:cs typeface="Cambria Math"/>
              </a:rPr>
              <a:t> </a:t>
            </a:r>
            <a:r>
              <a:rPr sz="2800" spc="-10" dirty="0">
                <a:latin typeface="Cambria Math"/>
                <a:cs typeface="Cambria Math"/>
              </a:rPr>
              <a:t>|𝑽|</a:t>
            </a:r>
            <a:r>
              <a:rPr sz="28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的</a:t>
            </a:r>
            <a:r>
              <a:rPr sz="2800" dirty="0" err="1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二维数</a:t>
            </a:r>
            <a:r>
              <a:rPr sz="2800" spc="-10" dirty="0" err="1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组</a:t>
            </a:r>
            <a:r>
              <a:rPr sz="2800" spc="-1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𝑨</a:t>
            </a:r>
            <a:r>
              <a:rPr sz="28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构成，</a:t>
            </a:r>
            <a:r>
              <a:rPr sz="2800" dirty="0" err="1">
                <a:latin typeface="PMingLiU"/>
                <a:cs typeface="PMingLiU"/>
              </a:rPr>
              <a:t>满</a:t>
            </a:r>
            <a:r>
              <a:rPr sz="2800" spc="-10" dirty="0" err="1">
                <a:latin typeface="PMingLiU"/>
                <a:cs typeface="PMingLiU"/>
              </a:rPr>
              <a:t>足</a:t>
            </a:r>
            <a:r>
              <a:rPr sz="2800" spc="-50" dirty="0">
                <a:latin typeface="PMingLiU"/>
                <a:cs typeface="PMingLiU"/>
              </a:rPr>
              <a:t>:</a:t>
            </a:r>
            <a:endParaRPr sz="2800" dirty="0">
              <a:latin typeface="PMingLiU"/>
              <a:cs typeface="PMingLiU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317855" y="302175"/>
            <a:ext cx="4294251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00"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图的表示：邻接矩</a:t>
            </a:r>
            <a:r>
              <a:rPr sz="3600" spc="-60" dirty="0" err="1">
                <a:latin typeface="SimSun" panose="02010600030101010101" pitchFamily="2" charset="-122"/>
                <a:ea typeface="SimSun" panose="02010600030101010101" pitchFamily="2" charset="-122"/>
              </a:rPr>
              <a:t>阵</a:t>
            </a:r>
            <a:endParaRPr sz="3600" spc="-6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794995" y="1886369"/>
            <a:ext cx="26098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>
                <a:latin typeface="Cambria Math"/>
                <a:cs typeface="Cambria Math"/>
              </a:rPr>
              <a:t>𝑨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030454" y="2054770"/>
            <a:ext cx="224154" cy="3378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50" spc="-25">
                <a:latin typeface="Cambria Math"/>
                <a:cs typeface="Cambria Math"/>
              </a:rPr>
              <a:t>𝒊𝒋</a:t>
            </a:r>
            <a:endParaRPr sz="2050">
              <a:latin typeface="Cambria Math"/>
              <a:cs typeface="Cambria Math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316712" y="1649641"/>
            <a:ext cx="905510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4200" spc="-75" baseline="-36706" dirty="0">
                <a:latin typeface="Cambria Math"/>
                <a:cs typeface="Cambria Math"/>
              </a:rPr>
              <a:t>=</a:t>
            </a:r>
            <a:r>
              <a:rPr sz="4200" spc="1050" baseline="-36706" dirty="0">
                <a:latin typeface="Cambria Math"/>
                <a:cs typeface="Cambria Math"/>
              </a:rPr>
              <a:t> </a:t>
            </a:r>
            <a:r>
              <a:rPr lang="zh-CN" altLang="en-US" sz="4200" spc="-562" baseline="-36706" dirty="0">
                <a:latin typeface="Cambria Math"/>
                <a:cs typeface="Cambria Math"/>
              </a:rPr>
              <a:t>    </a:t>
            </a:r>
            <a:r>
              <a:rPr sz="2800" spc="-37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𝟏,</a:t>
            </a:r>
            <a:endParaRPr sz="2800" dirty="0">
              <a:latin typeface="SimSun" panose="02010600030101010101" pitchFamily="2" charset="-122"/>
              <a:ea typeface="SimSun" panose="02010600030101010101" pitchFamily="2" charset="-122"/>
              <a:cs typeface="Cambria Math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6003525" y="1752892"/>
            <a:ext cx="635635" cy="329565"/>
          </a:xfrm>
          <a:custGeom>
            <a:avLst/>
            <a:gdLst/>
            <a:ahLst/>
            <a:cxnLst/>
            <a:rect l="l" t="t" r="r" b="b"/>
            <a:pathLst>
              <a:path w="635634" h="329564">
                <a:moveTo>
                  <a:pt x="530225" y="0"/>
                </a:moveTo>
                <a:lnTo>
                  <a:pt x="525526" y="13334"/>
                </a:lnTo>
                <a:lnTo>
                  <a:pt x="544576" y="21597"/>
                </a:lnTo>
                <a:lnTo>
                  <a:pt x="560959" y="33051"/>
                </a:lnTo>
                <a:lnTo>
                  <a:pt x="585724" y="65531"/>
                </a:lnTo>
                <a:lnTo>
                  <a:pt x="600408" y="109347"/>
                </a:lnTo>
                <a:lnTo>
                  <a:pt x="605282" y="163067"/>
                </a:lnTo>
                <a:lnTo>
                  <a:pt x="604047" y="192192"/>
                </a:lnTo>
                <a:lnTo>
                  <a:pt x="594244" y="242345"/>
                </a:lnTo>
                <a:lnTo>
                  <a:pt x="574629" y="281493"/>
                </a:lnTo>
                <a:lnTo>
                  <a:pt x="544772" y="307921"/>
                </a:lnTo>
                <a:lnTo>
                  <a:pt x="526034" y="316229"/>
                </a:lnTo>
                <a:lnTo>
                  <a:pt x="530225" y="329564"/>
                </a:lnTo>
                <a:lnTo>
                  <a:pt x="575167" y="308514"/>
                </a:lnTo>
                <a:lnTo>
                  <a:pt x="608203" y="272033"/>
                </a:lnTo>
                <a:lnTo>
                  <a:pt x="628491" y="223059"/>
                </a:lnTo>
                <a:lnTo>
                  <a:pt x="635254" y="164845"/>
                </a:lnTo>
                <a:lnTo>
                  <a:pt x="633561" y="134651"/>
                </a:lnTo>
                <a:lnTo>
                  <a:pt x="619984" y="81121"/>
                </a:lnTo>
                <a:lnTo>
                  <a:pt x="593000" y="37522"/>
                </a:lnTo>
                <a:lnTo>
                  <a:pt x="554087" y="8618"/>
                </a:lnTo>
                <a:lnTo>
                  <a:pt x="530225" y="0"/>
                </a:lnTo>
                <a:close/>
              </a:path>
              <a:path w="635634" h="329564">
                <a:moveTo>
                  <a:pt x="105156" y="0"/>
                </a:moveTo>
                <a:lnTo>
                  <a:pt x="60261" y="21129"/>
                </a:lnTo>
                <a:lnTo>
                  <a:pt x="27178" y="57784"/>
                </a:lnTo>
                <a:lnTo>
                  <a:pt x="6778" y="106743"/>
                </a:lnTo>
                <a:lnTo>
                  <a:pt x="0" y="164845"/>
                </a:lnTo>
                <a:lnTo>
                  <a:pt x="1690" y="195113"/>
                </a:lnTo>
                <a:lnTo>
                  <a:pt x="15216" y="248695"/>
                </a:lnTo>
                <a:lnTo>
                  <a:pt x="42130" y="292203"/>
                </a:lnTo>
                <a:lnTo>
                  <a:pt x="81147" y="320968"/>
                </a:lnTo>
                <a:lnTo>
                  <a:pt x="105156" y="329564"/>
                </a:lnTo>
                <a:lnTo>
                  <a:pt x="109220" y="316229"/>
                </a:lnTo>
                <a:lnTo>
                  <a:pt x="90481" y="307921"/>
                </a:lnTo>
                <a:lnTo>
                  <a:pt x="74279" y="296338"/>
                </a:lnTo>
                <a:lnTo>
                  <a:pt x="49530" y="263398"/>
                </a:lnTo>
                <a:lnTo>
                  <a:pt x="34956" y="218614"/>
                </a:lnTo>
                <a:lnTo>
                  <a:pt x="30099" y="163067"/>
                </a:lnTo>
                <a:lnTo>
                  <a:pt x="31313" y="134969"/>
                </a:lnTo>
                <a:lnTo>
                  <a:pt x="41028" y="86201"/>
                </a:lnTo>
                <a:lnTo>
                  <a:pt x="60652" y="47696"/>
                </a:lnTo>
                <a:lnTo>
                  <a:pt x="90803" y="21597"/>
                </a:lnTo>
                <a:lnTo>
                  <a:pt x="109855" y="13334"/>
                </a:lnTo>
                <a:lnTo>
                  <a:pt x="10515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4883131" y="2108110"/>
            <a:ext cx="31115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25" dirty="0">
                <a:latin typeface="Cambria Math"/>
                <a:cs typeface="Cambria Math"/>
              </a:rPr>
              <a:t>𝟎,</a:t>
            </a:r>
            <a:endParaRPr sz="2800" dirty="0">
              <a:latin typeface="Cambria Math"/>
              <a:cs typeface="Cambria Math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6001239" y="2210853"/>
            <a:ext cx="635635" cy="329565"/>
          </a:xfrm>
          <a:custGeom>
            <a:avLst/>
            <a:gdLst/>
            <a:ahLst/>
            <a:cxnLst/>
            <a:rect l="l" t="t" r="r" b="b"/>
            <a:pathLst>
              <a:path w="635635" h="329564">
                <a:moveTo>
                  <a:pt x="530225" y="0"/>
                </a:moveTo>
                <a:lnTo>
                  <a:pt x="525526" y="13334"/>
                </a:lnTo>
                <a:lnTo>
                  <a:pt x="544576" y="21597"/>
                </a:lnTo>
                <a:lnTo>
                  <a:pt x="560959" y="33051"/>
                </a:lnTo>
                <a:lnTo>
                  <a:pt x="585724" y="65531"/>
                </a:lnTo>
                <a:lnTo>
                  <a:pt x="600408" y="109347"/>
                </a:lnTo>
                <a:lnTo>
                  <a:pt x="605282" y="163067"/>
                </a:lnTo>
                <a:lnTo>
                  <a:pt x="604047" y="192192"/>
                </a:lnTo>
                <a:lnTo>
                  <a:pt x="594244" y="242345"/>
                </a:lnTo>
                <a:lnTo>
                  <a:pt x="574629" y="281493"/>
                </a:lnTo>
                <a:lnTo>
                  <a:pt x="544772" y="307921"/>
                </a:lnTo>
                <a:lnTo>
                  <a:pt x="526034" y="316229"/>
                </a:lnTo>
                <a:lnTo>
                  <a:pt x="530225" y="329564"/>
                </a:lnTo>
                <a:lnTo>
                  <a:pt x="575167" y="308514"/>
                </a:lnTo>
                <a:lnTo>
                  <a:pt x="608203" y="272033"/>
                </a:lnTo>
                <a:lnTo>
                  <a:pt x="628491" y="223059"/>
                </a:lnTo>
                <a:lnTo>
                  <a:pt x="635254" y="164845"/>
                </a:lnTo>
                <a:lnTo>
                  <a:pt x="633561" y="134651"/>
                </a:lnTo>
                <a:lnTo>
                  <a:pt x="619984" y="81121"/>
                </a:lnTo>
                <a:lnTo>
                  <a:pt x="593000" y="37522"/>
                </a:lnTo>
                <a:lnTo>
                  <a:pt x="554087" y="8618"/>
                </a:lnTo>
                <a:lnTo>
                  <a:pt x="530225" y="0"/>
                </a:lnTo>
                <a:close/>
              </a:path>
              <a:path w="635635" h="329564">
                <a:moveTo>
                  <a:pt x="105156" y="0"/>
                </a:moveTo>
                <a:lnTo>
                  <a:pt x="60261" y="21129"/>
                </a:lnTo>
                <a:lnTo>
                  <a:pt x="27178" y="57784"/>
                </a:lnTo>
                <a:lnTo>
                  <a:pt x="6778" y="106743"/>
                </a:lnTo>
                <a:lnTo>
                  <a:pt x="0" y="164845"/>
                </a:lnTo>
                <a:lnTo>
                  <a:pt x="1690" y="195113"/>
                </a:lnTo>
                <a:lnTo>
                  <a:pt x="15216" y="248695"/>
                </a:lnTo>
                <a:lnTo>
                  <a:pt x="42130" y="292203"/>
                </a:lnTo>
                <a:lnTo>
                  <a:pt x="81147" y="320968"/>
                </a:lnTo>
                <a:lnTo>
                  <a:pt x="105156" y="329564"/>
                </a:lnTo>
                <a:lnTo>
                  <a:pt x="109220" y="316229"/>
                </a:lnTo>
                <a:lnTo>
                  <a:pt x="90481" y="307921"/>
                </a:lnTo>
                <a:lnTo>
                  <a:pt x="74279" y="296338"/>
                </a:lnTo>
                <a:lnTo>
                  <a:pt x="49530" y="263397"/>
                </a:lnTo>
                <a:lnTo>
                  <a:pt x="34956" y="218614"/>
                </a:lnTo>
                <a:lnTo>
                  <a:pt x="30099" y="163067"/>
                </a:lnTo>
                <a:lnTo>
                  <a:pt x="31313" y="134969"/>
                </a:lnTo>
                <a:lnTo>
                  <a:pt x="41028" y="86201"/>
                </a:lnTo>
                <a:lnTo>
                  <a:pt x="60652" y="47696"/>
                </a:lnTo>
                <a:lnTo>
                  <a:pt x="90803" y="21597"/>
                </a:lnTo>
                <a:lnTo>
                  <a:pt x="109855" y="13334"/>
                </a:lnTo>
                <a:lnTo>
                  <a:pt x="10515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6105380" y="1618478"/>
            <a:ext cx="1233805" cy="942340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14604">
              <a:lnSpc>
                <a:spcPct val="100000"/>
              </a:lnSpc>
              <a:spcBef>
                <a:spcPts val="350"/>
              </a:spcBef>
              <a:tabLst>
                <a:tab pos="663575" algn="l"/>
              </a:tabLst>
            </a:pPr>
            <a:r>
              <a:rPr sz="2800" spc="-10">
                <a:latin typeface="Cambria Math"/>
                <a:cs typeface="Cambria Math"/>
              </a:rPr>
              <a:t>𝒊,</a:t>
            </a:r>
            <a:r>
              <a:rPr sz="2800" spc="-140">
                <a:latin typeface="Cambria Math"/>
                <a:cs typeface="Cambria Math"/>
              </a:rPr>
              <a:t> </a:t>
            </a:r>
            <a:r>
              <a:rPr sz="2800" spc="-50">
                <a:latin typeface="Cambria Math"/>
                <a:cs typeface="Cambria Math"/>
              </a:rPr>
              <a:t>𝒋</a:t>
            </a:r>
            <a:r>
              <a:rPr sz="2800">
                <a:latin typeface="Cambria Math"/>
                <a:cs typeface="Cambria Math"/>
              </a:rPr>
              <a:t>	∈</a:t>
            </a:r>
            <a:r>
              <a:rPr sz="2800" spc="150">
                <a:latin typeface="Cambria Math"/>
                <a:cs typeface="Cambria Math"/>
              </a:rPr>
              <a:t> </a:t>
            </a:r>
            <a:r>
              <a:rPr sz="2800" spc="-50">
                <a:latin typeface="Cambria Math"/>
                <a:cs typeface="Cambria Math"/>
              </a:rPr>
              <a:t>𝑬</a:t>
            </a:r>
            <a:endParaRPr sz="28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245"/>
              </a:spcBef>
              <a:tabLst>
                <a:tab pos="661035" algn="l"/>
              </a:tabLst>
            </a:pPr>
            <a:r>
              <a:rPr sz="2800" spc="-10">
                <a:latin typeface="Cambria Math"/>
                <a:cs typeface="Cambria Math"/>
              </a:rPr>
              <a:t>𝒊,</a:t>
            </a:r>
            <a:r>
              <a:rPr sz="2800" spc="-140">
                <a:latin typeface="Cambria Math"/>
                <a:cs typeface="Cambria Math"/>
              </a:rPr>
              <a:t> </a:t>
            </a:r>
            <a:r>
              <a:rPr sz="2800" spc="-50">
                <a:latin typeface="Cambria Math"/>
                <a:cs typeface="Cambria Math"/>
              </a:rPr>
              <a:t>𝒋</a:t>
            </a:r>
            <a:r>
              <a:rPr sz="2800">
                <a:latin typeface="Cambria Math"/>
                <a:cs typeface="Cambria Math"/>
              </a:rPr>
              <a:t>	∉</a:t>
            </a:r>
            <a:r>
              <a:rPr sz="2800" spc="155">
                <a:latin typeface="Cambria Math"/>
                <a:cs typeface="Cambria Math"/>
              </a:rPr>
              <a:t> </a:t>
            </a:r>
            <a:r>
              <a:rPr sz="2800" spc="-50">
                <a:latin typeface="Cambria Math"/>
                <a:cs typeface="Cambria Math"/>
              </a:rPr>
              <a:t>𝑬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8" name="左大括号 27">
            <a:extLst>
              <a:ext uri="{FF2B5EF4-FFF2-40B4-BE49-F238E27FC236}">
                <a16:creationId xmlns:a16="http://schemas.microsoft.com/office/drawing/2014/main" id="{3BBC2EBF-66E8-DF4D-B596-85E6D46D9F33}"/>
              </a:ext>
            </a:extLst>
          </p:cNvPr>
          <p:cNvSpPr/>
          <p:nvPr/>
        </p:nvSpPr>
        <p:spPr>
          <a:xfrm>
            <a:off x="4651023" y="1799528"/>
            <a:ext cx="186260" cy="614854"/>
          </a:xfrm>
          <a:prstGeom prst="leftBrac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8" name="直线连接符 7">
            <a:extLst>
              <a:ext uri="{FF2B5EF4-FFF2-40B4-BE49-F238E27FC236}">
                <a16:creationId xmlns:a16="http://schemas.microsoft.com/office/drawing/2014/main" id="{8A77BB66-CF80-8D47-B33E-D84CB828E098}"/>
              </a:ext>
            </a:extLst>
          </p:cNvPr>
          <p:cNvCxnSpPr/>
          <p:nvPr/>
        </p:nvCxnSpPr>
        <p:spPr>
          <a:xfrm>
            <a:off x="7567449" y="4334098"/>
            <a:ext cx="0" cy="174764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1" name="object 2">
            <a:extLst>
              <a:ext uri="{FF2B5EF4-FFF2-40B4-BE49-F238E27FC236}">
                <a16:creationId xmlns:a16="http://schemas.microsoft.com/office/drawing/2014/main" id="{F641A3C7-B42E-F84F-90DB-2F4B305E4E2E}"/>
              </a:ext>
            </a:extLst>
          </p:cNvPr>
          <p:cNvGraphicFramePr>
            <a:graphicFrameLocks noGrp="1"/>
          </p:cNvGraphicFramePr>
          <p:nvPr/>
        </p:nvGraphicFramePr>
        <p:xfrm>
          <a:off x="7152385" y="2704584"/>
          <a:ext cx="3702681" cy="40220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84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73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73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73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73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736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4737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057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3195">
                        <a:lnSpc>
                          <a:spcPts val="1955"/>
                        </a:lnSpc>
                      </a:pPr>
                      <a:r>
                        <a:rPr sz="2000" spc="-50">
                          <a:latin typeface="Cambria Math"/>
                          <a:cs typeface="Cambria Math"/>
                        </a:rPr>
                        <a:t>𝒂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5735">
                        <a:lnSpc>
                          <a:spcPts val="1955"/>
                        </a:lnSpc>
                      </a:pPr>
                      <a:r>
                        <a:rPr sz="2000" spc="-50">
                          <a:latin typeface="Cambria Math"/>
                          <a:cs typeface="Cambria Math"/>
                        </a:rPr>
                        <a:t>𝒃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4610" algn="ctr">
                        <a:lnSpc>
                          <a:spcPts val="1955"/>
                        </a:lnSpc>
                      </a:pPr>
                      <a:r>
                        <a:rPr sz="2000" spc="-50">
                          <a:latin typeface="Cambria Math"/>
                          <a:cs typeface="Cambria Math"/>
                        </a:rPr>
                        <a:t>𝒄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0020">
                        <a:lnSpc>
                          <a:spcPts val="1955"/>
                        </a:lnSpc>
                      </a:pPr>
                      <a:r>
                        <a:rPr sz="2000" spc="-50">
                          <a:latin typeface="Cambria Math"/>
                          <a:cs typeface="Cambria Math"/>
                        </a:rPr>
                        <a:t>𝒅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1450">
                        <a:lnSpc>
                          <a:spcPts val="1955"/>
                        </a:lnSpc>
                      </a:pPr>
                      <a:r>
                        <a:rPr sz="2000" spc="-50">
                          <a:latin typeface="Cambria Math"/>
                          <a:cs typeface="Cambria Math"/>
                        </a:rPr>
                        <a:t>𝒇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26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2000" spc="-50">
                          <a:latin typeface="Cambria Math"/>
                          <a:cs typeface="Cambria Math"/>
                        </a:rPr>
                        <a:t>𝟏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1409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2000" spc="-50">
                          <a:latin typeface="Cambria Math"/>
                          <a:cs typeface="Cambria Math"/>
                        </a:rPr>
                        <a:t>𝟐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1409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3975" algn="ctr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2000" spc="-50">
                          <a:latin typeface="Cambria Math"/>
                          <a:cs typeface="Cambria Math"/>
                        </a:rPr>
                        <a:t>𝟑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1409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2000" spc="-50">
                          <a:latin typeface="Cambria Math"/>
                          <a:cs typeface="Cambria Math"/>
                        </a:rPr>
                        <a:t>𝟒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1409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2000" spc="-50">
                          <a:latin typeface="Cambria Math"/>
                          <a:cs typeface="Cambria Math"/>
                        </a:rPr>
                        <a:t>𝟓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1409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250">
                <a:tc>
                  <a:txBody>
                    <a:bodyPr/>
                    <a:lstStyle/>
                    <a:p>
                      <a:pPr marL="34290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2000" spc="-50">
                          <a:latin typeface="Cambria Math"/>
                          <a:cs typeface="Cambria Math"/>
                        </a:rPr>
                        <a:t>𝒂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14097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2000" spc="-50">
                          <a:latin typeface="Cambria Math"/>
                          <a:cs typeface="Cambria Math"/>
                        </a:rPr>
                        <a:t>𝟏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1409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2000" spc="-50">
                          <a:latin typeface="Cambria Math"/>
                          <a:cs typeface="Cambria Math"/>
                        </a:rPr>
                        <a:t>𝟎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1409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2000" spc="-50">
                          <a:latin typeface="Cambria Math"/>
                          <a:cs typeface="Cambria Math"/>
                        </a:rPr>
                        <a:t>𝟏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1409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3975" algn="ctr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2000" spc="-50">
                          <a:latin typeface="Cambria Math"/>
                          <a:cs typeface="Cambria Math"/>
                        </a:rPr>
                        <a:t>𝟎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1409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2000" spc="-50">
                          <a:latin typeface="Cambria Math"/>
                          <a:cs typeface="Cambria Math"/>
                        </a:rPr>
                        <a:t>𝟏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1409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2000" spc="-50">
                          <a:latin typeface="Cambria Math"/>
                          <a:cs typeface="Cambria Math"/>
                        </a:rPr>
                        <a:t>𝟎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1409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2615">
                <a:tc>
                  <a:txBody>
                    <a:bodyPr/>
                    <a:lstStyle/>
                    <a:p>
                      <a:pPr marL="36830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2000" spc="-50">
                          <a:latin typeface="Cambria Math"/>
                          <a:cs typeface="Cambria Math"/>
                        </a:rPr>
                        <a:t>𝒃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14097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2000" spc="-50">
                          <a:latin typeface="Cambria Math"/>
                          <a:cs typeface="Cambria Math"/>
                        </a:rPr>
                        <a:t>𝟐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1409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2000" spc="-50">
                          <a:latin typeface="Cambria Math"/>
                          <a:cs typeface="Cambria Math"/>
                        </a:rPr>
                        <a:t>𝟏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1409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2000" spc="-50">
                          <a:latin typeface="Cambria Math"/>
                          <a:cs typeface="Cambria Math"/>
                        </a:rPr>
                        <a:t>𝟎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1409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3975" algn="ctr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2000" spc="-50">
                          <a:latin typeface="Cambria Math"/>
                          <a:cs typeface="Cambria Math"/>
                        </a:rPr>
                        <a:t>𝟏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1409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2000" spc="-50">
                          <a:latin typeface="Cambria Math"/>
                          <a:cs typeface="Cambria Math"/>
                        </a:rPr>
                        <a:t>𝟏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1409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2000" spc="-50">
                          <a:latin typeface="Cambria Math"/>
                          <a:cs typeface="Cambria Math"/>
                        </a:rPr>
                        <a:t>𝟏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1409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2615">
                <a:tc>
                  <a:txBody>
                    <a:bodyPr/>
                    <a:lstStyle/>
                    <a:p>
                      <a:pPr marL="48895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2000" spc="-50">
                          <a:latin typeface="Cambria Math"/>
                          <a:cs typeface="Cambria Math"/>
                        </a:rPr>
                        <a:t>𝒄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14097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2000" spc="-50">
                          <a:latin typeface="Cambria Math"/>
                          <a:cs typeface="Cambria Math"/>
                        </a:rPr>
                        <a:t>𝟑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1409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2000" spc="-50">
                          <a:latin typeface="Cambria Math"/>
                          <a:cs typeface="Cambria Math"/>
                        </a:rPr>
                        <a:t>𝟎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1409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2000" spc="-50">
                          <a:latin typeface="Cambria Math"/>
                          <a:cs typeface="Cambria Math"/>
                        </a:rPr>
                        <a:t>𝟏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1409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3975" algn="ctr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2000" spc="-50">
                          <a:latin typeface="Cambria Math"/>
                          <a:cs typeface="Cambria Math"/>
                        </a:rPr>
                        <a:t>𝟎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1409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2000" spc="-50">
                          <a:latin typeface="Cambria Math"/>
                          <a:cs typeface="Cambria Math"/>
                        </a:rPr>
                        <a:t>𝟎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1409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2000" spc="-50">
                          <a:latin typeface="Cambria Math"/>
                          <a:cs typeface="Cambria Math"/>
                        </a:rPr>
                        <a:t>𝟏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1409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261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2000" spc="-50">
                          <a:latin typeface="Cambria Math"/>
                          <a:cs typeface="Cambria Math"/>
                        </a:rPr>
                        <a:t>𝒅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14097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2000" spc="-50">
                          <a:latin typeface="Cambria Math"/>
                          <a:cs typeface="Cambria Math"/>
                        </a:rPr>
                        <a:t>𝟒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1409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2000" spc="-50">
                          <a:latin typeface="Cambria Math"/>
                          <a:cs typeface="Cambria Math"/>
                        </a:rPr>
                        <a:t>𝟏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1409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2000" spc="-50">
                          <a:latin typeface="Cambria Math"/>
                          <a:cs typeface="Cambria Math"/>
                        </a:rPr>
                        <a:t>𝟏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1409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3975" algn="ctr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2000" spc="-50">
                          <a:latin typeface="Cambria Math"/>
                          <a:cs typeface="Cambria Math"/>
                        </a:rPr>
                        <a:t>𝟎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1409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2000" spc="-50">
                          <a:latin typeface="Cambria Math"/>
                          <a:cs typeface="Cambria Math"/>
                        </a:rPr>
                        <a:t>𝟎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1409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2000" spc="-50">
                          <a:latin typeface="Cambria Math"/>
                          <a:cs typeface="Cambria Math"/>
                        </a:rPr>
                        <a:t>𝟏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1409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2615">
                <a:tc>
                  <a:txBody>
                    <a:bodyPr/>
                    <a:lstStyle/>
                    <a:p>
                      <a:pPr marL="41910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2000" spc="-50">
                          <a:latin typeface="Cambria Math"/>
                          <a:cs typeface="Cambria Math"/>
                        </a:rPr>
                        <a:t>𝒇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14097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2000" spc="-50">
                          <a:latin typeface="Cambria Math"/>
                          <a:cs typeface="Cambria Math"/>
                        </a:rPr>
                        <a:t>𝟓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1409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2000" spc="-50">
                          <a:latin typeface="Cambria Math"/>
                          <a:cs typeface="Cambria Math"/>
                        </a:rPr>
                        <a:t>𝟎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1409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2000" spc="-50">
                          <a:latin typeface="Cambria Math"/>
                          <a:cs typeface="Cambria Math"/>
                        </a:rPr>
                        <a:t>𝟏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1409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3975" algn="ctr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2000" spc="-50">
                          <a:latin typeface="Cambria Math"/>
                          <a:cs typeface="Cambria Math"/>
                        </a:rPr>
                        <a:t>𝟏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1409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2000" spc="-50">
                          <a:latin typeface="Cambria Math"/>
                          <a:cs typeface="Cambria Math"/>
                        </a:rPr>
                        <a:t>𝟏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1409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2000" spc="-50">
                          <a:latin typeface="Cambria Math"/>
                          <a:cs typeface="Cambria Math"/>
                        </a:rPr>
                        <a:t>𝟎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1409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2" name="object 6">
            <a:extLst>
              <a:ext uri="{FF2B5EF4-FFF2-40B4-BE49-F238E27FC236}">
                <a16:creationId xmlns:a16="http://schemas.microsoft.com/office/drawing/2014/main" id="{978C1D39-C039-A144-B53C-AD9FE3C99F3A}"/>
              </a:ext>
            </a:extLst>
          </p:cNvPr>
          <p:cNvSpPr/>
          <p:nvPr/>
        </p:nvSpPr>
        <p:spPr>
          <a:xfrm>
            <a:off x="3419268" y="2722302"/>
            <a:ext cx="27305" cy="323850"/>
          </a:xfrm>
          <a:custGeom>
            <a:avLst/>
            <a:gdLst/>
            <a:ahLst/>
            <a:cxnLst/>
            <a:rect l="l" t="t" r="r" b="b"/>
            <a:pathLst>
              <a:path w="27303" h="323850">
                <a:moveTo>
                  <a:pt x="26797" y="0"/>
                </a:moveTo>
                <a:lnTo>
                  <a:pt x="0" y="0"/>
                </a:lnTo>
                <a:lnTo>
                  <a:pt x="0" y="323342"/>
                </a:lnTo>
                <a:lnTo>
                  <a:pt x="26797" y="323342"/>
                </a:lnTo>
                <a:lnTo>
                  <a:pt x="2679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7">
            <a:extLst>
              <a:ext uri="{FF2B5EF4-FFF2-40B4-BE49-F238E27FC236}">
                <a16:creationId xmlns:a16="http://schemas.microsoft.com/office/drawing/2014/main" id="{F79EC1A1-AB1A-CC4E-A138-0644EBEF49D4}"/>
              </a:ext>
            </a:extLst>
          </p:cNvPr>
          <p:cNvSpPr/>
          <p:nvPr/>
        </p:nvSpPr>
        <p:spPr>
          <a:xfrm>
            <a:off x="3076368" y="2722302"/>
            <a:ext cx="27305" cy="323850"/>
          </a:xfrm>
          <a:custGeom>
            <a:avLst/>
            <a:gdLst/>
            <a:ahLst/>
            <a:cxnLst/>
            <a:rect l="l" t="t" r="r" b="b"/>
            <a:pathLst>
              <a:path w="27305" h="323850">
                <a:moveTo>
                  <a:pt x="26797" y="0"/>
                </a:moveTo>
                <a:lnTo>
                  <a:pt x="0" y="0"/>
                </a:lnTo>
                <a:lnTo>
                  <a:pt x="0" y="323342"/>
                </a:lnTo>
                <a:lnTo>
                  <a:pt x="26797" y="323342"/>
                </a:lnTo>
                <a:lnTo>
                  <a:pt x="2679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8">
            <a:extLst>
              <a:ext uri="{FF2B5EF4-FFF2-40B4-BE49-F238E27FC236}">
                <a16:creationId xmlns:a16="http://schemas.microsoft.com/office/drawing/2014/main" id="{6A2D7257-8AFA-A347-9200-89C4CB53CEF3}"/>
              </a:ext>
            </a:extLst>
          </p:cNvPr>
          <p:cNvSpPr txBox="1"/>
          <p:nvPr/>
        </p:nvSpPr>
        <p:spPr>
          <a:xfrm>
            <a:off x="820593" y="2659062"/>
            <a:ext cx="6746851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80365" algn="l"/>
                <a:tab pos="381000" algn="l"/>
              </a:tabLst>
            </a:pPr>
            <a:r>
              <a:rPr sz="28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空间大小</a:t>
            </a:r>
            <a:r>
              <a:rPr sz="2800" dirty="0">
                <a:latin typeface="Cambria Math"/>
                <a:cs typeface="Cambria Math"/>
              </a:rPr>
              <a:t>𝑶</a:t>
            </a:r>
            <a:r>
              <a:rPr sz="2800" spc="150" dirty="0">
                <a:latin typeface="Cambria Math"/>
                <a:cs typeface="Cambria Math"/>
              </a:rPr>
              <a:t>( </a:t>
            </a:r>
            <a:r>
              <a:rPr sz="2800" dirty="0">
                <a:latin typeface="Cambria Math"/>
                <a:cs typeface="Cambria Math"/>
              </a:rPr>
              <a:t>𝑽</a:t>
            </a:r>
            <a:r>
              <a:rPr sz="2800" spc="305" dirty="0">
                <a:latin typeface="Cambria Math"/>
                <a:cs typeface="Cambria Math"/>
              </a:rPr>
              <a:t> </a:t>
            </a:r>
            <a:r>
              <a:rPr sz="3075" baseline="28455" dirty="0">
                <a:latin typeface="Cambria Math"/>
                <a:cs typeface="Cambria Math"/>
              </a:rPr>
              <a:t>𝟐</a:t>
            </a:r>
            <a:r>
              <a:rPr sz="2800" dirty="0">
                <a:latin typeface="Cambria Math"/>
                <a:cs typeface="Cambria Math"/>
              </a:rPr>
              <a:t>)</a:t>
            </a:r>
            <a:r>
              <a:rPr sz="2800" spc="11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，</a:t>
            </a:r>
            <a:r>
              <a:rPr sz="2800" spc="110" dirty="0">
                <a:latin typeface="PMingLiU"/>
                <a:cs typeface="PMingLiU"/>
              </a:rPr>
              <a:t> </a:t>
            </a:r>
            <a:r>
              <a:rPr sz="28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𝑶(𝟏)</a:t>
            </a:r>
            <a:r>
              <a:rPr sz="2800" spc="-1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判断是否有边</a:t>
            </a:r>
            <a:endParaRPr sz="28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</p:txBody>
      </p:sp>
      <p:sp>
        <p:nvSpPr>
          <p:cNvPr id="52" name="object 10">
            <a:extLst>
              <a:ext uri="{FF2B5EF4-FFF2-40B4-BE49-F238E27FC236}">
                <a16:creationId xmlns:a16="http://schemas.microsoft.com/office/drawing/2014/main" id="{D915EF58-EA75-4E45-A5BE-3691E08D9BA7}"/>
              </a:ext>
            </a:extLst>
          </p:cNvPr>
          <p:cNvSpPr/>
          <p:nvPr/>
        </p:nvSpPr>
        <p:spPr>
          <a:xfrm>
            <a:off x="2188464" y="3840479"/>
            <a:ext cx="2162175" cy="596265"/>
          </a:xfrm>
          <a:custGeom>
            <a:avLst/>
            <a:gdLst/>
            <a:ahLst/>
            <a:cxnLst/>
            <a:rect l="l" t="t" r="r" b="b"/>
            <a:pathLst>
              <a:path w="2162175" h="596264">
                <a:moveTo>
                  <a:pt x="0" y="297942"/>
                </a:moveTo>
                <a:lnTo>
                  <a:pt x="3898" y="249603"/>
                </a:lnTo>
                <a:lnTo>
                  <a:pt x="15185" y="203752"/>
                </a:lnTo>
                <a:lnTo>
                  <a:pt x="33247" y="161001"/>
                </a:lnTo>
                <a:lnTo>
                  <a:pt x="57473" y="121962"/>
                </a:lnTo>
                <a:lnTo>
                  <a:pt x="87249" y="87249"/>
                </a:lnTo>
                <a:lnTo>
                  <a:pt x="121962" y="57473"/>
                </a:lnTo>
                <a:lnTo>
                  <a:pt x="161001" y="33247"/>
                </a:lnTo>
                <a:lnTo>
                  <a:pt x="203752" y="15185"/>
                </a:lnTo>
                <a:lnTo>
                  <a:pt x="249603" y="3898"/>
                </a:lnTo>
                <a:lnTo>
                  <a:pt x="297942" y="0"/>
                </a:lnTo>
                <a:lnTo>
                  <a:pt x="346280" y="3898"/>
                </a:lnTo>
                <a:lnTo>
                  <a:pt x="392131" y="15185"/>
                </a:lnTo>
                <a:lnTo>
                  <a:pt x="434882" y="33247"/>
                </a:lnTo>
                <a:lnTo>
                  <a:pt x="473921" y="57473"/>
                </a:lnTo>
                <a:lnTo>
                  <a:pt x="508635" y="87249"/>
                </a:lnTo>
                <a:lnTo>
                  <a:pt x="538410" y="121962"/>
                </a:lnTo>
                <a:lnTo>
                  <a:pt x="562636" y="161001"/>
                </a:lnTo>
                <a:lnTo>
                  <a:pt x="580698" y="203752"/>
                </a:lnTo>
                <a:lnTo>
                  <a:pt x="591985" y="249603"/>
                </a:lnTo>
                <a:lnTo>
                  <a:pt x="595884" y="297942"/>
                </a:lnTo>
                <a:lnTo>
                  <a:pt x="591985" y="346280"/>
                </a:lnTo>
                <a:lnTo>
                  <a:pt x="580698" y="392131"/>
                </a:lnTo>
                <a:lnTo>
                  <a:pt x="562636" y="434882"/>
                </a:lnTo>
                <a:lnTo>
                  <a:pt x="538410" y="473921"/>
                </a:lnTo>
                <a:lnTo>
                  <a:pt x="508635" y="508635"/>
                </a:lnTo>
                <a:lnTo>
                  <a:pt x="473921" y="538410"/>
                </a:lnTo>
                <a:lnTo>
                  <a:pt x="434882" y="562636"/>
                </a:lnTo>
                <a:lnTo>
                  <a:pt x="392131" y="580698"/>
                </a:lnTo>
                <a:lnTo>
                  <a:pt x="346280" y="591985"/>
                </a:lnTo>
                <a:lnTo>
                  <a:pt x="297942" y="595884"/>
                </a:lnTo>
                <a:lnTo>
                  <a:pt x="249603" y="591985"/>
                </a:lnTo>
                <a:lnTo>
                  <a:pt x="203752" y="580698"/>
                </a:lnTo>
                <a:lnTo>
                  <a:pt x="161001" y="562636"/>
                </a:lnTo>
                <a:lnTo>
                  <a:pt x="121962" y="538410"/>
                </a:lnTo>
                <a:lnTo>
                  <a:pt x="87248" y="508635"/>
                </a:lnTo>
                <a:lnTo>
                  <a:pt x="57473" y="473921"/>
                </a:lnTo>
                <a:lnTo>
                  <a:pt x="33247" y="434882"/>
                </a:lnTo>
                <a:lnTo>
                  <a:pt x="15185" y="392131"/>
                </a:lnTo>
                <a:lnTo>
                  <a:pt x="3898" y="346280"/>
                </a:lnTo>
                <a:lnTo>
                  <a:pt x="0" y="297942"/>
                </a:lnTo>
                <a:close/>
              </a:path>
              <a:path w="2162175" h="596264">
                <a:moveTo>
                  <a:pt x="1565910" y="297942"/>
                </a:moveTo>
                <a:lnTo>
                  <a:pt x="1569808" y="249603"/>
                </a:lnTo>
                <a:lnTo>
                  <a:pt x="1581095" y="203752"/>
                </a:lnTo>
                <a:lnTo>
                  <a:pt x="1599157" y="161001"/>
                </a:lnTo>
                <a:lnTo>
                  <a:pt x="1623383" y="121962"/>
                </a:lnTo>
                <a:lnTo>
                  <a:pt x="1653158" y="87249"/>
                </a:lnTo>
                <a:lnTo>
                  <a:pt x="1687872" y="57473"/>
                </a:lnTo>
                <a:lnTo>
                  <a:pt x="1726911" y="33247"/>
                </a:lnTo>
                <a:lnTo>
                  <a:pt x="1769662" y="15185"/>
                </a:lnTo>
                <a:lnTo>
                  <a:pt x="1815513" y="3898"/>
                </a:lnTo>
                <a:lnTo>
                  <a:pt x="1863852" y="0"/>
                </a:lnTo>
                <a:lnTo>
                  <a:pt x="1912190" y="3898"/>
                </a:lnTo>
                <a:lnTo>
                  <a:pt x="1958041" y="15185"/>
                </a:lnTo>
                <a:lnTo>
                  <a:pt x="2000792" y="33247"/>
                </a:lnTo>
                <a:lnTo>
                  <a:pt x="2039831" y="57473"/>
                </a:lnTo>
                <a:lnTo>
                  <a:pt x="2074545" y="87249"/>
                </a:lnTo>
                <a:lnTo>
                  <a:pt x="2104320" y="121962"/>
                </a:lnTo>
                <a:lnTo>
                  <a:pt x="2128546" y="161001"/>
                </a:lnTo>
                <a:lnTo>
                  <a:pt x="2146608" y="203752"/>
                </a:lnTo>
                <a:lnTo>
                  <a:pt x="2157895" y="249603"/>
                </a:lnTo>
                <a:lnTo>
                  <a:pt x="2161794" y="297942"/>
                </a:lnTo>
                <a:lnTo>
                  <a:pt x="2157895" y="346280"/>
                </a:lnTo>
                <a:lnTo>
                  <a:pt x="2146608" y="392131"/>
                </a:lnTo>
                <a:lnTo>
                  <a:pt x="2128546" y="434882"/>
                </a:lnTo>
                <a:lnTo>
                  <a:pt x="2104320" y="473921"/>
                </a:lnTo>
                <a:lnTo>
                  <a:pt x="2074545" y="508635"/>
                </a:lnTo>
                <a:lnTo>
                  <a:pt x="2039831" y="538410"/>
                </a:lnTo>
                <a:lnTo>
                  <a:pt x="2000792" y="562636"/>
                </a:lnTo>
                <a:lnTo>
                  <a:pt x="1958041" y="580698"/>
                </a:lnTo>
                <a:lnTo>
                  <a:pt x="1912190" y="591985"/>
                </a:lnTo>
                <a:lnTo>
                  <a:pt x="1863852" y="595884"/>
                </a:lnTo>
                <a:lnTo>
                  <a:pt x="1815513" y="591985"/>
                </a:lnTo>
                <a:lnTo>
                  <a:pt x="1769662" y="580698"/>
                </a:lnTo>
                <a:lnTo>
                  <a:pt x="1726911" y="562636"/>
                </a:lnTo>
                <a:lnTo>
                  <a:pt x="1687872" y="538410"/>
                </a:lnTo>
                <a:lnTo>
                  <a:pt x="1653159" y="508635"/>
                </a:lnTo>
                <a:lnTo>
                  <a:pt x="1623383" y="473921"/>
                </a:lnTo>
                <a:lnTo>
                  <a:pt x="1599157" y="434882"/>
                </a:lnTo>
                <a:lnTo>
                  <a:pt x="1581095" y="392131"/>
                </a:lnTo>
                <a:lnTo>
                  <a:pt x="1569808" y="346280"/>
                </a:lnTo>
                <a:lnTo>
                  <a:pt x="1565910" y="297942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11">
            <a:extLst>
              <a:ext uri="{FF2B5EF4-FFF2-40B4-BE49-F238E27FC236}">
                <a16:creationId xmlns:a16="http://schemas.microsoft.com/office/drawing/2014/main" id="{38B5EB4D-61D8-AA43-8278-E53464748EB1}"/>
              </a:ext>
            </a:extLst>
          </p:cNvPr>
          <p:cNvSpPr txBox="1"/>
          <p:nvPr/>
        </p:nvSpPr>
        <p:spPr>
          <a:xfrm>
            <a:off x="3908552" y="3932428"/>
            <a:ext cx="2108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𝒃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54" name="object 12">
            <a:extLst>
              <a:ext uri="{FF2B5EF4-FFF2-40B4-BE49-F238E27FC236}">
                <a16:creationId xmlns:a16="http://schemas.microsoft.com/office/drawing/2014/main" id="{D58B0888-1A04-074C-AB5B-A7708E348BD2}"/>
              </a:ext>
            </a:extLst>
          </p:cNvPr>
          <p:cNvSpPr/>
          <p:nvPr/>
        </p:nvSpPr>
        <p:spPr>
          <a:xfrm>
            <a:off x="2188464" y="5474970"/>
            <a:ext cx="596265" cy="596265"/>
          </a:xfrm>
          <a:custGeom>
            <a:avLst/>
            <a:gdLst/>
            <a:ahLst/>
            <a:cxnLst/>
            <a:rect l="l" t="t" r="r" b="b"/>
            <a:pathLst>
              <a:path w="596264" h="596264">
                <a:moveTo>
                  <a:pt x="0" y="297941"/>
                </a:moveTo>
                <a:lnTo>
                  <a:pt x="3898" y="249613"/>
                </a:lnTo>
                <a:lnTo>
                  <a:pt x="15185" y="203767"/>
                </a:lnTo>
                <a:lnTo>
                  <a:pt x="33247" y="161018"/>
                </a:lnTo>
                <a:lnTo>
                  <a:pt x="57473" y="121979"/>
                </a:lnTo>
                <a:lnTo>
                  <a:pt x="87249" y="87263"/>
                </a:lnTo>
                <a:lnTo>
                  <a:pt x="121962" y="57484"/>
                </a:lnTo>
                <a:lnTo>
                  <a:pt x="161001" y="33254"/>
                </a:lnTo>
                <a:lnTo>
                  <a:pt x="203752" y="15188"/>
                </a:lnTo>
                <a:lnTo>
                  <a:pt x="249603" y="3899"/>
                </a:lnTo>
                <a:lnTo>
                  <a:pt x="297942" y="0"/>
                </a:lnTo>
                <a:lnTo>
                  <a:pt x="346280" y="3899"/>
                </a:lnTo>
                <a:lnTo>
                  <a:pt x="392131" y="15188"/>
                </a:lnTo>
                <a:lnTo>
                  <a:pt x="434882" y="33254"/>
                </a:lnTo>
                <a:lnTo>
                  <a:pt x="473921" y="57484"/>
                </a:lnTo>
                <a:lnTo>
                  <a:pt x="508635" y="87263"/>
                </a:lnTo>
                <a:lnTo>
                  <a:pt x="538410" y="121979"/>
                </a:lnTo>
                <a:lnTo>
                  <a:pt x="562636" y="161018"/>
                </a:lnTo>
                <a:lnTo>
                  <a:pt x="580698" y="203767"/>
                </a:lnTo>
                <a:lnTo>
                  <a:pt x="591985" y="249613"/>
                </a:lnTo>
                <a:lnTo>
                  <a:pt x="595884" y="297941"/>
                </a:lnTo>
                <a:lnTo>
                  <a:pt x="591985" y="346270"/>
                </a:lnTo>
                <a:lnTo>
                  <a:pt x="580698" y="392116"/>
                </a:lnTo>
                <a:lnTo>
                  <a:pt x="562636" y="434865"/>
                </a:lnTo>
                <a:lnTo>
                  <a:pt x="538410" y="473904"/>
                </a:lnTo>
                <a:lnTo>
                  <a:pt x="508635" y="508620"/>
                </a:lnTo>
                <a:lnTo>
                  <a:pt x="473921" y="538399"/>
                </a:lnTo>
                <a:lnTo>
                  <a:pt x="434882" y="562629"/>
                </a:lnTo>
                <a:lnTo>
                  <a:pt x="392131" y="580695"/>
                </a:lnTo>
                <a:lnTo>
                  <a:pt x="346280" y="591984"/>
                </a:lnTo>
                <a:lnTo>
                  <a:pt x="297942" y="595883"/>
                </a:lnTo>
                <a:lnTo>
                  <a:pt x="249603" y="591984"/>
                </a:lnTo>
                <a:lnTo>
                  <a:pt x="203752" y="580695"/>
                </a:lnTo>
                <a:lnTo>
                  <a:pt x="161001" y="562629"/>
                </a:lnTo>
                <a:lnTo>
                  <a:pt x="121962" y="538399"/>
                </a:lnTo>
                <a:lnTo>
                  <a:pt x="87248" y="508620"/>
                </a:lnTo>
                <a:lnTo>
                  <a:pt x="57473" y="473904"/>
                </a:lnTo>
                <a:lnTo>
                  <a:pt x="33247" y="434865"/>
                </a:lnTo>
                <a:lnTo>
                  <a:pt x="15185" y="392116"/>
                </a:lnTo>
                <a:lnTo>
                  <a:pt x="3898" y="346270"/>
                </a:lnTo>
                <a:lnTo>
                  <a:pt x="0" y="297941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13">
            <a:extLst>
              <a:ext uri="{FF2B5EF4-FFF2-40B4-BE49-F238E27FC236}">
                <a16:creationId xmlns:a16="http://schemas.microsoft.com/office/drawing/2014/main" id="{C11F85C6-D27A-BD4D-8D7F-A37C0042E3B0}"/>
              </a:ext>
            </a:extLst>
          </p:cNvPr>
          <p:cNvSpPr txBox="1"/>
          <p:nvPr/>
        </p:nvSpPr>
        <p:spPr>
          <a:xfrm>
            <a:off x="2337307" y="5567426"/>
            <a:ext cx="2216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𝒅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56" name="object 14">
            <a:extLst>
              <a:ext uri="{FF2B5EF4-FFF2-40B4-BE49-F238E27FC236}">
                <a16:creationId xmlns:a16="http://schemas.microsoft.com/office/drawing/2014/main" id="{B4C21BD5-41AF-6D46-BC5E-0AD7D632F875}"/>
              </a:ext>
            </a:extLst>
          </p:cNvPr>
          <p:cNvSpPr/>
          <p:nvPr/>
        </p:nvSpPr>
        <p:spPr>
          <a:xfrm>
            <a:off x="5022341" y="4642865"/>
            <a:ext cx="596265" cy="596265"/>
          </a:xfrm>
          <a:custGeom>
            <a:avLst/>
            <a:gdLst/>
            <a:ahLst/>
            <a:cxnLst/>
            <a:rect l="l" t="t" r="r" b="b"/>
            <a:pathLst>
              <a:path w="596264" h="596264">
                <a:moveTo>
                  <a:pt x="0" y="297941"/>
                </a:moveTo>
                <a:lnTo>
                  <a:pt x="3898" y="249603"/>
                </a:lnTo>
                <a:lnTo>
                  <a:pt x="15185" y="203752"/>
                </a:lnTo>
                <a:lnTo>
                  <a:pt x="33247" y="161001"/>
                </a:lnTo>
                <a:lnTo>
                  <a:pt x="57473" y="121962"/>
                </a:lnTo>
                <a:lnTo>
                  <a:pt x="87248" y="87248"/>
                </a:lnTo>
                <a:lnTo>
                  <a:pt x="121962" y="57473"/>
                </a:lnTo>
                <a:lnTo>
                  <a:pt x="161001" y="33247"/>
                </a:lnTo>
                <a:lnTo>
                  <a:pt x="203752" y="15185"/>
                </a:lnTo>
                <a:lnTo>
                  <a:pt x="249603" y="3898"/>
                </a:lnTo>
                <a:lnTo>
                  <a:pt x="297942" y="0"/>
                </a:lnTo>
                <a:lnTo>
                  <a:pt x="346280" y="3898"/>
                </a:lnTo>
                <a:lnTo>
                  <a:pt x="392131" y="15185"/>
                </a:lnTo>
                <a:lnTo>
                  <a:pt x="434882" y="33247"/>
                </a:lnTo>
                <a:lnTo>
                  <a:pt x="473921" y="57473"/>
                </a:lnTo>
                <a:lnTo>
                  <a:pt x="508635" y="87248"/>
                </a:lnTo>
                <a:lnTo>
                  <a:pt x="538410" y="121962"/>
                </a:lnTo>
                <a:lnTo>
                  <a:pt x="562636" y="161001"/>
                </a:lnTo>
                <a:lnTo>
                  <a:pt x="580698" y="203752"/>
                </a:lnTo>
                <a:lnTo>
                  <a:pt x="591985" y="249603"/>
                </a:lnTo>
                <a:lnTo>
                  <a:pt x="595884" y="297941"/>
                </a:lnTo>
                <a:lnTo>
                  <a:pt x="591985" y="346280"/>
                </a:lnTo>
                <a:lnTo>
                  <a:pt x="580698" y="392131"/>
                </a:lnTo>
                <a:lnTo>
                  <a:pt x="562636" y="434882"/>
                </a:lnTo>
                <a:lnTo>
                  <a:pt x="538410" y="473921"/>
                </a:lnTo>
                <a:lnTo>
                  <a:pt x="508635" y="508634"/>
                </a:lnTo>
                <a:lnTo>
                  <a:pt x="473921" y="538410"/>
                </a:lnTo>
                <a:lnTo>
                  <a:pt x="434882" y="562636"/>
                </a:lnTo>
                <a:lnTo>
                  <a:pt x="392131" y="580698"/>
                </a:lnTo>
                <a:lnTo>
                  <a:pt x="346280" y="591985"/>
                </a:lnTo>
                <a:lnTo>
                  <a:pt x="297942" y="595883"/>
                </a:lnTo>
                <a:lnTo>
                  <a:pt x="249603" y="591985"/>
                </a:lnTo>
                <a:lnTo>
                  <a:pt x="203752" y="580698"/>
                </a:lnTo>
                <a:lnTo>
                  <a:pt x="161001" y="562636"/>
                </a:lnTo>
                <a:lnTo>
                  <a:pt x="121962" y="538410"/>
                </a:lnTo>
                <a:lnTo>
                  <a:pt x="87249" y="508634"/>
                </a:lnTo>
                <a:lnTo>
                  <a:pt x="57473" y="473921"/>
                </a:lnTo>
                <a:lnTo>
                  <a:pt x="33247" y="434882"/>
                </a:lnTo>
                <a:lnTo>
                  <a:pt x="15185" y="392131"/>
                </a:lnTo>
                <a:lnTo>
                  <a:pt x="3898" y="346280"/>
                </a:lnTo>
                <a:lnTo>
                  <a:pt x="0" y="297941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15">
            <a:extLst>
              <a:ext uri="{FF2B5EF4-FFF2-40B4-BE49-F238E27FC236}">
                <a16:creationId xmlns:a16="http://schemas.microsoft.com/office/drawing/2014/main" id="{FD18A248-291B-4E4D-9087-CEAFD3AB62EC}"/>
              </a:ext>
            </a:extLst>
          </p:cNvPr>
          <p:cNvSpPr txBox="1"/>
          <p:nvPr/>
        </p:nvSpPr>
        <p:spPr>
          <a:xfrm>
            <a:off x="5192521" y="4735067"/>
            <a:ext cx="1797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𝒄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58" name="object 16">
            <a:extLst>
              <a:ext uri="{FF2B5EF4-FFF2-40B4-BE49-F238E27FC236}">
                <a16:creationId xmlns:a16="http://schemas.microsoft.com/office/drawing/2014/main" id="{663B53F1-33E4-5C47-8E43-43E2CDD79F6D}"/>
              </a:ext>
            </a:extLst>
          </p:cNvPr>
          <p:cNvSpPr/>
          <p:nvPr/>
        </p:nvSpPr>
        <p:spPr>
          <a:xfrm>
            <a:off x="2486405" y="4138421"/>
            <a:ext cx="2623185" cy="1932939"/>
          </a:xfrm>
          <a:custGeom>
            <a:avLst/>
            <a:gdLst/>
            <a:ahLst/>
            <a:cxnLst/>
            <a:rect l="l" t="t" r="r" b="b"/>
            <a:pathLst>
              <a:path w="2623185" h="1932939">
                <a:moveTo>
                  <a:pt x="297942" y="0"/>
                </a:moveTo>
                <a:lnTo>
                  <a:pt x="1267841" y="0"/>
                </a:lnTo>
              </a:path>
              <a:path w="2623185" h="1932939">
                <a:moveTo>
                  <a:pt x="0" y="297941"/>
                </a:moveTo>
                <a:lnTo>
                  <a:pt x="0" y="1336802"/>
                </a:lnTo>
              </a:path>
              <a:path w="2623185" h="1932939">
                <a:moveTo>
                  <a:pt x="1355470" y="210311"/>
                </a:moveTo>
                <a:lnTo>
                  <a:pt x="211074" y="1423796"/>
                </a:lnTo>
              </a:path>
              <a:path w="2623185" h="1932939">
                <a:moveTo>
                  <a:pt x="2622931" y="1013459"/>
                </a:moveTo>
                <a:lnTo>
                  <a:pt x="1863852" y="1634934"/>
                </a:lnTo>
              </a:path>
              <a:path w="2623185" h="1932939">
                <a:moveTo>
                  <a:pt x="1565909" y="282701"/>
                </a:moveTo>
                <a:lnTo>
                  <a:pt x="1565909" y="1321561"/>
                </a:lnTo>
              </a:path>
              <a:path w="2623185" h="1932939">
                <a:moveTo>
                  <a:pt x="1863852" y="0"/>
                </a:moveTo>
                <a:lnTo>
                  <a:pt x="2622931" y="591946"/>
                </a:lnTo>
              </a:path>
              <a:path w="2623185" h="1932939">
                <a:moveTo>
                  <a:pt x="1267968" y="1634489"/>
                </a:moveTo>
                <a:lnTo>
                  <a:pt x="1271866" y="1586161"/>
                </a:lnTo>
                <a:lnTo>
                  <a:pt x="1283153" y="1540315"/>
                </a:lnTo>
                <a:lnTo>
                  <a:pt x="1301215" y="1497566"/>
                </a:lnTo>
                <a:lnTo>
                  <a:pt x="1325441" y="1458527"/>
                </a:lnTo>
                <a:lnTo>
                  <a:pt x="1355216" y="1423811"/>
                </a:lnTo>
                <a:lnTo>
                  <a:pt x="1389930" y="1394032"/>
                </a:lnTo>
                <a:lnTo>
                  <a:pt x="1428969" y="1369802"/>
                </a:lnTo>
                <a:lnTo>
                  <a:pt x="1471720" y="1351736"/>
                </a:lnTo>
                <a:lnTo>
                  <a:pt x="1517571" y="1340447"/>
                </a:lnTo>
                <a:lnTo>
                  <a:pt x="1565909" y="1336547"/>
                </a:lnTo>
                <a:lnTo>
                  <a:pt x="1614248" y="1340447"/>
                </a:lnTo>
                <a:lnTo>
                  <a:pt x="1660099" y="1351736"/>
                </a:lnTo>
                <a:lnTo>
                  <a:pt x="1702850" y="1369802"/>
                </a:lnTo>
                <a:lnTo>
                  <a:pt x="1741889" y="1394032"/>
                </a:lnTo>
                <a:lnTo>
                  <a:pt x="1776603" y="1423811"/>
                </a:lnTo>
                <a:lnTo>
                  <a:pt x="1806378" y="1458527"/>
                </a:lnTo>
                <a:lnTo>
                  <a:pt x="1830604" y="1497566"/>
                </a:lnTo>
                <a:lnTo>
                  <a:pt x="1848666" y="1540315"/>
                </a:lnTo>
                <a:lnTo>
                  <a:pt x="1859953" y="1586161"/>
                </a:lnTo>
                <a:lnTo>
                  <a:pt x="1863852" y="1634489"/>
                </a:lnTo>
                <a:lnTo>
                  <a:pt x="1859953" y="1682818"/>
                </a:lnTo>
                <a:lnTo>
                  <a:pt x="1848666" y="1728664"/>
                </a:lnTo>
                <a:lnTo>
                  <a:pt x="1830604" y="1771413"/>
                </a:lnTo>
                <a:lnTo>
                  <a:pt x="1806378" y="1810452"/>
                </a:lnTo>
                <a:lnTo>
                  <a:pt x="1776603" y="1845168"/>
                </a:lnTo>
                <a:lnTo>
                  <a:pt x="1741889" y="1874947"/>
                </a:lnTo>
                <a:lnTo>
                  <a:pt x="1702850" y="1899177"/>
                </a:lnTo>
                <a:lnTo>
                  <a:pt x="1660099" y="1917243"/>
                </a:lnTo>
                <a:lnTo>
                  <a:pt x="1614248" y="1928532"/>
                </a:lnTo>
                <a:lnTo>
                  <a:pt x="1565909" y="1932432"/>
                </a:lnTo>
                <a:lnTo>
                  <a:pt x="1517571" y="1928532"/>
                </a:lnTo>
                <a:lnTo>
                  <a:pt x="1471720" y="1917243"/>
                </a:lnTo>
                <a:lnTo>
                  <a:pt x="1428969" y="1899177"/>
                </a:lnTo>
                <a:lnTo>
                  <a:pt x="1389930" y="1874947"/>
                </a:lnTo>
                <a:lnTo>
                  <a:pt x="1355217" y="1845168"/>
                </a:lnTo>
                <a:lnTo>
                  <a:pt x="1325441" y="1810452"/>
                </a:lnTo>
                <a:lnTo>
                  <a:pt x="1301215" y="1771413"/>
                </a:lnTo>
                <a:lnTo>
                  <a:pt x="1283153" y="1728664"/>
                </a:lnTo>
                <a:lnTo>
                  <a:pt x="1271866" y="1682818"/>
                </a:lnTo>
                <a:lnTo>
                  <a:pt x="1267968" y="1634489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17">
            <a:extLst>
              <a:ext uri="{FF2B5EF4-FFF2-40B4-BE49-F238E27FC236}">
                <a16:creationId xmlns:a16="http://schemas.microsoft.com/office/drawing/2014/main" id="{C187283D-86FB-FC47-B0C8-F389373ED5D3}"/>
              </a:ext>
            </a:extLst>
          </p:cNvPr>
          <p:cNvSpPr txBox="1"/>
          <p:nvPr/>
        </p:nvSpPr>
        <p:spPr>
          <a:xfrm>
            <a:off x="3916171" y="5567426"/>
            <a:ext cx="1974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𝒇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60" name="object 18">
            <a:extLst>
              <a:ext uri="{FF2B5EF4-FFF2-40B4-BE49-F238E27FC236}">
                <a16:creationId xmlns:a16="http://schemas.microsoft.com/office/drawing/2014/main" id="{E52FCD84-5F1F-3746-88FE-06C640A1F7F3}"/>
              </a:ext>
            </a:extLst>
          </p:cNvPr>
          <p:cNvSpPr/>
          <p:nvPr/>
        </p:nvSpPr>
        <p:spPr>
          <a:xfrm>
            <a:off x="2784348" y="5772911"/>
            <a:ext cx="970280" cy="0"/>
          </a:xfrm>
          <a:custGeom>
            <a:avLst/>
            <a:gdLst/>
            <a:ahLst/>
            <a:cxnLst/>
            <a:rect l="l" t="t" r="r" b="b"/>
            <a:pathLst>
              <a:path w="970278">
                <a:moveTo>
                  <a:pt x="969899" y="0"/>
                </a:moveTo>
                <a:lnTo>
                  <a:pt x="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19">
            <a:extLst>
              <a:ext uri="{FF2B5EF4-FFF2-40B4-BE49-F238E27FC236}">
                <a16:creationId xmlns:a16="http://schemas.microsoft.com/office/drawing/2014/main" id="{50D52F6D-87ED-054B-8CBB-0FC7109CB6AF}"/>
              </a:ext>
            </a:extLst>
          </p:cNvPr>
          <p:cNvSpPr txBox="1"/>
          <p:nvPr/>
        </p:nvSpPr>
        <p:spPr>
          <a:xfrm>
            <a:off x="2341117" y="3231896"/>
            <a:ext cx="260985" cy="1092200"/>
          </a:xfrm>
          <a:prstGeom prst="rect">
            <a:avLst/>
          </a:prstGeom>
        </p:spPr>
        <p:txBody>
          <a:bodyPr vert="horz" wrap="square" lIns="0" tIns="179705" rIns="0" bIns="0" rtlCol="0">
            <a:spAutoFit/>
          </a:bodyPr>
          <a:lstStyle/>
          <a:p>
            <a:pPr marL="65405">
              <a:lnSpc>
                <a:spcPct val="100000"/>
              </a:lnSpc>
              <a:spcBef>
                <a:spcPts val="1415"/>
              </a:spcBef>
            </a:pPr>
            <a:r>
              <a:rPr sz="2400" spc="-50">
                <a:latin typeface="Cambria Math"/>
                <a:cs typeface="Cambria Math"/>
              </a:rPr>
              <a:t>𝟏</a:t>
            </a:r>
            <a:endParaRPr sz="24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sz="2400" spc="-50">
                <a:latin typeface="Cambria Math"/>
                <a:cs typeface="Cambria Math"/>
              </a:rPr>
              <a:t>𝒂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62" name="object 20">
            <a:extLst>
              <a:ext uri="{FF2B5EF4-FFF2-40B4-BE49-F238E27FC236}">
                <a16:creationId xmlns:a16="http://schemas.microsoft.com/office/drawing/2014/main" id="{161CA0ED-3C70-5E4B-8D6A-A35FEE848763}"/>
              </a:ext>
            </a:extLst>
          </p:cNvPr>
          <p:cNvSpPr txBox="1"/>
          <p:nvPr/>
        </p:nvSpPr>
        <p:spPr>
          <a:xfrm>
            <a:off x="4001770" y="3401314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𝟐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63" name="object 21">
            <a:extLst>
              <a:ext uri="{FF2B5EF4-FFF2-40B4-BE49-F238E27FC236}">
                <a16:creationId xmlns:a16="http://schemas.microsoft.com/office/drawing/2014/main" id="{B97020C7-C9FC-FF41-A84B-FE690D870A6F}"/>
              </a:ext>
            </a:extLst>
          </p:cNvPr>
          <p:cNvSpPr txBox="1"/>
          <p:nvPr/>
        </p:nvSpPr>
        <p:spPr>
          <a:xfrm>
            <a:off x="5269738" y="4017009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𝟑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64" name="object 22">
            <a:extLst>
              <a:ext uri="{FF2B5EF4-FFF2-40B4-BE49-F238E27FC236}">
                <a16:creationId xmlns:a16="http://schemas.microsoft.com/office/drawing/2014/main" id="{43C716D9-6733-724C-B767-3326A186DD80}"/>
              </a:ext>
            </a:extLst>
          </p:cNvPr>
          <p:cNvSpPr txBox="1"/>
          <p:nvPr/>
        </p:nvSpPr>
        <p:spPr>
          <a:xfrm>
            <a:off x="2394204" y="6184900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𝟒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65" name="object 23">
            <a:extLst>
              <a:ext uri="{FF2B5EF4-FFF2-40B4-BE49-F238E27FC236}">
                <a16:creationId xmlns:a16="http://schemas.microsoft.com/office/drawing/2014/main" id="{FE989F11-90BE-3440-939B-1BA5153611F7}"/>
              </a:ext>
            </a:extLst>
          </p:cNvPr>
          <p:cNvSpPr txBox="1"/>
          <p:nvPr/>
        </p:nvSpPr>
        <p:spPr>
          <a:xfrm>
            <a:off x="4001770" y="6186678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𝟓</a:t>
            </a:r>
            <a:endParaRPr sz="2400">
              <a:latin typeface="Cambria Math"/>
              <a:cs typeface="Cambria Math"/>
            </a:endParaRPr>
          </a:p>
        </p:txBody>
      </p:sp>
    </p:spTree>
    <p:extLst>
      <p:ext uri="{BB962C8B-B14F-4D97-AF65-F5344CB8AC3E}">
        <p14:creationId xmlns:p14="http://schemas.microsoft.com/office/powerpoint/2010/main" val="75310316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2933" y="1003132"/>
            <a:ext cx="4679950" cy="3698240"/>
          </a:xfrm>
          <a:prstGeom prst="rect">
            <a:avLst/>
          </a:prstGeom>
        </p:spPr>
        <p:txBody>
          <a:bodyPr vert="horz" wrap="square" lIns="0" tIns="10604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35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15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图的概念</a:t>
            </a:r>
            <a:endParaRPr sz="28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62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spc="-5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图的定义、相邻与关联</a:t>
            </a:r>
            <a:endParaRPr sz="24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57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spc="-5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顶点的度与图的度、握手定理</a:t>
            </a:r>
            <a:endParaRPr sz="24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580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lang="zh-CN" altLang="en-US" sz="2400" spc="-1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路径</a:t>
            </a:r>
            <a:r>
              <a:rPr sz="2400" spc="-1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与环路</a:t>
            </a:r>
            <a:endParaRPr sz="24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57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spc="-1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连通、连通分量</a:t>
            </a:r>
            <a:endParaRPr sz="24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57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spc="-1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子图、生成子图、树</a:t>
            </a:r>
            <a:endParaRPr sz="24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355600" indent="-342900">
              <a:lnSpc>
                <a:spcPct val="100000"/>
              </a:lnSpc>
              <a:spcBef>
                <a:spcPts val="62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15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图的表示</a:t>
            </a:r>
            <a:endParaRPr sz="28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630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spc="-1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邻接链表与邻接矩阵</a:t>
            </a:r>
            <a:endParaRPr sz="24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96669" y="273826"/>
            <a:ext cx="1078670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小</a:t>
            </a:r>
            <a:r>
              <a:rPr sz="4000"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结</a:t>
            </a:r>
            <a:endParaRPr sz="4000"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pic>
        <p:nvPicPr>
          <p:cNvPr id="4" name="object 4"/>
          <p:cNvPicPr/>
          <p:nvPr/>
        </p:nvPicPr>
        <p:blipFill>
          <a:blip r:embed="rId2"/>
          <a:stretch>
            <a:fillRect/>
          </a:stretch>
        </p:blipFill>
        <p:spPr>
          <a:xfrm>
            <a:off x="7819070" y="4566459"/>
            <a:ext cx="2047689" cy="223801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/>
          <a:stretch>
            <a:fillRect/>
          </a:stretch>
        </p:blipFill>
        <p:spPr>
          <a:xfrm>
            <a:off x="2880408" y="4927893"/>
            <a:ext cx="3551633" cy="147587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/>
          <a:stretch>
            <a:fillRect/>
          </a:stretch>
        </p:blipFill>
        <p:spPr>
          <a:xfrm>
            <a:off x="9325358" y="2852252"/>
            <a:ext cx="1322062" cy="156274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/>
          <a:stretch>
            <a:fillRect/>
          </a:stretch>
        </p:blipFill>
        <p:spPr>
          <a:xfrm>
            <a:off x="6585019" y="975436"/>
            <a:ext cx="1812518" cy="180932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/>
          <a:stretch>
            <a:fillRect/>
          </a:stretch>
        </p:blipFill>
        <p:spPr>
          <a:xfrm>
            <a:off x="6538061" y="2957939"/>
            <a:ext cx="1767333" cy="1380787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/>
          <a:stretch>
            <a:fillRect/>
          </a:stretch>
        </p:blipFill>
        <p:spPr>
          <a:xfrm>
            <a:off x="8966842" y="1256734"/>
            <a:ext cx="1976975" cy="126224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53131;#53131;#177509;#76194;#81515;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23087</TotalTime>
  <Words>2610</Words>
  <Application>Microsoft Macintosh PowerPoint</Application>
  <PresentationFormat>宽屏</PresentationFormat>
  <Paragraphs>904</Paragraphs>
  <Slides>55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55</vt:i4>
      </vt:variant>
    </vt:vector>
  </HeadingPairs>
  <TitlesOfParts>
    <vt:vector size="68" baseType="lpstr">
      <vt:lpstr>等线</vt:lpstr>
      <vt:lpstr>等线 Light</vt:lpstr>
      <vt:lpstr>方正大标宋简体</vt:lpstr>
      <vt:lpstr>方正清刻本悦宋简体</vt:lpstr>
      <vt:lpstr>SimSun</vt:lpstr>
      <vt:lpstr>Microsoft JhengHei</vt:lpstr>
      <vt:lpstr>PMingLiU</vt:lpstr>
      <vt:lpstr>Times New Roman Regular</vt:lpstr>
      <vt:lpstr>Arial</vt:lpstr>
      <vt:lpstr>Cambria Math</vt:lpstr>
      <vt:lpstr>Times New Roman</vt:lpstr>
      <vt:lpstr>Wingdings</vt:lpstr>
      <vt:lpstr>Office 主题​​</vt:lpstr>
      <vt:lpstr>算法设计与分析</vt:lpstr>
      <vt:lpstr>PowerPoint 演示文稿</vt:lpstr>
      <vt:lpstr>图的背景</vt:lpstr>
      <vt:lpstr>图的背景</vt:lpstr>
      <vt:lpstr>图的背景</vt:lpstr>
      <vt:lpstr>图的背景</vt:lpstr>
      <vt:lpstr>图的背景</vt:lpstr>
      <vt:lpstr>图的背景</vt:lpstr>
      <vt:lpstr>图的背景</vt:lpstr>
      <vt:lpstr>图的概念：图的定义</vt:lpstr>
      <vt:lpstr>图的概念：图的定义</vt:lpstr>
      <vt:lpstr>图的概念：图的定义</vt:lpstr>
      <vt:lpstr>图的概念：图的定义</vt:lpstr>
      <vt:lpstr>图的概念：相邻与关联</vt:lpstr>
      <vt:lpstr>图的概念：度</vt:lpstr>
      <vt:lpstr>图的概念：度</vt:lpstr>
      <vt:lpstr>图的概念：度</vt:lpstr>
      <vt:lpstr>图的概念：度</vt:lpstr>
      <vt:lpstr>图的概念：度</vt:lpstr>
      <vt:lpstr>图的概念：度</vt:lpstr>
      <vt:lpstr>握手定理</vt:lpstr>
      <vt:lpstr>柯尼斯堡七桥问题</vt:lpstr>
      <vt:lpstr>柯尼斯堡七桥问题</vt:lpstr>
      <vt:lpstr>柯尼斯堡七桥问题</vt:lpstr>
      <vt:lpstr>柯尼斯堡七桥问题</vt:lpstr>
      <vt:lpstr>柯尼斯堡七桥问题</vt:lpstr>
      <vt:lpstr>柯尼斯堡七桥问题</vt:lpstr>
      <vt:lpstr>柯尼斯堡七桥问题</vt:lpstr>
      <vt:lpstr>柯尼斯堡七桥问题</vt:lpstr>
      <vt:lpstr>柯尼斯堡七桥问题</vt:lpstr>
      <vt:lpstr>柯尼斯堡七桥问题</vt:lpstr>
      <vt:lpstr>柯尼斯堡七桥问题</vt:lpstr>
      <vt:lpstr>柯尼斯堡七桥问题</vt:lpstr>
      <vt:lpstr>柯尼斯堡七桥问题</vt:lpstr>
      <vt:lpstr>图的概念：路径</vt:lpstr>
      <vt:lpstr>图的概念：环路</vt:lpstr>
      <vt:lpstr>图的概念：环路</vt:lpstr>
      <vt:lpstr>图的概念：连通</vt:lpstr>
      <vt:lpstr>图的概念：连通</vt:lpstr>
      <vt:lpstr>图的概念：子图</vt:lpstr>
      <vt:lpstr>图的概念：子图</vt:lpstr>
      <vt:lpstr>图的概念：树</vt:lpstr>
      <vt:lpstr>图的概念：树</vt:lpstr>
      <vt:lpstr>图的概念：树</vt:lpstr>
      <vt:lpstr>图的概念：树</vt:lpstr>
      <vt:lpstr>图的表示：邻接链表</vt:lpstr>
      <vt:lpstr>图的表示：邻接链表</vt:lpstr>
      <vt:lpstr>图的表示：邻接链表</vt:lpstr>
      <vt:lpstr>图的表示：邻接链表</vt:lpstr>
      <vt:lpstr>图的表示：邻接矩阵</vt:lpstr>
      <vt:lpstr>图的表示：邻接矩阵</vt:lpstr>
      <vt:lpstr>图的表示：邻接矩阵</vt:lpstr>
      <vt:lpstr>图的表示：邻接矩阵</vt:lpstr>
      <vt:lpstr>图的表示：邻接矩阵</vt:lpstr>
      <vt:lpstr>小结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赵 浩然</dc:creator>
  <cp:lastModifiedBy>赵 浩然</cp:lastModifiedBy>
  <cp:revision>1001</cp:revision>
  <dcterms:created xsi:type="dcterms:W3CDTF">2022-08-31T02:13:47Z</dcterms:created>
  <dcterms:modified xsi:type="dcterms:W3CDTF">2023-06-05T00:25:19Z</dcterms:modified>
</cp:coreProperties>
</file>