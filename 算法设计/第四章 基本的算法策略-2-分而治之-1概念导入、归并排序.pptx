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395" r:id="rId2"/>
    <p:sldId id="259" r:id="rId3"/>
    <p:sldId id="425" r:id="rId4"/>
    <p:sldId id="435" r:id="rId5"/>
    <p:sldId id="436" r:id="rId6"/>
    <p:sldId id="437" r:id="rId7"/>
    <p:sldId id="438" r:id="rId8"/>
    <p:sldId id="439" r:id="rId9"/>
    <p:sldId id="440" r:id="rId10"/>
    <p:sldId id="441" r:id="rId11"/>
    <p:sldId id="442" r:id="rId12"/>
    <p:sldId id="443" r:id="rId13"/>
    <p:sldId id="444" r:id="rId14"/>
    <p:sldId id="445" r:id="rId15"/>
    <p:sldId id="446" r:id="rId16"/>
    <p:sldId id="447" r:id="rId17"/>
    <p:sldId id="448" r:id="rId18"/>
    <p:sldId id="449" r:id="rId19"/>
    <p:sldId id="450" r:id="rId20"/>
    <p:sldId id="451" r:id="rId21"/>
    <p:sldId id="452" r:id="rId22"/>
    <p:sldId id="453" r:id="rId23"/>
    <p:sldId id="454" r:id="rId24"/>
    <p:sldId id="455" r:id="rId25"/>
    <p:sldId id="456" r:id="rId26"/>
    <p:sldId id="457" r:id="rId27"/>
    <p:sldId id="458" r:id="rId28"/>
    <p:sldId id="459" r:id="rId29"/>
    <p:sldId id="460" r:id="rId30"/>
    <p:sldId id="461" r:id="rId31"/>
    <p:sldId id="462" r:id="rId32"/>
    <p:sldId id="463" r:id="rId33"/>
    <p:sldId id="464" r:id="rId34"/>
    <p:sldId id="465" r:id="rId35"/>
    <p:sldId id="466" r:id="rId36"/>
    <p:sldId id="467" r:id="rId37"/>
    <p:sldId id="468" r:id="rId38"/>
    <p:sldId id="469" r:id="rId39"/>
    <p:sldId id="470" r:id="rId40"/>
    <p:sldId id="471" r:id="rId41"/>
    <p:sldId id="472" r:id="rId42"/>
    <p:sldId id="473" r:id="rId43"/>
    <p:sldId id="474" r:id="rId44"/>
    <p:sldId id="475" r:id="rId45"/>
    <p:sldId id="476" r:id="rId46"/>
    <p:sldId id="477" r:id="rId47"/>
    <p:sldId id="478" r:id="rId48"/>
    <p:sldId id="479" r:id="rId49"/>
    <p:sldId id="480" r:id="rId50"/>
    <p:sldId id="481" r:id="rId51"/>
    <p:sldId id="482" r:id="rId52"/>
    <p:sldId id="483" r:id="rId53"/>
    <p:sldId id="484" r:id="rId54"/>
    <p:sldId id="485" r:id="rId55"/>
    <p:sldId id="486" r:id="rId56"/>
    <p:sldId id="487" r:id="rId57"/>
    <p:sldId id="488" r:id="rId58"/>
    <p:sldId id="489" r:id="rId59"/>
    <p:sldId id="490" r:id="rId60"/>
    <p:sldId id="491" r:id="rId61"/>
    <p:sldId id="426" r:id="rId62"/>
    <p:sldId id="427" r:id="rId6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728"/>
    <p:restoredTop sz="83632"/>
  </p:normalViewPr>
  <p:slideViewPr>
    <p:cSldViewPr snapToGrid="0" snapToObjects="1">
      <p:cViewPr varScale="1">
        <p:scale>
          <a:sx n="96" d="100"/>
          <a:sy n="96" d="100"/>
        </p:scale>
        <p:origin x="69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7A31A9-199E-0040-B421-36D8B674C3C2}" type="datetimeFigureOut">
              <a:rPr kumimoji="1" lang="zh-CN" altLang="en-US" smtClean="0"/>
              <a:t>2023/5/8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91ABD9-FA3A-ED42-B2DF-4A75A1E7DD15}" type="slidenum">
              <a:rPr kumimoji="1" lang="zh-CN" altLang="en-US" smtClean="0"/>
              <a:t>‹#›</a:t>
            </a:fld>
            <a:endParaRPr kumimoji="1" lang="zh-CN" altLang="en-US"/>
          </a:p>
        </p:txBody>
      </p:sp>
    </p:spTree>
    <p:extLst>
      <p:ext uri="{BB962C8B-B14F-4D97-AF65-F5344CB8AC3E}">
        <p14:creationId xmlns:p14="http://schemas.microsoft.com/office/powerpoint/2010/main" val="3220058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C6B3782-2C2A-4249-98A3-D66C57BFD1C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18AA5F0-770B-410C-90B7-ECBA0CF9027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由此，我们思考，局部有序性这个特点，可以会启发我们得出一种更好的算法，到底是什么，还没想清楚。但是由局部有序性启发出的两两合并排序确实有可能导致一种更有效的排序策略</a:t>
            </a:r>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34</a:t>
            </a:fld>
            <a:endParaRPr kumimoji="1" lang="zh-CN" altLang="en-US"/>
          </a:p>
        </p:txBody>
      </p:sp>
    </p:spTree>
    <p:extLst>
      <p:ext uri="{BB962C8B-B14F-4D97-AF65-F5344CB8AC3E}">
        <p14:creationId xmlns:p14="http://schemas.microsoft.com/office/powerpoint/2010/main" val="1652885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a:t>
            </a:r>
            <a:r>
              <a:rPr kumimoji="1" lang="zh-CN" altLang="en-US" dirty="0"/>
              <a:t>、排序问题是一个完整的数组输入，中间没有间断；而杠铃增重是三个数字一组，中间是间断的。</a:t>
            </a:r>
            <a:endParaRPr kumimoji="1" lang="en-US" altLang="zh-CN" dirty="0"/>
          </a:p>
          <a:p>
            <a:r>
              <a:rPr kumimoji="1" lang="en-US" altLang="zh-CN" dirty="0"/>
              <a:t>2</a:t>
            </a:r>
            <a:r>
              <a:rPr kumimoji="1" lang="zh-CN" altLang="en-US" dirty="0"/>
              <a:t>、第二个是杠铃增重问题是局部有序的。每组的三个数字是从小到大排列的。</a:t>
            </a:r>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36</a:t>
            </a:fld>
            <a:endParaRPr kumimoji="1" lang="zh-CN" altLang="en-US"/>
          </a:p>
        </p:txBody>
      </p:sp>
    </p:spTree>
    <p:extLst>
      <p:ext uri="{BB962C8B-B14F-4D97-AF65-F5344CB8AC3E}">
        <p14:creationId xmlns:p14="http://schemas.microsoft.com/office/powerpoint/2010/main" val="1500743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在这种情况下，杠铃增重启发出的两两合并策略能否启迪一个新的方法或策略，帮我们解决排序问题的算法呢？</a:t>
            </a:r>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37</a:t>
            </a:fld>
            <a:endParaRPr kumimoji="1" lang="zh-CN" altLang="en-US"/>
          </a:p>
        </p:txBody>
      </p:sp>
    </p:spTree>
    <p:extLst>
      <p:ext uri="{BB962C8B-B14F-4D97-AF65-F5344CB8AC3E}">
        <p14:creationId xmlns:p14="http://schemas.microsoft.com/office/powerpoint/2010/main" val="57051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首先，我们可以从输入开始，先分解输入，把整个数组分解成三个、三个的，或者几个几个的数组，</a:t>
            </a:r>
            <a:endParaRPr kumimoji="1" lang="en-US" altLang="zh-CN" dirty="0"/>
          </a:p>
          <a:p>
            <a:r>
              <a:rPr kumimoji="1" lang="zh-CN" altLang="en-US" dirty="0"/>
              <a:t>所以我们不妨从二分之一处，一切，分成两部分，规模小一半，再一切，又小一半，</a:t>
            </a:r>
            <a:endParaRPr kumimoji="1" lang="en-US" altLang="zh-CN" dirty="0"/>
          </a:p>
          <a:p>
            <a:r>
              <a:rPr kumimoji="1" lang="zh-CN" altLang="en-US" dirty="0"/>
              <a:t>这是一个比较常见的算法解决策略，大问题很复杂不好求解，怎么办呢，我们把它分解成规模小、但本质上是一样的问题，</a:t>
            </a:r>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38</a:t>
            </a:fld>
            <a:endParaRPr kumimoji="1" lang="zh-CN" altLang="en-US"/>
          </a:p>
        </p:txBody>
      </p:sp>
    </p:spTree>
    <p:extLst>
      <p:ext uri="{BB962C8B-B14F-4D97-AF65-F5344CB8AC3E}">
        <p14:creationId xmlns:p14="http://schemas.microsoft.com/office/powerpoint/2010/main" val="3300301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至此，我们就通过分解处理解决了数组输入的变化。然后我们可以继续分解，</a:t>
            </a:r>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39</a:t>
            </a:fld>
            <a:endParaRPr kumimoji="1" lang="zh-CN" altLang="en-US"/>
          </a:p>
        </p:txBody>
      </p:sp>
    </p:spTree>
    <p:extLst>
      <p:ext uri="{BB962C8B-B14F-4D97-AF65-F5344CB8AC3E}">
        <p14:creationId xmlns:p14="http://schemas.microsoft.com/office/powerpoint/2010/main" val="1714295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40</a:t>
            </a:fld>
            <a:endParaRPr kumimoji="1" lang="zh-CN" altLang="en-US"/>
          </a:p>
        </p:txBody>
      </p:sp>
    </p:spTree>
    <p:extLst>
      <p:ext uri="{BB962C8B-B14F-4D97-AF65-F5344CB8AC3E}">
        <p14:creationId xmlns:p14="http://schemas.microsoft.com/office/powerpoint/2010/main" val="2743612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41</a:t>
            </a:fld>
            <a:endParaRPr kumimoji="1" lang="zh-CN" altLang="en-US"/>
          </a:p>
        </p:txBody>
      </p:sp>
    </p:spTree>
    <p:extLst>
      <p:ext uri="{BB962C8B-B14F-4D97-AF65-F5344CB8AC3E}">
        <p14:creationId xmlns:p14="http://schemas.microsoft.com/office/powerpoint/2010/main" val="3419593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42</a:t>
            </a:fld>
            <a:endParaRPr kumimoji="1" lang="zh-CN" altLang="en-US"/>
          </a:p>
        </p:txBody>
      </p:sp>
    </p:spTree>
    <p:extLst>
      <p:ext uri="{BB962C8B-B14F-4D97-AF65-F5344CB8AC3E}">
        <p14:creationId xmlns:p14="http://schemas.microsoft.com/office/powerpoint/2010/main" val="4080048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43</a:t>
            </a:fld>
            <a:endParaRPr kumimoji="1" lang="zh-CN" altLang="en-US"/>
          </a:p>
        </p:txBody>
      </p:sp>
    </p:spTree>
    <p:extLst>
      <p:ext uri="{BB962C8B-B14F-4D97-AF65-F5344CB8AC3E}">
        <p14:creationId xmlns:p14="http://schemas.microsoft.com/office/powerpoint/2010/main" val="3853179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44</a:t>
            </a:fld>
            <a:endParaRPr kumimoji="1" lang="zh-CN" altLang="en-US"/>
          </a:p>
        </p:txBody>
      </p:sp>
    </p:spTree>
    <p:extLst>
      <p:ext uri="{BB962C8B-B14F-4D97-AF65-F5344CB8AC3E}">
        <p14:creationId xmlns:p14="http://schemas.microsoft.com/office/powerpoint/2010/main" val="2675743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45</a:t>
            </a:fld>
            <a:endParaRPr kumimoji="1" lang="zh-CN" altLang="en-US"/>
          </a:p>
        </p:txBody>
      </p:sp>
    </p:spTree>
    <p:extLst>
      <p:ext uri="{BB962C8B-B14F-4D97-AF65-F5344CB8AC3E}">
        <p14:creationId xmlns:p14="http://schemas.microsoft.com/office/powerpoint/2010/main" val="907565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46</a:t>
            </a:fld>
            <a:endParaRPr kumimoji="1" lang="zh-CN" altLang="en-US"/>
          </a:p>
        </p:txBody>
      </p:sp>
    </p:spTree>
    <p:extLst>
      <p:ext uri="{BB962C8B-B14F-4D97-AF65-F5344CB8AC3E}">
        <p14:creationId xmlns:p14="http://schemas.microsoft.com/office/powerpoint/2010/main" val="36166837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47</a:t>
            </a:fld>
            <a:endParaRPr kumimoji="1" lang="zh-CN" altLang="en-US"/>
          </a:p>
        </p:txBody>
      </p:sp>
    </p:spTree>
    <p:extLst>
      <p:ext uri="{BB962C8B-B14F-4D97-AF65-F5344CB8AC3E}">
        <p14:creationId xmlns:p14="http://schemas.microsoft.com/office/powerpoint/2010/main" val="3496845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48</a:t>
            </a:fld>
            <a:endParaRPr kumimoji="1" lang="zh-CN" altLang="en-US"/>
          </a:p>
        </p:txBody>
      </p:sp>
    </p:spTree>
    <p:extLst>
      <p:ext uri="{BB962C8B-B14F-4D97-AF65-F5344CB8AC3E}">
        <p14:creationId xmlns:p14="http://schemas.microsoft.com/office/powerpoint/2010/main" val="3623399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49</a:t>
            </a:fld>
            <a:endParaRPr kumimoji="1" lang="zh-CN" altLang="en-US"/>
          </a:p>
        </p:txBody>
      </p:sp>
    </p:spTree>
    <p:extLst>
      <p:ext uri="{BB962C8B-B14F-4D97-AF65-F5344CB8AC3E}">
        <p14:creationId xmlns:p14="http://schemas.microsoft.com/office/powerpoint/2010/main" val="2160099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50</a:t>
            </a:fld>
            <a:endParaRPr kumimoji="1" lang="zh-CN" altLang="en-US"/>
          </a:p>
        </p:txBody>
      </p:sp>
    </p:spTree>
    <p:extLst>
      <p:ext uri="{BB962C8B-B14F-4D97-AF65-F5344CB8AC3E}">
        <p14:creationId xmlns:p14="http://schemas.microsoft.com/office/powerpoint/2010/main" val="14774434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51</a:t>
            </a:fld>
            <a:endParaRPr kumimoji="1" lang="zh-CN" altLang="en-US"/>
          </a:p>
        </p:txBody>
      </p:sp>
    </p:spTree>
    <p:extLst>
      <p:ext uri="{BB962C8B-B14F-4D97-AF65-F5344CB8AC3E}">
        <p14:creationId xmlns:p14="http://schemas.microsoft.com/office/powerpoint/2010/main" val="18428403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52</a:t>
            </a:fld>
            <a:endParaRPr kumimoji="1" lang="zh-CN" altLang="en-US"/>
          </a:p>
        </p:txBody>
      </p:sp>
    </p:spTree>
    <p:extLst>
      <p:ext uri="{BB962C8B-B14F-4D97-AF65-F5344CB8AC3E}">
        <p14:creationId xmlns:p14="http://schemas.microsoft.com/office/powerpoint/2010/main" val="39549938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53</a:t>
            </a:fld>
            <a:endParaRPr kumimoji="1" lang="zh-CN" altLang="en-US"/>
          </a:p>
        </p:txBody>
      </p:sp>
    </p:spTree>
    <p:extLst>
      <p:ext uri="{BB962C8B-B14F-4D97-AF65-F5344CB8AC3E}">
        <p14:creationId xmlns:p14="http://schemas.microsoft.com/office/powerpoint/2010/main" val="1487273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54</a:t>
            </a:fld>
            <a:endParaRPr kumimoji="1" lang="zh-CN" altLang="en-US"/>
          </a:p>
        </p:txBody>
      </p:sp>
    </p:spTree>
    <p:extLst>
      <p:ext uri="{BB962C8B-B14F-4D97-AF65-F5344CB8AC3E}">
        <p14:creationId xmlns:p14="http://schemas.microsoft.com/office/powerpoint/2010/main" val="27726581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55</a:t>
            </a:fld>
            <a:endParaRPr kumimoji="1" lang="zh-CN" altLang="en-US"/>
          </a:p>
        </p:txBody>
      </p:sp>
    </p:spTree>
    <p:extLst>
      <p:ext uri="{BB962C8B-B14F-4D97-AF65-F5344CB8AC3E}">
        <p14:creationId xmlns:p14="http://schemas.microsoft.com/office/powerpoint/2010/main" val="9337416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抽象出来，就是分而治之策略。</a:t>
            </a:r>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59</a:t>
            </a:fld>
            <a:endParaRPr kumimoji="1" lang="zh-CN" altLang="en-US"/>
          </a:p>
        </p:txBody>
      </p:sp>
    </p:spTree>
    <p:extLst>
      <p:ext uri="{BB962C8B-B14F-4D97-AF65-F5344CB8AC3E}">
        <p14:creationId xmlns:p14="http://schemas.microsoft.com/office/powerpoint/2010/main" val="6808938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F91ABD9-FA3A-ED42-B2DF-4A75A1E7DD15}" type="slidenum">
              <a:rPr kumimoji="1" lang="zh-CN" altLang="en-US" smtClean="0"/>
              <a:t>62</a:t>
            </a:fld>
            <a:endParaRPr kumimoji="1" lang="zh-CN" altLang="en-US"/>
          </a:p>
        </p:txBody>
      </p:sp>
    </p:spTree>
    <p:extLst>
      <p:ext uri="{BB962C8B-B14F-4D97-AF65-F5344CB8AC3E}">
        <p14:creationId xmlns:p14="http://schemas.microsoft.com/office/powerpoint/2010/main" val="35030621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microsoft.com/office/2007/relationships/hdphoto" Target="../media/hdphoto1.wdp"/></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章节标题">
    <p:spTree>
      <p:nvGrpSpPr>
        <p:cNvPr id="1" name=""/>
        <p:cNvGrpSpPr/>
        <p:nvPr/>
      </p:nvGrpSpPr>
      <p:grpSpPr>
        <a:xfrm>
          <a:off x="0" y="0"/>
          <a:ext cx="0" cy="0"/>
          <a:chOff x="0" y="0"/>
          <a:chExt cx="0" cy="0"/>
        </a:xfrm>
      </p:grpSpPr>
      <p:sp>
        <p:nvSpPr>
          <p:cNvPr id="56" name="矩形 55"/>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5"/>
          <p:cNvPicPr>
            <a:picLocks noChangeAspect="1"/>
          </p:cNvPicPr>
          <p:nvPr userDrawn="1"/>
        </p:nvPicPr>
        <p:blipFill>
          <a:blip r:embed="rId2">
            <a:alphaModFix amt="30000"/>
          </a:blip>
          <a:stretch>
            <a:fillRect/>
          </a:stretch>
        </p:blipFill>
        <p:spPr>
          <a:xfrm>
            <a:off x="-3822065" y="-434340"/>
            <a:ext cx="7726680" cy="7726680"/>
          </a:xfrm>
          <a:prstGeom prst="rect">
            <a:avLst/>
          </a:prstGeom>
        </p:spPr>
      </p:pic>
      <p:pic>
        <p:nvPicPr>
          <p:cNvPr id="3" name="图片 2" descr="5"/>
          <p:cNvPicPr>
            <a:picLocks noChangeAspect="1"/>
          </p:cNvPicPr>
          <p:nvPr userDrawn="1"/>
        </p:nvPicPr>
        <p:blipFill>
          <a:blip r:embed="rId2">
            <a:alphaModFix amt="30000"/>
          </a:blip>
          <a:stretch>
            <a:fillRect/>
          </a:stretch>
        </p:blipFill>
        <p:spPr>
          <a:xfrm>
            <a:off x="8355330" y="-434340"/>
            <a:ext cx="7726680" cy="7726680"/>
          </a:xfrm>
          <a:prstGeom prst="rect">
            <a:avLst/>
          </a:prstGeom>
        </p:spPr>
      </p:pic>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79796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日期占位符 9"/>
          <p:cNvSpPr>
            <a:spLocks noGrp="1"/>
          </p:cNvSpPr>
          <p:nvPr>
            <p:ph type="dt" sz="half" idx="2"/>
          </p:nvPr>
        </p:nvSpPr>
        <p:spPr>
          <a:xfrm>
            <a:off x="468630"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dirty="0"/>
              <a:t>百折不挠</a:t>
            </a:r>
            <a:r>
              <a:rPr lang="en-US" altLang="zh-CN" dirty="0"/>
              <a:t> </a:t>
            </a:r>
            <a:r>
              <a:rPr lang="zh-CN" altLang="en-US" dirty="0"/>
              <a:t>刚毅厚重</a:t>
            </a:r>
            <a:r>
              <a:rPr lang="en-US" altLang="zh-CN" dirty="0"/>
              <a:t> </a:t>
            </a:r>
            <a:r>
              <a:rPr lang="zh-CN" altLang="en-US" dirty="0"/>
              <a:t>勇承重载</a:t>
            </a:r>
          </a:p>
        </p:txBody>
      </p:sp>
    </p:spTree>
    <p:extLst>
      <p:ext uri="{BB962C8B-B14F-4D97-AF65-F5344CB8AC3E}">
        <p14:creationId xmlns:p14="http://schemas.microsoft.com/office/powerpoint/2010/main" val="1930393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C55D43-650A-8A4B-B4D9-196FB2C293E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5E4EBA6-65F5-F74A-84A4-1DAA79C9FDEA}"/>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1867305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F5F6E5-6A2C-7845-96D1-C3F40C702DB9}"/>
              </a:ext>
            </a:extLst>
          </p:cNvPr>
          <p:cNvSpPr>
            <a:spLocks noGrp="1"/>
          </p:cNvSpPr>
          <p:nvPr>
            <p:ph type="title"/>
          </p:nvPr>
        </p:nvSpPr>
        <p:spPr>
          <a:xfrm>
            <a:off x="838200" y="365125"/>
            <a:ext cx="10515600" cy="1325563"/>
          </a:xfrm>
          <a:prstGeom prst="rect">
            <a:avLst/>
          </a:prstGeom>
        </p:spPr>
        <p:txBody>
          <a:body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C7972C42-3007-F74B-BAC1-5ECA14414296}"/>
              </a:ext>
            </a:extLst>
          </p:cNvPr>
          <p:cNvSpPr>
            <a:spLocks noGrp="1"/>
          </p:cNvSpPr>
          <p:nvPr>
            <p:ph idx="1"/>
          </p:nvPr>
        </p:nvSpPr>
        <p:spPr>
          <a:xfrm>
            <a:off x="838200" y="1825625"/>
            <a:ext cx="105156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矩形 3">
            <a:extLst>
              <a:ext uri="{FF2B5EF4-FFF2-40B4-BE49-F238E27FC236}">
                <a16:creationId xmlns:a16="http://schemas.microsoft.com/office/drawing/2014/main" id="{61DA583F-A0A9-184A-920D-99C2970D07DB}"/>
              </a:ext>
            </a:extLst>
          </p:cNvPr>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5">
            <a:extLst>
              <a:ext uri="{FF2B5EF4-FFF2-40B4-BE49-F238E27FC236}">
                <a16:creationId xmlns:a16="http://schemas.microsoft.com/office/drawing/2014/main" id="{59417B76-385F-8F47-9B73-0CC349ACC120}"/>
              </a:ext>
            </a:extLst>
          </p:cNvPr>
          <p:cNvPicPr>
            <a:picLocks noChangeAspect="1"/>
          </p:cNvPicPr>
          <p:nvPr userDrawn="1"/>
        </p:nvPicPr>
        <p:blipFill>
          <a:blip r:embed="rId2">
            <a:alphaModFix amt="30000"/>
          </a:blip>
          <a:stretch>
            <a:fillRect/>
          </a:stretch>
        </p:blipFill>
        <p:spPr>
          <a:xfrm>
            <a:off x="-3822065" y="-434340"/>
            <a:ext cx="7726680" cy="7726680"/>
          </a:xfrm>
          <a:prstGeom prst="rect">
            <a:avLst/>
          </a:prstGeom>
        </p:spPr>
      </p:pic>
      <p:pic>
        <p:nvPicPr>
          <p:cNvPr id="6" name="图片 5" descr="5">
            <a:extLst>
              <a:ext uri="{FF2B5EF4-FFF2-40B4-BE49-F238E27FC236}">
                <a16:creationId xmlns:a16="http://schemas.microsoft.com/office/drawing/2014/main" id="{B1FF307E-882A-204E-8371-C5B671C94F49}"/>
              </a:ext>
            </a:extLst>
          </p:cNvPr>
          <p:cNvPicPr>
            <a:picLocks noChangeAspect="1"/>
          </p:cNvPicPr>
          <p:nvPr userDrawn="1"/>
        </p:nvPicPr>
        <p:blipFill>
          <a:blip r:embed="rId2">
            <a:alphaModFix amt="30000"/>
          </a:blip>
          <a:stretch>
            <a:fillRect/>
          </a:stretch>
        </p:blipFill>
        <p:spPr>
          <a:xfrm>
            <a:off x="8355330" y="-434340"/>
            <a:ext cx="7726680" cy="7726680"/>
          </a:xfrm>
          <a:prstGeom prst="rect">
            <a:avLst/>
          </a:prstGeom>
        </p:spPr>
      </p:pic>
      <p:sp>
        <p:nvSpPr>
          <p:cNvPr id="7" name="任意多边形: 形状 8">
            <a:extLst>
              <a:ext uri="{FF2B5EF4-FFF2-40B4-BE49-F238E27FC236}">
                <a16:creationId xmlns:a16="http://schemas.microsoft.com/office/drawing/2014/main" id="{CD9F0C46-2A13-7B45-81EB-EFB03DDF0203}"/>
              </a:ext>
            </a:extLst>
          </p:cNvPr>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a:extLst>
              <a:ext uri="{FF2B5EF4-FFF2-40B4-BE49-F238E27FC236}">
                <a16:creationId xmlns:a16="http://schemas.microsoft.com/office/drawing/2014/main" id="{4DBBE2AB-3342-1A43-B2D9-3B6F8B655CDE}"/>
              </a:ext>
            </a:extLst>
          </p:cNvPr>
          <p:cNvSpPr/>
          <p:nvPr userDrawn="1"/>
        </p:nvSpPr>
        <p:spPr>
          <a:xfrm rot="21413345">
            <a:off x="-60722" y="579796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6">
            <a:extLst>
              <a:ext uri="{FF2B5EF4-FFF2-40B4-BE49-F238E27FC236}">
                <a16:creationId xmlns:a16="http://schemas.microsoft.com/office/drawing/2014/main" id="{238E4E78-41CE-BF47-A793-D77629CA3E76}"/>
              </a:ext>
            </a:extLst>
          </p:cNvPr>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日期占位符 9">
            <a:extLst>
              <a:ext uri="{FF2B5EF4-FFF2-40B4-BE49-F238E27FC236}">
                <a16:creationId xmlns:a16="http://schemas.microsoft.com/office/drawing/2014/main" id="{EF31D326-2891-3944-8D5B-E4558A6F158A}"/>
              </a:ext>
            </a:extLst>
          </p:cNvPr>
          <p:cNvSpPr>
            <a:spLocks noGrp="1"/>
          </p:cNvSpPr>
          <p:nvPr>
            <p:ph type="dt" sz="half" idx="2"/>
          </p:nvPr>
        </p:nvSpPr>
        <p:spPr>
          <a:xfrm>
            <a:off x="468630"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dirty="0"/>
              <a:t>百折不挠</a:t>
            </a:r>
            <a:r>
              <a:rPr lang="en-US" altLang="zh-CN" dirty="0"/>
              <a:t> </a:t>
            </a:r>
            <a:r>
              <a:rPr lang="zh-CN" altLang="en-US" dirty="0"/>
              <a:t>刚毅厚重</a:t>
            </a:r>
            <a:r>
              <a:rPr lang="en-US" altLang="zh-CN" dirty="0"/>
              <a:t> </a:t>
            </a:r>
            <a:r>
              <a:rPr lang="zh-CN" altLang="en-US" dirty="0"/>
              <a:t>勇承重载</a:t>
            </a:r>
          </a:p>
        </p:txBody>
      </p:sp>
    </p:spTree>
    <p:extLst>
      <p:ext uri="{BB962C8B-B14F-4D97-AF65-F5344CB8AC3E}">
        <p14:creationId xmlns:p14="http://schemas.microsoft.com/office/powerpoint/2010/main" val="2746427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7D2F9D-10B2-074B-8179-66513359D97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3A2FD4FF-6442-7D42-B1EE-9A10919FD37B}"/>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Tree>
    <p:extLst>
      <p:ext uri="{BB962C8B-B14F-4D97-AF65-F5344CB8AC3E}">
        <p14:creationId xmlns:p14="http://schemas.microsoft.com/office/powerpoint/2010/main" val="744574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C3275C-4BF5-474C-80F4-71D90D9D3FD6}"/>
              </a:ext>
            </a:extLst>
          </p:cNvPr>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84C7054-56E6-B54D-86C2-B62A7024A415}"/>
              </a:ext>
            </a:extLst>
          </p:cNvPr>
          <p:cNvSpPr>
            <a:spLocks noGrp="1"/>
          </p:cNvSpPr>
          <p:nvPr>
            <p:ph sz="half" idx="1"/>
          </p:nvPr>
        </p:nvSpPr>
        <p:spPr>
          <a:xfrm>
            <a:off x="838200" y="1825625"/>
            <a:ext cx="51816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0E159AA6-2DAB-3D4B-968C-0C2209838485}"/>
              </a:ext>
            </a:extLst>
          </p:cNvPr>
          <p:cNvSpPr>
            <a:spLocks noGrp="1"/>
          </p:cNvSpPr>
          <p:nvPr>
            <p:ph sz="half" idx="2"/>
          </p:nvPr>
        </p:nvSpPr>
        <p:spPr>
          <a:xfrm>
            <a:off x="6172200" y="1825625"/>
            <a:ext cx="5181600" cy="435133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906202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2E1A48-F79F-564A-B2C8-EB0F930EFBBD}"/>
              </a:ext>
            </a:extLst>
          </p:cNvPr>
          <p:cNvSpPr>
            <a:spLocks noGrp="1"/>
          </p:cNvSpPr>
          <p:nvPr>
            <p:ph type="title"/>
          </p:nvPr>
        </p:nvSpPr>
        <p:spPr>
          <a:xfrm>
            <a:off x="839788" y="365125"/>
            <a:ext cx="10515600" cy="1325563"/>
          </a:xfrm>
          <a:prstGeom prst="rect">
            <a:avLst/>
          </a:prstGeo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9B51C87-D0E9-8B44-8CAB-1AE71AC396B2}"/>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3EEDA7B3-E5BE-FC4D-B7BF-2B58A0493409}"/>
              </a:ext>
            </a:extLst>
          </p:cNvPr>
          <p:cNvSpPr>
            <a:spLocks noGrp="1"/>
          </p:cNvSpPr>
          <p:nvPr>
            <p:ph sz="half" idx="2"/>
          </p:nvPr>
        </p:nvSpPr>
        <p:spPr>
          <a:xfrm>
            <a:off x="839788" y="2505075"/>
            <a:ext cx="5157787" cy="368458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5D6C4BB-9DB3-5143-8B4A-DBAE48BA7764}"/>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FE585AB-BE90-9748-958F-7AFFC1666F86}"/>
              </a:ext>
            </a:extLst>
          </p:cNvPr>
          <p:cNvSpPr>
            <a:spLocks noGrp="1"/>
          </p:cNvSpPr>
          <p:nvPr>
            <p:ph sz="quarter" idx="4"/>
          </p:nvPr>
        </p:nvSpPr>
        <p:spPr>
          <a:xfrm>
            <a:off x="6172200" y="2505075"/>
            <a:ext cx="5183188" cy="3684588"/>
          </a:xfrm>
          <a:prstGeom prst="rect">
            <a:avLst/>
          </a:prstGeo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1300348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C073C-34CE-AC4E-ABB7-C7FC12F3BC3D}"/>
              </a:ext>
            </a:extLst>
          </p:cNvPr>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p>
        </p:txBody>
      </p:sp>
    </p:spTree>
    <p:extLst>
      <p:ext uri="{BB962C8B-B14F-4D97-AF65-F5344CB8AC3E}">
        <p14:creationId xmlns:p14="http://schemas.microsoft.com/office/powerpoint/2010/main" val="2893825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358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1_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379DE3-176F-7442-91F0-E6732C3340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A99DB349-89E5-AF43-A214-0FF14DB1A0EC}"/>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EDA0DD20-A8C2-9849-809E-627CE58CD89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Tree>
    <p:extLst>
      <p:ext uri="{BB962C8B-B14F-4D97-AF65-F5344CB8AC3E}">
        <p14:creationId xmlns:p14="http://schemas.microsoft.com/office/powerpoint/2010/main" val="911671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F92B43-D872-114B-9A28-B008488664C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7D339AFF-5EFD-7944-A43D-2353E09902D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9ED4B25B-91B6-DC42-9D31-70F2E52EAFE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Tree>
    <p:extLst>
      <p:ext uri="{BB962C8B-B14F-4D97-AF65-F5344CB8AC3E}">
        <p14:creationId xmlns:p14="http://schemas.microsoft.com/office/powerpoint/2010/main" val="1408073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1_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22525-0C80-9541-BB3B-BC93FC851C80}"/>
              </a:ext>
            </a:extLst>
          </p:cNvPr>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98C1780-5833-6242-ABA7-FD54F283EF89}"/>
              </a:ext>
            </a:extLst>
          </p:cNvPr>
          <p:cNvSpPr>
            <a:spLocks noGrp="1"/>
          </p:cNvSpPr>
          <p:nvPr>
            <p:ph type="body" orient="vert" idx="1"/>
          </p:nvPr>
        </p:nvSpPr>
        <p:spPr>
          <a:xfrm>
            <a:off x="838200" y="1825625"/>
            <a:ext cx="10515600" cy="4351338"/>
          </a:xfrm>
          <a:prstGeom prst="rect">
            <a:avLst/>
          </a:prstGeo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793547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81D9FF4-CA80-5F4D-AD5D-F4CDA27A74DE}"/>
              </a:ext>
            </a:extLst>
          </p:cNvPr>
          <p:cNvSpPr>
            <a:spLocks noGrp="1"/>
          </p:cNvSpPr>
          <p:nvPr>
            <p:ph type="title" orient="vert"/>
          </p:nvPr>
        </p:nvSpPr>
        <p:spPr>
          <a:xfrm>
            <a:off x="8724900" y="365125"/>
            <a:ext cx="2628900" cy="5811838"/>
          </a:xfrm>
          <a:prstGeom prst="rect">
            <a:avLst/>
          </a:prstGeo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F123BF3-514A-1149-85D7-971F2301A782}"/>
              </a:ext>
            </a:extLst>
          </p:cNvPr>
          <p:cNvSpPr>
            <a:spLocks noGrp="1"/>
          </p:cNvSpPr>
          <p:nvPr>
            <p:ph type="body" orient="vert" idx="1"/>
          </p:nvPr>
        </p:nvSpPr>
        <p:spPr>
          <a:xfrm>
            <a:off x="838200" y="365125"/>
            <a:ext cx="7734300" cy="5811838"/>
          </a:xfrm>
          <a:prstGeom prst="rect">
            <a:avLst/>
          </a:prstGeo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Tree>
    <p:extLst>
      <p:ext uri="{BB962C8B-B14F-4D97-AF65-F5344CB8AC3E}">
        <p14:creationId xmlns:p14="http://schemas.microsoft.com/office/powerpoint/2010/main" val="2537626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2C13E-B573-714B-95DA-FE1C7233BD61}"/>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F99F250F-66A4-CB44-B444-3B095FB2BB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A7F82AD-DCFE-7E4E-BC3B-B8961D0D8C59}"/>
              </a:ext>
            </a:extLst>
          </p:cNvPr>
          <p:cNvSpPr>
            <a:spLocks noGrp="1"/>
          </p:cNvSpPr>
          <p:nvPr>
            <p:ph type="dt" sz="half" idx="10"/>
          </p:nvPr>
        </p:nvSpPr>
        <p:spPr/>
        <p:txBody>
          <a:bodyPr/>
          <a:lstStyle/>
          <a:p>
            <a:fld id="{A05CF517-7373-6349-A426-5E433EDE14F4}" type="datetimeFigureOut">
              <a:rPr kumimoji="1" lang="zh-CN" altLang="en-US" smtClean="0"/>
              <a:t>2023/5/8</a:t>
            </a:fld>
            <a:endParaRPr kumimoji="1" lang="zh-CN" altLang="en-US"/>
          </a:p>
        </p:txBody>
      </p:sp>
      <p:sp>
        <p:nvSpPr>
          <p:cNvPr id="5" name="页脚占位符 4">
            <a:extLst>
              <a:ext uri="{FF2B5EF4-FFF2-40B4-BE49-F238E27FC236}">
                <a16:creationId xmlns:a16="http://schemas.microsoft.com/office/drawing/2014/main" id="{DC56CDDD-056A-1A4C-95F9-15BE2F0C592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5BCE82C-2DD0-3646-86EF-14086348DB97}"/>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442140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1E2E0D-F100-0B4D-BA37-588E52D6E90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BBA4034-A796-F141-8E93-7D05FA74888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21E16C0-D6BE-0D44-807B-EE5C78EBE951}"/>
              </a:ext>
            </a:extLst>
          </p:cNvPr>
          <p:cNvSpPr>
            <a:spLocks noGrp="1"/>
          </p:cNvSpPr>
          <p:nvPr>
            <p:ph type="dt" sz="half" idx="10"/>
          </p:nvPr>
        </p:nvSpPr>
        <p:spPr/>
        <p:txBody>
          <a:bodyPr/>
          <a:lstStyle/>
          <a:p>
            <a:fld id="{A05CF517-7373-6349-A426-5E433EDE14F4}" type="datetimeFigureOut">
              <a:rPr kumimoji="1" lang="zh-CN" altLang="en-US" smtClean="0"/>
              <a:t>2023/5/8</a:t>
            </a:fld>
            <a:endParaRPr kumimoji="1" lang="zh-CN" altLang="en-US"/>
          </a:p>
        </p:txBody>
      </p:sp>
      <p:sp>
        <p:nvSpPr>
          <p:cNvPr id="5" name="页脚占位符 4">
            <a:extLst>
              <a:ext uri="{FF2B5EF4-FFF2-40B4-BE49-F238E27FC236}">
                <a16:creationId xmlns:a16="http://schemas.microsoft.com/office/drawing/2014/main" id="{570FBDA1-4D93-7443-974E-B17BB720ECB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4B5421B-EACC-AE4F-B121-1D692C9CB2B6}"/>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131781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60E980-962D-3F44-B0EA-A409EF1DA801}"/>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EEA65C97-A96A-6A4D-927E-F838B2F044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832C3D4C-C0E9-CC4A-8470-334D0F88055B}"/>
              </a:ext>
            </a:extLst>
          </p:cNvPr>
          <p:cNvSpPr>
            <a:spLocks noGrp="1"/>
          </p:cNvSpPr>
          <p:nvPr>
            <p:ph type="dt" sz="half" idx="10"/>
          </p:nvPr>
        </p:nvSpPr>
        <p:spPr/>
        <p:txBody>
          <a:bodyPr/>
          <a:lstStyle/>
          <a:p>
            <a:fld id="{A05CF517-7373-6349-A426-5E433EDE14F4}" type="datetimeFigureOut">
              <a:rPr kumimoji="1" lang="zh-CN" altLang="en-US" smtClean="0"/>
              <a:t>2023/5/8</a:t>
            </a:fld>
            <a:endParaRPr kumimoji="1" lang="zh-CN" altLang="en-US"/>
          </a:p>
        </p:txBody>
      </p:sp>
      <p:sp>
        <p:nvSpPr>
          <p:cNvPr id="5" name="页脚占位符 4">
            <a:extLst>
              <a:ext uri="{FF2B5EF4-FFF2-40B4-BE49-F238E27FC236}">
                <a16:creationId xmlns:a16="http://schemas.microsoft.com/office/drawing/2014/main" id="{DDD69112-64F2-DB41-9DE9-D0C488E2C54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74F072F-377D-184E-8A96-A3A16B3BD328}"/>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22428796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A1FDEA-62E9-A94A-B877-2CEE48D65D8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B4BAE09-663E-5246-B2E4-5FB1D3203C20}"/>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E53204E9-1F8D-1441-9E4C-06E8C04E0E3D}"/>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DB1DC6EB-2F6E-0244-93A2-A837744C5CA8}"/>
              </a:ext>
            </a:extLst>
          </p:cNvPr>
          <p:cNvSpPr>
            <a:spLocks noGrp="1"/>
          </p:cNvSpPr>
          <p:nvPr>
            <p:ph type="dt" sz="half" idx="10"/>
          </p:nvPr>
        </p:nvSpPr>
        <p:spPr/>
        <p:txBody>
          <a:bodyPr/>
          <a:lstStyle/>
          <a:p>
            <a:fld id="{A05CF517-7373-6349-A426-5E433EDE14F4}" type="datetimeFigureOut">
              <a:rPr kumimoji="1" lang="zh-CN" altLang="en-US" smtClean="0"/>
              <a:t>2023/5/8</a:t>
            </a:fld>
            <a:endParaRPr kumimoji="1" lang="zh-CN" altLang="en-US"/>
          </a:p>
        </p:txBody>
      </p:sp>
      <p:sp>
        <p:nvSpPr>
          <p:cNvPr id="6" name="页脚占位符 5">
            <a:extLst>
              <a:ext uri="{FF2B5EF4-FFF2-40B4-BE49-F238E27FC236}">
                <a16:creationId xmlns:a16="http://schemas.microsoft.com/office/drawing/2014/main" id="{9DC55E37-181B-A148-966C-4DAF9A1A881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8BCD124-A548-0943-8084-CC531D000384}"/>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3926323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C78BAB-2899-214C-BD61-A44AF5D1AD1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D53B725-02FC-B943-BB4C-36416CD16F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E685D86A-09D3-C44C-B9F4-6E588BD2E29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F8530A9B-0EB2-7D46-9DBE-21F3FC022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04191EEA-8572-9B4E-9BBC-22A9CFF172AA}"/>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A4ECD55-32DF-4F4E-87AB-7EA319859743}"/>
              </a:ext>
            </a:extLst>
          </p:cNvPr>
          <p:cNvSpPr>
            <a:spLocks noGrp="1"/>
          </p:cNvSpPr>
          <p:nvPr>
            <p:ph type="dt" sz="half" idx="10"/>
          </p:nvPr>
        </p:nvSpPr>
        <p:spPr/>
        <p:txBody>
          <a:bodyPr/>
          <a:lstStyle/>
          <a:p>
            <a:fld id="{A05CF517-7373-6349-A426-5E433EDE14F4}" type="datetimeFigureOut">
              <a:rPr kumimoji="1" lang="zh-CN" altLang="en-US" smtClean="0"/>
              <a:t>2023/5/8</a:t>
            </a:fld>
            <a:endParaRPr kumimoji="1" lang="zh-CN" altLang="en-US"/>
          </a:p>
        </p:txBody>
      </p:sp>
      <p:sp>
        <p:nvSpPr>
          <p:cNvPr id="8" name="页脚占位符 7">
            <a:extLst>
              <a:ext uri="{FF2B5EF4-FFF2-40B4-BE49-F238E27FC236}">
                <a16:creationId xmlns:a16="http://schemas.microsoft.com/office/drawing/2014/main" id="{B30257D9-AB89-CD48-8EAB-65F0C1A251D4}"/>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D892495F-1C7B-FC49-9072-1A1CE7A02375}"/>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1856789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79860-597F-4B4F-883A-07CEB02132A1}"/>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9DBCFC3-D3A4-C04F-BCEF-DEC58AC205BD}"/>
              </a:ext>
            </a:extLst>
          </p:cNvPr>
          <p:cNvSpPr>
            <a:spLocks noGrp="1"/>
          </p:cNvSpPr>
          <p:nvPr>
            <p:ph type="dt" sz="half" idx="10"/>
          </p:nvPr>
        </p:nvSpPr>
        <p:spPr/>
        <p:txBody>
          <a:bodyPr/>
          <a:lstStyle/>
          <a:p>
            <a:fld id="{A05CF517-7373-6349-A426-5E433EDE14F4}" type="datetimeFigureOut">
              <a:rPr kumimoji="1" lang="zh-CN" altLang="en-US" smtClean="0"/>
              <a:t>2023/5/8</a:t>
            </a:fld>
            <a:endParaRPr kumimoji="1" lang="zh-CN" altLang="en-US"/>
          </a:p>
        </p:txBody>
      </p:sp>
      <p:sp>
        <p:nvSpPr>
          <p:cNvPr id="4" name="页脚占位符 3">
            <a:extLst>
              <a:ext uri="{FF2B5EF4-FFF2-40B4-BE49-F238E27FC236}">
                <a16:creationId xmlns:a16="http://schemas.microsoft.com/office/drawing/2014/main" id="{DC8B824B-4892-E447-B7D3-02DD4BE5FE9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3F7D6A84-B6F8-E146-9356-7F8CA2E5918C}"/>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3404938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5B2F9ED-98A6-1F40-B60C-87E353539EBA}"/>
              </a:ext>
            </a:extLst>
          </p:cNvPr>
          <p:cNvSpPr>
            <a:spLocks noGrp="1"/>
          </p:cNvSpPr>
          <p:nvPr>
            <p:ph type="dt" sz="half" idx="10"/>
          </p:nvPr>
        </p:nvSpPr>
        <p:spPr/>
        <p:txBody>
          <a:bodyPr/>
          <a:lstStyle/>
          <a:p>
            <a:fld id="{A05CF517-7373-6349-A426-5E433EDE14F4}" type="datetimeFigureOut">
              <a:rPr kumimoji="1" lang="zh-CN" altLang="en-US" smtClean="0"/>
              <a:t>2023/5/8</a:t>
            </a:fld>
            <a:endParaRPr kumimoji="1" lang="zh-CN" altLang="en-US"/>
          </a:p>
        </p:txBody>
      </p:sp>
      <p:sp>
        <p:nvSpPr>
          <p:cNvPr id="3" name="页脚占位符 2">
            <a:extLst>
              <a:ext uri="{FF2B5EF4-FFF2-40B4-BE49-F238E27FC236}">
                <a16:creationId xmlns:a16="http://schemas.microsoft.com/office/drawing/2014/main" id="{44693E35-5555-584E-A717-28E84DBBCAAF}"/>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E5FBD873-0F17-9343-9583-D51ABBFA35AD}"/>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7026514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3F2912-F3DA-C647-9CA0-A29982569C29}"/>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9A58FE21-107F-0A46-9DCC-01F8EFC192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A0677B0A-3D49-6F4A-A0BD-178A30EA53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F78C4D0-E7BC-7346-A225-616065D0C804}"/>
              </a:ext>
            </a:extLst>
          </p:cNvPr>
          <p:cNvSpPr>
            <a:spLocks noGrp="1"/>
          </p:cNvSpPr>
          <p:nvPr>
            <p:ph type="dt" sz="half" idx="10"/>
          </p:nvPr>
        </p:nvSpPr>
        <p:spPr/>
        <p:txBody>
          <a:bodyPr/>
          <a:lstStyle/>
          <a:p>
            <a:fld id="{A05CF517-7373-6349-A426-5E433EDE14F4}" type="datetimeFigureOut">
              <a:rPr kumimoji="1" lang="zh-CN" altLang="en-US" smtClean="0"/>
              <a:t>2023/5/8</a:t>
            </a:fld>
            <a:endParaRPr kumimoji="1" lang="zh-CN" altLang="en-US"/>
          </a:p>
        </p:txBody>
      </p:sp>
      <p:sp>
        <p:nvSpPr>
          <p:cNvPr id="6" name="页脚占位符 5">
            <a:extLst>
              <a:ext uri="{FF2B5EF4-FFF2-40B4-BE49-F238E27FC236}">
                <a16:creationId xmlns:a16="http://schemas.microsoft.com/office/drawing/2014/main" id="{4D455970-7EEC-9F4D-9441-ACCDA32EB208}"/>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89A71E7-E4C1-0345-916A-B57A481A6BD4}"/>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8937452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964561-286B-E149-AE7F-1FF412E946E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63A84CE-2FA0-6E48-A6C9-C447366AD0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8A4A75F7-3CD5-0848-9A3B-8CD1932876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47D8C3B-237F-1C49-99C1-735A2D853DB7}"/>
              </a:ext>
            </a:extLst>
          </p:cNvPr>
          <p:cNvSpPr>
            <a:spLocks noGrp="1"/>
          </p:cNvSpPr>
          <p:nvPr>
            <p:ph type="dt" sz="half" idx="10"/>
          </p:nvPr>
        </p:nvSpPr>
        <p:spPr/>
        <p:txBody>
          <a:bodyPr/>
          <a:lstStyle/>
          <a:p>
            <a:fld id="{A05CF517-7373-6349-A426-5E433EDE14F4}" type="datetimeFigureOut">
              <a:rPr kumimoji="1" lang="zh-CN" altLang="en-US" smtClean="0"/>
              <a:t>2023/5/8</a:t>
            </a:fld>
            <a:endParaRPr kumimoji="1" lang="zh-CN" altLang="en-US"/>
          </a:p>
        </p:txBody>
      </p:sp>
      <p:sp>
        <p:nvSpPr>
          <p:cNvPr id="6" name="页脚占位符 5">
            <a:extLst>
              <a:ext uri="{FF2B5EF4-FFF2-40B4-BE49-F238E27FC236}">
                <a16:creationId xmlns:a16="http://schemas.microsoft.com/office/drawing/2014/main" id="{3392BEC2-2425-2742-8386-3ADBB062692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A296E39-1419-7E45-BD69-DE0A3C7DC5BD}"/>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27248094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2AF69E-AF88-B64D-ABDD-04DB5D3E557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6F59B29-31C7-A143-8657-8AE1CB8EF22A}"/>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EF5996D-ACFA-8F4D-B912-DF75E3CC13D4}"/>
              </a:ext>
            </a:extLst>
          </p:cNvPr>
          <p:cNvSpPr>
            <a:spLocks noGrp="1"/>
          </p:cNvSpPr>
          <p:nvPr>
            <p:ph type="dt" sz="half" idx="10"/>
          </p:nvPr>
        </p:nvSpPr>
        <p:spPr/>
        <p:txBody>
          <a:bodyPr/>
          <a:lstStyle/>
          <a:p>
            <a:fld id="{A05CF517-7373-6349-A426-5E433EDE14F4}" type="datetimeFigureOut">
              <a:rPr kumimoji="1" lang="zh-CN" altLang="en-US" smtClean="0"/>
              <a:t>2023/5/8</a:t>
            </a:fld>
            <a:endParaRPr kumimoji="1" lang="zh-CN" altLang="en-US"/>
          </a:p>
        </p:txBody>
      </p:sp>
      <p:sp>
        <p:nvSpPr>
          <p:cNvPr id="5" name="页脚占位符 4">
            <a:extLst>
              <a:ext uri="{FF2B5EF4-FFF2-40B4-BE49-F238E27FC236}">
                <a16:creationId xmlns:a16="http://schemas.microsoft.com/office/drawing/2014/main" id="{4632A62C-C6DE-D04B-8735-FED3190F3A1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40D29B5-61B5-B74D-BE03-88925EFB3731}"/>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10667057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50B4B1E-E39D-DD4A-B7F7-1B2FF26C70A5}"/>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D80FF54-B8C4-224E-8541-7902A00311C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71664AE-D3DB-2A40-ACE1-DBC1E97AE6EE}"/>
              </a:ext>
            </a:extLst>
          </p:cNvPr>
          <p:cNvSpPr>
            <a:spLocks noGrp="1"/>
          </p:cNvSpPr>
          <p:nvPr>
            <p:ph type="dt" sz="half" idx="10"/>
          </p:nvPr>
        </p:nvSpPr>
        <p:spPr/>
        <p:txBody>
          <a:bodyPr/>
          <a:lstStyle/>
          <a:p>
            <a:fld id="{A05CF517-7373-6349-A426-5E433EDE14F4}" type="datetimeFigureOut">
              <a:rPr kumimoji="1" lang="zh-CN" altLang="en-US" smtClean="0"/>
              <a:t>2023/5/8</a:t>
            </a:fld>
            <a:endParaRPr kumimoji="1" lang="zh-CN" altLang="en-US"/>
          </a:p>
        </p:txBody>
      </p:sp>
      <p:sp>
        <p:nvSpPr>
          <p:cNvPr id="5" name="页脚占位符 4">
            <a:extLst>
              <a:ext uri="{FF2B5EF4-FFF2-40B4-BE49-F238E27FC236}">
                <a16:creationId xmlns:a16="http://schemas.microsoft.com/office/drawing/2014/main" id="{8FD85D98-2BB9-784B-8D6D-76BBD0EA237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75E00FF-4311-1C4D-A115-27DB4E71F98B}"/>
              </a:ext>
            </a:extLst>
          </p:cNvPr>
          <p:cNvSpPr>
            <a:spLocks noGrp="1"/>
          </p:cNvSpPr>
          <p:nvPr>
            <p:ph type="sldNum" sz="quarter" idx="12"/>
          </p:nvPr>
        </p:nvSpPr>
        <p:spPr/>
        <p:txBody>
          <a:bodyPr/>
          <a:lstStyle/>
          <a:p>
            <a:fld id="{84729EF8-2028-4447-86E5-25060CA00E4D}" type="slidenum">
              <a:rPr kumimoji="1" lang="zh-CN" altLang="en-US" smtClean="0"/>
              <a:t>‹#›</a:t>
            </a:fld>
            <a:endParaRPr kumimoji="1" lang="zh-CN" altLang="en-US"/>
          </a:p>
        </p:txBody>
      </p:sp>
    </p:spTree>
    <p:extLst>
      <p:ext uri="{BB962C8B-B14F-4D97-AF65-F5344CB8AC3E}">
        <p14:creationId xmlns:p14="http://schemas.microsoft.com/office/powerpoint/2010/main" val="33687004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封面-2">
    <p:spTree>
      <p:nvGrpSpPr>
        <p:cNvPr id="1" name=""/>
        <p:cNvGrpSpPr/>
        <p:nvPr/>
      </p:nvGrpSpPr>
      <p:grpSpPr>
        <a:xfrm>
          <a:off x="0" y="0"/>
          <a:ext cx="0" cy="0"/>
          <a:chOff x="0" y="0"/>
          <a:chExt cx="0" cy="0"/>
        </a:xfrm>
      </p:grpSpPr>
      <p:cxnSp>
        <p:nvCxnSpPr>
          <p:cNvPr id="30" name="直接连接符 29"/>
          <p:cNvCxnSpPr/>
          <p:nvPr userDrawn="1"/>
        </p:nvCxnSpPr>
        <p:spPr>
          <a:xfrm flipV="1">
            <a:off x="2784475" y="5851525"/>
            <a:ext cx="0" cy="265430"/>
          </a:xfrm>
          <a:prstGeom prst="line">
            <a:avLst/>
          </a:prstGeom>
          <a:ln w="28575"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flipV="1">
            <a:off x="2861310" y="5899150"/>
            <a:ext cx="0" cy="170180"/>
          </a:xfrm>
          <a:prstGeom prst="line">
            <a:avLst/>
          </a:prstGeom>
          <a:ln w="28575" cap="rnd">
            <a:solidFill>
              <a:srgbClr val="005D96">
                <a:alpha val="60000"/>
              </a:srgb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rot="16200000">
            <a:off x="2880995" y="5984240"/>
            <a:ext cx="113665" cy="0"/>
          </a:xfrm>
          <a:prstGeom prst="line">
            <a:avLst/>
          </a:prstGeom>
          <a:ln w="28575" cap="rnd">
            <a:solidFill>
              <a:srgbClr val="005D96">
                <a:alpha val="30000"/>
              </a:srgb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rot="10800000" flipH="1" flipV="1">
            <a:off x="9404350" y="5851525"/>
            <a:ext cx="0" cy="265430"/>
          </a:xfrm>
          <a:prstGeom prst="line">
            <a:avLst/>
          </a:prstGeom>
          <a:ln w="28575"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rot="10800000" flipH="1" flipV="1">
            <a:off x="9327515" y="5899150"/>
            <a:ext cx="0" cy="170180"/>
          </a:xfrm>
          <a:prstGeom prst="line">
            <a:avLst/>
          </a:prstGeom>
          <a:ln w="28575" cap="rnd">
            <a:solidFill>
              <a:srgbClr val="005D96">
                <a:alpha val="60000"/>
              </a:srgb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userDrawn="1"/>
        </p:nvCxnSpPr>
        <p:spPr>
          <a:xfrm rot="5400000" flipH="1">
            <a:off x="9193530" y="5984240"/>
            <a:ext cx="113665" cy="0"/>
          </a:xfrm>
          <a:prstGeom prst="line">
            <a:avLst/>
          </a:prstGeom>
          <a:ln w="28575" cap="rnd">
            <a:solidFill>
              <a:srgbClr val="005D96">
                <a:alpha val="30000"/>
              </a:srgbClr>
            </a:solidFill>
          </a:ln>
        </p:spPr>
        <p:style>
          <a:lnRef idx="1">
            <a:schemeClr val="accent1"/>
          </a:lnRef>
          <a:fillRef idx="0">
            <a:schemeClr val="accent1"/>
          </a:fillRef>
          <a:effectRef idx="0">
            <a:schemeClr val="accent1"/>
          </a:effectRef>
          <a:fontRef idx="minor">
            <a:schemeClr val="tx1"/>
          </a:fontRef>
        </p:style>
      </p:cxnSp>
      <p:sp>
        <p:nvSpPr>
          <p:cNvPr id="39" name="图片占位符 12"/>
          <p:cNvSpPr>
            <a:spLocks noGrp="1"/>
          </p:cNvSpPr>
          <p:nvPr>
            <p:ph type="pic" sz="quarter" idx="12"/>
          </p:nvPr>
        </p:nvSpPr>
        <p:spPr>
          <a:xfrm>
            <a:off x="126" y="-5114"/>
            <a:ext cx="12191748" cy="3616817"/>
          </a:xfrm>
        </p:spPr>
      </p:sp>
      <p:sp>
        <p:nvSpPr>
          <p:cNvPr id="40" name="任意多边形: 形状 39"/>
          <p:cNvSpPr/>
          <p:nvPr userDrawn="1"/>
        </p:nvSpPr>
        <p:spPr>
          <a:xfrm>
            <a:off x="0" y="-10810"/>
            <a:ext cx="12192000" cy="3621880"/>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blipFill dpi="0" rotWithShape="1">
            <a:blip r:embed="rId2"/>
            <a:srcRect/>
            <a:tile tx="0" ty="0" sx="100000" sy="100000" flip="none" algn="tl"/>
          </a:blip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1" name="任意多边形: 形状 40"/>
          <p:cNvSpPr/>
          <p:nvPr userDrawn="1"/>
        </p:nvSpPr>
        <p:spPr>
          <a:xfrm>
            <a:off x="0" y="-10810"/>
            <a:ext cx="12192000" cy="3621880"/>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solidFill>
            <a:schemeClr val="accent1">
              <a:alpha val="90000"/>
            </a:schemeClr>
          </a:solidFill>
          <a:ln>
            <a:noFill/>
          </a:ln>
          <a:effectLst>
            <a:outerShdw blurRad="190500" dist="38100" dir="5400000" algn="t" rotWithShape="0">
              <a:prstClr val="black">
                <a:alpha val="1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2" name="任意多边形: 形状 41"/>
          <p:cNvSpPr/>
          <p:nvPr userDrawn="1"/>
        </p:nvSpPr>
        <p:spPr>
          <a:xfrm>
            <a:off x="-170180" y="-10795"/>
            <a:ext cx="12532360" cy="3841115"/>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blipFill dpi="0" rotWithShape="1">
            <a:blip r:embed="rId3">
              <a:extLst>
                <a:ext uri="{BEBA8EAE-BF5A-486C-A8C5-ECC9F3942E4B}">
                  <a14:imgProps xmlns:a14="http://schemas.microsoft.com/office/drawing/2010/main">
                    <a14:imgLayer r:embed="rId4">
                      <a14:imgEffect>
                        <a14:artisticFilmGrain grainSize="50"/>
                      </a14:imgEffect>
                    </a14:imgLayer>
                  </a14:imgProps>
                </a:ext>
                <a:ext uri="{28A0092B-C50C-407E-A947-70E740481C1C}">
                  <a14:useLocalDpi xmlns:a14="http://schemas.microsoft.com/office/drawing/2010/main" val="0"/>
                </a:ext>
              </a:extLst>
            </a:blip>
            <a:srcRect/>
            <a:stretch>
              <a:fillRect l="-586" t="-64169" r="586" b="-25181"/>
            </a:stretch>
          </a:blip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 name="标题 1"/>
          <p:cNvSpPr>
            <a:spLocks noGrp="1"/>
          </p:cNvSpPr>
          <p:nvPr>
            <p:ph type="title" hasCustomPrompt="1"/>
          </p:nvPr>
        </p:nvSpPr>
        <p:spPr>
          <a:xfrm>
            <a:off x="2719867" y="3935404"/>
            <a:ext cx="6752267" cy="652810"/>
          </a:xfrm>
        </p:spPr>
        <p:txBody>
          <a:bodyPr lIns="0" tIns="0" rIns="0" bIns="0"/>
          <a:lstStyle>
            <a:lvl1pPr>
              <a:defRPr b="1">
                <a:solidFill>
                  <a:srgbClr val="005D96"/>
                </a:solidFill>
                <a:latin typeface="方正大标宋简体" panose="02010601030101010101" pitchFamily="2" charset="-122"/>
                <a:ea typeface="方正大标宋简体" panose="02010601030101010101" pitchFamily="2" charset="-122"/>
              </a:defRPr>
            </a:lvl1pPr>
          </a:lstStyle>
          <a:p>
            <a:pPr lvl="0"/>
            <a:r>
              <a:rPr lang="zh-CN" altLang="en-US" b="1" dirty="0"/>
              <a:t>青岛理工大学答辩答辩模板</a:t>
            </a:r>
            <a:endParaRPr kumimoji="0" lang="zh-CN" altLang="en-US" sz="8800" b="1" i="0" u="none" strike="noStrike" kern="1200" cap="none" spc="100" normalizeH="0" baseline="0" noProof="0" dirty="0">
              <a:ln>
                <a:noFill/>
              </a:ln>
              <a:effectLst/>
              <a:uLnTx/>
              <a:uFillTx/>
              <a:latin typeface="方正大标宋简体" panose="02010601030101010101" pitchFamily="2" charset="-122"/>
              <a:ea typeface="方正大标宋简体" panose="02010601030101010101" pitchFamily="2" charset="-122"/>
            </a:endParaRPr>
          </a:p>
        </p:txBody>
      </p:sp>
      <p:sp>
        <p:nvSpPr>
          <p:cNvPr id="37" name="弧形 36"/>
          <p:cNvSpPr/>
          <p:nvPr userDrawn="1"/>
        </p:nvSpPr>
        <p:spPr>
          <a:xfrm>
            <a:off x="-912640" y="2648627"/>
            <a:ext cx="14352607" cy="5450476"/>
          </a:xfrm>
          <a:prstGeom prst="arc">
            <a:avLst>
              <a:gd name="adj1" fmla="val 11562219"/>
              <a:gd name="adj2" fmla="val 20729169"/>
            </a:avLst>
          </a:prstGeom>
          <a:ln w="53975">
            <a:solidFill>
              <a:srgbClr val="005D96"/>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占位符 9"/>
          <p:cNvSpPr>
            <a:spLocks noGrp="1"/>
          </p:cNvSpPr>
          <p:nvPr>
            <p:ph type="body" sz="quarter" idx="11" hasCustomPrompt="1"/>
          </p:nvPr>
        </p:nvSpPr>
        <p:spPr>
          <a:xfrm>
            <a:off x="515937" y="4657177"/>
            <a:ext cx="11160126" cy="337185"/>
          </a:xfrm>
          <a:prstGeom prst="rect">
            <a:avLst/>
          </a:prstGeom>
        </p:spPr>
        <p:txBody>
          <a:bodyPr vert="horz" wrap="square" lIns="0" tIns="45720" rIns="91440" bIns="45720" anchor="ctr" anchorCtr="0">
            <a:spAutoFit/>
          </a:bodyPr>
          <a:lstStyle>
            <a:lvl1pPr marL="0" indent="0" algn="ctr" defTabSz="914400" rtl="0" eaLnBrk="1" fontAlgn="auto" latinLnBrk="0" hangingPunct="1">
              <a:lnSpc>
                <a:spcPct val="100000"/>
              </a:lnSpc>
              <a:spcBef>
                <a:spcPts val="1000"/>
              </a:spcBef>
              <a:spcAft>
                <a:spcPts val="0"/>
              </a:spcAft>
              <a:buFont typeface="Arial" panose="020B0604020202020204" pitchFamily="34" charset="0"/>
              <a:buNone/>
              <a:defRPr sz="1600" spc="200">
                <a:solidFill>
                  <a:srgbClr val="595959"/>
                </a:solidFill>
                <a:latin typeface="Arial" panose="020B0604020202020204" pitchFamily="34" charset="0"/>
                <a:ea typeface="微软雅黑 Light" panose="020B0502040204020203" pitchFamily="34" charset="-122"/>
                <a:sym typeface="Arial" panose="020B0604020202020204" pitchFamily="34" charset="0"/>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Qingdao University of Technology PowerPoint Template</a:t>
            </a:r>
            <a:endParaRPr lang="zh-CN" altLang="en-US" dirty="0"/>
          </a:p>
        </p:txBody>
      </p:sp>
      <p:grpSp>
        <p:nvGrpSpPr>
          <p:cNvPr id="24" name="组合 23"/>
          <p:cNvGrpSpPr/>
          <p:nvPr userDrawn="1"/>
        </p:nvGrpSpPr>
        <p:grpSpPr>
          <a:xfrm>
            <a:off x="2704260" y="5219564"/>
            <a:ext cx="6783480" cy="99986"/>
            <a:chOff x="628656" y="974915"/>
            <a:chExt cx="11038056" cy="24702"/>
          </a:xfrm>
        </p:grpSpPr>
        <p:cxnSp>
          <p:nvCxnSpPr>
            <p:cNvPr id="25" name="直接连接符 24"/>
            <p:cNvCxnSpPr/>
            <p:nvPr/>
          </p:nvCxnSpPr>
          <p:spPr>
            <a:xfrm>
              <a:off x="628656" y="975360"/>
              <a:ext cx="8627657" cy="0"/>
            </a:xfrm>
            <a:prstGeom prst="line">
              <a:avLst/>
            </a:prstGeom>
            <a:ln w="19050">
              <a:solidFill>
                <a:srgbClr val="005D96"/>
              </a:solidFill>
            </a:ln>
          </p:spPr>
          <p:style>
            <a:lnRef idx="3">
              <a:schemeClr val="accent1"/>
            </a:lnRef>
            <a:fillRef idx="0">
              <a:schemeClr val="accent1"/>
            </a:fillRef>
            <a:effectRef idx="2">
              <a:schemeClr val="accent1"/>
            </a:effectRef>
            <a:fontRef idx="minor">
              <a:schemeClr val="tx1"/>
            </a:fontRef>
          </p:style>
        </p:cxnSp>
        <p:cxnSp>
          <p:nvCxnSpPr>
            <p:cNvPr id="26" name="直接连接符 25"/>
            <p:cNvCxnSpPr/>
            <p:nvPr/>
          </p:nvCxnSpPr>
          <p:spPr>
            <a:xfrm flipH="1">
              <a:off x="9233073" y="974915"/>
              <a:ext cx="23240" cy="24702"/>
            </a:xfrm>
            <a:prstGeom prst="line">
              <a:avLst/>
            </a:prstGeom>
            <a:ln w="19050"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9233070" y="975360"/>
              <a:ext cx="189380" cy="24257"/>
            </a:xfrm>
            <a:prstGeom prst="line">
              <a:avLst/>
            </a:prstGeom>
            <a:ln w="19050" cap="rnd">
              <a:solidFill>
                <a:srgbClr val="005D96"/>
              </a:solidFill>
              <a:miter lim="800000"/>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9422450" y="975360"/>
              <a:ext cx="2244262" cy="0"/>
            </a:xfrm>
            <a:prstGeom prst="line">
              <a:avLst/>
            </a:prstGeom>
            <a:ln w="19050">
              <a:solidFill>
                <a:srgbClr val="005D96"/>
              </a:solidFill>
            </a:ln>
          </p:spPr>
          <p:style>
            <a:lnRef idx="1">
              <a:schemeClr val="accent1"/>
            </a:lnRef>
            <a:fillRef idx="0">
              <a:schemeClr val="accent1"/>
            </a:fillRef>
            <a:effectRef idx="0">
              <a:schemeClr val="accent1"/>
            </a:effectRef>
            <a:fontRef idx="minor">
              <a:schemeClr val="tx1"/>
            </a:fontRef>
          </p:style>
        </p:cxnSp>
      </p:grpSp>
      <p:sp>
        <p:nvSpPr>
          <p:cNvPr id="43" name="文本占位符 52"/>
          <p:cNvSpPr>
            <a:spLocks noGrp="1"/>
          </p:cNvSpPr>
          <p:nvPr>
            <p:ph type="body" sz="quarter" idx="13" hasCustomPrompt="1"/>
          </p:nvPr>
        </p:nvSpPr>
        <p:spPr>
          <a:xfrm>
            <a:off x="3979414" y="5821985"/>
            <a:ext cx="1978489" cy="304165"/>
          </a:xfrm>
          <a:prstGeom prst="rect">
            <a:avLst/>
          </a:prstGeom>
        </p:spPr>
        <p:txBody>
          <a:bodyPr vert="horz" wrap="square" lIns="0" tIns="0" rIns="0" bIns="0" anchor="b" anchorCtr="0">
            <a:spAutoFit/>
          </a:bodyPr>
          <a:lstStyle>
            <a:lvl1pPr marL="0" indent="0" algn="l" defTabSz="914400" rtl="0" eaLnBrk="1" fontAlgn="auto" latinLnBrk="0" hangingPunct="1">
              <a:lnSpc>
                <a:spcPct val="110000"/>
              </a:lnSpc>
              <a:spcBef>
                <a:spcPts val="0"/>
              </a:spcBef>
              <a:spcAft>
                <a:spcPts val="0"/>
              </a:spcAft>
              <a:buFont typeface="Arial" panose="020B0604020202020204" pitchFamily="34" charset="0"/>
              <a:buNone/>
              <a:defRPr sz="1800" spc="0">
                <a:solidFill>
                  <a:srgbClr val="005D96"/>
                </a:solidFill>
                <a:latin typeface="方正大标宋简体" panose="02010601030101010101" pitchFamily="2" charset="-122"/>
                <a:ea typeface="方正大标宋简体" panose="02010601030101010101" pitchFamily="2" charset="-122"/>
                <a:sym typeface="方正大标宋简体" panose="02010601030101010101" pitchFamily="2"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汇报人：青小理</a:t>
            </a:r>
          </a:p>
        </p:txBody>
      </p:sp>
      <p:sp>
        <p:nvSpPr>
          <p:cNvPr id="44" name="文本占位符 1"/>
          <p:cNvSpPr>
            <a:spLocks noGrp="1"/>
          </p:cNvSpPr>
          <p:nvPr>
            <p:ph type="body" sz="quarter" idx="15" hasCustomPrompt="1"/>
          </p:nvPr>
        </p:nvSpPr>
        <p:spPr>
          <a:xfrm>
            <a:off x="6756211" y="5838317"/>
            <a:ext cx="1849890" cy="287836"/>
          </a:xfrm>
          <a:prstGeom prst="rect">
            <a:avLst/>
          </a:prstGeom>
        </p:spPr>
        <p:txBody>
          <a:bodyPr vert="horz" wrap="square" lIns="0" tIns="0" rIns="0" bIns="0" anchor="b" anchorCtr="0">
            <a:normAutofit/>
          </a:bodyPr>
          <a:lstStyle>
            <a:lvl1pPr marL="0" indent="0" algn="l" defTabSz="914400" rtl="0" eaLnBrk="1" fontAlgn="auto" latinLnBrk="0" hangingPunct="1">
              <a:lnSpc>
                <a:spcPct val="110000"/>
              </a:lnSpc>
              <a:spcBef>
                <a:spcPts val="0"/>
              </a:spcBef>
              <a:spcAft>
                <a:spcPts val="0"/>
              </a:spcAft>
              <a:buFont typeface="Arial" panose="020B0604020202020204" pitchFamily="34" charset="0"/>
              <a:buNone/>
              <a:defRPr sz="1800" spc="0">
                <a:solidFill>
                  <a:srgbClr val="005D96"/>
                </a:solidFill>
                <a:latin typeface="方正大标宋简体" panose="02010601030101010101" pitchFamily="2" charset="-122"/>
                <a:ea typeface="方正大标宋简体" panose="02010601030101010101" pitchFamily="2" charset="-122"/>
                <a:sym typeface="方正大标宋简体" panose="02010601030101010101" pitchFamily="2"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指导老师：青老师</a:t>
            </a:r>
          </a:p>
        </p:txBody>
      </p:sp>
      <p:sp>
        <p:nvSpPr>
          <p:cNvPr id="17" name="任意多边形: 形状 41"/>
          <p:cNvSpPr/>
          <p:nvPr userDrawn="1"/>
        </p:nvSpPr>
        <p:spPr>
          <a:xfrm>
            <a:off x="-170180" y="-56515"/>
            <a:ext cx="12532360" cy="3908425"/>
          </a:xfrm>
          <a:custGeom>
            <a:avLst/>
            <a:gdLst>
              <a:gd name="connsiteX0" fmla="*/ 0 w 12192000"/>
              <a:gd name="connsiteY0" fmla="*/ 0 h 3621880"/>
              <a:gd name="connsiteX1" fmla="*/ 12192000 w 12192000"/>
              <a:gd name="connsiteY1" fmla="*/ 0 h 3621880"/>
              <a:gd name="connsiteX2" fmla="*/ 12192000 w 12192000"/>
              <a:gd name="connsiteY2" fmla="*/ 3505120 h 3621880"/>
              <a:gd name="connsiteX3" fmla="*/ 12178164 w 12192000"/>
              <a:gd name="connsiteY3" fmla="*/ 3496691 h 3621880"/>
              <a:gd name="connsiteX4" fmla="*/ 6188598 w 12192000"/>
              <a:gd name="connsiteY4" fmla="*/ 2384382 h 3621880"/>
              <a:gd name="connsiteX5" fmla="*/ 48605 w 12192000"/>
              <a:gd name="connsiteY5" fmla="*/ 3588334 h 3621880"/>
              <a:gd name="connsiteX6" fmla="*/ 0 w 12192000"/>
              <a:gd name="connsiteY6" fmla="*/ 3621880 h 3621880"/>
              <a:gd name="connsiteX7" fmla="*/ 0 w 12192000"/>
              <a:gd name="connsiteY7" fmla="*/ 0 h 362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621880">
                <a:moveTo>
                  <a:pt x="0" y="0"/>
                </a:moveTo>
                <a:lnTo>
                  <a:pt x="12192000" y="0"/>
                </a:lnTo>
                <a:lnTo>
                  <a:pt x="12192000" y="3505120"/>
                </a:lnTo>
                <a:lnTo>
                  <a:pt x="12178164" y="3496691"/>
                </a:lnTo>
                <a:cubicBezTo>
                  <a:pt x="11024675" y="2834150"/>
                  <a:pt x="8774972" y="2384382"/>
                  <a:pt x="6188598" y="2384382"/>
                </a:cubicBezTo>
                <a:cubicBezTo>
                  <a:pt x="3484661" y="2384382"/>
                  <a:pt x="1148698" y="2875967"/>
                  <a:pt x="48605" y="3588334"/>
                </a:cubicBezTo>
                <a:lnTo>
                  <a:pt x="0" y="3621880"/>
                </a:lnTo>
                <a:lnTo>
                  <a:pt x="0" y="0"/>
                </a:lnTo>
                <a:close/>
              </a:path>
            </a:pathLst>
          </a:custGeom>
          <a:solidFill>
            <a:srgbClr val="005D96">
              <a:alpha val="69000"/>
            </a:srgb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8" name="文本框 17"/>
          <p:cNvSpPr txBox="1"/>
          <p:nvPr userDrawn="1"/>
        </p:nvSpPr>
        <p:spPr>
          <a:xfrm>
            <a:off x="10196830" y="-1358900"/>
            <a:ext cx="309880" cy="368300"/>
          </a:xfrm>
          <a:prstGeom prst="rect">
            <a:avLst/>
          </a:prstGeom>
          <a:noFill/>
        </p:spPr>
        <p:txBody>
          <a:bodyPr wrap="none" rtlCol="0">
            <a:spAutoFit/>
          </a:bodyPr>
          <a:lstStyle/>
          <a:p>
            <a:endParaRPr lang="zh-CN" altLang="en-US"/>
          </a:p>
        </p:txBody>
      </p:sp>
      <p:pic>
        <p:nvPicPr>
          <p:cNvPr id="19" name="图片 18" descr="青岛理工大学校徽"/>
          <p:cNvPicPr>
            <a:picLocks noChangeAspect="1"/>
          </p:cNvPicPr>
          <p:nvPr userDrawn="1"/>
        </p:nvPicPr>
        <p:blipFill>
          <a:blip r:embed="rId5"/>
          <a:stretch>
            <a:fillRect/>
          </a:stretch>
        </p:blipFill>
        <p:spPr>
          <a:xfrm>
            <a:off x="5283835" y="1692910"/>
            <a:ext cx="1783715" cy="1783715"/>
          </a:xfrm>
          <a:prstGeom prst="rect">
            <a:avLst/>
          </a:prstGeom>
        </p:spPr>
      </p:pic>
    </p:spTree>
    <p:extLst>
      <p:ext uri="{BB962C8B-B14F-4D97-AF65-F5344CB8AC3E}">
        <p14:creationId xmlns:p14="http://schemas.microsoft.com/office/powerpoint/2010/main" val="42553955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章节标题">
    <p:spTree>
      <p:nvGrpSpPr>
        <p:cNvPr id="1" name=""/>
        <p:cNvGrpSpPr/>
        <p:nvPr/>
      </p:nvGrpSpPr>
      <p:grpSpPr>
        <a:xfrm>
          <a:off x="0" y="0"/>
          <a:ext cx="0" cy="0"/>
          <a:chOff x="0" y="0"/>
          <a:chExt cx="0" cy="0"/>
        </a:xfrm>
      </p:grpSpPr>
      <p:sp>
        <p:nvSpPr>
          <p:cNvPr id="56" name="矩形 55"/>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descr="5"/>
          <p:cNvPicPr>
            <a:picLocks noChangeAspect="1"/>
          </p:cNvPicPr>
          <p:nvPr userDrawn="1"/>
        </p:nvPicPr>
        <p:blipFill>
          <a:blip r:embed="rId2">
            <a:alphaModFix amt="30000"/>
          </a:blip>
          <a:stretch>
            <a:fillRect/>
          </a:stretch>
        </p:blipFill>
        <p:spPr>
          <a:xfrm>
            <a:off x="-3822065" y="-434340"/>
            <a:ext cx="7726680" cy="7726680"/>
          </a:xfrm>
          <a:prstGeom prst="rect">
            <a:avLst/>
          </a:prstGeom>
        </p:spPr>
      </p:pic>
      <p:pic>
        <p:nvPicPr>
          <p:cNvPr id="3" name="图片 2" descr="5"/>
          <p:cNvPicPr>
            <a:picLocks noChangeAspect="1"/>
          </p:cNvPicPr>
          <p:nvPr userDrawn="1"/>
        </p:nvPicPr>
        <p:blipFill>
          <a:blip r:embed="rId2">
            <a:alphaModFix amt="30000"/>
          </a:blip>
          <a:stretch>
            <a:fillRect/>
          </a:stretch>
        </p:blipFill>
        <p:spPr>
          <a:xfrm>
            <a:off x="8355330" y="-434340"/>
            <a:ext cx="7726680" cy="7726680"/>
          </a:xfrm>
          <a:prstGeom prst="rect">
            <a:avLst/>
          </a:prstGeom>
        </p:spPr>
      </p:pic>
      <p:sp>
        <p:nvSpPr>
          <p:cNvPr id="9" name="任意多边形: 形状 8"/>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21413345">
            <a:off x="-60722" y="5797965"/>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21413345">
            <a:off x="-101880" y="5734499"/>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日期占位符 9"/>
          <p:cNvSpPr>
            <a:spLocks noGrp="1"/>
          </p:cNvSpPr>
          <p:nvPr>
            <p:ph type="dt" sz="half" idx="2"/>
          </p:nvPr>
        </p:nvSpPr>
        <p:spPr>
          <a:xfrm>
            <a:off x="468630" y="6493076"/>
            <a:ext cx="2743200" cy="365125"/>
          </a:xfrm>
          <a:prstGeom prst="rect">
            <a:avLst/>
          </a:prstGeom>
        </p:spPr>
        <p:txBody>
          <a:bodyPr vert="horz" lIns="91440" tIns="45720" rIns="91440" bIns="45720" rtlCol="0" anchor="ctr"/>
          <a:lstStyle>
            <a:lvl1pPr algn="l">
              <a:defRPr sz="1200" spc="300">
                <a:solidFill>
                  <a:schemeClr val="bg2"/>
                </a:solidFill>
                <a:latin typeface="方正清刻本悦宋简体" panose="02000000000000000000" pitchFamily="2" charset="-122"/>
                <a:ea typeface="方正清刻本悦宋简体" panose="02000000000000000000" pitchFamily="2" charset="-122"/>
              </a:defRPr>
            </a:lvl1pPr>
          </a:lstStyle>
          <a:p>
            <a:r>
              <a:rPr lang="zh-CN" altLang="en-US" dirty="0"/>
              <a:t>百折不挠</a:t>
            </a:r>
            <a:r>
              <a:rPr lang="en-US" altLang="zh-CN" dirty="0"/>
              <a:t> </a:t>
            </a:r>
            <a:r>
              <a:rPr lang="zh-CN" altLang="en-US" dirty="0"/>
              <a:t>刚毅厚重</a:t>
            </a:r>
            <a:r>
              <a:rPr lang="en-US" altLang="zh-CN" dirty="0"/>
              <a:t> </a:t>
            </a:r>
            <a:r>
              <a:rPr lang="zh-CN" altLang="en-US" dirty="0"/>
              <a:t>勇承重载</a:t>
            </a:r>
          </a:p>
        </p:txBody>
      </p:sp>
    </p:spTree>
    <p:extLst>
      <p:ext uri="{BB962C8B-B14F-4D97-AF65-F5344CB8AC3E}">
        <p14:creationId xmlns:p14="http://schemas.microsoft.com/office/powerpoint/2010/main" val="55445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D2D3ABB-1285-294F-A20A-F30083EB95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A1A8907-74D6-0D45-95A8-836E4EC85A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017F7AE-BD20-0A4F-80C4-18B0EDB6DE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5CF517-7373-6349-A426-5E433EDE14F4}" type="datetimeFigureOut">
              <a:rPr kumimoji="1" lang="zh-CN" altLang="en-US" smtClean="0"/>
              <a:t>2023/5/8</a:t>
            </a:fld>
            <a:endParaRPr kumimoji="1" lang="zh-CN" altLang="en-US"/>
          </a:p>
        </p:txBody>
      </p:sp>
      <p:sp>
        <p:nvSpPr>
          <p:cNvPr id="5" name="页脚占位符 4">
            <a:extLst>
              <a:ext uri="{FF2B5EF4-FFF2-40B4-BE49-F238E27FC236}">
                <a16:creationId xmlns:a16="http://schemas.microsoft.com/office/drawing/2014/main" id="{F034DFE5-4086-414D-857D-C32B7481EA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256FCBA4-62E5-7A40-8979-12F1BF0DD7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729EF8-2028-4447-86E5-25060CA00E4D}" type="slidenum">
              <a:rPr kumimoji="1" lang="zh-CN" altLang="en-US" smtClean="0"/>
              <a:t>‹#›</a:t>
            </a:fld>
            <a:endParaRPr kumimoji="1" lang="zh-CN" altLang="en-US"/>
          </a:p>
        </p:txBody>
      </p:sp>
      <p:sp>
        <p:nvSpPr>
          <p:cNvPr id="7" name="矩形 6">
            <a:extLst>
              <a:ext uri="{FF2B5EF4-FFF2-40B4-BE49-F238E27FC236}">
                <a16:creationId xmlns:a16="http://schemas.microsoft.com/office/drawing/2014/main" id="{7487543E-91E5-5145-A581-4D7204F32DA7}"/>
              </a:ext>
            </a:extLst>
          </p:cNvPr>
          <p:cNvSpPr/>
          <p:nvPr userDrawn="1"/>
        </p:nvSpPr>
        <p:spPr>
          <a:xfrm>
            <a:off x="0" y="0"/>
            <a:ext cx="12192000" cy="6858000"/>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5">
            <a:extLst>
              <a:ext uri="{FF2B5EF4-FFF2-40B4-BE49-F238E27FC236}">
                <a16:creationId xmlns:a16="http://schemas.microsoft.com/office/drawing/2014/main" id="{86770886-93F4-434C-9FE2-AEFDCF90D23E}"/>
              </a:ext>
            </a:extLst>
          </p:cNvPr>
          <p:cNvPicPr>
            <a:picLocks noChangeAspect="1"/>
          </p:cNvPicPr>
          <p:nvPr userDrawn="1"/>
        </p:nvPicPr>
        <p:blipFill>
          <a:blip r:embed="rId27">
            <a:alphaModFix amt="30000"/>
          </a:blip>
          <a:stretch>
            <a:fillRect/>
          </a:stretch>
        </p:blipFill>
        <p:spPr>
          <a:xfrm>
            <a:off x="-3829050" y="-421622"/>
            <a:ext cx="7726680" cy="7726680"/>
          </a:xfrm>
          <a:prstGeom prst="rect">
            <a:avLst/>
          </a:prstGeom>
        </p:spPr>
      </p:pic>
      <p:pic>
        <p:nvPicPr>
          <p:cNvPr id="9" name="图片 8" descr="5">
            <a:extLst>
              <a:ext uri="{FF2B5EF4-FFF2-40B4-BE49-F238E27FC236}">
                <a16:creationId xmlns:a16="http://schemas.microsoft.com/office/drawing/2014/main" id="{33BEC999-C1B9-3948-9008-02B970DB7EAB}"/>
              </a:ext>
            </a:extLst>
          </p:cNvPr>
          <p:cNvPicPr>
            <a:picLocks noChangeAspect="1"/>
          </p:cNvPicPr>
          <p:nvPr userDrawn="1"/>
        </p:nvPicPr>
        <p:blipFill>
          <a:blip r:embed="rId27">
            <a:alphaModFix amt="30000"/>
          </a:blip>
          <a:stretch>
            <a:fillRect/>
          </a:stretch>
        </p:blipFill>
        <p:spPr>
          <a:xfrm>
            <a:off x="8328660" y="-434340"/>
            <a:ext cx="7726680" cy="7726680"/>
          </a:xfrm>
          <a:prstGeom prst="rect">
            <a:avLst/>
          </a:prstGeom>
        </p:spPr>
      </p:pic>
      <p:sp>
        <p:nvSpPr>
          <p:cNvPr id="10" name="任意多边形: 形状 8">
            <a:extLst>
              <a:ext uri="{FF2B5EF4-FFF2-40B4-BE49-F238E27FC236}">
                <a16:creationId xmlns:a16="http://schemas.microsoft.com/office/drawing/2014/main" id="{CF7A9872-9A2D-0544-B95E-53F0A0452969}"/>
              </a:ext>
            </a:extLst>
          </p:cNvPr>
          <p:cNvSpPr/>
          <p:nvPr userDrawn="1"/>
        </p:nvSpPr>
        <p:spPr>
          <a:xfrm rot="21413345">
            <a:off x="-107772" y="5889232"/>
            <a:ext cx="12369445" cy="1288985"/>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7">
            <a:extLst>
              <a:ext uri="{FF2B5EF4-FFF2-40B4-BE49-F238E27FC236}">
                <a16:creationId xmlns:a16="http://schemas.microsoft.com/office/drawing/2014/main" id="{7990B218-ED19-EA44-9E8D-A10600CCD7A7}"/>
              </a:ext>
            </a:extLst>
          </p:cNvPr>
          <p:cNvSpPr/>
          <p:nvPr userDrawn="1"/>
        </p:nvSpPr>
        <p:spPr>
          <a:xfrm rot="21413345">
            <a:off x="-51285" y="5815216"/>
            <a:ext cx="12335849" cy="147093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6">
            <a:extLst>
              <a:ext uri="{FF2B5EF4-FFF2-40B4-BE49-F238E27FC236}">
                <a16:creationId xmlns:a16="http://schemas.microsoft.com/office/drawing/2014/main" id="{AF003127-AEDD-8E4C-9F09-DA9AF5FD300F}"/>
              </a:ext>
            </a:extLst>
          </p:cNvPr>
          <p:cNvSpPr/>
          <p:nvPr userDrawn="1"/>
        </p:nvSpPr>
        <p:spPr>
          <a:xfrm rot="21413345">
            <a:off x="-9274" y="5823247"/>
            <a:ext cx="12376686" cy="1507273"/>
          </a:xfrm>
          <a:custGeom>
            <a:avLst/>
            <a:gdLst>
              <a:gd name="connsiteX0" fmla="*/ 12401882 w 12401882"/>
              <a:gd name="connsiteY0" fmla="*/ 73849 h 1288985"/>
              <a:gd name="connsiteX1" fmla="*/ 12335841 w 12401882"/>
              <a:gd name="connsiteY1" fmla="*/ 1288985 h 1288985"/>
              <a:gd name="connsiteX2" fmla="*/ 0 w 12401882"/>
              <a:gd name="connsiteY2" fmla="*/ 618542 h 1288985"/>
              <a:gd name="connsiteX3" fmla="*/ 33618 w 12401882"/>
              <a:gd name="connsiteY3" fmla="*/ 0 h 1288985"/>
              <a:gd name="connsiteX4" fmla="*/ 103646 w 12401882"/>
              <a:gd name="connsiteY4" fmla="*/ 32857 h 1288985"/>
              <a:gd name="connsiteX5" fmla="*/ 6308538 w 12401882"/>
              <a:gd name="connsiteY5" fmla="*/ 553243 h 1288985"/>
              <a:gd name="connsiteX6" fmla="*/ 12326375 w 12401882"/>
              <a:gd name="connsiteY6" fmla="*/ 98014 h 1288985"/>
              <a:gd name="connsiteX7" fmla="*/ 12401882 w 12401882"/>
              <a:gd name="connsiteY7" fmla="*/ 73849 h 1288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1882" h="1288985">
                <a:moveTo>
                  <a:pt x="12401882" y="73849"/>
                </a:moveTo>
                <a:lnTo>
                  <a:pt x="12335841" y="1288985"/>
                </a:lnTo>
                <a:lnTo>
                  <a:pt x="0" y="618542"/>
                </a:lnTo>
                <a:lnTo>
                  <a:pt x="33618" y="0"/>
                </a:lnTo>
                <a:lnTo>
                  <a:pt x="103646" y="32857"/>
                </a:lnTo>
                <a:cubicBezTo>
                  <a:pt x="814657" y="332114"/>
                  <a:pt x="3323130" y="553243"/>
                  <a:pt x="6308538" y="553243"/>
                </a:cubicBezTo>
                <a:cubicBezTo>
                  <a:pt x="9072803" y="553244"/>
                  <a:pt x="11428175" y="363661"/>
                  <a:pt x="12326375" y="98014"/>
                </a:cubicBezTo>
                <a:lnTo>
                  <a:pt x="12401882" y="73849"/>
                </a:lnTo>
                <a:close/>
              </a:path>
            </a:pathLst>
          </a:custGeom>
          <a:solidFill>
            <a:srgbClr val="005D96">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日期占位符 9">
            <a:extLst>
              <a:ext uri="{FF2B5EF4-FFF2-40B4-BE49-F238E27FC236}">
                <a16:creationId xmlns:a16="http://schemas.microsoft.com/office/drawing/2014/main" id="{25D4FA56-C140-9844-933D-B552570A8775}"/>
              </a:ext>
            </a:extLst>
          </p:cNvPr>
          <p:cNvSpPr txBox="1">
            <a:spLocks/>
          </p:cNvSpPr>
          <p:nvPr userDrawn="1"/>
        </p:nvSpPr>
        <p:spPr>
          <a:xfrm>
            <a:off x="468630" y="6493076"/>
            <a:ext cx="2743200" cy="365125"/>
          </a:xfrm>
          <a:prstGeom prst="rect">
            <a:avLst/>
          </a:prstGeom>
        </p:spPr>
        <p:txBody>
          <a:bodyPr vert="horz" lIns="91440" tIns="45720" rIns="91440" bIns="45720" rtlCol="0" anchor="ctr"/>
          <a:lstStyle>
            <a:defPPr>
              <a:defRPr lang="zh-CN"/>
            </a:defPPr>
            <a:lvl1pPr marL="0" algn="l" defTabSz="914400" rtl="0" eaLnBrk="1" latinLnBrk="0" hangingPunct="1">
              <a:defRPr sz="1200" kern="1200" spc="300">
                <a:solidFill>
                  <a:schemeClr val="bg2"/>
                </a:solidFill>
                <a:latin typeface="方正清刻本悦宋简体" panose="02000000000000000000" pitchFamily="2" charset="-122"/>
                <a:ea typeface="方正清刻本悦宋简体" panose="02000000000000000000" pitchFamily="2"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百折不挠</a:t>
            </a:r>
            <a:r>
              <a:rPr lang="en-US" altLang="zh-CN"/>
              <a:t> </a:t>
            </a:r>
            <a:r>
              <a:rPr lang="zh-CN" altLang="en-US"/>
              <a:t>刚毅厚重</a:t>
            </a:r>
            <a:r>
              <a:rPr lang="en-US" altLang="zh-CN"/>
              <a:t> </a:t>
            </a:r>
            <a:r>
              <a:rPr lang="zh-CN" altLang="en-US"/>
              <a:t>勇承重载</a:t>
            </a:r>
            <a:endParaRPr lang="zh-CN" altLang="en-US" dirty="0"/>
          </a:p>
        </p:txBody>
      </p:sp>
      <p:sp>
        <p:nvSpPr>
          <p:cNvPr id="14" name="矩形 13">
            <a:extLst>
              <a:ext uri="{FF2B5EF4-FFF2-40B4-BE49-F238E27FC236}">
                <a16:creationId xmlns:a16="http://schemas.microsoft.com/office/drawing/2014/main" id="{73BF4C09-9862-DF42-BD08-3AFBEDF9DF09}"/>
              </a:ext>
            </a:extLst>
          </p:cNvPr>
          <p:cNvSpPr/>
          <p:nvPr userDrawn="1"/>
        </p:nvSpPr>
        <p:spPr>
          <a:xfrm>
            <a:off x="762000" y="0"/>
            <a:ext cx="333926" cy="944563"/>
          </a:xfrm>
          <a:prstGeom prst="rect">
            <a:avLst/>
          </a:prstGeom>
          <a:solidFill>
            <a:srgbClr val="005D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pic>
        <p:nvPicPr>
          <p:cNvPr id="15" name="图片 14" descr="青岛理工大学校徽">
            <a:extLst>
              <a:ext uri="{FF2B5EF4-FFF2-40B4-BE49-F238E27FC236}">
                <a16:creationId xmlns:a16="http://schemas.microsoft.com/office/drawing/2014/main" id="{41EA12D9-A451-3B45-A579-CA2846C1C316}"/>
              </a:ext>
            </a:extLst>
          </p:cNvPr>
          <p:cNvPicPr>
            <a:picLocks noChangeAspect="1"/>
          </p:cNvPicPr>
          <p:nvPr userDrawn="1"/>
        </p:nvPicPr>
        <p:blipFill>
          <a:blip r:embed="rId28"/>
          <a:stretch>
            <a:fillRect/>
          </a:stretch>
        </p:blipFill>
        <p:spPr>
          <a:xfrm>
            <a:off x="10973435" y="221615"/>
            <a:ext cx="723265" cy="723265"/>
          </a:xfrm>
          <a:prstGeom prst="rect">
            <a:avLst/>
          </a:prstGeom>
        </p:spPr>
      </p:pic>
    </p:spTree>
    <p:extLst>
      <p:ext uri="{BB962C8B-B14F-4D97-AF65-F5344CB8AC3E}">
        <p14:creationId xmlns:p14="http://schemas.microsoft.com/office/powerpoint/2010/main" val="2613865641"/>
      </p:ext>
    </p:extLst>
  </p:cSld>
  <p:clrMap bg1="lt1" tx1="dk1" bg2="lt2" tx2="dk2" accent1="accent1" accent2="accent2" accent3="accent3" accent4="accent4" accent5="accent5" accent6="accent6" hlink="hlink" folHlink="folHlink"/>
  <p:sldLayoutIdLst>
    <p:sldLayoutId id="2147483674"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49" r:id="rId13"/>
    <p:sldLayoutId id="2147483650" r:id="rId14"/>
    <p:sldLayoutId id="2147483651" r:id="rId15"/>
    <p:sldLayoutId id="2147483652" r:id="rId16"/>
    <p:sldLayoutId id="2147483653" r:id="rId17"/>
    <p:sldLayoutId id="2147483654" r:id="rId18"/>
    <p:sldLayoutId id="2147483655" r:id="rId19"/>
    <p:sldLayoutId id="2147483656" r:id="rId20"/>
    <p:sldLayoutId id="2147483657" r:id="rId21"/>
    <p:sldLayoutId id="2147483658" r:id="rId22"/>
    <p:sldLayoutId id="2147483659" r:id="rId23"/>
    <p:sldLayoutId id="2147483660" r:id="rId24"/>
    <p:sldLayoutId id="2147483661"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4.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a:xfrm>
            <a:off x="2719705" y="3857271"/>
            <a:ext cx="7350125" cy="652780"/>
          </a:xfrm>
        </p:spPr>
        <p:txBody>
          <a:bodyPr>
            <a:normAutofit/>
          </a:bodyPr>
          <a:lstStyle/>
          <a:p>
            <a:pPr algn="ctr"/>
            <a:r>
              <a:rPr lang="zh-CN" altLang="en-US" dirty="0"/>
              <a:t>算法设计与分析</a:t>
            </a:r>
            <a:endParaRPr lang="zh-CN" altLang="en-US" dirty="0">
              <a:solidFill>
                <a:srgbClr val="005D96"/>
              </a:solidFill>
            </a:endParaRPr>
          </a:p>
        </p:txBody>
      </p:sp>
      <p:grpSp>
        <p:nvGrpSpPr>
          <p:cNvPr id="37" name="组合 36"/>
          <p:cNvGrpSpPr/>
          <p:nvPr/>
        </p:nvGrpSpPr>
        <p:grpSpPr>
          <a:xfrm>
            <a:off x="2704260" y="5219564"/>
            <a:ext cx="6783480" cy="99986"/>
            <a:chOff x="628656" y="974915"/>
            <a:chExt cx="11038056" cy="24702"/>
          </a:xfrm>
        </p:grpSpPr>
        <p:cxnSp>
          <p:nvCxnSpPr>
            <p:cNvPr id="40" name="直接连接符 39"/>
            <p:cNvCxnSpPr/>
            <p:nvPr/>
          </p:nvCxnSpPr>
          <p:spPr>
            <a:xfrm>
              <a:off x="628656" y="975360"/>
              <a:ext cx="8627657" cy="0"/>
            </a:xfrm>
            <a:prstGeom prst="line">
              <a:avLst/>
            </a:prstGeom>
            <a:ln w="19050">
              <a:solidFill>
                <a:srgbClr val="005D96"/>
              </a:solidFill>
            </a:ln>
          </p:spPr>
          <p:style>
            <a:lnRef idx="3">
              <a:schemeClr val="accent1"/>
            </a:lnRef>
            <a:fillRef idx="0">
              <a:schemeClr val="accent1"/>
            </a:fillRef>
            <a:effectRef idx="2">
              <a:schemeClr val="accent1"/>
            </a:effectRef>
            <a:fontRef idx="minor">
              <a:schemeClr val="tx1"/>
            </a:fontRef>
          </p:style>
        </p:cxnSp>
        <p:cxnSp>
          <p:nvCxnSpPr>
            <p:cNvPr id="47" name="直接连接符 46"/>
            <p:cNvCxnSpPr/>
            <p:nvPr/>
          </p:nvCxnSpPr>
          <p:spPr>
            <a:xfrm flipH="1">
              <a:off x="9233073" y="974915"/>
              <a:ext cx="23240" cy="24702"/>
            </a:xfrm>
            <a:prstGeom prst="line">
              <a:avLst/>
            </a:prstGeom>
            <a:ln w="19050"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V="1">
              <a:off x="9233070" y="975360"/>
              <a:ext cx="189380" cy="24257"/>
            </a:xfrm>
            <a:prstGeom prst="line">
              <a:avLst/>
            </a:prstGeom>
            <a:ln w="19050" cap="rnd">
              <a:solidFill>
                <a:srgbClr val="005D96"/>
              </a:solidFill>
              <a:miter lim="800000"/>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9422450" y="975360"/>
              <a:ext cx="2244262" cy="0"/>
            </a:xfrm>
            <a:prstGeom prst="line">
              <a:avLst/>
            </a:prstGeom>
            <a:ln w="19050">
              <a:solidFill>
                <a:srgbClr val="005D96"/>
              </a:solidFill>
            </a:ln>
          </p:spPr>
          <p:style>
            <a:lnRef idx="1">
              <a:schemeClr val="accent1"/>
            </a:lnRef>
            <a:fillRef idx="0">
              <a:schemeClr val="accent1"/>
            </a:fillRef>
            <a:effectRef idx="0">
              <a:schemeClr val="accent1"/>
            </a:effectRef>
            <a:fontRef idx="minor">
              <a:schemeClr val="tx1"/>
            </a:fontRef>
          </p:style>
        </p:cxnSp>
      </p:grpSp>
      <p:cxnSp>
        <p:nvCxnSpPr>
          <p:cNvPr id="95" name="直接连接符 94"/>
          <p:cNvCxnSpPr/>
          <p:nvPr/>
        </p:nvCxnSpPr>
        <p:spPr>
          <a:xfrm flipV="1">
            <a:off x="2784475" y="5848350"/>
            <a:ext cx="0" cy="265430"/>
          </a:xfrm>
          <a:prstGeom prst="line">
            <a:avLst/>
          </a:prstGeom>
          <a:ln w="28575" cap="rnd">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V="1">
            <a:off x="2861310" y="5895340"/>
            <a:ext cx="0" cy="170180"/>
          </a:xfrm>
          <a:prstGeom prst="line">
            <a:avLst/>
          </a:prstGeom>
          <a:ln w="28575" cap="rnd">
            <a:solidFill>
              <a:srgbClr val="005D96">
                <a:alpha val="60000"/>
              </a:srgb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rot="16200000">
            <a:off x="2880995" y="5981065"/>
            <a:ext cx="113665" cy="0"/>
          </a:xfrm>
          <a:prstGeom prst="line">
            <a:avLst/>
          </a:prstGeom>
          <a:ln w="28575" cap="rnd">
            <a:solidFill>
              <a:srgbClr val="005D96">
                <a:alpha val="30000"/>
              </a:srgbClr>
            </a:solidFill>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3161491" y="5800840"/>
            <a:ext cx="5933868" cy="367111"/>
            <a:chOff x="3517041" y="5800840"/>
            <a:chExt cx="5082917" cy="367111"/>
          </a:xfrm>
        </p:grpSpPr>
        <p:sp>
          <p:nvSpPr>
            <p:cNvPr id="36" name="文本框 35"/>
            <p:cNvSpPr txBox="1"/>
            <p:nvPr/>
          </p:nvSpPr>
          <p:spPr>
            <a:xfrm>
              <a:off x="3826448" y="5856877"/>
              <a:ext cx="2349253" cy="283476"/>
            </a:xfrm>
            <a:prstGeom prst="rect">
              <a:avLst/>
            </a:prstGeom>
            <a:noFill/>
          </p:spPr>
          <p:txBody>
            <a:bodyPr wrap="square" lIns="0" tIns="0" rIns="0" bIns="0" rtlCol="0" anchor="b">
              <a:spAutoFit/>
            </a:bodyPr>
            <a:lstStyle/>
            <a:p>
              <a:pPr lvl="0" algn="r">
                <a:lnSpc>
                  <a:spcPct val="110000"/>
                </a:lnSpc>
                <a:defRPr/>
              </a:pPr>
              <a:r>
                <a:rPr lang="zh-CN" altLang="en-US" dirty="0">
                  <a:solidFill>
                    <a:srgbClr val="005D96"/>
                  </a:solidFill>
                  <a:latin typeface="方正大标宋简体" panose="02010601030101010101" pitchFamily="2" charset="-122"/>
                  <a:ea typeface="方正大标宋简体" panose="02010601030101010101" pitchFamily="2" charset="-122"/>
                </a:rPr>
                <a:t>开课专业班级：软件</a:t>
              </a:r>
              <a:r>
                <a:rPr lang="en-US" altLang="zh-CN" dirty="0">
                  <a:solidFill>
                    <a:srgbClr val="005D96"/>
                  </a:solidFill>
                  <a:latin typeface="方正大标宋简体" panose="02010601030101010101" pitchFamily="2" charset="-122"/>
                  <a:ea typeface="方正大标宋简体" panose="02010601030101010101" pitchFamily="2" charset="-122"/>
                </a:rPr>
                <a:t>211-3</a:t>
              </a:r>
              <a:r>
                <a:rPr kumimoji="0" lang="zh-CN" altLang="en-US" b="0" i="0" u="none" strike="noStrike" kern="1200" cap="none" spc="0" normalizeH="0" baseline="0" noProof="0" dirty="0">
                  <a:ln>
                    <a:noFill/>
                  </a:ln>
                  <a:solidFill>
                    <a:srgbClr val="005D96"/>
                  </a:solidFill>
                  <a:effectLst/>
                  <a:uLnTx/>
                  <a:uFillTx/>
                  <a:latin typeface="方正大标宋简体" panose="02010601030101010101" pitchFamily="2" charset="-122"/>
                  <a:ea typeface="方正大标宋简体" panose="02010601030101010101" pitchFamily="2" charset="-122"/>
                </a:rPr>
                <a:t> </a:t>
              </a:r>
            </a:p>
          </p:txBody>
        </p:sp>
        <p:sp>
          <p:nvSpPr>
            <p:cNvPr id="38" name="文本框 37"/>
            <p:cNvSpPr txBox="1"/>
            <p:nvPr/>
          </p:nvSpPr>
          <p:spPr>
            <a:xfrm>
              <a:off x="6830089" y="5810965"/>
              <a:ext cx="1769869" cy="314894"/>
            </a:xfrm>
            <a:prstGeom prst="rect">
              <a:avLst/>
            </a:prstGeom>
            <a:noFill/>
          </p:spPr>
          <p:txBody>
            <a:bodyPr wrap="square" lIns="0" tIns="0" rIns="0" bIns="0" rtlCol="0" anchor="b">
              <a:spAutoFit/>
            </a:bodyPr>
            <a:lstStyle/>
            <a:p>
              <a:pPr marL="0" marR="0" lvl="0" indent="0" algn="r" defTabSz="914400" rtl="0" eaLnBrk="1" fontAlgn="auto" latinLnBrk="0" hangingPunct="1">
                <a:lnSpc>
                  <a:spcPct val="110000"/>
                </a:lnSpc>
                <a:spcBef>
                  <a:spcPts val="0"/>
                </a:spcBef>
                <a:spcAft>
                  <a:spcPts val="0"/>
                </a:spcAft>
                <a:buClrTx/>
                <a:buSzTx/>
                <a:buFontTx/>
                <a:buNone/>
                <a:defRPr/>
              </a:pPr>
              <a:r>
                <a:rPr lang="zh-CN" altLang="en-US" dirty="0">
                  <a:solidFill>
                    <a:srgbClr val="005D96"/>
                  </a:solidFill>
                  <a:latin typeface="方正大标宋简体" panose="02010601030101010101" pitchFamily="2" charset="-122"/>
                  <a:ea typeface="方正大标宋简体" panose="02010601030101010101" pitchFamily="2" charset="-122"/>
                </a:rPr>
                <a:t>开课教师：</a:t>
              </a:r>
              <a:r>
                <a:rPr lang="zh-CN" altLang="en-US" sz="2000" dirty="0">
                  <a:solidFill>
                    <a:srgbClr val="005D96"/>
                  </a:solidFill>
                  <a:latin typeface="方正大标宋简体" panose="02010601030101010101" pitchFamily="2" charset="-122"/>
                  <a:ea typeface="方正大标宋简体" panose="02010601030101010101" pitchFamily="2" charset="-122"/>
                </a:rPr>
                <a:t>赵浩然</a:t>
              </a:r>
            </a:p>
          </p:txBody>
        </p:sp>
        <p:sp>
          <p:nvSpPr>
            <p:cNvPr id="39" name="graduate_57239"/>
            <p:cNvSpPr>
              <a:spLocks noChangeAspect="1"/>
            </p:cNvSpPr>
            <p:nvPr/>
          </p:nvSpPr>
          <p:spPr bwMode="auto">
            <a:xfrm>
              <a:off x="3517041" y="5800840"/>
              <a:ext cx="247420" cy="360000"/>
            </a:xfrm>
            <a:custGeom>
              <a:avLst/>
              <a:gdLst>
                <a:gd name="connsiteX0" fmla="*/ 142468 w 412043"/>
                <a:gd name="connsiteY0" fmla="*/ 396851 h 599527"/>
                <a:gd name="connsiteX1" fmla="*/ 153964 w 412043"/>
                <a:gd name="connsiteY1" fmla="*/ 405753 h 599527"/>
                <a:gd name="connsiteX2" fmla="*/ 144814 w 412043"/>
                <a:gd name="connsiteY2" fmla="*/ 585910 h 599527"/>
                <a:gd name="connsiteX3" fmla="*/ 135898 w 412043"/>
                <a:gd name="connsiteY3" fmla="*/ 595046 h 599527"/>
                <a:gd name="connsiteX4" fmla="*/ 15768 w 412043"/>
                <a:gd name="connsiteY4" fmla="*/ 599498 h 599527"/>
                <a:gd name="connsiteX5" fmla="*/ 6383 w 412043"/>
                <a:gd name="connsiteY5" fmla="*/ 590127 h 599527"/>
                <a:gd name="connsiteX6" fmla="*/ 142468 w 412043"/>
                <a:gd name="connsiteY6" fmla="*/ 396851 h 599527"/>
                <a:gd name="connsiteX7" fmla="*/ 275305 w 412043"/>
                <a:gd name="connsiteY7" fmla="*/ 271238 h 599527"/>
                <a:gd name="connsiteX8" fmla="*/ 222034 w 412043"/>
                <a:gd name="connsiteY8" fmla="*/ 284828 h 599527"/>
                <a:gd name="connsiteX9" fmla="*/ 158437 w 412043"/>
                <a:gd name="connsiteY9" fmla="*/ 287640 h 599527"/>
                <a:gd name="connsiteX10" fmla="*/ 99299 w 412043"/>
                <a:gd name="connsiteY10" fmla="*/ 277096 h 599527"/>
                <a:gd name="connsiteX11" fmla="*/ 205137 w 412043"/>
                <a:gd name="connsiteY11" fmla="*/ 392382 h 599527"/>
                <a:gd name="connsiteX12" fmla="*/ 312148 w 412043"/>
                <a:gd name="connsiteY12" fmla="*/ 309432 h 599527"/>
                <a:gd name="connsiteX13" fmla="*/ 305108 w 412043"/>
                <a:gd name="connsiteY13" fmla="*/ 310604 h 599527"/>
                <a:gd name="connsiteX14" fmla="*/ 275305 w 412043"/>
                <a:gd name="connsiteY14" fmla="*/ 271238 h 599527"/>
                <a:gd name="connsiteX15" fmla="*/ 93667 w 412043"/>
                <a:gd name="connsiteY15" fmla="*/ 210314 h 599527"/>
                <a:gd name="connsiteX16" fmla="*/ 93667 w 412043"/>
                <a:gd name="connsiteY16" fmla="*/ 212892 h 599527"/>
                <a:gd name="connsiteX17" fmla="*/ 100003 w 412043"/>
                <a:gd name="connsiteY17" fmla="*/ 213595 h 599527"/>
                <a:gd name="connsiteX18" fmla="*/ 93667 w 412043"/>
                <a:gd name="connsiteY18" fmla="*/ 210314 h 599527"/>
                <a:gd name="connsiteX19" fmla="*/ 80202 w 412043"/>
                <a:gd name="connsiteY19" fmla="*/ 186355 h 599527"/>
                <a:gd name="connsiteX20" fmla="*/ 89443 w 412043"/>
                <a:gd name="connsiteY20" fmla="*/ 186413 h 599527"/>
                <a:gd name="connsiteX21" fmla="*/ 269203 w 412043"/>
                <a:gd name="connsiteY21" fmla="*/ 193209 h 599527"/>
                <a:gd name="connsiteX22" fmla="*/ 279059 w 412043"/>
                <a:gd name="connsiteY22" fmla="*/ 193209 h 599527"/>
                <a:gd name="connsiteX23" fmla="*/ 284222 w 412043"/>
                <a:gd name="connsiteY23" fmla="*/ 197661 h 599527"/>
                <a:gd name="connsiteX24" fmla="*/ 288681 w 412043"/>
                <a:gd name="connsiteY24" fmla="*/ 255304 h 599527"/>
                <a:gd name="connsiteX25" fmla="*/ 312383 w 412043"/>
                <a:gd name="connsiteY25" fmla="*/ 289280 h 599527"/>
                <a:gd name="connsiteX26" fmla="*/ 314965 w 412043"/>
                <a:gd name="connsiteY26" fmla="*/ 201175 h 599527"/>
                <a:gd name="connsiteX27" fmla="*/ 330688 w 412043"/>
                <a:gd name="connsiteY27" fmla="*/ 199067 h 599527"/>
                <a:gd name="connsiteX28" fmla="*/ 260051 w 412043"/>
                <a:gd name="connsiteY28" fmla="*/ 401287 h 599527"/>
                <a:gd name="connsiteX29" fmla="*/ 263102 w 412043"/>
                <a:gd name="connsiteY29" fmla="*/ 401990 h 599527"/>
                <a:gd name="connsiteX30" fmla="*/ 401325 w 412043"/>
                <a:gd name="connsiteY30" fmla="*/ 590150 h 599527"/>
                <a:gd name="connsiteX31" fmla="*/ 389591 w 412043"/>
                <a:gd name="connsiteY31" fmla="*/ 599289 h 599527"/>
                <a:gd name="connsiteX32" fmla="*/ 262867 w 412043"/>
                <a:gd name="connsiteY32" fmla="*/ 595071 h 599527"/>
                <a:gd name="connsiteX33" fmla="*/ 253480 w 412043"/>
                <a:gd name="connsiteY33" fmla="*/ 585698 h 599527"/>
                <a:gd name="connsiteX34" fmla="*/ 247144 w 412043"/>
                <a:gd name="connsiteY34" fmla="*/ 414643 h 599527"/>
                <a:gd name="connsiteX35" fmla="*/ 248786 w 412043"/>
                <a:gd name="connsiteY35" fmla="*/ 410660 h 599527"/>
                <a:gd name="connsiteX36" fmla="*/ 251603 w 412043"/>
                <a:gd name="connsiteY36" fmla="*/ 404802 h 599527"/>
                <a:gd name="connsiteX37" fmla="*/ 205137 w 412043"/>
                <a:gd name="connsiteY37" fmla="*/ 410894 h 599527"/>
                <a:gd name="connsiteX38" fmla="*/ 75362 w 412043"/>
                <a:gd name="connsiteY38" fmla="*/ 194380 h 599527"/>
                <a:gd name="connsiteX39" fmla="*/ 80202 w 412043"/>
                <a:gd name="connsiteY39" fmla="*/ 186355 h 599527"/>
                <a:gd name="connsiteX40" fmla="*/ 204675 w 412043"/>
                <a:gd name="connsiteY40" fmla="*/ 1071 h 599527"/>
                <a:gd name="connsiteX41" fmla="*/ 297143 w 412043"/>
                <a:gd name="connsiteY41" fmla="*/ 36212 h 599527"/>
                <a:gd name="connsiteX42" fmla="*/ 407917 w 412043"/>
                <a:gd name="connsiteY42" fmla="*/ 88689 h 599527"/>
                <a:gd name="connsiteX43" fmla="*/ 405335 w 412043"/>
                <a:gd name="connsiteY43" fmla="*/ 105790 h 599527"/>
                <a:gd name="connsiteX44" fmla="*/ 367785 w 412043"/>
                <a:gd name="connsiteY44" fmla="*/ 126172 h 599527"/>
                <a:gd name="connsiteX45" fmla="*/ 313102 w 412043"/>
                <a:gd name="connsiteY45" fmla="*/ 136948 h 599527"/>
                <a:gd name="connsiteX46" fmla="*/ 200216 w 412043"/>
                <a:gd name="connsiteY46" fmla="*/ 93608 h 599527"/>
                <a:gd name="connsiteX47" fmla="*/ 282123 w 412043"/>
                <a:gd name="connsiteY47" fmla="*/ 147256 h 599527"/>
                <a:gd name="connsiteX48" fmla="*/ 285643 w 412043"/>
                <a:gd name="connsiteY48" fmla="*/ 153347 h 599527"/>
                <a:gd name="connsiteX49" fmla="*/ 285174 w 412043"/>
                <a:gd name="connsiteY49" fmla="*/ 165530 h 599527"/>
                <a:gd name="connsiteX50" fmla="*/ 172757 w 412043"/>
                <a:gd name="connsiteY50" fmla="*/ 198328 h 599527"/>
                <a:gd name="connsiteX51" fmla="*/ 8474 w 412043"/>
                <a:gd name="connsiteY51" fmla="*/ 110242 h 599527"/>
                <a:gd name="connsiteX52" fmla="*/ 3310 w 412043"/>
                <a:gd name="connsiteY52" fmla="*/ 97122 h 599527"/>
                <a:gd name="connsiteX53" fmla="*/ 113146 w 412043"/>
                <a:gd name="connsiteY53" fmla="*/ 45114 h 599527"/>
                <a:gd name="connsiteX54" fmla="*/ 204675 w 412043"/>
                <a:gd name="connsiteY54" fmla="*/ 1071 h 59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12043" h="599527">
                  <a:moveTo>
                    <a:pt x="142468" y="396851"/>
                  </a:moveTo>
                  <a:cubicBezTo>
                    <a:pt x="148333" y="395679"/>
                    <a:pt x="153730" y="399662"/>
                    <a:pt x="153964" y="405753"/>
                  </a:cubicBezTo>
                  <a:cubicBezTo>
                    <a:pt x="156545" y="464556"/>
                    <a:pt x="165461" y="529215"/>
                    <a:pt x="144814" y="585910"/>
                  </a:cubicBezTo>
                  <a:cubicBezTo>
                    <a:pt x="145048" y="590595"/>
                    <a:pt x="142233" y="595515"/>
                    <a:pt x="135898" y="595046"/>
                  </a:cubicBezTo>
                  <a:cubicBezTo>
                    <a:pt x="95776" y="591532"/>
                    <a:pt x="55889" y="595046"/>
                    <a:pt x="15768" y="599498"/>
                  </a:cubicBezTo>
                  <a:cubicBezTo>
                    <a:pt x="10606" y="599966"/>
                    <a:pt x="6383" y="594812"/>
                    <a:pt x="6383" y="590127"/>
                  </a:cubicBezTo>
                  <a:cubicBezTo>
                    <a:pt x="5913" y="512348"/>
                    <a:pt x="62224" y="414655"/>
                    <a:pt x="142468" y="396851"/>
                  </a:cubicBezTo>
                  <a:close/>
                  <a:moveTo>
                    <a:pt x="275305" y="271238"/>
                  </a:moveTo>
                  <a:cubicBezTo>
                    <a:pt x="260285" y="280845"/>
                    <a:pt x="239165" y="282251"/>
                    <a:pt x="222034" y="284828"/>
                  </a:cubicBezTo>
                  <a:cubicBezTo>
                    <a:pt x="201148" y="287875"/>
                    <a:pt x="179557" y="289280"/>
                    <a:pt x="158437" y="287640"/>
                  </a:cubicBezTo>
                  <a:cubicBezTo>
                    <a:pt x="143887" y="286469"/>
                    <a:pt x="116899" y="285531"/>
                    <a:pt x="99299" y="277096"/>
                  </a:cubicBezTo>
                  <a:cubicBezTo>
                    <a:pt x="110329" y="336145"/>
                    <a:pt x="139663" y="391679"/>
                    <a:pt x="205137" y="392382"/>
                  </a:cubicBezTo>
                  <a:cubicBezTo>
                    <a:pt x="262163" y="392851"/>
                    <a:pt x="296895" y="356062"/>
                    <a:pt x="312148" y="309432"/>
                  </a:cubicBezTo>
                  <a:cubicBezTo>
                    <a:pt x="310036" y="310135"/>
                    <a:pt x="307690" y="310604"/>
                    <a:pt x="305108" y="310604"/>
                  </a:cubicBezTo>
                  <a:cubicBezTo>
                    <a:pt x="287977" y="310604"/>
                    <a:pt x="279294" y="293030"/>
                    <a:pt x="275305" y="271238"/>
                  </a:cubicBezTo>
                  <a:close/>
                  <a:moveTo>
                    <a:pt x="93667" y="210314"/>
                  </a:moveTo>
                  <a:cubicBezTo>
                    <a:pt x="93667" y="211251"/>
                    <a:pt x="93667" y="212189"/>
                    <a:pt x="93667" y="212892"/>
                  </a:cubicBezTo>
                  <a:cubicBezTo>
                    <a:pt x="95779" y="213126"/>
                    <a:pt x="97891" y="213360"/>
                    <a:pt x="100003" y="213595"/>
                  </a:cubicBezTo>
                  <a:cubicBezTo>
                    <a:pt x="97891" y="212423"/>
                    <a:pt x="95779" y="211486"/>
                    <a:pt x="93667" y="210314"/>
                  </a:cubicBezTo>
                  <a:close/>
                  <a:moveTo>
                    <a:pt x="80202" y="186355"/>
                  </a:moveTo>
                  <a:cubicBezTo>
                    <a:pt x="82872" y="184714"/>
                    <a:pt x="86275" y="184422"/>
                    <a:pt x="89443" y="186413"/>
                  </a:cubicBezTo>
                  <a:cubicBezTo>
                    <a:pt x="144356" y="220156"/>
                    <a:pt x="213820" y="232340"/>
                    <a:pt x="269203" y="193209"/>
                  </a:cubicBezTo>
                  <a:cubicBezTo>
                    <a:pt x="272958" y="190397"/>
                    <a:pt x="276713" y="191100"/>
                    <a:pt x="279059" y="193209"/>
                  </a:cubicBezTo>
                  <a:cubicBezTo>
                    <a:pt x="281641" y="192271"/>
                    <a:pt x="284692" y="194380"/>
                    <a:pt x="284222" y="197661"/>
                  </a:cubicBezTo>
                  <a:cubicBezTo>
                    <a:pt x="281876" y="216172"/>
                    <a:pt x="285630" y="237261"/>
                    <a:pt x="288681" y="255304"/>
                  </a:cubicBezTo>
                  <a:cubicBezTo>
                    <a:pt x="289620" y="261162"/>
                    <a:pt x="304404" y="314587"/>
                    <a:pt x="312383" y="289280"/>
                  </a:cubicBezTo>
                  <a:cubicBezTo>
                    <a:pt x="321301" y="261162"/>
                    <a:pt x="315434" y="229997"/>
                    <a:pt x="314965" y="201175"/>
                  </a:cubicBezTo>
                  <a:cubicBezTo>
                    <a:pt x="314730" y="192037"/>
                    <a:pt x="328341" y="190397"/>
                    <a:pt x="330688" y="199067"/>
                  </a:cubicBezTo>
                  <a:cubicBezTo>
                    <a:pt x="349227" y="270300"/>
                    <a:pt x="328576" y="369887"/>
                    <a:pt x="260051" y="401287"/>
                  </a:cubicBezTo>
                  <a:cubicBezTo>
                    <a:pt x="261224" y="401287"/>
                    <a:pt x="262163" y="401521"/>
                    <a:pt x="263102" y="401990"/>
                  </a:cubicBezTo>
                  <a:cubicBezTo>
                    <a:pt x="332330" y="431983"/>
                    <a:pt x="406018" y="510481"/>
                    <a:pt x="401325" y="590150"/>
                  </a:cubicBezTo>
                  <a:cubicBezTo>
                    <a:pt x="401090" y="596711"/>
                    <a:pt x="395693" y="600226"/>
                    <a:pt x="389591" y="599289"/>
                  </a:cubicBezTo>
                  <a:cubicBezTo>
                    <a:pt x="347584" y="591790"/>
                    <a:pt x="305108" y="600460"/>
                    <a:pt x="262867" y="595071"/>
                  </a:cubicBezTo>
                  <a:cubicBezTo>
                    <a:pt x="257704" y="594368"/>
                    <a:pt x="253480" y="591322"/>
                    <a:pt x="253480" y="585698"/>
                  </a:cubicBezTo>
                  <a:cubicBezTo>
                    <a:pt x="252776" y="529226"/>
                    <a:pt x="239634" y="471115"/>
                    <a:pt x="247144" y="414643"/>
                  </a:cubicBezTo>
                  <a:cubicBezTo>
                    <a:pt x="247378" y="413003"/>
                    <a:pt x="248082" y="411831"/>
                    <a:pt x="248786" y="410660"/>
                  </a:cubicBezTo>
                  <a:cubicBezTo>
                    <a:pt x="249021" y="408551"/>
                    <a:pt x="249960" y="406442"/>
                    <a:pt x="251603" y="404802"/>
                  </a:cubicBezTo>
                  <a:cubicBezTo>
                    <a:pt x="237757" y="409722"/>
                    <a:pt x="222268" y="411831"/>
                    <a:pt x="205137" y="410894"/>
                  </a:cubicBezTo>
                  <a:cubicBezTo>
                    <a:pt x="96248" y="404802"/>
                    <a:pt x="70903" y="284360"/>
                    <a:pt x="75362" y="194380"/>
                  </a:cubicBezTo>
                  <a:cubicBezTo>
                    <a:pt x="75597" y="190983"/>
                    <a:pt x="77533" y="187995"/>
                    <a:pt x="80202" y="186355"/>
                  </a:cubicBezTo>
                  <a:close/>
                  <a:moveTo>
                    <a:pt x="204675" y="1071"/>
                  </a:moveTo>
                  <a:cubicBezTo>
                    <a:pt x="234481" y="-6191"/>
                    <a:pt x="272031" y="25435"/>
                    <a:pt x="297143" y="36212"/>
                  </a:cubicBezTo>
                  <a:cubicBezTo>
                    <a:pt x="334459" y="52142"/>
                    <a:pt x="374121" y="65730"/>
                    <a:pt x="407917" y="88689"/>
                  </a:cubicBezTo>
                  <a:cubicBezTo>
                    <a:pt x="415192" y="93843"/>
                    <a:pt x="411907" y="104150"/>
                    <a:pt x="405335" y="105790"/>
                  </a:cubicBezTo>
                  <a:cubicBezTo>
                    <a:pt x="398295" y="117035"/>
                    <a:pt x="379519" y="122189"/>
                    <a:pt x="367785" y="126172"/>
                  </a:cubicBezTo>
                  <a:cubicBezTo>
                    <a:pt x="351122" y="132029"/>
                    <a:pt x="331173" y="139291"/>
                    <a:pt x="313102" y="136948"/>
                  </a:cubicBezTo>
                  <a:cubicBezTo>
                    <a:pt x="271562" y="131092"/>
                    <a:pt x="243164" y="83769"/>
                    <a:pt x="200216" y="93608"/>
                  </a:cubicBezTo>
                  <a:cubicBezTo>
                    <a:pt x="211481" y="122658"/>
                    <a:pt x="255368" y="139760"/>
                    <a:pt x="282123" y="147256"/>
                  </a:cubicBezTo>
                  <a:cubicBezTo>
                    <a:pt x="285174" y="148193"/>
                    <a:pt x="286113" y="150770"/>
                    <a:pt x="285643" y="153347"/>
                  </a:cubicBezTo>
                  <a:cubicBezTo>
                    <a:pt x="288459" y="156627"/>
                    <a:pt x="289398" y="161547"/>
                    <a:pt x="285174" y="165530"/>
                  </a:cubicBezTo>
                  <a:cubicBezTo>
                    <a:pt x="254899" y="193408"/>
                    <a:pt x="213358" y="214961"/>
                    <a:pt x="172757" y="198328"/>
                  </a:cubicBezTo>
                  <a:cubicBezTo>
                    <a:pt x="115493" y="174666"/>
                    <a:pt x="65738" y="134840"/>
                    <a:pt x="8474" y="110242"/>
                  </a:cubicBezTo>
                  <a:cubicBezTo>
                    <a:pt x="728" y="112584"/>
                    <a:pt x="-3261" y="101339"/>
                    <a:pt x="3310" y="97122"/>
                  </a:cubicBezTo>
                  <a:cubicBezTo>
                    <a:pt x="37341" y="75569"/>
                    <a:pt x="76769" y="61982"/>
                    <a:pt x="113146" y="45114"/>
                  </a:cubicBezTo>
                  <a:cubicBezTo>
                    <a:pt x="142482" y="31526"/>
                    <a:pt x="173226" y="8568"/>
                    <a:pt x="204675" y="1071"/>
                  </a:cubicBezTo>
                  <a:close/>
                </a:path>
              </a:pathLst>
            </a:custGeom>
            <a:solidFill>
              <a:srgbClr val="005D96"/>
            </a:solidFill>
            <a:ln>
              <a:noFill/>
            </a:ln>
          </p:spPr>
          <p:txBody>
            <a:bodyPr/>
            <a:lstStyle/>
            <a:p>
              <a:endParaRPr lang="zh-CN" altLang="en-US" dirty="0">
                <a:solidFill>
                  <a:schemeClr val="accent4"/>
                </a:solidFill>
              </a:endParaRPr>
            </a:p>
          </p:txBody>
        </p:sp>
        <p:sp>
          <p:nvSpPr>
            <p:cNvPr id="45" name="professor_53644"/>
            <p:cNvSpPr>
              <a:spLocks noChangeAspect="1"/>
            </p:cNvSpPr>
            <p:nvPr/>
          </p:nvSpPr>
          <p:spPr bwMode="auto">
            <a:xfrm>
              <a:off x="6601606" y="5807951"/>
              <a:ext cx="254137" cy="360000"/>
            </a:xfrm>
            <a:custGeom>
              <a:avLst/>
              <a:gdLst>
                <a:gd name="connsiteX0" fmla="*/ 274879 w 424808"/>
                <a:gd name="connsiteY0" fmla="*/ 445205 h 601764"/>
                <a:gd name="connsiteX1" fmla="*/ 274879 w 424808"/>
                <a:gd name="connsiteY1" fmla="*/ 470531 h 601764"/>
                <a:gd name="connsiteX2" fmla="*/ 332512 w 424808"/>
                <a:gd name="connsiteY2" fmla="*/ 470531 h 601764"/>
                <a:gd name="connsiteX3" fmla="*/ 332512 w 424808"/>
                <a:gd name="connsiteY3" fmla="*/ 445205 h 601764"/>
                <a:gd name="connsiteX4" fmla="*/ 107051 w 424808"/>
                <a:gd name="connsiteY4" fmla="*/ 280818 h 601764"/>
                <a:gd name="connsiteX5" fmla="*/ 183588 w 424808"/>
                <a:gd name="connsiteY5" fmla="*/ 420340 h 601764"/>
                <a:gd name="connsiteX6" fmla="*/ 191426 w 424808"/>
                <a:gd name="connsiteY6" fmla="*/ 393633 h 601764"/>
                <a:gd name="connsiteX7" fmla="*/ 179899 w 424808"/>
                <a:gd name="connsiteY7" fmla="*/ 369228 h 601764"/>
                <a:gd name="connsiteX8" fmla="*/ 212174 w 424808"/>
                <a:gd name="connsiteY8" fmla="*/ 336074 h 601764"/>
                <a:gd name="connsiteX9" fmla="*/ 244910 w 424808"/>
                <a:gd name="connsiteY9" fmla="*/ 369228 h 601764"/>
                <a:gd name="connsiteX10" fmla="*/ 233383 w 424808"/>
                <a:gd name="connsiteY10" fmla="*/ 393633 h 601764"/>
                <a:gd name="connsiteX11" fmla="*/ 240760 w 424808"/>
                <a:gd name="connsiteY11" fmla="*/ 420340 h 601764"/>
                <a:gd name="connsiteX12" fmla="*/ 317758 w 424808"/>
                <a:gd name="connsiteY12" fmla="*/ 280818 h 601764"/>
                <a:gd name="connsiteX13" fmla="*/ 424726 w 424808"/>
                <a:gd name="connsiteY13" fmla="*/ 513815 h 601764"/>
                <a:gd name="connsiteX14" fmla="*/ 388763 w 424808"/>
                <a:gd name="connsiteY14" fmla="*/ 559861 h 601764"/>
                <a:gd name="connsiteX15" fmla="*/ 347267 w 424808"/>
                <a:gd name="connsiteY15" fmla="*/ 561703 h 601764"/>
                <a:gd name="connsiteX16" fmla="*/ 213557 w 424808"/>
                <a:gd name="connsiteY16" fmla="*/ 601764 h 601764"/>
                <a:gd name="connsiteX17" fmla="*/ 78003 w 424808"/>
                <a:gd name="connsiteY17" fmla="*/ 561703 h 601764"/>
                <a:gd name="connsiteX18" fmla="*/ 36507 w 424808"/>
                <a:gd name="connsiteY18" fmla="*/ 559861 h 601764"/>
                <a:gd name="connsiteX19" fmla="*/ 83 w 424808"/>
                <a:gd name="connsiteY19" fmla="*/ 513815 h 601764"/>
                <a:gd name="connsiteX20" fmla="*/ 107051 w 424808"/>
                <a:gd name="connsiteY20" fmla="*/ 280818 h 601764"/>
                <a:gd name="connsiteX21" fmla="*/ 184977 w 424808"/>
                <a:gd name="connsiteY21" fmla="*/ 152406 h 601764"/>
                <a:gd name="connsiteX22" fmla="*/ 153631 w 424808"/>
                <a:gd name="connsiteY22" fmla="*/ 166680 h 601764"/>
                <a:gd name="connsiteX23" fmla="*/ 153631 w 424808"/>
                <a:gd name="connsiteY23" fmla="*/ 167601 h 601764"/>
                <a:gd name="connsiteX24" fmla="*/ 170226 w 424808"/>
                <a:gd name="connsiteY24" fmla="*/ 184637 h 601764"/>
                <a:gd name="connsiteX25" fmla="*/ 178062 w 424808"/>
                <a:gd name="connsiteY25" fmla="*/ 184637 h 601764"/>
                <a:gd name="connsiteX26" fmla="*/ 195118 w 424808"/>
                <a:gd name="connsiteY26" fmla="*/ 167601 h 601764"/>
                <a:gd name="connsiteX27" fmla="*/ 184977 w 424808"/>
                <a:gd name="connsiteY27" fmla="*/ 152406 h 601764"/>
                <a:gd name="connsiteX28" fmla="*/ 247208 w 424808"/>
                <a:gd name="connsiteY28" fmla="*/ 150564 h 601764"/>
                <a:gd name="connsiteX29" fmla="*/ 230152 w 424808"/>
                <a:gd name="connsiteY29" fmla="*/ 167601 h 601764"/>
                <a:gd name="connsiteX30" fmla="*/ 247208 w 424808"/>
                <a:gd name="connsiteY30" fmla="*/ 184637 h 601764"/>
                <a:gd name="connsiteX31" fmla="*/ 254583 w 424808"/>
                <a:gd name="connsiteY31" fmla="*/ 184637 h 601764"/>
                <a:gd name="connsiteX32" fmla="*/ 271639 w 424808"/>
                <a:gd name="connsiteY32" fmla="*/ 167601 h 601764"/>
                <a:gd name="connsiteX33" fmla="*/ 254583 w 424808"/>
                <a:gd name="connsiteY33" fmla="*/ 150564 h 601764"/>
                <a:gd name="connsiteX34" fmla="*/ 236144 w 424808"/>
                <a:gd name="connsiteY34" fmla="*/ 107283 h 601764"/>
                <a:gd name="connsiteX35" fmla="*/ 196040 w 424808"/>
                <a:gd name="connsiteY35" fmla="*/ 145039 h 601764"/>
                <a:gd name="connsiteX36" fmla="*/ 201572 w 424808"/>
                <a:gd name="connsiteY36" fmla="*/ 150564 h 601764"/>
                <a:gd name="connsiteX37" fmla="*/ 223237 w 424808"/>
                <a:gd name="connsiteY37" fmla="*/ 150564 h 601764"/>
                <a:gd name="connsiteX38" fmla="*/ 247208 w 424808"/>
                <a:gd name="connsiteY38" fmla="*/ 138593 h 601764"/>
                <a:gd name="connsiteX39" fmla="*/ 254583 w 424808"/>
                <a:gd name="connsiteY39" fmla="*/ 138593 h 601764"/>
                <a:gd name="connsiteX40" fmla="*/ 284085 w 424808"/>
                <a:gd name="connsiteY40" fmla="*/ 167601 h 601764"/>
                <a:gd name="connsiteX41" fmla="*/ 254583 w 424808"/>
                <a:gd name="connsiteY41" fmla="*/ 197069 h 601764"/>
                <a:gd name="connsiteX42" fmla="*/ 247208 w 424808"/>
                <a:gd name="connsiteY42" fmla="*/ 197069 h 601764"/>
                <a:gd name="connsiteX43" fmla="*/ 217706 w 424808"/>
                <a:gd name="connsiteY43" fmla="*/ 167601 h 601764"/>
                <a:gd name="connsiteX44" fmla="*/ 218167 w 424808"/>
                <a:gd name="connsiteY44" fmla="*/ 162996 h 601764"/>
                <a:gd name="connsiteX45" fmla="*/ 206642 w 424808"/>
                <a:gd name="connsiteY45" fmla="*/ 162996 h 601764"/>
                <a:gd name="connsiteX46" fmla="*/ 207103 w 424808"/>
                <a:gd name="connsiteY46" fmla="*/ 167601 h 601764"/>
                <a:gd name="connsiteX47" fmla="*/ 178062 w 424808"/>
                <a:gd name="connsiteY47" fmla="*/ 197069 h 601764"/>
                <a:gd name="connsiteX48" fmla="*/ 170226 w 424808"/>
                <a:gd name="connsiteY48" fmla="*/ 197069 h 601764"/>
                <a:gd name="connsiteX49" fmla="*/ 141185 w 424808"/>
                <a:gd name="connsiteY49" fmla="*/ 170363 h 601764"/>
                <a:gd name="connsiteX50" fmla="*/ 119519 w 424808"/>
                <a:gd name="connsiteY50" fmla="*/ 173586 h 601764"/>
                <a:gd name="connsiteX51" fmla="*/ 212635 w 424808"/>
                <a:gd name="connsiteY51" fmla="*/ 280869 h 601764"/>
                <a:gd name="connsiteX52" fmla="*/ 307594 w 424808"/>
                <a:gd name="connsiteY52" fmla="*/ 155629 h 601764"/>
                <a:gd name="connsiteX53" fmla="*/ 236144 w 424808"/>
                <a:gd name="connsiteY53" fmla="*/ 107283 h 601764"/>
                <a:gd name="connsiteX54" fmla="*/ 212635 w 424808"/>
                <a:gd name="connsiteY54" fmla="*/ 0 h 601764"/>
                <a:gd name="connsiteX55" fmla="*/ 340323 w 424808"/>
                <a:gd name="connsiteY55" fmla="*/ 127082 h 601764"/>
                <a:gd name="connsiteX56" fmla="*/ 365215 w 424808"/>
                <a:gd name="connsiteY56" fmla="*/ 175889 h 601764"/>
                <a:gd name="connsiteX57" fmla="*/ 326955 w 424808"/>
                <a:gd name="connsiteY57" fmla="*/ 224695 h 601764"/>
                <a:gd name="connsiteX58" fmla="*/ 212635 w 424808"/>
                <a:gd name="connsiteY58" fmla="*/ 317244 h 601764"/>
                <a:gd name="connsiteX59" fmla="*/ 98315 w 424808"/>
                <a:gd name="connsiteY59" fmla="*/ 224695 h 601764"/>
                <a:gd name="connsiteX60" fmla="*/ 59594 w 424808"/>
                <a:gd name="connsiteY60" fmla="*/ 175889 h 601764"/>
                <a:gd name="connsiteX61" fmla="*/ 84947 w 424808"/>
                <a:gd name="connsiteY61" fmla="*/ 127082 h 601764"/>
                <a:gd name="connsiteX62" fmla="*/ 212635 w 424808"/>
                <a:gd name="connsiteY62" fmla="*/ 0 h 601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424808" h="601764">
                  <a:moveTo>
                    <a:pt x="274879" y="445205"/>
                  </a:moveTo>
                  <a:lnTo>
                    <a:pt x="274879" y="470531"/>
                  </a:lnTo>
                  <a:lnTo>
                    <a:pt x="332512" y="470531"/>
                  </a:lnTo>
                  <a:lnTo>
                    <a:pt x="332512" y="445205"/>
                  </a:lnTo>
                  <a:close/>
                  <a:moveTo>
                    <a:pt x="107051" y="280818"/>
                  </a:moveTo>
                  <a:lnTo>
                    <a:pt x="183588" y="420340"/>
                  </a:lnTo>
                  <a:lnTo>
                    <a:pt x="191426" y="393633"/>
                  </a:lnTo>
                  <a:cubicBezTo>
                    <a:pt x="184510" y="387647"/>
                    <a:pt x="179899" y="378898"/>
                    <a:pt x="179899" y="369228"/>
                  </a:cubicBezTo>
                  <a:cubicBezTo>
                    <a:pt x="179899" y="350809"/>
                    <a:pt x="193731" y="336074"/>
                    <a:pt x="212174" y="336074"/>
                  </a:cubicBezTo>
                  <a:cubicBezTo>
                    <a:pt x="230156" y="336074"/>
                    <a:pt x="244910" y="350809"/>
                    <a:pt x="244910" y="369228"/>
                  </a:cubicBezTo>
                  <a:cubicBezTo>
                    <a:pt x="244910" y="378898"/>
                    <a:pt x="240299" y="387647"/>
                    <a:pt x="233383" y="393633"/>
                  </a:cubicBezTo>
                  <a:lnTo>
                    <a:pt x="240760" y="420340"/>
                  </a:lnTo>
                  <a:lnTo>
                    <a:pt x="317758" y="280818"/>
                  </a:lnTo>
                  <a:cubicBezTo>
                    <a:pt x="367092" y="310288"/>
                    <a:pt x="417810" y="377977"/>
                    <a:pt x="424726" y="513815"/>
                  </a:cubicBezTo>
                  <a:cubicBezTo>
                    <a:pt x="426109" y="537759"/>
                    <a:pt x="409972" y="558480"/>
                    <a:pt x="388763" y="559861"/>
                  </a:cubicBezTo>
                  <a:cubicBezTo>
                    <a:pt x="387840" y="559861"/>
                    <a:pt x="347267" y="561703"/>
                    <a:pt x="347267" y="561703"/>
                  </a:cubicBezTo>
                  <a:cubicBezTo>
                    <a:pt x="322830" y="588410"/>
                    <a:pt x="274879" y="601764"/>
                    <a:pt x="213557" y="601764"/>
                  </a:cubicBezTo>
                  <a:cubicBezTo>
                    <a:pt x="155463" y="601764"/>
                    <a:pt x="103362" y="590713"/>
                    <a:pt x="78003" y="561703"/>
                  </a:cubicBezTo>
                  <a:cubicBezTo>
                    <a:pt x="78003" y="561703"/>
                    <a:pt x="36969" y="559861"/>
                    <a:pt x="36507" y="559861"/>
                  </a:cubicBezTo>
                  <a:cubicBezTo>
                    <a:pt x="14837" y="558480"/>
                    <a:pt x="-1300" y="537759"/>
                    <a:pt x="83" y="513815"/>
                  </a:cubicBezTo>
                  <a:cubicBezTo>
                    <a:pt x="6999" y="377056"/>
                    <a:pt x="57717" y="309827"/>
                    <a:pt x="107051" y="280818"/>
                  </a:cubicBezTo>
                  <a:close/>
                  <a:moveTo>
                    <a:pt x="184977" y="152406"/>
                  </a:moveTo>
                  <a:cubicBezTo>
                    <a:pt x="175758" y="157931"/>
                    <a:pt x="165155" y="162996"/>
                    <a:pt x="153631" y="166680"/>
                  </a:cubicBezTo>
                  <a:cubicBezTo>
                    <a:pt x="153631" y="167140"/>
                    <a:pt x="153631" y="167601"/>
                    <a:pt x="153631" y="167601"/>
                  </a:cubicBezTo>
                  <a:cubicBezTo>
                    <a:pt x="153631" y="176809"/>
                    <a:pt x="161007" y="184637"/>
                    <a:pt x="170226" y="184637"/>
                  </a:cubicBezTo>
                  <a:lnTo>
                    <a:pt x="178062" y="184637"/>
                  </a:lnTo>
                  <a:cubicBezTo>
                    <a:pt x="187282" y="184637"/>
                    <a:pt x="195118" y="176809"/>
                    <a:pt x="195118" y="167601"/>
                  </a:cubicBezTo>
                  <a:cubicBezTo>
                    <a:pt x="195118" y="160694"/>
                    <a:pt x="190969" y="155169"/>
                    <a:pt x="184977" y="152406"/>
                  </a:cubicBezTo>
                  <a:close/>
                  <a:moveTo>
                    <a:pt x="247208" y="150564"/>
                  </a:moveTo>
                  <a:cubicBezTo>
                    <a:pt x="237527" y="150564"/>
                    <a:pt x="230152" y="158392"/>
                    <a:pt x="230152" y="167601"/>
                  </a:cubicBezTo>
                  <a:cubicBezTo>
                    <a:pt x="230152" y="176809"/>
                    <a:pt x="237527" y="184637"/>
                    <a:pt x="247208" y="184637"/>
                  </a:cubicBezTo>
                  <a:lnTo>
                    <a:pt x="254583" y="184637"/>
                  </a:lnTo>
                  <a:cubicBezTo>
                    <a:pt x="263802" y="184637"/>
                    <a:pt x="271639" y="176809"/>
                    <a:pt x="271639" y="167601"/>
                  </a:cubicBezTo>
                  <a:cubicBezTo>
                    <a:pt x="271639" y="158392"/>
                    <a:pt x="263802" y="150564"/>
                    <a:pt x="254583" y="150564"/>
                  </a:cubicBezTo>
                  <a:close/>
                  <a:moveTo>
                    <a:pt x="236144" y="107283"/>
                  </a:moveTo>
                  <a:cubicBezTo>
                    <a:pt x="232457" y="111887"/>
                    <a:pt x="218628" y="129384"/>
                    <a:pt x="196040" y="145039"/>
                  </a:cubicBezTo>
                  <a:cubicBezTo>
                    <a:pt x="198345" y="146420"/>
                    <a:pt x="200189" y="148723"/>
                    <a:pt x="201572" y="150564"/>
                  </a:cubicBezTo>
                  <a:lnTo>
                    <a:pt x="223237" y="150564"/>
                  </a:lnTo>
                  <a:cubicBezTo>
                    <a:pt x="228769" y="143197"/>
                    <a:pt x="237066" y="138593"/>
                    <a:pt x="247208" y="138593"/>
                  </a:cubicBezTo>
                  <a:lnTo>
                    <a:pt x="254583" y="138593"/>
                  </a:lnTo>
                  <a:cubicBezTo>
                    <a:pt x="270717" y="138593"/>
                    <a:pt x="284085" y="151485"/>
                    <a:pt x="284085" y="167601"/>
                  </a:cubicBezTo>
                  <a:cubicBezTo>
                    <a:pt x="284085" y="183716"/>
                    <a:pt x="270717" y="197069"/>
                    <a:pt x="254583" y="197069"/>
                  </a:cubicBezTo>
                  <a:lnTo>
                    <a:pt x="247208" y="197069"/>
                  </a:lnTo>
                  <a:cubicBezTo>
                    <a:pt x="231074" y="197069"/>
                    <a:pt x="217706" y="183716"/>
                    <a:pt x="217706" y="167601"/>
                  </a:cubicBezTo>
                  <a:cubicBezTo>
                    <a:pt x="217706" y="166219"/>
                    <a:pt x="218167" y="164378"/>
                    <a:pt x="218167" y="162996"/>
                  </a:cubicBezTo>
                  <a:lnTo>
                    <a:pt x="206642" y="162996"/>
                  </a:lnTo>
                  <a:cubicBezTo>
                    <a:pt x="207103" y="164378"/>
                    <a:pt x="207103" y="166219"/>
                    <a:pt x="207103" y="167601"/>
                  </a:cubicBezTo>
                  <a:cubicBezTo>
                    <a:pt x="207103" y="183716"/>
                    <a:pt x="194196" y="197069"/>
                    <a:pt x="178062" y="197069"/>
                  </a:cubicBezTo>
                  <a:lnTo>
                    <a:pt x="170226" y="197069"/>
                  </a:lnTo>
                  <a:cubicBezTo>
                    <a:pt x="155014" y="197069"/>
                    <a:pt x="142568" y="185097"/>
                    <a:pt x="141185" y="170363"/>
                  </a:cubicBezTo>
                  <a:cubicBezTo>
                    <a:pt x="134270" y="171745"/>
                    <a:pt x="126895" y="173126"/>
                    <a:pt x="119519" y="173586"/>
                  </a:cubicBezTo>
                  <a:cubicBezTo>
                    <a:pt x="129200" y="235746"/>
                    <a:pt x="163311" y="280869"/>
                    <a:pt x="212635" y="280869"/>
                  </a:cubicBezTo>
                  <a:cubicBezTo>
                    <a:pt x="264724" y="280869"/>
                    <a:pt x="302985" y="228839"/>
                    <a:pt x="307594" y="155629"/>
                  </a:cubicBezTo>
                  <a:cubicBezTo>
                    <a:pt x="260576" y="144579"/>
                    <a:pt x="242598" y="119715"/>
                    <a:pt x="236144" y="107283"/>
                  </a:cubicBezTo>
                  <a:close/>
                  <a:moveTo>
                    <a:pt x="212635" y="0"/>
                  </a:moveTo>
                  <a:cubicBezTo>
                    <a:pt x="313126" y="0"/>
                    <a:pt x="333870" y="55713"/>
                    <a:pt x="340323" y="127082"/>
                  </a:cubicBezTo>
                  <a:cubicBezTo>
                    <a:pt x="359684" y="130305"/>
                    <a:pt x="370286" y="145499"/>
                    <a:pt x="365215" y="175889"/>
                  </a:cubicBezTo>
                  <a:cubicBezTo>
                    <a:pt x="361067" y="201213"/>
                    <a:pt x="349081" y="222854"/>
                    <a:pt x="326955" y="224695"/>
                  </a:cubicBezTo>
                  <a:cubicBezTo>
                    <a:pt x="305290" y="281790"/>
                    <a:pt x="262420" y="317244"/>
                    <a:pt x="212635" y="317244"/>
                  </a:cubicBezTo>
                  <a:cubicBezTo>
                    <a:pt x="160546" y="317244"/>
                    <a:pt x="119980" y="280409"/>
                    <a:pt x="98315" y="224695"/>
                  </a:cubicBezTo>
                  <a:cubicBezTo>
                    <a:pt x="76188" y="222854"/>
                    <a:pt x="64203" y="201213"/>
                    <a:pt x="59594" y="175889"/>
                  </a:cubicBezTo>
                  <a:cubicBezTo>
                    <a:pt x="54523" y="145499"/>
                    <a:pt x="65586" y="130305"/>
                    <a:pt x="84947" y="127082"/>
                  </a:cubicBezTo>
                  <a:cubicBezTo>
                    <a:pt x="91400" y="55713"/>
                    <a:pt x="111222" y="0"/>
                    <a:pt x="212635" y="0"/>
                  </a:cubicBezTo>
                  <a:close/>
                </a:path>
              </a:pathLst>
            </a:custGeom>
            <a:solidFill>
              <a:srgbClr val="005D96"/>
            </a:solidFill>
            <a:ln>
              <a:noFill/>
            </a:ln>
          </p:spPr>
          <p:txBody>
            <a:bodyPr/>
            <a:lstStyle/>
            <a:p>
              <a:endParaRPr lang="zh-CN" altLang="en-US" dirty="0">
                <a:solidFill>
                  <a:schemeClr val="accent4"/>
                </a:solidFill>
              </a:endParaRPr>
            </a:p>
          </p:txBody>
        </p:sp>
      </p:grpSp>
      <p:sp>
        <p:nvSpPr>
          <p:cNvPr id="3" name="文本框 2"/>
          <p:cNvSpPr txBox="1"/>
          <p:nvPr/>
        </p:nvSpPr>
        <p:spPr>
          <a:xfrm>
            <a:off x="-114300" y="4502150"/>
            <a:ext cx="309880" cy="368300"/>
          </a:xfrm>
          <a:prstGeom prst="rect">
            <a:avLst/>
          </a:prstGeom>
          <a:noFill/>
        </p:spPr>
        <p:txBody>
          <a:bodyPr wrap="none" rtlCol="0">
            <a:spAutoFit/>
          </a:bodyPr>
          <a:lstStyle/>
          <a:p>
            <a:endParaRPr lang="zh-CN" altLang="en-US"/>
          </a:p>
        </p:txBody>
      </p:sp>
      <p:sp>
        <p:nvSpPr>
          <p:cNvPr id="4" name="文本占位符 3">
            <a:extLst>
              <a:ext uri="{FF2B5EF4-FFF2-40B4-BE49-F238E27FC236}">
                <a16:creationId xmlns:a16="http://schemas.microsoft.com/office/drawing/2014/main" id="{4ADE574F-A14B-EE44-B58F-28595D784A72}"/>
              </a:ext>
            </a:extLst>
          </p:cNvPr>
          <p:cNvSpPr>
            <a:spLocks noGrp="1"/>
          </p:cNvSpPr>
          <p:nvPr>
            <p:ph type="body" sz="quarter" idx="11"/>
          </p:nvPr>
        </p:nvSpPr>
        <p:spPr>
          <a:xfrm>
            <a:off x="4908922" y="4734940"/>
            <a:ext cx="5881922" cy="337185"/>
          </a:xfrm>
        </p:spPr>
        <p:txBody>
          <a:bodyPr/>
          <a:lstStyle/>
          <a:p>
            <a:r>
              <a:rPr lang="en-US" altLang="zh-CN" b="1" dirty="0">
                <a:solidFill>
                  <a:schemeClr val="tx1"/>
                </a:solidFill>
              </a:rPr>
              <a:t>----</a:t>
            </a:r>
            <a:r>
              <a:rPr lang="zh-CN" altLang="en-US" b="1" dirty="0">
                <a:solidFill>
                  <a:schemeClr val="tx1"/>
                </a:solidFill>
              </a:rPr>
              <a:t> 课程编号：</a:t>
            </a:r>
            <a:r>
              <a:rPr lang="en-US" altLang="zh-CN" b="1" dirty="0">
                <a:solidFill>
                  <a:schemeClr val="tx1"/>
                </a:solidFill>
              </a:rPr>
              <a:t>BK10504150-01</a:t>
            </a:r>
            <a:endParaRPr lang="zh-CN" altLang="en-US" b="1" dirty="0">
              <a:solidFill>
                <a:schemeClr val="tx1"/>
              </a:solidFill>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5483860" y="981075"/>
            <a:ext cx="1360805" cy="1334770"/>
          </a:xfrm>
          <a:prstGeom prst="ellipse">
            <a:avLst/>
          </a:prstGeom>
          <a:gradFill>
            <a:gsLst>
              <a:gs pos="0">
                <a:srgbClr val="005D96"/>
              </a:gs>
              <a:gs pos="100000">
                <a:srgbClr val="06253A"/>
              </a:gs>
            </a:gsLst>
            <a:lin ang="13500000" scaled="1"/>
          </a:gradFill>
          <a:ln>
            <a:solidFill>
              <a:srgbClr val="005D9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dirty="0">
                <a:latin typeface="Times New Roman Regular" panose="02020603050405020304" charset="0"/>
                <a:ea typeface="+mj-ea"/>
                <a:cs typeface="Times New Roman Regular" panose="02020603050405020304" charset="0"/>
              </a:rPr>
              <a:t>04</a:t>
            </a:r>
          </a:p>
        </p:txBody>
      </p:sp>
      <p:sp>
        <p:nvSpPr>
          <p:cNvPr id="7" name="文本框 6"/>
          <p:cNvSpPr txBox="1"/>
          <p:nvPr/>
        </p:nvSpPr>
        <p:spPr>
          <a:xfrm>
            <a:off x="2944526" y="2794468"/>
            <a:ext cx="6301725" cy="707886"/>
          </a:xfrm>
          <a:prstGeom prst="rect">
            <a:avLst/>
          </a:prstGeom>
          <a:noFill/>
        </p:spPr>
        <p:txBody>
          <a:bodyPr wrap="none" rtlCol="0">
            <a:spAutoFit/>
          </a:bodyPr>
          <a:lstStyle/>
          <a:p>
            <a:pPr algn="ctr"/>
            <a:r>
              <a:rPr lang="zh-CN" altLang="en-US" sz="4000" b="1" spc="600" dirty="0">
                <a:solidFill>
                  <a:schemeClr val="tx2">
                    <a:lumMod val="50000"/>
                  </a:schemeClr>
                </a:solidFill>
              </a:rPr>
              <a:t>第四章 基本的算法策略</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89F25AF-86B9-C443-AC0F-408445C8B7A5}"/>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分而治之法</a:t>
            </a:r>
          </a:p>
        </p:txBody>
      </p:sp>
      <p:sp>
        <p:nvSpPr>
          <p:cNvPr id="6" name="Rectangle 3">
            <a:extLst>
              <a:ext uri="{FF2B5EF4-FFF2-40B4-BE49-F238E27FC236}">
                <a16:creationId xmlns:a16="http://schemas.microsoft.com/office/drawing/2014/main" id="{26871972-7126-AE40-8810-E975CFED950D}"/>
              </a:ext>
            </a:extLst>
          </p:cNvPr>
          <p:cNvSpPr txBox="1">
            <a:spLocks noChangeArrowheads="1"/>
          </p:cNvSpPr>
          <p:nvPr/>
        </p:nvSpPr>
        <p:spPr bwMode="auto">
          <a:xfrm>
            <a:off x="1392873" y="1434464"/>
            <a:ext cx="7488237" cy="4714875"/>
          </a:xfrm>
          <a:prstGeom prst="rect">
            <a:avLst/>
          </a:prstGeom>
          <a:noFill/>
        </p:spPr>
        <p:txBody>
          <a:bodyPr vert="horz" wrap="square" lIns="91440" tIns="45720" rIns="91440" bIns="45720" numCol="1" anchor="t" anchorCtr="0" compatLnSpc="1">
            <a:prstTxWarp prst="textNoShape">
              <a:avLst/>
            </a:prstTxWarp>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altLang="zh-CN" b="1" dirty="0">
                <a:solidFill>
                  <a:srgbClr val="808080"/>
                </a:solidFill>
                <a:latin typeface="SimSun" panose="02010600030101010101" pitchFamily="2" charset="-122"/>
                <a:ea typeface="SimSun" panose="02010600030101010101" pitchFamily="2" charset="-122"/>
              </a:rPr>
              <a:t>4.1 </a:t>
            </a:r>
            <a:r>
              <a:rPr lang="zh-CN" altLang="en-US" b="1" dirty="0">
                <a:solidFill>
                  <a:srgbClr val="808080"/>
                </a:solidFill>
                <a:latin typeface="SimSun" panose="02010600030101010101" pitchFamily="2" charset="-122"/>
                <a:ea typeface="SimSun" panose="02010600030101010101" pitchFamily="2" charset="-122"/>
              </a:rPr>
              <a:t>迭代算法</a:t>
            </a:r>
          </a:p>
          <a:p>
            <a:pPr algn="just">
              <a:lnSpc>
                <a:spcPct val="150000"/>
              </a:lnSpc>
            </a:pPr>
            <a:r>
              <a:rPr lang="en-US" altLang="zh-CN" b="1" dirty="0">
                <a:solidFill>
                  <a:srgbClr val="808080"/>
                </a:solidFill>
                <a:latin typeface="SimSun" panose="02010600030101010101" pitchFamily="2" charset="-122"/>
                <a:ea typeface="SimSun" panose="02010600030101010101" pitchFamily="2" charset="-122"/>
              </a:rPr>
              <a:t>4.2 </a:t>
            </a:r>
            <a:r>
              <a:rPr lang="zh-CN" altLang="en-US" b="1" dirty="0">
                <a:solidFill>
                  <a:srgbClr val="808080"/>
                </a:solidFill>
                <a:latin typeface="SimSun" panose="02010600030101010101" pitchFamily="2" charset="-122"/>
                <a:ea typeface="SimSun" panose="02010600030101010101" pitchFamily="2" charset="-122"/>
              </a:rPr>
              <a:t>蛮力法</a:t>
            </a:r>
          </a:p>
          <a:p>
            <a:pPr algn="just">
              <a:lnSpc>
                <a:spcPct val="150000"/>
              </a:lnSpc>
            </a:pPr>
            <a:r>
              <a:rPr lang="en-US" altLang="zh-CN" b="1" dirty="0">
                <a:latin typeface="SimSun" panose="02010600030101010101" pitchFamily="2" charset="-122"/>
                <a:ea typeface="SimSun" panose="02010600030101010101" pitchFamily="2" charset="-122"/>
              </a:rPr>
              <a:t>4.3 </a:t>
            </a:r>
            <a:r>
              <a:rPr lang="zh-CN" altLang="en-US" b="1" dirty="0">
                <a:latin typeface="SimSun" panose="02010600030101010101" pitchFamily="2" charset="-122"/>
                <a:ea typeface="SimSun" panose="02010600030101010101" pitchFamily="2" charset="-122"/>
              </a:rPr>
              <a:t>分治算法</a:t>
            </a:r>
          </a:p>
          <a:p>
            <a:pPr algn="just">
              <a:lnSpc>
                <a:spcPct val="150000"/>
              </a:lnSpc>
            </a:pPr>
            <a:r>
              <a:rPr lang="en-US" altLang="zh-CN" b="1" dirty="0">
                <a:solidFill>
                  <a:srgbClr val="808080"/>
                </a:solidFill>
                <a:latin typeface="SimSun" panose="02010600030101010101" pitchFamily="2" charset="-122"/>
                <a:ea typeface="SimSun" panose="02010600030101010101" pitchFamily="2" charset="-122"/>
              </a:rPr>
              <a:t>4.4 </a:t>
            </a:r>
            <a:r>
              <a:rPr lang="zh-CN" altLang="en-US" b="1" dirty="0">
                <a:solidFill>
                  <a:srgbClr val="808080"/>
                </a:solidFill>
                <a:latin typeface="SimSun" panose="02010600030101010101" pitchFamily="2" charset="-122"/>
                <a:ea typeface="SimSun" panose="02010600030101010101" pitchFamily="2" charset="-122"/>
              </a:rPr>
              <a:t>贪婪算法</a:t>
            </a:r>
          </a:p>
          <a:p>
            <a:pPr algn="just">
              <a:lnSpc>
                <a:spcPct val="150000"/>
              </a:lnSpc>
            </a:pPr>
            <a:r>
              <a:rPr lang="en-US" altLang="zh-CN" b="1" dirty="0">
                <a:solidFill>
                  <a:srgbClr val="808080"/>
                </a:solidFill>
                <a:latin typeface="SimSun" panose="02010600030101010101" pitchFamily="2" charset="-122"/>
                <a:ea typeface="SimSun" panose="02010600030101010101" pitchFamily="2" charset="-122"/>
              </a:rPr>
              <a:t>4.5 </a:t>
            </a:r>
            <a:r>
              <a:rPr lang="zh-CN" altLang="en-US" b="1" dirty="0">
                <a:solidFill>
                  <a:srgbClr val="808080"/>
                </a:solidFill>
                <a:latin typeface="SimSun" panose="02010600030101010101" pitchFamily="2" charset="-122"/>
                <a:ea typeface="SimSun" panose="02010600030101010101" pitchFamily="2" charset="-122"/>
              </a:rPr>
              <a:t>动态规划</a:t>
            </a:r>
          </a:p>
          <a:p>
            <a:pPr algn="just">
              <a:lnSpc>
                <a:spcPct val="150000"/>
              </a:lnSpc>
            </a:pPr>
            <a:r>
              <a:rPr lang="en-US" altLang="zh-CN" b="1" dirty="0">
                <a:solidFill>
                  <a:srgbClr val="808080"/>
                </a:solidFill>
                <a:latin typeface="SimSun" panose="02010600030101010101" pitchFamily="2" charset="-122"/>
                <a:ea typeface="SimSun" panose="02010600030101010101" pitchFamily="2" charset="-122"/>
              </a:rPr>
              <a:t>4.6 </a:t>
            </a:r>
            <a:r>
              <a:rPr lang="zh-CN" altLang="en-US" b="1" dirty="0">
                <a:solidFill>
                  <a:srgbClr val="808080"/>
                </a:solidFill>
                <a:latin typeface="SimSun" panose="02010600030101010101" pitchFamily="2" charset="-122"/>
                <a:ea typeface="SimSun" panose="02010600030101010101" pitchFamily="2" charset="-122"/>
              </a:rPr>
              <a:t>算法策略间的比较</a:t>
            </a:r>
          </a:p>
        </p:txBody>
      </p:sp>
    </p:spTree>
    <p:extLst>
      <p:ext uri="{BB962C8B-B14F-4D97-AF65-F5344CB8AC3E}">
        <p14:creationId xmlns:p14="http://schemas.microsoft.com/office/powerpoint/2010/main" val="82794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89F25AF-86B9-C443-AC0F-408445C8B7A5}"/>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6" name="object 2">
            <a:extLst>
              <a:ext uri="{FF2B5EF4-FFF2-40B4-BE49-F238E27FC236}">
                <a16:creationId xmlns:a16="http://schemas.microsoft.com/office/drawing/2014/main" id="{DE67ED34-C75B-114A-A540-D1672E67DFC2}"/>
              </a:ext>
            </a:extLst>
          </p:cNvPr>
          <p:cNvSpPr txBox="1"/>
          <p:nvPr/>
        </p:nvSpPr>
        <p:spPr>
          <a:xfrm>
            <a:off x="747718" y="1027812"/>
            <a:ext cx="8684406" cy="1952779"/>
          </a:xfrm>
          <a:prstGeom prst="rect">
            <a:avLst/>
          </a:prstGeom>
        </p:spPr>
        <p:txBody>
          <a:bodyPr vert="horz" wrap="square" lIns="0" tIns="106045" rIns="0" bIns="0" rtlCol="0">
            <a:spAutoFit/>
          </a:bodyPr>
          <a:lstStyle/>
          <a:p>
            <a:pPr marL="355600" indent="-342900">
              <a:lnSpc>
                <a:spcPct val="150000"/>
              </a:lnSpc>
              <a:spcBef>
                <a:spcPts val="835"/>
              </a:spcBef>
              <a:buClr>
                <a:srgbClr val="8092F0"/>
              </a:buClr>
              <a:buSzPct val="69642"/>
              <a:buFont typeface="Wingdings"/>
              <a:buChar char=""/>
              <a:tabLst>
                <a:tab pos="354965" algn="l"/>
                <a:tab pos="355600" algn="l"/>
              </a:tabLst>
            </a:pPr>
            <a:r>
              <a:rPr sz="2800" b="1" spc="-10" dirty="0" err="1">
                <a:latin typeface="宋体"/>
                <a:cs typeface="宋体"/>
              </a:rPr>
              <a:t>杠铃增重问题</a:t>
            </a:r>
            <a:endParaRPr sz="2800" b="1" dirty="0">
              <a:latin typeface="宋体"/>
              <a:cs typeface="宋体"/>
            </a:endParaRPr>
          </a:p>
          <a:p>
            <a:pPr marL="704215" lvl="1" indent="-347980">
              <a:lnSpc>
                <a:spcPct val="150000"/>
              </a:lnSpc>
              <a:spcBef>
                <a:spcPts val="625"/>
              </a:spcBef>
              <a:buClr>
                <a:srgbClr val="DAB6FB"/>
              </a:buClr>
              <a:buSzPct val="68750"/>
              <a:buFont typeface="Wingdings"/>
              <a:buChar char=""/>
              <a:tabLst>
                <a:tab pos="704215" algn="l"/>
                <a:tab pos="704850" algn="l"/>
              </a:tabLst>
            </a:pPr>
            <a:r>
              <a:rPr sz="2400" dirty="0" err="1">
                <a:latin typeface="宋体"/>
                <a:cs typeface="宋体"/>
              </a:rPr>
              <a:t>每位参赛运动员向组委会提交</a:t>
            </a:r>
            <a:r>
              <a:rPr sz="2400" dirty="0" err="1">
                <a:solidFill>
                  <a:srgbClr val="FF0000"/>
                </a:solidFill>
                <a:latin typeface="宋体"/>
                <a:cs typeface="宋体"/>
              </a:rPr>
              <a:t>排好序</a:t>
            </a:r>
            <a:r>
              <a:rPr sz="2400" spc="-10" dirty="0" err="1">
                <a:latin typeface="宋体"/>
                <a:cs typeface="宋体"/>
              </a:rPr>
              <a:t>的三次试举重量</a:t>
            </a:r>
            <a:endParaRPr lang="en-US" sz="2400" spc="-10" dirty="0">
              <a:latin typeface="宋体"/>
              <a:cs typeface="宋体"/>
            </a:endParaRPr>
          </a:p>
          <a:p>
            <a:pPr marL="704215" lvl="1" indent="-347980">
              <a:lnSpc>
                <a:spcPct val="150000"/>
              </a:lnSpc>
              <a:spcBef>
                <a:spcPts val="625"/>
              </a:spcBef>
              <a:buClr>
                <a:srgbClr val="DAB6FB"/>
              </a:buClr>
              <a:buSzPct val="68750"/>
              <a:buFont typeface="Wingdings"/>
              <a:buChar char=""/>
              <a:tabLst>
                <a:tab pos="704215" algn="l"/>
                <a:tab pos="704850" algn="l"/>
              </a:tabLst>
            </a:pPr>
            <a:r>
              <a:rPr lang="zh-CN" altLang="en-US" sz="2400" dirty="0">
                <a:latin typeface="SimSun" panose="02010600030101010101" pitchFamily="2" charset="-122"/>
                <a:ea typeface="SimSun" panose="02010600030101010101" pitchFamily="2" charset="-122"/>
                <a:cs typeface="宋体"/>
              </a:rPr>
              <a:t>为便于杠铃拆卸，组委会需对</a:t>
            </a:r>
            <a:r>
              <a:rPr lang="zh-CN" altLang="en-US" sz="2400" dirty="0">
                <a:solidFill>
                  <a:srgbClr val="FF0000"/>
                </a:solidFill>
                <a:latin typeface="SimSun" panose="02010600030101010101" pitchFamily="2" charset="-122"/>
                <a:ea typeface="SimSun" panose="02010600030101010101" pitchFamily="2" charset="-122"/>
                <a:cs typeface="宋体"/>
              </a:rPr>
              <a:t>所有</a:t>
            </a:r>
            <a:r>
              <a:rPr lang="zh-CN" altLang="en-US" sz="2400" dirty="0">
                <a:latin typeface="SimSun" panose="02010600030101010101" pitchFamily="2" charset="-122"/>
                <a:ea typeface="SimSun" panose="02010600030101010101" pitchFamily="2" charset="-122"/>
                <a:cs typeface="宋体"/>
              </a:rPr>
              <a:t>试举重量</a:t>
            </a:r>
            <a:r>
              <a:rPr lang="zh-CN" altLang="en-US" sz="2400" spc="-15" dirty="0">
                <a:solidFill>
                  <a:srgbClr val="FF0000"/>
                </a:solidFill>
                <a:latin typeface="SimSun" panose="02010600030101010101" pitchFamily="2" charset="-122"/>
                <a:ea typeface="SimSun" panose="02010600030101010101" pitchFamily="2" charset="-122"/>
                <a:cs typeface="宋体"/>
              </a:rPr>
              <a:t>递增排序</a:t>
            </a:r>
            <a:endParaRPr lang="zh-CN" altLang="en-US" sz="2400" dirty="0">
              <a:latin typeface="SimSun" panose="02010600030101010101" pitchFamily="2" charset="-122"/>
              <a:ea typeface="SimSun" panose="02010600030101010101" pitchFamily="2" charset="-122"/>
              <a:cs typeface="宋体"/>
            </a:endParaRPr>
          </a:p>
        </p:txBody>
      </p:sp>
      <p:pic>
        <p:nvPicPr>
          <p:cNvPr id="7" name="object 4">
            <a:extLst>
              <a:ext uri="{FF2B5EF4-FFF2-40B4-BE49-F238E27FC236}">
                <a16:creationId xmlns:a16="http://schemas.microsoft.com/office/drawing/2014/main" id="{81664D40-A918-044A-8B71-C970779A067E}"/>
              </a:ext>
            </a:extLst>
          </p:cNvPr>
          <p:cNvPicPr/>
          <p:nvPr/>
        </p:nvPicPr>
        <p:blipFill>
          <a:blip r:embed="rId2"/>
          <a:stretch>
            <a:fillRect/>
          </a:stretch>
        </p:blipFill>
        <p:spPr>
          <a:xfrm>
            <a:off x="2386788" y="3953525"/>
            <a:ext cx="688354" cy="751144"/>
          </a:xfrm>
          <a:prstGeom prst="rect">
            <a:avLst/>
          </a:prstGeom>
        </p:spPr>
      </p:pic>
      <p:graphicFrame>
        <p:nvGraphicFramePr>
          <p:cNvPr id="8" name="object 5">
            <a:extLst>
              <a:ext uri="{FF2B5EF4-FFF2-40B4-BE49-F238E27FC236}">
                <a16:creationId xmlns:a16="http://schemas.microsoft.com/office/drawing/2014/main" id="{7B11E264-C60A-1642-89AF-491FC4CCB99A}"/>
              </a:ext>
            </a:extLst>
          </p:cNvPr>
          <p:cNvGraphicFramePr>
            <a:graphicFrameLocks noGrp="1"/>
          </p:cNvGraphicFramePr>
          <p:nvPr>
            <p:extLst>
              <p:ext uri="{D42A27DB-BD31-4B8C-83A1-F6EECF244321}">
                <p14:modId xmlns:p14="http://schemas.microsoft.com/office/powerpoint/2010/main" val="3799358952"/>
              </p:ext>
            </p:extLst>
          </p:nvPr>
        </p:nvGraphicFramePr>
        <p:xfrm>
          <a:off x="1859407" y="3265993"/>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dirty="0">
                          <a:latin typeface="Times New Roman"/>
                          <a:cs typeface="Times New Roman"/>
                        </a:rPr>
                        <a:t>125</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dirty="0">
                          <a:latin typeface="Times New Roman"/>
                          <a:cs typeface="Times New Roman"/>
                        </a:rPr>
                        <a:t>130</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pic>
        <p:nvPicPr>
          <p:cNvPr id="9" name="object 6">
            <a:extLst>
              <a:ext uri="{FF2B5EF4-FFF2-40B4-BE49-F238E27FC236}">
                <a16:creationId xmlns:a16="http://schemas.microsoft.com/office/drawing/2014/main" id="{99448097-2F04-E645-8CFC-83B287195FB2}"/>
              </a:ext>
            </a:extLst>
          </p:cNvPr>
          <p:cNvPicPr/>
          <p:nvPr/>
        </p:nvPicPr>
        <p:blipFill>
          <a:blip r:embed="rId2"/>
          <a:stretch>
            <a:fillRect/>
          </a:stretch>
        </p:blipFill>
        <p:spPr>
          <a:xfrm>
            <a:off x="4456329" y="3953525"/>
            <a:ext cx="687715" cy="751144"/>
          </a:xfrm>
          <a:prstGeom prst="rect">
            <a:avLst/>
          </a:prstGeom>
        </p:spPr>
      </p:pic>
      <p:graphicFrame>
        <p:nvGraphicFramePr>
          <p:cNvPr id="10" name="object 7">
            <a:extLst>
              <a:ext uri="{FF2B5EF4-FFF2-40B4-BE49-F238E27FC236}">
                <a16:creationId xmlns:a16="http://schemas.microsoft.com/office/drawing/2014/main" id="{5069FF77-4192-6E4F-8AD5-C642541927D5}"/>
              </a:ext>
            </a:extLst>
          </p:cNvPr>
          <p:cNvGraphicFramePr>
            <a:graphicFrameLocks noGrp="1"/>
          </p:cNvGraphicFramePr>
          <p:nvPr>
            <p:extLst>
              <p:ext uri="{D42A27DB-BD31-4B8C-83A1-F6EECF244321}">
                <p14:modId xmlns:p14="http://schemas.microsoft.com/office/powerpoint/2010/main" val="2694768074"/>
              </p:ext>
            </p:extLst>
          </p:nvPr>
        </p:nvGraphicFramePr>
        <p:xfrm>
          <a:off x="3928490" y="3265993"/>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pic>
        <p:nvPicPr>
          <p:cNvPr id="11" name="object 8">
            <a:extLst>
              <a:ext uri="{FF2B5EF4-FFF2-40B4-BE49-F238E27FC236}">
                <a16:creationId xmlns:a16="http://schemas.microsoft.com/office/drawing/2014/main" id="{18A4DF4C-F5D7-7E41-9EB3-0DB553CDE1F8}"/>
              </a:ext>
            </a:extLst>
          </p:cNvPr>
          <p:cNvPicPr/>
          <p:nvPr/>
        </p:nvPicPr>
        <p:blipFill>
          <a:blip r:embed="rId2"/>
          <a:stretch>
            <a:fillRect/>
          </a:stretch>
        </p:blipFill>
        <p:spPr>
          <a:xfrm>
            <a:off x="6614364" y="3953525"/>
            <a:ext cx="688354" cy="751144"/>
          </a:xfrm>
          <a:prstGeom prst="rect">
            <a:avLst/>
          </a:prstGeom>
        </p:spPr>
      </p:pic>
      <p:graphicFrame>
        <p:nvGraphicFramePr>
          <p:cNvPr id="12" name="object 9">
            <a:extLst>
              <a:ext uri="{FF2B5EF4-FFF2-40B4-BE49-F238E27FC236}">
                <a16:creationId xmlns:a16="http://schemas.microsoft.com/office/drawing/2014/main" id="{49D2F6B5-D18B-004E-A9BA-220008707D47}"/>
              </a:ext>
            </a:extLst>
          </p:cNvPr>
          <p:cNvGraphicFramePr>
            <a:graphicFrameLocks noGrp="1"/>
          </p:cNvGraphicFramePr>
          <p:nvPr>
            <p:extLst>
              <p:ext uri="{D42A27DB-BD31-4B8C-83A1-F6EECF244321}">
                <p14:modId xmlns:p14="http://schemas.microsoft.com/office/powerpoint/2010/main" val="1652825765"/>
              </p:ext>
            </p:extLst>
          </p:nvPr>
        </p:nvGraphicFramePr>
        <p:xfrm>
          <a:off x="6086602" y="3265993"/>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pic>
        <p:nvPicPr>
          <p:cNvPr id="13" name="object 10">
            <a:extLst>
              <a:ext uri="{FF2B5EF4-FFF2-40B4-BE49-F238E27FC236}">
                <a16:creationId xmlns:a16="http://schemas.microsoft.com/office/drawing/2014/main" id="{E35D0F1A-EC81-E443-BF6F-D85D5253C029}"/>
              </a:ext>
            </a:extLst>
          </p:cNvPr>
          <p:cNvPicPr/>
          <p:nvPr/>
        </p:nvPicPr>
        <p:blipFill>
          <a:blip r:embed="rId2"/>
          <a:stretch>
            <a:fillRect/>
          </a:stretch>
        </p:blipFill>
        <p:spPr>
          <a:xfrm>
            <a:off x="8815020" y="3953525"/>
            <a:ext cx="688354" cy="751144"/>
          </a:xfrm>
          <a:prstGeom prst="rect">
            <a:avLst/>
          </a:prstGeom>
        </p:spPr>
      </p:pic>
      <p:graphicFrame>
        <p:nvGraphicFramePr>
          <p:cNvPr id="14" name="object 11">
            <a:extLst>
              <a:ext uri="{FF2B5EF4-FFF2-40B4-BE49-F238E27FC236}">
                <a16:creationId xmlns:a16="http://schemas.microsoft.com/office/drawing/2014/main" id="{7B5A0F7A-1D03-8944-983D-850992AD2CE9}"/>
              </a:ext>
            </a:extLst>
          </p:cNvPr>
          <p:cNvGraphicFramePr>
            <a:graphicFrameLocks noGrp="1"/>
          </p:cNvGraphicFramePr>
          <p:nvPr>
            <p:extLst>
              <p:ext uri="{D42A27DB-BD31-4B8C-83A1-F6EECF244321}">
                <p14:modId xmlns:p14="http://schemas.microsoft.com/office/powerpoint/2010/main" val="3762237577"/>
              </p:ext>
            </p:extLst>
          </p:nvPr>
        </p:nvGraphicFramePr>
        <p:xfrm>
          <a:off x="8287384" y="3265993"/>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775">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5" name="object 12">
            <a:extLst>
              <a:ext uri="{FF2B5EF4-FFF2-40B4-BE49-F238E27FC236}">
                <a16:creationId xmlns:a16="http://schemas.microsoft.com/office/drawing/2014/main" id="{2D3315ED-680D-8742-B974-EC36D0934EA0}"/>
              </a:ext>
            </a:extLst>
          </p:cNvPr>
          <p:cNvGraphicFramePr>
            <a:graphicFrameLocks noGrp="1"/>
          </p:cNvGraphicFramePr>
          <p:nvPr>
            <p:extLst>
              <p:ext uri="{D42A27DB-BD31-4B8C-83A1-F6EECF244321}">
                <p14:modId xmlns:p14="http://schemas.microsoft.com/office/powerpoint/2010/main" val="1318942804"/>
              </p:ext>
            </p:extLst>
          </p:nvPr>
        </p:nvGraphicFramePr>
        <p:xfrm>
          <a:off x="3411153" y="4962233"/>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6" name="object 13">
            <a:extLst>
              <a:ext uri="{FF2B5EF4-FFF2-40B4-BE49-F238E27FC236}">
                <a16:creationId xmlns:a16="http://schemas.microsoft.com/office/drawing/2014/main" id="{049B5216-1FA7-6240-B462-2FCE4B0824A4}"/>
              </a:ext>
            </a:extLst>
          </p:cNvPr>
          <p:cNvSpPr txBox="1"/>
          <p:nvPr/>
        </p:nvSpPr>
        <p:spPr>
          <a:xfrm>
            <a:off x="1299142" y="5046815"/>
            <a:ext cx="2159000" cy="391160"/>
          </a:xfrm>
          <a:prstGeom prst="rect">
            <a:avLst/>
          </a:prstGeom>
        </p:spPr>
        <p:txBody>
          <a:bodyPr vert="horz" wrap="square" lIns="0" tIns="12700" rIns="0" bIns="0" rtlCol="0">
            <a:spAutoFit/>
          </a:bodyPr>
          <a:lstStyle/>
          <a:p>
            <a:pPr marL="12700">
              <a:lnSpc>
                <a:spcPct val="100000"/>
              </a:lnSpc>
              <a:spcBef>
                <a:spcPts val="100"/>
              </a:spcBef>
            </a:pPr>
            <a:r>
              <a:rPr sz="2400" spc="-10" dirty="0" err="1">
                <a:latin typeface="宋体"/>
                <a:cs typeface="宋体"/>
              </a:rPr>
              <a:t>杠铃增重顺序</a:t>
            </a:r>
            <a:r>
              <a:rPr sz="2400" spc="-10" dirty="0">
                <a:latin typeface="宋体"/>
                <a:cs typeface="宋体"/>
              </a:rPr>
              <a:t>：</a:t>
            </a:r>
            <a:endParaRPr sz="2400" dirty="0">
              <a:latin typeface="宋体"/>
              <a:cs typeface="宋体"/>
            </a:endParaRPr>
          </a:p>
        </p:txBody>
      </p:sp>
      <p:sp>
        <p:nvSpPr>
          <p:cNvPr id="17" name="object 13">
            <a:extLst>
              <a:ext uri="{FF2B5EF4-FFF2-40B4-BE49-F238E27FC236}">
                <a16:creationId xmlns:a16="http://schemas.microsoft.com/office/drawing/2014/main" id="{F760D429-A9FB-CE47-8FF0-ABBC0E60DE0D}"/>
              </a:ext>
            </a:extLst>
          </p:cNvPr>
          <p:cNvSpPr txBox="1"/>
          <p:nvPr/>
        </p:nvSpPr>
        <p:spPr>
          <a:xfrm>
            <a:off x="510150" y="5669840"/>
            <a:ext cx="7821108" cy="510396"/>
          </a:xfrm>
          <a:prstGeom prst="rect">
            <a:avLst/>
          </a:prstGeom>
          <a:noFill/>
          <a:ln w="38100">
            <a:noFill/>
          </a:ln>
        </p:spPr>
        <p:txBody>
          <a:bodyPr vert="horz" wrap="square" lIns="0" tIns="139700" rIns="0" bIns="0" rtlCol="0">
            <a:spAutoFit/>
          </a:bodyPr>
          <a:lstStyle/>
          <a:p>
            <a:pPr marL="770890" algn="just">
              <a:lnSpc>
                <a:spcPct val="100000"/>
              </a:lnSpc>
              <a:spcBef>
                <a:spcPts val="1100"/>
              </a:spcBef>
            </a:pPr>
            <a:r>
              <a:rPr sz="2400" spc="10" dirty="0" err="1">
                <a:solidFill>
                  <a:srgbClr val="FF0000"/>
                </a:solidFill>
                <a:latin typeface="宋体"/>
                <a:cs typeface="宋体"/>
              </a:rPr>
              <a:t>问题：组委会如何根据试举重量安排杠铃增重顺序</a:t>
            </a:r>
            <a:r>
              <a:rPr sz="2400" spc="10" dirty="0">
                <a:solidFill>
                  <a:srgbClr val="FF0000"/>
                </a:solidFill>
                <a:latin typeface="宋体"/>
                <a:cs typeface="宋体"/>
              </a:rPr>
              <a:t>?</a:t>
            </a:r>
            <a:endParaRPr sz="2400" dirty="0">
              <a:solidFill>
                <a:srgbClr val="FF0000"/>
              </a:solidFill>
              <a:latin typeface="宋体"/>
              <a:cs typeface="宋体"/>
            </a:endParaRPr>
          </a:p>
        </p:txBody>
      </p:sp>
    </p:spTree>
    <p:extLst>
      <p:ext uri="{BB962C8B-B14F-4D97-AF65-F5344CB8AC3E}">
        <p14:creationId xmlns:p14="http://schemas.microsoft.com/office/powerpoint/2010/main" val="2892692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3"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
                                        <p:tgtEl>
                                          <p:spTgt spid="17"/>
                                        </p:tgtEl>
                                      </p:cBhvr>
                                    </p:animEffect>
                                    <p:anim calcmode="lin" valueType="num">
                                      <p:cBhvr>
                                        <p:cTn id="24" dur="400" fill="hold"/>
                                        <p:tgtEl>
                                          <p:spTgt spid="17"/>
                                        </p:tgtEl>
                                        <p:attrNameLst>
                                          <p:attrName>ppt_x</p:attrName>
                                        </p:attrNameLst>
                                      </p:cBhvr>
                                      <p:tavLst>
                                        <p:tav tm="0">
                                          <p:val>
                                            <p:strVal val="#ppt_x"/>
                                          </p:val>
                                        </p:tav>
                                        <p:tav tm="100000">
                                          <p:val>
                                            <p:strVal val="#ppt_x"/>
                                          </p:val>
                                        </p:tav>
                                      </p:tavLst>
                                    </p:anim>
                                    <p:anim calcmode="lin" valueType="num">
                                      <p:cBhvr>
                                        <p:cTn id="25" dur="400" fill="hold"/>
                                        <p:tgtEl>
                                          <p:spTgt spid="17"/>
                                        </p:tgtEl>
                                        <p:attrNameLst>
                                          <p:attrName>ppt_y</p:attrName>
                                        </p:attrNameLst>
                                      </p:cBhvr>
                                      <p:tavLst>
                                        <p:tav tm="0">
                                          <p:val>
                                            <p:strVal val="#ppt_y+0.31"/>
                                          </p:val>
                                        </p:tav>
                                        <p:tav tm="100000">
                                          <p:val>
                                            <p:strVal val="#ppt_y+0.31"/>
                                          </p:val>
                                        </p:tav>
                                      </p:tavLst>
                                    </p:anim>
                                    <p:anim calcmode="lin" valueType="num">
                                      <p:cBhvr>
                                        <p:cTn id="26" dur="600" decel="50000" fill="hold">
                                          <p:stCondLst>
                                            <p:cond delay="400"/>
                                          </p:stCondLst>
                                        </p:cTn>
                                        <p:tgtEl>
                                          <p:spTgt spid="17"/>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7" dur="600" decel="50000" fill="hold">
                                          <p:stCondLst>
                                            <p:cond delay="400"/>
                                          </p:stCondLst>
                                        </p:cTn>
                                        <p:tgtEl>
                                          <p:spTgt spid="17"/>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graphicFrame>
        <p:nvGraphicFramePr>
          <p:cNvPr id="4" name="object 2">
            <a:extLst>
              <a:ext uri="{FF2B5EF4-FFF2-40B4-BE49-F238E27FC236}">
                <a16:creationId xmlns:a16="http://schemas.microsoft.com/office/drawing/2014/main" id="{BD4149B0-D98D-834C-9CA0-51D3B63A797C}"/>
              </a:ext>
            </a:extLst>
          </p:cNvPr>
          <p:cNvGraphicFramePr>
            <a:graphicFrameLocks noGrp="1"/>
          </p:cNvGraphicFramePr>
          <p:nvPr>
            <p:extLst>
              <p:ext uri="{D42A27DB-BD31-4B8C-83A1-F6EECF244321}">
                <p14:modId xmlns:p14="http://schemas.microsoft.com/office/powerpoint/2010/main" val="949077092"/>
              </p:ext>
            </p:extLst>
          </p:nvPr>
        </p:nvGraphicFramePr>
        <p:xfrm>
          <a:off x="2620645" y="3398821"/>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1553630"/>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宋体"/>
                <a:cs typeface="宋体"/>
              </a:rPr>
              <a:t>杠铃增重问题</a:t>
            </a:r>
            <a:endParaRPr sz="32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宋体"/>
                <a:cs typeface="宋体"/>
              </a:rPr>
              <a:t>选择排序</a:t>
            </a:r>
            <a:endParaRPr sz="2800" dirty="0">
              <a:latin typeface="宋体"/>
              <a:cs typeface="宋体"/>
            </a:endParaRPr>
          </a:p>
          <a:p>
            <a:pPr marL="705485">
              <a:lnSpc>
                <a:spcPct val="100000"/>
              </a:lnSpc>
              <a:spcBef>
                <a:spcPts val="555"/>
              </a:spcBef>
              <a:tabLst>
                <a:tab pos="1000125" algn="l"/>
              </a:tabLst>
            </a:pPr>
            <a:r>
              <a:rPr sz="1600" spc="260" dirty="0">
                <a:solidFill>
                  <a:srgbClr val="EB91D7"/>
                </a:solidFill>
                <a:latin typeface="宋体"/>
                <a:cs typeface="宋体"/>
              </a:rPr>
              <a:t>o</a:t>
            </a:r>
            <a:r>
              <a:rPr sz="1600" dirty="0">
                <a:solidFill>
                  <a:srgbClr val="EB91D7"/>
                </a:solidFill>
                <a:latin typeface="宋体"/>
                <a:cs typeface="宋体"/>
              </a:rPr>
              <a:t>	</a:t>
            </a:r>
            <a:r>
              <a:rPr sz="2400" spc="-10" dirty="0" err="1">
                <a:latin typeface="宋体"/>
                <a:cs typeface="宋体"/>
              </a:rPr>
              <a:t>从待排序元素中</a:t>
            </a:r>
            <a:r>
              <a:rPr sz="2400" spc="-10" dirty="0" err="1">
                <a:solidFill>
                  <a:srgbClr val="FF0000"/>
                </a:solidFill>
                <a:latin typeface="宋体"/>
                <a:cs typeface="宋体"/>
              </a:rPr>
              <a:t>迭代选出最小值</a:t>
            </a:r>
            <a:r>
              <a:rPr sz="2400" spc="-10" dirty="0" err="1">
                <a:latin typeface="宋体"/>
                <a:cs typeface="宋体"/>
              </a:rPr>
              <a:t>并排序</a:t>
            </a:r>
            <a:endParaRPr sz="2400" dirty="0">
              <a:latin typeface="宋体"/>
              <a:cs typeface="宋体"/>
            </a:endParaRPr>
          </a:p>
        </p:txBody>
      </p:sp>
      <p:sp>
        <p:nvSpPr>
          <p:cNvPr id="6" name="object 5">
            <a:extLst>
              <a:ext uri="{FF2B5EF4-FFF2-40B4-BE49-F238E27FC236}">
                <a16:creationId xmlns:a16="http://schemas.microsoft.com/office/drawing/2014/main" id="{F370BCA8-4144-4045-B271-BBD3C6B66C5E}"/>
              </a:ext>
            </a:extLst>
          </p:cNvPr>
          <p:cNvSpPr/>
          <p:nvPr/>
        </p:nvSpPr>
        <p:spPr>
          <a:xfrm>
            <a:off x="2865120" y="4013374"/>
            <a:ext cx="114300" cy="337185"/>
          </a:xfrm>
          <a:custGeom>
            <a:avLst/>
            <a:gdLst/>
            <a:ahLst/>
            <a:cxnLst/>
            <a:rect l="l" t="t" r="r" b="b"/>
            <a:pathLst>
              <a:path w="114300" h="337185">
                <a:moveTo>
                  <a:pt x="76200" y="95250"/>
                </a:moveTo>
                <a:lnTo>
                  <a:pt x="38100" y="95250"/>
                </a:lnTo>
                <a:lnTo>
                  <a:pt x="38100" y="337185"/>
                </a:lnTo>
                <a:lnTo>
                  <a:pt x="76200" y="337185"/>
                </a:lnTo>
                <a:lnTo>
                  <a:pt x="76200" y="95250"/>
                </a:lnTo>
                <a:close/>
              </a:path>
              <a:path w="114300" h="337185">
                <a:moveTo>
                  <a:pt x="57150" y="0"/>
                </a:moveTo>
                <a:lnTo>
                  <a:pt x="0" y="114300"/>
                </a:lnTo>
                <a:lnTo>
                  <a:pt x="38100" y="114300"/>
                </a:lnTo>
                <a:lnTo>
                  <a:pt x="38100" y="95250"/>
                </a:lnTo>
                <a:lnTo>
                  <a:pt x="104775" y="95250"/>
                </a:lnTo>
                <a:lnTo>
                  <a:pt x="57150" y="0"/>
                </a:lnTo>
                <a:close/>
              </a:path>
              <a:path w="114300" h="337185">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
        <p:nvSpPr>
          <p:cNvPr id="7" name="object 6">
            <a:extLst>
              <a:ext uri="{FF2B5EF4-FFF2-40B4-BE49-F238E27FC236}">
                <a16:creationId xmlns:a16="http://schemas.microsoft.com/office/drawing/2014/main" id="{E9D38F78-9927-BA40-A88F-C439DCDF8B62}"/>
              </a:ext>
            </a:extLst>
          </p:cNvPr>
          <p:cNvSpPr/>
          <p:nvPr/>
        </p:nvSpPr>
        <p:spPr>
          <a:xfrm>
            <a:off x="4604003" y="4013372"/>
            <a:ext cx="114300" cy="337185"/>
          </a:xfrm>
          <a:custGeom>
            <a:avLst/>
            <a:gdLst/>
            <a:ahLst/>
            <a:cxnLst/>
            <a:rect l="l" t="t" r="r" b="b"/>
            <a:pathLst>
              <a:path w="114300" h="337185">
                <a:moveTo>
                  <a:pt x="76200" y="95250"/>
                </a:moveTo>
                <a:lnTo>
                  <a:pt x="38100" y="95250"/>
                </a:lnTo>
                <a:lnTo>
                  <a:pt x="38100" y="337185"/>
                </a:lnTo>
                <a:lnTo>
                  <a:pt x="76200" y="337185"/>
                </a:lnTo>
                <a:lnTo>
                  <a:pt x="76200" y="95250"/>
                </a:lnTo>
                <a:close/>
              </a:path>
              <a:path w="114300" h="337185">
                <a:moveTo>
                  <a:pt x="57150" y="0"/>
                </a:moveTo>
                <a:lnTo>
                  <a:pt x="0" y="114300"/>
                </a:lnTo>
                <a:lnTo>
                  <a:pt x="38100" y="114300"/>
                </a:lnTo>
                <a:lnTo>
                  <a:pt x="38100" y="95250"/>
                </a:lnTo>
                <a:lnTo>
                  <a:pt x="104775" y="95250"/>
                </a:lnTo>
                <a:lnTo>
                  <a:pt x="57150" y="0"/>
                </a:lnTo>
                <a:close/>
              </a:path>
              <a:path w="114300" h="337185">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cxnSp>
        <p:nvCxnSpPr>
          <p:cNvPr id="9" name="直线连接符 8">
            <a:extLst>
              <a:ext uri="{FF2B5EF4-FFF2-40B4-BE49-F238E27FC236}">
                <a16:creationId xmlns:a16="http://schemas.microsoft.com/office/drawing/2014/main" id="{43E44181-4AD0-8043-9353-0606938C378E}"/>
              </a:ext>
            </a:extLst>
          </p:cNvPr>
          <p:cNvCxnSpPr>
            <a:cxnSpLocks/>
          </p:cNvCxnSpPr>
          <p:nvPr/>
        </p:nvCxnSpPr>
        <p:spPr>
          <a:xfrm>
            <a:off x="2902558" y="4363857"/>
            <a:ext cx="1775913" cy="0"/>
          </a:xfrm>
          <a:prstGeom prst="line">
            <a:avLst/>
          </a:prstGeom>
          <a:ln w="381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1913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1553630"/>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宋体"/>
                <a:cs typeface="宋体"/>
              </a:rPr>
              <a:t>杠铃增重问题</a:t>
            </a:r>
            <a:endParaRPr sz="32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宋体"/>
                <a:cs typeface="宋体"/>
              </a:rPr>
              <a:t>选择排序</a:t>
            </a:r>
            <a:endParaRPr sz="2800" dirty="0">
              <a:latin typeface="宋体"/>
              <a:cs typeface="宋体"/>
            </a:endParaRPr>
          </a:p>
          <a:p>
            <a:pPr marL="705485">
              <a:lnSpc>
                <a:spcPct val="100000"/>
              </a:lnSpc>
              <a:spcBef>
                <a:spcPts val="555"/>
              </a:spcBef>
              <a:tabLst>
                <a:tab pos="1000125" algn="l"/>
              </a:tabLst>
            </a:pPr>
            <a:r>
              <a:rPr sz="1600" spc="260" dirty="0">
                <a:solidFill>
                  <a:srgbClr val="EB91D7"/>
                </a:solidFill>
                <a:latin typeface="宋体"/>
                <a:cs typeface="宋体"/>
              </a:rPr>
              <a:t>o</a:t>
            </a:r>
            <a:r>
              <a:rPr sz="1600" dirty="0">
                <a:solidFill>
                  <a:srgbClr val="EB91D7"/>
                </a:solidFill>
                <a:latin typeface="宋体"/>
                <a:cs typeface="宋体"/>
              </a:rPr>
              <a:t>	</a:t>
            </a:r>
            <a:r>
              <a:rPr sz="2400" spc="-10" dirty="0" err="1">
                <a:latin typeface="宋体"/>
                <a:cs typeface="宋体"/>
              </a:rPr>
              <a:t>从待排序元素中</a:t>
            </a:r>
            <a:r>
              <a:rPr sz="2400" spc="-10" dirty="0" err="1">
                <a:solidFill>
                  <a:srgbClr val="FF0000"/>
                </a:solidFill>
                <a:latin typeface="宋体"/>
                <a:cs typeface="宋体"/>
              </a:rPr>
              <a:t>迭代选出最小值</a:t>
            </a:r>
            <a:r>
              <a:rPr sz="2400" spc="-10" dirty="0" err="1">
                <a:latin typeface="宋体"/>
                <a:cs typeface="宋体"/>
              </a:rPr>
              <a:t>并排序</a:t>
            </a:r>
            <a:endParaRPr sz="2400" dirty="0">
              <a:latin typeface="宋体"/>
              <a:cs typeface="宋体"/>
            </a:endParaRPr>
          </a:p>
        </p:txBody>
      </p:sp>
      <p:graphicFrame>
        <p:nvGraphicFramePr>
          <p:cNvPr id="8" name="object 2">
            <a:extLst>
              <a:ext uri="{FF2B5EF4-FFF2-40B4-BE49-F238E27FC236}">
                <a16:creationId xmlns:a16="http://schemas.microsoft.com/office/drawing/2014/main" id="{3AED55F4-51AA-D349-9A9C-CF71E0590FC8}"/>
              </a:ext>
            </a:extLst>
          </p:cNvPr>
          <p:cNvGraphicFramePr>
            <a:graphicFrameLocks noGrp="1"/>
          </p:cNvGraphicFramePr>
          <p:nvPr>
            <p:extLst>
              <p:ext uri="{D42A27DB-BD31-4B8C-83A1-F6EECF244321}">
                <p14:modId xmlns:p14="http://schemas.microsoft.com/office/powerpoint/2010/main" val="163771785"/>
              </p:ext>
            </p:extLst>
          </p:nvPr>
        </p:nvGraphicFramePr>
        <p:xfrm>
          <a:off x="2620645" y="3401713"/>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0" name="object 5">
            <a:extLst>
              <a:ext uri="{FF2B5EF4-FFF2-40B4-BE49-F238E27FC236}">
                <a16:creationId xmlns:a16="http://schemas.microsoft.com/office/drawing/2014/main" id="{4C6479F2-4855-7649-AEDA-3E824C82D749}"/>
              </a:ext>
            </a:extLst>
          </p:cNvPr>
          <p:cNvSpPr/>
          <p:nvPr/>
        </p:nvSpPr>
        <p:spPr>
          <a:xfrm>
            <a:off x="2821686" y="4020076"/>
            <a:ext cx="1943100" cy="384810"/>
          </a:xfrm>
          <a:custGeom>
            <a:avLst/>
            <a:gdLst/>
            <a:ahLst/>
            <a:cxnLst/>
            <a:rect l="l" t="t" r="r" b="b"/>
            <a:pathLst>
              <a:path w="1943100" h="384810">
                <a:moveTo>
                  <a:pt x="1943100" y="96139"/>
                </a:moveTo>
                <a:lnTo>
                  <a:pt x="1846961" y="0"/>
                </a:lnTo>
                <a:lnTo>
                  <a:pt x="1750695" y="96139"/>
                </a:lnTo>
                <a:lnTo>
                  <a:pt x="1827022" y="96139"/>
                </a:lnTo>
                <a:lnTo>
                  <a:pt x="1827022" y="344932"/>
                </a:lnTo>
                <a:lnTo>
                  <a:pt x="496062" y="344932"/>
                </a:lnTo>
                <a:lnTo>
                  <a:pt x="116078" y="344932"/>
                </a:lnTo>
                <a:lnTo>
                  <a:pt x="116078" y="96139"/>
                </a:lnTo>
                <a:lnTo>
                  <a:pt x="192405" y="96139"/>
                </a:lnTo>
                <a:lnTo>
                  <a:pt x="96139" y="0"/>
                </a:lnTo>
                <a:lnTo>
                  <a:pt x="0" y="96139"/>
                </a:lnTo>
                <a:lnTo>
                  <a:pt x="76327" y="96139"/>
                </a:lnTo>
                <a:lnTo>
                  <a:pt x="76327" y="384810"/>
                </a:lnTo>
                <a:lnTo>
                  <a:pt x="496062" y="384810"/>
                </a:lnTo>
                <a:lnTo>
                  <a:pt x="1866773" y="384810"/>
                </a:lnTo>
                <a:lnTo>
                  <a:pt x="1866773" y="96139"/>
                </a:lnTo>
                <a:lnTo>
                  <a:pt x="1943100" y="96139"/>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733325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1553630"/>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宋体"/>
                <a:cs typeface="宋体"/>
              </a:rPr>
              <a:t>杠铃增重问题</a:t>
            </a:r>
            <a:endParaRPr sz="32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宋体"/>
                <a:cs typeface="宋体"/>
              </a:rPr>
              <a:t>选择排序</a:t>
            </a:r>
            <a:endParaRPr sz="2800" dirty="0">
              <a:latin typeface="宋体"/>
              <a:cs typeface="宋体"/>
            </a:endParaRPr>
          </a:p>
          <a:p>
            <a:pPr marL="705485">
              <a:lnSpc>
                <a:spcPct val="100000"/>
              </a:lnSpc>
              <a:spcBef>
                <a:spcPts val="555"/>
              </a:spcBef>
              <a:tabLst>
                <a:tab pos="1000125" algn="l"/>
              </a:tabLst>
            </a:pPr>
            <a:r>
              <a:rPr sz="1600" spc="260" dirty="0">
                <a:solidFill>
                  <a:srgbClr val="EB91D7"/>
                </a:solidFill>
                <a:latin typeface="宋体"/>
                <a:cs typeface="宋体"/>
              </a:rPr>
              <a:t>o</a:t>
            </a:r>
            <a:r>
              <a:rPr sz="1600" dirty="0">
                <a:solidFill>
                  <a:srgbClr val="EB91D7"/>
                </a:solidFill>
                <a:latin typeface="宋体"/>
                <a:cs typeface="宋体"/>
              </a:rPr>
              <a:t>	</a:t>
            </a:r>
            <a:r>
              <a:rPr sz="2400" spc="-10" dirty="0" err="1">
                <a:latin typeface="宋体"/>
                <a:cs typeface="宋体"/>
              </a:rPr>
              <a:t>从待排序元素中</a:t>
            </a:r>
            <a:r>
              <a:rPr sz="2400" spc="-10" dirty="0" err="1">
                <a:solidFill>
                  <a:srgbClr val="FF0000"/>
                </a:solidFill>
                <a:latin typeface="宋体"/>
                <a:cs typeface="宋体"/>
              </a:rPr>
              <a:t>迭代选出最小值</a:t>
            </a:r>
            <a:r>
              <a:rPr sz="2400" spc="-10" dirty="0" err="1">
                <a:latin typeface="宋体"/>
                <a:cs typeface="宋体"/>
              </a:rPr>
              <a:t>并排序</a:t>
            </a:r>
            <a:endParaRPr sz="2400" dirty="0">
              <a:latin typeface="宋体"/>
              <a:cs typeface="宋体"/>
            </a:endParaRPr>
          </a:p>
        </p:txBody>
      </p:sp>
      <p:graphicFrame>
        <p:nvGraphicFramePr>
          <p:cNvPr id="6" name="object 2">
            <a:extLst>
              <a:ext uri="{FF2B5EF4-FFF2-40B4-BE49-F238E27FC236}">
                <a16:creationId xmlns:a16="http://schemas.microsoft.com/office/drawing/2014/main" id="{17032764-63F0-4C48-A14C-220811C6C013}"/>
              </a:ext>
            </a:extLst>
          </p:cNvPr>
          <p:cNvGraphicFramePr>
            <a:graphicFrameLocks noGrp="1"/>
          </p:cNvGraphicFramePr>
          <p:nvPr>
            <p:extLst>
              <p:ext uri="{D42A27DB-BD31-4B8C-83A1-F6EECF244321}">
                <p14:modId xmlns:p14="http://schemas.microsoft.com/office/powerpoint/2010/main" val="3004497707"/>
              </p:ext>
            </p:extLst>
          </p:nvPr>
        </p:nvGraphicFramePr>
        <p:xfrm>
          <a:off x="2620645" y="3425157"/>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5">
            <a:extLst>
              <a:ext uri="{FF2B5EF4-FFF2-40B4-BE49-F238E27FC236}">
                <a16:creationId xmlns:a16="http://schemas.microsoft.com/office/drawing/2014/main" id="{D2F7A1F9-9D1B-094A-BF9A-BE992D3BDC30}"/>
              </a:ext>
            </a:extLst>
          </p:cNvPr>
          <p:cNvSpPr/>
          <p:nvPr/>
        </p:nvSpPr>
        <p:spPr>
          <a:xfrm>
            <a:off x="2865120" y="4039710"/>
            <a:ext cx="114300" cy="337185"/>
          </a:xfrm>
          <a:custGeom>
            <a:avLst/>
            <a:gdLst/>
            <a:ahLst/>
            <a:cxnLst/>
            <a:rect l="l" t="t" r="r" b="b"/>
            <a:pathLst>
              <a:path w="114300" h="337185">
                <a:moveTo>
                  <a:pt x="76200" y="95250"/>
                </a:moveTo>
                <a:lnTo>
                  <a:pt x="38100" y="95250"/>
                </a:lnTo>
                <a:lnTo>
                  <a:pt x="38100" y="337185"/>
                </a:lnTo>
                <a:lnTo>
                  <a:pt x="76200" y="337185"/>
                </a:lnTo>
                <a:lnTo>
                  <a:pt x="76200" y="95250"/>
                </a:lnTo>
                <a:close/>
              </a:path>
              <a:path w="114300" h="337185">
                <a:moveTo>
                  <a:pt x="57150" y="0"/>
                </a:moveTo>
                <a:lnTo>
                  <a:pt x="0" y="114300"/>
                </a:lnTo>
                <a:lnTo>
                  <a:pt x="38100" y="114300"/>
                </a:lnTo>
                <a:lnTo>
                  <a:pt x="38100" y="95250"/>
                </a:lnTo>
                <a:lnTo>
                  <a:pt x="104775" y="95250"/>
                </a:lnTo>
                <a:lnTo>
                  <a:pt x="57150" y="0"/>
                </a:lnTo>
                <a:close/>
              </a:path>
              <a:path w="114300" h="337185">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
        <p:nvSpPr>
          <p:cNvPr id="9" name="object 6">
            <a:extLst>
              <a:ext uri="{FF2B5EF4-FFF2-40B4-BE49-F238E27FC236}">
                <a16:creationId xmlns:a16="http://schemas.microsoft.com/office/drawing/2014/main" id="{594380FB-0D48-8644-B036-00DDC3BCAA1E}"/>
              </a:ext>
            </a:extLst>
          </p:cNvPr>
          <p:cNvSpPr/>
          <p:nvPr/>
        </p:nvSpPr>
        <p:spPr>
          <a:xfrm>
            <a:off x="6331458" y="4039710"/>
            <a:ext cx="114300" cy="337185"/>
          </a:xfrm>
          <a:custGeom>
            <a:avLst/>
            <a:gdLst/>
            <a:ahLst/>
            <a:cxnLst/>
            <a:rect l="l" t="t" r="r" b="b"/>
            <a:pathLst>
              <a:path w="114300" h="337185">
                <a:moveTo>
                  <a:pt x="76200" y="95250"/>
                </a:moveTo>
                <a:lnTo>
                  <a:pt x="38100" y="95250"/>
                </a:lnTo>
                <a:lnTo>
                  <a:pt x="38100" y="337185"/>
                </a:lnTo>
                <a:lnTo>
                  <a:pt x="76200" y="337185"/>
                </a:lnTo>
                <a:lnTo>
                  <a:pt x="76200" y="95250"/>
                </a:lnTo>
                <a:close/>
              </a:path>
              <a:path w="114300" h="337185">
                <a:moveTo>
                  <a:pt x="57150" y="0"/>
                </a:moveTo>
                <a:lnTo>
                  <a:pt x="0" y="114300"/>
                </a:lnTo>
                <a:lnTo>
                  <a:pt x="38100" y="114300"/>
                </a:lnTo>
                <a:lnTo>
                  <a:pt x="38100" y="95250"/>
                </a:lnTo>
                <a:lnTo>
                  <a:pt x="104775" y="95250"/>
                </a:lnTo>
                <a:lnTo>
                  <a:pt x="57150" y="0"/>
                </a:lnTo>
                <a:close/>
              </a:path>
              <a:path w="114300" h="337185">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cxnSp>
        <p:nvCxnSpPr>
          <p:cNvPr id="4" name="直线连接符 3">
            <a:extLst>
              <a:ext uri="{FF2B5EF4-FFF2-40B4-BE49-F238E27FC236}">
                <a16:creationId xmlns:a16="http://schemas.microsoft.com/office/drawing/2014/main" id="{E8937D07-C4A0-6B46-8AC2-783A4C150782}"/>
              </a:ext>
            </a:extLst>
          </p:cNvPr>
          <p:cNvCxnSpPr>
            <a:cxnSpLocks/>
          </p:cNvCxnSpPr>
          <p:nvPr/>
        </p:nvCxnSpPr>
        <p:spPr>
          <a:xfrm>
            <a:off x="2900289" y="4384432"/>
            <a:ext cx="3510000" cy="0"/>
          </a:xfrm>
          <a:prstGeom prst="line">
            <a:avLst/>
          </a:prstGeom>
          <a:ln w="381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39738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1553630"/>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宋体"/>
                <a:cs typeface="宋体"/>
              </a:rPr>
              <a:t>杠铃增重问题</a:t>
            </a:r>
            <a:endParaRPr sz="32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宋体"/>
                <a:cs typeface="宋体"/>
              </a:rPr>
              <a:t>选择排序</a:t>
            </a:r>
            <a:endParaRPr sz="2800" dirty="0">
              <a:latin typeface="宋体"/>
              <a:cs typeface="宋体"/>
            </a:endParaRPr>
          </a:p>
          <a:p>
            <a:pPr marL="705485">
              <a:lnSpc>
                <a:spcPct val="100000"/>
              </a:lnSpc>
              <a:spcBef>
                <a:spcPts val="555"/>
              </a:spcBef>
              <a:tabLst>
                <a:tab pos="1000125" algn="l"/>
              </a:tabLst>
            </a:pPr>
            <a:r>
              <a:rPr sz="1600" spc="260" dirty="0">
                <a:solidFill>
                  <a:srgbClr val="EB91D7"/>
                </a:solidFill>
                <a:latin typeface="宋体"/>
                <a:cs typeface="宋体"/>
              </a:rPr>
              <a:t>o</a:t>
            </a:r>
            <a:r>
              <a:rPr sz="1600" dirty="0">
                <a:solidFill>
                  <a:srgbClr val="EB91D7"/>
                </a:solidFill>
                <a:latin typeface="宋体"/>
                <a:cs typeface="宋体"/>
              </a:rPr>
              <a:t>	</a:t>
            </a:r>
            <a:r>
              <a:rPr sz="2400" spc="-10" dirty="0" err="1">
                <a:latin typeface="宋体"/>
                <a:cs typeface="宋体"/>
              </a:rPr>
              <a:t>从待排序元素中</a:t>
            </a:r>
            <a:r>
              <a:rPr sz="2400" spc="-10" dirty="0" err="1">
                <a:solidFill>
                  <a:srgbClr val="FF0000"/>
                </a:solidFill>
                <a:latin typeface="宋体"/>
                <a:cs typeface="宋体"/>
              </a:rPr>
              <a:t>迭代选出最小值</a:t>
            </a:r>
            <a:r>
              <a:rPr sz="2400" spc="-10" dirty="0" err="1">
                <a:latin typeface="宋体"/>
                <a:cs typeface="宋体"/>
              </a:rPr>
              <a:t>并排序</a:t>
            </a:r>
            <a:endParaRPr sz="2400" dirty="0">
              <a:latin typeface="宋体"/>
              <a:cs typeface="宋体"/>
            </a:endParaRPr>
          </a:p>
        </p:txBody>
      </p:sp>
      <p:graphicFrame>
        <p:nvGraphicFramePr>
          <p:cNvPr id="8" name="object 2">
            <a:extLst>
              <a:ext uri="{FF2B5EF4-FFF2-40B4-BE49-F238E27FC236}">
                <a16:creationId xmlns:a16="http://schemas.microsoft.com/office/drawing/2014/main" id="{F52AEC41-37F6-1D46-A94C-F06D730AF5D3}"/>
              </a:ext>
            </a:extLst>
          </p:cNvPr>
          <p:cNvGraphicFramePr>
            <a:graphicFrameLocks noGrp="1"/>
          </p:cNvGraphicFramePr>
          <p:nvPr>
            <p:extLst>
              <p:ext uri="{D42A27DB-BD31-4B8C-83A1-F6EECF244321}">
                <p14:modId xmlns:p14="http://schemas.microsoft.com/office/powerpoint/2010/main" val="2192187363"/>
              </p:ext>
            </p:extLst>
          </p:nvPr>
        </p:nvGraphicFramePr>
        <p:xfrm>
          <a:off x="2620645" y="3460327"/>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0" name="object 5">
            <a:extLst>
              <a:ext uri="{FF2B5EF4-FFF2-40B4-BE49-F238E27FC236}">
                <a16:creationId xmlns:a16="http://schemas.microsoft.com/office/drawing/2014/main" id="{5318A632-6C57-F644-A41E-7DF6E63845A6}"/>
              </a:ext>
            </a:extLst>
          </p:cNvPr>
          <p:cNvSpPr/>
          <p:nvPr/>
        </p:nvSpPr>
        <p:spPr>
          <a:xfrm>
            <a:off x="2821686" y="4078690"/>
            <a:ext cx="3680460" cy="384810"/>
          </a:xfrm>
          <a:custGeom>
            <a:avLst/>
            <a:gdLst/>
            <a:ahLst/>
            <a:cxnLst/>
            <a:rect l="l" t="t" r="r" b="b"/>
            <a:pathLst>
              <a:path w="3680460" h="384810">
                <a:moveTo>
                  <a:pt x="3680460" y="96139"/>
                </a:moveTo>
                <a:lnTo>
                  <a:pt x="3584321" y="0"/>
                </a:lnTo>
                <a:lnTo>
                  <a:pt x="3488055" y="96139"/>
                </a:lnTo>
                <a:lnTo>
                  <a:pt x="3564382" y="96139"/>
                </a:lnTo>
                <a:lnTo>
                  <a:pt x="3564382" y="344932"/>
                </a:lnTo>
                <a:lnTo>
                  <a:pt x="939546" y="344932"/>
                </a:lnTo>
                <a:lnTo>
                  <a:pt x="116078" y="344932"/>
                </a:lnTo>
                <a:lnTo>
                  <a:pt x="116078" y="96266"/>
                </a:lnTo>
                <a:lnTo>
                  <a:pt x="192405" y="96266"/>
                </a:lnTo>
                <a:lnTo>
                  <a:pt x="96139" y="0"/>
                </a:lnTo>
                <a:lnTo>
                  <a:pt x="0" y="96266"/>
                </a:lnTo>
                <a:lnTo>
                  <a:pt x="76327" y="96266"/>
                </a:lnTo>
                <a:lnTo>
                  <a:pt x="76327" y="384810"/>
                </a:lnTo>
                <a:lnTo>
                  <a:pt x="939546" y="384810"/>
                </a:lnTo>
                <a:lnTo>
                  <a:pt x="3604133" y="384810"/>
                </a:lnTo>
                <a:lnTo>
                  <a:pt x="3604133" y="96139"/>
                </a:lnTo>
                <a:lnTo>
                  <a:pt x="3680460" y="96139"/>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1071265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1553630"/>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宋体"/>
                <a:cs typeface="宋体"/>
              </a:rPr>
              <a:t>杠铃增重问题</a:t>
            </a:r>
            <a:endParaRPr sz="32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宋体"/>
                <a:cs typeface="宋体"/>
              </a:rPr>
              <a:t>选择排序</a:t>
            </a:r>
            <a:endParaRPr sz="2800" dirty="0">
              <a:latin typeface="宋体"/>
              <a:cs typeface="宋体"/>
            </a:endParaRPr>
          </a:p>
          <a:p>
            <a:pPr marL="705485">
              <a:lnSpc>
                <a:spcPct val="100000"/>
              </a:lnSpc>
              <a:spcBef>
                <a:spcPts val="555"/>
              </a:spcBef>
              <a:tabLst>
                <a:tab pos="1000125" algn="l"/>
              </a:tabLst>
            </a:pPr>
            <a:r>
              <a:rPr sz="1600" spc="260" dirty="0">
                <a:solidFill>
                  <a:srgbClr val="EB91D7"/>
                </a:solidFill>
                <a:latin typeface="宋体"/>
                <a:cs typeface="宋体"/>
              </a:rPr>
              <a:t>o</a:t>
            </a:r>
            <a:r>
              <a:rPr sz="1600" dirty="0">
                <a:solidFill>
                  <a:srgbClr val="EB91D7"/>
                </a:solidFill>
                <a:latin typeface="宋体"/>
                <a:cs typeface="宋体"/>
              </a:rPr>
              <a:t>	</a:t>
            </a:r>
            <a:r>
              <a:rPr sz="2400" spc="-10" dirty="0" err="1">
                <a:latin typeface="宋体"/>
                <a:cs typeface="宋体"/>
              </a:rPr>
              <a:t>从待排序元素中</a:t>
            </a:r>
            <a:r>
              <a:rPr sz="2400" spc="-10" dirty="0" err="1">
                <a:solidFill>
                  <a:srgbClr val="FF0000"/>
                </a:solidFill>
                <a:latin typeface="宋体"/>
                <a:cs typeface="宋体"/>
              </a:rPr>
              <a:t>迭代选出最小值</a:t>
            </a:r>
            <a:r>
              <a:rPr sz="2400" spc="-10" dirty="0" err="1">
                <a:latin typeface="宋体"/>
                <a:cs typeface="宋体"/>
              </a:rPr>
              <a:t>并排序</a:t>
            </a:r>
            <a:endParaRPr sz="2400" dirty="0">
              <a:latin typeface="宋体"/>
              <a:cs typeface="宋体"/>
            </a:endParaRPr>
          </a:p>
        </p:txBody>
      </p:sp>
      <p:graphicFrame>
        <p:nvGraphicFramePr>
          <p:cNvPr id="6" name="object 2">
            <a:extLst>
              <a:ext uri="{FF2B5EF4-FFF2-40B4-BE49-F238E27FC236}">
                <a16:creationId xmlns:a16="http://schemas.microsoft.com/office/drawing/2014/main" id="{287B529C-C1AA-B04C-B5CC-C9CAA8044C1D}"/>
              </a:ext>
            </a:extLst>
          </p:cNvPr>
          <p:cNvGraphicFramePr>
            <a:graphicFrameLocks noGrp="1"/>
          </p:cNvGraphicFramePr>
          <p:nvPr>
            <p:extLst>
              <p:ext uri="{D42A27DB-BD31-4B8C-83A1-F6EECF244321}">
                <p14:modId xmlns:p14="http://schemas.microsoft.com/office/powerpoint/2010/main" val="3421070767"/>
              </p:ext>
            </p:extLst>
          </p:nvPr>
        </p:nvGraphicFramePr>
        <p:xfrm>
          <a:off x="2620645" y="3472047"/>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5">
            <a:extLst>
              <a:ext uri="{FF2B5EF4-FFF2-40B4-BE49-F238E27FC236}">
                <a16:creationId xmlns:a16="http://schemas.microsoft.com/office/drawing/2014/main" id="{96CD383F-2A11-1641-9B7B-6A743B3C0925}"/>
              </a:ext>
            </a:extLst>
          </p:cNvPr>
          <p:cNvSpPr/>
          <p:nvPr/>
        </p:nvSpPr>
        <p:spPr>
          <a:xfrm>
            <a:off x="2865120" y="4086600"/>
            <a:ext cx="114300" cy="337185"/>
          </a:xfrm>
          <a:custGeom>
            <a:avLst/>
            <a:gdLst/>
            <a:ahLst/>
            <a:cxnLst/>
            <a:rect l="l" t="t" r="r" b="b"/>
            <a:pathLst>
              <a:path w="114300" h="337185">
                <a:moveTo>
                  <a:pt x="76200" y="95250"/>
                </a:moveTo>
                <a:lnTo>
                  <a:pt x="38100" y="95250"/>
                </a:lnTo>
                <a:lnTo>
                  <a:pt x="38100" y="337185"/>
                </a:lnTo>
                <a:lnTo>
                  <a:pt x="76200" y="337185"/>
                </a:lnTo>
                <a:lnTo>
                  <a:pt x="76200" y="95250"/>
                </a:lnTo>
                <a:close/>
              </a:path>
              <a:path w="114300" h="337185">
                <a:moveTo>
                  <a:pt x="57150" y="0"/>
                </a:moveTo>
                <a:lnTo>
                  <a:pt x="0" y="114300"/>
                </a:lnTo>
                <a:lnTo>
                  <a:pt x="38100" y="114300"/>
                </a:lnTo>
                <a:lnTo>
                  <a:pt x="38100" y="95250"/>
                </a:lnTo>
                <a:lnTo>
                  <a:pt x="104775" y="95250"/>
                </a:lnTo>
                <a:lnTo>
                  <a:pt x="57150" y="0"/>
                </a:lnTo>
                <a:close/>
              </a:path>
              <a:path w="114300" h="337185">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
        <p:nvSpPr>
          <p:cNvPr id="9" name="object 6">
            <a:extLst>
              <a:ext uri="{FF2B5EF4-FFF2-40B4-BE49-F238E27FC236}">
                <a16:creationId xmlns:a16="http://schemas.microsoft.com/office/drawing/2014/main" id="{07BDF006-5A4C-BD43-8F74-B85D7AB00284}"/>
              </a:ext>
            </a:extLst>
          </p:cNvPr>
          <p:cNvSpPr/>
          <p:nvPr/>
        </p:nvSpPr>
        <p:spPr>
          <a:xfrm>
            <a:off x="8074152" y="4086600"/>
            <a:ext cx="114300" cy="337185"/>
          </a:xfrm>
          <a:custGeom>
            <a:avLst/>
            <a:gdLst/>
            <a:ahLst/>
            <a:cxnLst/>
            <a:rect l="l" t="t" r="r" b="b"/>
            <a:pathLst>
              <a:path w="114300" h="337185">
                <a:moveTo>
                  <a:pt x="76200" y="95250"/>
                </a:moveTo>
                <a:lnTo>
                  <a:pt x="38100" y="95250"/>
                </a:lnTo>
                <a:lnTo>
                  <a:pt x="38100" y="337185"/>
                </a:lnTo>
                <a:lnTo>
                  <a:pt x="76200" y="337185"/>
                </a:lnTo>
                <a:lnTo>
                  <a:pt x="76200" y="95250"/>
                </a:lnTo>
                <a:close/>
              </a:path>
              <a:path w="114300" h="337185">
                <a:moveTo>
                  <a:pt x="57150" y="0"/>
                </a:moveTo>
                <a:lnTo>
                  <a:pt x="0" y="114300"/>
                </a:lnTo>
                <a:lnTo>
                  <a:pt x="38100" y="114300"/>
                </a:lnTo>
                <a:lnTo>
                  <a:pt x="38100" y="95250"/>
                </a:lnTo>
                <a:lnTo>
                  <a:pt x="104775" y="95250"/>
                </a:lnTo>
                <a:lnTo>
                  <a:pt x="57150" y="0"/>
                </a:lnTo>
                <a:close/>
              </a:path>
              <a:path w="114300" h="337185">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333475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1553630"/>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宋体"/>
                <a:cs typeface="宋体"/>
              </a:rPr>
              <a:t>杠铃增重问题</a:t>
            </a:r>
            <a:endParaRPr sz="32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宋体"/>
                <a:cs typeface="宋体"/>
              </a:rPr>
              <a:t>选择排序</a:t>
            </a:r>
            <a:endParaRPr sz="2800" dirty="0">
              <a:latin typeface="宋体"/>
              <a:cs typeface="宋体"/>
            </a:endParaRPr>
          </a:p>
          <a:p>
            <a:pPr marL="705485">
              <a:lnSpc>
                <a:spcPct val="100000"/>
              </a:lnSpc>
              <a:spcBef>
                <a:spcPts val="555"/>
              </a:spcBef>
              <a:tabLst>
                <a:tab pos="1000125" algn="l"/>
              </a:tabLst>
            </a:pPr>
            <a:r>
              <a:rPr sz="1600" spc="260" dirty="0">
                <a:solidFill>
                  <a:srgbClr val="EB91D7"/>
                </a:solidFill>
                <a:latin typeface="宋体"/>
                <a:cs typeface="宋体"/>
              </a:rPr>
              <a:t>o</a:t>
            </a:r>
            <a:r>
              <a:rPr sz="1600" dirty="0">
                <a:solidFill>
                  <a:srgbClr val="EB91D7"/>
                </a:solidFill>
                <a:latin typeface="宋体"/>
                <a:cs typeface="宋体"/>
              </a:rPr>
              <a:t>	</a:t>
            </a:r>
            <a:r>
              <a:rPr sz="2400" spc="-10" dirty="0" err="1">
                <a:latin typeface="宋体"/>
                <a:cs typeface="宋体"/>
              </a:rPr>
              <a:t>从待排序元素中</a:t>
            </a:r>
            <a:r>
              <a:rPr sz="2400" spc="-10" dirty="0" err="1">
                <a:solidFill>
                  <a:srgbClr val="FF0000"/>
                </a:solidFill>
                <a:latin typeface="宋体"/>
                <a:cs typeface="宋体"/>
              </a:rPr>
              <a:t>迭代选出最小值</a:t>
            </a:r>
            <a:r>
              <a:rPr sz="2400" spc="-10" dirty="0" err="1">
                <a:latin typeface="宋体"/>
                <a:cs typeface="宋体"/>
              </a:rPr>
              <a:t>并排序</a:t>
            </a:r>
            <a:endParaRPr sz="2400" dirty="0">
              <a:latin typeface="宋体"/>
              <a:cs typeface="宋体"/>
            </a:endParaRPr>
          </a:p>
        </p:txBody>
      </p:sp>
      <p:graphicFrame>
        <p:nvGraphicFramePr>
          <p:cNvPr id="8" name="object 2">
            <a:extLst>
              <a:ext uri="{FF2B5EF4-FFF2-40B4-BE49-F238E27FC236}">
                <a16:creationId xmlns:a16="http://schemas.microsoft.com/office/drawing/2014/main" id="{1C1091A8-2FFF-0B4E-8C3E-88CF383B02CC}"/>
              </a:ext>
            </a:extLst>
          </p:cNvPr>
          <p:cNvGraphicFramePr>
            <a:graphicFrameLocks noGrp="1"/>
          </p:cNvGraphicFramePr>
          <p:nvPr>
            <p:extLst>
              <p:ext uri="{D42A27DB-BD31-4B8C-83A1-F6EECF244321}">
                <p14:modId xmlns:p14="http://schemas.microsoft.com/office/powerpoint/2010/main" val="1782369835"/>
              </p:ext>
            </p:extLst>
          </p:nvPr>
        </p:nvGraphicFramePr>
        <p:xfrm>
          <a:off x="2620645" y="3448601"/>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0" name="object 5">
            <a:extLst>
              <a:ext uri="{FF2B5EF4-FFF2-40B4-BE49-F238E27FC236}">
                <a16:creationId xmlns:a16="http://schemas.microsoft.com/office/drawing/2014/main" id="{D8B003C0-649B-D54E-B629-27DA58AB3A44}"/>
              </a:ext>
            </a:extLst>
          </p:cNvPr>
          <p:cNvSpPr/>
          <p:nvPr/>
        </p:nvSpPr>
        <p:spPr>
          <a:xfrm>
            <a:off x="2821686" y="4066964"/>
            <a:ext cx="5384800" cy="384810"/>
          </a:xfrm>
          <a:custGeom>
            <a:avLst/>
            <a:gdLst/>
            <a:ahLst/>
            <a:cxnLst/>
            <a:rect l="l" t="t" r="r" b="b"/>
            <a:pathLst>
              <a:path w="5384800" h="384810">
                <a:moveTo>
                  <a:pt x="5384292" y="96266"/>
                </a:moveTo>
                <a:lnTo>
                  <a:pt x="5288026" y="0"/>
                </a:lnTo>
                <a:lnTo>
                  <a:pt x="5191887" y="96266"/>
                </a:lnTo>
                <a:lnTo>
                  <a:pt x="5268214" y="96266"/>
                </a:lnTo>
                <a:lnTo>
                  <a:pt x="5268214" y="344932"/>
                </a:lnTo>
                <a:lnTo>
                  <a:pt x="1373886" y="344932"/>
                </a:lnTo>
                <a:lnTo>
                  <a:pt x="116078" y="344932"/>
                </a:lnTo>
                <a:lnTo>
                  <a:pt x="116078" y="96139"/>
                </a:lnTo>
                <a:lnTo>
                  <a:pt x="192405" y="96139"/>
                </a:lnTo>
                <a:lnTo>
                  <a:pt x="96139" y="0"/>
                </a:lnTo>
                <a:lnTo>
                  <a:pt x="0" y="96139"/>
                </a:lnTo>
                <a:lnTo>
                  <a:pt x="76327" y="96139"/>
                </a:lnTo>
                <a:lnTo>
                  <a:pt x="76327" y="384810"/>
                </a:lnTo>
                <a:lnTo>
                  <a:pt x="1373886" y="384810"/>
                </a:lnTo>
                <a:lnTo>
                  <a:pt x="5307965" y="384810"/>
                </a:lnTo>
                <a:lnTo>
                  <a:pt x="5307965" y="96266"/>
                </a:lnTo>
                <a:lnTo>
                  <a:pt x="5384292" y="96266"/>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15380324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1553630"/>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宋体"/>
                <a:cs typeface="宋体"/>
              </a:rPr>
              <a:t>杠铃增重问题</a:t>
            </a:r>
            <a:endParaRPr sz="32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宋体"/>
                <a:cs typeface="宋体"/>
              </a:rPr>
              <a:t>选择排序</a:t>
            </a:r>
            <a:endParaRPr sz="2800" dirty="0">
              <a:latin typeface="宋体"/>
              <a:cs typeface="宋体"/>
            </a:endParaRPr>
          </a:p>
          <a:p>
            <a:pPr marL="705485">
              <a:lnSpc>
                <a:spcPct val="100000"/>
              </a:lnSpc>
              <a:spcBef>
                <a:spcPts val="555"/>
              </a:spcBef>
              <a:tabLst>
                <a:tab pos="1000125" algn="l"/>
              </a:tabLst>
            </a:pPr>
            <a:r>
              <a:rPr sz="1600" spc="260" dirty="0">
                <a:solidFill>
                  <a:srgbClr val="EB91D7"/>
                </a:solidFill>
                <a:latin typeface="宋体"/>
                <a:cs typeface="宋体"/>
              </a:rPr>
              <a:t>o</a:t>
            </a:r>
            <a:r>
              <a:rPr sz="1600" dirty="0">
                <a:solidFill>
                  <a:srgbClr val="EB91D7"/>
                </a:solidFill>
                <a:latin typeface="宋体"/>
                <a:cs typeface="宋体"/>
              </a:rPr>
              <a:t>	</a:t>
            </a:r>
            <a:r>
              <a:rPr sz="2400" spc="-10" dirty="0" err="1">
                <a:latin typeface="宋体"/>
                <a:cs typeface="宋体"/>
              </a:rPr>
              <a:t>从待排序元素中</a:t>
            </a:r>
            <a:r>
              <a:rPr sz="2400" spc="-10" dirty="0" err="1">
                <a:solidFill>
                  <a:srgbClr val="FF0000"/>
                </a:solidFill>
                <a:latin typeface="宋体"/>
                <a:cs typeface="宋体"/>
              </a:rPr>
              <a:t>迭代选出最小值</a:t>
            </a:r>
            <a:r>
              <a:rPr sz="2400" spc="-10" dirty="0" err="1">
                <a:latin typeface="宋体"/>
                <a:cs typeface="宋体"/>
              </a:rPr>
              <a:t>并排序</a:t>
            </a:r>
            <a:endParaRPr sz="2400" dirty="0">
              <a:latin typeface="宋体"/>
              <a:cs typeface="宋体"/>
            </a:endParaRPr>
          </a:p>
        </p:txBody>
      </p:sp>
      <p:graphicFrame>
        <p:nvGraphicFramePr>
          <p:cNvPr id="6" name="object 2">
            <a:extLst>
              <a:ext uri="{FF2B5EF4-FFF2-40B4-BE49-F238E27FC236}">
                <a16:creationId xmlns:a16="http://schemas.microsoft.com/office/drawing/2014/main" id="{09216188-4BDD-5B48-B9DC-75ECE791418C}"/>
              </a:ext>
            </a:extLst>
          </p:cNvPr>
          <p:cNvGraphicFramePr>
            <a:graphicFrameLocks noGrp="1"/>
          </p:cNvGraphicFramePr>
          <p:nvPr>
            <p:extLst>
              <p:ext uri="{D42A27DB-BD31-4B8C-83A1-F6EECF244321}">
                <p14:modId xmlns:p14="http://schemas.microsoft.com/office/powerpoint/2010/main" val="1229096220"/>
              </p:ext>
            </p:extLst>
          </p:nvPr>
        </p:nvGraphicFramePr>
        <p:xfrm>
          <a:off x="2620645" y="3472047"/>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5">
            <a:extLst>
              <a:ext uri="{FF2B5EF4-FFF2-40B4-BE49-F238E27FC236}">
                <a16:creationId xmlns:a16="http://schemas.microsoft.com/office/drawing/2014/main" id="{C43B3A5D-302A-204B-8EFD-E880F6EEE255}"/>
              </a:ext>
            </a:extLst>
          </p:cNvPr>
          <p:cNvSpPr/>
          <p:nvPr/>
        </p:nvSpPr>
        <p:spPr>
          <a:xfrm>
            <a:off x="2821686" y="4090410"/>
            <a:ext cx="5384800" cy="384810"/>
          </a:xfrm>
          <a:custGeom>
            <a:avLst/>
            <a:gdLst/>
            <a:ahLst/>
            <a:cxnLst/>
            <a:rect l="l" t="t" r="r" b="b"/>
            <a:pathLst>
              <a:path w="5384800" h="384810">
                <a:moveTo>
                  <a:pt x="5384292" y="96266"/>
                </a:moveTo>
                <a:lnTo>
                  <a:pt x="5288026" y="0"/>
                </a:lnTo>
                <a:lnTo>
                  <a:pt x="5191887" y="96266"/>
                </a:lnTo>
                <a:lnTo>
                  <a:pt x="5268214" y="96266"/>
                </a:lnTo>
                <a:lnTo>
                  <a:pt x="5268214" y="344932"/>
                </a:lnTo>
                <a:lnTo>
                  <a:pt x="1373886" y="344932"/>
                </a:lnTo>
                <a:lnTo>
                  <a:pt x="116078" y="344932"/>
                </a:lnTo>
                <a:lnTo>
                  <a:pt x="116078" y="96139"/>
                </a:lnTo>
                <a:lnTo>
                  <a:pt x="192405" y="96139"/>
                </a:lnTo>
                <a:lnTo>
                  <a:pt x="96139" y="0"/>
                </a:lnTo>
                <a:lnTo>
                  <a:pt x="0" y="96139"/>
                </a:lnTo>
                <a:lnTo>
                  <a:pt x="76327" y="96139"/>
                </a:lnTo>
                <a:lnTo>
                  <a:pt x="76327" y="384810"/>
                </a:lnTo>
                <a:lnTo>
                  <a:pt x="1373886" y="384810"/>
                </a:lnTo>
                <a:lnTo>
                  <a:pt x="5307965" y="384810"/>
                </a:lnTo>
                <a:lnTo>
                  <a:pt x="5307965" y="96266"/>
                </a:lnTo>
                <a:lnTo>
                  <a:pt x="5384292" y="96266"/>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97559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1553630"/>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宋体"/>
                <a:cs typeface="宋体"/>
              </a:rPr>
              <a:t>杠铃增重问题</a:t>
            </a:r>
            <a:endParaRPr sz="32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宋体"/>
                <a:cs typeface="宋体"/>
              </a:rPr>
              <a:t>选择排序</a:t>
            </a:r>
            <a:endParaRPr sz="2800" dirty="0">
              <a:latin typeface="宋体"/>
              <a:cs typeface="宋体"/>
            </a:endParaRPr>
          </a:p>
          <a:p>
            <a:pPr marL="705485">
              <a:lnSpc>
                <a:spcPct val="100000"/>
              </a:lnSpc>
              <a:spcBef>
                <a:spcPts val="555"/>
              </a:spcBef>
              <a:tabLst>
                <a:tab pos="1000125" algn="l"/>
              </a:tabLst>
            </a:pPr>
            <a:r>
              <a:rPr sz="1600" spc="260" dirty="0">
                <a:solidFill>
                  <a:srgbClr val="EB91D7"/>
                </a:solidFill>
                <a:latin typeface="宋体"/>
                <a:cs typeface="宋体"/>
              </a:rPr>
              <a:t>o</a:t>
            </a:r>
            <a:r>
              <a:rPr sz="1600" dirty="0">
                <a:solidFill>
                  <a:srgbClr val="EB91D7"/>
                </a:solidFill>
                <a:latin typeface="宋体"/>
                <a:cs typeface="宋体"/>
              </a:rPr>
              <a:t>	</a:t>
            </a:r>
            <a:r>
              <a:rPr sz="2400" spc="-10" dirty="0" err="1">
                <a:latin typeface="宋体"/>
                <a:cs typeface="宋体"/>
              </a:rPr>
              <a:t>从待排序元素中</a:t>
            </a:r>
            <a:r>
              <a:rPr sz="2400" spc="-10" dirty="0" err="1">
                <a:solidFill>
                  <a:srgbClr val="FF0000"/>
                </a:solidFill>
                <a:latin typeface="宋体"/>
                <a:cs typeface="宋体"/>
              </a:rPr>
              <a:t>迭代选出最小值</a:t>
            </a:r>
            <a:r>
              <a:rPr sz="2400" spc="-10" dirty="0" err="1">
                <a:latin typeface="宋体"/>
                <a:cs typeface="宋体"/>
              </a:rPr>
              <a:t>并排序</a:t>
            </a:r>
            <a:endParaRPr sz="2400" dirty="0">
              <a:latin typeface="宋体"/>
              <a:cs typeface="宋体"/>
            </a:endParaRPr>
          </a:p>
        </p:txBody>
      </p:sp>
      <p:graphicFrame>
        <p:nvGraphicFramePr>
          <p:cNvPr id="8" name="object 2">
            <a:extLst>
              <a:ext uri="{FF2B5EF4-FFF2-40B4-BE49-F238E27FC236}">
                <a16:creationId xmlns:a16="http://schemas.microsoft.com/office/drawing/2014/main" id="{8EF96839-98EF-EA41-92FA-7EFDFB5C5B40}"/>
              </a:ext>
            </a:extLst>
          </p:cNvPr>
          <p:cNvGraphicFramePr>
            <a:graphicFrameLocks noGrp="1"/>
          </p:cNvGraphicFramePr>
          <p:nvPr>
            <p:extLst>
              <p:ext uri="{D42A27DB-BD31-4B8C-83A1-F6EECF244321}">
                <p14:modId xmlns:p14="http://schemas.microsoft.com/office/powerpoint/2010/main" val="2732753481"/>
              </p:ext>
            </p:extLst>
          </p:nvPr>
        </p:nvGraphicFramePr>
        <p:xfrm>
          <a:off x="2620645" y="3448601"/>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9" name="object 5">
            <a:extLst>
              <a:ext uri="{FF2B5EF4-FFF2-40B4-BE49-F238E27FC236}">
                <a16:creationId xmlns:a16="http://schemas.microsoft.com/office/drawing/2014/main" id="{6F4E8CF6-DF34-0A46-8200-DCF3564CD2AB}"/>
              </a:ext>
            </a:extLst>
          </p:cNvPr>
          <p:cNvSpPr/>
          <p:nvPr/>
        </p:nvSpPr>
        <p:spPr>
          <a:xfrm>
            <a:off x="3477767" y="4063154"/>
            <a:ext cx="114300" cy="337185"/>
          </a:xfrm>
          <a:custGeom>
            <a:avLst/>
            <a:gdLst/>
            <a:ahLst/>
            <a:cxnLst/>
            <a:rect l="l" t="t" r="r" b="b"/>
            <a:pathLst>
              <a:path w="114300" h="337185">
                <a:moveTo>
                  <a:pt x="76200" y="95250"/>
                </a:moveTo>
                <a:lnTo>
                  <a:pt x="38100" y="95250"/>
                </a:lnTo>
                <a:lnTo>
                  <a:pt x="38100" y="337185"/>
                </a:lnTo>
                <a:lnTo>
                  <a:pt x="76200" y="337185"/>
                </a:lnTo>
                <a:lnTo>
                  <a:pt x="76200" y="95250"/>
                </a:lnTo>
                <a:close/>
              </a:path>
              <a:path w="114300" h="337185">
                <a:moveTo>
                  <a:pt x="57150" y="0"/>
                </a:moveTo>
                <a:lnTo>
                  <a:pt x="0" y="114300"/>
                </a:lnTo>
                <a:lnTo>
                  <a:pt x="38100" y="114300"/>
                </a:lnTo>
                <a:lnTo>
                  <a:pt x="38100" y="95250"/>
                </a:lnTo>
                <a:lnTo>
                  <a:pt x="104775" y="95250"/>
                </a:lnTo>
                <a:lnTo>
                  <a:pt x="57150" y="0"/>
                </a:lnTo>
                <a:close/>
              </a:path>
              <a:path w="114300" h="337185">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
        <p:nvSpPr>
          <p:cNvPr id="10" name="object 6">
            <a:extLst>
              <a:ext uri="{FF2B5EF4-FFF2-40B4-BE49-F238E27FC236}">
                <a16:creationId xmlns:a16="http://schemas.microsoft.com/office/drawing/2014/main" id="{A1DD610D-B520-B046-853C-47D14F062799}"/>
              </a:ext>
            </a:extLst>
          </p:cNvPr>
          <p:cNvSpPr txBox="1"/>
          <p:nvPr/>
        </p:nvSpPr>
        <p:spPr>
          <a:xfrm>
            <a:off x="3926332" y="4055534"/>
            <a:ext cx="355600" cy="421640"/>
          </a:xfrm>
          <a:prstGeom prst="rect">
            <a:avLst/>
          </a:prstGeom>
        </p:spPr>
        <p:txBody>
          <a:bodyPr vert="horz" wrap="square" lIns="0" tIns="12065" rIns="0" bIns="0" rtlCol="0">
            <a:spAutoFit/>
          </a:bodyPr>
          <a:lstStyle/>
          <a:p>
            <a:pPr marL="12700">
              <a:lnSpc>
                <a:spcPct val="100000"/>
              </a:lnSpc>
              <a:spcBef>
                <a:spcPts val="95"/>
              </a:spcBef>
            </a:pPr>
            <a:r>
              <a:rPr sz="2600" b="1" spc="90">
                <a:latin typeface="微软雅黑"/>
                <a:cs typeface="微软雅黑"/>
              </a:rPr>
              <a:t>…</a:t>
            </a:r>
            <a:endParaRPr sz="2600">
              <a:latin typeface="微软雅黑"/>
              <a:cs typeface="微软雅黑"/>
            </a:endParaRPr>
          </a:p>
        </p:txBody>
      </p:sp>
    </p:spTree>
    <p:extLst>
      <p:ext uri="{BB962C8B-B14F-4D97-AF65-F5344CB8AC3E}">
        <p14:creationId xmlns:p14="http://schemas.microsoft.com/office/powerpoint/2010/main" val="1970355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1553630"/>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宋体"/>
                <a:cs typeface="宋体"/>
              </a:rPr>
              <a:t>杠铃增重问题</a:t>
            </a:r>
            <a:endParaRPr sz="32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宋体"/>
                <a:cs typeface="宋体"/>
              </a:rPr>
              <a:t>选择排序</a:t>
            </a:r>
            <a:endParaRPr sz="2800" dirty="0">
              <a:latin typeface="宋体"/>
              <a:cs typeface="宋体"/>
            </a:endParaRPr>
          </a:p>
          <a:p>
            <a:pPr marL="705485">
              <a:lnSpc>
                <a:spcPct val="100000"/>
              </a:lnSpc>
              <a:spcBef>
                <a:spcPts val="555"/>
              </a:spcBef>
              <a:tabLst>
                <a:tab pos="1000125" algn="l"/>
              </a:tabLst>
            </a:pPr>
            <a:r>
              <a:rPr sz="1600" spc="260" dirty="0">
                <a:solidFill>
                  <a:srgbClr val="EB91D7"/>
                </a:solidFill>
                <a:latin typeface="宋体"/>
                <a:cs typeface="宋体"/>
              </a:rPr>
              <a:t>o</a:t>
            </a:r>
            <a:r>
              <a:rPr sz="1600" dirty="0">
                <a:solidFill>
                  <a:srgbClr val="EB91D7"/>
                </a:solidFill>
                <a:latin typeface="宋体"/>
                <a:cs typeface="宋体"/>
              </a:rPr>
              <a:t>	</a:t>
            </a:r>
            <a:r>
              <a:rPr sz="2400" spc="-10" dirty="0" err="1">
                <a:latin typeface="宋体"/>
                <a:cs typeface="宋体"/>
              </a:rPr>
              <a:t>从待排序元素中</a:t>
            </a:r>
            <a:r>
              <a:rPr sz="2400" spc="-10" dirty="0" err="1">
                <a:solidFill>
                  <a:srgbClr val="FF0000"/>
                </a:solidFill>
                <a:latin typeface="宋体"/>
                <a:cs typeface="宋体"/>
              </a:rPr>
              <a:t>迭代选出最小值</a:t>
            </a:r>
            <a:r>
              <a:rPr sz="2400" spc="-10" dirty="0" err="1">
                <a:latin typeface="宋体"/>
                <a:cs typeface="宋体"/>
              </a:rPr>
              <a:t>并排序</a:t>
            </a:r>
            <a:endParaRPr sz="2400" dirty="0">
              <a:latin typeface="宋体"/>
              <a:cs typeface="宋体"/>
            </a:endParaRPr>
          </a:p>
        </p:txBody>
      </p:sp>
      <p:grpSp>
        <p:nvGrpSpPr>
          <p:cNvPr id="7" name="object 4">
            <a:extLst>
              <a:ext uri="{FF2B5EF4-FFF2-40B4-BE49-F238E27FC236}">
                <a16:creationId xmlns:a16="http://schemas.microsoft.com/office/drawing/2014/main" id="{CFD0CC5A-BB19-0A41-A8D5-5D48E1011C04}"/>
              </a:ext>
            </a:extLst>
          </p:cNvPr>
          <p:cNvGrpSpPr/>
          <p:nvPr/>
        </p:nvGrpSpPr>
        <p:grpSpPr>
          <a:xfrm>
            <a:off x="8976359" y="3455865"/>
            <a:ext cx="576580" cy="592455"/>
            <a:chOff x="8976359" y="2729039"/>
            <a:chExt cx="576580" cy="592455"/>
          </a:xfrm>
        </p:grpSpPr>
        <p:sp>
          <p:nvSpPr>
            <p:cNvPr id="11" name="object 5">
              <a:extLst>
                <a:ext uri="{FF2B5EF4-FFF2-40B4-BE49-F238E27FC236}">
                  <a16:creationId xmlns:a16="http://schemas.microsoft.com/office/drawing/2014/main" id="{B24326E8-58EB-7548-A543-E3BE42D0DE67}"/>
                </a:ext>
              </a:extLst>
            </p:cNvPr>
            <p:cNvSpPr/>
            <p:nvPr/>
          </p:nvSpPr>
          <p:spPr>
            <a:xfrm>
              <a:off x="9249917" y="2983991"/>
              <a:ext cx="114300" cy="337185"/>
            </a:xfrm>
            <a:custGeom>
              <a:avLst/>
              <a:gdLst/>
              <a:ahLst/>
              <a:cxnLst/>
              <a:rect l="l" t="t" r="r" b="b"/>
              <a:pathLst>
                <a:path w="114300" h="337185">
                  <a:moveTo>
                    <a:pt x="76200" y="95250"/>
                  </a:moveTo>
                  <a:lnTo>
                    <a:pt x="38100" y="95250"/>
                  </a:lnTo>
                  <a:lnTo>
                    <a:pt x="38100" y="337185"/>
                  </a:lnTo>
                  <a:lnTo>
                    <a:pt x="76200" y="337185"/>
                  </a:lnTo>
                  <a:lnTo>
                    <a:pt x="76200" y="95250"/>
                  </a:lnTo>
                  <a:close/>
                </a:path>
                <a:path w="114300" h="337185">
                  <a:moveTo>
                    <a:pt x="57150" y="0"/>
                  </a:moveTo>
                  <a:lnTo>
                    <a:pt x="0" y="114300"/>
                  </a:lnTo>
                  <a:lnTo>
                    <a:pt x="38100" y="114300"/>
                  </a:lnTo>
                  <a:lnTo>
                    <a:pt x="38100" y="95250"/>
                  </a:lnTo>
                  <a:lnTo>
                    <a:pt x="104775" y="95250"/>
                  </a:lnTo>
                  <a:lnTo>
                    <a:pt x="57150" y="0"/>
                  </a:lnTo>
                  <a:close/>
                </a:path>
                <a:path w="114300" h="337185">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
          <p:nvSpPr>
            <p:cNvPr id="12" name="object 6">
              <a:extLst>
                <a:ext uri="{FF2B5EF4-FFF2-40B4-BE49-F238E27FC236}">
                  <a16:creationId xmlns:a16="http://schemas.microsoft.com/office/drawing/2014/main" id="{C5E1AB17-C4E5-A749-9248-5E21DEF108FB}"/>
                </a:ext>
              </a:extLst>
            </p:cNvPr>
            <p:cNvSpPr/>
            <p:nvPr/>
          </p:nvSpPr>
          <p:spPr>
            <a:xfrm>
              <a:off x="8976359" y="2729039"/>
              <a:ext cx="576580" cy="577215"/>
            </a:xfrm>
            <a:custGeom>
              <a:avLst/>
              <a:gdLst/>
              <a:ahLst/>
              <a:cxnLst/>
              <a:rect l="l" t="t" r="r" b="b"/>
              <a:pathLst>
                <a:path w="576579" h="577214">
                  <a:moveTo>
                    <a:pt x="576059" y="0"/>
                  </a:moveTo>
                  <a:lnTo>
                    <a:pt x="0" y="0"/>
                  </a:lnTo>
                  <a:lnTo>
                    <a:pt x="0" y="577151"/>
                  </a:lnTo>
                  <a:lnTo>
                    <a:pt x="576059" y="577151"/>
                  </a:lnTo>
                  <a:lnTo>
                    <a:pt x="576059" y="0"/>
                  </a:lnTo>
                  <a:close/>
                </a:path>
              </a:pathLst>
            </a:custGeom>
            <a:solidFill>
              <a:srgbClr val="FFFFFF"/>
            </a:solidFill>
          </p:spPr>
          <p:txBody>
            <a:bodyPr wrap="square" lIns="0" tIns="0" rIns="0" bIns="0" rtlCol="0"/>
            <a:lstStyle/>
            <a:p>
              <a:endParaRPr/>
            </a:p>
          </p:txBody>
        </p:sp>
      </p:grpSp>
      <p:graphicFrame>
        <p:nvGraphicFramePr>
          <p:cNvPr id="13" name="object 7">
            <a:extLst>
              <a:ext uri="{FF2B5EF4-FFF2-40B4-BE49-F238E27FC236}">
                <a16:creationId xmlns:a16="http://schemas.microsoft.com/office/drawing/2014/main" id="{2A841D1C-E30C-CC46-AAC0-29DB89C0AF41}"/>
              </a:ext>
            </a:extLst>
          </p:cNvPr>
          <p:cNvGraphicFramePr>
            <a:graphicFrameLocks noGrp="1"/>
          </p:cNvGraphicFramePr>
          <p:nvPr>
            <p:extLst>
              <p:ext uri="{D42A27DB-BD31-4B8C-83A1-F6EECF244321}">
                <p14:modId xmlns:p14="http://schemas.microsoft.com/office/powerpoint/2010/main" val="4075006671"/>
              </p:ext>
            </p:extLst>
          </p:nvPr>
        </p:nvGraphicFramePr>
        <p:xfrm>
          <a:off x="2620645" y="3436878"/>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4" name="object 8">
            <a:extLst>
              <a:ext uri="{FF2B5EF4-FFF2-40B4-BE49-F238E27FC236}">
                <a16:creationId xmlns:a16="http://schemas.microsoft.com/office/drawing/2014/main" id="{6CDF4450-E5C6-AC47-9E78-F8CA81A91220}"/>
              </a:ext>
            </a:extLst>
          </p:cNvPr>
          <p:cNvSpPr/>
          <p:nvPr/>
        </p:nvSpPr>
        <p:spPr>
          <a:xfrm>
            <a:off x="9206483" y="4051431"/>
            <a:ext cx="114300" cy="337185"/>
          </a:xfrm>
          <a:custGeom>
            <a:avLst/>
            <a:gdLst/>
            <a:ahLst/>
            <a:cxnLst/>
            <a:rect l="l" t="t" r="r" b="b"/>
            <a:pathLst>
              <a:path w="114300" h="337185">
                <a:moveTo>
                  <a:pt x="76200" y="95250"/>
                </a:moveTo>
                <a:lnTo>
                  <a:pt x="38100" y="95250"/>
                </a:lnTo>
                <a:lnTo>
                  <a:pt x="38100" y="337185"/>
                </a:lnTo>
                <a:lnTo>
                  <a:pt x="76200" y="337185"/>
                </a:lnTo>
                <a:lnTo>
                  <a:pt x="76200" y="95250"/>
                </a:lnTo>
                <a:close/>
              </a:path>
              <a:path w="114300" h="337185">
                <a:moveTo>
                  <a:pt x="57150" y="0"/>
                </a:moveTo>
                <a:lnTo>
                  <a:pt x="0" y="114300"/>
                </a:lnTo>
                <a:lnTo>
                  <a:pt x="38100" y="114300"/>
                </a:lnTo>
                <a:lnTo>
                  <a:pt x="38100" y="95250"/>
                </a:lnTo>
                <a:lnTo>
                  <a:pt x="104775" y="95250"/>
                </a:lnTo>
                <a:lnTo>
                  <a:pt x="57150" y="0"/>
                </a:lnTo>
                <a:close/>
              </a:path>
              <a:path w="114300" h="337185">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3219383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2446182"/>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SimSun" panose="02010600030101010101" pitchFamily="2" charset="-122"/>
                <a:ea typeface="SimSun" panose="02010600030101010101" pitchFamily="2" charset="-122"/>
                <a:cs typeface="宋体"/>
              </a:rPr>
              <a:t>杠铃增重问题</a:t>
            </a:r>
            <a:endParaRPr sz="32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SimSun" panose="02010600030101010101" pitchFamily="2" charset="-122"/>
                <a:ea typeface="SimSun" panose="02010600030101010101" pitchFamily="2" charset="-122"/>
                <a:cs typeface="宋体"/>
              </a:rPr>
              <a:t>选择排序</a:t>
            </a:r>
            <a:endParaRPr sz="28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r>
              <a:rPr sz="1600" spc="260" dirty="0">
                <a:solidFill>
                  <a:srgbClr val="EB91D7"/>
                </a:solidFill>
                <a:latin typeface="SimSun" panose="02010600030101010101" pitchFamily="2" charset="-122"/>
                <a:ea typeface="SimSun" panose="02010600030101010101" pitchFamily="2" charset="-122"/>
                <a:cs typeface="宋体"/>
              </a:rPr>
              <a:t>o</a:t>
            </a:r>
            <a:r>
              <a:rPr sz="1600" dirty="0">
                <a:solidFill>
                  <a:srgbClr val="EB91D7"/>
                </a:solidFill>
                <a:latin typeface="SimSun" panose="02010600030101010101" pitchFamily="2" charset="-122"/>
                <a:ea typeface="SimSun" panose="02010600030101010101" pitchFamily="2" charset="-122"/>
                <a:cs typeface="宋体"/>
              </a:rPr>
              <a:t>	</a:t>
            </a:r>
            <a:r>
              <a:rPr sz="2400" spc="-10" dirty="0" err="1">
                <a:latin typeface="SimSun" panose="02010600030101010101" pitchFamily="2" charset="-122"/>
                <a:ea typeface="SimSun" panose="02010600030101010101" pitchFamily="2" charset="-122"/>
                <a:cs typeface="宋体"/>
              </a:rPr>
              <a:t>从待排序元素中</a:t>
            </a:r>
            <a:r>
              <a:rPr sz="2400" spc="-10" dirty="0" err="1">
                <a:solidFill>
                  <a:srgbClr val="FF0000"/>
                </a:solidFill>
                <a:latin typeface="SimSun" panose="02010600030101010101" pitchFamily="2" charset="-122"/>
                <a:ea typeface="SimSun" panose="02010600030101010101" pitchFamily="2" charset="-122"/>
                <a:cs typeface="宋体"/>
              </a:rPr>
              <a:t>迭代选出最小值</a:t>
            </a:r>
            <a:r>
              <a:rPr sz="2400" spc="-10" dirty="0" err="1">
                <a:latin typeface="SimSun" panose="02010600030101010101" pitchFamily="2" charset="-122"/>
                <a:ea typeface="SimSun" panose="02010600030101010101" pitchFamily="2" charset="-122"/>
                <a:cs typeface="宋体"/>
              </a:rPr>
              <a:t>并排序</a:t>
            </a:r>
            <a:endParaRPr lang="en-US" sz="2400" spc="-1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600" spc="260" dirty="0">
                <a:solidFill>
                  <a:srgbClr val="EB91D7"/>
                </a:solidFill>
                <a:latin typeface="SimSun" panose="02010600030101010101" pitchFamily="2" charset="-122"/>
                <a:ea typeface="SimSun" panose="02010600030101010101" pitchFamily="2" charset="-122"/>
                <a:cs typeface="宋体"/>
              </a:rPr>
              <a:t>o</a:t>
            </a:r>
            <a:r>
              <a:rPr lang="en" altLang="zh-CN" sz="1600" dirty="0">
                <a:solidFill>
                  <a:srgbClr val="EB91D7"/>
                </a:solidFill>
                <a:latin typeface="SimSun" panose="02010600030101010101" pitchFamily="2" charset="-122"/>
                <a:ea typeface="SimSun" panose="02010600030101010101" pitchFamily="2" charset="-122"/>
                <a:cs typeface="宋体"/>
              </a:rPr>
              <a:t>	</a:t>
            </a:r>
            <a:r>
              <a:rPr lang="zh-CN" altLang="en-US" sz="2400" spc="-5" dirty="0">
                <a:latin typeface="SimSun" panose="02010600030101010101" pitchFamily="2" charset="-122"/>
                <a:ea typeface="SimSun" panose="02010600030101010101" pitchFamily="2" charset="-122"/>
                <a:cs typeface="宋体"/>
              </a:rPr>
              <a:t>比较次数：</a:t>
            </a:r>
            <a:r>
              <a:rPr lang="zh-CN" altLang="en-US" sz="2400" spc="-10" dirty="0">
                <a:latin typeface="SimSun" panose="02010600030101010101" pitchFamily="2" charset="-122"/>
                <a:ea typeface="SimSun" panose="02010600030101010101" pitchFamily="2" charset="-122"/>
                <a:cs typeface="Cambria Math"/>
              </a:rPr>
              <a:t>𝟔𝟔</a:t>
            </a:r>
            <a:r>
              <a:rPr lang="zh-CN" altLang="en-US" sz="2400" spc="-50" dirty="0">
                <a:latin typeface="SimSun" panose="02010600030101010101" pitchFamily="2" charset="-122"/>
                <a:ea typeface="SimSun" panose="02010600030101010101" pitchFamily="2" charset="-122"/>
                <a:cs typeface="宋体"/>
              </a:rPr>
              <a:t>次</a:t>
            </a:r>
            <a:endParaRPr lang="zh-CN" altLang="en-US" sz="24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endParaRPr sz="2400" dirty="0">
              <a:latin typeface="宋体"/>
              <a:cs typeface="宋体"/>
            </a:endParaRPr>
          </a:p>
        </p:txBody>
      </p:sp>
      <p:graphicFrame>
        <p:nvGraphicFramePr>
          <p:cNvPr id="9" name="object 4">
            <a:extLst>
              <a:ext uri="{FF2B5EF4-FFF2-40B4-BE49-F238E27FC236}">
                <a16:creationId xmlns:a16="http://schemas.microsoft.com/office/drawing/2014/main" id="{39A70B7C-DE1E-B140-884A-C69D67EA09D1}"/>
              </a:ext>
            </a:extLst>
          </p:cNvPr>
          <p:cNvGraphicFramePr>
            <a:graphicFrameLocks noGrp="1"/>
          </p:cNvGraphicFramePr>
          <p:nvPr>
            <p:extLst>
              <p:ext uri="{D42A27DB-BD31-4B8C-83A1-F6EECF244321}">
                <p14:modId xmlns:p14="http://schemas.microsoft.com/office/powerpoint/2010/main" val="3584642037"/>
              </p:ext>
            </p:extLst>
          </p:nvPr>
        </p:nvGraphicFramePr>
        <p:xfrm>
          <a:off x="2620645" y="342515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771981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2446182"/>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SimSun" panose="02010600030101010101" pitchFamily="2" charset="-122"/>
                <a:ea typeface="SimSun" panose="02010600030101010101" pitchFamily="2" charset="-122"/>
                <a:cs typeface="宋体"/>
              </a:rPr>
              <a:t>杠铃增重问题</a:t>
            </a:r>
            <a:endParaRPr sz="32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SimSun" panose="02010600030101010101" pitchFamily="2" charset="-122"/>
                <a:ea typeface="SimSun" panose="02010600030101010101" pitchFamily="2" charset="-122"/>
                <a:cs typeface="宋体"/>
              </a:rPr>
              <a:t>选择排序</a:t>
            </a:r>
            <a:endParaRPr sz="28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r>
              <a:rPr sz="1600" spc="260" dirty="0">
                <a:solidFill>
                  <a:srgbClr val="EB91D7"/>
                </a:solidFill>
                <a:latin typeface="SimSun" panose="02010600030101010101" pitchFamily="2" charset="-122"/>
                <a:ea typeface="SimSun" panose="02010600030101010101" pitchFamily="2" charset="-122"/>
                <a:cs typeface="宋体"/>
              </a:rPr>
              <a:t>o</a:t>
            </a:r>
            <a:r>
              <a:rPr sz="1600" dirty="0">
                <a:solidFill>
                  <a:srgbClr val="EB91D7"/>
                </a:solidFill>
                <a:latin typeface="SimSun" panose="02010600030101010101" pitchFamily="2" charset="-122"/>
                <a:ea typeface="SimSun" panose="02010600030101010101" pitchFamily="2" charset="-122"/>
                <a:cs typeface="宋体"/>
              </a:rPr>
              <a:t>	</a:t>
            </a:r>
            <a:r>
              <a:rPr sz="2400" spc="-10" dirty="0" err="1">
                <a:latin typeface="SimSun" panose="02010600030101010101" pitchFamily="2" charset="-122"/>
                <a:ea typeface="SimSun" panose="02010600030101010101" pitchFamily="2" charset="-122"/>
                <a:cs typeface="宋体"/>
              </a:rPr>
              <a:t>从待排序元素中</a:t>
            </a:r>
            <a:r>
              <a:rPr sz="2400" spc="-10" dirty="0" err="1">
                <a:solidFill>
                  <a:srgbClr val="FF0000"/>
                </a:solidFill>
                <a:latin typeface="SimSun" panose="02010600030101010101" pitchFamily="2" charset="-122"/>
                <a:ea typeface="SimSun" panose="02010600030101010101" pitchFamily="2" charset="-122"/>
                <a:cs typeface="宋体"/>
              </a:rPr>
              <a:t>迭代选出最小值</a:t>
            </a:r>
            <a:r>
              <a:rPr sz="2400" spc="-10" dirty="0" err="1">
                <a:latin typeface="SimSun" panose="02010600030101010101" pitchFamily="2" charset="-122"/>
                <a:ea typeface="SimSun" panose="02010600030101010101" pitchFamily="2" charset="-122"/>
                <a:cs typeface="宋体"/>
              </a:rPr>
              <a:t>并排序</a:t>
            </a:r>
            <a:endParaRPr lang="en-US" sz="2400" spc="-1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600" spc="260" dirty="0">
                <a:solidFill>
                  <a:srgbClr val="EB91D7"/>
                </a:solidFill>
                <a:latin typeface="SimSun" panose="02010600030101010101" pitchFamily="2" charset="-122"/>
                <a:ea typeface="SimSun" panose="02010600030101010101" pitchFamily="2" charset="-122"/>
                <a:cs typeface="宋体"/>
              </a:rPr>
              <a:t>o</a:t>
            </a:r>
            <a:r>
              <a:rPr lang="en" altLang="zh-CN" sz="1600" dirty="0">
                <a:solidFill>
                  <a:srgbClr val="EB91D7"/>
                </a:solidFill>
                <a:latin typeface="SimSun" panose="02010600030101010101" pitchFamily="2" charset="-122"/>
                <a:ea typeface="SimSun" panose="02010600030101010101" pitchFamily="2" charset="-122"/>
                <a:cs typeface="宋体"/>
              </a:rPr>
              <a:t>	</a:t>
            </a:r>
            <a:r>
              <a:rPr lang="zh-CN" altLang="en-US" sz="2400" spc="-5" dirty="0">
                <a:latin typeface="SimSun" panose="02010600030101010101" pitchFamily="2" charset="-122"/>
                <a:ea typeface="SimSun" panose="02010600030101010101" pitchFamily="2" charset="-122"/>
                <a:cs typeface="宋体"/>
              </a:rPr>
              <a:t>比较次数：</a:t>
            </a:r>
            <a:r>
              <a:rPr lang="zh-CN" altLang="en-US" sz="2400" spc="-10" dirty="0">
                <a:latin typeface="SimSun" panose="02010600030101010101" pitchFamily="2" charset="-122"/>
                <a:ea typeface="SimSun" panose="02010600030101010101" pitchFamily="2" charset="-122"/>
                <a:cs typeface="Cambria Math"/>
              </a:rPr>
              <a:t>𝟔𝟔</a:t>
            </a:r>
            <a:r>
              <a:rPr lang="zh-CN" altLang="en-US" sz="2400" spc="-50" dirty="0">
                <a:latin typeface="SimSun" panose="02010600030101010101" pitchFamily="2" charset="-122"/>
                <a:ea typeface="SimSun" panose="02010600030101010101" pitchFamily="2" charset="-122"/>
                <a:cs typeface="宋体"/>
              </a:rPr>
              <a:t>次</a:t>
            </a:r>
            <a:endParaRPr lang="zh-CN" altLang="en-US" sz="24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endParaRPr sz="2400" dirty="0">
              <a:latin typeface="宋体"/>
              <a:cs typeface="宋体"/>
            </a:endParaRPr>
          </a:p>
        </p:txBody>
      </p:sp>
      <p:graphicFrame>
        <p:nvGraphicFramePr>
          <p:cNvPr id="9" name="object 4">
            <a:extLst>
              <a:ext uri="{FF2B5EF4-FFF2-40B4-BE49-F238E27FC236}">
                <a16:creationId xmlns:a16="http://schemas.microsoft.com/office/drawing/2014/main" id="{39A70B7C-DE1E-B140-884A-C69D67EA09D1}"/>
              </a:ext>
            </a:extLst>
          </p:cNvPr>
          <p:cNvGraphicFramePr>
            <a:graphicFrameLocks noGrp="1"/>
          </p:cNvGraphicFramePr>
          <p:nvPr/>
        </p:nvGraphicFramePr>
        <p:xfrm>
          <a:off x="2620645" y="342515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 name="object 2">
            <a:extLst>
              <a:ext uri="{FF2B5EF4-FFF2-40B4-BE49-F238E27FC236}">
                <a16:creationId xmlns:a16="http://schemas.microsoft.com/office/drawing/2014/main" id="{7EE7C8A0-DB35-B041-9CE9-6A0FACEAD337}"/>
              </a:ext>
            </a:extLst>
          </p:cNvPr>
          <p:cNvGraphicFramePr>
            <a:graphicFrameLocks noGrp="1"/>
          </p:cNvGraphicFramePr>
          <p:nvPr/>
        </p:nvGraphicFramePr>
        <p:xfrm>
          <a:off x="2620645" y="5107304"/>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4">
            <a:extLst>
              <a:ext uri="{FF2B5EF4-FFF2-40B4-BE49-F238E27FC236}">
                <a16:creationId xmlns:a16="http://schemas.microsoft.com/office/drawing/2014/main" id="{85C7F784-C2C4-8941-AEC3-FFC26ECFBCFD}"/>
              </a:ext>
            </a:extLst>
          </p:cNvPr>
          <p:cNvSpPr txBox="1"/>
          <p:nvPr/>
        </p:nvSpPr>
        <p:spPr>
          <a:xfrm>
            <a:off x="1126548" y="4060211"/>
            <a:ext cx="5426075" cy="873760"/>
          </a:xfrm>
          <a:prstGeom prst="rect">
            <a:avLst/>
          </a:prstGeom>
        </p:spPr>
        <p:txBody>
          <a:bodyPr vert="horz" wrap="square" lIns="0" tIns="88900" rIns="0" bIns="0" rtlCol="0">
            <a:spAutoFit/>
          </a:bodyPr>
          <a:lstStyle/>
          <a:p>
            <a:pPr marL="360045" indent="-347980">
              <a:lnSpc>
                <a:spcPct val="100000"/>
              </a:lnSpc>
              <a:spcBef>
                <a:spcPts val="700"/>
              </a:spcBef>
              <a:buClr>
                <a:srgbClr val="DAB6FB"/>
              </a:buClr>
              <a:buSzPct val="68750"/>
              <a:buFont typeface="Wingdings"/>
              <a:buChar char=""/>
              <a:tabLst>
                <a:tab pos="360045" algn="l"/>
                <a:tab pos="360680" algn="l"/>
              </a:tabLst>
            </a:pPr>
            <a:r>
              <a:rPr sz="2400" spc="-15" dirty="0" err="1">
                <a:latin typeface="宋体"/>
                <a:cs typeface="宋体"/>
              </a:rPr>
              <a:t>插入排序</a:t>
            </a:r>
            <a:endParaRPr sz="2400" dirty="0">
              <a:latin typeface="宋体"/>
              <a:cs typeface="宋体"/>
            </a:endParaRPr>
          </a:p>
          <a:p>
            <a:pPr marL="361315">
              <a:lnSpc>
                <a:spcPct val="100000"/>
              </a:lnSpc>
              <a:spcBef>
                <a:spcPts val="555"/>
              </a:spcBef>
              <a:tabLst>
                <a:tab pos="655320" algn="l"/>
              </a:tabLst>
            </a:pPr>
            <a:r>
              <a:rPr sz="1550" spc="260" dirty="0">
                <a:solidFill>
                  <a:srgbClr val="EB91D7"/>
                </a:solidFill>
                <a:latin typeface="宋体"/>
                <a:cs typeface="宋体"/>
              </a:rPr>
              <a:t>o</a:t>
            </a:r>
            <a:r>
              <a:rPr sz="1550" dirty="0">
                <a:solidFill>
                  <a:srgbClr val="EB91D7"/>
                </a:solidFill>
                <a:latin typeface="宋体"/>
                <a:cs typeface="宋体"/>
              </a:rPr>
              <a:t>	</a:t>
            </a:r>
            <a:r>
              <a:rPr sz="2200" spc="-10" dirty="0" err="1">
                <a:latin typeface="宋体"/>
                <a:cs typeface="宋体"/>
              </a:rPr>
              <a:t>依次将每个元素插入到已排序序列之中</a:t>
            </a:r>
            <a:endParaRPr sz="2200" dirty="0">
              <a:latin typeface="宋体"/>
              <a:cs typeface="宋体"/>
            </a:endParaRPr>
          </a:p>
        </p:txBody>
      </p:sp>
      <p:sp>
        <p:nvSpPr>
          <p:cNvPr id="8" name="object 7">
            <a:extLst>
              <a:ext uri="{FF2B5EF4-FFF2-40B4-BE49-F238E27FC236}">
                <a16:creationId xmlns:a16="http://schemas.microsoft.com/office/drawing/2014/main" id="{0F0E414F-2C75-0740-B1A9-F9405961B276}"/>
              </a:ext>
            </a:extLst>
          </p:cNvPr>
          <p:cNvSpPr txBox="1"/>
          <p:nvPr/>
        </p:nvSpPr>
        <p:spPr>
          <a:xfrm>
            <a:off x="2731007" y="6137402"/>
            <a:ext cx="406400" cy="330200"/>
          </a:xfrm>
          <a:prstGeom prst="rect">
            <a:avLst/>
          </a:prstGeom>
        </p:spPr>
        <p:txBody>
          <a:bodyPr vert="horz" wrap="square" lIns="0" tIns="12065" rIns="0" bIns="0" rtlCol="0">
            <a:spAutoFit/>
          </a:bodyPr>
          <a:lstStyle/>
          <a:p>
            <a:pPr marL="12700">
              <a:lnSpc>
                <a:spcPct val="100000"/>
              </a:lnSpc>
              <a:spcBef>
                <a:spcPts val="95"/>
              </a:spcBef>
            </a:pPr>
            <a:r>
              <a:rPr sz="2000" b="1" spc="-25">
                <a:latin typeface="Times New Roman"/>
                <a:cs typeface="Times New Roman"/>
              </a:rPr>
              <a:t>key</a:t>
            </a:r>
            <a:endParaRPr sz="2000">
              <a:latin typeface="Times New Roman"/>
              <a:cs typeface="Times New Roman"/>
            </a:endParaRPr>
          </a:p>
        </p:txBody>
      </p:sp>
      <p:sp>
        <p:nvSpPr>
          <p:cNvPr id="10" name="object 8">
            <a:extLst>
              <a:ext uri="{FF2B5EF4-FFF2-40B4-BE49-F238E27FC236}">
                <a16:creationId xmlns:a16="http://schemas.microsoft.com/office/drawing/2014/main" id="{612312CC-9239-2E4F-9F8E-F23A974B8926}"/>
              </a:ext>
            </a:extLst>
          </p:cNvPr>
          <p:cNvSpPr/>
          <p:nvPr/>
        </p:nvSpPr>
        <p:spPr>
          <a:xfrm>
            <a:off x="2877311" y="5712714"/>
            <a:ext cx="114300" cy="490220"/>
          </a:xfrm>
          <a:custGeom>
            <a:avLst/>
            <a:gdLst/>
            <a:ahLst/>
            <a:cxnLst/>
            <a:rect l="l" t="t" r="r" b="b"/>
            <a:pathLst>
              <a:path w="114300" h="490220">
                <a:moveTo>
                  <a:pt x="76200" y="95250"/>
                </a:moveTo>
                <a:lnTo>
                  <a:pt x="38100" y="95250"/>
                </a:lnTo>
                <a:lnTo>
                  <a:pt x="38100" y="490067"/>
                </a:lnTo>
                <a:lnTo>
                  <a:pt x="76200" y="490067"/>
                </a:lnTo>
                <a:lnTo>
                  <a:pt x="76200" y="95250"/>
                </a:lnTo>
                <a:close/>
              </a:path>
              <a:path w="114300" h="490220">
                <a:moveTo>
                  <a:pt x="57150" y="0"/>
                </a:moveTo>
                <a:lnTo>
                  <a:pt x="0" y="114300"/>
                </a:lnTo>
                <a:lnTo>
                  <a:pt x="38100" y="114300"/>
                </a:lnTo>
                <a:lnTo>
                  <a:pt x="38100" y="95250"/>
                </a:lnTo>
                <a:lnTo>
                  <a:pt x="104775" y="95250"/>
                </a:lnTo>
                <a:lnTo>
                  <a:pt x="57150" y="0"/>
                </a:lnTo>
                <a:close/>
              </a:path>
              <a:path w="114300" h="490220">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3818361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2446182"/>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SimSun" panose="02010600030101010101" pitchFamily="2" charset="-122"/>
                <a:ea typeface="SimSun" panose="02010600030101010101" pitchFamily="2" charset="-122"/>
                <a:cs typeface="宋体"/>
              </a:rPr>
              <a:t>杠铃增重问题</a:t>
            </a:r>
            <a:endParaRPr sz="32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SimSun" panose="02010600030101010101" pitchFamily="2" charset="-122"/>
                <a:ea typeface="SimSun" panose="02010600030101010101" pitchFamily="2" charset="-122"/>
                <a:cs typeface="宋体"/>
              </a:rPr>
              <a:t>选择排序</a:t>
            </a:r>
            <a:endParaRPr sz="28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r>
              <a:rPr sz="1600" spc="260" dirty="0">
                <a:solidFill>
                  <a:srgbClr val="EB91D7"/>
                </a:solidFill>
                <a:latin typeface="SimSun" panose="02010600030101010101" pitchFamily="2" charset="-122"/>
                <a:ea typeface="SimSun" panose="02010600030101010101" pitchFamily="2" charset="-122"/>
                <a:cs typeface="宋体"/>
              </a:rPr>
              <a:t>o</a:t>
            </a:r>
            <a:r>
              <a:rPr sz="1600" dirty="0">
                <a:solidFill>
                  <a:srgbClr val="EB91D7"/>
                </a:solidFill>
                <a:latin typeface="SimSun" panose="02010600030101010101" pitchFamily="2" charset="-122"/>
                <a:ea typeface="SimSun" panose="02010600030101010101" pitchFamily="2" charset="-122"/>
                <a:cs typeface="宋体"/>
              </a:rPr>
              <a:t>	</a:t>
            </a:r>
            <a:r>
              <a:rPr sz="2400" spc="-10" dirty="0" err="1">
                <a:latin typeface="SimSun" panose="02010600030101010101" pitchFamily="2" charset="-122"/>
                <a:ea typeface="SimSun" panose="02010600030101010101" pitchFamily="2" charset="-122"/>
                <a:cs typeface="宋体"/>
              </a:rPr>
              <a:t>从待排序元素中</a:t>
            </a:r>
            <a:r>
              <a:rPr sz="2400" spc="-10" dirty="0" err="1">
                <a:solidFill>
                  <a:srgbClr val="FF0000"/>
                </a:solidFill>
                <a:latin typeface="SimSun" panose="02010600030101010101" pitchFamily="2" charset="-122"/>
                <a:ea typeface="SimSun" panose="02010600030101010101" pitchFamily="2" charset="-122"/>
                <a:cs typeface="宋体"/>
              </a:rPr>
              <a:t>迭代选出最小值</a:t>
            </a:r>
            <a:r>
              <a:rPr sz="2400" spc="-10" dirty="0" err="1">
                <a:latin typeface="SimSun" panose="02010600030101010101" pitchFamily="2" charset="-122"/>
                <a:ea typeface="SimSun" panose="02010600030101010101" pitchFamily="2" charset="-122"/>
                <a:cs typeface="宋体"/>
              </a:rPr>
              <a:t>并排序</a:t>
            </a:r>
            <a:endParaRPr lang="en-US" sz="2400" spc="-1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600" spc="260" dirty="0">
                <a:solidFill>
                  <a:srgbClr val="EB91D7"/>
                </a:solidFill>
                <a:latin typeface="SimSun" panose="02010600030101010101" pitchFamily="2" charset="-122"/>
                <a:ea typeface="SimSun" panose="02010600030101010101" pitchFamily="2" charset="-122"/>
                <a:cs typeface="宋体"/>
              </a:rPr>
              <a:t>o</a:t>
            </a:r>
            <a:r>
              <a:rPr lang="en" altLang="zh-CN" sz="1600" dirty="0">
                <a:solidFill>
                  <a:srgbClr val="EB91D7"/>
                </a:solidFill>
                <a:latin typeface="SimSun" panose="02010600030101010101" pitchFamily="2" charset="-122"/>
                <a:ea typeface="SimSun" panose="02010600030101010101" pitchFamily="2" charset="-122"/>
                <a:cs typeface="宋体"/>
              </a:rPr>
              <a:t>	</a:t>
            </a:r>
            <a:r>
              <a:rPr lang="zh-CN" altLang="en-US" sz="2400" spc="-5" dirty="0">
                <a:latin typeface="SimSun" panose="02010600030101010101" pitchFamily="2" charset="-122"/>
                <a:ea typeface="SimSun" panose="02010600030101010101" pitchFamily="2" charset="-122"/>
                <a:cs typeface="宋体"/>
              </a:rPr>
              <a:t>比较次数：</a:t>
            </a:r>
            <a:r>
              <a:rPr lang="zh-CN" altLang="en-US" sz="2400" spc="-10" dirty="0">
                <a:latin typeface="SimSun" panose="02010600030101010101" pitchFamily="2" charset="-122"/>
                <a:ea typeface="SimSun" panose="02010600030101010101" pitchFamily="2" charset="-122"/>
                <a:cs typeface="Cambria Math"/>
              </a:rPr>
              <a:t>𝟔𝟔</a:t>
            </a:r>
            <a:r>
              <a:rPr lang="zh-CN" altLang="en-US" sz="2400" spc="-50" dirty="0">
                <a:latin typeface="SimSun" panose="02010600030101010101" pitchFamily="2" charset="-122"/>
                <a:ea typeface="SimSun" panose="02010600030101010101" pitchFamily="2" charset="-122"/>
                <a:cs typeface="宋体"/>
              </a:rPr>
              <a:t>次</a:t>
            </a:r>
            <a:endParaRPr lang="zh-CN" altLang="en-US" sz="24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endParaRPr sz="2400" dirty="0">
              <a:latin typeface="宋体"/>
              <a:cs typeface="宋体"/>
            </a:endParaRPr>
          </a:p>
        </p:txBody>
      </p:sp>
      <p:graphicFrame>
        <p:nvGraphicFramePr>
          <p:cNvPr id="9" name="object 4">
            <a:extLst>
              <a:ext uri="{FF2B5EF4-FFF2-40B4-BE49-F238E27FC236}">
                <a16:creationId xmlns:a16="http://schemas.microsoft.com/office/drawing/2014/main" id="{39A70B7C-DE1E-B140-884A-C69D67EA09D1}"/>
              </a:ext>
            </a:extLst>
          </p:cNvPr>
          <p:cNvGraphicFramePr>
            <a:graphicFrameLocks noGrp="1"/>
          </p:cNvGraphicFramePr>
          <p:nvPr/>
        </p:nvGraphicFramePr>
        <p:xfrm>
          <a:off x="2620645" y="342515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4">
            <a:extLst>
              <a:ext uri="{FF2B5EF4-FFF2-40B4-BE49-F238E27FC236}">
                <a16:creationId xmlns:a16="http://schemas.microsoft.com/office/drawing/2014/main" id="{85C7F784-C2C4-8941-AEC3-FFC26ECFBCFD}"/>
              </a:ext>
            </a:extLst>
          </p:cNvPr>
          <p:cNvSpPr txBox="1"/>
          <p:nvPr/>
        </p:nvSpPr>
        <p:spPr>
          <a:xfrm>
            <a:off x="1126548" y="4060211"/>
            <a:ext cx="5426075" cy="873760"/>
          </a:xfrm>
          <a:prstGeom prst="rect">
            <a:avLst/>
          </a:prstGeom>
        </p:spPr>
        <p:txBody>
          <a:bodyPr vert="horz" wrap="square" lIns="0" tIns="88900" rIns="0" bIns="0" rtlCol="0">
            <a:spAutoFit/>
          </a:bodyPr>
          <a:lstStyle/>
          <a:p>
            <a:pPr marL="360045" indent="-347980">
              <a:lnSpc>
                <a:spcPct val="100000"/>
              </a:lnSpc>
              <a:spcBef>
                <a:spcPts val="700"/>
              </a:spcBef>
              <a:buClr>
                <a:srgbClr val="DAB6FB"/>
              </a:buClr>
              <a:buSzPct val="68750"/>
              <a:buFont typeface="Wingdings"/>
              <a:buChar char=""/>
              <a:tabLst>
                <a:tab pos="360045" algn="l"/>
                <a:tab pos="360680" algn="l"/>
              </a:tabLst>
            </a:pPr>
            <a:r>
              <a:rPr sz="2400" spc="-15" dirty="0" err="1">
                <a:latin typeface="宋体"/>
                <a:cs typeface="宋体"/>
              </a:rPr>
              <a:t>插入排序</a:t>
            </a:r>
            <a:endParaRPr sz="2400" dirty="0">
              <a:latin typeface="宋体"/>
              <a:cs typeface="宋体"/>
            </a:endParaRPr>
          </a:p>
          <a:p>
            <a:pPr marL="361315">
              <a:lnSpc>
                <a:spcPct val="100000"/>
              </a:lnSpc>
              <a:spcBef>
                <a:spcPts val="555"/>
              </a:spcBef>
              <a:tabLst>
                <a:tab pos="655320" algn="l"/>
              </a:tabLst>
            </a:pPr>
            <a:r>
              <a:rPr sz="1550" spc="260" dirty="0">
                <a:solidFill>
                  <a:srgbClr val="EB91D7"/>
                </a:solidFill>
                <a:latin typeface="宋体"/>
                <a:cs typeface="宋体"/>
              </a:rPr>
              <a:t>o</a:t>
            </a:r>
            <a:r>
              <a:rPr sz="1550" dirty="0">
                <a:solidFill>
                  <a:srgbClr val="EB91D7"/>
                </a:solidFill>
                <a:latin typeface="宋体"/>
                <a:cs typeface="宋体"/>
              </a:rPr>
              <a:t>	</a:t>
            </a:r>
            <a:r>
              <a:rPr sz="2200" spc="-10" dirty="0" err="1">
                <a:latin typeface="宋体"/>
                <a:cs typeface="宋体"/>
              </a:rPr>
              <a:t>依次将每个元素插入到已排序序列之中</a:t>
            </a:r>
            <a:endParaRPr sz="2200" dirty="0">
              <a:latin typeface="宋体"/>
              <a:cs typeface="宋体"/>
            </a:endParaRPr>
          </a:p>
        </p:txBody>
      </p:sp>
      <p:graphicFrame>
        <p:nvGraphicFramePr>
          <p:cNvPr id="11" name="object 2">
            <a:extLst>
              <a:ext uri="{FF2B5EF4-FFF2-40B4-BE49-F238E27FC236}">
                <a16:creationId xmlns:a16="http://schemas.microsoft.com/office/drawing/2014/main" id="{BFB5F713-B9F2-B047-8831-E6E722802828}"/>
              </a:ext>
            </a:extLst>
          </p:cNvPr>
          <p:cNvGraphicFramePr>
            <a:graphicFrameLocks noGrp="1"/>
          </p:cNvGraphicFramePr>
          <p:nvPr/>
        </p:nvGraphicFramePr>
        <p:xfrm>
          <a:off x="2620645" y="5107304"/>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2" name="object 7">
            <a:extLst>
              <a:ext uri="{FF2B5EF4-FFF2-40B4-BE49-F238E27FC236}">
                <a16:creationId xmlns:a16="http://schemas.microsoft.com/office/drawing/2014/main" id="{D0214D6E-CBAD-2F48-A144-3CE07D42F0EC}"/>
              </a:ext>
            </a:extLst>
          </p:cNvPr>
          <p:cNvSpPr txBox="1"/>
          <p:nvPr/>
        </p:nvSpPr>
        <p:spPr>
          <a:xfrm>
            <a:off x="4450588" y="6137402"/>
            <a:ext cx="406400" cy="330200"/>
          </a:xfrm>
          <a:prstGeom prst="rect">
            <a:avLst/>
          </a:prstGeom>
        </p:spPr>
        <p:txBody>
          <a:bodyPr vert="horz" wrap="square" lIns="0" tIns="12065" rIns="0" bIns="0" rtlCol="0">
            <a:spAutoFit/>
          </a:bodyPr>
          <a:lstStyle/>
          <a:p>
            <a:pPr marL="12700">
              <a:lnSpc>
                <a:spcPct val="100000"/>
              </a:lnSpc>
              <a:spcBef>
                <a:spcPts val="95"/>
              </a:spcBef>
            </a:pPr>
            <a:r>
              <a:rPr sz="2000" b="1" spc="-25">
                <a:latin typeface="Times New Roman"/>
                <a:cs typeface="Times New Roman"/>
              </a:rPr>
              <a:t>key</a:t>
            </a:r>
            <a:endParaRPr sz="2000">
              <a:latin typeface="Times New Roman"/>
              <a:cs typeface="Times New Roman"/>
            </a:endParaRPr>
          </a:p>
        </p:txBody>
      </p:sp>
      <p:sp>
        <p:nvSpPr>
          <p:cNvPr id="13" name="object 8">
            <a:extLst>
              <a:ext uri="{FF2B5EF4-FFF2-40B4-BE49-F238E27FC236}">
                <a16:creationId xmlns:a16="http://schemas.microsoft.com/office/drawing/2014/main" id="{3C7DD7BA-B12F-604F-A1E3-C6F836F05D10}"/>
              </a:ext>
            </a:extLst>
          </p:cNvPr>
          <p:cNvSpPr/>
          <p:nvPr/>
        </p:nvSpPr>
        <p:spPr>
          <a:xfrm>
            <a:off x="4596384" y="5712714"/>
            <a:ext cx="114300" cy="490220"/>
          </a:xfrm>
          <a:custGeom>
            <a:avLst/>
            <a:gdLst/>
            <a:ahLst/>
            <a:cxnLst/>
            <a:rect l="l" t="t" r="r" b="b"/>
            <a:pathLst>
              <a:path w="114300" h="490220">
                <a:moveTo>
                  <a:pt x="76200" y="95250"/>
                </a:moveTo>
                <a:lnTo>
                  <a:pt x="38100" y="95250"/>
                </a:lnTo>
                <a:lnTo>
                  <a:pt x="38100" y="490067"/>
                </a:lnTo>
                <a:lnTo>
                  <a:pt x="76200" y="490067"/>
                </a:lnTo>
                <a:lnTo>
                  <a:pt x="76200" y="95250"/>
                </a:lnTo>
                <a:close/>
              </a:path>
              <a:path w="114300" h="490220">
                <a:moveTo>
                  <a:pt x="57150" y="0"/>
                </a:moveTo>
                <a:lnTo>
                  <a:pt x="0" y="114300"/>
                </a:lnTo>
                <a:lnTo>
                  <a:pt x="38100" y="114300"/>
                </a:lnTo>
                <a:lnTo>
                  <a:pt x="38100" y="95250"/>
                </a:lnTo>
                <a:lnTo>
                  <a:pt x="104775" y="95250"/>
                </a:lnTo>
                <a:lnTo>
                  <a:pt x="57150" y="0"/>
                </a:lnTo>
                <a:close/>
              </a:path>
              <a:path w="114300" h="490220">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4283833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2446182"/>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SimSun" panose="02010600030101010101" pitchFamily="2" charset="-122"/>
                <a:ea typeface="SimSun" panose="02010600030101010101" pitchFamily="2" charset="-122"/>
                <a:cs typeface="宋体"/>
              </a:rPr>
              <a:t>杠铃增重问题</a:t>
            </a:r>
            <a:endParaRPr sz="32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SimSun" panose="02010600030101010101" pitchFamily="2" charset="-122"/>
                <a:ea typeface="SimSun" panose="02010600030101010101" pitchFamily="2" charset="-122"/>
                <a:cs typeface="宋体"/>
              </a:rPr>
              <a:t>选择排序</a:t>
            </a:r>
            <a:endParaRPr sz="28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r>
              <a:rPr sz="1600" spc="260" dirty="0">
                <a:solidFill>
                  <a:srgbClr val="EB91D7"/>
                </a:solidFill>
                <a:latin typeface="SimSun" panose="02010600030101010101" pitchFamily="2" charset="-122"/>
                <a:ea typeface="SimSun" panose="02010600030101010101" pitchFamily="2" charset="-122"/>
                <a:cs typeface="宋体"/>
              </a:rPr>
              <a:t>o</a:t>
            </a:r>
            <a:r>
              <a:rPr sz="1600" dirty="0">
                <a:solidFill>
                  <a:srgbClr val="EB91D7"/>
                </a:solidFill>
                <a:latin typeface="SimSun" panose="02010600030101010101" pitchFamily="2" charset="-122"/>
                <a:ea typeface="SimSun" panose="02010600030101010101" pitchFamily="2" charset="-122"/>
                <a:cs typeface="宋体"/>
              </a:rPr>
              <a:t>	</a:t>
            </a:r>
            <a:r>
              <a:rPr sz="2400" spc="-10" dirty="0" err="1">
                <a:latin typeface="SimSun" panose="02010600030101010101" pitchFamily="2" charset="-122"/>
                <a:ea typeface="SimSun" panose="02010600030101010101" pitchFamily="2" charset="-122"/>
                <a:cs typeface="宋体"/>
              </a:rPr>
              <a:t>从待排序元素中</a:t>
            </a:r>
            <a:r>
              <a:rPr sz="2400" spc="-10" dirty="0" err="1">
                <a:solidFill>
                  <a:srgbClr val="FF0000"/>
                </a:solidFill>
                <a:latin typeface="SimSun" panose="02010600030101010101" pitchFamily="2" charset="-122"/>
                <a:ea typeface="SimSun" panose="02010600030101010101" pitchFamily="2" charset="-122"/>
                <a:cs typeface="宋体"/>
              </a:rPr>
              <a:t>迭代选出最小值</a:t>
            </a:r>
            <a:r>
              <a:rPr sz="2400" spc="-10" dirty="0" err="1">
                <a:latin typeface="SimSun" panose="02010600030101010101" pitchFamily="2" charset="-122"/>
                <a:ea typeface="SimSun" panose="02010600030101010101" pitchFamily="2" charset="-122"/>
                <a:cs typeface="宋体"/>
              </a:rPr>
              <a:t>并排序</a:t>
            </a:r>
            <a:endParaRPr lang="en-US" sz="2400" spc="-1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600" spc="260" dirty="0">
                <a:solidFill>
                  <a:srgbClr val="EB91D7"/>
                </a:solidFill>
                <a:latin typeface="SimSun" panose="02010600030101010101" pitchFamily="2" charset="-122"/>
                <a:ea typeface="SimSun" panose="02010600030101010101" pitchFamily="2" charset="-122"/>
                <a:cs typeface="宋体"/>
              </a:rPr>
              <a:t>o</a:t>
            </a:r>
            <a:r>
              <a:rPr lang="en" altLang="zh-CN" sz="1600" dirty="0">
                <a:solidFill>
                  <a:srgbClr val="EB91D7"/>
                </a:solidFill>
                <a:latin typeface="SimSun" panose="02010600030101010101" pitchFamily="2" charset="-122"/>
                <a:ea typeface="SimSun" panose="02010600030101010101" pitchFamily="2" charset="-122"/>
                <a:cs typeface="宋体"/>
              </a:rPr>
              <a:t>	</a:t>
            </a:r>
            <a:r>
              <a:rPr lang="zh-CN" altLang="en-US" sz="2400" spc="-5" dirty="0">
                <a:latin typeface="SimSun" panose="02010600030101010101" pitchFamily="2" charset="-122"/>
                <a:ea typeface="SimSun" panose="02010600030101010101" pitchFamily="2" charset="-122"/>
                <a:cs typeface="宋体"/>
              </a:rPr>
              <a:t>比较次数：</a:t>
            </a:r>
            <a:r>
              <a:rPr lang="zh-CN" altLang="en-US" sz="2400" spc="-10" dirty="0">
                <a:latin typeface="SimSun" panose="02010600030101010101" pitchFamily="2" charset="-122"/>
                <a:ea typeface="SimSun" panose="02010600030101010101" pitchFamily="2" charset="-122"/>
                <a:cs typeface="Cambria Math"/>
              </a:rPr>
              <a:t>𝟔𝟔</a:t>
            </a:r>
            <a:r>
              <a:rPr lang="zh-CN" altLang="en-US" sz="2400" spc="-50" dirty="0">
                <a:latin typeface="SimSun" panose="02010600030101010101" pitchFamily="2" charset="-122"/>
                <a:ea typeface="SimSun" panose="02010600030101010101" pitchFamily="2" charset="-122"/>
                <a:cs typeface="宋体"/>
              </a:rPr>
              <a:t>次</a:t>
            </a:r>
            <a:endParaRPr lang="zh-CN" altLang="en-US" sz="24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endParaRPr sz="2400" dirty="0">
              <a:latin typeface="宋体"/>
              <a:cs typeface="宋体"/>
            </a:endParaRPr>
          </a:p>
        </p:txBody>
      </p:sp>
      <p:graphicFrame>
        <p:nvGraphicFramePr>
          <p:cNvPr id="9" name="object 4">
            <a:extLst>
              <a:ext uri="{FF2B5EF4-FFF2-40B4-BE49-F238E27FC236}">
                <a16:creationId xmlns:a16="http://schemas.microsoft.com/office/drawing/2014/main" id="{39A70B7C-DE1E-B140-884A-C69D67EA09D1}"/>
              </a:ext>
            </a:extLst>
          </p:cNvPr>
          <p:cNvGraphicFramePr>
            <a:graphicFrameLocks noGrp="1"/>
          </p:cNvGraphicFramePr>
          <p:nvPr/>
        </p:nvGraphicFramePr>
        <p:xfrm>
          <a:off x="2620645" y="342515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4">
            <a:extLst>
              <a:ext uri="{FF2B5EF4-FFF2-40B4-BE49-F238E27FC236}">
                <a16:creationId xmlns:a16="http://schemas.microsoft.com/office/drawing/2014/main" id="{85C7F784-C2C4-8941-AEC3-FFC26ECFBCFD}"/>
              </a:ext>
            </a:extLst>
          </p:cNvPr>
          <p:cNvSpPr txBox="1"/>
          <p:nvPr/>
        </p:nvSpPr>
        <p:spPr>
          <a:xfrm>
            <a:off x="1126548" y="4060211"/>
            <a:ext cx="5426075" cy="873760"/>
          </a:xfrm>
          <a:prstGeom prst="rect">
            <a:avLst/>
          </a:prstGeom>
        </p:spPr>
        <p:txBody>
          <a:bodyPr vert="horz" wrap="square" lIns="0" tIns="88900" rIns="0" bIns="0" rtlCol="0">
            <a:spAutoFit/>
          </a:bodyPr>
          <a:lstStyle/>
          <a:p>
            <a:pPr marL="360045" indent="-347980">
              <a:lnSpc>
                <a:spcPct val="100000"/>
              </a:lnSpc>
              <a:spcBef>
                <a:spcPts val="700"/>
              </a:spcBef>
              <a:buClr>
                <a:srgbClr val="DAB6FB"/>
              </a:buClr>
              <a:buSzPct val="68750"/>
              <a:buFont typeface="Wingdings"/>
              <a:buChar char=""/>
              <a:tabLst>
                <a:tab pos="360045" algn="l"/>
                <a:tab pos="360680" algn="l"/>
              </a:tabLst>
            </a:pPr>
            <a:r>
              <a:rPr sz="2400" spc="-15" dirty="0" err="1">
                <a:latin typeface="宋体"/>
                <a:cs typeface="宋体"/>
              </a:rPr>
              <a:t>插入排序</a:t>
            </a:r>
            <a:endParaRPr sz="2400" dirty="0">
              <a:latin typeface="宋体"/>
              <a:cs typeface="宋体"/>
            </a:endParaRPr>
          </a:p>
          <a:p>
            <a:pPr marL="361315">
              <a:lnSpc>
                <a:spcPct val="100000"/>
              </a:lnSpc>
              <a:spcBef>
                <a:spcPts val="555"/>
              </a:spcBef>
              <a:tabLst>
                <a:tab pos="655320" algn="l"/>
              </a:tabLst>
            </a:pPr>
            <a:r>
              <a:rPr sz="1550" spc="260" dirty="0">
                <a:solidFill>
                  <a:srgbClr val="EB91D7"/>
                </a:solidFill>
                <a:latin typeface="宋体"/>
                <a:cs typeface="宋体"/>
              </a:rPr>
              <a:t>o</a:t>
            </a:r>
            <a:r>
              <a:rPr sz="1550" dirty="0">
                <a:solidFill>
                  <a:srgbClr val="EB91D7"/>
                </a:solidFill>
                <a:latin typeface="宋体"/>
                <a:cs typeface="宋体"/>
              </a:rPr>
              <a:t>	</a:t>
            </a:r>
            <a:r>
              <a:rPr sz="2200" spc="-10" dirty="0" err="1">
                <a:latin typeface="宋体"/>
                <a:cs typeface="宋体"/>
              </a:rPr>
              <a:t>依次将每个元素插入到已排序序列之中</a:t>
            </a:r>
            <a:endParaRPr sz="2200" dirty="0">
              <a:latin typeface="宋体"/>
              <a:cs typeface="宋体"/>
            </a:endParaRPr>
          </a:p>
        </p:txBody>
      </p:sp>
      <p:sp>
        <p:nvSpPr>
          <p:cNvPr id="10" name="object 6">
            <a:extLst>
              <a:ext uri="{FF2B5EF4-FFF2-40B4-BE49-F238E27FC236}">
                <a16:creationId xmlns:a16="http://schemas.microsoft.com/office/drawing/2014/main" id="{99C8B0ED-8CAF-F44E-94C9-7F919708BA05}"/>
              </a:ext>
            </a:extLst>
          </p:cNvPr>
          <p:cNvSpPr/>
          <p:nvPr/>
        </p:nvSpPr>
        <p:spPr>
          <a:xfrm>
            <a:off x="2524505" y="5703570"/>
            <a:ext cx="2160270" cy="384175"/>
          </a:xfrm>
          <a:custGeom>
            <a:avLst/>
            <a:gdLst/>
            <a:ahLst/>
            <a:cxnLst/>
            <a:rect l="l" t="t" r="r" b="b"/>
            <a:pathLst>
              <a:path w="2160270" h="384175">
                <a:moveTo>
                  <a:pt x="96012" y="0"/>
                </a:moveTo>
                <a:lnTo>
                  <a:pt x="0" y="96011"/>
                </a:lnTo>
                <a:lnTo>
                  <a:pt x="76073" y="96011"/>
                </a:lnTo>
                <a:lnTo>
                  <a:pt x="76073" y="384047"/>
                </a:lnTo>
                <a:lnTo>
                  <a:pt x="2160270" y="384047"/>
                </a:lnTo>
                <a:lnTo>
                  <a:pt x="2160270" y="344271"/>
                </a:lnTo>
                <a:lnTo>
                  <a:pt x="115950" y="344271"/>
                </a:lnTo>
                <a:lnTo>
                  <a:pt x="115950" y="96011"/>
                </a:lnTo>
                <a:lnTo>
                  <a:pt x="192024" y="96011"/>
                </a:lnTo>
                <a:lnTo>
                  <a:pt x="96012" y="0"/>
                </a:lnTo>
                <a:close/>
              </a:path>
            </a:pathLst>
          </a:custGeom>
          <a:solidFill>
            <a:srgbClr val="000000"/>
          </a:solidFill>
        </p:spPr>
        <p:txBody>
          <a:bodyPr wrap="square" lIns="0" tIns="0" rIns="0" bIns="0" rtlCol="0"/>
          <a:lstStyle/>
          <a:p>
            <a:endParaRPr/>
          </a:p>
        </p:txBody>
      </p:sp>
      <p:graphicFrame>
        <p:nvGraphicFramePr>
          <p:cNvPr id="14" name="object 7">
            <a:extLst>
              <a:ext uri="{FF2B5EF4-FFF2-40B4-BE49-F238E27FC236}">
                <a16:creationId xmlns:a16="http://schemas.microsoft.com/office/drawing/2014/main" id="{A7E86882-1E2F-A343-B5E8-161EA4EB9FA7}"/>
              </a:ext>
            </a:extLst>
          </p:cNvPr>
          <p:cNvGraphicFramePr>
            <a:graphicFrameLocks noGrp="1"/>
          </p:cNvGraphicFramePr>
          <p:nvPr>
            <p:extLst>
              <p:ext uri="{D42A27DB-BD31-4B8C-83A1-F6EECF244321}">
                <p14:modId xmlns:p14="http://schemas.microsoft.com/office/powerpoint/2010/main" val="1059907768"/>
              </p:ext>
            </p:extLst>
          </p:nvPr>
        </p:nvGraphicFramePr>
        <p:xfrm>
          <a:off x="2620645" y="5107304"/>
          <a:ext cx="6905625" cy="94043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298450">
                  <a:extLst>
                    <a:ext uri="{9D8B030D-6E8A-4147-A177-3AD203B41FA5}">
                      <a16:colId xmlns:a16="http://schemas.microsoft.com/office/drawing/2014/main" val="20003"/>
                    </a:ext>
                  </a:extLst>
                </a:gridCol>
                <a:gridCol w="276860">
                  <a:extLst>
                    <a:ext uri="{9D8B030D-6E8A-4147-A177-3AD203B41FA5}">
                      <a16:colId xmlns:a16="http://schemas.microsoft.com/office/drawing/2014/main" val="20004"/>
                    </a:ext>
                  </a:extLst>
                </a:gridCol>
                <a:gridCol w="575310">
                  <a:extLst>
                    <a:ext uri="{9D8B030D-6E8A-4147-A177-3AD203B41FA5}">
                      <a16:colId xmlns:a16="http://schemas.microsoft.com/office/drawing/2014/main" val="20005"/>
                    </a:ext>
                  </a:extLst>
                </a:gridCol>
                <a:gridCol w="575310">
                  <a:extLst>
                    <a:ext uri="{9D8B030D-6E8A-4147-A177-3AD203B41FA5}">
                      <a16:colId xmlns:a16="http://schemas.microsoft.com/office/drawing/2014/main" val="20006"/>
                    </a:ext>
                  </a:extLst>
                </a:gridCol>
                <a:gridCol w="575310">
                  <a:extLst>
                    <a:ext uri="{9D8B030D-6E8A-4147-A177-3AD203B41FA5}">
                      <a16:colId xmlns:a16="http://schemas.microsoft.com/office/drawing/2014/main" val="20007"/>
                    </a:ext>
                  </a:extLst>
                </a:gridCol>
                <a:gridCol w="575310">
                  <a:extLst>
                    <a:ext uri="{9D8B030D-6E8A-4147-A177-3AD203B41FA5}">
                      <a16:colId xmlns:a16="http://schemas.microsoft.com/office/drawing/2014/main" val="20008"/>
                    </a:ext>
                  </a:extLst>
                </a:gridCol>
                <a:gridCol w="575310">
                  <a:extLst>
                    <a:ext uri="{9D8B030D-6E8A-4147-A177-3AD203B41FA5}">
                      <a16:colId xmlns:a16="http://schemas.microsoft.com/office/drawing/2014/main" val="20009"/>
                    </a:ext>
                  </a:extLst>
                </a:gridCol>
                <a:gridCol w="575310">
                  <a:extLst>
                    <a:ext uri="{9D8B030D-6E8A-4147-A177-3AD203B41FA5}">
                      <a16:colId xmlns:a16="http://schemas.microsoft.com/office/drawing/2014/main" val="20010"/>
                    </a:ext>
                  </a:extLst>
                </a:gridCol>
                <a:gridCol w="575310">
                  <a:extLst>
                    <a:ext uri="{9D8B030D-6E8A-4147-A177-3AD203B41FA5}">
                      <a16:colId xmlns:a16="http://schemas.microsoft.com/office/drawing/2014/main" val="20011"/>
                    </a:ext>
                  </a:extLst>
                </a:gridCol>
                <a:gridCol w="575310">
                  <a:extLst>
                    <a:ext uri="{9D8B030D-6E8A-4147-A177-3AD203B41FA5}">
                      <a16:colId xmlns:a16="http://schemas.microsoft.com/office/drawing/2014/main" val="20012"/>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gridSpan="2">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hMerge="1">
                  <a:txBody>
                    <a:bodyPr/>
                    <a:lstStyle/>
                    <a:p>
                      <a:endParaRPr/>
                    </a:p>
                  </a:txBody>
                  <a:tcPr marL="0" marR="0" marT="0" marB="0"/>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r h="363855">
                <a:tc gridSpan="4">
                  <a:txBody>
                    <a:bodyPr/>
                    <a:lstStyle/>
                    <a:p>
                      <a:pPr>
                        <a:lnSpc>
                          <a:spcPct val="100000"/>
                        </a:lnSpc>
                      </a:pPr>
                      <a:endParaRPr sz="2100">
                        <a:latin typeface="Times New Roman"/>
                        <a:cs typeface="Times New Roman"/>
                      </a:endParaRPr>
                    </a:p>
                  </a:txBody>
                  <a:tcPr marL="0" marR="0" marT="0" marB="0">
                    <a:lnR w="38100">
                      <a:solidFill>
                        <a:srgbClr val="000000"/>
                      </a:solidFill>
                      <a:prstDash val="solid"/>
                    </a:lnR>
                    <a:lnT w="3810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9">
                  <a:txBody>
                    <a:bodyPr/>
                    <a:lstStyle/>
                    <a:p>
                      <a:pPr>
                        <a:lnSpc>
                          <a:spcPct val="100000"/>
                        </a:lnSpc>
                      </a:pPr>
                      <a:endParaRPr sz="2100" dirty="0">
                        <a:latin typeface="Times New Roman"/>
                        <a:cs typeface="Times New Roman"/>
                      </a:endParaRPr>
                    </a:p>
                  </a:txBody>
                  <a:tcPr marL="0" marR="0" marT="0" marB="0">
                    <a:lnL w="38100">
                      <a:solidFill>
                        <a:srgbClr val="000000"/>
                      </a:solidFill>
                      <a:prstDash val="solid"/>
                    </a:lnL>
                    <a:lnT w="3810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20749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2446182"/>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SimSun" panose="02010600030101010101" pitchFamily="2" charset="-122"/>
                <a:ea typeface="SimSun" panose="02010600030101010101" pitchFamily="2" charset="-122"/>
                <a:cs typeface="宋体"/>
              </a:rPr>
              <a:t>杠铃增重问题</a:t>
            </a:r>
            <a:endParaRPr sz="32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SimSun" panose="02010600030101010101" pitchFamily="2" charset="-122"/>
                <a:ea typeface="SimSun" panose="02010600030101010101" pitchFamily="2" charset="-122"/>
                <a:cs typeface="宋体"/>
              </a:rPr>
              <a:t>选择排序</a:t>
            </a:r>
            <a:endParaRPr sz="28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r>
              <a:rPr sz="1600" spc="260" dirty="0">
                <a:solidFill>
                  <a:srgbClr val="EB91D7"/>
                </a:solidFill>
                <a:latin typeface="SimSun" panose="02010600030101010101" pitchFamily="2" charset="-122"/>
                <a:ea typeface="SimSun" panose="02010600030101010101" pitchFamily="2" charset="-122"/>
                <a:cs typeface="宋体"/>
              </a:rPr>
              <a:t>o</a:t>
            </a:r>
            <a:r>
              <a:rPr sz="1600" dirty="0">
                <a:solidFill>
                  <a:srgbClr val="EB91D7"/>
                </a:solidFill>
                <a:latin typeface="SimSun" panose="02010600030101010101" pitchFamily="2" charset="-122"/>
                <a:ea typeface="SimSun" panose="02010600030101010101" pitchFamily="2" charset="-122"/>
                <a:cs typeface="宋体"/>
              </a:rPr>
              <a:t>	</a:t>
            </a:r>
            <a:r>
              <a:rPr sz="2400" spc="-10" dirty="0" err="1">
                <a:latin typeface="SimSun" panose="02010600030101010101" pitchFamily="2" charset="-122"/>
                <a:ea typeface="SimSun" panose="02010600030101010101" pitchFamily="2" charset="-122"/>
                <a:cs typeface="宋体"/>
              </a:rPr>
              <a:t>从待排序元素中</a:t>
            </a:r>
            <a:r>
              <a:rPr sz="2400" spc="-10" dirty="0" err="1">
                <a:solidFill>
                  <a:srgbClr val="FF0000"/>
                </a:solidFill>
                <a:latin typeface="SimSun" panose="02010600030101010101" pitchFamily="2" charset="-122"/>
                <a:ea typeface="SimSun" panose="02010600030101010101" pitchFamily="2" charset="-122"/>
                <a:cs typeface="宋体"/>
              </a:rPr>
              <a:t>迭代选出最小值</a:t>
            </a:r>
            <a:r>
              <a:rPr sz="2400" spc="-10" dirty="0" err="1">
                <a:latin typeface="SimSun" panose="02010600030101010101" pitchFamily="2" charset="-122"/>
                <a:ea typeface="SimSun" panose="02010600030101010101" pitchFamily="2" charset="-122"/>
                <a:cs typeface="宋体"/>
              </a:rPr>
              <a:t>并排序</a:t>
            </a:r>
            <a:endParaRPr lang="en-US" sz="2400" spc="-1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600" spc="260" dirty="0">
                <a:solidFill>
                  <a:srgbClr val="EB91D7"/>
                </a:solidFill>
                <a:latin typeface="SimSun" panose="02010600030101010101" pitchFamily="2" charset="-122"/>
                <a:ea typeface="SimSun" panose="02010600030101010101" pitchFamily="2" charset="-122"/>
                <a:cs typeface="宋体"/>
              </a:rPr>
              <a:t>o</a:t>
            </a:r>
            <a:r>
              <a:rPr lang="en" altLang="zh-CN" sz="1600" dirty="0">
                <a:solidFill>
                  <a:srgbClr val="EB91D7"/>
                </a:solidFill>
                <a:latin typeface="SimSun" panose="02010600030101010101" pitchFamily="2" charset="-122"/>
                <a:ea typeface="SimSun" panose="02010600030101010101" pitchFamily="2" charset="-122"/>
                <a:cs typeface="宋体"/>
              </a:rPr>
              <a:t>	</a:t>
            </a:r>
            <a:r>
              <a:rPr lang="zh-CN" altLang="en-US" sz="2400" spc="-5" dirty="0">
                <a:latin typeface="SimSun" panose="02010600030101010101" pitchFamily="2" charset="-122"/>
                <a:ea typeface="SimSun" panose="02010600030101010101" pitchFamily="2" charset="-122"/>
                <a:cs typeface="宋体"/>
              </a:rPr>
              <a:t>比较次数：</a:t>
            </a:r>
            <a:r>
              <a:rPr lang="zh-CN" altLang="en-US" sz="2400" spc="-10" dirty="0">
                <a:latin typeface="SimSun" panose="02010600030101010101" pitchFamily="2" charset="-122"/>
                <a:ea typeface="SimSun" panose="02010600030101010101" pitchFamily="2" charset="-122"/>
                <a:cs typeface="Cambria Math"/>
              </a:rPr>
              <a:t>𝟔𝟔</a:t>
            </a:r>
            <a:r>
              <a:rPr lang="zh-CN" altLang="en-US" sz="2400" spc="-50" dirty="0">
                <a:latin typeface="SimSun" panose="02010600030101010101" pitchFamily="2" charset="-122"/>
                <a:ea typeface="SimSun" panose="02010600030101010101" pitchFamily="2" charset="-122"/>
                <a:cs typeface="宋体"/>
              </a:rPr>
              <a:t>次</a:t>
            </a:r>
            <a:endParaRPr lang="zh-CN" altLang="en-US" sz="24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endParaRPr sz="2400" dirty="0">
              <a:latin typeface="宋体"/>
              <a:cs typeface="宋体"/>
            </a:endParaRPr>
          </a:p>
        </p:txBody>
      </p:sp>
      <p:graphicFrame>
        <p:nvGraphicFramePr>
          <p:cNvPr id="9" name="object 4">
            <a:extLst>
              <a:ext uri="{FF2B5EF4-FFF2-40B4-BE49-F238E27FC236}">
                <a16:creationId xmlns:a16="http://schemas.microsoft.com/office/drawing/2014/main" id="{39A70B7C-DE1E-B140-884A-C69D67EA09D1}"/>
              </a:ext>
            </a:extLst>
          </p:cNvPr>
          <p:cNvGraphicFramePr>
            <a:graphicFrameLocks noGrp="1"/>
          </p:cNvGraphicFramePr>
          <p:nvPr/>
        </p:nvGraphicFramePr>
        <p:xfrm>
          <a:off x="2620645" y="342515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4">
            <a:extLst>
              <a:ext uri="{FF2B5EF4-FFF2-40B4-BE49-F238E27FC236}">
                <a16:creationId xmlns:a16="http://schemas.microsoft.com/office/drawing/2014/main" id="{85C7F784-C2C4-8941-AEC3-FFC26ECFBCFD}"/>
              </a:ext>
            </a:extLst>
          </p:cNvPr>
          <p:cNvSpPr txBox="1"/>
          <p:nvPr/>
        </p:nvSpPr>
        <p:spPr>
          <a:xfrm>
            <a:off x="1126548" y="4060211"/>
            <a:ext cx="5426075" cy="873760"/>
          </a:xfrm>
          <a:prstGeom prst="rect">
            <a:avLst/>
          </a:prstGeom>
        </p:spPr>
        <p:txBody>
          <a:bodyPr vert="horz" wrap="square" lIns="0" tIns="88900" rIns="0" bIns="0" rtlCol="0">
            <a:spAutoFit/>
          </a:bodyPr>
          <a:lstStyle/>
          <a:p>
            <a:pPr marL="360045" indent="-347980">
              <a:lnSpc>
                <a:spcPct val="100000"/>
              </a:lnSpc>
              <a:spcBef>
                <a:spcPts val="700"/>
              </a:spcBef>
              <a:buClr>
                <a:srgbClr val="DAB6FB"/>
              </a:buClr>
              <a:buSzPct val="68750"/>
              <a:buFont typeface="Wingdings"/>
              <a:buChar char=""/>
              <a:tabLst>
                <a:tab pos="360045" algn="l"/>
                <a:tab pos="360680" algn="l"/>
              </a:tabLst>
            </a:pPr>
            <a:r>
              <a:rPr sz="2400" spc="-15" dirty="0" err="1">
                <a:latin typeface="宋体"/>
                <a:cs typeface="宋体"/>
              </a:rPr>
              <a:t>插入排序</a:t>
            </a:r>
            <a:endParaRPr sz="2400" dirty="0">
              <a:latin typeface="宋体"/>
              <a:cs typeface="宋体"/>
            </a:endParaRPr>
          </a:p>
          <a:p>
            <a:pPr marL="361315">
              <a:lnSpc>
                <a:spcPct val="100000"/>
              </a:lnSpc>
              <a:spcBef>
                <a:spcPts val="555"/>
              </a:spcBef>
              <a:tabLst>
                <a:tab pos="655320" algn="l"/>
              </a:tabLst>
            </a:pPr>
            <a:r>
              <a:rPr sz="1550" spc="260" dirty="0">
                <a:solidFill>
                  <a:srgbClr val="EB91D7"/>
                </a:solidFill>
                <a:latin typeface="宋体"/>
                <a:cs typeface="宋体"/>
              </a:rPr>
              <a:t>o</a:t>
            </a:r>
            <a:r>
              <a:rPr sz="1550" dirty="0">
                <a:solidFill>
                  <a:srgbClr val="EB91D7"/>
                </a:solidFill>
                <a:latin typeface="宋体"/>
                <a:cs typeface="宋体"/>
              </a:rPr>
              <a:t>	</a:t>
            </a:r>
            <a:r>
              <a:rPr sz="2200" spc="-10" dirty="0" err="1">
                <a:latin typeface="宋体"/>
                <a:cs typeface="宋体"/>
              </a:rPr>
              <a:t>依次将每个元素插入到已排序序列之中</a:t>
            </a:r>
            <a:endParaRPr sz="2200" dirty="0">
              <a:latin typeface="宋体"/>
              <a:cs typeface="宋体"/>
            </a:endParaRPr>
          </a:p>
        </p:txBody>
      </p:sp>
      <p:sp>
        <p:nvSpPr>
          <p:cNvPr id="8" name="object 6">
            <a:extLst>
              <a:ext uri="{FF2B5EF4-FFF2-40B4-BE49-F238E27FC236}">
                <a16:creationId xmlns:a16="http://schemas.microsoft.com/office/drawing/2014/main" id="{C8C44E06-8C0C-894F-B63D-248F9D977FB2}"/>
              </a:ext>
            </a:extLst>
          </p:cNvPr>
          <p:cNvSpPr/>
          <p:nvPr/>
        </p:nvSpPr>
        <p:spPr>
          <a:xfrm>
            <a:off x="2524505" y="5703570"/>
            <a:ext cx="2160270" cy="384175"/>
          </a:xfrm>
          <a:custGeom>
            <a:avLst/>
            <a:gdLst/>
            <a:ahLst/>
            <a:cxnLst/>
            <a:rect l="l" t="t" r="r" b="b"/>
            <a:pathLst>
              <a:path w="2160270" h="384175">
                <a:moveTo>
                  <a:pt x="96012" y="0"/>
                </a:moveTo>
                <a:lnTo>
                  <a:pt x="0" y="96011"/>
                </a:lnTo>
                <a:lnTo>
                  <a:pt x="76073" y="96011"/>
                </a:lnTo>
                <a:lnTo>
                  <a:pt x="76073" y="384047"/>
                </a:lnTo>
                <a:lnTo>
                  <a:pt x="2160270" y="384047"/>
                </a:lnTo>
                <a:lnTo>
                  <a:pt x="2160270" y="344271"/>
                </a:lnTo>
                <a:lnTo>
                  <a:pt x="115950" y="344271"/>
                </a:lnTo>
                <a:lnTo>
                  <a:pt x="115950" y="96011"/>
                </a:lnTo>
                <a:lnTo>
                  <a:pt x="192024" y="96011"/>
                </a:lnTo>
                <a:lnTo>
                  <a:pt x="96012" y="0"/>
                </a:lnTo>
                <a:close/>
              </a:path>
            </a:pathLst>
          </a:custGeom>
          <a:solidFill>
            <a:srgbClr val="000000"/>
          </a:solidFill>
        </p:spPr>
        <p:txBody>
          <a:bodyPr wrap="square" lIns="0" tIns="0" rIns="0" bIns="0" rtlCol="0"/>
          <a:lstStyle/>
          <a:p>
            <a:endParaRPr/>
          </a:p>
        </p:txBody>
      </p:sp>
      <p:graphicFrame>
        <p:nvGraphicFramePr>
          <p:cNvPr id="11" name="object 7">
            <a:extLst>
              <a:ext uri="{FF2B5EF4-FFF2-40B4-BE49-F238E27FC236}">
                <a16:creationId xmlns:a16="http://schemas.microsoft.com/office/drawing/2014/main" id="{74ECF8F0-E0B8-8949-9703-0C3AFC7B658B}"/>
              </a:ext>
            </a:extLst>
          </p:cNvPr>
          <p:cNvGraphicFramePr>
            <a:graphicFrameLocks noGrp="1"/>
          </p:cNvGraphicFramePr>
          <p:nvPr/>
        </p:nvGraphicFramePr>
        <p:xfrm>
          <a:off x="2620645" y="5107304"/>
          <a:ext cx="6905625" cy="94043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298450">
                  <a:extLst>
                    <a:ext uri="{9D8B030D-6E8A-4147-A177-3AD203B41FA5}">
                      <a16:colId xmlns:a16="http://schemas.microsoft.com/office/drawing/2014/main" val="20003"/>
                    </a:ext>
                  </a:extLst>
                </a:gridCol>
                <a:gridCol w="276860">
                  <a:extLst>
                    <a:ext uri="{9D8B030D-6E8A-4147-A177-3AD203B41FA5}">
                      <a16:colId xmlns:a16="http://schemas.microsoft.com/office/drawing/2014/main" val="20004"/>
                    </a:ext>
                  </a:extLst>
                </a:gridCol>
                <a:gridCol w="575310">
                  <a:extLst>
                    <a:ext uri="{9D8B030D-6E8A-4147-A177-3AD203B41FA5}">
                      <a16:colId xmlns:a16="http://schemas.microsoft.com/office/drawing/2014/main" val="20005"/>
                    </a:ext>
                  </a:extLst>
                </a:gridCol>
                <a:gridCol w="575310">
                  <a:extLst>
                    <a:ext uri="{9D8B030D-6E8A-4147-A177-3AD203B41FA5}">
                      <a16:colId xmlns:a16="http://schemas.microsoft.com/office/drawing/2014/main" val="20006"/>
                    </a:ext>
                  </a:extLst>
                </a:gridCol>
                <a:gridCol w="575310">
                  <a:extLst>
                    <a:ext uri="{9D8B030D-6E8A-4147-A177-3AD203B41FA5}">
                      <a16:colId xmlns:a16="http://schemas.microsoft.com/office/drawing/2014/main" val="20007"/>
                    </a:ext>
                  </a:extLst>
                </a:gridCol>
                <a:gridCol w="575310">
                  <a:extLst>
                    <a:ext uri="{9D8B030D-6E8A-4147-A177-3AD203B41FA5}">
                      <a16:colId xmlns:a16="http://schemas.microsoft.com/office/drawing/2014/main" val="20008"/>
                    </a:ext>
                  </a:extLst>
                </a:gridCol>
                <a:gridCol w="575310">
                  <a:extLst>
                    <a:ext uri="{9D8B030D-6E8A-4147-A177-3AD203B41FA5}">
                      <a16:colId xmlns:a16="http://schemas.microsoft.com/office/drawing/2014/main" val="20009"/>
                    </a:ext>
                  </a:extLst>
                </a:gridCol>
                <a:gridCol w="575310">
                  <a:extLst>
                    <a:ext uri="{9D8B030D-6E8A-4147-A177-3AD203B41FA5}">
                      <a16:colId xmlns:a16="http://schemas.microsoft.com/office/drawing/2014/main" val="20010"/>
                    </a:ext>
                  </a:extLst>
                </a:gridCol>
                <a:gridCol w="575310">
                  <a:extLst>
                    <a:ext uri="{9D8B030D-6E8A-4147-A177-3AD203B41FA5}">
                      <a16:colId xmlns:a16="http://schemas.microsoft.com/office/drawing/2014/main" val="20011"/>
                    </a:ext>
                  </a:extLst>
                </a:gridCol>
                <a:gridCol w="575310">
                  <a:extLst>
                    <a:ext uri="{9D8B030D-6E8A-4147-A177-3AD203B41FA5}">
                      <a16:colId xmlns:a16="http://schemas.microsoft.com/office/drawing/2014/main" val="2001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gridSpan="2">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hMerge="1">
                  <a:txBody>
                    <a:bodyPr/>
                    <a:lstStyle/>
                    <a:p>
                      <a:endParaRPr/>
                    </a:p>
                  </a:txBody>
                  <a:tcPr marL="0" marR="0" marT="0" marB="0"/>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r h="363855">
                <a:tc gridSpan="4">
                  <a:txBody>
                    <a:bodyPr/>
                    <a:lstStyle/>
                    <a:p>
                      <a:pPr>
                        <a:lnSpc>
                          <a:spcPct val="100000"/>
                        </a:lnSpc>
                      </a:pPr>
                      <a:endParaRPr sz="2100">
                        <a:latin typeface="Times New Roman"/>
                        <a:cs typeface="Times New Roman"/>
                      </a:endParaRPr>
                    </a:p>
                  </a:txBody>
                  <a:tcPr marL="0" marR="0" marT="0" marB="0">
                    <a:lnR w="38100">
                      <a:solidFill>
                        <a:srgbClr val="000000"/>
                      </a:solidFill>
                      <a:prstDash val="solid"/>
                    </a:lnR>
                    <a:lnT w="3810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9">
                  <a:txBody>
                    <a:bodyPr/>
                    <a:lstStyle/>
                    <a:p>
                      <a:pPr>
                        <a:lnSpc>
                          <a:spcPct val="100000"/>
                        </a:lnSpc>
                      </a:pPr>
                      <a:endParaRPr sz="2100">
                        <a:latin typeface="Times New Roman"/>
                        <a:cs typeface="Times New Roman"/>
                      </a:endParaRPr>
                    </a:p>
                  </a:txBody>
                  <a:tcPr marL="0" marR="0" marT="0" marB="0">
                    <a:lnL w="38100">
                      <a:solidFill>
                        <a:srgbClr val="000000"/>
                      </a:solidFill>
                      <a:prstDash val="solid"/>
                    </a:lnL>
                    <a:lnT w="3810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13935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2446182"/>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SimSun" panose="02010600030101010101" pitchFamily="2" charset="-122"/>
                <a:ea typeface="SimSun" panose="02010600030101010101" pitchFamily="2" charset="-122"/>
                <a:cs typeface="宋体"/>
              </a:rPr>
              <a:t>杠铃增重问题</a:t>
            </a:r>
            <a:endParaRPr sz="32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SimSun" panose="02010600030101010101" pitchFamily="2" charset="-122"/>
                <a:ea typeface="SimSun" panose="02010600030101010101" pitchFamily="2" charset="-122"/>
                <a:cs typeface="宋体"/>
              </a:rPr>
              <a:t>选择排序</a:t>
            </a:r>
            <a:endParaRPr sz="28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r>
              <a:rPr sz="1600" spc="260" dirty="0">
                <a:solidFill>
                  <a:srgbClr val="EB91D7"/>
                </a:solidFill>
                <a:latin typeface="SimSun" panose="02010600030101010101" pitchFamily="2" charset="-122"/>
                <a:ea typeface="SimSun" panose="02010600030101010101" pitchFamily="2" charset="-122"/>
                <a:cs typeface="宋体"/>
              </a:rPr>
              <a:t>o</a:t>
            </a:r>
            <a:r>
              <a:rPr sz="1600" dirty="0">
                <a:solidFill>
                  <a:srgbClr val="EB91D7"/>
                </a:solidFill>
                <a:latin typeface="SimSun" panose="02010600030101010101" pitchFamily="2" charset="-122"/>
                <a:ea typeface="SimSun" panose="02010600030101010101" pitchFamily="2" charset="-122"/>
                <a:cs typeface="宋体"/>
              </a:rPr>
              <a:t>	</a:t>
            </a:r>
            <a:r>
              <a:rPr sz="2400" spc="-10" dirty="0" err="1">
                <a:latin typeface="SimSun" panose="02010600030101010101" pitchFamily="2" charset="-122"/>
                <a:ea typeface="SimSun" panose="02010600030101010101" pitchFamily="2" charset="-122"/>
                <a:cs typeface="宋体"/>
              </a:rPr>
              <a:t>从待排序元素中</a:t>
            </a:r>
            <a:r>
              <a:rPr sz="2400" spc="-10" dirty="0" err="1">
                <a:solidFill>
                  <a:srgbClr val="FF0000"/>
                </a:solidFill>
                <a:latin typeface="SimSun" panose="02010600030101010101" pitchFamily="2" charset="-122"/>
                <a:ea typeface="SimSun" panose="02010600030101010101" pitchFamily="2" charset="-122"/>
                <a:cs typeface="宋体"/>
              </a:rPr>
              <a:t>迭代选出最小值</a:t>
            </a:r>
            <a:r>
              <a:rPr sz="2400" spc="-10" dirty="0" err="1">
                <a:latin typeface="SimSun" panose="02010600030101010101" pitchFamily="2" charset="-122"/>
                <a:ea typeface="SimSun" panose="02010600030101010101" pitchFamily="2" charset="-122"/>
                <a:cs typeface="宋体"/>
              </a:rPr>
              <a:t>并排序</a:t>
            </a:r>
            <a:endParaRPr lang="en-US" sz="2400" spc="-1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600" spc="260" dirty="0">
                <a:solidFill>
                  <a:srgbClr val="EB91D7"/>
                </a:solidFill>
                <a:latin typeface="SimSun" panose="02010600030101010101" pitchFamily="2" charset="-122"/>
                <a:ea typeface="SimSun" panose="02010600030101010101" pitchFamily="2" charset="-122"/>
                <a:cs typeface="宋体"/>
              </a:rPr>
              <a:t>o</a:t>
            </a:r>
            <a:r>
              <a:rPr lang="en" altLang="zh-CN" sz="1600" dirty="0">
                <a:solidFill>
                  <a:srgbClr val="EB91D7"/>
                </a:solidFill>
                <a:latin typeface="SimSun" panose="02010600030101010101" pitchFamily="2" charset="-122"/>
                <a:ea typeface="SimSun" panose="02010600030101010101" pitchFamily="2" charset="-122"/>
                <a:cs typeface="宋体"/>
              </a:rPr>
              <a:t>	</a:t>
            </a:r>
            <a:r>
              <a:rPr lang="zh-CN" altLang="en-US" sz="2400" spc="-5" dirty="0">
                <a:latin typeface="SimSun" panose="02010600030101010101" pitchFamily="2" charset="-122"/>
                <a:ea typeface="SimSun" panose="02010600030101010101" pitchFamily="2" charset="-122"/>
                <a:cs typeface="宋体"/>
              </a:rPr>
              <a:t>比较次数：</a:t>
            </a:r>
            <a:r>
              <a:rPr lang="zh-CN" altLang="en-US" sz="2400" spc="-10" dirty="0">
                <a:latin typeface="SimSun" panose="02010600030101010101" pitchFamily="2" charset="-122"/>
                <a:ea typeface="SimSun" panose="02010600030101010101" pitchFamily="2" charset="-122"/>
                <a:cs typeface="Cambria Math"/>
              </a:rPr>
              <a:t>𝟔𝟔</a:t>
            </a:r>
            <a:r>
              <a:rPr lang="zh-CN" altLang="en-US" sz="2400" spc="-50" dirty="0">
                <a:latin typeface="SimSun" panose="02010600030101010101" pitchFamily="2" charset="-122"/>
                <a:ea typeface="SimSun" panose="02010600030101010101" pitchFamily="2" charset="-122"/>
                <a:cs typeface="宋体"/>
              </a:rPr>
              <a:t>次</a:t>
            </a:r>
            <a:endParaRPr lang="zh-CN" altLang="en-US" sz="24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endParaRPr sz="2400" dirty="0">
              <a:latin typeface="宋体"/>
              <a:cs typeface="宋体"/>
            </a:endParaRPr>
          </a:p>
        </p:txBody>
      </p:sp>
      <p:graphicFrame>
        <p:nvGraphicFramePr>
          <p:cNvPr id="9" name="object 4">
            <a:extLst>
              <a:ext uri="{FF2B5EF4-FFF2-40B4-BE49-F238E27FC236}">
                <a16:creationId xmlns:a16="http://schemas.microsoft.com/office/drawing/2014/main" id="{39A70B7C-DE1E-B140-884A-C69D67EA09D1}"/>
              </a:ext>
            </a:extLst>
          </p:cNvPr>
          <p:cNvGraphicFramePr>
            <a:graphicFrameLocks noGrp="1"/>
          </p:cNvGraphicFramePr>
          <p:nvPr/>
        </p:nvGraphicFramePr>
        <p:xfrm>
          <a:off x="2620645" y="342515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4">
            <a:extLst>
              <a:ext uri="{FF2B5EF4-FFF2-40B4-BE49-F238E27FC236}">
                <a16:creationId xmlns:a16="http://schemas.microsoft.com/office/drawing/2014/main" id="{85C7F784-C2C4-8941-AEC3-FFC26ECFBCFD}"/>
              </a:ext>
            </a:extLst>
          </p:cNvPr>
          <p:cNvSpPr txBox="1"/>
          <p:nvPr/>
        </p:nvSpPr>
        <p:spPr>
          <a:xfrm>
            <a:off x="1126548" y="4060211"/>
            <a:ext cx="5426075" cy="873760"/>
          </a:xfrm>
          <a:prstGeom prst="rect">
            <a:avLst/>
          </a:prstGeom>
        </p:spPr>
        <p:txBody>
          <a:bodyPr vert="horz" wrap="square" lIns="0" tIns="88900" rIns="0" bIns="0" rtlCol="0">
            <a:spAutoFit/>
          </a:bodyPr>
          <a:lstStyle/>
          <a:p>
            <a:pPr marL="360045" indent="-347980">
              <a:lnSpc>
                <a:spcPct val="100000"/>
              </a:lnSpc>
              <a:spcBef>
                <a:spcPts val="700"/>
              </a:spcBef>
              <a:buClr>
                <a:srgbClr val="DAB6FB"/>
              </a:buClr>
              <a:buSzPct val="68750"/>
              <a:buFont typeface="Wingdings"/>
              <a:buChar char=""/>
              <a:tabLst>
                <a:tab pos="360045" algn="l"/>
                <a:tab pos="360680" algn="l"/>
              </a:tabLst>
            </a:pPr>
            <a:r>
              <a:rPr sz="2400" spc="-15" dirty="0" err="1">
                <a:latin typeface="宋体"/>
                <a:cs typeface="宋体"/>
              </a:rPr>
              <a:t>插入排序</a:t>
            </a:r>
            <a:endParaRPr sz="2400" dirty="0">
              <a:latin typeface="宋体"/>
              <a:cs typeface="宋体"/>
            </a:endParaRPr>
          </a:p>
          <a:p>
            <a:pPr marL="361315">
              <a:lnSpc>
                <a:spcPct val="100000"/>
              </a:lnSpc>
              <a:spcBef>
                <a:spcPts val="555"/>
              </a:spcBef>
              <a:tabLst>
                <a:tab pos="655320" algn="l"/>
              </a:tabLst>
            </a:pPr>
            <a:r>
              <a:rPr sz="1550" spc="260" dirty="0">
                <a:solidFill>
                  <a:srgbClr val="EB91D7"/>
                </a:solidFill>
                <a:latin typeface="宋体"/>
                <a:cs typeface="宋体"/>
              </a:rPr>
              <a:t>o</a:t>
            </a:r>
            <a:r>
              <a:rPr sz="1550" dirty="0">
                <a:solidFill>
                  <a:srgbClr val="EB91D7"/>
                </a:solidFill>
                <a:latin typeface="宋体"/>
                <a:cs typeface="宋体"/>
              </a:rPr>
              <a:t>	</a:t>
            </a:r>
            <a:r>
              <a:rPr sz="2200" spc="-10" dirty="0" err="1">
                <a:latin typeface="宋体"/>
                <a:cs typeface="宋体"/>
              </a:rPr>
              <a:t>依次将每个元素插入到已排序序列之中</a:t>
            </a:r>
            <a:endParaRPr sz="2200" dirty="0">
              <a:latin typeface="宋体"/>
              <a:cs typeface="宋体"/>
            </a:endParaRPr>
          </a:p>
        </p:txBody>
      </p:sp>
      <p:graphicFrame>
        <p:nvGraphicFramePr>
          <p:cNvPr id="10" name="object 5">
            <a:extLst>
              <a:ext uri="{FF2B5EF4-FFF2-40B4-BE49-F238E27FC236}">
                <a16:creationId xmlns:a16="http://schemas.microsoft.com/office/drawing/2014/main" id="{5FA03B06-06F9-3844-AFE8-4D715D5BE328}"/>
              </a:ext>
            </a:extLst>
          </p:cNvPr>
          <p:cNvGraphicFramePr>
            <a:graphicFrameLocks noGrp="1"/>
          </p:cNvGraphicFramePr>
          <p:nvPr/>
        </p:nvGraphicFramePr>
        <p:xfrm>
          <a:off x="2620645" y="5107304"/>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2" name="object 7">
            <a:extLst>
              <a:ext uri="{FF2B5EF4-FFF2-40B4-BE49-F238E27FC236}">
                <a16:creationId xmlns:a16="http://schemas.microsoft.com/office/drawing/2014/main" id="{D0073CD6-E35F-8849-A663-C64E626D3CAC}"/>
              </a:ext>
            </a:extLst>
          </p:cNvPr>
          <p:cNvSpPr txBox="1"/>
          <p:nvPr/>
        </p:nvSpPr>
        <p:spPr>
          <a:xfrm>
            <a:off x="5028946" y="6137402"/>
            <a:ext cx="406400" cy="330200"/>
          </a:xfrm>
          <a:prstGeom prst="rect">
            <a:avLst/>
          </a:prstGeom>
        </p:spPr>
        <p:txBody>
          <a:bodyPr vert="horz" wrap="square" lIns="0" tIns="12065" rIns="0" bIns="0" rtlCol="0">
            <a:spAutoFit/>
          </a:bodyPr>
          <a:lstStyle/>
          <a:p>
            <a:pPr marL="12700">
              <a:lnSpc>
                <a:spcPct val="100000"/>
              </a:lnSpc>
              <a:spcBef>
                <a:spcPts val="95"/>
              </a:spcBef>
            </a:pPr>
            <a:r>
              <a:rPr sz="2000" b="1" spc="-25">
                <a:latin typeface="Times New Roman"/>
                <a:cs typeface="Times New Roman"/>
              </a:rPr>
              <a:t>key</a:t>
            </a:r>
            <a:endParaRPr sz="2000">
              <a:latin typeface="Times New Roman"/>
              <a:cs typeface="Times New Roman"/>
            </a:endParaRPr>
          </a:p>
        </p:txBody>
      </p:sp>
      <p:sp>
        <p:nvSpPr>
          <p:cNvPr id="13" name="object 8">
            <a:extLst>
              <a:ext uri="{FF2B5EF4-FFF2-40B4-BE49-F238E27FC236}">
                <a16:creationId xmlns:a16="http://schemas.microsoft.com/office/drawing/2014/main" id="{33A6B068-4962-8544-AC2E-74EFA5177F65}"/>
              </a:ext>
            </a:extLst>
          </p:cNvPr>
          <p:cNvSpPr/>
          <p:nvPr/>
        </p:nvSpPr>
        <p:spPr>
          <a:xfrm>
            <a:off x="5174741" y="5712714"/>
            <a:ext cx="114300" cy="490220"/>
          </a:xfrm>
          <a:custGeom>
            <a:avLst/>
            <a:gdLst/>
            <a:ahLst/>
            <a:cxnLst/>
            <a:rect l="l" t="t" r="r" b="b"/>
            <a:pathLst>
              <a:path w="114300" h="490220">
                <a:moveTo>
                  <a:pt x="76200" y="95250"/>
                </a:moveTo>
                <a:lnTo>
                  <a:pt x="38100" y="95250"/>
                </a:lnTo>
                <a:lnTo>
                  <a:pt x="38100" y="490067"/>
                </a:lnTo>
                <a:lnTo>
                  <a:pt x="76200" y="490067"/>
                </a:lnTo>
                <a:lnTo>
                  <a:pt x="76200" y="95250"/>
                </a:lnTo>
                <a:close/>
              </a:path>
              <a:path w="114300" h="490220">
                <a:moveTo>
                  <a:pt x="57150" y="0"/>
                </a:moveTo>
                <a:lnTo>
                  <a:pt x="0" y="114300"/>
                </a:lnTo>
                <a:lnTo>
                  <a:pt x="38100" y="114300"/>
                </a:lnTo>
                <a:lnTo>
                  <a:pt x="38100" y="95250"/>
                </a:lnTo>
                <a:lnTo>
                  <a:pt x="104775" y="95250"/>
                </a:lnTo>
                <a:lnTo>
                  <a:pt x="57150" y="0"/>
                </a:lnTo>
                <a:close/>
              </a:path>
              <a:path w="114300" h="490220">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053082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2446182"/>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SimSun" panose="02010600030101010101" pitchFamily="2" charset="-122"/>
                <a:ea typeface="SimSun" panose="02010600030101010101" pitchFamily="2" charset="-122"/>
                <a:cs typeface="宋体"/>
              </a:rPr>
              <a:t>杠铃增重问题</a:t>
            </a:r>
            <a:endParaRPr sz="32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SimSun" panose="02010600030101010101" pitchFamily="2" charset="-122"/>
                <a:ea typeface="SimSun" panose="02010600030101010101" pitchFamily="2" charset="-122"/>
                <a:cs typeface="宋体"/>
              </a:rPr>
              <a:t>选择排序</a:t>
            </a:r>
            <a:endParaRPr sz="28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r>
              <a:rPr sz="1600" spc="260" dirty="0">
                <a:solidFill>
                  <a:srgbClr val="EB91D7"/>
                </a:solidFill>
                <a:latin typeface="SimSun" panose="02010600030101010101" pitchFamily="2" charset="-122"/>
                <a:ea typeface="SimSun" panose="02010600030101010101" pitchFamily="2" charset="-122"/>
                <a:cs typeface="宋体"/>
              </a:rPr>
              <a:t>o</a:t>
            </a:r>
            <a:r>
              <a:rPr sz="1600" dirty="0">
                <a:solidFill>
                  <a:srgbClr val="EB91D7"/>
                </a:solidFill>
                <a:latin typeface="SimSun" panose="02010600030101010101" pitchFamily="2" charset="-122"/>
                <a:ea typeface="SimSun" panose="02010600030101010101" pitchFamily="2" charset="-122"/>
                <a:cs typeface="宋体"/>
              </a:rPr>
              <a:t>	</a:t>
            </a:r>
            <a:r>
              <a:rPr sz="2400" spc="-10" dirty="0" err="1">
                <a:latin typeface="SimSun" panose="02010600030101010101" pitchFamily="2" charset="-122"/>
                <a:ea typeface="SimSun" panose="02010600030101010101" pitchFamily="2" charset="-122"/>
                <a:cs typeface="宋体"/>
              </a:rPr>
              <a:t>从待排序元素中</a:t>
            </a:r>
            <a:r>
              <a:rPr sz="2400" spc="-10" dirty="0" err="1">
                <a:solidFill>
                  <a:srgbClr val="FF0000"/>
                </a:solidFill>
                <a:latin typeface="SimSun" panose="02010600030101010101" pitchFamily="2" charset="-122"/>
                <a:ea typeface="SimSun" panose="02010600030101010101" pitchFamily="2" charset="-122"/>
                <a:cs typeface="宋体"/>
              </a:rPr>
              <a:t>迭代选出最小值</a:t>
            </a:r>
            <a:r>
              <a:rPr sz="2400" spc="-10" dirty="0" err="1">
                <a:latin typeface="SimSun" panose="02010600030101010101" pitchFamily="2" charset="-122"/>
                <a:ea typeface="SimSun" panose="02010600030101010101" pitchFamily="2" charset="-122"/>
                <a:cs typeface="宋体"/>
              </a:rPr>
              <a:t>并排序</a:t>
            </a:r>
            <a:endParaRPr lang="en-US" sz="2400" spc="-1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600" spc="260" dirty="0">
                <a:solidFill>
                  <a:srgbClr val="EB91D7"/>
                </a:solidFill>
                <a:latin typeface="SimSun" panose="02010600030101010101" pitchFamily="2" charset="-122"/>
                <a:ea typeface="SimSun" panose="02010600030101010101" pitchFamily="2" charset="-122"/>
                <a:cs typeface="宋体"/>
              </a:rPr>
              <a:t>o</a:t>
            </a:r>
            <a:r>
              <a:rPr lang="en" altLang="zh-CN" sz="1600" dirty="0">
                <a:solidFill>
                  <a:srgbClr val="EB91D7"/>
                </a:solidFill>
                <a:latin typeface="SimSun" panose="02010600030101010101" pitchFamily="2" charset="-122"/>
                <a:ea typeface="SimSun" panose="02010600030101010101" pitchFamily="2" charset="-122"/>
                <a:cs typeface="宋体"/>
              </a:rPr>
              <a:t>	</a:t>
            </a:r>
            <a:r>
              <a:rPr lang="zh-CN" altLang="en-US" sz="2400" spc="-5" dirty="0">
                <a:latin typeface="SimSun" panose="02010600030101010101" pitchFamily="2" charset="-122"/>
                <a:ea typeface="SimSun" panose="02010600030101010101" pitchFamily="2" charset="-122"/>
                <a:cs typeface="宋体"/>
              </a:rPr>
              <a:t>比较次数：</a:t>
            </a:r>
            <a:r>
              <a:rPr lang="zh-CN" altLang="en-US" sz="2400" spc="-10" dirty="0">
                <a:latin typeface="SimSun" panose="02010600030101010101" pitchFamily="2" charset="-122"/>
                <a:ea typeface="SimSun" panose="02010600030101010101" pitchFamily="2" charset="-122"/>
                <a:cs typeface="Cambria Math"/>
              </a:rPr>
              <a:t>𝟔𝟔</a:t>
            </a:r>
            <a:r>
              <a:rPr lang="zh-CN" altLang="en-US" sz="2400" spc="-50" dirty="0">
                <a:latin typeface="SimSun" panose="02010600030101010101" pitchFamily="2" charset="-122"/>
                <a:ea typeface="SimSun" panose="02010600030101010101" pitchFamily="2" charset="-122"/>
                <a:cs typeface="宋体"/>
              </a:rPr>
              <a:t>次</a:t>
            </a:r>
            <a:endParaRPr lang="zh-CN" altLang="en-US" sz="24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endParaRPr sz="2400" dirty="0">
              <a:latin typeface="宋体"/>
              <a:cs typeface="宋体"/>
            </a:endParaRPr>
          </a:p>
        </p:txBody>
      </p:sp>
      <p:graphicFrame>
        <p:nvGraphicFramePr>
          <p:cNvPr id="9" name="object 4">
            <a:extLst>
              <a:ext uri="{FF2B5EF4-FFF2-40B4-BE49-F238E27FC236}">
                <a16:creationId xmlns:a16="http://schemas.microsoft.com/office/drawing/2014/main" id="{39A70B7C-DE1E-B140-884A-C69D67EA09D1}"/>
              </a:ext>
            </a:extLst>
          </p:cNvPr>
          <p:cNvGraphicFramePr>
            <a:graphicFrameLocks noGrp="1"/>
          </p:cNvGraphicFramePr>
          <p:nvPr/>
        </p:nvGraphicFramePr>
        <p:xfrm>
          <a:off x="2620645" y="342515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4">
            <a:extLst>
              <a:ext uri="{FF2B5EF4-FFF2-40B4-BE49-F238E27FC236}">
                <a16:creationId xmlns:a16="http://schemas.microsoft.com/office/drawing/2014/main" id="{85C7F784-C2C4-8941-AEC3-FFC26ECFBCFD}"/>
              </a:ext>
            </a:extLst>
          </p:cNvPr>
          <p:cNvSpPr txBox="1"/>
          <p:nvPr/>
        </p:nvSpPr>
        <p:spPr>
          <a:xfrm>
            <a:off x="1126548" y="4060211"/>
            <a:ext cx="5426075" cy="873760"/>
          </a:xfrm>
          <a:prstGeom prst="rect">
            <a:avLst/>
          </a:prstGeom>
        </p:spPr>
        <p:txBody>
          <a:bodyPr vert="horz" wrap="square" lIns="0" tIns="88900" rIns="0" bIns="0" rtlCol="0">
            <a:spAutoFit/>
          </a:bodyPr>
          <a:lstStyle/>
          <a:p>
            <a:pPr marL="360045" indent="-347980">
              <a:lnSpc>
                <a:spcPct val="100000"/>
              </a:lnSpc>
              <a:spcBef>
                <a:spcPts val="700"/>
              </a:spcBef>
              <a:buClr>
                <a:srgbClr val="DAB6FB"/>
              </a:buClr>
              <a:buSzPct val="68750"/>
              <a:buFont typeface="Wingdings"/>
              <a:buChar char=""/>
              <a:tabLst>
                <a:tab pos="360045" algn="l"/>
                <a:tab pos="360680" algn="l"/>
              </a:tabLst>
            </a:pPr>
            <a:r>
              <a:rPr sz="2400" spc="-15" dirty="0" err="1">
                <a:latin typeface="宋体"/>
                <a:cs typeface="宋体"/>
              </a:rPr>
              <a:t>插入排序</a:t>
            </a:r>
            <a:endParaRPr sz="2400" dirty="0">
              <a:latin typeface="宋体"/>
              <a:cs typeface="宋体"/>
            </a:endParaRPr>
          </a:p>
          <a:p>
            <a:pPr marL="361315">
              <a:lnSpc>
                <a:spcPct val="100000"/>
              </a:lnSpc>
              <a:spcBef>
                <a:spcPts val="555"/>
              </a:spcBef>
              <a:tabLst>
                <a:tab pos="655320" algn="l"/>
              </a:tabLst>
            </a:pPr>
            <a:r>
              <a:rPr sz="1550" spc="260" dirty="0">
                <a:solidFill>
                  <a:srgbClr val="EB91D7"/>
                </a:solidFill>
                <a:latin typeface="宋体"/>
                <a:cs typeface="宋体"/>
              </a:rPr>
              <a:t>o</a:t>
            </a:r>
            <a:r>
              <a:rPr sz="1550" dirty="0">
                <a:solidFill>
                  <a:srgbClr val="EB91D7"/>
                </a:solidFill>
                <a:latin typeface="宋体"/>
                <a:cs typeface="宋体"/>
              </a:rPr>
              <a:t>	</a:t>
            </a:r>
            <a:r>
              <a:rPr sz="2200" spc="-10" dirty="0" err="1">
                <a:latin typeface="宋体"/>
                <a:cs typeface="宋体"/>
              </a:rPr>
              <a:t>依次将每个元素插入到已排序序列之中</a:t>
            </a:r>
            <a:endParaRPr sz="2200" dirty="0">
              <a:latin typeface="宋体"/>
              <a:cs typeface="宋体"/>
            </a:endParaRPr>
          </a:p>
        </p:txBody>
      </p:sp>
      <p:sp>
        <p:nvSpPr>
          <p:cNvPr id="11" name="object 6">
            <a:extLst>
              <a:ext uri="{FF2B5EF4-FFF2-40B4-BE49-F238E27FC236}">
                <a16:creationId xmlns:a16="http://schemas.microsoft.com/office/drawing/2014/main" id="{349C3F76-0518-AB40-BA7F-DD602C67A1BE}"/>
              </a:ext>
            </a:extLst>
          </p:cNvPr>
          <p:cNvSpPr/>
          <p:nvPr/>
        </p:nvSpPr>
        <p:spPr>
          <a:xfrm>
            <a:off x="3126485" y="5703570"/>
            <a:ext cx="2145030" cy="384175"/>
          </a:xfrm>
          <a:custGeom>
            <a:avLst/>
            <a:gdLst/>
            <a:ahLst/>
            <a:cxnLst/>
            <a:rect l="l" t="t" r="r" b="b"/>
            <a:pathLst>
              <a:path w="2145029" h="384175">
                <a:moveTo>
                  <a:pt x="96012" y="0"/>
                </a:moveTo>
                <a:lnTo>
                  <a:pt x="0" y="96011"/>
                </a:lnTo>
                <a:lnTo>
                  <a:pt x="76072" y="96011"/>
                </a:lnTo>
                <a:lnTo>
                  <a:pt x="76072" y="384047"/>
                </a:lnTo>
                <a:lnTo>
                  <a:pt x="2145029" y="384047"/>
                </a:lnTo>
                <a:lnTo>
                  <a:pt x="2145029" y="344271"/>
                </a:lnTo>
                <a:lnTo>
                  <a:pt x="115950" y="344271"/>
                </a:lnTo>
                <a:lnTo>
                  <a:pt x="115950" y="96011"/>
                </a:lnTo>
                <a:lnTo>
                  <a:pt x="192024" y="96011"/>
                </a:lnTo>
                <a:lnTo>
                  <a:pt x="96012" y="0"/>
                </a:lnTo>
                <a:close/>
              </a:path>
            </a:pathLst>
          </a:custGeom>
          <a:solidFill>
            <a:srgbClr val="000000"/>
          </a:solidFill>
        </p:spPr>
        <p:txBody>
          <a:bodyPr wrap="square" lIns="0" tIns="0" rIns="0" bIns="0" rtlCol="0"/>
          <a:lstStyle/>
          <a:p>
            <a:endParaRPr/>
          </a:p>
        </p:txBody>
      </p:sp>
      <p:graphicFrame>
        <p:nvGraphicFramePr>
          <p:cNvPr id="14" name="object 7">
            <a:extLst>
              <a:ext uri="{FF2B5EF4-FFF2-40B4-BE49-F238E27FC236}">
                <a16:creationId xmlns:a16="http://schemas.microsoft.com/office/drawing/2014/main" id="{45743113-BD43-6D4D-AF24-917393E52304}"/>
              </a:ext>
            </a:extLst>
          </p:cNvPr>
          <p:cNvGraphicFramePr>
            <a:graphicFrameLocks noGrp="1"/>
          </p:cNvGraphicFramePr>
          <p:nvPr/>
        </p:nvGraphicFramePr>
        <p:xfrm>
          <a:off x="2620645" y="5107304"/>
          <a:ext cx="6911338" cy="94043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308610">
                  <a:extLst>
                    <a:ext uri="{9D8B030D-6E8A-4147-A177-3AD203B41FA5}">
                      <a16:colId xmlns:a16="http://schemas.microsoft.com/office/drawing/2014/main" val="20004"/>
                    </a:ext>
                  </a:extLst>
                </a:gridCol>
                <a:gridCol w="267335">
                  <a:extLst>
                    <a:ext uri="{9D8B030D-6E8A-4147-A177-3AD203B41FA5}">
                      <a16:colId xmlns:a16="http://schemas.microsoft.com/office/drawing/2014/main" val="20005"/>
                    </a:ext>
                  </a:extLst>
                </a:gridCol>
                <a:gridCol w="575944">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gridSpan="2">
                  <a:txBody>
                    <a:bodyPr/>
                    <a:lstStyle/>
                    <a:p>
                      <a:pPr marL="97790">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hMerge="1">
                  <a:txBody>
                    <a:bodyPr/>
                    <a:lstStyle/>
                    <a:p>
                      <a:endParaRPr/>
                    </a:p>
                  </a:txBody>
                  <a:tcPr marL="0" marR="0" marT="0" marB="0"/>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r h="363855">
                <a:tc gridSpan="5">
                  <a:txBody>
                    <a:bodyPr/>
                    <a:lstStyle/>
                    <a:p>
                      <a:pPr>
                        <a:lnSpc>
                          <a:spcPct val="100000"/>
                        </a:lnSpc>
                      </a:pPr>
                      <a:endParaRPr sz="2100">
                        <a:latin typeface="Times New Roman"/>
                        <a:cs typeface="Times New Roman"/>
                      </a:endParaRPr>
                    </a:p>
                  </a:txBody>
                  <a:tcPr marL="0" marR="0" marT="0" marB="0">
                    <a:lnR w="38100">
                      <a:solidFill>
                        <a:srgbClr val="000000"/>
                      </a:solidFill>
                      <a:prstDash val="solid"/>
                    </a:lnR>
                    <a:lnT w="3810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8">
                  <a:txBody>
                    <a:bodyPr/>
                    <a:lstStyle/>
                    <a:p>
                      <a:pPr>
                        <a:lnSpc>
                          <a:spcPct val="100000"/>
                        </a:lnSpc>
                      </a:pPr>
                      <a:endParaRPr sz="2100">
                        <a:latin typeface="Times New Roman"/>
                        <a:cs typeface="Times New Roman"/>
                      </a:endParaRPr>
                    </a:p>
                  </a:txBody>
                  <a:tcPr marL="0" marR="0" marT="0" marB="0">
                    <a:lnL w="38100">
                      <a:solidFill>
                        <a:srgbClr val="000000"/>
                      </a:solidFill>
                      <a:prstDash val="solid"/>
                    </a:lnL>
                    <a:lnT w="3810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19391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2446182"/>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SimSun" panose="02010600030101010101" pitchFamily="2" charset="-122"/>
                <a:ea typeface="SimSun" panose="02010600030101010101" pitchFamily="2" charset="-122"/>
                <a:cs typeface="宋体"/>
              </a:rPr>
              <a:t>杠铃增重问题</a:t>
            </a:r>
            <a:endParaRPr sz="32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SimSun" panose="02010600030101010101" pitchFamily="2" charset="-122"/>
                <a:ea typeface="SimSun" panose="02010600030101010101" pitchFamily="2" charset="-122"/>
                <a:cs typeface="宋体"/>
              </a:rPr>
              <a:t>选择排序</a:t>
            </a:r>
            <a:endParaRPr sz="28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r>
              <a:rPr sz="1600" spc="260" dirty="0">
                <a:solidFill>
                  <a:srgbClr val="EB91D7"/>
                </a:solidFill>
                <a:latin typeface="SimSun" panose="02010600030101010101" pitchFamily="2" charset="-122"/>
                <a:ea typeface="SimSun" panose="02010600030101010101" pitchFamily="2" charset="-122"/>
                <a:cs typeface="宋体"/>
              </a:rPr>
              <a:t>o</a:t>
            </a:r>
            <a:r>
              <a:rPr sz="1600" dirty="0">
                <a:solidFill>
                  <a:srgbClr val="EB91D7"/>
                </a:solidFill>
                <a:latin typeface="SimSun" panose="02010600030101010101" pitchFamily="2" charset="-122"/>
                <a:ea typeface="SimSun" panose="02010600030101010101" pitchFamily="2" charset="-122"/>
                <a:cs typeface="宋体"/>
              </a:rPr>
              <a:t>	</a:t>
            </a:r>
            <a:r>
              <a:rPr sz="2400" spc="-10" dirty="0" err="1">
                <a:latin typeface="SimSun" panose="02010600030101010101" pitchFamily="2" charset="-122"/>
                <a:ea typeface="SimSun" panose="02010600030101010101" pitchFamily="2" charset="-122"/>
                <a:cs typeface="宋体"/>
              </a:rPr>
              <a:t>从待排序元素中</a:t>
            </a:r>
            <a:r>
              <a:rPr sz="2400" spc="-10" dirty="0" err="1">
                <a:solidFill>
                  <a:srgbClr val="FF0000"/>
                </a:solidFill>
                <a:latin typeface="SimSun" panose="02010600030101010101" pitchFamily="2" charset="-122"/>
                <a:ea typeface="SimSun" panose="02010600030101010101" pitchFamily="2" charset="-122"/>
                <a:cs typeface="宋体"/>
              </a:rPr>
              <a:t>迭代选出最小值</a:t>
            </a:r>
            <a:r>
              <a:rPr sz="2400" spc="-10" dirty="0" err="1">
                <a:latin typeface="SimSun" panose="02010600030101010101" pitchFamily="2" charset="-122"/>
                <a:ea typeface="SimSun" panose="02010600030101010101" pitchFamily="2" charset="-122"/>
                <a:cs typeface="宋体"/>
              </a:rPr>
              <a:t>并排序</a:t>
            </a:r>
            <a:endParaRPr lang="en-US" sz="2400" spc="-1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600" spc="260" dirty="0">
                <a:solidFill>
                  <a:srgbClr val="EB91D7"/>
                </a:solidFill>
                <a:latin typeface="SimSun" panose="02010600030101010101" pitchFamily="2" charset="-122"/>
                <a:ea typeface="SimSun" panose="02010600030101010101" pitchFamily="2" charset="-122"/>
                <a:cs typeface="宋体"/>
              </a:rPr>
              <a:t>o</a:t>
            </a:r>
            <a:r>
              <a:rPr lang="en" altLang="zh-CN" sz="1600" dirty="0">
                <a:solidFill>
                  <a:srgbClr val="EB91D7"/>
                </a:solidFill>
                <a:latin typeface="SimSun" panose="02010600030101010101" pitchFamily="2" charset="-122"/>
                <a:ea typeface="SimSun" panose="02010600030101010101" pitchFamily="2" charset="-122"/>
                <a:cs typeface="宋体"/>
              </a:rPr>
              <a:t>	</a:t>
            </a:r>
            <a:r>
              <a:rPr lang="zh-CN" altLang="en-US" sz="2400" spc="-5" dirty="0">
                <a:latin typeface="SimSun" panose="02010600030101010101" pitchFamily="2" charset="-122"/>
                <a:ea typeface="SimSun" panose="02010600030101010101" pitchFamily="2" charset="-122"/>
                <a:cs typeface="宋体"/>
              </a:rPr>
              <a:t>比较次数：</a:t>
            </a:r>
            <a:r>
              <a:rPr lang="zh-CN" altLang="en-US" sz="2400" spc="-10" dirty="0">
                <a:latin typeface="SimSun" panose="02010600030101010101" pitchFamily="2" charset="-122"/>
                <a:ea typeface="SimSun" panose="02010600030101010101" pitchFamily="2" charset="-122"/>
                <a:cs typeface="Cambria Math"/>
              </a:rPr>
              <a:t>𝟔𝟔</a:t>
            </a:r>
            <a:r>
              <a:rPr lang="zh-CN" altLang="en-US" sz="2400" spc="-50" dirty="0">
                <a:latin typeface="SimSun" panose="02010600030101010101" pitchFamily="2" charset="-122"/>
                <a:ea typeface="SimSun" panose="02010600030101010101" pitchFamily="2" charset="-122"/>
                <a:cs typeface="宋体"/>
              </a:rPr>
              <a:t>次</a:t>
            </a:r>
            <a:endParaRPr lang="zh-CN" altLang="en-US" sz="24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endParaRPr sz="2400" dirty="0">
              <a:latin typeface="宋体"/>
              <a:cs typeface="宋体"/>
            </a:endParaRPr>
          </a:p>
        </p:txBody>
      </p:sp>
      <p:graphicFrame>
        <p:nvGraphicFramePr>
          <p:cNvPr id="9" name="object 4">
            <a:extLst>
              <a:ext uri="{FF2B5EF4-FFF2-40B4-BE49-F238E27FC236}">
                <a16:creationId xmlns:a16="http://schemas.microsoft.com/office/drawing/2014/main" id="{39A70B7C-DE1E-B140-884A-C69D67EA09D1}"/>
              </a:ext>
            </a:extLst>
          </p:cNvPr>
          <p:cNvGraphicFramePr>
            <a:graphicFrameLocks noGrp="1"/>
          </p:cNvGraphicFramePr>
          <p:nvPr/>
        </p:nvGraphicFramePr>
        <p:xfrm>
          <a:off x="2620645" y="342515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4">
            <a:extLst>
              <a:ext uri="{FF2B5EF4-FFF2-40B4-BE49-F238E27FC236}">
                <a16:creationId xmlns:a16="http://schemas.microsoft.com/office/drawing/2014/main" id="{85C7F784-C2C4-8941-AEC3-FFC26ECFBCFD}"/>
              </a:ext>
            </a:extLst>
          </p:cNvPr>
          <p:cNvSpPr txBox="1"/>
          <p:nvPr/>
        </p:nvSpPr>
        <p:spPr>
          <a:xfrm>
            <a:off x="1126548" y="4060211"/>
            <a:ext cx="5426075" cy="873760"/>
          </a:xfrm>
          <a:prstGeom prst="rect">
            <a:avLst/>
          </a:prstGeom>
        </p:spPr>
        <p:txBody>
          <a:bodyPr vert="horz" wrap="square" lIns="0" tIns="88900" rIns="0" bIns="0" rtlCol="0">
            <a:spAutoFit/>
          </a:bodyPr>
          <a:lstStyle/>
          <a:p>
            <a:pPr marL="360045" indent="-347980">
              <a:lnSpc>
                <a:spcPct val="100000"/>
              </a:lnSpc>
              <a:spcBef>
                <a:spcPts val="700"/>
              </a:spcBef>
              <a:buClr>
                <a:srgbClr val="DAB6FB"/>
              </a:buClr>
              <a:buSzPct val="68750"/>
              <a:buFont typeface="Wingdings"/>
              <a:buChar char=""/>
              <a:tabLst>
                <a:tab pos="360045" algn="l"/>
                <a:tab pos="360680" algn="l"/>
              </a:tabLst>
            </a:pPr>
            <a:r>
              <a:rPr sz="2400" spc="-15" dirty="0" err="1">
                <a:latin typeface="宋体"/>
                <a:cs typeface="宋体"/>
              </a:rPr>
              <a:t>插入排序</a:t>
            </a:r>
            <a:endParaRPr sz="2400" dirty="0">
              <a:latin typeface="宋体"/>
              <a:cs typeface="宋体"/>
            </a:endParaRPr>
          </a:p>
          <a:p>
            <a:pPr marL="361315">
              <a:lnSpc>
                <a:spcPct val="100000"/>
              </a:lnSpc>
              <a:spcBef>
                <a:spcPts val="555"/>
              </a:spcBef>
              <a:tabLst>
                <a:tab pos="655320" algn="l"/>
              </a:tabLst>
            </a:pPr>
            <a:r>
              <a:rPr sz="1550" spc="260" dirty="0">
                <a:solidFill>
                  <a:srgbClr val="EB91D7"/>
                </a:solidFill>
                <a:latin typeface="宋体"/>
                <a:cs typeface="宋体"/>
              </a:rPr>
              <a:t>o</a:t>
            </a:r>
            <a:r>
              <a:rPr sz="1550" dirty="0">
                <a:solidFill>
                  <a:srgbClr val="EB91D7"/>
                </a:solidFill>
                <a:latin typeface="宋体"/>
                <a:cs typeface="宋体"/>
              </a:rPr>
              <a:t>	</a:t>
            </a:r>
            <a:r>
              <a:rPr sz="2200" spc="-10" dirty="0" err="1">
                <a:latin typeface="宋体"/>
                <a:cs typeface="宋体"/>
              </a:rPr>
              <a:t>依次将每个元素插入到已排序序列之中</a:t>
            </a:r>
            <a:endParaRPr sz="2200" dirty="0">
              <a:latin typeface="宋体"/>
              <a:cs typeface="宋体"/>
            </a:endParaRPr>
          </a:p>
        </p:txBody>
      </p:sp>
      <p:sp>
        <p:nvSpPr>
          <p:cNvPr id="8" name="object 6">
            <a:extLst>
              <a:ext uri="{FF2B5EF4-FFF2-40B4-BE49-F238E27FC236}">
                <a16:creationId xmlns:a16="http://schemas.microsoft.com/office/drawing/2014/main" id="{F8964CDF-FC2C-3542-A1A7-4C4D78DAF169}"/>
              </a:ext>
            </a:extLst>
          </p:cNvPr>
          <p:cNvSpPr/>
          <p:nvPr/>
        </p:nvSpPr>
        <p:spPr>
          <a:xfrm>
            <a:off x="3126485" y="5703570"/>
            <a:ext cx="2145030" cy="384175"/>
          </a:xfrm>
          <a:custGeom>
            <a:avLst/>
            <a:gdLst/>
            <a:ahLst/>
            <a:cxnLst/>
            <a:rect l="l" t="t" r="r" b="b"/>
            <a:pathLst>
              <a:path w="2145029" h="384175">
                <a:moveTo>
                  <a:pt x="96012" y="0"/>
                </a:moveTo>
                <a:lnTo>
                  <a:pt x="0" y="96011"/>
                </a:lnTo>
                <a:lnTo>
                  <a:pt x="76072" y="96011"/>
                </a:lnTo>
                <a:lnTo>
                  <a:pt x="76072" y="384047"/>
                </a:lnTo>
                <a:lnTo>
                  <a:pt x="2145029" y="384047"/>
                </a:lnTo>
                <a:lnTo>
                  <a:pt x="2145029" y="344271"/>
                </a:lnTo>
                <a:lnTo>
                  <a:pt x="115950" y="344271"/>
                </a:lnTo>
                <a:lnTo>
                  <a:pt x="115950" y="96011"/>
                </a:lnTo>
                <a:lnTo>
                  <a:pt x="192024" y="96011"/>
                </a:lnTo>
                <a:lnTo>
                  <a:pt x="96012" y="0"/>
                </a:lnTo>
                <a:close/>
              </a:path>
            </a:pathLst>
          </a:custGeom>
          <a:solidFill>
            <a:srgbClr val="000000"/>
          </a:solidFill>
        </p:spPr>
        <p:txBody>
          <a:bodyPr wrap="square" lIns="0" tIns="0" rIns="0" bIns="0" rtlCol="0"/>
          <a:lstStyle/>
          <a:p>
            <a:endParaRPr/>
          </a:p>
        </p:txBody>
      </p:sp>
      <p:graphicFrame>
        <p:nvGraphicFramePr>
          <p:cNvPr id="10" name="object 7">
            <a:extLst>
              <a:ext uri="{FF2B5EF4-FFF2-40B4-BE49-F238E27FC236}">
                <a16:creationId xmlns:a16="http://schemas.microsoft.com/office/drawing/2014/main" id="{CB09314A-A0DC-F44C-94A8-76893DE35E28}"/>
              </a:ext>
            </a:extLst>
          </p:cNvPr>
          <p:cNvGraphicFramePr>
            <a:graphicFrameLocks noGrp="1"/>
          </p:cNvGraphicFramePr>
          <p:nvPr/>
        </p:nvGraphicFramePr>
        <p:xfrm>
          <a:off x="2620645" y="5107304"/>
          <a:ext cx="6911338" cy="94043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308610">
                  <a:extLst>
                    <a:ext uri="{9D8B030D-6E8A-4147-A177-3AD203B41FA5}">
                      <a16:colId xmlns:a16="http://schemas.microsoft.com/office/drawing/2014/main" val="20004"/>
                    </a:ext>
                  </a:extLst>
                </a:gridCol>
                <a:gridCol w="267335">
                  <a:extLst>
                    <a:ext uri="{9D8B030D-6E8A-4147-A177-3AD203B41FA5}">
                      <a16:colId xmlns:a16="http://schemas.microsoft.com/office/drawing/2014/main" val="20005"/>
                    </a:ext>
                  </a:extLst>
                </a:gridCol>
                <a:gridCol w="575944">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gridSpan="2">
                  <a:txBody>
                    <a:bodyPr/>
                    <a:lstStyle/>
                    <a:p>
                      <a:pPr marL="97790">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hMerge="1">
                  <a:txBody>
                    <a:bodyPr/>
                    <a:lstStyle/>
                    <a:p>
                      <a:endParaRPr/>
                    </a:p>
                  </a:txBody>
                  <a:tcPr marL="0" marR="0" marT="0" marB="0"/>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r h="363855">
                <a:tc gridSpan="5">
                  <a:txBody>
                    <a:bodyPr/>
                    <a:lstStyle/>
                    <a:p>
                      <a:pPr>
                        <a:lnSpc>
                          <a:spcPct val="100000"/>
                        </a:lnSpc>
                      </a:pPr>
                      <a:endParaRPr sz="2100">
                        <a:latin typeface="Times New Roman"/>
                        <a:cs typeface="Times New Roman"/>
                      </a:endParaRPr>
                    </a:p>
                  </a:txBody>
                  <a:tcPr marL="0" marR="0" marT="0" marB="0">
                    <a:lnR w="38100">
                      <a:solidFill>
                        <a:srgbClr val="000000"/>
                      </a:solidFill>
                      <a:prstDash val="solid"/>
                    </a:lnR>
                    <a:lnT w="3810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8">
                  <a:txBody>
                    <a:bodyPr/>
                    <a:lstStyle/>
                    <a:p>
                      <a:pPr>
                        <a:lnSpc>
                          <a:spcPct val="100000"/>
                        </a:lnSpc>
                      </a:pPr>
                      <a:endParaRPr sz="2100">
                        <a:latin typeface="Times New Roman"/>
                        <a:cs typeface="Times New Roman"/>
                      </a:endParaRPr>
                    </a:p>
                  </a:txBody>
                  <a:tcPr marL="0" marR="0" marT="0" marB="0">
                    <a:lnL w="38100">
                      <a:solidFill>
                        <a:srgbClr val="000000"/>
                      </a:solidFill>
                      <a:prstDash val="solid"/>
                    </a:lnL>
                    <a:lnT w="3810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65641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2446182"/>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SimSun" panose="02010600030101010101" pitchFamily="2" charset="-122"/>
                <a:ea typeface="SimSun" panose="02010600030101010101" pitchFamily="2" charset="-122"/>
                <a:cs typeface="宋体"/>
              </a:rPr>
              <a:t>杠铃增重问题</a:t>
            </a:r>
            <a:endParaRPr sz="32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SimSun" panose="02010600030101010101" pitchFamily="2" charset="-122"/>
                <a:ea typeface="SimSun" panose="02010600030101010101" pitchFamily="2" charset="-122"/>
                <a:cs typeface="宋体"/>
              </a:rPr>
              <a:t>选择排序</a:t>
            </a:r>
            <a:endParaRPr sz="28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r>
              <a:rPr sz="1600" spc="260" dirty="0">
                <a:solidFill>
                  <a:srgbClr val="EB91D7"/>
                </a:solidFill>
                <a:latin typeface="SimSun" panose="02010600030101010101" pitchFamily="2" charset="-122"/>
                <a:ea typeface="SimSun" panose="02010600030101010101" pitchFamily="2" charset="-122"/>
                <a:cs typeface="宋体"/>
              </a:rPr>
              <a:t>o</a:t>
            </a:r>
            <a:r>
              <a:rPr sz="1600" dirty="0">
                <a:solidFill>
                  <a:srgbClr val="EB91D7"/>
                </a:solidFill>
                <a:latin typeface="SimSun" panose="02010600030101010101" pitchFamily="2" charset="-122"/>
                <a:ea typeface="SimSun" panose="02010600030101010101" pitchFamily="2" charset="-122"/>
                <a:cs typeface="宋体"/>
              </a:rPr>
              <a:t>	</a:t>
            </a:r>
            <a:r>
              <a:rPr sz="2400" spc="-10" dirty="0" err="1">
                <a:latin typeface="SimSun" panose="02010600030101010101" pitchFamily="2" charset="-122"/>
                <a:ea typeface="SimSun" panose="02010600030101010101" pitchFamily="2" charset="-122"/>
                <a:cs typeface="宋体"/>
              </a:rPr>
              <a:t>从待排序元素中</a:t>
            </a:r>
            <a:r>
              <a:rPr sz="2400" spc="-10" dirty="0" err="1">
                <a:solidFill>
                  <a:srgbClr val="FF0000"/>
                </a:solidFill>
                <a:latin typeface="SimSun" panose="02010600030101010101" pitchFamily="2" charset="-122"/>
                <a:ea typeface="SimSun" panose="02010600030101010101" pitchFamily="2" charset="-122"/>
                <a:cs typeface="宋体"/>
              </a:rPr>
              <a:t>迭代选出最小值</a:t>
            </a:r>
            <a:r>
              <a:rPr sz="2400" spc="-10" dirty="0" err="1">
                <a:latin typeface="SimSun" panose="02010600030101010101" pitchFamily="2" charset="-122"/>
                <a:ea typeface="SimSun" panose="02010600030101010101" pitchFamily="2" charset="-122"/>
                <a:cs typeface="宋体"/>
              </a:rPr>
              <a:t>并排序</a:t>
            </a:r>
            <a:endParaRPr lang="en-US" sz="2400" spc="-1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600" spc="260" dirty="0">
                <a:solidFill>
                  <a:srgbClr val="EB91D7"/>
                </a:solidFill>
                <a:latin typeface="SimSun" panose="02010600030101010101" pitchFamily="2" charset="-122"/>
                <a:ea typeface="SimSun" panose="02010600030101010101" pitchFamily="2" charset="-122"/>
                <a:cs typeface="宋体"/>
              </a:rPr>
              <a:t>o</a:t>
            </a:r>
            <a:r>
              <a:rPr lang="en" altLang="zh-CN" sz="1600" dirty="0">
                <a:solidFill>
                  <a:srgbClr val="EB91D7"/>
                </a:solidFill>
                <a:latin typeface="SimSun" panose="02010600030101010101" pitchFamily="2" charset="-122"/>
                <a:ea typeface="SimSun" panose="02010600030101010101" pitchFamily="2" charset="-122"/>
                <a:cs typeface="宋体"/>
              </a:rPr>
              <a:t>	</a:t>
            </a:r>
            <a:r>
              <a:rPr lang="zh-CN" altLang="en-US" sz="2400" spc="-5" dirty="0">
                <a:latin typeface="SimSun" panose="02010600030101010101" pitchFamily="2" charset="-122"/>
                <a:ea typeface="SimSun" panose="02010600030101010101" pitchFamily="2" charset="-122"/>
                <a:cs typeface="宋体"/>
              </a:rPr>
              <a:t>比较次数：</a:t>
            </a:r>
            <a:r>
              <a:rPr lang="zh-CN" altLang="en-US" sz="2400" spc="-10" dirty="0">
                <a:latin typeface="SimSun" panose="02010600030101010101" pitchFamily="2" charset="-122"/>
                <a:ea typeface="SimSun" panose="02010600030101010101" pitchFamily="2" charset="-122"/>
                <a:cs typeface="Cambria Math"/>
              </a:rPr>
              <a:t>𝟔𝟔</a:t>
            </a:r>
            <a:r>
              <a:rPr lang="zh-CN" altLang="en-US" sz="2400" spc="-50" dirty="0">
                <a:latin typeface="SimSun" panose="02010600030101010101" pitchFamily="2" charset="-122"/>
                <a:ea typeface="SimSun" panose="02010600030101010101" pitchFamily="2" charset="-122"/>
                <a:cs typeface="宋体"/>
              </a:rPr>
              <a:t>次</a:t>
            </a:r>
            <a:endParaRPr lang="zh-CN" altLang="en-US" sz="24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endParaRPr sz="2400" dirty="0">
              <a:latin typeface="宋体"/>
              <a:cs typeface="宋体"/>
            </a:endParaRPr>
          </a:p>
        </p:txBody>
      </p:sp>
      <p:graphicFrame>
        <p:nvGraphicFramePr>
          <p:cNvPr id="9" name="object 4">
            <a:extLst>
              <a:ext uri="{FF2B5EF4-FFF2-40B4-BE49-F238E27FC236}">
                <a16:creationId xmlns:a16="http://schemas.microsoft.com/office/drawing/2014/main" id="{39A70B7C-DE1E-B140-884A-C69D67EA09D1}"/>
              </a:ext>
            </a:extLst>
          </p:cNvPr>
          <p:cNvGraphicFramePr>
            <a:graphicFrameLocks noGrp="1"/>
          </p:cNvGraphicFramePr>
          <p:nvPr/>
        </p:nvGraphicFramePr>
        <p:xfrm>
          <a:off x="2620645" y="342515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4">
            <a:extLst>
              <a:ext uri="{FF2B5EF4-FFF2-40B4-BE49-F238E27FC236}">
                <a16:creationId xmlns:a16="http://schemas.microsoft.com/office/drawing/2014/main" id="{85C7F784-C2C4-8941-AEC3-FFC26ECFBCFD}"/>
              </a:ext>
            </a:extLst>
          </p:cNvPr>
          <p:cNvSpPr txBox="1"/>
          <p:nvPr/>
        </p:nvSpPr>
        <p:spPr>
          <a:xfrm>
            <a:off x="1126548" y="4060211"/>
            <a:ext cx="5426075" cy="873760"/>
          </a:xfrm>
          <a:prstGeom prst="rect">
            <a:avLst/>
          </a:prstGeom>
        </p:spPr>
        <p:txBody>
          <a:bodyPr vert="horz" wrap="square" lIns="0" tIns="88900" rIns="0" bIns="0" rtlCol="0">
            <a:spAutoFit/>
          </a:bodyPr>
          <a:lstStyle/>
          <a:p>
            <a:pPr marL="360045" indent="-347980">
              <a:lnSpc>
                <a:spcPct val="100000"/>
              </a:lnSpc>
              <a:spcBef>
                <a:spcPts val="700"/>
              </a:spcBef>
              <a:buClr>
                <a:srgbClr val="DAB6FB"/>
              </a:buClr>
              <a:buSzPct val="68750"/>
              <a:buFont typeface="Wingdings"/>
              <a:buChar char=""/>
              <a:tabLst>
                <a:tab pos="360045" algn="l"/>
                <a:tab pos="360680" algn="l"/>
              </a:tabLst>
            </a:pPr>
            <a:r>
              <a:rPr sz="2400" spc="-15" dirty="0" err="1">
                <a:latin typeface="宋体"/>
                <a:cs typeface="宋体"/>
              </a:rPr>
              <a:t>插入排序</a:t>
            </a:r>
            <a:endParaRPr sz="2400" dirty="0">
              <a:latin typeface="宋体"/>
              <a:cs typeface="宋体"/>
            </a:endParaRPr>
          </a:p>
          <a:p>
            <a:pPr marL="361315">
              <a:lnSpc>
                <a:spcPct val="100000"/>
              </a:lnSpc>
              <a:spcBef>
                <a:spcPts val="555"/>
              </a:spcBef>
              <a:tabLst>
                <a:tab pos="655320" algn="l"/>
              </a:tabLst>
            </a:pPr>
            <a:r>
              <a:rPr sz="1550" spc="260" dirty="0">
                <a:solidFill>
                  <a:srgbClr val="EB91D7"/>
                </a:solidFill>
                <a:latin typeface="宋体"/>
                <a:cs typeface="宋体"/>
              </a:rPr>
              <a:t>o</a:t>
            </a:r>
            <a:r>
              <a:rPr sz="1550" dirty="0">
                <a:solidFill>
                  <a:srgbClr val="EB91D7"/>
                </a:solidFill>
                <a:latin typeface="宋体"/>
                <a:cs typeface="宋体"/>
              </a:rPr>
              <a:t>	</a:t>
            </a:r>
            <a:r>
              <a:rPr sz="2200" spc="-10" dirty="0" err="1">
                <a:latin typeface="宋体"/>
                <a:cs typeface="宋体"/>
              </a:rPr>
              <a:t>依次将每个元素插入到已排序序列之中</a:t>
            </a:r>
            <a:endParaRPr sz="2200" dirty="0">
              <a:latin typeface="宋体"/>
              <a:cs typeface="宋体"/>
            </a:endParaRPr>
          </a:p>
        </p:txBody>
      </p:sp>
      <p:graphicFrame>
        <p:nvGraphicFramePr>
          <p:cNvPr id="11" name="object 5">
            <a:extLst>
              <a:ext uri="{FF2B5EF4-FFF2-40B4-BE49-F238E27FC236}">
                <a16:creationId xmlns:a16="http://schemas.microsoft.com/office/drawing/2014/main" id="{A62C1BB2-9CDF-F14A-9A83-4936031E5080}"/>
              </a:ext>
            </a:extLst>
          </p:cNvPr>
          <p:cNvGraphicFramePr>
            <a:graphicFrameLocks noGrp="1"/>
          </p:cNvGraphicFramePr>
          <p:nvPr/>
        </p:nvGraphicFramePr>
        <p:xfrm>
          <a:off x="2620645" y="5107304"/>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2" name="object 7">
            <a:extLst>
              <a:ext uri="{FF2B5EF4-FFF2-40B4-BE49-F238E27FC236}">
                <a16:creationId xmlns:a16="http://schemas.microsoft.com/office/drawing/2014/main" id="{0E43DF9C-8FD6-1E49-8B96-7908AE1E3792}"/>
              </a:ext>
            </a:extLst>
          </p:cNvPr>
          <p:cNvSpPr txBox="1"/>
          <p:nvPr/>
        </p:nvSpPr>
        <p:spPr>
          <a:xfrm>
            <a:off x="5607303" y="6137402"/>
            <a:ext cx="406400" cy="330200"/>
          </a:xfrm>
          <a:prstGeom prst="rect">
            <a:avLst/>
          </a:prstGeom>
        </p:spPr>
        <p:txBody>
          <a:bodyPr vert="horz" wrap="square" lIns="0" tIns="12065" rIns="0" bIns="0" rtlCol="0">
            <a:spAutoFit/>
          </a:bodyPr>
          <a:lstStyle/>
          <a:p>
            <a:pPr marL="12700">
              <a:lnSpc>
                <a:spcPct val="100000"/>
              </a:lnSpc>
              <a:spcBef>
                <a:spcPts val="95"/>
              </a:spcBef>
            </a:pPr>
            <a:r>
              <a:rPr sz="2000" b="1" spc="-25">
                <a:latin typeface="Times New Roman"/>
                <a:cs typeface="Times New Roman"/>
              </a:rPr>
              <a:t>key</a:t>
            </a:r>
            <a:endParaRPr sz="2000">
              <a:latin typeface="Times New Roman"/>
              <a:cs typeface="Times New Roman"/>
            </a:endParaRPr>
          </a:p>
        </p:txBody>
      </p:sp>
      <p:sp>
        <p:nvSpPr>
          <p:cNvPr id="13" name="object 8">
            <a:extLst>
              <a:ext uri="{FF2B5EF4-FFF2-40B4-BE49-F238E27FC236}">
                <a16:creationId xmlns:a16="http://schemas.microsoft.com/office/drawing/2014/main" id="{58FC5EC6-3BA4-034A-8121-47330F740BB6}"/>
              </a:ext>
            </a:extLst>
          </p:cNvPr>
          <p:cNvSpPr/>
          <p:nvPr/>
        </p:nvSpPr>
        <p:spPr>
          <a:xfrm>
            <a:off x="5753100" y="5712714"/>
            <a:ext cx="114300" cy="490220"/>
          </a:xfrm>
          <a:custGeom>
            <a:avLst/>
            <a:gdLst/>
            <a:ahLst/>
            <a:cxnLst/>
            <a:rect l="l" t="t" r="r" b="b"/>
            <a:pathLst>
              <a:path w="114300" h="490220">
                <a:moveTo>
                  <a:pt x="76200" y="95250"/>
                </a:moveTo>
                <a:lnTo>
                  <a:pt x="38100" y="95250"/>
                </a:lnTo>
                <a:lnTo>
                  <a:pt x="38100" y="490067"/>
                </a:lnTo>
                <a:lnTo>
                  <a:pt x="76200" y="490067"/>
                </a:lnTo>
                <a:lnTo>
                  <a:pt x="76200" y="95250"/>
                </a:lnTo>
                <a:close/>
              </a:path>
              <a:path w="114300" h="490220">
                <a:moveTo>
                  <a:pt x="57150" y="0"/>
                </a:moveTo>
                <a:lnTo>
                  <a:pt x="0" y="114300"/>
                </a:lnTo>
                <a:lnTo>
                  <a:pt x="38100" y="114300"/>
                </a:lnTo>
                <a:lnTo>
                  <a:pt x="38100" y="95250"/>
                </a:lnTo>
                <a:lnTo>
                  <a:pt x="104775" y="95250"/>
                </a:lnTo>
                <a:lnTo>
                  <a:pt x="57150" y="0"/>
                </a:lnTo>
                <a:close/>
              </a:path>
              <a:path w="114300" h="490220">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
        <p:nvSpPr>
          <p:cNvPr id="14" name="文本框 13">
            <a:extLst>
              <a:ext uri="{FF2B5EF4-FFF2-40B4-BE49-F238E27FC236}">
                <a16:creationId xmlns:a16="http://schemas.microsoft.com/office/drawing/2014/main" id="{38D1176D-A4F6-A545-9F39-D53DEA7F18D8}"/>
              </a:ext>
            </a:extLst>
          </p:cNvPr>
          <p:cNvSpPr txBox="1"/>
          <p:nvPr/>
        </p:nvSpPr>
        <p:spPr>
          <a:xfrm>
            <a:off x="5438011" y="5711955"/>
            <a:ext cx="1480576" cy="426207"/>
          </a:xfrm>
          <a:prstGeom prst="rect">
            <a:avLst/>
          </a:prstGeom>
          <a:noFill/>
        </p:spPr>
        <p:txBody>
          <a:bodyPr wrap="square">
            <a:spAutoFit/>
          </a:bodyPr>
          <a:lstStyle/>
          <a:p>
            <a:pPr marL="580390">
              <a:lnSpc>
                <a:spcPts val="2905"/>
              </a:lnSpc>
              <a:spcBef>
                <a:spcPts val="95"/>
              </a:spcBef>
            </a:pPr>
            <a:r>
              <a:rPr lang="en-US" altLang="zh-CN" sz="1800" b="1" spc="90" dirty="0">
                <a:latin typeface="微软雅黑"/>
                <a:cs typeface="微软雅黑"/>
              </a:rPr>
              <a:t>…</a:t>
            </a:r>
            <a:endParaRPr lang="zh-CN" altLang="en-US" sz="1800" dirty="0">
              <a:latin typeface="微软雅黑"/>
              <a:cs typeface="微软雅黑"/>
            </a:endParaRPr>
          </a:p>
        </p:txBody>
      </p:sp>
    </p:spTree>
    <p:extLst>
      <p:ext uri="{BB962C8B-B14F-4D97-AF65-F5344CB8AC3E}">
        <p14:creationId xmlns:p14="http://schemas.microsoft.com/office/powerpoint/2010/main" val="217005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2446182"/>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SimSun" panose="02010600030101010101" pitchFamily="2" charset="-122"/>
                <a:ea typeface="SimSun" panose="02010600030101010101" pitchFamily="2" charset="-122"/>
                <a:cs typeface="宋体"/>
              </a:rPr>
              <a:t>杠铃增重问题</a:t>
            </a:r>
            <a:endParaRPr sz="32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SimSun" panose="02010600030101010101" pitchFamily="2" charset="-122"/>
                <a:ea typeface="SimSun" panose="02010600030101010101" pitchFamily="2" charset="-122"/>
                <a:cs typeface="宋体"/>
              </a:rPr>
              <a:t>选择排序</a:t>
            </a:r>
            <a:endParaRPr sz="28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r>
              <a:rPr sz="1600" spc="260" dirty="0">
                <a:solidFill>
                  <a:srgbClr val="EB91D7"/>
                </a:solidFill>
                <a:latin typeface="SimSun" panose="02010600030101010101" pitchFamily="2" charset="-122"/>
                <a:ea typeface="SimSun" panose="02010600030101010101" pitchFamily="2" charset="-122"/>
                <a:cs typeface="宋体"/>
              </a:rPr>
              <a:t>o</a:t>
            </a:r>
            <a:r>
              <a:rPr sz="1600" dirty="0">
                <a:solidFill>
                  <a:srgbClr val="EB91D7"/>
                </a:solidFill>
                <a:latin typeface="SimSun" panose="02010600030101010101" pitchFamily="2" charset="-122"/>
                <a:ea typeface="SimSun" panose="02010600030101010101" pitchFamily="2" charset="-122"/>
                <a:cs typeface="宋体"/>
              </a:rPr>
              <a:t>	</a:t>
            </a:r>
            <a:r>
              <a:rPr sz="2400" spc="-10" dirty="0" err="1">
                <a:latin typeface="SimSun" panose="02010600030101010101" pitchFamily="2" charset="-122"/>
                <a:ea typeface="SimSun" panose="02010600030101010101" pitchFamily="2" charset="-122"/>
                <a:cs typeface="宋体"/>
              </a:rPr>
              <a:t>从待排序元素中</a:t>
            </a:r>
            <a:r>
              <a:rPr sz="2400" spc="-10" dirty="0" err="1">
                <a:solidFill>
                  <a:srgbClr val="FF0000"/>
                </a:solidFill>
                <a:latin typeface="SimSun" panose="02010600030101010101" pitchFamily="2" charset="-122"/>
                <a:ea typeface="SimSun" panose="02010600030101010101" pitchFamily="2" charset="-122"/>
                <a:cs typeface="宋体"/>
              </a:rPr>
              <a:t>迭代选出最小值</a:t>
            </a:r>
            <a:r>
              <a:rPr sz="2400" spc="-10" dirty="0" err="1">
                <a:latin typeface="SimSun" panose="02010600030101010101" pitchFamily="2" charset="-122"/>
                <a:ea typeface="SimSun" panose="02010600030101010101" pitchFamily="2" charset="-122"/>
                <a:cs typeface="宋体"/>
              </a:rPr>
              <a:t>并排序</a:t>
            </a:r>
            <a:endParaRPr lang="en-US" sz="2400" spc="-1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600" spc="260" dirty="0">
                <a:solidFill>
                  <a:srgbClr val="EB91D7"/>
                </a:solidFill>
                <a:latin typeface="SimSun" panose="02010600030101010101" pitchFamily="2" charset="-122"/>
                <a:ea typeface="SimSun" panose="02010600030101010101" pitchFamily="2" charset="-122"/>
                <a:cs typeface="宋体"/>
              </a:rPr>
              <a:t>o</a:t>
            </a:r>
            <a:r>
              <a:rPr lang="en" altLang="zh-CN" sz="1600" dirty="0">
                <a:solidFill>
                  <a:srgbClr val="EB91D7"/>
                </a:solidFill>
                <a:latin typeface="SimSun" panose="02010600030101010101" pitchFamily="2" charset="-122"/>
                <a:ea typeface="SimSun" panose="02010600030101010101" pitchFamily="2" charset="-122"/>
                <a:cs typeface="宋体"/>
              </a:rPr>
              <a:t>	</a:t>
            </a:r>
            <a:r>
              <a:rPr lang="zh-CN" altLang="en-US" sz="2400" spc="-5" dirty="0">
                <a:latin typeface="SimSun" panose="02010600030101010101" pitchFamily="2" charset="-122"/>
                <a:ea typeface="SimSun" panose="02010600030101010101" pitchFamily="2" charset="-122"/>
                <a:cs typeface="宋体"/>
              </a:rPr>
              <a:t>比较次数：</a:t>
            </a:r>
            <a:r>
              <a:rPr lang="zh-CN" altLang="en-US" sz="2400" spc="-10" dirty="0">
                <a:latin typeface="SimSun" panose="02010600030101010101" pitchFamily="2" charset="-122"/>
                <a:ea typeface="SimSun" panose="02010600030101010101" pitchFamily="2" charset="-122"/>
                <a:cs typeface="Cambria Math"/>
              </a:rPr>
              <a:t>𝟔𝟔</a:t>
            </a:r>
            <a:r>
              <a:rPr lang="zh-CN" altLang="en-US" sz="2400" spc="-50" dirty="0">
                <a:latin typeface="SimSun" panose="02010600030101010101" pitchFamily="2" charset="-122"/>
                <a:ea typeface="SimSun" panose="02010600030101010101" pitchFamily="2" charset="-122"/>
                <a:cs typeface="宋体"/>
              </a:rPr>
              <a:t>次</a:t>
            </a:r>
            <a:endParaRPr lang="zh-CN" altLang="en-US" sz="24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endParaRPr sz="2400" dirty="0">
              <a:latin typeface="宋体"/>
              <a:cs typeface="宋体"/>
            </a:endParaRPr>
          </a:p>
        </p:txBody>
      </p:sp>
      <p:graphicFrame>
        <p:nvGraphicFramePr>
          <p:cNvPr id="9" name="object 4">
            <a:extLst>
              <a:ext uri="{FF2B5EF4-FFF2-40B4-BE49-F238E27FC236}">
                <a16:creationId xmlns:a16="http://schemas.microsoft.com/office/drawing/2014/main" id="{39A70B7C-DE1E-B140-884A-C69D67EA09D1}"/>
              </a:ext>
            </a:extLst>
          </p:cNvPr>
          <p:cNvGraphicFramePr>
            <a:graphicFrameLocks noGrp="1"/>
          </p:cNvGraphicFramePr>
          <p:nvPr/>
        </p:nvGraphicFramePr>
        <p:xfrm>
          <a:off x="2620645" y="342515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4">
            <a:extLst>
              <a:ext uri="{FF2B5EF4-FFF2-40B4-BE49-F238E27FC236}">
                <a16:creationId xmlns:a16="http://schemas.microsoft.com/office/drawing/2014/main" id="{85C7F784-C2C4-8941-AEC3-FFC26ECFBCFD}"/>
              </a:ext>
            </a:extLst>
          </p:cNvPr>
          <p:cNvSpPr txBox="1"/>
          <p:nvPr/>
        </p:nvSpPr>
        <p:spPr>
          <a:xfrm>
            <a:off x="1126548" y="4060211"/>
            <a:ext cx="5426075" cy="873760"/>
          </a:xfrm>
          <a:prstGeom prst="rect">
            <a:avLst/>
          </a:prstGeom>
        </p:spPr>
        <p:txBody>
          <a:bodyPr vert="horz" wrap="square" lIns="0" tIns="88900" rIns="0" bIns="0" rtlCol="0">
            <a:spAutoFit/>
          </a:bodyPr>
          <a:lstStyle/>
          <a:p>
            <a:pPr marL="360045" indent="-347980">
              <a:lnSpc>
                <a:spcPct val="100000"/>
              </a:lnSpc>
              <a:spcBef>
                <a:spcPts val="700"/>
              </a:spcBef>
              <a:buClr>
                <a:srgbClr val="DAB6FB"/>
              </a:buClr>
              <a:buSzPct val="68750"/>
              <a:buFont typeface="Wingdings"/>
              <a:buChar char=""/>
              <a:tabLst>
                <a:tab pos="360045" algn="l"/>
                <a:tab pos="360680" algn="l"/>
              </a:tabLst>
            </a:pPr>
            <a:r>
              <a:rPr sz="2400" spc="-15" dirty="0" err="1">
                <a:latin typeface="宋体"/>
                <a:cs typeface="宋体"/>
              </a:rPr>
              <a:t>插入排序</a:t>
            </a:r>
            <a:endParaRPr sz="2400" dirty="0">
              <a:latin typeface="宋体"/>
              <a:cs typeface="宋体"/>
            </a:endParaRPr>
          </a:p>
          <a:p>
            <a:pPr marL="361315">
              <a:lnSpc>
                <a:spcPct val="100000"/>
              </a:lnSpc>
              <a:spcBef>
                <a:spcPts val="555"/>
              </a:spcBef>
              <a:tabLst>
                <a:tab pos="655320" algn="l"/>
              </a:tabLst>
            </a:pPr>
            <a:r>
              <a:rPr sz="1550" spc="260" dirty="0">
                <a:solidFill>
                  <a:srgbClr val="EB91D7"/>
                </a:solidFill>
                <a:latin typeface="宋体"/>
                <a:cs typeface="宋体"/>
              </a:rPr>
              <a:t>o</a:t>
            </a:r>
            <a:r>
              <a:rPr sz="1550" dirty="0">
                <a:solidFill>
                  <a:srgbClr val="EB91D7"/>
                </a:solidFill>
                <a:latin typeface="宋体"/>
                <a:cs typeface="宋体"/>
              </a:rPr>
              <a:t>	</a:t>
            </a:r>
            <a:r>
              <a:rPr sz="2200" spc="-10" dirty="0" err="1">
                <a:latin typeface="宋体"/>
                <a:cs typeface="宋体"/>
              </a:rPr>
              <a:t>依次将每个元素插入到已排序序列之中</a:t>
            </a:r>
            <a:endParaRPr sz="2200" dirty="0">
              <a:latin typeface="宋体"/>
              <a:cs typeface="宋体"/>
            </a:endParaRPr>
          </a:p>
        </p:txBody>
      </p:sp>
      <p:graphicFrame>
        <p:nvGraphicFramePr>
          <p:cNvPr id="10" name="object 6">
            <a:extLst>
              <a:ext uri="{FF2B5EF4-FFF2-40B4-BE49-F238E27FC236}">
                <a16:creationId xmlns:a16="http://schemas.microsoft.com/office/drawing/2014/main" id="{E8DEB78A-F8FE-3C40-A9C9-8CE69E2C6841}"/>
              </a:ext>
            </a:extLst>
          </p:cNvPr>
          <p:cNvGraphicFramePr>
            <a:graphicFrameLocks noGrp="1"/>
          </p:cNvGraphicFramePr>
          <p:nvPr/>
        </p:nvGraphicFramePr>
        <p:xfrm>
          <a:off x="2620645" y="5107304"/>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4" name="object 7">
            <a:extLst>
              <a:ext uri="{FF2B5EF4-FFF2-40B4-BE49-F238E27FC236}">
                <a16:creationId xmlns:a16="http://schemas.microsoft.com/office/drawing/2014/main" id="{260EC693-24A8-184D-8A0B-6A23996887B8}"/>
              </a:ext>
            </a:extLst>
          </p:cNvPr>
          <p:cNvSpPr txBox="1"/>
          <p:nvPr/>
        </p:nvSpPr>
        <p:spPr>
          <a:xfrm>
            <a:off x="9077452" y="6137402"/>
            <a:ext cx="406400" cy="330200"/>
          </a:xfrm>
          <a:prstGeom prst="rect">
            <a:avLst/>
          </a:prstGeom>
        </p:spPr>
        <p:txBody>
          <a:bodyPr vert="horz" wrap="square" lIns="0" tIns="12065" rIns="0" bIns="0" rtlCol="0">
            <a:spAutoFit/>
          </a:bodyPr>
          <a:lstStyle/>
          <a:p>
            <a:pPr marL="12700">
              <a:lnSpc>
                <a:spcPct val="100000"/>
              </a:lnSpc>
              <a:spcBef>
                <a:spcPts val="95"/>
              </a:spcBef>
            </a:pPr>
            <a:r>
              <a:rPr sz="2000" b="1" spc="-25">
                <a:latin typeface="Times New Roman"/>
                <a:cs typeface="Times New Roman"/>
              </a:rPr>
              <a:t>key</a:t>
            </a:r>
            <a:endParaRPr sz="2000">
              <a:latin typeface="Times New Roman"/>
              <a:cs typeface="Times New Roman"/>
            </a:endParaRPr>
          </a:p>
        </p:txBody>
      </p:sp>
      <p:sp>
        <p:nvSpPr>
          <p:cNvPr id="15" name="object 8">
            <a:extLst>
              <a:ext uri="{FF2B5EF4-FFF2-40B4-BE49-F238E27FC236}">
                <a16:creationId xmlns:a16="http://schemas.microsoft.com/office/drawing/2014/main" id="{192A268C-C829-774C-8295-33ED738A7F48}"/>
              </a:ext>
            </a:extLst>
          </p:cNvPr>
          <p:cNvSpPr/>
          <p:nvPr/>
        </p:nvSpPr>
        <p:spPr>
          <a:xfrm>
            <a:off x="9223247" y="5712714"/>
            <a:ext cx="114300" cy="490220"/>
          </a:xfrm>
          <a:custGeom>
            <a:avLst/>
            <a:gdLst/>
            <a:ahLst/>
            <a:cxnLst/>
            <a:rect l="l" t="t" r="r" b="b"/>
            <a:pathLst>
              <a:path w="114300" h="490220">
                <a:moveTo>
                  <a:pt x="76200" y="95250"/>
                </a:moveTo>
                <a:lnTo>
                  <a:pt x="38100" y="95250"/>
                </a:lnTo>
                <a:lnTo>
                  <a:pt x="38100" y="490067"/>
                </a:lnTo>
                <a:lnTo>
                  <a:pt x="76200" y="490067"/>
                </a:lnTo>
                <a:lnTo>
                  <a:pt x="76200" y="95250"/>
                </a:lnTo>
                <a:close/>
              </a:path>
              <a:path w="114300" h="490220">
                <a:moveTo>
                  <a:pt x="57150" y="0"/>
                </a:moveTo>
                <a:lnTo>
                  <a:pt x="0" y="114300"/>
                </a:lnTo>
                <a:lnTo>
                  <a:pt x="38100" y="114300"/>
                </a:lnTo>
                <a:lnTo>
                  <a:pt x="38100" y="95250"/>
                </a:lnTo>
                <a:lnTo>
                  <a:pt x="104775" y="95250"/>
                </a:lnTo>
                <a:lnTo>
                  <a:pt x="57150" y="0"/>
                </a:lnTo>
                <a:close/>
              </a:path>
              <a:path w="114300" h="490220">
                <a:moveTo>
                  <a:pt x="104775" y="95250"/>
                </a:moveTo>
                <a:lnTo>
                  <a:pt x="76200" y="95250"/>
                </a:lnTo>
                <a:lnTo>
                  <a:pt x="76200" y="114300"/>
                </a:lnTo>
                <a:lnTo>
                  <a:pt x="114300" y="114300"/>
                </a:lnTo>
                <a:lnTo>
                  <a:pt x="104775" y="9525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684089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160274-448F-574A-AD78-78C765A2B2BE}"/>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5" name="object 3">
            <a:extLst>
              <a:ext uri="{FF2B5EF4-FFF2-40B4-BE49-F238E27FC236}">
                <a16:creationId xmlns:a16="http://schemas.microsoft.com/office/drawing/2014/main" id="{7974416B-367F-CF42-8DC7-2E86EBCB299A}"/>
              </a:ext>
            </a:extLst>
          </p:cNvPr>
          <p:cNvSpPr txBox="1"/>
          <p:nvPr/>
        </p:nvSpPr>
        <p:spPr>
          <a:xfrm>
            <a:off x="735840" y="1229687"/>
            <a:ext cx="7576887" cy="2446182"/>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3200" spc="-10" dirty="0" err="1">
                <a:latin typeface="SimSun" panose="02010600030101010101" pitchFamily="2" charset="-122"/>
                <a:ea typeface="SimSun" panose="02010600030101010101" pitchFamily="2" charset="-122"/>
                <a:cs typeface="宋体"/>
              </a:rPr>
              <a:t>杠铃增重问题</a:t>
            </a:r>
            <a:endParaRPr sz="32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800" spc="-15" dirty="0" err="1">
                <a:latin typeface="SimSun" panose="02010600030101010101" pitchFamily="2" charset="-122"/>
                <a:ea typeface="SimSun" panose="02010600030101010101" pitchFamily="2" charset="-122"/>
                <a:cs typeface="宋体"/>
              </a:rPr>
              <a:t>选择排序</a:t>
            </a:r>
            <a:endParaRPr sz="28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r>
              <a:rPr sz="1600" spc="260" dirty="0">
                <a:solidFill>
                  <a:srgbClr val="EB91D7"/>
                </a:solidFill>
                <a:latin typeface="SimSun" panose="02010600030101010101" pitchFamily="2" charset="-122"/>
                <a:ea typeface="SimSun" panose="02010600030101010101" pitchFamily="2" charset="-122"/>
                <a:cs typeface="宋体"/>
              </a:rPr>
              <a:t>o</a:t>
            </a:r>
            <a:r>
              <a:rPr sz="1600" dirty="0">
                <a:solidFill>
                  <a:srgbClr val="EB91D7"/>
                </a:solidFill>
                <a:latin typeface="SimSun" panose="02010600030101010101" pitchFamily="2" charset="-122"/>
                <a:ea typeface="SimSun" panose="02010600030101010101" pitchFamily="2" charset="-122"/>
                <a:cs typeface="宋体"/>
              </a:rPr>
              <a:t>	</a:t>
            </a:r>
            <a:r>
              <a:rPr sz="2400" spc="-10" dirty="0" err="1">
                <a:latin typeface="SimSun" panose="02010600030101010101" pitchFamily="2" charset="-122"/>
                <a:ea typeface="SimSun" panose="02010600030101010101" pitchFamily="2" charset="-122"/>
                <a:cs typeface="宋体"/>
              </a:rPr>
              <a:t>从待排序元素中</a:t>
            </a:r>
            <a:r>
              <a:rPr sz="2400" spc="-10" dirty="0" err="1">
                <a:solidFill>
                  <a:srgbClr val="FF0000"/>
                </a:solidFill>
                <a:latin typeface="SimSun" panose="02010600030101010101" pitchFamily="2" charset="-122"/>
                <a:ea typeface="SimSun" panose="02010600030101010101" pitchFamily="2" charset="-122"/>
                <a:cs typeface="宋体"/>
              </a:rPr>
              <a:t>迭代选出最小值</a:t>
            </a:r>
            <a:r>
              <a:rPr sz="2400" spc="-10" dirty="0" err="1">
                <a:latin typeface="SimSun" panose="02010600030101010101" pitchFamily="2" charset="-122"/>
                <a:ea typeface="SimSun" panose="02010600030101010101" pitchFamily="2" charset="-122"/>
                <a:cs typeface="宋体"/>
              </a:rPr>
              <a:t>并排序</a:t>
            </a:r>
            <a:endParaRPr lang="en-US" sz="2400" spc="-1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600" spc="260" dirty="0">
                <a:solidFill>
                  <a:srgbClr val="EB91D7"/>
                </a:solidFill>
                <a:latin typeface="SimSun" panose="02010600030101010101" pitchFamily="2" charset="-122"/>
                <a:ea typeface="SimSun" panose="02010600030101010101" pitchFamily="2" charset="-122"/>
                <a:cs typeface="宋体"/>
              </a:rPr>
              <a:t>o</a:t>
            </a:r>
            <a:r>
              <a:rPr lang="en" altLang="zh-CN" sz="1600" dirty="0">
                <a:solidFill>
                  <a:srgbClr val="EB91D7"/>
                </a:solidFill>
                <a:latin typeface="SimSun" panose="02010600030101010101" pitchFamily="2" charset="-122"/>
                <a:ea typeface="SimSun" panose="02010600030101010101" pitchFamily="2" charset="-122"/>
                <a:cs typeface="宋体"/>
              </a:rPr>
              <a:t>	</a:t>
            </a:r>
            <a:r>
              <a:rPr lang="zh-CN" altLang="en-US" sz="2400" spc="-5" dirty="0">
                <a:latin typeface="SimSun" panose="02010600030101010101" pitchFamily="2" charset="-122"/>
                <a:ea typeface="SimSun" panose="02010600030101010101" pitchFamily="2" charset="-122"/>
                <a:cs typeface="宋体"/>
              </a:rPr>
              <a:t>比较次数：</a:t>
            </a:r>
            <a:r>
              <a:rPr lang="zh-CN" altLang="en-US" sz="2400" spc="-10" dirty="0">
                <a:latin typeface="SimSun" panose="02010600030101010101" pitchFamily="2" charset="-122"/>
                <a:ea typeface="SimSun" panose="02010600030101010101" pitchFamily="2" charset="-122"/>
                <a:cs typeface="Cambria Math"/>
              </a:rPr>
              <a:t>𝟔𝟔</a:t>
            </a:r>
            <a:r>
              <a:rPr lang="zh-CN" altLang="en-US" sz="2400" spc="-50" dirty="0">
                <a:latin typeface="SimSun" panose="02010600030101010101" pitchFamily="2" charset="-122"/>
                <a:ea typeface="SimSun" panose="02010600030101010101" pitchFamily="2" charset="-122"/>
                <a:cs typeface="宋体"/>
              </a:rPr>
              <a:t>次</a:t>
            </a:r>
            <a:endParaRPr lang="zh-CN" altLang="en-US" sz="2400" dirty="0">
              <a:latin typeface="SimSun" panose="02010600030101010101" pitchFamily="2" charset="-122"/>
              <a:ea typeface="SimSun" panose="02010600030101010101" pitchFamily="2" charset="-122"/>
              <a:cs typeface="宋体"/>
            </a:endParaRPr>
          </a:p>
          <a:p>
            <a:pPr marL="705485">
              <a:lnSpc>
                <a:spcPct val="100000"/>
              </a:lnSpc>
              <a:spcBef>
                <a:spcPts val="555"/>
              </a:spcBef>
              <a:tabLst>
                <a:tab pos="1000125" algn="l"/>
              </a:tabLst>
            </a:pPr>
            <a:endParaRPr sz="2400" dirty="0">
              <a:latin typeface="宋体"/>
              <a:cs typeface="宋体"/>
            </a:endParaRPr>
          </a:p>
        </p:txBody>
      </p:sp>
      <p:graphicFrame>
        <p:nvGraphicFramePr>
          <p:cNvPr id="9" name="object 4">
            <a:extLst>
              <a:ext uri="{FF2B5EF4-FFF2-40B4-BE49-F238E27FC236}">
                <a16:creationId xmlns:a16="http://schemas.microsoft.com/office/drawing/2014/main" id="{39A70B7C-DE1E-B140-884A-C69D67EA09D1}"/>
              </a:ext>
            </a:extLst>
          </p:cNvPr>
          <p:cNvGraphicFramePr>
            <a:graphicFrameLocks noGrp="1"/>
          </p:cNvGraphicFramePr>
          <p:nvPr/>
        </p:nvGraphicFramePr>
        <p:xfrm>
          <a:off x="2620645" y="342515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 name="object 4">
            <a:extLst>
              <a:ext uri="{FF2B5EF4-FFF2-40B4-BE49-F238E27FC236}">
                <a16:creationId xmlns:a16="http://schemas.microsoft.com/office/drawing/2014/main" id="{85C7F784-C2C4-8941-AEC3-FFC26ECFBCFD}"/>
              </a:ext>
            </a:extLst>
          </p:cNvPr>
          <p:cNvSpPr txBox="1"/>
          <p:nvPr/>
        </p:nvSpPr>
        <p:spPr>
          <a:xfrm>
            <a:off x="1126548" y="4060211"/>
            <a:ext cx="5426075" cy="1320874"/>
          </a:xfrm>
          <a:prstGeom prst="rect">
            <a:avLst/>
          </a:prstGeom>
        </p:spPr>
        <p:txBody>
          <a:bodyPr vert="horz" wrap="square" lIns="0" tIns="88900" rIns="0" bIns="0" rtlCol="0">
            <a:spAutoFit/>
          </a:bodyPr>
          <a:lstStyle/>
          <a:p>
            <a:pPr marL="360045" indent="-347980">
              <a:lnSpc>
                <a:spcPct val="100000"/>
              </a:lnSpc>
              <a:spcBef>
                <a:spcPts val="700"/>
              </a:spcBef>
              <a:buClr>
                <a:srgbClr val="DAB6FB"/>
              </a:buClr>
              <a:buSzPct val="68750"/>
              <a:buFont typeface="Wingdings"/>
              <a:buChar char=""/>
              <a:tabLst>
                <a:tab pos="360045" algn="l"/>
                <a:tab pos="360680" algn="l"/>
              </a:tabLst>
            </a:pPr>
            <a:r>
              <a:rPr sz="2400" spc="-15" dirty="0" err="1">
                <a:latin typeface="宋体"/>
                <a:cs typeface="宋体"/>
              </a:rPr>
              <a:t>插入排序</a:t>
            </a:r>
            <a:endParaRPr sz="2400" dirty="0">
              <a:latin typeface="宋体"/>
              <a:cs typeface="宋体"/>
            </a:endParaRPr>
          </a:p>
          <a:p>
            <a:pPr marL="361315">
              <a:lnSpc>
                <a:spcPct val="100000"/>
              </a:lnSpc>
              <a:spcBef>
                <a:spcPts val="555"/>
              </a:spcBef>
              <a:tabLst>
                <a:tab pos="655320" algn="l"/>
              </a:tabLst>
            </a:pPr>
            <a:r>
              <a:rPr sz="1550" spc="260" dirty="0">
                <a:solidFill>
                  <a:srgbClr val="EB91D7"/>
                </a:solidFill>
                <a:latin typeface="宋体"/>
                <a:cs typeface="宋体"/>
              </a:rPr>
              <a:t>o</a:t>
            </a:r>
            <a:r>
              <a:rPr sz="1550" dirty="0">
                <a:solidFill>
                  <a:srgbClr val="EB91D7"/>
                </a:solidFill>
                <a:latin typeface="宋体"/>
                <a:cs typeface="宋体"/>
              </a:rPr>
              <a:t>	</a:t>
            </a:r>
            <a:r>
              <a:rPr sz="2200" spc="-10" dirty="0" err="1">
                <a:latin typeface="宋体"/>
                <a:cs typeface="宋体"/>
              </a:rPr>
              <a:t>依次将每个元素插入到已排序序列之中</a:t>
            </a:r>
            <a:endParaRPr lang="en-US" sz="2200" spc="-10" dirty="0">
              <a:latin typeface="宋体"/>
              <a:cs typeface="宋体"/>
            </a:endParaRPr>
          </a:p>
          <a:p>
            <a:pPr marL="361315">
              <a:spcBef>
                <a:spcPts val="555"/>
              </a:spcBef>
              <a:tabLst>
                <a:tab pos="655320" algn="l"/>
              </a:tabLst>
            </a:pPr>
            <a:r>
              <a:rPr lang="en" altLang="zh-CN" sz="1600" spc="260" dirty="0">
                <a:solidFill>
                  <a:srgbClr val="EB91D7"/>
                </a:solidFill>
                <a:latin typeface="宋体"/>
                <a:cs typeface="宋体"/>
              </a:rPr>
              <a:t>o</a:t>
            </a:r>
            <a:r>
              <a:rPr lang="en" altLang="zh-CN" sz="2400" dirty="0">
                <a:solidFill>
                  <a:srgbClr val="EB91D7"/>
                </a:solidFill>
                <a:latin typeface="宋体"/>
                <a:cs typeface="宋体"/>
              </a:rPr>
              <a:t>	</a:t>
            </a:r>
            <a:r>
              <a:rPr lang="zh-CN" altLang="en-US" sz="2200" spc="-5" dirty="0">
                <a:latin typeface="SimSun" panose="02010600030101010101" pitchFamily="2" charset="-122"/>
                <a:ea typeface="SimSun" panose="02010600030101010101" pitchFamily="2" charset="-122"/>
                <a:cs typeface="宋体"/>
              </a:rPr>
              <a:t>比较次数：</a:t>
            </a:r>
            <a:r>
              <a:rPr lang="zh-CN" altLang="en-US" sz="2200" spc="-10" dirty="0">
                <a:latin typeface="SimSun" panose="02010600030101010101" pitchFamily="2" charset="-122"/>
                <a:ea typeface="SimSun" panose="02010600030101010101" pitchFamily="2" charset="-122"/>
                <a:cs typeface="Cambria Math"/>
              </a:rPr>
              <a:t>𝟓𝟓</a:t>
            </a:r>
            <a:r>
              <a:rPr lang="zh-CN" altLang="en-US" sz="2200" spc="-50" dirty="0">
                <a:latin typeface="SimSun" panose="02010600030101010101" pitchFamily="2" charset="-122"/>
                <a:ea typeface="SimSun" panose="02010600030101010101" pitchFamily="2" charset="-122"/>
                <a:cs typeface="宋体"/>
              </a:rPr>
              <a:t>次</a:t>
            </a:r>
          </a:p>
        </p:txBody>
      </p:sp>
      <p:graphicFrame>
        <p:nvGraphicFramePr>
          <p:cNvPr id="11" name="object 6">
            <a:extLst>
              <a:ext uri="{FF2B5EF4-FFF2-40B4-BE49-F238E27FC236}">
                <a16:creationId xmlns:a16="http://schemas.microsoft.com/office/drawing/2014/main" id="{19E2649B-9A26-794F-902E-8D186B37A3F5}"/>
              </a:ext>
            </a:extLst>
          </p:cNvPr>
          <p:cNvGraphicFramePr>
            <a:graphicFrameLocks noGrp="1"/>
          </p:cNvGraphicFramePr>
          <p:nvPr>
            <p:extLst>
              <p:ext uri="{D42A27DB-BD31-4B8C-83A1-F6EECF244321}">
                <p14:modId xmlns:p14="http://schemas.microsoft.com/office/powerpoint/2010/main" val="2714957364"/>
              </p:ext>
            </p:extLst>
          </p:nvPr>
        </p:nvGraphicFramePr>
        <p:xfrm>
          <a:off x="2620645" y="5505886"/>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dirty="0">
                          <a:solidFill>
                            <a:srgbClr val="FFC000"/>
                          </a:solidFill>
                          <a:latin typeface="Times New Roman"/>
                          <a:cs typeface="Times New Roman"/>
                        </a:rPr>
                        <a:t>129</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 name="云形 1">
            <a:extLst>
              <a:ext uri="{FF2B5EF4-FFF2-40B4-BE49-F238E27FC236}">
                <a16:creationId xmlns:a16="http://schemas.microsoft.com/office/drawing/2014/main" id="{BD2E2A89-C2CC-0A47-9B5C-FED485B9D799}"/>
              </a:ext>
            </a:extLst>
          </p:cNvPr>
          <p:cNvSpPr/>
          <p:nvPr/>
        </p:nvSpPr>
        <p:spPr>
          <a:xfrm>
            <a:off x="7721300" y="1314879"/>
            <a:ext cx="3621365" cy="1682616"/>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latin typeface="SimSun" panose="02010600030101010101" pitchFamily="2" charset="-122"/>
                <a:ea typeface="SimSun" panose="02010600030101010101" pitchFamily="2" charset="-122"/>
              </a:rPr>
              <a:t>思考：是否还有更高效的算法？</a:t>
            </a:r>
          </a:p>
        </p:txBody>
      </p:sp>
    </p:spTree>
    <p:extLst>
      <p:ext uri="{BB962C8B-B14F-4D97-AF65-F5344CB8AC3E}">
        <p14:creationId xmlns:p14="http://schemas.microsoft.com/office/powerpoint/2010/main" val="106457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133F98E-7149-374E-BADE-176746714108}"/>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4" name="object 2">
            <a:extLst>
              <a:ext uri="{FF2B5EF4-FFF2-40B4-BE49-F238E27FC236}">
                <a16:creationId xmlns:a16="http://schemas.microsoft.com/office/drawing/2014/main" id="{E9BF1E80-0882-794E-A97C-B20804C32351}"/>
              </a:ext>
            </a:extLst>
          </p:cNvPr>
          <p:cNvSpPr txBox="1"/>
          <p:nvPr/>
        </p:nvSpPr>
        <p:spPr>
          <a:xfrm>
            <a:off x="735232" y="1222680"/>
            <a:ext cx="3460750" cy="991235"/>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2800" spc="-10" dirty="0" err="1">
                <a:latin typeface="宋体"/>
                <a:cs typeface="宋体"/>
              </a:rPr>
              <a:t>杠铃增重问题</a:t>
            </a:r>
            <a:endParaRPr sz="28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400" spc="-10" dirty="0" err="1">
                <a:latin typeface="宋体"/>
                <a:cs typeface="宋体"/>
              </a:rPr>
              <a:t>问题特点：局部有序</a:t>
            </a:r>
            <a:endParaRPr sz="2400" dirty="0">
              <a:latin typeface="宋体"/>
              <a:cs typeface="宋体"/>
            </a:endParaRPr>
          </a:p>
        </p:txBody>
      </p:sp>
      <p:sp>
        <p:nvSpPr>
          <p:cNvPr id="5" name="object 4">
            <a:extLst>
              <a:ext uri="{FF2B5EF4-FFF2-40B4-BE49-F238E27FC236}">
                <a16:creationId xmlns:a16="http://schemas.microsoft.com/office/drawing/2014/main" id="{2798691C-279F-4A48-BB52-1605F7675B5C}"/>
              </a:ext>
            </a:extLst>
          </p:cNvPr>
          <p:cNvSpPr txBox="1"/>
          <p:nvPr/>
        </p:nvSpPr>
        <p:spPr>
          <a:xfrm>
            <a:off x="2467355" y="3930392"/>
            <a:ext cx="989330" cy="577215"/>
          </a:xfrm>
          <a:prstGeom prst="rect">
            <a:avLst/>
          </a:prstGeom>
          <a:solidFill>
            <a:srgbClr val="006FC0"/>
          </a:solidFill>
        </p:spPr>
        <p:txBody>
          <a:bodyPr vert="horz" wrap="square" lIns="0" tIns="67310" rIns="0" bIns="0" rtlCol="0">
            <a:spAutoFit/>
          </a:bodyPr>
          <a:lstStyle/>
          <a:p>
            <a:pPr marL="189865">
              <a:lnSpc>
                <a:spcPct val="100000"/>
              </a:lnSpc>
              <a:spcBef>
                <a:spcPts val="530"/>
              </a:spcBef>
            </a:pPr>
            <a:r>
              <a:rPr sz="2400" spc="-25">
                <a:solidFill>
                  <a:srgbClr val="FFFFFF"/>
                </a:solidFill>
                <a:latin typeface="宋体"/>
                <a:cs typeface="宋体"/>
              </a:rPr>
              <a:t>有序</a:t>
            </a:r>
            <a:endParaRPr sz="2400">
              <a:latin typeface="宋体"/>
              <a:cs typeface="宋体"/>
            </a:endParaRPr>
          </a:p>
        </p:txBody>
      </p:sp>
      <p:sp>
        <p:nvSpPr>
          <p:cNvPr id="6" name="object 5">
            <a:extLst>
              <a:ext uri="{FF2B5EF4-FFF2-40B4-BE49-F238E27FC236}">
                <a16:creationId xmlns:a16="http://schemas.microsoft.com/office/drawing/2014/main" id="{72F6DD29-D42A-1C4E-8C52-AF3E764A65F3}"/>
              </a:ext>
            </a:extLst>
          </p:cNvPr>
          <p:cNvSpPr/>
          <p:nvPr/>
        </p:nvSpPr>
        <p:spPr>
          <a:xfrm>
            <a:off x="2377439" y="3692647"/>
            <a:ext cx="1169035" cy="176530"/>
          </a:xfrm>
          <a:custGeom>
            <a:avLst/>
            <a:gdLst/>
            <a:ahLst/>
            <a:cxnLst/>
            <a:rect l="l" t="t" r="r" b="b"/>
            <a:pathLst>
              <a:path w="1169035" h="176529">
                <a:moveTo>
                  <a:pt x="1168908" y="0"/>
                </a:moveTo>
                <a:lnTo>
                  <a:pt x="1167751" y="34272"/>
                </a:lnTo>
                <a:lnTo>
                  <a:pt x="1164605" y="62245"/>
                </a:lnTo>
                <a:lnTo>
                  <a:pt x="1159960" y="81099"/>
                </a:lnTo>
                <a:lnTo>
                  <a:pt x="1154302" y="88011"/>
                </a:lnTo>
                <a:lnTo>
                  <a:pt x="599059" y="88011"/>
                </a:lnTo>
                <a:lnTo>
                  <a:pt x="593401" y="94922"/>
                </a:lnTo>
                <a:lnTo>
                  <a:pt x="588756" y="113776"/>
                </a:lnTo>
                <a:lnTo>
                  <a:pt x="585610" y="141749"/>
                </a:lnTo>
                <a:lnTo>
                  <a:pt x="584454" y="176022"/>
                </a:lnTo>
                <a:lnTo>
                  <a:pt x="583297" y="141749"/>
                </a:lnTo>
                <a:lnTo>
                  <a:pt x="580151" y="113776"/>
                </a:lnTo>
                <a:lnTo>
                  <a:pt x="575506" y="94922"/>
                </a:lnTo>
                <a:lnTo>
                  <a:pt x="569849" y="88011"/>
                </a:lnTo>
                <a:lnTo>
                  <a:pt x="14605" y="88011"/>
                </a:lnTo>
                <a:lnTo>
                  <a:pt x="8947" y="81099"/>
                </a:lnTo>
                <a:lnTo>
                  <a:pt x="4302" y="62245"/>
                </a:lnTo>
                <a:lnTo>
                  <a:pt x="1156" y="34272"/>
                </a:lnTo>
                <a:lnTo>
                  <a:pt x="0" y="0"/>
                </a:lnTo>
              </a:path>
            </a:pathLst>
          </a:custGeom>
          <a:ln w="38100">
            <a:solidFill>
              <a:srgbClr val="000000"/>
            </a:solidFill>
          </a:ln>
        </p:spPr>
        <p:txBody>
          <a:bodyPr wrap="square" lIns="0" tIns="0" rIns="0" bIns="0" rtlCol="0"/>
          <a:lstStyle/>
          <a:p>
            <a:endParaRPr/>
          </a:p>
        </p:txBody>
      </p:sp>
      <p:sp>
        <p:nvSpPr>
          <p:cNvPr id="7" name="object 6">
            <a:extLst>
              <a:ext uri="{FF2B5EF4-FFF2-40B4-BE49-F238E27FC236}">
                <a16:creationId xmlns:a16="http://schemas.microsoft.com/office/drawing/2014/main" id="{EB96259D-D2AD-CB4E-9B10-F855022F57DB}"/>
              </a:ext>
            </a:extLst>
          </p:cNvPr>
          <p:cNvSpPr txBox="1"/>
          <p:nvPr/>
        </p:nvSpPr>
        <p:spPr>
          <a:xfrm>
            <a:off x="4493514" y="3930392"/>
            <a:ext cx="989330" cy="577215"/>
          </a:xfrm>
          <a:prstGeom prst="rect">
            <a:avLst/>
          </a:prstGeom>
          <a:solidFill>
            <a:srgbClr val="006FC0"/>
          </a:solidFill>
        </p:spPr>
        <p:txBody>
          <a:bodyPr vert="horz" wrap="square" lIns="0" tIns="67310" rIns="0" bIns="0" rtlCol="0">
            <a:spAutoFit/>
          </a:bodyPr>
          <a:lstStyle/>
          <a:p>
            <a:pPr marL="189865">
              <a:lnSpc>
                <a:spcPct val="100000"/>
              </a:lnSpc>
              <a:spcBef>
                <a:spcPts val="530"/>
              </a:spcBef>
            </a:pPr>
            <a:r>
              <a:rPr sz="2400" spc="-25">
                <a:solidFill>
                  <a:srgbClr val="FFFFFF"/>
                </a:solidFill>
                <a:latin typeface="宋体"/>
                <a:cs typeface="宋体"/>
              </a:rPr>
              <a:t>有序</a:t>
            </a:r>
            <a:endParaRPr sz="2400">
              <a:latin typeface="宋体"/>
              <a:cs typeface="宋体"/>
            </a:endParaRPr>
          </a:p>
        </p:txBody>
      </p:sp>
      <p:sp>
        <p:nvSpPr>
          <p:cNvPr id="8" name="object 7">
            <a:extLst>
              <a:ext uri="{FF2B5EF4-FFF2-40B4-BE49-F238E27FC236}">
                <a16:creationId xmlns:a16="http://schemas.microsoft.com/office/drawing/2014/main" id="{7E8B3EF3-D27E-B546-AFE5-EFCE328D9B4A}"/>
              </a:ext>
            </a:extLst>
          </p:cNvPr>
          <p:cNvSpPr/>
          <p:nvPr/>
        </p:nvSpPr>
        <p:spPr>
          <a:xfrm>
            <a:off x="4403597" y="3692647"/>
            <a:ext cx="1169670" cy="176530"/>
          </a:xfrm>
          <a:custGeom>
            <a:avLst/>
            <a:gdLst/>
            <a:ahLst/>
            <a:cxnLst/>
            <a:rect l="l" t="t" r="r" b="b"/>
            <a:pathLst>
              <a:path w="1169670" h="176529">
                <a:moveTo>
                  <a:pt x="1169669" y="0"/>
                </a:moveTo>
                <a:lnTo>
                  <a:pt x="1168513" y="34272"/>
                </a:lnTo>
                <a:lnTo>
                  <a:pt x="1165367" y="62245"/>
                </a:lnTo>
                <a:lnTo>
                  <a:pt x="1160722" y="81099"/>
                </a:lnTo>
                <a:lnTo>
                  <a:pt x="1155064" y="88011"/>
                </a:lnTo>
                <a:lnTo>
                  <a:pt x="599439" y="88011"/>
                </a:lnTo>
                <a:lnTo>
                  <a:pt x="593782" y="94922"/>
                </a:lnTo>
                <a:lnTo>
                  <a:pt x="589137" y="113776"/>
                </a:lnTo>
                <a:lnTo>
                  <a:pt x="585991" y="141749"/>
                </a:lnTo>
                <a:lnTo>
                  <a:pt x="584835" y="176022"/>
                </a:lnTo>
                <a:lnTo>
                  <a:pt x="583676" y="141749"/>
                </a:lnTo>
                <a:lnTo>
                  <a:pt x="580516" y="113776"/>
                </a:lnTo>
                <a:lnTo>
                  <a:pt x="575833" y="94922"/>
                </a:lnTo>
                <a:lnTo>
                  <a:pt x="570102" y="88011"/>
                </a:lnTo>
                <a:lnTo>
                  <a:pt x="14604" y="88011"/>
                </a:lnTo>
                <a:lnTo>
                  <a:pt x="8947" y="81099"/>
                </a:lnTo>
                <a:lnTo>
                  <a:pt x="4302" y="62245"/>
                </a:lnTo>
                <a:lnTo>
                  <a:pt x="1156" y="34272"/>
                </a:lnTo>
                <a:lnTo>
                  <a:pt x="0" y="0"/>
                </a:lnTo>
              </a:path>
            </a:pathLst>
          </a:custGeom>
          <a:ln w="38100">
            <a:solidFill>
              <a:srgbClr val="000000"/>
            </a:solidFill>
          </a:ln>
        </p:spPr>
        <p:txBody>
          <a:bodyPr wrap="square" lIns="0" tIns="0" rIns="0" bIns="0" rtlCol="0"/>
          <a:lstStyle/>
          <a:p>
            <a:endParaRPr/>
          </a:p>
        </p:txBody>
      </p:sp>
      <p:sp>
        <p:nvSpPr>
          <p:cNvPr id="9" name="object 8">
            <a:extLst>
              <a:ext uri="{FF2B5EF4-FFF2-40B4-BE49-F238E27FC236}">
                <a16:creationId xmlns:a16="http://schemas.microsoft.com/office/drawing/2014/main" id="{2ACF1F1C-EF97-1045-9E8B-E0841FAE1447}"/>
              </a:ext>
            </a:extLst>
          </p:cNvPr>
          <p:cNvSpPr txBox="1"/>
          <p:nvPr/>
        </p:nvSpPr>
        <p:spPr>
          <a:xfrm>
            <a:off x="6671309" y="3930392"/>
            <a:ext cx="989330" cy="577215"/>
          </a:xfrm>
          <a:prstGeom prst="rect">
            <a:avLst/>
          </a:prstGeom>
          <a:solidFill>
            <a:srgbClr val="006FC0"/>
          </a:solidFill>
        </p:spPr>
        <p:txBody>
          <a:bodyPr vert="horz" wrap="square" lIns="0" tIns="67310" rIns="0" bIns="0" rtlCol="0">
            <a:spAutoFit/>
          </a:bodyPr>
          <a:lstStyle/>
          <a:p>
            <a:pPr marL="190500">
              <a:lnSpc>
                <a:spcPct val="100000"/>
              </a:lnSpc>
              <a:spcBef>
                <a:spcPts val="530"/>
              </a:spcBef>
            </a:pPr>
            <a:r>
              <a:rPr sz="2400" spc="-25">
                <a:solidFill>
                  <a:srgbClr val="FFFFFF"/>
                </a:solidFill>
                <a:latin typeface="宋体"/>
                <a:cs typeface="宋体"/>
              </a:rPr>
              <a:t>有序</a:t>
            </a:r>
            <a:endParaRPr sz="2400">
              <a:latin typeface="宋体"/>
              <a:cs typeface="宋体"/>
            </a:endParaRPr>
          </a:p>
        </p:txBody>
      </p:sp>
      <p:sp>
        <p:nvSpPr>
          <p:cNvPr id="10" name="object 9">
            <a:extLst>
              <a:ext uri="{FF2B5EF4-FFF2-40B4-BE49-F238E27FC236}">
                <a16:creationId xmlns:a16="http://schemas.microsoft.com/office/drawing/2014/main" id="{0D18013A-4039-0240-B97E-5447398F8DF4}"/>
              </a:ext>
            </a:extLst>
          </p:cNvPr>
          <p:cNvSpPr/>
          <p:nvPr/>
        </p:nvSpPr>
        <p:spPr>
          <a:xfrm>
            <a:off x="6581393" y="3692647"/>
            <a:ext cx="1169670" cy="176530"/>
          </a:xfrm>
          <a:custGeom>
            <a:avLst/>
            <a:gdLst/>
            <a:ahLst/>
            <a:cxnLst/>
            <a:rect l="l" t="t" r="r" b="b"/>
            <a:pathLst>
              <a:path w="1169670" h="176529">
                <a:moveTo>
                  <a:pt x="1169670" y="0"/>
                </a:moveTo>
                <a:lnTo>
                  <a:pt x="1168511" y="34272"/>
                </a:lnTo>
                <a:lnTo>
                  <a:pt x="1165351" y="62245"/>
                </a:lnTo>
                <a:lnTo>
                  <a:pt x="1160668" y="81099"/>
                </a:lnTo>
                <a:lnTo>
                  <a:pt x="1154937" y="88011"/>
                </a:lnTo>
                <a:lnTo>
                  <a:pt x="599439" y="88011"/>
                </a:lnTo>
                <a:lnTo>
                  <a:pt x="593782" y="94922"/>
                </a:lnTo>
                <a:lnTo>
                  <a:pt x="589137" y="113776"/>
                </a:lnTo>
                <a:lnTo>
                  <a:pt x="585991" y="141749"/>
                </a:lnTo>
                <a:lnTo>
                  <a:pt x="584834" y="176022"/>
                </a:lnTo>
                <a:lnTo>
                  <a:pt x="583676" y="141749"/>
                </a:lnTo>
                <a:lnTo>
                  <a:pt x="580517" y="113776"/>
                </a:lnTo>
                <a:lnTo>
                  <a:pt x="575833" y="94922"/>
                </a:lnTo>
                <a:lnTo>
                  <a:pt x="570102" y="88011"/>
                </a:lnTo>
                <a:lnTo>
                  <a:pt x="14604" y="88011"/>
                </a:lnTo>
                <a:lnTo>
                  <a:pt x="8947" y="81099"/>
                </a:lnTo>
                <a:lnTo>
                  <a:pt x="4302" y="62245"/>
                </a:lnTo>
                <a:lnTo>
                  <a:pt x="1156" y="34272"/>
                </a:lnTo>
                <a:lnTo>
                  <a:pt x="0" y="0"/>
                </a:lnTo>
              </a:path>
            </a:pathLst>
          </a:custGeom>
          <a:ln w="38100">
            <a:solidFill>
              <a:srgbClr val="000000"/>
            </a:solidFill>
          </a:ln>
        </p:spPr>
        <p:txBody>
          <a:bodyPr wrap="square" lIns="0" tIns="0" rIns="0" bIns="0" rtlCol="0"/>
          <a:lstStyle/>
          <a:p>
            <a:endParaRPr/>
          </a:p>
        </p:txBody>
      </p:sp>
      <p:sp>
        <p:nvSpPr>
          <p:cNvPr id="11" name="object 10">
            <a:extLst>
              <a:ext uri="{FF2B5EF4-FFF2-40B4-BE49-F238E27FC236}">
                <a16:creationId xmlns:a16="http://schemas.microsoft.com/office/drawing/2014/main" id="{F50FA93B-E4B6-C144-BBC1-AEE804E18808}"/>
              </a:ext>
            </a:extLst>
          </p:cNvPr>
          <p:cNvSpPr txBox="1"/>
          <p:nvPr/>
        </p:nvSpPr>
        <p:spPr>
          <a:xfrm>
            <a:off x="8910828" y="3930392"/>
            <a:ext cx="989330" cy="577215"/>
          </a:xfrm>
          <a:prstGeom prst="rect">
            <a:avLst/>
          </a:prstGeom>
          <a:solidFill>
            <a:srgbClr val="006FC0"/>
          </a:solidFill>
        </p:spPr>
        <p:txBody>
          <a:bodyPr vert="horz" wrap="square" lIns="0" tIns="67310" rIns="0" bIns="0" rtlCol="0">
            <a:spAutoFit/>
          </a:bodyPr>
          <a:lstStyle/>
          <a:p>
            <a:pPr marL="190500">
              <a:lnSpc>
                <a:spcPct val="100000"/>
              </a:lnSpc>
              <a:spcBef>
                <a:spcPts val="530"/>
              </a:spcBef>
            </a:pPr>
            <a:r>
              <a:rPr sz="2400" spc="-25">
                <a:solidFill>
                  <a:srgbClr val="FFFFFF"/>
                </a:solidFill>
                <a:latin typeface="宋体"/>
                <a:cs typeface="宋体"/>
              </a:rPr>
              <a:t>有序</a:t>
            </a:r>
            <a:endParaRPr sz="2400">
              <a:latin typeface="宋体"/>
              <a:cs typeface="宋体"/>
            </a:endParaRPr>
          </a:p>
        </p:txBody>
      </p:sp>
      <p:sp>
        <p:nvSpPr>
          <p:cNvPr id="12" name="object 11">
            <a:extLst>
              <a:ext uri="{FF2B5EF4-FFF2-40B4-BE49-F238E27FC236}">
                <a16:creationId xmlns:a16="http://schemas.microsoft.com/office/drawing/2014/main" id="{ACE9286B-C296-0449-BFE3-B909D0E1E920}"/>
              </a:ext>
            </a:extLst>
          </p:cNvPr>
          <p:cNvSpPr/>
          <p:nvPr/>
        </p:nvSpPr>
        <p:spPr>
          <a:xfrm>
            <a:off x="8820911" y="3692647"/>
            <a:ext cx="1169670" cy="176530"/>
          </a:xfrm>
          <a:custGeom>
            <a:avLst/>
            <a:gdLst/>
            <a:ahLst/>
            <a:cxnLst/>
            <a:rect l="l" t="t" r="r" b="b"/>
            <a:pathLst>
              <a:path w="1169670" h="176529">
                <a:moveTo>
                  <a:pt x="1169670" y="0"/>
                </a:moveTo>
                <a:lnTo>
                  <a:pt x="1168513" y="34272"/>
                </a:lnTo>
                <a:lnTo>
                  <a:pt x="1165367" y="62245"/>
                </a:lnTo>
                <a:lnTo>
                  <a:pt x="1160722" y="81099"/>
                </a:lnTo>
                <a:lnTo>
                  <a:pt x="1155065" y="88011"/>
                </a:lnTo>
                <a:lnTo>
                  <a:pt x="599440" y="88011"/>
                </a:lnTo>
                <a:lnTo>
                  <a:pt x="593782" y="94922"/>
                </a:lnTo>
                <a:lnTo>
                  <a:pt x="589137" y="113776"/>
                </a:lnTo>
                <a:lnTo>
                  <a:pt x="585991" y="141749"/>
                </a:lnTo>
                <a:lnTo>
                  <a:pt x="584835" y="176022"/>
                </a:lnTo>
                <a:lnTo>
                  <a:pt x="583678" y="141749"/>
                </a:lnTo>
                <a:lnTo>
                  <a:pt x="580532" y="113776"/>
                </a:lnTo>
                <a:lnTo>
                  <a:pt x="575887" y="94922"/>
                </a:lnTo>
                <a:lnTo>
                  <a:pt x="570230" y="88011"/>
                </a:lnTo>
                <a:lnTo>
                  <a:pt x="14605" y="88011"/>
                </a:lnTo>
                <a:lnTo>
                  <a:pt x="8947" y="81099"/>
                </a:lnTo>
                <a:lnTo>
                  <a:pt x="4302" y="62245"/>
                </a:lnTo>
                <a:lnTo>
                  <a:pt x="1156" y="34272"/>
                </a:lnTo>
                <a:lnTo>
                  <a:pt x="0" y="0"/>
                </a:lnTo>
              </a:path>
            </a:pathLst>
          </a:custGeom>
          <a:ln w="38100">
            <a:solidFill>
              <a:srgbClr val="000000"/>
            </a:solidFill>
          </a:ln>
        </p:spPr>
        <p:txBody>
          <a:bodyPr wrap="square" lIns="0" tIns="0" rIns="0" bIns="0" rtlCol="0"/>
          <a:lstStyle/>
          <a:p>
            <a:endParaRPr/>
          </a:p>
        </p:txBody>
      </p:sp>
      <p:graphicFrame>
        <p:nvGraphicFramePr>
          <p:cNvPr id="13" name="object 12">
            <a:extLst>
              <a:ext uri="{FF2B5EF4-FFF2-40B4-BE49-F238E27FC236}">
                <a16:creationId xmlns:a16="http://schemas.microsoft.com/office/drawing/2014/main" id="{63BBF563-C429-BC4D-BC92-15F02F59BC3C}"/>
              </a:ext>
            </a:extLst>
          </p:cNvPr>
          <p:cNvGraphicFramePr>
            <a:graphicFrameLocks noGrp="1"/>
          </p:cNvGraphicFramePr>
          <p:nvPr>
            <p:extLst>
              <p:ext uri="{D42A27DB-BD31-4B8C-83A1-F6EECF244321}">
                <p14:modId xmlns:p14="http://schemas.microsoft.com/office/powerpoint/2010/main" val="1436668012"/>
              </p:ext>
            </p:extLst>
          </p:nvPr>
        </p:nvGraphicFramePr>
        <p:xfrm>
          <a:off x="2057654" y="3082031"/>
          <a:ext cx="1727835" cy="6788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r h="102235">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extLst>
                  <a:ext uri="{0D108BD9-81ED-4DB2-BD59-A6C34878D82A}">
                    <a16:rowId xmlns:a16="http://schemas.microsoft.com/office/drawing/2014/main" val="10001"/>
                  </a:ext>
                </a:extLst>
              </a:tr>
            </a:tbl>
          </a:graphicData>
        </a:graphic>
      </p:graphicFrame>
      <p:graphicFrame>
        <p:nvGraphicFramePr>
          <p:cNvPr id="14" name="object 13">
            <a:extLst>
              <a:ext uri="{FF2B5EF4-FFF2-40B4-BE49-F238E27FC236}">
                <a16:creationId xmlns:a16="http://schemas.microsoft.com/office/drawing/2014/main" id="{317144DA-BAB0-D546-B6DA-3FF42251CDEB}"/>
              </a:ext>
            </a:extLst>
          </p:cNvPr>
          <p:cNvGraphicFramePr>
            <a:graphicFrameLocks noGrp="1"/>
          </p:cNvGraphicFramePr>
          <p:nvPr>
            <p:extLst>
              <p:ext uri="{D42A27DB-BD31-4B8C-83A1-F6EECF244321}">
                <p14:modId xmlns:p14="http://schemas.microsoft.com/office/powerpoint/2010/main" val="4221647182"/>
              </p:ext>
            </p:extLst>
          </p:nvPr>
        </p:nvGraphicFramePr>
        <p:xfrm>
          <a:off x="4126738" y="3082031"/>
          <a:ext cx="1727835" cy="6788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r h="102235">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extLst>
                  <a:ext uri="{0D108BD9-81ED-4DB2-BD59-A6C34878D82A}">
                    <a16:rowId xmlns:a16="http://schemas.microsoft.com/office/drawing/2014/main" val="10001"/>
                  </a:ext>
                </a:extLst>
              </a:tr>
            </a:tbl>
          </a:graphicData>
        </a:graphic>
      </p:graphicFrame>
      <p:graphicFrame>
        <p:nvGraphicFramePr>
          <p:cNvPr id="15" name="object 14">
            <a:extLst>
              <a:ext uri="{FF2B5EF4-FFF2-40B4-BE49-F238E27FC236}">
                <a16:creationId xmlns:a16="http://schemas.microsoft.com/office/drawing/2014/main" id="{0777D2D6-342D-B641-AEAD-D02A1BA73CC1}"/>
              </a:ext>
            </a:extLst>
          </p:cNvPr>
          <p:cNvGraphicFramePr>
            <a:graphicFrameLocks noGrp="1"/>
          </p:cNvGraphicFramePr>
          <p:nvPr>
            <p:extLst>
              <p:ext uri="{D42A27DB-BD31-4B8C-83A1-F6EECF244321}">
                <p14:modId xmlns:p14="http://schemas.microsoft.com/office/powerpoint/2010/main" val="2495206542"/>
              </p:ext>
            </p:extLst>
          </p:nvPr>
        </p:nvGraphicFramePr>
        <p:xfrm>
          <a:off x="6284848" y="3082031"/>
          <a:ext cx="1727835" cy="6788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r h="102235">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extLst>
                  <a:ext uri="{0D108BD9-81ED-4DB2-BD59-A6C34878D82A}">
                    <a16:rowId xmlns:a16="http://schemas.microsoft.com/office/drawing/2014/main" val="10001"/>
                  </a:ext>
                </a:extLst>
              </a:tr>
            </a:tbl>
          </a:graphicData>
        </a:graphic>
      </p:graphicFrame>
      <p:graphicFrame>
        <p:nvGraphicFramePr>
          <p:cNvPr id="16" name="object 15">
            <a:extLst>
              <a:ext uri="{FF2B5EF4-FFF2-40B4-BE49-F238E27FC236}">
                <a16:creationId xmlns:a16="http://schemas.microsoft.com/office/drawing/2014/main" id="{7F428C15-53AE-2548-9438-DB7C3BB58C90}"/>
              </a:ext>
            </a:extLst>
          </p:cNvPr>
          <p:cNvGraphicFramePr>
            <a:graphicFrameLocks noGrp="1"/>
          </p:cNvGraphicFramePr>
          <p:nvPr>
            <p:extLst>
              <p:ext uri="{D42A27DB-BD31-4B8C-83A1-F6EECF244321}">
                <p14:modId xmlns:p14="http://schemas.microsoft.com/office/powerpoint/2010/main" val="3925035795"/>
              </p:ext>
            </p:extLst>
          </p:nvPr>
        </p:nvGraphicFramePr>
        <p:xfrm>
          <a:off x="8485631" y="3082031"/>
          <a:ext cx="1727835" cy="6788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775">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r h="102235">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tc>
                  <a:txBody>
                    <a:bodyPr/>
                    <a:lstStyle/>
                    <a:p>
                      <a:pPr>
                        <a:lnSpc>
                          <a:spcPct val="100000"/>
                        </a:lnSpc>
                      </a:pPr>
                      <a:endParaRPr sz="500">
                        <a:latin typeface="Times New Roman"/>
                        <a:cs typeface="Times New Roman"/>
                      </a:endParaRPr>
                    </a:p>
                  </a:txBody>
                  <a:tcPr marL="0" marR="0" marT="0" marB="0">
                    <a:lnT w="38100">
                      <a:solidFill>
                        <a:srgbClr val="000000"/>
                      </a:solidFill>
                      <a:prstDash val="solid"/>
                    </a:lnT>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28656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133F98E-7149-374E-BADE-176746714108}"/>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4" name="object 2">
            <a:extLst>
              <a:ext uri="{FF2B5EF4-FFF2-40B4-BE49-F238E27FC236}">
                <a16:creationId xmlns:a16="http://schemas.microsoft.com/office/drawing/2014/main" id="{E9BF1E80-0882-794E-A97C-B20804C32351}"/>
              </a:ext>
            </a:extLst>
          </p:cNvPr>
          <p:cNvSpPr txBox="1"/>
          <p:nvPr/>
        </p:nvSpPr>
        <p:spPr>
          <a:xfrm>
            <a:off x="735231" y="1222680"/>
            <a:ext cx="10600983" cy="1876796"/>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2800" spc="-10" dirty="0" err="1">
                <a:latin typeface="宋体"/>
                <a:cs typeface="宋体"/>
              </a:rPr>
              <a:t>杠铃增重问题</a:t>
            </a:r>
            <a:endParaRPr sz="28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400" spc="-10" dirty="0" err="1">
                <a:latin typeface="SimSun" panose="02010600030101010101" pitchFamily="2" charset="-122"/>
                <a:ea typeface="SimSun" panose="02010600030101010101" pitchFamily="2" charset="-122"/>
                <a:cs typeface="宋体"/>
              </a:rPr>
              <a:t>问题特点：局部有序</a:t>
            </a:r>
            <a:endParaRPr lang="en-US" sz="2400" spc="-10" dirty="0">
              <a:latin typeface="SimSun" panose="02010600030101010101" pitchFamily="2" charset="-122"/>
              <a:ea typeface="SimSun" panose="02010600030101010101" pitchFamily="2" charset="-122"/>
              <a:cs typeface="宋体"/>
            </a:endParaRPr>
          </a:p>
          <a:p>
            <a:pPr marL="704215" lvl="1" indent="-347980">
              <a:spcBef>
                <a:spcPts val="625"/>
              </a:spcBef>
              <a:buClr>
                <a:srgbClr val="DAB6FB"/>
              </a:buClr>
              <a:buSzPct val="68750"/>
              <a:buFont typeface="Wingdings"/>
              <a:buChar char=""/>
              <a:tabLst>
                <a:tab pos="704215" algn="l"/>
                <a:tab pos="704850" algn="l"/>
              </a:tabLst>
            </a:pPr>
            <a:r>
              <a:rPr lang="zh-CN" altLang="en-US" sz="2400" u="sng" spc="-5" dirty="0">
                <a:latin typeface="SimSun" panose="02010600030101010101" pitchFamily="2" charset="-122"/>
                <a:ea typeface="SimSun" panose="02010600030101010101" pitchFamily="2" charset="-122"/>
                <a:cs typeface="宋体"/>
              </a:rPr>
              <a:t>快速合并</a:t>
            </a:r>
            <a:r>
              <a:rPr lang="zh-CN" altLang="en-US" sz="2400" spc="-5" dirty="0">
                <a:latin typeface="SimSun" panose="02010600030101010101" pitchFamily="2" charset="-122"/>
                <a:ea typeface="SimSun" panose="02010600030101010101" pitchFamily="2" charset="-122"/>
                <a:cs typeface="宋体"/>
              </a:rPr>
              <a:t>：比较两有序数组当前最小元素，将较小者逐一合入新数组</a:t>
            </a:r>
            <a:endParaRPr lang="zh-CN" altLang="en-US" sz="24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endParaRPr sz="2400" dirty="0">
              <a:latin typeface="宋体"/>
              <a:cs typeface="宋体"/>
            </a:endParaRPr>
          </a:p>
        </p:txBody>
      </p:sp>
      <p:graphicFrame>
        <p:nvGraphicFramePr>
          <p:cNvPr id="17" name="object 4">
            <a:extLst>
              <a:ext uri="{FF2B5EF4-FFF2-40B4-BE49-F238E27FC236}">
                <a16:creationId xmlns:a16="http://schemas.microsoft.com/office/drawing/2014/main" id="{10B3C943-C630-9446-B1B1-8034EDF9CBF5}"/>
              </a:ext>
            </a:extLst>
          </p:cNvPr>
          <p:cNvGraphicFramePr>
            <a:graphicFrameLocks noGrp="1"/>
          </p:cNvGraphicFramePr>
          <p:nvPr>
            <p:extLst>
              <p:ext uri="{D42A27DB-BD31-4B8C-83A1-F6EECF244321}">
                <p14:modId xmlns:p14="http://schemas.microsoft.com/office/powerpoint/2010/main" val="3393315919"/>
              </p:ext>
            </p:extLst>
          </p:nvPr>
        </p:nvGraphicFramePr>
        <p:xfrm>
          <a:off x="2057654" y="305858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8" name="object 5">
            <a:extLst>
              <a:ext uri="{FF2B5EF4-FFF2-40B4-BE49-F238E27FC236}">
                <a16:creationId xmlns:a16="http://schemas.microsoft.com/office/drawing/2014/main" id="{ED50C365-4E08-9E4C-8849-05D2BC67F650}"/>
              </a:ext>
            </a:extLst>
          </p:cNvPr>
          <p:cNvGraphicFramePr>
            <a:graphicFrameLocks noGrp="1"/>
          </p:cNvGraphicFramePr>
          <p:nvPr>
            <p:extLst>
              <p:ext uri="{D42A27DB-BD31-4B8C-83A1-F6EECF244321}">
                <p14:modId xmlns:p14="http://schemas.microsoft.com/office/powerpoint/2010/main" val="2741330817"/>
              </p:ext>
            </p:extLst>
          </p:nvPr>
        </p:nvGraphicFramePr>
        <p:xfrm>
          <a:off x="4126738" y="305858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9" name="object 6">
            <a:extLst>
              <a:ext uri="{FF2B5EF4-FFF2-40B4-BE49-F238E27FC236}">
                <a16:creationId xmlns:a16="http://schemas.microsoft.com/office/drawing/2014/main" id="{2922F0BD-B8D2-DC4D-92E6-99EA790367A8}"/>
              </a:ext>
            </a:extLst>
          </p:cNvPr>
          <p:cNvGraphicFramePr>
            <a:graphicFrameLocks noGrp="1"/>
          </p:cNvGraphicFramePr>
          <p:nvPr>
            <p:extLst>
              <p:ext uri="{D42A27DB-BD31-4B8C-83A1-F6EECF244321}">
                <p14:modId xmlns:p14="http://schemas.microsoft.com/office/powerpoint/2010/main" val="87378077"/>
              </p:ext>
            </p:extLst>
          </p:nvPr>
        </p:nvGraphicFramePr>
        <p:xfrm>
          <a:off x="6284848" y="305858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0" name="object 7">
            <a:extLst>
              <a:ext uri="{FF2B5EF4-FFF2-40B4-BE49-F238E27FC236}">
                <a16:creationId xmlns:a16="http://schemas.microsoft.com/office/drawing/2014/main" id="{5EA7962A-36C4-2645-AEF8-231CD583B04E}"/>
              </a:ext>
            </a:extLst>
          </p:cNvPr>
          <p:cNvGraphicFramePr>
            <a:graphicFrameLocks noGrp="1"/>
          </p:cNvGraphicFramePr>
          <p:nvPr>
            <p:extLst>
              <p:ext uri="{D42A27DB-BD31-4B8C-83A1-F6EECF244321}">
                <p14:modId xmlns:p14="http://schemas.microsoft.com/office/powerpoint/2010/main" val="3774415028"/>
              </p:ext>
            </p:extLst>
          </p:nvPr>
        </p:nvGraphicFramePr>
        <p:xfrm>
          <a:off x="8485631" y="305858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775">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1" name="object 8">
            <a:extLst>
              <a:ext uri="{FF2B5EF4-FFF2-40B4-BE49-F238E27FC236}">
                <a16:creationId xmlns:a16="http://schemas.microsoft.com/office/drawing/2014/main" id="{C5E757EA-0695-214E-AC42-FC3C8D95729C}"/>
              </a:ext>
            </a:extLst>
          </p:cNvPr>
          <p:cNvGraphicFramePr>
            <a:graphicFrameLocks noGrp="1"/>
          </p:cNvGraphicFramePr>
          <p:nvPr>
            <p:extLst>
              <p:ext uri="{D42A27DB-BD31-4B8C-83A1-F6EECF244321}">
                <p14:modId xmlns:p14="http://schemas.microsoft.com/office/powerpoint/2010/main" val="2411872875"/>
              </p:ext>
            </p:extLst>
          </p:nvPr>
        </p:nvGraphicFramePr>
        <p:xfrm>
          <a:off x="2211451" y="4372528"/>
          <a:ext cx="3455668"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tblGrid>
              <a:tr h="577215">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2" name="object 9">
            <a:extLst>
              <a:ext uri="{FF2B5EF4-FFF2-40B4-BE49-F238E27FC236}">
                <a16:creationId xmlns:a16="http://schemas.microsoft.com/office/drawing/2014/main" id="{539C319D-1B23-A844-997F-B8D6AB623D2D}"/>
              </a:ext>
            </a:extLst>
          </p:cNvPr>
          <p:cNvSpPr/>
          <p:nvPr/>
        </p:nvSpPr>
        <p:spPr>
          <a:xfrm>
            <a:off x="2321051" y="2740323"/>
            <a:ext cx="114300" cy="337185"/>
          </a:xfrm>
          <a:custGeom>
            <a:avLst/>
            <a:gdLst/>
            <a:ahLst/>
            <a:cxnLst/>
            <a:rect l="l" t="t" r="r" b="b"/>
            <a:pathLst>
              <a:path w="114300" h="337185">
                <a:moveTo>
                  <a:pt x="38100" y="222885"/>
                </a:moveTo>
                <a:lnTo>
                  <a:pt x="0" y="222885"/>
                </a:lnTo>
                <a:lnTo>
                  <a:pt x="57150" y="337185"/>
                </a:lnTo>
                <a:lnTo>
                  <a:pt x="104775" y="241935"/>
                </a:lnTo>
                <a:lnTo>
                  <a:pt x="38100" y="241935"/>
                </a:lnTo>
                <a:lnTo>
                  <a:pt x="38100" y="222885"/>
                </a:lnTo>
                <a:close/>
              </a:path>
              <a:path w="114300" h="337185">
                <a:moveTo>
                  <a:pt x="76200" y="0"/>
                </a:moveTo>
                <a:lnTo>
                  <a:pt x="38100" y="0"/>
                </a:lnTo>
                <a:lnTo>
                  <a:pt x="38100" y="241935"/>
                </a:lnTo>
                <a:lnTo>
                  <a:pt x="76200" y="241935"/>
                </a:lnTo>
                <a:lnTo>
                  <a:pt x="76200" y="0"/>
                </a:lnTo>
                <a:close/>
              </a:path>
              <a:path w="114300" h="337185">
                <a:moveTo>
                  <a:pt x="114300" y="222885"/>
                </a:moveTo>
                <a:lnTo>
                  <a:pt x="76200" y="222885"/>
                </a:lnTo>
                <a:lnTo>
                  <a:pt x="76200" y="241935"/>
                </a:lnTo>
                <a:lnTo>
                  <a:pt x="104775" y="241935"/>
                </a:lnTo>
                <a:lnTo>
                  <a:pt x="114300" y="222885"/>
                </a:lnTo>
                <a:close/>
              </a:path>
            </a:pathLst>
          </a:custGeom>
          <a:solidFill>
            <a:srgbClr val="000000"/>
          </a:solidFill>
        </p:spPr>
        <p:txBody>
          <a:bodyPr wrap="square" lIns="0" tIns="0" rIns="0" bIns="0" rtlCol="0"/>
          <a:lstStyle/>
          <a:p>
            <a:endParaRPr/>
          </a:p>
        </p:txBody>
      </p:sp>
      <p:sp>
        <p:nvSpPr>
          <p:cNvPr id="23" name="object 10">
            <a:extLst>
              <a:ext uri="{FF2B5EF4-FFF2-40B4-BE49-F238E27FC236}">
                <a16:creationId xmlns:a16="http://schemas.microsoft.com/office/drawing/2014/main" id="{BBED9851-2FE2-BC40-91A3-893C24D4D19B}"/>
              </a:ext>
            </a:extLst>
          </p:cNvPr>
          <p:cNvSpPr/>
          <p:nvPr/>
        </p:nvSpPr>
        <p:spPr>
          <a:xfrm>
            <a:off x="4400550" y="2740323"/>
            <a:ext cx="114300" cy="337185"/>
          </a:xfrm>
          <a:custGeom>
            <a:avLst/>
            <a:gdLst/>
            <a:ahLst/>
            <a:cxnLst/>
            <a:rect l="l" t="t" r="r" b="b"/>
            <a:pathLst>
              <a:path w="114300" h="337185">
                <a:moveTo>
                  <a:pt x="38100" y="222885"/>
                </a:moveTo>
                <a:lnTo>
                  <a:pt x="0" y="222885"/>
                </a:lnTo>
                <a:lnTo>
                  <a:pt x="57150" y="337185"/>
                </a:lnTo>
                <a:lnTo>
                  <a:pt x="104775" y="241935"/>
                </a:lnTo>
                <a:lnTo>
                  <a:pt x="38100" y="241935"/>
                </a:lnTo>
                <a:lnTo>
                  <a:pt x="38100" y="222885"/>
                </a:lnTo>
                <a:close/>
              </a:path>
              <a:path w="114300" h="337185">
                <a:moveTo>
                  <a:pt x="76200" y="0"/>
                </a:moveTo>
                <a:lnTo>
                  <a:pt x="38100" y="0"/>
                </a:lnTo>
                <a:lnTo>
                  <a:pt x="38100" y="241935"/>
                </a:lnTo>
                <a:lnTo>
                  <a:pt x="76200" y="241935"/>
                </a:lnTo>
                <a:lnTo>
                  <a:pt x="76200" y="0"/>
                </a:lnTo>
                <a:close/>
              </a:path>
              <a:path w="114300" h="337185">
                <a:moveTo>
                  <a:pt x="114300" y="222885"/>
                </a:moveTo>
                <a:lnTo>
                  <a:pt x="76200" y="222885"/>
                </a:lnTo>
                <a:lnTo>
                  <a:pt x="76200" y="241935"/>
                </a:lnTo>
                <a:lnTo>
                  <a:pt x="104775" y="241935"/>
                </a:lnTo>
                <a:lnTo>
                  <a:pt x="114300" y="222885"/>
                </a:lnTo>
                <a:close/>
              </a:path>
            </a:pathLst>
          </a:custGeom>
          <a:solidFill>
            <a:srgbClr val="000000"/>
          </a:solidFill>
        </p:spPr>
        <p:txBody>
          <a:bodyPr wrap="square" lIns="0" tIns="0" rIns="0" bIns="0" rtlCol="0"/>
          <a:lstStyle/>
          <a:p>
            <a:endParaRPr/>
          </a:p>
        </p:txBody>
      </p:sp>
      <p:sp>
        <p:nvSpPr>
          <p:cNvPr id="24" name="object 11">
            <a:extLst>
              <a:ext uri="{FF2B5EF4-FFF2-40B4-BE49-F238E27FC236}">
                <a16:creationId xmlns:a16="http://schemas.microsoft.com/office/drawing/2014/main" id="{6FDA145B-204E-464C-B7CD-8B105B655506}"/>
              </a:ext>
            </a:extLst>
          </p:cNvPr>
          <p:cNvSpPr/>
          <p:nvPr/>
        </p:nvSpPr>
        <p:spPr>
          <a:xfrm>
            <a:off x="4021719" y="2984808"/>
            <a:ext cx="752475" cy="733425"/>
          </a:xfrm>
          <a:custGeom>
            <a:avLst/>
            <a:gdLst/>
            <a:ahLst/>
            <a:cxnLst/>
            <a:rect l="l" t="t" r="r" b="b"/>
            <a:pathLst>
              <a:path w="752475" h="733425">
                <a:moveTo>
                  <a:pt x="0" y="122174"/>
                </a:moveTo>
                <a:lnTo>
                  <a:pt x="9606" y="74634"/>
                </a:lnTo>
                <a:lnTo>
                  <a:pt x="35798" y="35798"/>
                </a:lnTo>
                <a:lnTo>
                  <a:pt x="74634" y="9606"/>
                </a:lnTo>
                <a:lnTo>
                  <a:pt x="122174" y="0"/>
                </a:lnTo>
                <a:lnTo>
                  <a:pt x="629920" y="0"/>
                </a:lnTo>
                <a:lnTo>
                  <a:pt x="677459" y="9606"/>
                </a:lnTo>
                <a:lnTo>
                  <a:pt x="716295" y="35798"/>
                </a:lnTo>
                <a:lnTo>
                  <a:pt x="742487" y="74634"/>
                </a:lnTo>
                <a:lnTo>
                  <a:pt x="752094" y="122174"/>
                </a:lnTo>
                <a:lnTo>
                  <a:pt x="752094" y="610870"/>
                </a:lnTo>
                <a:lnTo>
                  <a:pt x="742487" y="658409"/>
                </a:lnTo>
                <a:lnTo>
                  <a:pt x="716295" y="697245"/>
                </a:lnTo>
                <a:lnTo>
                  <a:pt x="677459" y="723437"/>
                </a:lnTo>
                <a:lnTo>
                  <a:pt x="629920" y="733044"/>
                </a:lnTo>
                <a:lnTo>
                  <a:pt x="122174" y="733044"/>
                </a:lnTo>
                <a:lnTo>
                  <a:pt x="74634" y="723437"/>
                </a:lnTo>
                <a:lnTo>
                  <a:pt x="35798" y="697245"/>
                </a:lnTo>
                <a:lnTo>
                  <a:pt x="9606" y="658409"/>
                </a:lnTo>
                <a:lnTo>
                  <a:pt x="0" y="610870"/>
                </a:lnTo>
                <a:lnTo>
                  <a:pt x="0" y="122174"/>
                </a:lnTo>
                <a:close/>
              </a:path>
            </a:pathLst>
          </a:custGeom>
          <a:ln w="38100">
            <a:solidFill>
              <a:srgbClr val="FF0000"/>
            </a:solidFill>
            <a:prstDash val="lgDash"/>
          </a:ln>
        </p:spPr>
        <p:txBody>
          <a:bodyPr wrap="square" lIns="0" tIns="0" rIns="0" bIns="0" rtlCol="0"/>
          <a:lstStyle/>
          <a:p>
            <a:endParaRPr/>
          </a:p>
        </p:txBody>
      </p:sp>
      <p:sp>
        <p:nvSpPr>
          <p:cNvPr id="25" name="object 12">
            <a:extLst>
              <a:ext uri="{FF2B5EF4-FFF2-40B4-BE49-F238E27FC236}">
                <a16:creationId xmlns:a16="http://schemas.microsoft.com/office/drawing/2014/main" id="{42B3C932-C498-BE45-9637-A82AA7F5D552}"/>
              </a:ext>
            </a:extLst>
          </p:cNvPr>
          <p:cNvSpPr/>
          <p:nvPr/>
        </p:nvSpPr>
        <p:spPr>
          <a:xfrm>
            <a:off x="2526675" y="3699691"/>
            <a:ext cx="1877060" cy="649605"/>
          </a:xfrm>
          <a:custGeom>
            <a:avLst/>
            <a:gdLst/>
            <a:ahLst/>
            <a:cxnLst/>
            <a:rect l="l" t="t" r="r" b="b"/>
            <a:pathLst>
              <a:path w="1877060" h="649604">
                <a:moveTo>
                  <a:pt x="90805" y="540384"/>
                </a:moveTo>
                <a:lnTo>
                  <a:pt x="0" y="630301"/>
                </a:lnTo>
                <a:lnTo>
                  <a:pt x="126364" y="649096"/>
                </a:lnTo>
                <a:lnTo>
                  <a:pt x="116436" y="618744"/>
                </a:lnTo>
                <a:lnTo>
                  <a:pt x="96393" y="618744"/>
                </a:lnTo>
                <a:lnTo>
                  <a:pt x="84581" y="582549"/>
                </a:lnTo>
                <a:lnTo>
                  <a:pt x="102662" y="576633"/>
                </a:lnTo>
                <a:lnTo>
                  <a:pt x="90805" y="540384"/>
                </a:lnTo>
                <a:close/>
              </a:path>
              <a:path w="1877060" h="649604">
                <a:moveTo>
                  <a:pt x="102662" y="576633"/>
                </a:moveTo>
                <a:lnTo>
                  <a:pt x="84581" y="582549"/>
                </a:lnTo>
                <a:lnTo>
                  <a:pt x="96393" y="618744"/>
                </a:lnTo>
                <a:lnTo>
                  <a:pt x="114499" y="612821"/>
                </a:lnTo>
                <a:lnTo>
                  <a:pt x="102662" y="576633"/>
                </a:lnTo>
                <a:close/>
              </a:path>
              <a:path w="1877060" h="649604">
                <a:moveTo>
                  <a:pt x="114499" y="612821"/>
                </a:moveTo>
                <a:lnTo>
                  <a:pt x="96393" y="618744"/>
                </a:lnTo>
                <a:lnTo>
                  <a:pt x="116436" y="618744"/>
                </a:lnTo>
                <a:lnTo>
                  <a:pt x="114499" y="612821"/>
                </a:lnTo>
                <a:close/>
              </a:path>
              <a:path w="1877060" h="649604">
                <a:moveTo>
                  <a:pt x="1865121" y="0"/>
                </a:moveTo>
                <a:lnTo>
                  <a:pt x="102662" y="576633"/>
                </a:lnTo>
                <a:lnTo>
                  <a:pt x="114499" y="612821"/>
                </a:lnTo>
                <a:lnTo>
                  <a:pt x="1876933" y="36322"/>
                </a:lnTo>
                <a:lnTo>
                  <a:pt x="1865121"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66283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133F98E-7149-374E-BADE-176746714108}"/>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4" name="object 2">
            <a:extLst>
              <a:ext uri="{FF2B5EF4-FFF2-40B4-BE49-F238E27FC236}">
                <a16:creationId xmlns:a16="http://schemas.microsoft.com/office/drawing/2014/main" id="{E9BF1E80-0882-794E-A97C-B20804C32351}"/>
              </a:ext>
            </a:extLst>
          </p:cNvPr>
          <p:cNvSpPr txBox="1"/>
          <p:nvPr/>
        </p:nvSpPr>
        <p:spPr>
          <a:xfrm>
            <a:off x="735231" y="1222680"/>
            <a:ext cx="10600983" cy="1876796"/>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2800" spc="-10" dirty="0" err="1">
                <a:latin typeface="宋体"/>
                <a:cs typeface="宋体"/>
              </a:rPr>
              <a:t>杠铃增重问题</a:t>
            </a:r>
            <a:endParaRPr sz="28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400" spc="-10" dirty="0" err="1">
                <a:latin typeface="SimSun" panose="02010600030101010101" pitchFamily="2" charset="-122"/>
                <a:ea typeface="SimSun" panose="02010600030101010101" pitchFamily="2" charset="-122"/>
                <a:cs typeface="宋体"/>
              </a:rPr>
              <a:t>问题特点：局部有序</a:t>
            </a:r>
            <a:endParaRPr lang="en-US" sz="2400" spc="-10" dirty="0">
              <a:latin typeface="SimSun" panose="02010600030101010101" pitchFamily="2" charset="-122"/>
              <a:ea typeface="SimSun" panose="02010600030101010101" pitchFamily="2" charset="-122"/>
              <a:cs typeface="宋体"/>
            </a:endParaRPr>
          </a:p>
          <a:p>
            <a:pPr marL="704215" lvl="1" indent="-347980">
              <a:spcBef>
                <a:spcPts val="625"/>
              </a:spcBef>
              <a:buClr>
                <a:srgbClr val="DAB6FB"/>
              </a:buClr>
              <a:buSzPct val="68750"/>
              <a:buFont typeface="Wingdings"/>
              <a:buChar char=""/>
              <a:tabLst>
                <a:tab pos="704215" algn="l"/>
                <a:tab pos="704850" algn="l"/>
              </a:tabLst>
            </a:pPr>
            <a:r>
              <a:rPr lang="zh-CN" altLang="en-US" sz="2400" u="sng" spc="-5" dirty="0">
                <a:latin typeface="SimSun" panose="02010600030101010101" pitchFamily="2" charset="-122"/>
                <a:ea typeface="SimSun" panose="02010600030101010101" pitchFamily="2" charset="-122"/>
                <a:cs typeface="宋体"/>
              </a:rPr>
              <a:t>快速合并</a:t>
            </a:r>
            <a:r>
              <a:rPr lang="zh-CN" altLang="en-US" sz="2400" spc="-5" dirty="0">
                <a:latin typeface="SimSun" panose="02010600030101010101" pitchFamily="2" charset="-122"/>
                <a:ea typeface="SimSun" panose="02010600030101010101" pitchFamily="2" charset="-122"/>
                <a:cs typeface="宋体"/>
              </a:rPr>
              <a:t>：比较两有序数组当前最小元素，将较小者逐一合入新数组</a:t>
            </a:r>
            <a:endParaRPr lang="zh-CN" altLang="en-US" sz="24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endParaRPr sz="2400" dirty="0">
              <a:latin typeface="宋体"/>
              <a:cs typeface="宋体"/>
            </a:endParaRPr>
          </a:p>
        </p:txBody>
      </p:sp>
      <p:graphicFrame>
        <p:nvGraphicFramePr>
          <p:cNvPr id="13" name="object 4">
            <a:extLst>
              <a:ext uri="{FF2B5EF4-FFF2-40B4-BE49-F238E27FC236}">
                <a16:creationId xmlns:a16="http://schemas.microsoft.com/office/drawing/2014/main" id="{8091E5C3-7A78-E049-9E59-F4AF1538BA89}"/>
              </a:ext>
            </a:extLst>
          </p:cNvPr>
          <p:cNvGraphicFramePr>
            <a:graphicFrameLocks noGrp="1"/>
          </p:cNvGraphicFramePr>
          <p:nvPr>
            <p:extLst>
              <p:ext uri="{D42A27DB-BD31-4B8C-83A1-F6EECF244321}">
                <p14:modId xmlns:p14="http://schemas.microsoft.com/office/powerpoint/2010/main" val="2514390938"/>
              </p:ext>
            </p:extLst>
          </p:nvPr>
        </p:nvGraphicFramePr>
        <p:xfrm>
          <a:off x="2057654" y="305858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4" name="object 5">
            <a:extLst>
              <a:ext uri="{FF2B5EF4-FFF2-40B4-BE49-F238E27FC236}">
                <a16:creationId xmlns:a16="http://schemas.microsoft.com/office/drawing/2014/main" id="{68046ACC-2A28-0C49-B661-82B6BE3E6673}"/>
              </a:ext>
            </a:extLst>
          </p:cNvPr>
          <p:cNvGraphicFramePr>
            <a:graphicFrameLocks noGrp="1"/>
          </p:cNvGraphicFramePr>
          <p:nvPr>
            <p:extLst>
              <p:ext uri="{D42A27DB-BD31-4B8C-83A1-F6EECF244321}">
                <p14:modId xmlns:p14="http://schemas.microsoft.com/office/powerpoint/2010/main" val="1505408810"/>
              </p:ext>
            </p:extLst>
          </p:nvPr>
        </p:nvGraphicFramePr>
        <p:xfrm>
          <a:off x="4126738" y="305858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5" name="object 6">
            <a:extLst>
              <a:ext uri="{FF2B5EF4-FFF2-40B4-BE49-F238E27FC236}">
                <a16:creationId xmlns:a16="http://schemas.microsoft.com/office/drawing/2014/main" id="{EDBAF3DA-3D21-8C40-AE4E-9253F53CABC4}"/>
              </a:ext>
            </a:extLst>
          </p:cNvPr>
          <p:cNvGraphicFramePr>
            <a:graphicFrameLocks noGrp="1"/>
          </p:cNvGraphicFramePr>
          <p:nvPr>
            <p:extLst>
              <p:ext uri="{D42A27DB-BD31-4B8C-83A1-F6EECF244321}">
                <p14:modId xmlns:p14="http://schemas.microsoft.com/office/powerpoint/2010/main" val="1872313832"/>
              </p:ext>
            </p:extLst>
          </p:nvPr>
        </p:nvGraphicFramePr>
        <p:xfrm>
          <a:off x="6284848" y="305858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6" name="object 7">
            <a:extLst>
              <a:ext uri="{FF2B5EF4-FFF2-40B4-BE49-F238E27FC236}">
                <a16:creationId xmlns:a16="http://schemas.microsoft.com/office/drawing/2014/main" id="{EBD855DF-43E9-B14D-8391-3AD230EA0775}"/>
              </a:ext>
            </a:extLst>
          </p:cNvPr>
          <p:cNvGraphicFramePr>
            <a:graphicFrameLocks noGrp="1"/>
          </p:cNvGraphicFramePr>
          <p:nvPr>
            <p:extLst>
              <p:ext uri="{D42A27DB-BD31-4B8C-83A1-F6EECF244321}">
                <p14:modId xmlns:p14="http://schemas.microsoft.com/office/powerpoint/2010/main" val="4091122055"/>
              </p:ext>
            </p:extLst>
          </p:nvPr>
        </p:nvGraphicFramePr>
        <p:xfrm>
          <a:off x="8485631" y="305858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775">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6" name="object 8">
            <a:extLst>
              <a:ext uri="{FF2B5EF4-FFF2-40B4-BE49-F238E27FC236}">
                <a16:creationId xmlns:a16="http://schemas.microsoft.com/office/drawing/2014/main" id="{EDB824BD-D285-9E46-BE8F-A3A92C744D55}"/>
              </a:ext>
            </a:extLst>
          </p:cNvPr>
          <p:cNvGraphicFramePr>
            <a:graphicFrameLocks noGrp="1"/>
          </p:cNvGraphicFramePr>
          <p:nvPr>
            <p:extLst>
              <p:ext uri="{D42A27DB-BD31-4B8C-83A1-F6EECF244321}">
                <p14:modId xmlns:p14="http://schemas.microsoft.com/office/powerpoint/2010/main" val="2696836604"/>
              </p:ext>
            </p:extLst>
          </p:nvPr>
        </p:nvGraphicFramePr>
        <p:xfrm>
          <a:off x="2211451" y="4372528"/>
          <a:ext cx="3455668"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tblGrid>
              <a:tr h="577215">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7" name="object 9">
            <a:extLst>
              <a:ext uri="{FF2B5EF4-FFF2-40B4-BE49-F238E27FC236}">
                <a16:creationId xmlns:a16="http://schemas.microsoft.com/office/drawing/2014/main" id="{F62B57CB-5FEA-CF46-8987-C156ACAEE51E}"/>
              </a:ext>
            </a:extLst>
          </p:cNvPr>
          <p:cNvSpPr/>
          <p:nvPr/>
        </p:nvSpPr>
        <p:spPr>
          <a:xfrm>
            <a:off x="2321051" y="2740323"/>
            <a:ext cx="114300" cy="337185"/>
          </a:xfrm>
          <a:custGeom>
            <a:avLst/>
            <a:gdLst/>
            <a:ahLst/>
            <a:cxnLst/>
            <a:rect l="l" t="t" r="r" b="b"/>
            <a:pathLst>
              <a:path w="114300" h="337185">
                <a:moveTo>
                  <a:pt x="38100" y="222885"/>
                </a:moveTo>
                <a:lnTo>
                  <a:pt x="0" y="222885"/>
                </a:lnTo>
                <a:lnTo>
                  <a:pt x="57150" y="337185"/>
                </a:lnTo>
                <a:lnTo>
                  <a:pt x="104775" y="241935"/>
                </a:lnTo>
                <a:lnTo>
                  <a:pt x="38100" y="241935"/>
                </a:lnTo>
                <a:lnTo>
                  <a:pt x="38100" y="222885"/>
                </a:lnTo>
                <a:close/>
              </a:path>
              <a:path w="114300" h="337185">
                <a:moveTo>
                  <a:pt x="76200" y="0"/>
                </a:moveTo>
                <a:lnTo>
                  <a:pt x="38100" y="0"/>
                </a:lnTo>
                <a:lnTo>
                  <a:pt x="38100" y="241935"/>
                </a:lnTo>
                <a:lnTo>
                  <a:pt x="76200" y="241935"/>
                </a:lnTo>
                <a:lnTo>
                  <a:pt x="76200" y="0"/>
                </a:lnTo>
                <a:close/>
              </a:path>
              <a:path w="114300" h="337185">
                <a:moveTo>
                  <a:pt x="114300" y="222885"/>
                </a:moveTo>
                <a:lnTo>
                  <a:pt x="76200" y="222885"/>
                </a:lnTo>
                <a:lnTo>
                  <a:pt x="76200" y="241935"/>
                </a:lnTo>
                <a:lnTo>
                  <a:pt x="104775" y="241935"/>
                </a:lnTo>
                <a:lnTo>
                  <a:pt x="114300" y="222885"/>
                </a:lnTo>
                <a:close/>
              </a:path>
            </a:pathLst>
          </a:custGeom>
          <a:solidFill>
            <a:srgbClr val="000000"/>
          </a:solidFill>
        </p:spPr>
        <p:txBody>
          <a:bodyPr wrap="square" lIns="0" tIns="0" rIns="0" bIns="0" rtlCol="0"/>
          <a:lstStyle/>
          <a:p>
            <a:endParaRPr/>
          </a:p>
        </p:txBody>
      </p:sp>
      <p:sp>
        <p:nvSpPr>
          <p:cNvPr id="28" name="object 10">
            <a:extLst>
              <a:ext uri="{FF2B5EF4-FFF2-40B4-BE49-F238E27FC236}">
                <a16:creationId xmlns:a16="http://schemas.microsoft.com/office/drawing/2014/main" id="{DA393A96-C5C5-5F47-AFCA-6A938CAAF90E}"/>
              </a:ext>
            </a:extLst>
          </p:cNvPr>
          <p:cNvSpPr/>
          <p:nvPr/>
        </p:nvSpPr>
        <p:spPr>
          <a:xfrm>
            <a:off x="4956047" y="2740323"/>
            <a:ext cx="114300" cy="337185"/>
          </a:xfrm>
          <a:custGeom>
            <a:avLst/>
            <a:gdLst/>
            <a:ahLst/>
            <a:cxnLst/>
            <a:rect l="l" t="t" r="r" b="b"/>
            <a:pathLst>
              <a:path w="114300" h="337185">
                <a:moveTo>
                  <a:pt x="38100" y="222885"/>
                </a:moveTo>
                <a:lnTo>
                  <a:pt x="0" y="222885"/>
                </a:lnTo>
                <a:lnTo>
                  <a:pt x="57150" y="337185"/>
                </a:lnTo>
                <a:lnTo>
                  <a:pt x="104775" y="241935"/>
                </a:lnTo>
                <a:lnTo>
                  <a:pt x="38100" y="241935"/>
                </a:lnTo>
                <a:lnTo>
                  <a:pt x="38100" y="222885"/>
                </a:lnTo>
                <a:close/>
              </a:path>
              <a:path w="114300" h="337185">
                <a:moveTo>
                  <a:pt x="76200" y="0"/>
                </a:moveTo>
                <a:lnTo>
                  <a:pt x="38100" y="0"/>
                </a:lnTo>
                <a:lnTo>
                  <a:pt x="38100" y="241935"/>
                </a:lnTo>
                <a:lnTo>
                  <a:pt x="76200" y="241935"/>
                </a:lnTo>
                <a:lnTo>
                  <a:pt x="76200" y="0"/>
                </a:lnTo>
                <a:close/>
              </a:path>
              <a:path w="114300" h="337185">
                <a:moveTo>
                  <a:pt x="114300" y="222885"/>
                </a:moveTo>
                <a:lnTo>
                  <a:pt x="76200" y="222885"/>
                </a:lnTo>
                <a:lnTo>
                  <a:pt x="76200" y="241935"/>
                </a:lnTo>
                <a:lnTo>
                  <a:pt x="104775" y="241935"/>
                </a:lnTo>
                <a:lnTo>
                  <a:pt x="114300" y="222885"/>
                </a:lnTo>
                <a:close/>
              </a:path>
            </a:pathLst>
          </a:custGeom>
          <a:solidFill>
            <a:srgbClr val="000000"/>
          </a:solidFill>
        </p:spPr>
        <p:txBody>
          <a:bodyPr wrap="square" lIns="0" tIns="0" rIns="0" bIns="0" rtlCol="0"/>
          <a:lstStyle/>
          <a:p>
            <a:endParaRPr/>
          </a:p>
        </p:txBody>
      </p:sp>
      <p:sp>
        <p:nvSpPr>
          <p:cNvPr id="29" name="object 9">
            <a:extLst>
              <a:ext uri="{FF2B5EF4-FFF2-40B4-BE49-F238E27FC236}">
                <a16:creationId xmlns:a16="http://schemas.microsoft.com/office/drawing/2014/main" id="{971D7A9C-5DD7-EB49-BF7A-3AEACCC69E5E}"/>
              </a:ext>
            </a:extLst>
          </p:cNvPr>
          <p:cNvSpPr/>
          <p:nvPr/>
        </p:nvSpPr>
        <p:spPr>
          <a:xfrm>
            <a:off x="1958515" y="2973085"/>
            <a:ext cx="752475" cy="733425"/>
          </a:xfrm>
          <a:custGeom>
            <a:avLst/>
            <a:gdLst/>
            <a:ahLst/>
            <a:cxnLst/>
            <a:rect l="l" t="t" r="r" b="b"/>
            <a:pathLst>
              <a:path w="752475" h="733425">
                <a:moveTo>
                  <a:pt x="0" y="122174"/>
                </a:moveTo>
                <a:lnTo>
                  <a:pt x="9606" y="74634"/>
                </a:lnTo>
                <a:lnTo>
                  <a:pt x="35798" y="35798"/>
                </a:lnTo>
                <a:lnTo>
                  <a:pt x="74634" y="9606"/>
                </a:lnTo>
                <a:lnTo>
                  <a:pt x="122174" y="0"/>
                </a:lnTo>
                <a:lnTo>
                  <a:pt x="629919" y="0"/>
                </a:lnTo>
                <a:lnTo>
                  <a:pt x="677459" y="9606"/>
                </a:lnTo>
                <a:lnTo>
                  <a:pt x="716295" y="35798"/>
                </a:lnTo>
                <a:lnTo>
                  <a:pt x="742487" y="74634"/>
                </a:lnTo>
                <a:lnTo>
                  <a:pt x="752094" y="122174"/>
                </a:lnTo>
                <a:lnTo>
                  <a:pt x="752094" y="610870"/>
                </a:lnTo>
                <a:lnTo>
                  <a:pt x="742487" y="658409"/>
                </a:lnTo>
                <a:lnTo>
                  <a:pt x="716295" y="697245"/>
                </a:lnTo>
                <a:lnTo>
                  <a:pt x="677459" y="723437"/>
                </a:lnTo>
                <a:lnTo>
                  <a:pt x="629919" y="733044"/>
                </a:lnTo>
                <a:lnTo>
                  <a:pt x="122174" y="733044"/>
                </a:lnTo>
                <a:lnTo>
                  <a:pt x="74634" y="723437"/>
                </a:lnTo>
                <a:lnTo>
                  <a:pt x="35798" y="697245"/>
                </a:lnTo>
                <a:lnTo>
                  <a:pt x="9606" y="658409"/>
                </a:lnTo>
                <a:lnTo>
                  <a:pt x="0" y="610870"/>
                </a:lnTo>
                <a:lnTo>
                  <a:pt x="0" y="122174"/>
                </a:lnTo>
                <a:close/>
              </a:path>
            </a:pathLst>
          </a:custGeom>
          <a:ln w="38100">
            <a:solidFill>
              <a:srgbClr val="FF0000"/>
            </a:solidFill>
            <a:prstDash val="lgDash"/>
          </a:ln>
        </p:spPr>
        <p:txBody>
          <a:bodyPr wrap="square" lIns="0" tIns="0" rIns="0" bIns="0" rtlCol="0"/>
          <a:lstStyle/>
          <a:p>
            <a:endParaRPr/>
          </a:p>
        </p:txBody>
      </p:sp>
      <p:sp>
        <p:nvSpPr>
          <p:cNvPr id="30" name="object 10">
            <a:extLst>
              <a:ext uri="{FF2B5EF4-FFF2-40B4-BE49-F238E27FC236}">
                <a16:creationId xmlns:a16="http://schemas.microsoft.com/office/drawing/2014/main" id="{BE4BD53F-2C58-404B-A2FF-223D079E55DE}"/>
              </a:ext>
            </a:extLst>
          </p:cNvPr>
          <p:cNvSpPr/>
          <p:nvPr/>
        </p:nvSpPr>
        <p:spPr>
          <a:xfrm>
            <a:off x="2321989" y="3691525"/>
            <a:ext cx="775970" cy="653415"/>
          </a:xfrm>
          <a:custGeom>
            <a:avLst/>
            <a:gdLst/>
            <a:ahLst/>
            <a:cxnLst/>
            <a:rect l="l" t="t" r="r" b="b"/>
            <a:pathLst>
              <a:path w="775969" h="653414">
                <a:moveTo>
                  <a:pt x="675676" y="594366"/>
                </a:moveTo>
                <a:lnTo>
                  <a:pt x="651256" y="623570"/>
                </a:lnTo>
                <a:lnTo>
                  <a:pt x="775588" y="653161"/>
                </a:lnTo>
                <a:lnTo>
                  <a:pt x="755289" y="606552"/>
                </a:lnTo>
                <a:lnTo>
                  <a:pt x="690244" y="606552"/>
                </a:lnTo>
                <a:lnTo>
                  <a:pt x="675676" y="594366"/>
                </a:lnTo>
                <a:close/>
              </a:path>
              <a:path w="775969" h="653414">
                <a:moveTo>
                  <a:pt x="700136" y="565116"/>
                </a:moveTo>
                <a:lnTo>
                  <a:pt x="675676" y="594366"/>
                </a:lnTo>
                <a:lnTo>
                  <a:pt x="690244" y="606552"/>
                </a:lnTo>
                <a:lnTo>
                  <a:pt x="714756" y="577342"/>
                </a:lnTo>
                <a:lnTo>
                  <a:pt x="700136" y="565116"/>
                </a:lnTo>
                <a:close/>
              </a:path>
              <a:path w="775969" h="653414">
                <a:moveTo>
                  <a:pt x="724534" y="535940"/>
                </a:moveTo>
                <a:lnTo>
                  <a:pt x="700136" y="565116"/>
                </a:lnTo>
                <a:lnTo>
                  <a:pt x="714756" y="577342"/>
                </a:lnTo>
                <a:lnTo>
                  <a:pt x="690244" y="606552"/>
                </a:lnTo>
                <a:lnTo>
                  <a:pt x="755289" y="606552"/>
                </a:lnTo>
                <a:lnTo>
                  <a:pt x="724534" y="535940"/>
                </a:lnTo>
                <a:close/>
              </a:path>
              <a:path w="775969" h="653414">
                <a:moveTo>
                  <a:pt x="24383" y="0"/>
                </a:moveTo>
                <a:lnTo>
                  <a:pt x="0" y="29210"/>
                </a:lnTo>
                <a:lnTo>
                  <a:pt x="675676" y="594366"/>
                </a:lnTo>
                <a:lnTo>
                  <a:pt x="700136" y="565116"/>
                </a:lnTo>
                <a:lnTo>
                  <a:pt x="24383"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454583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133F98E-7149-374E-BADE-176746714108}"/>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4" name="object 2">
            <a:extLst>
              <a:ext uri="{FF2B5EF4-FFF2-40B4-BE49-F238E27FC236}">
                <a16:creationId xmlns:a16="http://schemas.microsoft.com/office/drawing/2014/main" id="{E9BF1E80-0882-794E-A97C-B20804C32351}"/>
              </a:ext>
            </a:extLst>
          </p:cNvPr>
          <p:cNvSpPr txBox="1"/>
          <p:nvPr/>
        </p:nvSpPr>
        <p:spPr>
          <a:xfrm>
            <a:off x="735231" y="1222680"/>
            <a:ext cx="10600983" cy="1876796"/>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2800" spc="-10" dirty="0" err="1">
                <a:latin typeface="宋体"/>
                <a:cs typeface="宋体"/>
              </a:rPr>
              <a:t>杠铃增重问题</a:t>
            </a:r>
            <a:endParaRPr sz="28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400" spc="-10" dirty="0" err="1">
                <a:latin typeface="SimSun" panose="02010600030101010101" pitchFamily="2" charset="-122"/>
                <a:ea typeface="SimSun" panose="02010600030101010101" pitchFamily="2" charset="-122"/>
                <a:cs typeface="宋体"/>
              </a:rPr>
              <a:t>问题特点：局部有序</a:t>
            </a:r>
            <a:endParaRPr lang="en-US" sz="2400" spc="-10" dirty="0">
              <a:latin typeface="SimSun" panose="02010600030101010101" pitchFamily="2" charset="-122"/>
              <a:ea typeface="SimSun" panose="02010600030101010101" pitchFamily="2" charset="-122"/>
              <a:cs typeface="宋体"/>
            </a:endParaRPr>
          </a:p>
          <a:p>
            <a:pPr marL="704215" lvl="1" indent="-347980">
              <a:spcBef>
                <a:spcPts val="625"/>
              </a:spcBef>
              <a:buClr>
                <a:srgbClr val="DAB6FB"/>
              </a:buClr>
              <a:buSzPct val="68750"/>
              <a:buFont typeface="Wingdings"/>
              <a:buChar char=""/>
              <a:tabLst>
                <a:tab pos="704215" algn="l"/>
                <a:tab pos="704850" algn="l"/>
              </a:tabLst>
            </a:pPr>
            <a:r>
              <a:rPr lang="zh-CN" altLang="en-US" sz="2400" u="sng" spc="-5" dirty="0">
                <a:latin typeface="SimSun" panose="02010600030101010101" pitchFamily="2" charset="-122"/>
                <a:ea typeface="SimSun" panose="02010600030101010101" pitchFamily="2" charset="-122"/>
                <a:cs typeface="宋体"/>
              </a:rPr>
              <a:t>快速合并</a:t>
            </a:r>
            <a:r>
              <a:rPr lang="zh-CN" altLang="en-US" sz="2400" spc="-5" dirty="0">
                <a:latin typeface="SimSun" panose="02010600030101010101" pitchFamily="2" charset="-122"/>
                <a:ea typeface="SimSun" panose="02010600030101010101" pitchFamily="2" charset="-122"/>
                <a:cs typeface="宋体"/>
              </a:rPr>
              <a:t>：比较两有序数组当前最小元素，将较小者逐一合入新数组</a:t>
            </a:r>
            <a:endParaRPr lang="zh-CN" altLang="en-US" sz="24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endParaRPr sz="2400" dirty="0">
              <a:latin typeface="宋体"/>
              <a:cs typeface="宋体"/>
            </a:endParaRPr>
          </a:p>
        </p:txBody>
      </p:sp>
      <p:graphicFrame>
        <p:nvGraphicFramePr>
          <p:cNvPr id="17" name="object 4">
            <a:extLst>
              <a:ext uri="{FF2B5EF4-FFF2-40B4-BE49-F238E27FC236}">
                <a16:creationId xmlns:a16="http://schemas.microsoft.com/office/drawing/2014/main" id="{036F33DA-CC0C-6640-8B58-508DB144A3B1}"/>
              </a:ext>
            </a:extLst>
          </p:cNvPr>
          <p:cNvGraphicFramePr>
            <a:graphicFrameLocks noGrp="1"/>
          </p:cNvGraphicFramePr>
          <p:nvPr>
            <p:extLst>
              <p:ext uri="{D42A27DB-BD31-4B8C-83A1-F6EECF244321}">
                <p14:modId xmlns:p14="http://schemas.microsoft.com/office/powerpoint/2010/main" val="3109714512"/>
              </p:ext>
            </p:extLst>
          </p:nvPr>
        </p:nvGraphicFramePr>
        <p:xfrm>
          <a:off x="2057654" y="3105477"/>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8" name="object 5">
            <a:extLst>
              <a:ext uri="{FF2B5EF4-FFF2-40B4-BE49-F238E27FC236}">
                <a16:creationId xmlns:a16="http://schemas.microsoft.com/office/drawing/2014/main" id="{E3F6BFDE-6944-FB4B-9146-30AFB7629170}"/>
              </a:ext>
            </a:extLst>
          </p:cNvPr>
          <p:cNvGraphicFramePr>
            <a:graphicFrameLocks noGrp="1"/>
          </p:cNvGraphicFramePr>
          <p:nvPr>
            <p:extLst>
              <p:ext uri="{D42A27DB-BD31-4B8C-83A1-F6EECF244321}">
                <p14:modId xmlns:p14="http://schemas.microsoft.com/office/powerpoint/2010/main" val="1214233913"/>
              </p:ext>
            </p:extLst>
          </p:nvPr>
        </p:nvGraphicFramePr>
        <p:xfrm>
          <a:off x="4126738" y="3105477"/>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9" name="object 6">
            <a:extLst>
              <a:ext uri="{FF2B5EF4-FFF2-40B4-BE49-F238E27FC236}">
                <a16:creationId xmlns:a16="http://schemas.microsoft.com/office/drawing/2014/main" id="{6D6ADBD5-85CB-7B44-9EE7-CCE08F2EEE23}"/>
              </a:ext>
            </a:extLst>
          </p:cNvPr>
          <p:cNvGraphicFramePr>
            <a:graphicFrameLocks noGrp="1"/>
          </p:cNvGraphicFramePr>
          <p:nvPr>
            <p:extLst>
              <p:ext uri="{D42A27DB-BD31-4B8C-83A1-F6EECF244321}">
                <p14:modId xmlns:p14="http://schemas.microsoft.com/office/powerpoint/2010/main" val="812462660"/>
              </p:ext>
            </p:extLst>
          </p:nvPr>
        </p:nvGraphicFramePr>
        <p:xfrm>
          <a:off x="6284848" y="3105477"/>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0" name="object 7">
            <a:extLst>
              <a:ext uri="{FF2B5EF4-FFF2-40B4-BE49-F238E27FC236}">
                <a16:creationId xmlns:a16="http://schemas.microsoft.com/office/drawing/2014/main" id="{57C88F87-7847-F344-A411-00C4E94A1D25}"/>
              </a:ext>
            </a:extLst>
          </p:cNvPr>
          <p:cNvGraphicFramePr>
            <a:graphicFrameLocks noGrp="1"/>
          </p:cNvGraphicFramePr>
          <p:nvPr>
            <p:extLst>
              <p:ext uri="{D42A27DB-BD31-4B8C-83A1-F6EECF244321}">
                <p14:modId xmlns:p14="http://schemas.microsoft.com/office/powerpoint/2010/main" val="2742640972"/>
              </p:ext>
            </p:extLst>
          </p:nvPr>
        </p:nvGraphicFramePr>
        <p:xfrm>
          <a:off x="8485631" y="3105477"/>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775">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1" name="object 8">
            <a:extLst>
              <a:ext uri="{FF2B5EF4-FFF2-40B4-BE49-F238E27FC236}">
                <a16:creationId xmlns:a16="http://schemas.microsoft.com/office/drawing/2014/main" id="{CFAC0B45-5745-FF4B-928A-42B67F6C90FC}"/>
              </a:ext>
            </a:extLst>
          </p:cNvPr>
          <p:cNvGraphicFramePr>
            <a:graphicFrameLocks noGrp="1"/>
          </p:cNvGraphicFramePr>
          <p:nvPr>
            <p:extLst>
              <p:ext uri="{D42A27DB-BD31-4B8C-83A1-F6EECF244321}">
                <p14:modId xmlns:p14="http://schemas.microsoft.com/office/powerpoint/2010/main" val="705164741"/>
              </p:ext>
            </p:extLst>
          </p:nvPr>
        </p:nvGraphicFramePr>
        <p:xfrm>
          <a:off x="2211451" y="4419420"/>
          <a:ext cx="3455668"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tblGrid>
              <a:tr h="577215">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2" name="object 9">
            <a:extLst>
              <a:ext uri="{FF2B5EF4-FFF2-40B4-BE49-F238E27FC236}">
                <a16:creationId xmlns:a16="http://schemas.microsoft.com/office/drawing/2014/main" id="{2C758ED6-251B-6243-A693-519E54B94221}"/>
              </a:ext>
            </a:extLst>
          </p:cNvPr>
          <p:cNvSpPr/>
          <p:nvPr/>
        </p:nvSpPr>
        <p:spPr>
          <a:xfrm>
            <a:off x="2903220" y="2787215"/>
            <a:ext cx="114300" cy="337185"/>
          </a:xfrm>
          <a:custGeom>
            <a:avLst/>
            <a:gdLst/>
            <a:ahLst/>
            <a:cxnLst/>
            <a:rect l="l" t="t" r="r" b="b"/>
            <a:pathLst>
              <a:path w="114300" h="337185">
                <a:moveTo>
                  <a:pt x="38100" y="222885"/>
                </a:moveTo>
                <a:lnTo>
                  <a:pt x="0" y="222885"/>
                </a:lnTo>
                <a:lnTo>
                  <a:pt x="57150" y="337185"/>
                </a:lnTo>
                <a:lnTo>
                  <a:pt x="104775" y="241935"/>
                </a:lnTo>
                <a:lnTo>
                  <a:pt x="38100" y="241935"/>
                </a:lnTo>
                <a:lnTo>
                  <a:pt x="38100" y="222885"/>
                </a:lnTo>
                <a:close/>
              </a:path>
              <a:path w="114300" h="337185">
                <a:moveTo>
                  <a:pt x="76200" y="0"/>
                </a:moveTo>
                <a:lnTo>
                  <a:pt x="38100" y="0"/>
                </a:lnTo>
                <a:lnTo>
                  <a:pt x="38100" y="241935"/>
                </a:lnTo>
                <a:lnTo>
                  <a:pt x="76200" y="241935"/>
                </a:lnTo>
                <a:lnTo>
                  <a:pt x="76200" y="0"/>
                </a:lnTo>
                <a:close/>
              </a:path>
              <a:path w="114300" h="337185">
                <a:moveTo>
                  <a:pt x="114300" y="222885"/>
                </a:moveTo>
                <a:lnTo>
                  <a:pt x="76200" y="222885"/>
                </a:lnTo>
                <a:lnTo>
                  <a:pt x="76200" y="241935"/>
                </a:lnTo>
                <a:lnTo>
                  <a:pt x="104775" y="241935"/>
                </a:lnTo>
                <a:lnTo>
                  <a:pt x="114300" y="222885"/>
                </a:lnTo>
                <a:close/>
              </a:path>
            </a:pathLst>
          </a:custGeom>
          <a:solidFill>
            <a:srgbClr val="000000"/>
          </a:solidFill>
        </p:spPr>
        <p:txBody>
          <a:bodyPr wrap="square" lIns="0" tIns="0" rIns="0" bIns="0" rtlCol="0"/>
          <a:lstStyle/>
          <a:p>
            <a:endParaRPr/>
          </a:p>
        </p:txBody>
      </p:sp>
      <p:sp>
        <p:nvSpPr>
          <p:cNvPr id="23" name="object 10">
            <a:extLst>
              <a:ext uri="{FF2B5EF4-FFF2-40B4-BE49-F238E27FC236}">
                <a16:creationId xmlns:a16="http://schemas.microsoft.com/office/drawing/2014/main" id="{B760329D-80D6-9447-A6BD-1B7491D5FE31}"/>
              </a:ext>
            </a:extLst>
          </p:cNvPr>
          <p:cNvSpPr/>
          <p:nvPr/>
        </p:nvSpPr>
        <p:spPr>
          <a:xfrm>
            <a:off x="4956047" y="2787215"/>
            <a:ext cx="114300" cy="337185"/>
          </a:xfrm>
          <a:custGeom>
            <a:avLst/>
            <a:gdLst/>
            <a:ahLst/>
            <a:cxnLst/>
            <a:rect l="l" t="t" r="r" b="b"/>
            <a:pathLst>
              <a:path w="114300" h="337185">
                <a:moveTo>
                  <a:pt x="38100" y="222885"/>
                </a:moveTo>
                <a:lnTo>
                  <a:pt x="0" y="222885"/>
                </a:lnTo>
                <a:lnTo>
                  <a:pt x="57150" y="337185"/>
                </a:lnTo>
                <a:lnTo>
                  <a:pt x="104775" y="241935"/>
                </a:lnTo>
                <a:lnTo>
                  <a:pt x="38100" y="241935"/>
                </a:lnTo>
                <a:lnTo>
                  <a:pt x="38100" y="222885"/>
                </a:lnTo>
                <a:close/>
              </a:path>
              <a:path w="114300" h="337185">
                <a:moveTo>
                  <a:pt x="76200" y="0"/>
                </a:moveTo>
                <a:lnTo>
                  <a:pt x="38100" y="0"/>
                </a:lnTo>
                <a:lnTo>
                  <a:pt x="38100" y="241935"/>
                </a:lnTo>
                <a:lnTo>
                  <a:pt x="76200" y="241935"/>
                </a:lnTo>
                <a:lnTo>
                  <a:pt x="76200" y="0"/>
                </a:lnTo>
                <a:close/>
              </a:path>
              <a:path w="114300" h="337185">
                <a:moveTo>
                  <a:pt x="114300" y="222885"/>
                </a:moveTo>
                <a:lnTo>
                  <a:pt x="76200" y="222885"/>
                </a:lnTo>
                <a:lnTo>
                  <a:pt x="76200" y="241935"/>
                </a:lnTo>
                <a:lnTo>
                  <a:pt x="104775" y="241935"/>
                </a:lnTo>
                <a:lnTo>
                  <a:pt x="114300" y="222885"/>
                </a:lnTo>
                <a:close/>
              </a:path>
            </a:pathLst>
          </a:custGeom>
          <a:solidFill>
            <a:srgbClr val="000000"/>
          </a:solidFill>
        </p:spPr>
        <p:txBody>
          <a:bodyPr wrap="square" lIns="0" tIns="0" rIns="0" bIns="0" rtlCol="0"/>
          <a:lstStyle/>
          <a:p>
            <a:endParaRPr/>
          </a:p>
        </p:txBody>
      </p:sp>
      <p:sp>
        <p:nvSpPr>
          <p:cNvPr id="24" name="object 9">
            <a:extLst>
              <a:ext uri="{FF2B5EF4-FFF2-40B4-BE49-F238E27FC236}">
                <a16:creationId xmlns:a16="http://schemas.microsoft.com/office/drawing/2014/main" id="{5D14D77C-7A5D-1940-9BDA-32535A9E4247}"/>
              </a:ext>
            </a:extLst>
          </p:cNvPr>
          <p:cNvSpPr/>
          <p:nvPr/>
        </p:nvSpPr>
        <p:spPr>
          <a:xfrm>
            <a:off x="4601601" y="3019977"/>
            <a:ext cx="753110" cy="733425"/>
          </a:xfrm>
          <a:custGeom>
            <a:avLst/>
            <a:gdLst/>
            <a:ahLst/>
            <a:cxnLst/>
            <a:rect l="l" t="t" r="r" b="b"/>
            <a:pathLst>
              <a:path w="753110" h="733425">
                <a:moveTo>
                  <a:pt x="0" y="122174"/>
                </a:moveTo>
                <a:lnTo>
                  <a:pt x="9606" y="74634"/>
                </a:lnTo>
                <a:lnTo>
                  <a:pt x="35798" y="35798"/>
                </a:lnTo>
                <a:lnTo>
                  <a:pt x="74634" y="9606"/>
                </a:lnTo>
                <a:lnTo>
                  <a:pt x="122174" y="0"/>
                </a:lnTo>
                <a:lnTo>
                  <a:pt x="630681" y="0"/>
                </a:lnTo>
                <a:lnTo>
                  <a:pt x="678221" y="9606"/>
                </a:lnTo>
                <a:lnTo>
                  <a:pt x="717057" y="35798"/>
                </a:lnTo>
                <a:lnTo>
                  <a:pt x="743249" y="74634"/>
                </a:lnTo>
                <a:lnTo>
                  <a:pt x="752855" y="122174"/>
                </a:lnTo>
                <a:lnTo>
                  <a:pt x="752855" y="610870"/>
                </a:lnTo>
                <a:lnTo>
                  <a:pt x="743249" y="658409"/>
                </a:lnTo>
                <a:lnTo>
                  <a:pt x="717057" y="697245"/>
                </a:lnTo>
                <a:lnTo>
                  <a:pt x="678221" y="723437"/>
                </a:lnTo>
                <a:lnTo>
                  <a:pt x="630681" y="733044"/>
                </a:lnTo>
                <a:lnTo>
                  <a:pt x="122174" y="733044"/>
                </a:lnTo>
                <a:lnTo>
                  <a:pt x="74634" y="723437"/>
                </a:lnTo>
                <a:lnTo>
                  <a:pt x="35798" y="697245"/>
                </a:lnTo>
                <a:lnTo>
                  <a:pt x="9606" y="658409"/>
                </a:lnTo>
                <a:lnTo>
                  <a:pt x="0" y="610870"/>
                </a:lnTo>
                <a:lnTo>
                  <a:pt x="0" y="122174"/>
                </a:lnTo>
                <a:close/>
              </a:path>
            </a:pathLst>
          </a:custGeom>
          <a:ln w="38100">
            <a:solidFill>
              <a:srgbClr val="FF0000"/>
            </a:solidFill>
            <a:prstDash val="lgDash"/>
          </a:ln>
        </p:spPr>
        <p:txBody>
          <a:bodyPr wrap="square" lIns="0" tIns="0" rIns="0" bIns="0" rtlCol="0"/>
          <a:lstStyle/>
          <a:p>
            <a:endParaRPr/>
          </a:p>
        </p:txBody>
      </p:sp>
      <p:sp>
        <p:nvSpPr>
          <p:cNvPr id="25" name="object 10">
            <a:extLst>
              <a:ext uri="{FF2B5EF4-FFF2-40B4-BE49-F238E27FC236}">
                <a16:creationId xmlns:a16="http://schemas.microsoft.com/office/drawing/2014/main" id="{226E87D1-8D6C-3A4C-AC7E-5ACCB159C129}"/>
              </a:ext>
            </a:extLst>
          </p:cNvPr>
          <p:cNvSpPr/>
          <p:nvPr/>
        </p:nvSpPr>
        <p:spPr>
          <a:xfrm>
            <a:off x="3652148" y="3735750"/>
            <a:ext cx="1334135" cy="643255"/>
          </a:xfrm>
          <a:custGeom>
            <a:avLst/>
            <a:gdLst/>
            <a:ahLst/>
            <a:cxnLst/>
            <a:rect l="l" t="t" r="r" b="b"/>
            <a:pathLst>
              <a:path w="1334135" h="643254">
                <a:moveTo>
                  <a:pt x="79121" y="539369"/>
                </a:moveTo>
                <a:lnTo>
                  <a:pt x="0" y="639699"/>
                </a:lnTo>
                <a:lnTo>
                  <a:pt x="127762" y="642874"/>
                </a:lnTo>
                <a:lnTo>
                  <a:pt x="115348" y="616457"/>
                </a:lnTo>
                <a:lnTo>
                  <a:pt x="94361" y="616457"/>
                </a:lnTo>
                <a:lnTo>
                  <a:pt x="78105" y="581913"/>
                </a:lnTo>
                <a:lnTo>
                  <a:pt x="95317" y="573834"/>
                </a:lnTo>
                <a:lnTo>
                  <a:pt x="79121" y="539369"/>
                </a:lnTo>
                <a:close/>
              </a:path>
              <a:path w="1334135" h="643254">
                <a:moveTo>
                  <a:pt x="95317" y="573834"/>
                </a:moveTo>
                <a:lnTo>
                  <a:pt x="78105" y="581913"/>
                </a:lnTo>
                <a:lnTo>
                  <a:pt x="94361" y="616457"/>
                </a:lnTo>
                <a:lnTo>
                  <a:pt x="111555" y="608386"/>
                </a:lnTo>
                <a:lnTo>
                  <a:pt x="95317" y="573834"/>
                </a:lnTo>
                <a:close/>
              </a:path>
              <a:path w="1334135" h="643254">
                <a:moveTo>
                  <a:pt x="111555" y="608386"/>
                </a:moveTo>
                <a:lnTo>
                  <a:pt x="94361" y="616457"/>
                </a:lnTo>
                <a:lnTo>
                  <a:pt x="115348" y="616457"/>
                </a:lnTo>
                <a:lnTo>
                  <a:pt x="111555" y="608386"/>
                </a:lnTo>
                <a:close/>
              </a:path>
              <a:path w="1334135" h="643254">
                <a:moveTo>
                  <a:pt x="1317752" y="0"/>
                </a:moveTo>
                <a:lnTo>
                  <a:pt x="95317" y="573834"/>
                </a:lnTo>
                <a:lnTo>
                  <a:pt x="111555" y="608386"/>
                </a:lnTo>
                <a:lnTo>
                  <a:pt x="1334008" y="34544"/>
                </a:lnTo>
                <a:lnTo>
                  <a:pt x="1317752"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331821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133F98E-7149-374E-BADE-176746714108}"/>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4" name="object 2">
            <a:extLst>
              <a:ext uri="{FF2B5EF4-FFF2-40B4-BE49-F238E27FC236}">
                <a16:creationId xmlns:a16="http://schemas.microsoft.com/office/drawing/2014/main" id="{E9BF1E80-0882-794E-A97C-B20804C32351}"/>
              </a:ext>
            </a:extLst>
          </p:cNvPr>
          <p:cNvSpPr txBox="1"/>
          <p:nvPr/>
        </p:nvSpPr>
        <p:spPr>
          <a:xfrm>
            <a:off x="735231" y="1222680"/>
            <a:ext cx="10600983" cy="1876796"/>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2800" spc="-10" dirty="0" err="1">
                <a:latin typeface="宋体"/>
                <a:cs typeface="宋体"/>
              </a:rPr>
              <a:t>杠铃增重问题</a:t>
            </a:r>
            <a:endParaRPr sz="28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400" spc="-10" dirty="0" err="1">
                <a:latin typeface="SimSun" panose="02010600030101010101" pitchFamily="2" charset="-122"/>
                <a:ea typeface="SimSun" panose="02010600030101010101" pitchFamily="2" charset="-122"/>
                <a:cs typeface="宋体"/>
              </a:rPr>
              <a:t>问题特点：局部有序</a:t>
            </a:r>
            <a:endParaRPr lang="en-US" sz="2400" spc="-10" dirty="0">
              <a:latin typeface="SimSun" panose="02010600030101010101" pitchFamily="2" charset="-122"/>
              <a:ea typeface="SimSun" panose="02010600030101010101" pitchFamily="2" charset="-122"/>
              <a:cs typeface="宋体"/>
            </a:endParaRPr>
          </a:p>
          <a:p>
            <a:pPr marL="704215" lvl="1" indent="-347980">
              <a:spcBef>
                <a:spcPts val="625"/>
              </a:spcBef>
              <a:buClr>
                <a:srgbClr val="DAB6FB"/>
              </a:buClr>
              <a:buSzPct val="68750"/>
              <a:buFont typeface="Wingdings"/>
              <a:buChar char=""/>
              <a:tabLst>
                <a:tab pos="704215" algn="l"/>
                <a:tab pos="704850" algn="l"/>
              </a:tabLst>
            </a:pPr>
            <a:r>
              <a:rPr lang="zh-CN" altLang="en-US" sz="2400" u="sng" spc="-5" dirty="0">
                <a:latin typeface="SimSun" panose="02010600030101010101" pitchFamily="2" charset="-122"/>
                <a:ea typeface="SimSun" panose="02010600030101010101" pitchFamily="2" charset="-122"/>
                <a:cs typeface="宋体"/>
              </a:rPr>
              <a:t>快速合并</a:t>
            </a:r>
            <a:r>
              <a:rPr lang="zh-CN" altLang="en-US" sz="2400" spc="-5" dirty="0">
                <a:latin typeface="SimSun" panose="02010600030101010101" pitchFamily="2" charset="-122"/>
                <a:ea typeface="SimSun" panose="02010600030101010101" pitchFamily="2" charset="-122"/>
                <a:cs typeface="宋体"/>
              </a:rPr>
              <a:t>：比较两有序数组当前最小元素，将较小者逐一合入新数组</a:t>
            </a:r>
            <a:endParaRPr lang="zh-CN" altLang="en-US" sz="24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endParaRPr sz="2400" dirty="0">
              <a:latin typeface="宋体"/>
              <a:cs typeface="宋体"/>
            </a:endParaRPr>
          </a:p>
        </p:txBody>
      </p:sp>
      <p:graphicFrame>
        <p:nvGraphicFramePr>
          <p:cNvPr id="13" name="object 4">
            <a:extLst>
              <a:ext uri="{FF2B5EF4-FFF2-40B4-BE49-F238E27FC236}">
                <a16:creationId xmlns:a16="http://schemas.microsoft.com/office/drawing/2014/main" id="{23C44991-B671-374D-BFDA-F6C75B989CCB}"/>
              </a:ext>
            </a:extLst>
          </p:cNvPr>
          <p:cNvGraphicFramePr>
            <a:graphicFrameLocks noGrp="1"/>
          </p:cNvGraphicFramePr>
          <p:nvPr>
            <p:extLst>
              <p:ext uri="{D42A27DB-BD31-4B8C-83A1-F6EECF244321}">
                <p14:modId xmlns:p14="http://schemas.microsoft.com/office/powerpoint/2010/main" val="457685005"/>
              </p:ext>
            </p:extLst>
          </p:nvPr>
        </p:nvGraphicFramePr>
        <p:xfrm>
          <a:off x="2057654" y="3093754"/>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4" name="object 5">
            <a:extLst>
              <a:ext uri="{FF2B5EF4-FFF2-40B4-BE49-F238E27FC236}">
                <a16:creationId xmlns:a16="http://schemas.microsoft.com/office/drawing/2014/main" id="{C61DD7AF-DF8D-2C43-97EF-BB2F2D375EE7}"/>
              </a:ext>
            </a:extLst>
          </p:cNvPr>
          <p:cNvGraphicFramePr>
            <a:graphicFrameLocks noGrp="1"/>
          </p:cNvGraphicFramePr>
          <p:nvPr>
            <p:extLst>
              <p:ext uri="{D42A27DB-BD31-4B8C-83A1-F6EECF244321}">
                <p14:modId xmlns:p14="http://schemas.microsoft.com/office/powerpoint/2010/main" val="3881037925"/>
              </p:ext>
            </p:extLst>
          </p:nvPr>
        </p:nvGraphicFramePr>
        <p:xfrm>
          <a:off x="4126738" y="3093754"/>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5" name="object 6">
            <a:extLst>
              <a:ext uri="{FF2B5EF4-FFF2-40B4-BE49-F238E27FC236}">
                <a16:creationId xmlns:a16="http://schemas.microsoft.com/office/drawing/2014/main" id="{F0B43752-F3EB-6F4E-A8FC-4F60BEC5EE63}"/>
              </a:ext>
            </a:extLst>
          </p:cNvPr>
          <p:cNvGraphicFramePr>
            <a:graphicFrameLocks noGrp="1"/>
          </p:cNvGraphicFramePr>
          <p:nvPr>
            <p:extLst>
              <p:ext uri="{D42A27DB-BD31-4B8C-83A1-F6EECF244321}">
                <p14:modId xmlns:p14="http://schemas.microsoft.com/office/powerpoint/2010/main" val="993248113"/>
              </p:ext>
            </p:extLst>
          </p:nvPr>
        </p:nvGraphicFramePr>
        <p:xfrm>
          <a:off x="6284848" y="3093754"/>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6" name="object 7">
            <a:extLst>
              <a:ext uri="{FF2B5EF4-FFF2-40B4-BE49-F238E27FC236}">
                <a16:creationId xmlns:a16="http://schemas.microsoft.com/office/drawing/2014/main" id="{5D6FEFAE-363F-3049-96E2-DAF49AEDBE93}"/>
              </a:ext>
            </a:extLst>
          </p:cNvPr>
          <p:cNvGraphicFramePr>
            <a:graphicFrameLocks noGrp="1"/>
          </p:cNvGraphicFramePr>
          <p:nvPr>
            <p:extLst>
              <p:ext uri="{D42A27DB-BD31-4B8C-83A1-F6EECF244321}">
                <p14:modId xmlns:p14="http://schemas.microsoft.com/office/powerpoint/2010/main" val="131524982"/>
              </p:ext>
            </p:extLst>
          </p:nvPr>
        </p:nvGraphicFramePr>
        <p:xfrm>
          <a:off x="8485631" y="3093754"/>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775">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6" name="object 8">
            <a:extLst>
              <a:ext uri="{FF2B5EF4-FFF2-40B4-BE49-F238E27FC236}">
                <a16:creationId xmlns:a16="http://schemas.microsoft.com/office/drawing/2014/main" id="{75F3D672-DE8E-6E40-85AC-1EDCAFE68B06}"/>
              </a:ext>
            </a:extLst>
          </p:cNvPr>
          <p:cNvGraphicFramePr>
            <a:graphicFrameLocks noGrp="1"/>
          </p:cNvGraphicFramePr>
          <p:nvPr>
            <p:extLst>
              <p:ext uri="{D42A27DB-BD31-4B8C-83A1-F6EECF244321}">
                <p14:modId xmlns:p14="http://schemas.microsoft.com/office/powerpoint/2010/main" val="3835690454"/>
              </p:ext>
            </p:extLst>
          </p:nvPr>
        </p:nvGraphicFramePr>
        <p:xfrm>
          <a:off x="2211451" y="4407697"/>
          <a:ext cx="3455668"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tblGrid>
              <a:tr h="577215">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7" name="object 9">
            <a:extLst>
              <a:ext uri="{FF2B5EF4-FFF2-40B4-BE49-F238E27FC236}">
                <a16:creationId xmlns:a16="http://schemas.microsoft.com/office/drawing/2014/main" id="{DFF39625-291C-5F46-99FA-424A1AE29D64}"/>
              </a:ext>
            </a:extLst>
          </p:cNvPr>
          <p:cNvSpPr/>
          <p:nvPr/>
        </p:nvSpPr>
        <p:spPr>
          <a:xfrm>
            <a:off x="5173101" y="2996531"/>
            <a:ext cx="753110" cy="733425"/>
          </a:xfrm>
          <a:custGeom>
            <a:avLst/>
            <a:gdLst/>
            <a:ahLst/>
            <a:cxnLst/>
            <a:rect l="l" t="t" r="r" b="b"/>
            <a:pathLst>
              <a:path w="753110" h="733425">
                <a:moveTo>
                  <a:pt x="0" y="122174"/>
                </a:moveTo>
                <a:lnTo>
                  <a:pt x="9606" y="74634"/>
                </a:lnTo>
                <a:lnTo>
                  <a:pt x="35798" y="35798"/>
                </a:lnTo>
                <a:lnTo>
                  <a:pt x="74634" y="9606"/>
                </a:lnTo>
                <a:lnTo>
                  <a:pt x="122174" y="0"/>
                </a:lnTo>
                <a:lnTo>
                  <a:pt x="630681" y="0"/>
                </a:lnTo>
                <a:lnTo>
                  <a:pt x="678221" y="9606"/>
                </a:lnTo>
                <a:lnTo>
                  <a:pt x="717057" y="35798"/>
                </a:lnTo>
                <a:lnTo>
                  <a:pt x="743249" y="74634"/>
                </a:lnTo>
                <a:lnTo>
                  <a:pt x="752855" y="122174"/>
                </a:lnTo>
                <a:lnTo>
                  <a:pt x="752855" y="610870"/>
                </a:lnTo>
                <a:lnTo>
                  <a:pt x="743249" y="658409"/>
                </a:lnTo>
                <a:lnTo>
                  <a:pt x="717057" y="697245"/>
                </a:lnTo>
                <a:lnTo>
                  <a:pt x="678221" y="723437"/>
                </a:lnTo>
                <a:lnTo>
                  <a:pt x="630681" y="733044"/>
                </a:lnTo>
                <a:lnTo>
                  <a:pt x="122174" y="733044"/>
                </a:lnTo>
                <a:lnTo>
                  <a:pt x="74634" y="723437"/>
                </a:lnTo>
                <a:lnTo>
                  <a:pt x="35798" y="697245"/>
                </a:lnTo>
                <a:lnTo>
                  <a:pt x="9606" y="658409"/>
                </a:lnTo>
                <a:lnTo>
                  <a:pt x="0" y="610870"/>
                </a:lnTo>
                <a:lnTo>
                  <a:pt x="0" y="122174"/>
                </a:lnTo>
                <a:close/>
              </a:path>
            </a:pathLst>
          </a:custGeom>
          <a:ln w="38100">
            <a:solidFill>
              <a:srgbClr val="FF0000"/>
            </a:solidFill>
            <a:prstDash val="lgDash"/>
          </a:ln>
        </p:spPr>
        <p:txBody>
          <a:bodyPr wrap="square" lIns="0" tIns="0" rIns="0" bIns="0" rtlCol="0"/>
          <a:lstStyle/>
          <a:p>
            <a:endParaRPr/>
          </a:p>
        </p:txBody>
      </p:sp>
      <p:sp>
        <p:nvSpPr>
          <p:cNvPr id="28" name="object 10">
            <a:extLst>
              <a:ext uri="{FF2B5EF4-FFF2-40B4-BE49-F238E27FC236}">
                <a16:creationId xmlns:a16="http://schemas.microsoft.com/office/drawing/2014/main" id="{4241CB8B-0E7F-1246-B699-5730E7CAAF24}"/>
              </a:ext>
            </a:extLst>
          </p:cNvPr>
          <p:cNvSpPr/>
          <p:nvPr/>
        </p:nvSpPr>
        <p:spPr>
          <a:xfrm>
            <a:off x="4199265" y="3712304"/>
            <a:ext cx="1358265" cy="659130"/>
          </a:xfrm>
          <a:custGeom>
            <a:avLst/>
            <a:gdLst/>
            <a:ahLst/>
            <a:cxnLst/>
            <a:rect l="l" t="t" r="r" b="b"/>
            <a:pathLst>
              <a:path w="1358264" h="659129">
                <a:moveTo>
                  <a:pt x="78866" y="555244"/>
                </a:moveTo>
                <a:lnTo>
                  <a:pt x="0" y="655827"/>
                </a:lnTo>
                <a:lnTo>
                  <a:pt x="127762" y="658622"/>
                </a:lnTo>
                <a:lnTo>
                  <a:pt x="115328" y="632332"/>
                </a:lnTo>
                <a:lnTo>
                  <a:pt x="94233" y="632332"/>
                </a:lnTo>
                <a:lnTo>
                  <a:pt x="77977" y="597788"/>
                </a:lnTo>
                <a:lnTo>
                  <a:pt x="95148" y="589667"/>
                </a:lnTo>
                <a:lnTo>
                  <a:pt x="78866" y="555244"/>
                </a:lnTo>
                <a:close/>
              </a:path>
              <a:path w="1358264" h="659129">
                <a:moveTo>
                  <a:pt x="95148" y="589667"/>
                </a:moveTo>
                <a:lnTo>
                  <a:pt x="77977" y="597788"/>
                </a:lnTo>
                <a:lnTo>
                  <a:pt x="94233" y="632332"/>
                </a:lnTo>
                <a:lnTo>
                  <a:pt x="111471" y="624179"/>
                </a:lnTo>
                <a:lnTo>
                  <a:pt x="95148" y="589667"/>
                </a:lnTo>
                <a:close/>
              </a:path>
              <a:path w="1358264" h="659129">
                <a:moveTo>
                  <a:pt x="111471" y="624179"/>
                </a:moveTo>
                <a:lnTo>
                  <a:pt x="94233" y="632332"/>
                </a:lnTo>
                <a:lnTo>
                  <a:pt x="115328" y="632332"/>
                </a:lnTo>
                <a:lnTo>
                  <a:pt x="111471" y="624179"/>
                </a:lnTo>
                <a:close/>
              </a:path>
              <a:path w="1358264" h="659129">
                <a:moveTo>
                  <a:pt x="1341754" y="0"/>
                </a:moveTo>
                <a:lnTo>
                  <a:pt x="95148" y="589667"/>
                </a:lnTo>
                <a:lnTo>
                  <a:pt x="111471" y="624179"/>
                </a:lnTo>
                <a:lnTo>
                  <a:pt x="1358011" y="34544"/>
                </a:lnTo>
                <a:lnTo>
                  <a:pt x="1341754" y="0"/>
                </a:lnTo>
                <a:close/>
              </a:path>
            </a:pathLst>
          </a:custGeom>
          <a:solidFill>
            <a:srgbClr val="000000"/>
          </a:solidFill>
        </p:spPr>
        <p:txBody>
          <a:bodyPr wrap="square" lIns="0" tIns="0" rIns="0" bIns="0" rtlCol="0"/>
          <a:lstStyle/>
          <a:p>
            <a:endParaRPr/>
          </a:p>
        </p:txBody>
      </p:sp>
      <p:sp>
        <p:nvSpPr>
          <p:cNvPr id="29" name="object 11">
            <a:extLst>
              <a:ext uri="{FF2B5EF4-FFF2-40B4-BE49-F238E27FC236}">
                <a16:creationId xmlns:a16="http://schemas.microsoft.com/office/drawing/2014/main" id="{48518433-571C-E542-BBD5-467A692113BF}"/>
              </a:ext>
            </a:extLst>
          </p:cNvPr>
          <p:cNvSpPr/>
          <p:nvPr/>
        </p:nvSpPr>
        <p:spPr>
          <a:xfrm>
            <a:off x="2903220" y="2775492"/>
            <a:ext cx="114300" cy="337185"/>
          </a:xfrm>
          <a:custGeom>
            <a:avLst/>
            <a:gdLst/>
            <a:ahLst/>
            <a:cxnLst/>
            <a:rect l="l" t="t" r="r" b="b"/>
            <a:pathLst>
              <a:path w="114300" h="337185">
                <a:moveTo>
                  <a:pt x="38100" y="222885"/>
                </a:moveTo>
                <a:lnTo>
                  <a:pt x="0" y="222885"/>
                </a:lnTo>
                <a:lnTo>
                  <a:pt x="57150" y="337185"/>
                </a:lnTo>
                <a:lnTo>
                  <a:pt x="104775" y="241935"/>
                </a:lnTo>
                <a:lnTo>
                  <a:pt x="38100" y="241935"/>
                </a:lnTo>
                <a:lnTo>
                  <a:pt x="38100" y="222885"/>
                </a:lnTo>
                <a:close/>
              </a:path>
              <a:path w="114300" h="337185">
                <a:moveTo>
                  <a:pt x="76200" y="0"/>
                </a:moveTo>
                <a:lnTo>
                  <a:pt x="38100" y="0"/>
                </a:lnTo>
                <a:lnTo>
                  <a:pt x="38100" y="241935"/>
                </a:lnTo>
                <a:lnTo>
                  <a:pt x="76200" y="241935"/>
                </a:lnTo>
                <a:lnTo>
                  <a:pt x="76200" y="0"/>
                </a:lnTo>
                <a:close/>
              </a:path>
              <a:path w="114300" h="337185">
                <a:moveTo>
                  <a:pt x="114300" y="222885"/>
                </a:moveTo>
                <a:lnTo>
                  <a:pt x="76200" y="222885"/>
                </a:lnTo>
                <a:lnTo>
                  <a:pt x="76200" y="241935"/>
                </a:lnTo>
                <a:lnTo>
                  <a:pt x="104775" y="241935"/>
                </a:lnTo>
                <a:lnTo>
                  <a:pt x="114300" y="222885"/>
                </a:lnTo>
                <a:close/>
              </a:path>
            </a:pathLst>
          </a:custGeom>
          <a:solidFill>
            <a:srgbClr val="000000"/>
          </a:solidFill>
        </p:spPr>
        <p:txBody>
          <a:bodyPr wrap="square" lIns="0" tIns="0" rIns="0" bIns="0" rtlCol="0"/>
          <a:lstStyle/>
          <a:p>
            <a:endParaRPr/>
          </a:p>
        </p:txBody>
      </p:sp>
      <p:sp>
        <p:nvSpPr>
          <p:cNvPr id="30" name="object 12">
            <a:extLst>
              <a:ext uri="{FF2B5EF4-FFF2-40B4-BE49-F238E27FC236}">
                <a16:creationId xmlns:a16="http://schemas.microsoft.com/office/drawing/2014/main" id="{C80A4431-3914-8C4C-BDF5-702D6B89FA28}"/>
              </a:ext>
            </a:extLst>
          </p:cNvPr>
          <p:cNvSpPr/>
          <p:nvPr/>
        </p:nvSpPr>
        <p:spPr>
          <a:xfrm>
            <a:off x="5529834" y="2775492"/>
            <a:ext cx="114300" cy="337185"/>
          </a:xfrm>
          <a:custGeom>
            <a:avLst/>
            <a:gdLst/>
            <a:ahLst/>
            <a:cxnLst/>
            <a:rect l="l" t="t" r="r" b="b"/>
            <a:pathLst>
              <a:path w="114300" h="337185">
                <a:moveTo>
                  <a:pt x="38100" y="222885"/>
                </a:moveTo>
                <a:lnTo>
                  <a:pt x="0" y="222885"/>
                </a:lnTo>
                <a:lnTo>
                  <a:pt x="57150" y="337185"/>
                </a:lnTo>
                <a:lnTo>
                  <a:pt x="104775" y="241935"/>
                </a:lnTo>
                <a:lnTo>
                  <a:pt x="38100" y="241935"/>
                </a:lnTo>
                <a:lnTo>
                  <a:pt x="38100" y="222885"/>
                </a:lnTo>
                <a:close/>
              </a:path>
              <a:path w="114300" h="337185">
                <a:moveTo>
                  <a:pt x="76200" y="0"/>
                </a:moveTo>
                <a:lnTo>
                  <a:pt x="38100" y="0"/>
                </a:lnTo>
                <a:lnTo>
                  <a:pt x="38100" y="241935"/>
                </a:lnTo>
                <a:lnTo>
                  <a:pt x="76200" y="241935"/>
                </a:lnTo>
                <a:lnTo>
                  <a:pt x="76200" y="0"/>
                </a:lnTo>
                <a:close/>
              </a:path>
              <a:path w="114300" h="337185">
                <a:moveTo>
                  <a:pt x="114300" y="222885"/>
                </a:moveTo>
                <a:lnTo>
                  <a:pt x="76200" y="222885"/>
                </a:lnTo>
                <a:lnTo>
                  <a:pt x="76200" y="241935"/>
                </a:lnTo>
                <a:lnTo>
                  <a:pt x="104775" y="241935"/>
                </a:lnTo>
                <a:lnTo>
                  <a:pt x="114300" y="222885"/>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21520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133F98E-7149-374E-BADE-176746714108}"/>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4" name="object 2">
            <a:extLst>
              <a:ext uri="{FF2B5EF4-FFF2-40B4-BE49-F238E27FC236}">
                <a16:creationId xmlns:a16="http://schemas.microsoft.com/office/drawing/2014/main" id="{E9BF1E80-0882-794E-A97C-B20804C32351}"/>
              </a:ext>
            </a:extLst>
          </p:cNvPr>
          <p:cNvSpPr txBox="1"/>
          <p:nvPr/>
        </p:nvSpPr>
        <p:spPr>
          <a:xfrm>
            <a:off x="735231" y="1222680"/>
            <a:ext cx="10600983" cy="1876796"/>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2800" spc="-10" dirty="0" err="1">
                <a:latin typeface="宋体"/>
                <a:cs typeface="宋体"/>
              </a:rPr>
              <a:t>杠铃增重问题</a:t>
            </a:r>
            <a:endParaRPr sz="28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400" spc="-10" dirty="0" err="1">
                <a:latin typeface="SimSun" panose="02010600030101010101" pitchFamily="2" charset="-122"/>
                <a:ea typeface="SimSun" panose="02010600030101010101" pitchFamily="2" charset="-122"/>
                <a:cs typeface="宋体"/>
              </a:rPr>
              <a:t>问题特点：局部有序</a:t>
            </a:r>
            <a:endParaRPr lang="en-US" sz="2400" spc="-10" dirty="0">
              <a:latin typeface="SimSun" panose="02010600030101010101" pitchFamily="2" charset="-122"/>
              <a:ea typeface="SimSun" panose="02010600030101010101" pitchFamily="2" charset="-122"/>
              <a:cs typeface="宋体"/>
            </a:endParaRPr>
          </a:p>
          <a:p>
            <a:pPr marL="704215" lvl="1" indent="-347980">
              <a:spcBef>
                <a:spcPts val="625"/>
              </a:spcBef>
              <a:buClr>
                <a:srgbClr val="DAB6FB"/>
              </a:buClr>
              <a:buSzPct val="68750"/>
              <a:buFont typeface="Wingdings"/>
              <a:buChar char=""/>
              <a:tabLst>
                <a:tab pos="704215" algn="l"/>
                <a:tab pos="704850" algn="l"/>
              </a:tabLst>
            </a:pPr>
            <a:r>
              <a:rPr lang="zh-CN" altLang="en-US" sz="2400" u="sng" spc="-5" dirty="0">
                <a:latin typeface="SimSun" panose="02010600030101010101" pitchFamily="2" charset="-122"/>
                <a:ea typeface="SimSun" panose="02010600030101010101" pitchFamily="2" charset="-122"/>
                <a:cs typeface="宋体"/>
              </a:rPr>
              <a:t>快速合并</a:t>
            </a:r>
            <a:r>
              <a:rPr lang="zh-CN" altLang="en-US" sz="2400" spc="-5" dirty="0">
                <a:latin typeface="SimSun" panose="02010600030101010101" pitchFamily="2" charset="-122"/>
                <a:ea typeface="SimSun" panose="02010600030101010101" pitchFamily="2" charset="-122"/>
                <a:cs typeface="宋体"/>
              </a:rPr>
              <a:t>：比较两有序数组当前最小元素，将较小者逐一合入新数组</a:t>
            </a:r>
            <a:endParaRPr lang="zh-CN" altLang="en-US" sz="24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endParaRPr sz="2400" dirty="0">
              <a:latin typeface="宋体"/>
              <a:cs typeface="宋体"/>
            </a:endParaRPr>
          </a:p>
        </p:txBody>
      </p:sp>
      <p:graphicFrame>
        <p:nvGraphicFramePr>
          <p:cNvPr id="17" name="object 4">
            <a:extLst>
              <a:ext uri="{FF2B5EF4-FFF2-40B4-BE49-F238E27FC236}">
                <a16:creationId xmlns:a16="http://schemas.microsoft.com/office/drawing/2014/main" id="{7746B684-067A-B04A-9B82-9D0A170A7F6F}"/>
              </a:ext>
            </a:extLst>
          </p:cNvPr>
          <p:cNvGraphicFramePr>
            <a:graphicFrameLocks noGrp="1"/>
          </p:cNvGraphicFramePr>
          <p:nvPr>
            <p:extLst>
              <p:ext uri="{D42A27DB-BD31-4B8C-83A1-F6EECF244321}">
                <p14:modId xmlns:p14="http://schemas.microsoft.com/office/powerpoint/2010/main" val="3738379808"/>
              </p:ext>
            </p:extLst>
          </p:nvPr>
        </p:nvGraphicFramePr>
        <p:xfrm>
          <a:off x="2057654" y="3105482"/>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8" name="object 5">
            <a:extLst>
              <a:ext uri="{FF2B5EF4-FFF2-40B4-BE49-F238E27FC236}">
                <a16:creationId xmlns:a16="http://schemas.microsoft.com/office/drawing/2014/main" id="{95E7997F-4D18-0D47-B4D4-3B61543E24DE}"/>
              </a:ext>
            </a:extLst>
          </p:cNvPr>
          <p:cNvGraphicFramePr>
            <a:graphicFrameLocks noGrp="1"/>
          </p:cNvGraphicFramePr>
          <p:nvPr>
            <p:extLst>
              <p:ext uri="{D42A27DB-BD31-4B8C-83A1-F6EECF244321}">
                <p14:modId xmlns:p14="http://schemas.microsoft.com/office/powerpoint/2010/main" val="995588770"/>
              </p:ext>
            </p:extLst>
          </p:nvPr>
        </p:nvGraphicFramePr>
        <p:xfrm>
          <a:off x="4126738" y="3105482"/>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9" name="object 6">
            <a:extLst>
              <a:ext uri="{FF2B5EF4-FFF2-40B4-BE49-F238E27FC236}">
                <a16:creationId xmlns:a16="http://schemas.microsoft.com/office/drawing/2014/main" id="{CB7D8E61-20E0-3145-B9CF-0B0BE587199F}"/>
              </a:ext>
            </a:extLst>
          </p:cNvPr>
          <p:cNvGraphicFramePr>
            <a:graphicFrameLocks noGrp="1"/>
          </p:cNvGraphicFramePr>
          <p:nvPr>
            <p:extLst>
              <p:ext uri="{D42A27DB-BD31-4B8C-83A1-F6EECF244321}">
                <p14:modId xmlns:p14="http://schemas.microsoft.com/office/powerpoint/2010/main" val="1120537390"/>
              </p:ext>
            </p:extLst>
          </p:nvPr>
        </p:nvGraphicFramePr>
        <p:xfrm>
          <a:off x="6284848" y="3105482"/>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0" name="object 7">
            <a:extLst>
              <a:ext uri="{FF2B5EF4-FFF2-40B4-BE49-F238E27FC236}">
                <a16:creationId xmlns:a16="http://schemas.microsoft.com/office/drawing/2014/main" id="{BD6825C6-21C9-4647-AC17-42E67FCF41D8}"/>
              </a:ext>
            </a:extLst>
          </p:cNvPr>
          <p:cNvGraphicFramePr>
            <a:graphicFrameLocks noGrp="1"/>
          </p:cNvGraphicFramePr>
          <p:nvPr>
            <p:extLst>
              <p:ext uri="{D42A27DB-BD31-4B8C-83A1-F6EECF244321}">
                <p14:modId xmlns:p14="http://schemas.microsoft.com/office/powerpoint/2010/main" val="1449472731"/>
              </p:ext>
            </p:extLst>
          </p:nvPr>
        </p:nvGraphicFramePr>
        <p:xfrm>
          <a:off x="8485631" y="3105482"/>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775">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1" name="object 8">
            <a:extLst>
              <a:ext uri="{FF2B5EF4-FFF2-40B4-BE49-F238E27FC236}">
                <a16:creationId xmlns:a16="http://schemas.microsoft.com/office/drawing/2014/main" id="{4DD1119C-A376-6B40-B8FB-EB8B2A7BA133}"/>
              </a:ext>
            </a:extLst>
          </p:cNvPr>
          <p:cNvGraphicFramePr>
            <a:graphicFrameLocks noGrp="1"/>
          </p:cNvGraphicFramePr>
          <p:nvPr>
            <p:extLst>
              <p:ext uri="{D42A27DB-BD31-4B8C-83A1-F6EECF244321}">
                <p14:modId xmlns:p14="http://schemas.microsoft.com/office/powerpoint/2010/main" val="561076497"/>
              </p:ext>
            </p:extLst>
          </p:nvPr>
        </p:nvGraphicFramePr>
        <p:xfrm>
          <a:off x="2211451" y="4419425"/>
          <a:ext cx="3455668"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tblGrid>
              <a:tr h="577215">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2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2" name="object 9">
            <a:extLst>
              <a:ext uri="{FF2B5EF4-FFF2-40B4-BE49-F238E27FC236}">
                <a16:creationId xmlns:a16="http://schemas.microsoft.com/office/drawing/2014/main" id="{BD107D61-4D7A-F44E-929F-090F720188D2}"/>
              </a:ext>
            </a:extLst>
          </p:cNvPr>
          <p:cNvSpPr/>
          <p:nvPr/>
        </p:nvSpPr>
        <p:spPr>
          <a:xfrm>
            <a:off x="2903220" y="2787220"/>
            <a:ext cx="114300" cy="337185"/>
          </a:xfrm>
          <a:custGeom>
            <a:avLst/>
            <a:gdLst/>
            <a:ahLst/>
            <a:cxnLst/>
            <a:rect l="l" t="t" r="r" b="b"/>
            <a:pathLst>
              <a:path w="114300" h="337185">
                <a:moveTo>
                  <a:pt x="38100" y="222885"/>
                </a:moveTo>
                <a:lnTo>
                  <a:pt x="0" y="222885"/>
                </a:lnTo>
                <a:lnTo>
                  <a:pt x="57150" y="337185"/>
                </a:lnTo>
                <a:lnTo>
                  <a:pt x="104775" y="241935"/>
                </a:lnTo>
                <a:lnTo>
                  <a:pt x="38100" y="241935"/>
                </a:lnTo>
                <a:lnTo>
                  <a:pt x="38100" y="222885"/>
                </a:lnTo>
                <a:close/>
              </a:path>
              <a:path w="114300" h="337185">
                <a:moveTo>
                  <a:pt x="76200" y="0"/>
                </a:moveTo>
                <a:lnTo>
                  <a:pt x="38100" y="0"/>
                </a:lnTo>
                <a:lnTo>
                  <a:pt x="38100" y="241935"/>
                </a:lnTo>
                <a:lnTo>
                  <a:pt x="76200" y="241935"/>
                </a:lnTo>
                <a:lnTo>
                  <a:pt x="76200" y="0"/>
                </a:lnTo>
                <a:close/>
              </a:path>
              <a:path w="114300" h="337185">
                <a:moveTo>
                  <a:pt x="114300" y="222885"/>
                </a:moveTo>
                <a:lnTo>
                  <a:pt x="76200" y="222885"/>
                </a:lnTo>
                <a:lnTo>
                  <a:pt x="76200" y="241935"/>
                </a:lnTo>
                <a:lnTo>
                  <a:pt x="104775" y="241935"/>
                </a:lnTo>
                <a:lnTo>
                  <a:pt x="114300" y="222885"/>
                </a:lnTo>
                <a:close/>
              </a:path>
            </a:pathLst>
          </a:custGeom>
          <a:solidFill>
            <a:srgbClr val="000000"/>
          </a:solidFill>
        </p:spPr>
        <p:txBody>
          <a:bodyPr wrap="square" lIns="0" tIns="0" rIns="0" bIns="0" rtlCol="0"/>
          <a:lstStyle/>
          <a:p>
            <a:endParaRPr/>
          </a:p>
        </p:txBody>
      </p:sp>
      <p:sp>
        <p:nvSpPr>
          <p:cNvPr id="23" name="object 10">
            <a:extLst>
              <a:ext uri="{FF2B5EF4-FFF2-40B4-BE49-F238E27FC236}">
                <a16:creationId xmlns:a16="http://schemas.microsoft.com/office/drawing/2014/main" id="{1D8AD679-7589-854B-8955-6AA80F91A7AB}"/>
              </a:ext>
            </a:extLst>
          </p:cNvPr>
          <p:cNvSpPr/>
          <p:nvPr/>
        </p:nvSpPr>
        <p:spPr>
          <a:xfrm>
            <a:off x="5529834" y="2787220"/>
            <a:ext cx="114300" cy="337185"/>
          </a:xfrm>
          <a:custGeom>
            <a:avLst/>
            <a:gdLst/>
            <a:ahLst/>
            <a:cxnLst/>
            <a:rect l="l" t="t" r="r" b="b"/>
            <a:pathLst>
              <a:path w="114300" h="337185">
                <a:moveTo>
                  <a:pt x="38100" y="222885"/>
                </a:moveTo>
                <a:lnTo>
                  <a:pt x="0" y="222885"/>
                </a:lnTo>
                <a:lnTo>
                  <a:pt x="57150" y="337185"/>
                </a:lnTo>
                <a:lnTo>
                  <a:pt x="104775" y="241935"/>
                </a:lnTo>
                <a:lnTo>
                  <a:pt x="38100" y="241935"/>
                </a:lnTo>
                <a:lnTo>
                  <a:pt x="38100" y="222885"/>
                </a:lnTo>
                <a:close/>
              </a:path>
              <a:path w="114300" h="337185">
                <a:moveTo>
                  <a:pt x="76200" y="0"/>
                </a:moveTo>
                <a:lnTo>
                  <a:pt x="38100" y="0"/>
                </a:lnTo>
                <a:lnTo>
                  <a:pt x="38100" y="241935"/>
                </a:lnTo>
                <a:lnTo>
                  <a:pt x="76200" y="241935"/>
                </a:lnTo>
                <a:lnTo>
                  <a:pt x="76200" y="0"/>
                </a:lnTo>
                <a:close/>
              </a:path>
              <a:path w="114300" h="337185">
                <a:moveTo>
                  <a:pt x="114300" y="222885"/>
                </a:moveTo>
                <a:lnTo>
                  <a:pt x="76200" y="222885"/>
                </a:lnTo>
                <a:lnTo>
                  <a:pt x="76200" y="241935"/>
                </a:lnTo>
                <a:lnTo>
                  <a:pt x="104775" y="241935"/>
                </a:lnTo>
                <a:lnTo>
                  <a:pt x="114300" y="222885"/>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2481973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133F98E-7149-374E-BADE-176746714108}"/>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4" name="object 2">
            <a:extLst>
              <a:ext uri="{FF2B5EF4-FFF2-40B4-BE49-F238E27FC236}">
                <a16:creationId xmlns:a16="http://schemas.microsoft.com/office/drawing/2014/main" id="{E9BF1E80-0882-794E-A97C-B20804C32351}"/>
              </a:ext>
            </a:extLst>
          </p:cNvPr>
          <p:cNvSpPr txBox="1"/>
          <p:nvPr/>
        </p:nvSpPr>
        <p:spPr>
          <a:xfrm>
            <a:off x="735231" y="1222680"/>
            <a:ext cx="10600983" cy="1876796"/>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2800" spc="-10" dirty="0" err="1">
                <a:latin typeface="宋体"/>
                <a:cs typeface="宋体"/>
              </a:rPr>
              <a:t>杠铃增重问题</a:t>
            </a:r>
            <a:endParaRPr sz="2800" dirty="0">
              <a:latin typeface="宋体"/>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r>
              <a:rPr sz="2400" spc="-10" dirty="0" err="1">
                <a:latin typeface="SimSun" panose="02010600030101010101" pitchFamily="2" charset="-122"/>
                <a:ea typeface="SimSun" panose="02010600030101010101" pitchFamily="2" charset="-122"/>
                <a:cs typeface="宋体"/>
              </a:rPr>
              <a:t>问题特点：局部有序</a:t>
            </a:r>
            <a:endParaRPr lang="en-US" sz="2400" spc="-10" dirty="0">
              <a:latin typeface="SimSun" panose="02010600030101010101" pitchFamily="2" charset="-122"/>
              <a:ea typeface="SimSun" panose="02010600030101010101" pitchFamily="2" charset="-122"/>
              <a:cs typeface="宋体"/>
            </a:endParaRPr>
          </a:p>
          <a:p>
            <a:pPr marL="704215" lvl="1" indent="-347980">
              <a:spcBef>
                <a:spcPts val="625"/>
              </a:spcBef>
              <a:buClr>
                <a:srgbClr val="DAB6FB"/>
              </a:buClr>
              <a:buSzPct val="68750"/>
              <a:buFont typeface="Wingdings"/>
              <a:buChar char=""/>
              <a:tabLst>
                <a:tab pos="704215" algn="l"/>
                <a:tab pos="704850" algn="l"/>
              </a:tabLst>
            </a:pPr>
            <a:r>
              <a:rPr lang="zh-CN" altLang="en-US" sz="2400" u="sng" spc="-5" dirty="0">
                <a:latin typeface="SimSun" panose="02010600030101010101" pitchFamily="2" charset="-122"/>
                <a:ea typeface="SimSun" panose="02010600030101010101" pitchFamily="2" charset="-122"/>
                <a:cs typeface="宋体"/>
              </a:rPr>
              <a:t>快速合并</a:t>
            </a:r>
            <a:r>
              <a:rPr lang="zh-CN" altLang="en-US" sz="2400" spc="-5" dirty="0">
                <a:latin typeface="SimSun" panose="02010600030101010101" pitchFamily="2" charset="-122"/>
                <a:ea typeface="SimSun" panose="02010600030101010101" pitchFamily="2" charset="-122"/>
                <a:cs typeface="宋体"/>
              </a:rPr>
              <a:t>：比较两有序数组当前最小元素，将较小者逐一合入新数组</a:t>
            </a:r>
            <a:endParaRPr lang="zh-CN" altLang="en-US" sz="24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endParaRPr sz="2400" dirty="0">
              <a:latin typeface="宋体"/>
              <a:cs typeface="宋体"/>
            </a:endParaRPr>
          </a:p>
        </p:txBody>
      </p:sp>
      <p:graphicFrame>
        <p:nvGraphicFramePr>
          <p:cNvPr id="11" name="object 4">
            <a:extLst>
              <a:ext uri="{FF2B5EF4-FFF2-40B4-BE49-F238E27FC236}">
                <a16:creationId xmlns:a16="http://schemas.microsoft.com/office/drawing/2014/main" id="{86C18ADE-8411-1946-A793-14E52160F91A}"/>
              </a:ext>
            </a:extLst>
          </p:cNvPr>
          <p:cNvGraphicFramePr>
            <a:graphicFrameLocks noGrp="1"/>
          </p:cNvGraphicFramePr>
          <p:nvPr>
            <p:extLst>
              <p:ext uri="{D42A27DB-BD31-4B8C-83A1-F6EECF244321}">
                <p14:modId xmlns:p14="http://schemas.microsoft.com/office/powerpoint/2010/main" val="753394698"/>
              </p:ext>
            </p:extLst>
          </p:nvPr>
        </p:nvGraphicFramePr>
        <p:xfrm>
          <a:off x="2057654" y="3117200"/>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2" name="object 5">
            <a:extLst>
              <a:ext uri="{FF2B5EF4-FFF2-40B4-BE49-F238E27FC236}">
                <a16:creationId xmlns:a16="http://schemas.microsoft.com/office/drawing/2014/main" id="{A02F970D-272F-C14D-B17A-407015C8240D}"/>
              </a:ext>
            </a:extLst>
          </p:cNvPr>
          <p:cNvGraphicFramePr>
            <a:graphicFrameLocks noGrp="1"/>
          </p:cNvGraphicFramePr>
          <p:nvPr>
            <p:extLst>
              <p:ext uri="{D42A27DB-BD31-4B8C-83A1-F6EECF244321}">
                <p14:modId xmlns:p14="http://schemas.microsoft.com/office/powerpoint/2010/main" val="651417592"/>
              </p:ext>
            </p:extLst>
          </p:nvPr>
        </p:nvGraphicFramePr>
        <p:xfrm>
          <a:off x="4126738" y="3117200"/>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3" name="object 6">
            <a:extLst>
              <a:ext uri="{FF2B5EF4-FFF2-40B4-BE49-F238E27FC236}">
                <a16:creationId xmlns:a16="http://schemas.microsoft.com/office/drawing/2014/main" id="{75BB141E-9590-0642-BABF-E596CB0EE431}"/>
              </a:ext>
            </a:extLst>
          </p:cNvPr>
          <p:cNvGraphicFramePr>
            <a:graphicFrameLocks noGrp="1"/>
          </p:cNvGraphicFramePr>
          <p:nvPr>
            <p:extLst>
              <p:ext uri="{D42A27DB-BD31-4B8C-83A1-F6EECF244321}">
                <p14:modId xmlns:p14="http://schemas.microsoft.com/office/powerpoint/2010/main" val="3720682846"/>
              </p:ext>
            </p:extLst>
          </p:nvPr>
        </p:nvGraphicFramePr>
        <p:xfrm>
          <a:off x="6284848" y="3117200"/>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4" name="object 7">
            <a:extLst>
              <a:ext uri="{FF2B5EF4-FFF2-40B4-BE49-F238E27FC236}">
                <a16:creationId xmlns:a16="http://schemas.microsoft.com/office/drawing/2014/main" id="{C9F54241-9F7B-544A-B9EB-2B3F92FDFAA8}"/>
              </a:ext>
            </a:extLst>
          </p:cNvPr>
          <p:cNvGraphicFramePr>
            <a:graphicFrameLocks noGrp="1"/>
          </p:cNvGraphicFramePr>
          <p:nvPr>
            <p:extLst>
              <p:ext uri="{D42A27DB-BD31-4B8C-83A1-F6EECF244321}">
                <p14:modId xmlns:p14="http://schemas.microsoft.com/office/powerpoint/2010/main" val="429908182"/>
              </p:ext>
            </p:extLst>
          </p:nvPr>
        </p:nvGraphicFramePr>
        <p:xfrm>
          <a:off x="8485631" y="3117200"/>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775">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5" name="object 8">
            <a:extLst>
              <a:ext uri="{FF2B5EF4-FFF2-40B4-BE49-F238E27FC236}">
                <a16:creationId xmlns:a16="http://schemas.microsoft.com/office/drawing/2014/main" id="{26986B89-75F7-824D-81AB-25BF9A4F22D3}"/>
              </a:ext>
            </a:extLst>
          </p:cNvPr>
          <p:cNvGraphicFramePr>
            <a:graphicFrameLocks noGrp="1"/>
          </p:cNvGraphicFramePr>
          <p:nvPr>
            <p:extLst>
              <p:ext uri="{D42A27DB-BD31-4B8C-83A1-F6EECF244321}">
                <p14:modId xmlns:p14="http://schemas.microsoft.com/office/powerpoint/2010/main" val="3868998111"/>
              </p:ext>
            </p:extLst>
          </p:nvPr>
        </p:nvGraphicFramePr>
        <p:xfrm>
          <a:off x="2211451" y="4431143"/>
          <a:ext cx="3455668"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tblGrid>
              <a:tr h="577215">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6" name="object 9">
            <a:extLst>
              <a:ext uri="{FF2B5EF4-FFF2-40B4-BE49-F238E27FC236}">
                <a16:creationId xmlns:a16="http://schemas.microsoft.com/office/drawing/2014/main" id="{7907CD90-0644-794D-9939-54E093E62054}"/>
              </a:ext>
            </a:extLst>
          </p:cNvPr>
          <p:cNvSpPr/>
          <p:nvPr/>
        </p:nvSpPr>
        <p:spPr>
          <a:xfrm>
            <a:off x="2940557" y="3713338"/>
            <a:ext cx="2069464" cy="737235"/>
          </a:xfrm>
          <a:custGeom>
            <a:avLst/>
            <a:gdLst/>
            <a:ahLst/>
            <a:cxnLst/>
            <a:rect l="l" t="t" r="r" b="b"/>
            <a:pathLst>
              <a:path w="2069464" h="737235">
                <a:moveTo>
                  <a:pt x="0" y="0"/>
                </a:moveTo>
                <a:lnTo>
                  <a:pt x="1017905" y="736726"/>
                </a:lnTo>
              </a:path>
              <a:path w="2069464" h="737235">
                <a:moveTo>
                  <a:pt x="2069211" y="0"/>
                </a:moveTo>
                <a:lnTo>
                  <a:pt x="1018032" y="736726"/>
                </a:lnTo>
              </a:path>
            </a:pathLst>
          </a:custGeom>
          <a:ln w="38100">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6589745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133F98E-7149-374E-BADE-176746714108}"/>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4" name="object 2">
            <a:extLst>
              <a:ext uri="{FF2B5EF4-FFF2-40B4-BE49-F238E27FC236}">
                <a16:creationId xmlns:a16="http://schemas.microsoft.com/office/drawing/2014/main" id="{E9BF1E80-0882-794E-A97C-B20804C32351}"/>
              </a:ext>
            </a:extLst>
          </p:cNvPr>
          <p:cNvSpPr txBox="1"/>
          <p:nvPr/>
        </p:nvSpPr>
        <p:spPr>
          <a:xfrm>
            <a:off x="735231" y="1222680"/>
            <a:ext cx="10600983" cy="1846018"/>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2800" spc="-10" dirty="0" err="1">
                <a:latin typeface="宋体"/>
                <a:cs typeface="宋体"/>
              </a:rPr>
              <a:t>杠铃增重问题</a:t>
            </a:r>
            <a:endParaRPr sz="2800" dirty="0">
              <a:latin typeface="宋体"/>
              <a:cs typeface="宋体"/>
            </a:endParaRPr>
          </a:p>
          <a:p>
            <a:pPr marL="704215" lvl="1" indent="-347980">
              <a:lnSpc>
                <a:spcPct val="100000"/>
              </a:lnSpc>
              <a:spcBef>
                <a:spcPts val="580"/>
              </a:spcBef>
              <a:buClr>
                <a:srgbClr val="DAB6FB"/>
              </a:buClr>
              <a:buSzPct val="68750"/>
              <a:buFont typeface="Wingdings"/>
              <a:buChar char=""/>
              <a:tabLst>
                <a:tab pos="704215" algn="l"/>
                <a:tab pos="704850" algn="l"/>
              </a:tabLst>
            </a:pPr>
            <a:r>
              <a:rPr lang="zh-CN" altLang="en-US" sz="2400" spc="-10" dirty="0">
                <a:latin typeface="SimSun" panose="02010600030101010101" pitchFamily="2" charset="-122"/>
                <a:ea typeface="SimSun" panose="02010600030101010101" pitchFamily="2" charset="-122"/>
                <a:cs typeface="宋体"/>
              </a:rPr>
              <a:t>后续策略：</a:t>
            </a:r>
            <a:endParaRPr lang="zh-CN" altLang="en-US" sz="240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550" spc="260" dirty="0">
                <a:solidFill>
                  <a:srgbClr val="EB91D7"/>
                </a:solidFill>
                <a:latin typeface="SimSun" panose="02010600030101010101" pitchFamily="2" charset="-122"/>
                <a:ea typeface="SimSun" panose="02010600030101010101" pitchFamily="2" charset="-122"/>
                <a:cs typeface="宋体"/>
              </a:rPr>
              <a:t>o</a:t>
            </a:r>
            <a:r>
              <a:rPr lang="en" altLang="zh-CN" sz="1550" dirty="0">
                <a:solidFill>
                  <a:srgbClr val="EB91D7"/>
                </a:solidFill>
                <a:latin typeface="SimSun" panose="02010600030101010101" pitchFamily="2" charset="-122"/>
                <a:ea typeface="SimSun" panose="02010600030101010101" pitchFamily="2" charset="-122"/>
                <a:cs typeface="宋体"/>
              </a:rPr>
              <a:t>	</a:t>
            </a:r>
            <a:r>
              <a:rPr lang="zh-CN" altLang="en-US" sz="2200" spc="-15" dirty="0">
                <a:latin typeface="SimSun" panose="02010600030101010101" pitchFamily="2" charset="-122"/>
                <a:ea typeface="SimSun" panose="02010600030101010101" pitchFamily="2" charset="-122"/>
                <a:cs typeface="宋体"/>
              </a:rPr>
              <a:t>逐一合并</a:t>
            </a:r>
            <a:endParaRPr lang="zh-CN" altLang="en-US" sz="24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endParaRPr sz="2400" dirty="0">
              <a:latin typeface="宋体"/>
              <a:cs typeface="宋体"/>
            </a:endParaRPr>
          </a:p>
        </p:txBody>
      </p:sp>
      <p:graphicFrame>
        <p:nvGraphicFramePr>
          <p:cNvPr id="10" name="object 4">
            <a:extLst>
              <a:ext uri="{FF2B5EF4-FFF2-40B4-BE49-F238E27FC236}">
                <a16:creationId xmlns:a16="http://schemas.microsoft.com/office/drawing/2014/main" id="{5773BA5E-C467-3F4D-AF41-BC8AC9A0CD45}"/>
              </a:ext>
            </a:extLst>
          </p:cNvPr>
          <p:cNvGraphicFramePr>
            <a:graphicFrameLocks noGrp="1"/>
          </p:cNvGraphicFramePr>
          <p:nvPr>
            <p:extLst>
              <p:ext uri="{D42A27DB-BD31-4B8C-83A1-F6EECF244321}">
                <p14:modId xmlns:p14="http://schemas.microsoft.com/office/powerpoint/2010/main" val="128221152"/>
              </p:ext>
            </p:extLst>
          </p:nvPr>
        </p:nvGraphicFramePr>
        <p:xfrm>
          <a:off x="2024888" y="276971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7" name="object 5">
            <a:extLst>
              <a:ext uri="{FF2B5EF4-FFF2-40B4-BE49-F238E27FC236}">
                <a16:creationId xmlns:a16="http://schemas.microsoft.com/office/drawing/2014/main" id="{FEEBF681-44D6-BE42-B5E8-979C13A754BF}"/>
              </a:ext>
            </a:extLst>
          </p:cNvPr>
          <p:cNvGraphicFramePr>
            <a:graphicFrameLocks noGrp="1"/>
          </p:cNvGraphicFramePr>
          <p:nvPr>
            <p:extLst>
              <p:ext uri="{D42A27DB-BD31-4B8C-83A1-F6EECF244321}">
                <p14:modId xmlns:p14="http://schemas.microsoft.com/office/powerpoint/2010/main" val="350218352"/>
              </p:ext>
            </p:extLst>
          </p:nvPr>
        </p:nvGraphicFramePr>
        <p:xfrm>
          <a:off x="4167632" y="276971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8" name="object 6">
            <a:extLst>
              <a:ext uri="{FF2B5EF4-FFF2-40B4-BE49-F238E27FC236}">
                <a16:creationId xmlns:a16="http://schemas.microsoft.com/office/drawing/2014/main" id="{AA305DD5-72B7-C642-B148-F8637DBBF1DC}"/>
              </a:ext>
            </a:extLst>
          </p:cNvPr>
          <p:cNvGraphicFramePr>
            <a:graphicFrameLocks noGrp="1"/>
          </p:cNvGraphicFramePr>
          <p:nvPr>
            <p:extLst>
              <p:ext uri="{D42A27DB-BD31-4B8C-83A1-F6EECF244321}">
                <p14:modId xmlns:p14="http://schemas.microsoft.com/office/powerpoint/2010/main" val="3139412296"/>
              </p:ext>
            </p:extLst>
          </p:nvPr>
        </p:nvGraphicFramePr>
        <p:xfrm>
          <a:off x="6310376" y="276971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9" name="object 7">
            <a:extLst>
              <a:ext uri="{FF2B5EF4-FFF2-40B4-BE49-F238E27FC236}">
                <a16:creationId xmlns:a16="http://schemas.microsoft.com/office/drawing/2014/main" id="{0949A3A2-D52A-9B4B-9135-1832530EAB30}"/>
              </a:ext>
            </a:extLst>
          </p:cNvPr>
          <p:cNvGraphicFramePr>
            <a:graphicFrameLocks noGrp="1"/>
          </p:cNvGraphicFramePr>
          <p:nvPr>
            <p:extLst>
              <p:ext uri="{D42A27DB-BD31-4B8C-83A1-F6EECF244321}">
                <p14:modId xmlns:p14="http://schemas.microsoft.com/office/powerpoint/2010/main" val="1763049292"/>
              </p:ext>
            </p:extLst>
          </p:nvPr>
        </p:nvGraphicFramePr>
        <p:xfrm>
          <a:off x="8452993" y="2769715"/>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775">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0" name="object 8">
            <a:extLst>
              <a:ext uri="{FF2B5EF4-FFF2-40B4-BE49-F238E27FC236}">
                <a16:creationId xmlns:a16="http://schemas.microsoft.com/office/drawing/2014/main" id="{019A81A4-50E9-344B-B64C-1BCBF61D6BAE}"/>
              </a:ext>
            </a:extLst>
          </p:cNvPr>
          <p:cNvGraphicFramePr>
            <a:graphicFrameLocks noGrp="1"/>
          </p:cNvGraphicFramePr>
          <p:nvPr>
            <p:extLst>
              <p:ext uri="{D42A27DB-BD31-4B8C-83A1-F6EECF244321}">
                <p14:modId xmlns:p14="http://schemas.microsoft.com/office/powerpoint/2010/main" val="4227386193"/>
              </p:ext>
            </p:extLst>
          </p:nvPr>
        </p:nvGraphicFramePr>
        <p:xfrm>
          <a:off x="2229357" y="3735677"/>
          <a:ext cx="345566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1" name="object 9">
            <a:extLst>
              <a:ext uri="{FF2B5EF4-FFF2-40B4-BE49-F238E27FC236}">
                <a16:creationId xmlns:a16="http://schemas.microsoft.com/office/drawing/2014/main" id="{95841CBF-B8A2-FB4D-9420-564F1512ED07}"/>
              </a:ext>
            </a:extLst>
          </p:cNvPr>
          <p:cNvSpPr/>
          <p:nvPr/>
        </p:nvSpPr>
        <p:spPr>
          <a:xfrm>
            <a:off x="2907792" y="3354384"/>
            <a:ext cx="2143760" cy="389255"/>
          </a:xfrm>
          <a:custGeom>
            <a:avLst/>
            <a:gdLst/>
            <a:ahLst/>
            <a:cxnLst/>
            <a:rect l="l" t="t" r="r" b="b"/>
            <a:pathLst>
              <a:path w="2143760" h="389254">
                <a:moveTo>
                  <a:pt x="0" y="0"/>
                </a:moveTo>
                <a:lnTo>
                  <a:pt x="1068450" y="388874"/>
                </a:lnTo>
              </a:path>
              <a:path w="2143760" h="389254">
                <a:moveTo>
                  <a:pt x="2143252" y="0"/>
                </a:moveTo>
                <a:lnTo>
                  <a:pt x="1069085" y="388874"/>
                </a:lnTo>
              </a:path>
            </a:pathLst>
          </a:custGeom>
          <a:ln w="38100">
            <a:solidFill>
              <a:srgbClr val="000000"/>
            </a:solidFill>
          </a:ln>
        </p:spPr>
        <p:txBody>
          <a:bodyPr wrap="square" lIns="0" tIns="0" rIns="0" bIns="0" rtlCol="0"/>
          <a:lstStyle/>
          <a:p>
            <a:endParaRPr/>
          </a:p>
        </p:txBody>
      </p:sp>
      <p:graphicFrame>
        <p:nvGraphicFramePr>
          <p:cNvPr id="22" name="object 9">
            <a:extLst>
              <a:ext uri="{FF2B5EF4-FFF2-40B4-BE49-F238E27FC236}">
                <a16:creationId xmlns:a16="http://schemas.microsoft.com/office/drawing/2014/main" id="{69869A37-1423-D143-A871-B28767E84526}"/>
              </a:ext>
            </a:extLst>
          </p:cNvPr>
          <p:cNvGraphicFramePr>
            <a:graphicFrameLocks noGrp="1"/>
          </p:cNvGraphicFramePr>
          <p:nvPr>
            <p:extLst>
              <p:ext uri="{D42A27DB-BD31-4B8C-83A1-F6EECF244321}">
                <p14:modId xmlns:p14="http://schemas.microsoft.com/office/powerpoint/2010/main" val="1824985614"/>
              </p:ext>
            </p:extLst>
          </p:nvPr>
        </p:nvGraphicFramePr>
        <p:xfrm>
          <a:off x="2663444" y="4713362"/>
          <a:ext cx="5183503"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dirty="0">
                          <a:latin typeface="Times New Roman"/>
                          <a:cs typeface="Times New Roman"/>
                        </a:rPr>
                        <a:t>132</a:t>
                      </a:r>
                      <a:endParaRPr sz="2000" dirty="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3" name="object 11">
            <a:extLst>
              <a:ext uri="{FF2B5EF4-FFF2-40B4-BE49-F238E27FC236}">
                <a16:creationId xmlns:a16="http://schemas.microsoft.com/office/drawing/2014/main" id="{A98BD12A-A174-A24B-9B4F-FB8D49B63D10}"/>
              </a:ext>
            </a:extLst>
          </p:cNvPr>
          <p:cNvSpPr/>
          <p:nvPr/>
        </p:nvSpPr>
        <p:spPr>
          <a:xfrm>
            <a:off x="3976878" y="3366107"/>
            <a:ext cx="3216910" cy="1354455"/>
          </a:xfrm>
          <a:custGeom>
            <a:avLst/>
            <a:gdLst/>
            <a:ahLst/>
            <a:cxnLst/>
            <a:rect l="l" t="t" r="r" b="b"/>
            <a:pathLst>
              <a:path w="3216909" h="1354454">
                <a:moveTo>
                  <a:pt x="3216910" y="0"/>
                </a:moveTo>
                <a:lnTo>
                  <a:pt x="2142744" y="1353946"/>
                </a:lnTo>
              </a:path>
              <a:path w="3216909" h="1354454">
                <a:moveTo>
                  <a:pt x="0" y="965453"/>
                </a:moveTo>
                <a:lnTo>
                  <a:pt x="2142744" y="1353439"/>
                </a:lnTo>
              </a:path>
            </a:pathLst>
          </a:custGeom>
          <a:ln w="38100">
            <a:solidFill>
              <a:srgbClr val="000000"/>
            </a:solidFill>
          </a:ln>
        </p:spPr>
        <p:txBody>
          <a:bodyPr wrap="square" lIns="0" tIns="0" rIns="0" bIns="0" rtlCol="0"/>
          <a:lstStyle/>
          <a:p>
            <a:endParaRPr/>
          </a:p>
        </p:txBody>
      </p:sp>
      <p:graphicFrame>
        <p:nvGraphicFramePr>
          <p:cNvPr id="24" name="object 10">
            <a:extLst>
              <a:ext uri="{FF2B5EF4-FFF2-40B4-BE49-F238E27FC236}">
                <a16:creationId xmlns:a16="http://schemas.microsoft.com/office/drawing/2014/main" id="{18AB4EB3-7560-F047-8E51-5BFE844AC979}"/>
              </a:ext>
            </a:extLst>
          </p:cNvPr>
          <p:cNvGraphicFramePr>
            <a:graphicFrameLocks noGrp="1"/>
          </p:cNvGraphicFramePr>
          <p:nvPr>
            <p:extLst>
              <p:ext uri="{D42A27DB-BD31-4B8C-83A1-F6EECF244321}">
                <p14:modId xmlns:p14="http://schemas.microsoft.com/office/powerpoint/2010/main" val="1705322737"/>
              </p:ext>
            </p:extLst>
          </p:nvPr>
        </p:nvGraphicFramePr>
        <p:xfrm>
          <a:off x="3208020" y="5691047"/>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5" name="object 13">
            <a:extLst>
              <a:ext uri="{FF2B5EF4-FFF2-40B4-BE49-F238E27FC236}">
                <a16:creationId xmlns:a16="http://schemas.microsoft.com/office/drawing/2014/main" id="{73BBB4C9-CFC2-FB42-ABB3-62B3C2F15BFD}"/>
              </a:ext>
            </a:extLst>
          </p:cNvPr>
          <p:cNvSpPr/>
          <p:nvPr/>
        </p:nvSpPr>
        <p:spPr>
          <a:xfrm>
            <a:off x="5274564" y="3366107"/>
            <a:ext cx="4062095" cy="2320290"/>
          </a:xfrm>
          <a:custGeom>
            <a:avLst/>
            <a:gdLst/>
            <a:ahLst/>
            <a:cxnLst/>
            <a:rect l="l" t="t" r="r" b="b"/>
            <a:pathLst>
              <a:path w="4062095" h="2320290">
                <a:moveTo>
                  <a:pt x="0" y="1931670"/>
                </a:moveTo>
                <a:lnTo>
                  <a:pt x="3153664" y="2319680"/>
                </a:lnTo>
              </a:path>
              <a:path w="4062095" h="2320290">
                <a:moveTo>
                  <a:pt x="4061714" y="0"/>
                </a:moveTo>
                <a:lnTo>
                  <a:pt x="3153917" y="2319959"/>
                </a:lnTo>
              </a:path>
            </a:pathLst>
          </a:custGeom>
          <a:ln w="38100">
            <a:solidFill>
              <a:srgbClr val="000000"/>
            </a:solidFill>
          </a:ln>
        </p:spPr>
        <p:txBody>
          <a:bodyPr wrap="square" lIns="0" tIns="0" rIns="0" bIns="0" rtlCol="0"/>
          <a:lstStyle/>
          <a:p>
            <a:endParaRPr/>
          </a:p>
        </p:txBody>
      </p:sp>
      <p:sp>
        <p:nvSpPr>
          <p:cNvPr id="26" name="文本框 25">
            <a:extLst>
              <a:ext uri="{FF2B5EF4-FFF2-40B4-BE49-F238E27FC236}">
                <a16:creationId xmlns:a16="http://schemas.microsoft.com/office/drawing/2014/main" id="{8FDD9407-3BE7-D54E-93A5-6612A621D85A}"/>
              </a:ext>
            </a:extLst>
          </p:cNvPr>
          <p:cNvSpPr txBox="1"/>
          <p:nvPr/>
        </p:nvSpPr>
        <p:spPr>
          <a:xfrm>
            <a:off x="2332096" y="2263401"/>
            <a:ext cx="2064058" cy="369332"/>
          </a:xfrm>
          <a:prstGeom prst="rect">
            <a:avLst/>
          </a:prstGeom>
          <a:noFill/>
        </p:spPr>
        <p:txBody>
          <a:bodyPr wrap="square">
            <a:spAutoFit/>
          </a:bodyPr>
          <a:lstStyle/>
          <a:p>
            <a:pPr marL="705485">
              <a:spcBef>
                <a:spcPts val="555"/>
              </a:spcBef>
              <a:tabLst>
                <a:tab pos="1000125" algn="l"/>
              </a:tabLst>
            </a:pPr>
            <a:r>
              <a:rPr lang="zh-CN" altLang="en-US" sz="1800" spc="-15" dirty="0">
                <a:solidFill>
                  <a:srgbClr val="FF0000"/>
                </a:solidFill>
                <a:latin typeface="SimSun" panose="02010600030101010101" pitchFamily="2" charset="-122"/>
                <a:ea typeface="SimSun" panose="02010600030101010101" pitchFamily="2" charset="-122"/>
                <a:cs typeface="宋体"/>
              </a:rPr>
              <a:t>比较</a:t>
            </a:r>
            <a:r>
              <a:rPr lang="en-US" altLang="zh-CN" sz="1800" spc="-15" dirty="0">
                <a:solidFill>
                  <a:srgbClr val="FF0000"/>
                </a:solidFill>
                <a:latin typeface="SimSun" panose="02010600030101010101" pitchFamily="2" charset="-122"/>
                <a:ea typeface="SimSun" panose="02010600030101010101" pitchFamily="2" charset="-122"/>
                <a:cs typeface="宋体"/>
              </a:rPr>
              <a:t>27</a:t>
            </a:r>
            <a:r>
              <a:rPr lang="zh-CN" altLang="en-US" sz="1800" spc="-15" dirty="0">
                <a:solidFill>
                  <a:srgbClr val="FF0000"/>
                </a:solidFill>
                <a:latin typeface="SimSun" panose="02010600030101010101" pitchFamily="2" charset="-122"/>
                <a:ea typeface="SimSun" panose="02010600030101010101" pitchFamily="2" charset="-122"/>
                <a:cs typeface="宋体"/>
              </a:rPr>
              <a:t>次</a:t>
            </a:r>
          </a:p>
        </p:txBody>
      </p:sp>
    </p:spTree>
    <p:extLst>
      <p:ext uri="{BB962C8B-B14F-4D97-AF65-F5344CB8AC3E}">
        <p14:creationId xmlns:p14="http://schemas.microsoft.com/office/powerpoint/2010/main" val="424788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additive="base">
                                        <p:cTn id="39" dur="500" fill="hold"/>
                                        <p:tgtEl>
                                          <p:spTgt spid="23"/>
                                        </p:tgtEl>
                                        <p:attrNameLst>
                                          <p:attrName>ppt_x</p:attrName>
                                        </p:attrNameLst>
                                      </p:cBhvr>
                                      <p:tavLst>
                                        <p:tav tm="0">
                                          <p:val>
                                            <p:strVal val="#ppt_x"/>
                                          </p:val>
                                        </p:tav>
                                        <p:tav tm="100000">
                                          <p:val>
                                            <p:strVal val="#ppt_x"/>
                                          </p:val>
                                        </p:tav>
                                      </p:tavLst>
                                    </p:anim>
                                    <p:anim calcmode="lin" valueType="num">
                                      <p:cBhvr additive="base">
                                        <p:cTn id="4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 calcmode="lin" valueType="num">
                                      <p:cBhvr additive="base">
                                        <p:cTn id="45" dur="500" fill="hold"/>
                                        <p:tgtEl>
                                          <p:spTgt spid="25"/>
                                        </p:tgtEl>
                                        <p:attrNameLst>
                                          <p:attrName>ppt_x</p:attrName>
                                        </p:attrNameLst>
                                      </p:cBhvr>
                                      <p:tavLst>
                                        <p:tav tm="0">
                                          <p:val>
                                            <p:strVal val="#ppt_x"/>
                                          </p:val>
                                        </p:tav>
                                        <p:tav tm="100000">
                                          <p:val>
                                            <p:strVal val="#ppt_x"/>
                                          </p:val>
                                        </p:tav>
                                      </p:tavLst>
                                    </p:anim>
                                    <p:anim calcmode="lin" valueType="num">
                                      <p:cBhvr additive="base">
                                        <p:cTn id="46" dur="500" fill="hold"/>
                                        <p:tgtEl>
                                          <p:spTgt spid="25"/>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500" fill="hold"/>
                                        <p:tgtEl>
                                          <p:spTgt spid="24"/>
                                        </p:tgtEl>
                                        <p:attrNameLst>
                                          <p:attrName>ppt_x</p:attrName>
                                        </p:attrNameLst>
                                      </p:cBhvr>
                                      <p:tavLst>
                                        <p:tav tm="0">
                                          <p:val>
                                            <p:strVal val="#ppt_x"/>
                                          </p:val>
                                        </p:tav>
                                        <p:tav tm="100000">
                                          <p:val>
                                            <p:strVal val="#ppt_x"/>
                                          </p:val>
                                        </p:tav>
                                      </p:tavLst>
                                    </p:anim>
                                    <p:anim calcmode="lin" valueType="num">
                                      <p:cBhvr additive="base">
                                        <p:cTn id="5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25" grpId="0" animBg="1"/>
      <p:bldP spid="2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133F98E-7149-374E-BADE-176746714108}"/>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4" name="object 2">
            <a:extLst>
              <a:ext uri="{FF2B5EF4-FFF2-40B4-BE49-F238E27FC236}">
                <a16:creationId xmlns:a16="http://schemas.microsoft.com/office/drawing/2014/main" id="{E9BF1E80-0882-794E-A97C-B20804C32351}"/>
              </a:ext>
            </a:extLst>
          </p:cNvPr>
          <p:cNvSpPr txBox="1"/>
          <p:nvPr/>
        </p:nvSpPr>
        <p:spPr>
          <a:xfrm>
            <a:off x="735231" y="1222680"/>
            <a:ext cx="10600983" cy="2738570"/>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2800" spc="-10" dirty="0" err="1">
                <a:latin typeface="宋体"/>
                <a:cs typeface="宋体"/>
              </a:rPr>
              <a:t>杠铃增重问题</a:t>
            </a:r>
            <a:endParaRPr sz="2800" dirty="0">
              <a:latin typeface="宋体"/>
              <a:cs typeface="宋体"/>
            </a:endParaRPr>
          </a:p>
          <a:p>
            <a:pPr marL="704215" lvl="1" indent="-347980">
              <a:lnSpc>
                <a:spcPct val="100000"/>
              </a:lnSpc>
              <a:spcBef>
                <a:spcPts val="580"/>
              </a:spcBef>
              <a:buClr>
                <a:srgbClr val="DAB6FB"/>
              </a:buClr>
              <a:buSzPct val="68750"/>
              <a:buFont typeface="Wingdings"/>
              <a:buChar char=""/>
              <a:tabLst>
                <a:tab pos="704215" algn="l"/>
                <a:tab pos="704850" algn="l"/>
              </a:tabLst>
            </a:pPr>
            <a:r>
              <a:rPr lang="zh-CN" altLang="en-US" sz="2400" spc="-10" dirty="0">
                <a:latin typeface="SimSun" panose="02010600030101010101" pitchFamily="2" charset="-122"/>
                <a:ea typeface="SimSun" panose="02010600030101010101" pitchFamily="2" charset="-122"/>
                <a:cs typeface="宋体"/>
              </a:rPr>
              <a:t>后续策略：</a:t>
            </a:r>
            <a:endParaRPr lang="zh-CN" altLang="en-US" sz="240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550" spc="260" dirty="0">
                <a:solidFill>
                  <a:srgbClr val="EB91D7"/>
                </a:solidFill>
                <a:latin typeface="SimSun" panose="02010600030101010101" pitchFamily="2" charset="-122"/>
                <a:ea typeface="SimSun" panose="02010600030101010101" pitchFamily="2" charset="-122"/>
                <a:cs typeface="宋体"/>
              </a:rPr>
              <a:t>o</a:t>
            </a:r>
            <a:r>
              <a:rPr lang="en" altLang="zh-CN" sz="1550" dirty="0">
                <a:solidFill>
                  <a:srgbClr val="EB91D7"/>
                </a:solidFill>
                <a:latin typeface="SimSun" panose="02010600030101010101" pitchFamily="2" charset="-122"/>
                <a:ea typeface="SimSun" panose="02010600030101010101" pitchFamily="2" charset="-122"/>
                <a:cs typeface="宋体"/>
              </a:rPr>
              <a:t>	</a:t>
            </a:r>
            <a:r>
              <a:rPr lang="zh-CN" altLang="en-US" sz="2200" spc="-15" dirty="0">
                <a:latin typeface="SimSun" panose="02010600030101010101" pitchFamily="2" charset="-122"/>
                <a:ea typeface="SimSun" panose="02010600030101010101" pitchFamily="2" charset="-122"/>
                <a:cs typeface="宋体"/>
              </a:rPr>
              <a:t>逐一合并</a:t>
            </a:r>
            <a:endParaRPr lang="en-US" altLang="zh-CN" sz="2200" spc="-15"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400" spc="260" dirty="0">
                <a:solidFill>
                  <a:srgbClr val="EB91D7"/>
                </a:solidFill>
                <a:latin typeface="SimSun" panose="02010600030101010101" pitchFamily="2" charset="-122"/>
                <a:ea typeface="SimSun" panose="02010600030101010101" pitchFamily="2" charset="-122"/>
              </a:rPr>
              <a:t>O</a:t>
            </a:r>
            <a:r>
              <a:rPr lang="zh-CN" altLang="en-US" sz="2400" spc="260" dirty="0">
                <a:solidFill>
                  <a:srgbClr val="EB91D7"/>
                </a:solidFill>
                <a:latin typeface="SimSun" panose="02010600030101010101" pitchFamily="2" charset="-122"/>
                <a:ea typeface="SimSun" panose="02010600030101010101" pitchFamily="2" charset="-122"/>
                <a:cs typeface="宋体"/>
              </a:rPr>
              <a:t> </a:t>
            </a:r>
            <a:r>
              <a:rPr lang="zh-CN" altLang="en-US" sz="2200" spc="-15" dirty="0">
                <a:latin typeface="SimSun" panose="02010600030101010101" pitchFamily="2" charset="-122"/>
                <a:ea typeface="SimSun" panose="02010600030101010101" pitchFamily="2" charset="-122"/>
              </a:rPr>
              <a:t>两两合并</a:t>
            </a:r>
          </a:p>
          <a:p>
            <a:pPr marL="705485">
              <a:spcBef>
                <a:spcPts val="555"/>
              </a:spcBef>
              <a:tabLst>
                <a:tab pos="1000125" algn="l"/>
              </a:tabLst>
            </a:pPr>
            <a:endParaRPr lang="zh-CN" altLang="en-US" sz="24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endParaRPr sz="2400" dirty="0">
              <a:latin typeface="宋体"/>
              <a:cs typeface="宋体"/>
            </a:endParaRPr>
          </a:p>
        </p:txBody>
      </p:sp>
      <p:sp>
        <p:nvSpPr>
          <p:cNvPr id="26" name="文本框 25">
            <a:extLst>
              <a:ext uri="{FF2B5EF4-FFF2-40B4-BE49-F238E27FC236}">
                <a16:creationId xmlns:a16="http://schemas.microsoft.com/office/drawing/2014/main" id="{8FDD9407-3BE7-D54E-93A5-6612A621D85A}"/>
              </a:ext>
            </a:extLst>
          </p:cNvPr>
          <p:cNvSpPr txBox="1"/>
          <p:nvPr/>
        </p:nvSpPr>
        <p:spPr>
          <a:xfrm>
            <a:off x="2332096" y="2263401"/>
            <a:ext cx="2064058" cy="369332"/>
          </a:xfrm>
          <a:prstGeom prst="rect">
            <a:avLst/>
          </a:prstGeom>
          <a:noFill/>
        </p:spPr>
        <p:txBody>
          <a:bodyPr wrap="square">
            <a:spAutoFit/>
          </a:bodyPr>
          <a:lstStyle/>
          <a:p>
            <a:pPr marL="705485">
              <a:spcBef>
                <a:spcPts val="555"/>
              </a:spcBef>
              <a:tabLst>
                <a:tab pos="1000125" algn="l"/>
              </a:tabLst>
            </a:pPr>
            <a:r>
              <a:rPr lang="zh-CN" altLang="en-US" sz="1800" spc="-15" dirty="0">
                <a:solidFill>
                  <a:srgbClr val="FF0000"/>
                </a:solidFill>
                <a:latin typeface="SimSun" panose="02010600030101010101" pitchFamily="2" charset="-122"/>
                <a:ea typeface="SimSun" panose="02010600030101010101" pitchFamily="2" charset="-122"/>
                <a:cs typeface="宋体"/>
              </a:rPr>
              <a:t>比较</a:t>
            </a:r>
            <a:r>
              <a:rPr lang="en-US" altLang="zh-CN" sz="1800" spc="-15" dirty="0">
                <a:solidFill>
                  <a:srgbClr val="FF0000"/>
                </a:solidFill>
                <a:latin typeface="SimSun" panose="02010600030101010101" pitchFamily="2" charset="-122"/>
                <a:ea typeface="SimSun" panose="02010600030101010101" pitchFamily="2" charset="-122"/>
                <a:cs typeface="宋体"/>
              </a:rPr>
              <a:t>27</a:t>
            </a:r>
            <a:r>
              <a:rPr lang="zh-CN" altLang="en-US" sz="1800" spc="-15" dirty="0">
                <a:solidFill>
                  <a:srgbClr val="FF0000"/>
                </a:solidFill>
                <a:latin typeface="SimSun" panose="02010600030101010101" pitchFamily="2" charset="-122"/>
                <a:ea typeface="SimSun" panose="02010600030101010101" pitchFamily="2" charset="-122"/>
                <a:cs typeface="宋体"/>
              </a:rPr>
              <a:t>次</a:t>
            </a:r>
          </a:p>
        </p:txBody>
      </p:sp>
      <p:graphicFrame>
        <p:nvGraphicFramePr>
          <p:cNvPr id="15" name="object 4">
            <a:extLst>
              <a:ext uri="{FF2B5EF4-FFF2-40B4-BE49-F238E27FC236}">
                <a16:creationId xmlns:a16="http://schemas.microsoft.com/office/drawing/2014/main" id="{E78A5AAA-5A46-E644-867F-C452F768D23D}"/>
              </a:ext>
            </a:extLst>
          </p:cNvPr>
          <p:cNvGraphicFramePr>
            <a:graphicFrameLocks noGrp="1"/>
          </p:cNvGraphicFramePr>
          <p:nvPr>
            <p:extLst>
              <p:ext uri="{D42A27DB-BD31-4B8C-83A1-F6EECF244321}">
                <p14:modId xmlns:p14="http://schemas.microsoft.com/office/powerpoint/2010/main" val="685935475"/>
              </p:ext>
            </p:extLst>
          </p:nvPr>
        </p:nvGraphicFramePr>
        <p:xfrm>
          <a:off x="2016760" y="3216774"/>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6" name="object 5">
            <a:extLst>
              <a:ext uri="{FF2B5EF4-FFF2-40B4-BE49-F238E27FC236}">
                <a16:creationId xmlns:a16="http://schemas.microsoft.com/office/drawing/2014/main" id="{CB28922F-9E1B-6246-8555-756D6EBD75F8}"/>
              </a:ext>
            </a:extLst>
          </p:cNvPr>
          <p:cNvGraphicFramePr>
            <a:graphicFrameLocks noGrp="1"/>
          </p:cNvGraphicFramePr>
          <p:nvPr>
            <p:extLst>
              <p:ext uri="{D42A27DB-BD31-4B8C-83A1-F6EECF244321}">
                <p14:modId xmlns:p14="http://schemas.microsoft.com/office/powerpoint/2010/main" val="3265586569"/>
              </p:ext>
            </p:extLst>
          </p:nvPr>
        </p:nvGraphicFramePr>
        <p:xfrm>
          <a:off x="4159503" y="3216774"/>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7" name="object 6">
            <a:extLst>
              <a:ext uri="{FF2B5EF4-FFF2-40B4-BE49-F238E27FC236}">
                <a16:creationId xmlns:a16="http://schemas.microsoft.com/office/drawing/2014/main" id="{D1038E70-02BC-E74F-A023-CC826B2A04FE}"/>
              </a:ext>
            </a:extLst>
          </p:cNvPr>
          <p:cNvGraphicFramePr>
            <a:graphicFrameLocks noGrp="1"/>
          </p:cNvGraphicFramePr>
          <p:nvPr>
            <p:extLst>
              <p:ext uri="{D42A27DB-BD31-4B8C-83A1-F6EECF244321}">
                <p14:modId xmlns:p14="http://schemas.microsoft.com/office/powerpoint/2010/main" val="415932192"/>
              </p:ext>
            </p:extLst>
          </p:nvPr>
        </p:nvGraphicFramePr>
        <p:xfrm>
          <a:off x="6302121" y="3216774"/>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8" name="object 7">
            <a:extLst>
              <a:ext uri="{FF2B5EF4-FFF2-40B4-BE49-F238E27FC236}">
                <a16:creationId xmlns:a16="http://schemas.microsoft.com/office/drawing/2014/main" id="{E54241EA-C31F-AB45-9627-9CCF5FCCAFEC}"/>
              </a:ext>
            </a:extLst>
          </p:cNvPr>
          <p:cNvGraphicFramePr>
            <a:graphicFrameLocks noGrp="1"/>
          </p:cNvGraphicFramePr>
          <p:nvPr>
            <p:extLst>
              <p:ext uri="{D42A27DB-BD31-4B8C-83A1-F6EECF244321}">
                <p14:modId xmlns:p14="http://schemas.microsoft.com/office/powerpoint/2010/main" val="3927733991"/>
              </p:ext>
            </p:extLst>
          </p:nvPr>
        </p:nvGraphicFramePr>
        <p:xfrm>
          <a:off x="8444865" y="3216774"/>
          <a:ext cx="1727835"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tblGrid>
              <a:tr h="576580">
                <a:tc>
                  <a:txBody>
                    <a:bodyPr/>
                    <a:lstStyle/>
                    <a:p>
                      <a:pPr marL="104775">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9" name="object 8">
            <a:extLst>
              <a:ext uri="{FF2B5EF4-FFF2-40B4-BE49-F238E27FC236}">
                <a16:creationId xmlns:a16="http://schemas.microsoft.com/office/drawing/2014/main" id="{2EBE16BC-EA62-D94F-8955-F0A56BAA2B05}"/>
              </a:ext>
            </a:extLst>
          </p:cNvPr>
          <p:cNvGraphicFramePr>
            <a:graphicFrameLocks noGrp="1"/>
          </p:cNvGraphicFramePr>
          <p:nvPr>
            <p:extLst>
              <p:ext uri="{D42A27DB-BD31-4B8C-83A1-F6EECF244321}">
                <p14:modId xmlns:p14="http://schemas.microsoft.com/office/powerpoint/2010/main" val="829562145"/>
              </p:ext>
            </p:extLst>
          </p:nvPr>
        </p:nvGraphicFramePr>
        <p:xfrm>
          <a:off x="2221229" y="4301862"/>
          <a:ext cx="345566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tblGrid>
              <a:tr h="576580">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30" name="object 9">
            <a:extLst>
              <a:ext uri="{FF2B5EF4-FFF2-40B4-BE49-F238E27FC236}">
                <a16:creationId xmlns:a16="http://schemas.microsoft.com/office/drawing/2014/main" id="{A59D326B-5525-074B-99C9-E14DA2D5309F}"/>
              </a:ext>
            </a:extLst>
          </p:cNvPr>
          <p:cNvGraphicFramePr>
            <a:graphicFrameLocks noGrp="1"/>
          </p:cNvGraphicFramePr>
          <p:nvPr>
            <p:extLst>
              <p:ext uri="{D42A27DB-BD31-4B8C-83A1-F6EECF244321}">
                <p14:modId xmlns:p14="http://schemas.microsoft.com/office/powerpoint/2010/main" val="2409512364"/>
              </p:ext>
            </p:extLst>
          </p:nvPr>
        </p:nvGraphicFramePr>
        <p:xfrm>
          <a:off x="6476365" y="4301862"/>
          <a:ext cx="345566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5715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31" name="object 10">
            <a:extLst>
              <a:ext uri="{FF2B5EF4-FFF2-40B4-BE49-F238E27FC236}">
                <a16:creationId xmlns:a16="http://schemas.microsoft.com/office/drawing/2014/main" id="{68166269-F2EF-4049-9CB8-49D5CB046575}"/>
              </a:ext>
            </a:extLst>
          </p:cNvPr>
          <p:cNvSpPr/>
          <p:nvPr/>
        </p:nvSpPr>
        <p:spPr>
          <a:xfrm>
            <a:off x="2900172" y="3813167"/>
            <a:ext cx="2142490" cy="508000"/>
          </a:xfrm>
          <a:custGeom>
            <a:avLst/>
            <a:gdLst/>
            <a:ahLst/>
            <a:cxnLst/>
            <a:rect l="l" t="t" r="r" b="b"/>
            <a:pathLst>
              <a:path w="2142490" h="508000">
                <a:moveTo>
                  <a:pt x="0" y="0"/>
                </a:moveTo>
                <a:lnTo>
                  <a:pt x="1068451" y="507872"/>
                </a:lnTo>
              </a:path>
              <a:path w="2142490" h="508000">
                <a:moveTo>
                  <a:pt x="2142490" y="0"/>
                </a:moveTo>
                <a:lnTo>
                  <a:pt x="1068324" y="507872"/>
                </a:lnTo>
              </a:path>
            </a:pathLst>
          </a:custGeom>
          <a:ln w="38100">
            <a:solidFill>
              <a:srgbClr val="000000"/>
            </a:solidFill>
          </a:ln>
        </p:spPr>
        <p:txBody>
          <a:bodyPr wrap="square" lIns="0" tIns="0" rIns="0" bIns="0" rtlCol="0"/>
          <a:lstStyle/>
          <a:p>
            <a:endParaRPr/>
          </a:p>
        </p:txBody>
      </p:sp>
      <p:sp>
        <p:nvSpPr>
          <p:cNvPr id="32" name="object 11">
            <a:extLst>
              <a:ext uri="{FF2B5EF4-FFF2-40B4-BE49-F238E27FC236}">
                <a16:creationId xmlns:a16="http://schemas.microsoft.com/office/drawing/2014/main" id="{08661697-0AAF-3145-BEC7-5974A922A0F8}"/>
              </a:ext>
            </a:extLst>
          </p:cNvPr>
          <p:cNvSpPr/>
          <p:nvPr/>
        </p:nvSpPr>
        <p:spPr>
          <a:xfrm>
            <a:off x="7185659" y="3813167"/>
            <a:ext cx="2142490" cy="508000"/>
          </a:xfrm>
          <a:custGeom>
            <a:avLst/>
            <a:gdLst/>
            <a:ahLst/>
            <a:cxnLst/>
            <a:rect l="l" t="t" r="r" b="b"/>
            <a:pathLst>
              <a:path w="2142490" h="508000">
                <a:moveTo>
                  <a:pt x="0" y="0"/>
                </a:moveTo>
                <a:lnTo>
                  <a:pt x="1038225" y="507872"/>
                </a:lnTo>
              </a:path>
              <a:path w="2142490" h="508000">
                <a:moveTo>
                  <a:pt x="2142236" y="0"/>
                </a:moveTo>
                <a:lnTo>
                  <a:pt x="1037844" y="507872"/>
                </a:lnTo>
              </a:path>
            </a:pathLst>
          </a:custGeom>
          <a:ln w="38100">
            <a:solidFill>
              <a:srgbClr val="000000"/>
            </a:solidFill>
          </a:ln>
        </p:spPr>
        <p:txBody>
          <a:bodyPr wrap="square" lIns="0" tIns="0" rIns="0" bIns="0" rtlCol="0"/>
          <a:lstStyle/>
          <a:p>
            <a:endParaRPr/>
          </a:p>
        </p:txBody>
      </p:sp>
      <p:graphicFrame>
        <p:nvGraphicFramePr>
          <p:cNvPr id="33" name="object 10">
            <a:extLst>
              <a:ext uri="{FF2B5EF4-FFF2-40B4-BE49-F238E27FC236}">
                <a16:creationId xmlns:a16="http://schemas.microsoft.com/office/drawing/2014/main" id="{51724C86-B6EB-0148-80FC-2903EA2186E5}"/>
              </a:ext>
            </a:extLst>
          </p:cNvPr>
          <p:cNvGraphicFramePr>
            <a:graphicFrameLocks noGrp="1"/>
          </p:cNvGraphicFramePr>
          <p:nvPr>
            <p:extLst>
              <p:ext uri="{D42A27DB-BD31-4B8C-83A1-F6EECF244321}">
                <p14:modId xmlns:p14="http://schemas.microsoft.com/office/powerpoint/2010/main" val="3236537583"/>
              </p:ext>
            </p:extLst>
          </p:nvPr>
        </p:nvGraphicFramePr>
        <p:xfrm>
          <a:off x="2620645" y="5386874"/>
          <a:ext cx="691133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tblGrid>
              <a:tr h="576580">
                <a:tc>
                  <a:txBody>
                    <a:bodyPr/>
                    <a:lstStyle/>
                    <a:p>
                      <a:pPr marL="104139">
                        <a:lnSpc>
                          <a:spcPct val="100000"/>
                        </a:lnSpc>
                        <a:spcBef>
                          <a:spcPts val="1005"/>
                        </a:spcBef>
                      </a:pPr>
                      <a:r>
                        <a:rPr sz="2000" b="1" spc="-25">
                          <a:solidFill>
                            <a:srgbClr val="00AF50"/>
                          </a:solidFill>
                          <a:latin typeface="Times New Roman"/>
                          <a:cs typeface="Times New Roman"/>
                        </a:rPr>
                        <a:t>116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04139">
                        <a:lnSpc>
                          <a:spcPct val="100000"/>
                        </a:lnSpc>
                        <a:spcBef>
                          <a:spcPts val="1005"/>
                        </a:spcBef>
                      </a:pPr>
                      <a:r>
                        <a:rPr sz="2000" b="1" spc="-25">
                          <a:solidFill>
                            <a:srgbClr val="006FC0"/>
                          </a:solidFill>
                          <a:latin typeface="Times New Roman"/>
                          <a:cs typeface="Times New Roman"/>
                        </a:rPr>
                        <a:t>117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AF50"/>
                          </a:solidFill>
                          <a:latin typeface="Times New Roman"/>
                          <a:cs typeface="Times New Roman"/>
                        </a:rPr>
                        <a:t>120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121</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solidFill>
                            <a:srgbClr val="00AF50"/>
                          </a:solidFill>
                          <a:latin typeface="Times New Roman"/>
                          <a:cs typeface="Times New Roman"/>
                        </a:rPr>
                        <a:t>122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123</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125</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006FC0"/>
                          </a:solidFill>
                          <a:latin typeface="Times New Roman"/>
                          <a:cs typeface="Times New Roman"/>
                        </a:rPr>
                        <a:t>126</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127</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solidFill>
                            <a:srgbClr val="FFC000"/>
                          </a:solidFill>
                          <a:latin typeface="Times New Roman"/>
                          <a:cs typeface="Times New Roman"/>
                        </a:rPr>
                        <a:t>129</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155">
                        <a:lnSpc>
                          <a:spcPct val="100000"/>
                        </a:lnSpc>
                        <a:spcBef>
                          <a:spcPts val="1005"/>
                        </a:spcBef>
                      </a:pPr>
                      <a:r>
                        <a:rPr sz="2000" b="1" spc="-25">
                          <a:latin typeface="Times New Roman"/>
                          <a:cs typeface="Times New Roman"/>
                        </a:rPr>
                        <a:t>130</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97790">
                        <a:lnSpc>
                          <a:spcPct val="100000"/>
                        </a:lnSpc>
                        <a:spcBef>
                          <a:spcPts val="1005"/>
                        </a:spcBef>
                      </a:pPr>
                      <a:r>
                        <a:rPr sz="2000" b="1" spc="-25">
                          <a:latin typeface="Times New Roman"/>
                          <a:cs typeface="Times New Roman"/>
                        </a:rPr>
                        <a:t>132</a:t>
                      </a:r>
                      <a:endParaRPr sz="2000">
                        <a:latin typeface="Times New Roman"/>
                        <a:cs typeface="Times New Roman"/>
                      </a:endParaRPr>
                    </a:p>
                  </a:txBody>
                  <a:tcPr marL="0" marR="0" marT="12763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34" name="object 13">
            <a:extLst>
              <a:ext uri="{FF2B5EF4-FFF2-40B4-BE49-F238E27FC236}">
                <a16:creationId xmlns:a16="http://schemas.microsoft.com/office/drawing/2014/main" id="{199B24D1-8A98-BE41-94F2-ADBADE60B950}"/>
              </a:ext>
            </a:extLst>
          </p:cNvPr>
          <p:cNvSpPr/>
          <p:nvPr/>
        </p:nvSpPr>
        <p:spPr>
          <a:xfrm>
            <a:off x="3968496" y="4898255"/>
            <a:ext cx="4255135" cy="508000"/>
          </a:xfrm>
          <a:custGeom>
            <a:avLst/>
            <a:gdLst/>
            <a:ahLst/>
            <a:cxnLst/>
            <a:rect l="l" t="t" r="r" b="b"/>
            <a:pathLst>
              <a:path w="4255134" h="508000">
                <a:moveTo>
                  <a:pt x="4255134" y="0"/>
                </a:moveTo>
                <a:lnTo>
                  <a:pt x="2127504" y="507911"/>
                </a:lnTo>
              </a:path>
              <a:path w="4255134" h="508000">
                <a:moveTo>
                  <a:pt x="0" y="0"/>
                </a:moveTo>
                <a:lnTo>
                  <a:pt x="2127630" y="507911"/>
                </a:lnTo>
              </a:path>
            </a:pathLst>
          </a:custGeom>
          <a:ln w="38100">
            <a:solidFill>
              <a:srgbClr val="000000"/>
            </a:solidFill>
          </a:ln>
        </p:spPr>
        <p:txBody>
          <a:bodyPr wrap="square" lIns="0" tIns="0" rIns="0" bIns="0" rtlCol="0"/>
          <a:lstStyle/>
          <a:p>
            <a:endParaRPr/>
          </a:p>
        </p:txBody>
      </p:sp>
      <p:sp>
        <p:nvSpPr>
          <p:cNvPr id="35" name="文本框 34">
            <a:extLst>
              <a:ext uri="{FF2B5EF4-FFF2-40B4-BE49-F238E27FC236}">
                <a16:creationId xmlns:a16="http://schemas.microsoft.com/office/drawing/2014/main" id="{3811711D-5875-AC44-8341-D8BD7E046C04}"/>
              </a:ext>
            </a:extLst>
          </p:cNvPr>
          <p:cNvSpPr txBox="1"/>
          <p:nvPr/>
        </p:nvSpPr>
        <p:spPr>
          <a:xfrm>
            <a:off x="2332096" y="2726666"/>
            <a:ext cx="2142490" cy="369332"/>
          </a:xfrm>
          <a:prstGeom prst="rect">
            <a:avLst/>
          </a:prstGeom>
          <a:noFill/>
        </p:spPr>
        <p:txBody>
          <a:bodyPr wrap="square">
            <a:spAutoFit/>
          </a:bodyPr>
          <a:lstStyle/>
          <a:p>
            <a:pPr marL="705485">
              <a:spcBef>
                <a:spcPts val="555"/>
              </a:spcBef>
              <a:tabLst>
                <a:tab pos="1000125" algn="l"/>
              </a:tabLst>
            </a:pPr>
            <a:r>
              <a:rPr lang="zh-CN" altLang="en-US" spc="-15" dirty="0">
                <a:solidFill>
                  <a:srgbClr val="FF0000"/>
                </a:solidFill>
                <a:latin typeface="SimSun" panose="02010600030101010101" pitchFamily="2" charset="-122"/>
                <a:ea typeface="SimSun" panose="02010600030101010101" pitchFamily="2" charset="-122"/>
              </a:rPr>
              <a:t>比较</a:t>
            </a:r>
            <a:r>
              <a:rPr lang="en-US" altLang="zh-CN" spc="-15" dirty="0">
                <a:solidFill>
                  <a:srgbClr val="FF0000"/>
                </a:solidFill>
                <a:latin typeface="SimSun" panose="02010600030101010101" pitchFamily="2" charset="-122"/>
                <a:ea typeface="SimSun" panose="02010600030101010101" pitchFamily="2" charset="-122"/>
              </a:rPr>
              <a:t>24</a:t>
            </a:r>
            <a:r>
              <a:rPr lang="zh-CN" altLang="en-US" spc="-15" dirty="0">
                <a:solidFill>
                  <a:srgbClr val="FF0000"/>
                </a:solidFill>
                <a:latin typeface="SimSun" panose="02010600030101010101" pitchFamily="2" charset="-122"/>
                <a:ea typeface="SimSun" panose="02010600030101010101" pitchFamily="2" charset="-122"/>
              </a:rPr>
              <a:t>次</a:t>
            </a:r>
          </a:p>
        </p:txBody>
      </p:sp>
    </p:spTree>
    <p:extLst>
      <p:ext uri="{BB962C8B-B14F-4D97-AF65-F5344CB8AC3E}">
        <p14:creationId xmlns:p14="http://schemas.microsoft.com/office/powerpoint/2010/main" val="1679279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ppt_x"/>
                                          </p:val>
                                        </p:tav>
                                        <p:tav tm="100000">
                                          <p:val>
                                            <p:strVal val="#ppt_x"/>
                                          </p:val>
                                        </p:tav>
                                      </p:tavLst>
                                    </p:anim>
                                    <p:anim calcmode="lin" valueType="num">
                                      <p:cBhvr additive="base">
                                        <p:cTn id="22" dur="500" fill="hold"/>
                                        <p:tgtEl>
                                          <p:spTgt spid="2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500" fill="hold"/>
                                        <p:tgtEl>
                                          <p:spTgt spid="30"/>
                                        </p:tgtEl>
                                        <p:attrNameLst>
                                          <p:attrName>ppt_x</p:attrName>
                                        </p:attrNameLst>
                                      </p:cBhvr>
                                      <p:tavLst>
                                        <p:tav tm="0">
                                          <p:val>
                                            <p:strVal val="#ppt_x"/>
                                          </p:val>
                                        </p:tav>
                                        <p:tav tm="100000">
                                          <p:val>
                                            <p:strVal val="#ppt_x"/>
                                          </p:val>
                                        </p:tav>
                                      </p:tavLst>
                                    </p:anim>
                                    <p:anim calcmode="lin" valueType="num">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anim calcmode="lin" valueType="num">
                                      <p:cBhvr additive="base">
                                        <p:cTn id="39" dur="500" fill="hold"/>
                                        <p:tgtEl>
                                          <p:spTgt spid="31"/>
                                        </p:tgtEl>
                                        <p:attrNameLst>
                                          <p:attrName>ppt_x</p:attrName>
                                        </p:attrNameLst>
                                      </p:cBhvr>
                                      <p:tavLst>
                                        <p:tav tm="0">
                                          <p:val>
                                            <p:strVal val="#ppt_x"/>
                                          </p:val>
                                        </p:tav>
                                        <p:tav tm="100000">
                                          <p:val>
                                            <p:strVal val="#ppt_x"/>
                                          </p:val>
                                        </p:tav>
                                      </p:tavLst>
                                    </p:anim>
                                    <p:anim calcmode="lin" valueType="num">
                                      <p:cBhvr additive="base">
                                        <p:cTn id="40" dur="500" fill="hold"/>
                                        <p:tgtEl>
                                          <p:spTgt spid="3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ppt_x"/>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additive="base">
                                        <p:cTn id="49" dur="500" fill="hold"/>
                                        <p:tgtEl>
                                          <p:spTgt spid="33"/>
                                        </p:tgtEl>
                                        <p:attrNameLst>
                                          <p:attrName>ppt_x</p:attrName>
                                        </p:attrNameLst>
                                      </p:cBhvr>
                                      <p:tavLst>
                                        <p:tav tm="0">
                                          <p:val>
                                            <p:strVal val="#ppt_x"/>
                                          </p:val>
                                        </p:tav>
                                        <p:tav tm="100000">
                                          <p:val>
                                            <p:strVal val="#ppt_x"/>
                                          </p:val>
                                        </p:tav>
                                      </p:tavLst>
                                    </p:anim>
                                    <p:anim calcmode="lin" valueType="num">
                                      <p:cBhvr additive="base">
                                        <p:cTn id="50" dur="500" fill="hold"/>
                                        <p:tgtEl>
                                          <p:spTgt spid="3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4"/>
                                        </p:tgtEl>
                                        <p:attrNameLst>
                                          <p:attrName>style.visibility</p:attrName>
                                        </p:attrNameLst>
                                      </p:cBhvr>
                                      <p:to>
                                        <p:strVal val="visible"/>
                                      </p:to>
                                    </p:set>
                                    <p:anim calcmode="lin" valueType="num">
                                      <p:cBhvr additive="base">
                                        <p:cTn id="53" dur="500" fill="hold"/>
                                        <p:tgtEl>
                                          <p:spTgt spid="34"/>
                                        </p:tgtEl>
                                        <p:attrNameLst>
                                          <p:attrName>ppt_x</p:attrName>
                                        </p:attrNameLst>
                                      </p:cBhvr>
                                      <p:tavLst>
                                        <p:tav tm="0">
                                          <p:val>
                                            <p:strVal val="#ppt_x"/>
                                          </p:val>
                                        </p:tav>
                                        <p:tav tm="100000">
                                          <p:val>
                                            <p:strVal val="#ppt_x"/>
                                          </p:val>
                                        </p:tav>
                                      </p:tavLst>
                                    </p:anim>
                                    <p:anim calcmode="lin" valueType="num">
                                      <p:cBhvr additive="base">
                                        <p:cTn id="54"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anim calcmode="lin" valueType="num">
                                      <p:cBhvr additive="base">
                                        <p:cTn id="59" dur="500" fill="hold"/>
                                        <p:tgtEl>
                                          <p:spTgt spid="35"/>
                                        </p:tgtEl>
                                        <p:attrNameLst>
                                          <p:attrName>ppt_x</p:attrName>
                                        </p:attrNameLst>
                                      </p:cBhvr>
                                      <p:tavLst>
                                        <p:tav tm="0">
                                          <p:val>
                                            <p:strVal val="#ppt_x"/>
                                          </p:val>
                                        </p:tav>
                                        <p:tav tm="100000">
                                          <p:val>
                                            <p:strVal val="#ppt_x"/>
                                          </p:val>
                                        </p:tav>
                                      </p:tavLst>
                                    </p:anim>
                                    <p:anim calcmode="lin" valueType="num">
                                      <p:cBhvr additive="base">
                                        <p:cTn id="6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1" grpId="0" animBg="1"/>
      <p:bldP spid="32" grpId="0" animBg="1"/>
      <p:bldP spid="34" grpId="0" animBg="1"/>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133F98E-7149-374E-BADE-176746714108}"/>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问题背景</a:t>
            </a:r>
          </a:p>
        </p:txBody>
      </p:sp>
      <p:sp>
        <p:nvSpPr>
          <p:cNvPr id="4" name="object 2">
            <a:extLst>
              <a:ext uri="{FF2B5EF4-FFF2-40B4-BE49-F238E27FC236}">
                <a16:creationId xmlns:a16="http://schemas.microsoft.com/office/drawing/2014/main" id="{E9BF1E80-0882-794E-A97C-B20804C32351}"/>
              </a:ext>
            </a:extLst>
          </p:cNvPr>
          <p:cNvSpPr txBox="1"/>
          <p:nvPr/>
        </p:nvSpPr>
        <p:spPr>
          <a:xfrm>
            <a:off x="735231" y="1222680"/>
            <a:ext cx="10600983" cy="2738570"/>
          </a:xfrm>
          <a:prstGeom prst="rect">
            <a:avLst/>
          </a:prstGeom>
        </p:spPr>
        <p:txBody>
          <a:bodyPr vert="horz" wrap="square" lIns="0" tIns="106045" rIns="0" bIns="0" rtlCol="0">
            <a:spAutoFit/>
          </a:bodyPr>
          <a:lstStyle/>
          <a:p>
            <a:pPr marL="355600" indent="-342900">
              <a:lnSpc>
                <a:spcPct val="100000"/>
              </a:lnSpc>
              <a:spcBef>
                <a:spcPts val="835"/>
              </a:spcBef>
              <a:buClr>
                <a:srgbClr val="8092F0"/>
              </a:buClr>
              <a:buSzPct val="69642"/>
              <a:buFont typeface="Wingdings"/>
              <a:buChar char=""/>
              <a:tabLst>
                <a:tab pos="354965" algn="l"/>
                <a:tab pos="355600" algn="l"/>
              </a:tabLst>
            </a:pPr>
            <a:r>
              <a:rPr sz="2800" spc="-10" dirty="0" err="1">
                <a:latin typeface="宋体"/>
                <a:cs typeface="宋体"/>
              </a:rPr>
              <a:t>杠铃增重问题</a:t>
            </a:r>
            <a:r>
              <a:rPr lang="zh-CN" altLang="en-US" sz="2800" spc="-10" dirty="0">
                <a:latin typeface="SimSun" panose="02010600030101010101" pitchFamily="2" charset="-122"/>
                <a:ea typeface="SimSun" panose="02010600030101010101" pitchFamily="2" charset="-122"/>
                <a:cs typeface="宋体"/>
              </a:rPr>
              <a:t>（局部有序）</a:t>
            </a:r>
            <a:endParaRPr sz="2800" dirty="0">
              <a:latin typeface="SimSun" panose="02010600030101010101" pitchFamily="2" charset="-122"/>
              <a:ea typeface="SimSun" panose="02010600030101010101" pitchFamily="2" charset="-122"/>
              <a:cs typeface="宋体"/>
            </a:endParaRPr>
          </a:p>
          <a:p>
            <a:pPr marL="704215" lvl="1" indent="-347980">
              <a:lnSpc>
                <a:spcPct val="100000"/>
              </a:lnSpc>
              <a:spcBef>
                <a:spcPts val="580"/>
              </a:spcBef>
              <a:buClr>
                <a:srgbClr val="DAB6FB"/>
              </a:buClr>
              <a:buSzPct val="68750"/>
              <a:buFont typeface="Wingdings"/>
              <a:buChar char=""/>
              <a:tabLst>
                <a:tab pos="704215" algn="l"/>
                <a:tab pos="704850" algn="l"/>
              </a:tabLst>
            </a:pPr>
            <a:r>
              <a:rPr lang="zh-CN" altLang="en-US" sz="2400" spc="-10" dirty="0">
                <a:latin typeface="SimSun" panose="02010600030101010101" pitchFamily="2" charset="-122"/>
                <a:ea typeface="SimSun" panose="02010600030101010101" pitchFamily="2" charset="-122"/>
                <a:cs typeface="宋体"/>
              </a:rPr>
              <a:t>后续策略：</a:t>
            </a:r>
            <a:endParaRPr lang="zh-CN" altLang="en-US" sz="2400"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550" spc="260" dirty="0">
                <a:solidFill>
                  <a:srgbClr val="EB91D7"/>
                </a:solidFill>
                <a:latin typeface="SimSun" panose="02010600030101010101" pitchFamily="2" charset="-122"/>
                <a:ea typeface="SimSun" panose="02010600030101010101" pitchFamily="2" charset="-122"/>
                <a:cs typeface="宋体"/>
              </a:rPr>
              <a:t>o</a:t>
            </a:r>
            <a:r>
              <a:rPr lang="en" altLang="zh-CN" sz="1550" dirty="0">
                <a:solidFill>
                  <a:srgbClr val="EB91D7"/>
                </a:solidFill>
                <a:latin typeface="SimSun" panose="02010600030101010101" pitchFamily="2" charset="-122"/>
                <a:ea typeface="SimSun" panose="02010600030101010101" pitchFamily="2" charset="-122"/>
                <a:cs typeface="宋体"/>
              </a:rPr>
              <a:t>	</a:t>
            </a:r>
            <a:r>
              <a:rPr lang="zh-CN" altLang="en-US" sz="2200" spc="-15" dirty="0">
                <a:latin typeface="SimSun" panose="02010600030101010101" pitchFamily="2" charset="-122"/>
                <a:ea typeface="SimSun" panose="02010600030101010101" pitchFamily="2" charset="-122"/>
                <a:cs typeface="宋体"/>
              </a:rPr>
              <a:t>逐一合并</a:t>
            </a:r>
            <a:endParaRPr lang="en-US" altLang="zh-CN" sz="2200" spc="-15" dirty="0">
              <a:latin typeface="SimSun" panose="02010600030101010101" pitchFamily="2" charset="-122"/>
              <a:ea typeface="SimSun" panose="02010600030101010101" pitchFamily="2" charset="-122"/>
              <a:cs typeface="宋体"/>
            </a:endParaRPr>
          </a:p>
          <a:p>
            <a:pPr marL="705485">
              <a:spcBef>
                <a:spcPts val="555"/>
              </a:spcBef>
              <a:tabLst>
                <a:tab pos="1000125" algn="l"/>
              </a:tabLst>
            </a:pPr>
            <a:r>
              <a:rPr lang="en" altLang="zh-CN" sz="1400" spc="260" dirty="0">
                <a:solidFill>
                  <a:srgbClr val="EB91D7"/>
                </a:solidFill>
                <a:latin typeface="SimSun" panose="02010600030101010101" pitchFamily="2" charset="-122"/>
                <a:ea typeface="SimSun" panose="02010600030101010101" pitchFamily="2" charset="-122"/>
              </a:rPr>
              <a:t>O</a:t>
            </a:r>
            <a:r>
              <a:rPr lang="zh-CN" altLang="en-US" sz="2400" spc="260" dirty="0">
                <a:solidFill>
                  <a:srgbClr val="EB91D7"/>
                </a:solidFill>
                <a:latin typeface="SimSun" panose="02010600030101010101" pitchFamily="2" charset="-122"/>
                <a:ea typeface="SimSun" panose="02010600030101010101" pitchFamily="2" charset="-122"/>
                <a:cs typeface="宋体"/>
              </a:rPr>
              <a:t> </a:t>
            </a:r>
            <a:r>
              <a:rPr lang="zh-CN" altLang="en-US" sz="2200" spc="-15" dirty="0">
                <a:latin typeface="SimSun" panose="02010600030101010101" pitchFamily="2" charset="-122"/>
                <a:ea typeface="SimSun" panose="02010600030101010101" pitchFamily="2" charset="-122"/>
              </a:rPr>
              <a:t>两两合并</a:t>
            </a:r>
          </a:p>
          <a:p>
            <a:pPr marL="705485">
              <a:spcBef>
                <a:spcPts val="555"/>
              </a:spcBef>
              <a:tabLst>
                <a:tab pos="1000125" algn="l"/>
              </a:tabLst>
            </a:pPr>
            <a:endParaRPr lang="zh-CN" altLang="en-US" sz="2400" dirty="0">
              <a:latin typeface="SimSun" panose="02010600030101010101" pitchFamily="2" charset="-122"/>
              <a:ea typeface="SimSun" panose="02010600030101010101" pitchFamily="2" charset="-122"/>
              <a:cs typeface="宋体"/>
            </a:endParaRPr>
          </a:p>
          <a:p>
            <a:pPr marL="704215" lvl="1" indent="-347980">
              <a:lnSpc>
                <a:spcPct val="100000"/>
              </a:lnSpc>
              <a:spcBef>
                <a:spcPts val="625"/>
              </a:spcBef>
              <a:buClr>
                <a:srgbClr val="DAB6FB"/>
              </a:buClr>
              <a:buSzPct val="68750"/>
              <a:buFont typeface="Wingdings"/>
              <a:buChar char=""/>
              <a:tabLst>
                <a:tab pos="704215" algn="l"/>
                <a:tab pos="704850" algn="l"/>
              </a:tabLst>
            </a:pPr>
            <a:endParaRPr sz="2400" dirty="0">
              <a:latin typeface="宋体"/>
              <a:cs typeface="宋体"/>
            </a:endParaRPr>
          </a:p>
        </p:txBody>
      </p:sp>
      <p:sp>
        <p:nvSpPr>
          <p:cNvPr id="26" name="文本框 25">
            <a:extLst>
              <a:ext uri="{FF2B5EF4-FFF2-40B4-BE49-F238E27FC236}">
                <a16:creationId xmlns:a16="http://schemas.microsoft.com/office/drawing/2014/main" id="{8FDD9407-3BE7-D54E-93A5-6612A621D85A}"/>
              </a:ext>
            </a:extLst>
          </p:cNvPr>
          <p:cNvSpPr txBox="1"/>
          <p:nvPr/>
        </p:nvSpPr>
        <p:spPr>
          <a:xfrm>
            <a:off x="2332096" y="2263401"/>
            <a:ext cx="2064058" cy="369332"/>
          </a:xfrm>
          <a:prstGeom prst="rect">
            <a:avLst/>
          </a:prstGeom>
          <a:noFill/>
        </p:spPr>
        <p:txBody>
          <a:bodyPr wrap="square">
            <a:spAutoFit/>
          </a:bodyPr>
          <a:lstStyle/>
          <a:p>
            <a:pPr marL="705485">
              <a:spcBef>
                <a:spcPts val="555"/>
              </a:spcBef>
              <a:tabLst>
                <a:tab pos="1000125" algn="l"/>
              </a:tabLst>
            </a:pPr>
            <a:r>
              <a:rPr lang="zh-CN" altLang="en-US" sz="1800" spc="-15" dirty="0">
                <a:solidFill>
                  <a:srgbClr val="FF0000"/>
                </a:solidFill>
                <a:latin typeface="SimSun" panose="02010600030101010101" pitchFamily="2" charset="-122"/>
                <a:ea typeface="SimSun" panose="02010600030101010101" pitchFamily="2" charset="-122"/>
                <a:cs typeface="宋体"/>
              </a:rPr>
              <a:t>比较</a:t>
            </a:r>
            <a:r>
              <a:rPr lang="en-US" altLang="zh-CN" sz="1800" spc="-15" dirty="0">
                <a:solidFill>
                  <a:srgbClr val="FF0000"/>
                </a:solidFill>
                <a:latin typeface="SimSun" panose="02010600030101010101" pitchFamily="2" charset="-122"/>
                <a:ea typeface="SimSun" panose="02010600030101010101" pitchFamily="2" charset="-122"/>
                <a:cs typeface="宋体"/>
              </a:rPr>
              <a:t>27</a:t>
            </a:r>
            <a:r>
              <a:rPr lang="zh-CN" altLang="en-US" sz="1800" spc="-15" dirty="0">
                <a:solidFill>
                  <a:srgbClr val="FF0000"/>
                </a:solidFill>
                <a:latin typeface="SimSun" panose="02010600030101010101" pitchFamily="2" charset="-122"/>
                <a:ea typeface="SimSun" panose="02010600030101010101" pitchFamily="2" charset="-122"/>
                <a:cs typeface="宋体"/>
              </a:rPr>
              <a:t>次</a:t>
            </a:r>
          </a:p>
        </p:txBody>
      </p:sp>
      <p:sp>
        <p:nvSpPr>
          <p:cNvPr id="35" name="文本框 34">
            <a:extLst>
              <a:ext uri="{FF2B5EF4-FFF2-40B4-BE49-F238E27FC236}">
                <a16:creationId xmlns:a16="http://schemas.microsoft.com/office/drawing/2014/main" id="{3811711D-5875-AC44-8341-D8BD7E046C04}"/>
              </a:ext>
            </a:extLst>
          </p:cNvPr>
          <p:cNvSpPr txBox="1"/>
          <p:nvPr/>
        </p:nvSpPr>
        <p:spPr>
          <a:xfrm>
            <a:off x="2332096" y="2726666"/>
            <a:ext cx="2142490" cy="369332"/>
          </a:xfrm>
          <a:prstGeom prst="rect">
            <a:avLst/>
          </a:prstGeom>
          <a:noFill/>
        </p:spPr>
        <p:txBody>
          <a:bodyPr wrap="square">
            <a:spAutoFit/>
          </a:bodyPr>
          <a:lstStyle/>
          <a:p>
            <a:pPr marL="705485">
              <a:spcBef>
                <a:spcPts val="555"/>
              </a:spcBef>
              <a:tabLst>
                <a:tab pos="1000125" algn="l"/>
              </a:tabLst>
            </a:pPr>
            <a:r>
              <a:rPr lang="zh-CN" altLang="en-US" spc="-15" dirty="0">
                <a:solidFill>
                  <a:srgbClr val="FF0000"/>
                </a:solidFill>
                <a:latin typeface="SimSun" panose="02010600030101010101" pitchFamily="2" charset="-122"/>
                <a:ea typeface="SimSun" panose="02010600030101010101" pitchFamily="2" charset="-122"/>
              </a:rPr>
              <a:t>比较</a:t>
            </a:r>
            <a:r>
              <a:rPr lang="en-US" altLang="zh-CN" spc="-15" dirty="0">
                <a:solidFill>
                  <a:srgbClr val="FF0000"/>
                </a:solidFill>
                <a:latin typeface="SimSun" panose="02010600030101010101" pitchFamily="2" charset="-122"/>
                <a:ea typeface="SimSun" panose="02010600030101010101" pitchFamily="2" charset="-122"/>
              </a:rPr>
              <a:t>24</a:t>
            </a:r>
            <a:r>
              <a:rPr lang="zh-CN" altLang="en-US" spc="-15" dirty="0">
                <a:solidFill>
                  <a:srgbClr val="FF0000"/>
                </a:solidFill>
                <a:latin typeface="SimSun" panose="02010600030101010101" pitchFamily="2" charset="-122"/>
                <a:ea typeface="SimSun" panose="02010600030101010101" pitchFamily="2" charset="-122"/>
              </a:rPr>
              <a:t>次</a:t>
            </a:r>
          </a:p>
        </p:txBody>
      </p:sp>
      <p:graphicFrame>
        <p:nvGraphicFramePr>
          <p:cNvPr id="17" name="object 4">
            <a:extLst>
              <a:ext uri="{FF2B5EF4-FFF2-40B4-BE49-F238E27FC236}">
                <a16:creationId xmlns:a16="http://schemas.microsoft.com/office/drawing/2014/main" id="{C903937B-1162-D349-AB91-B5155661DF26}"/>
              </a:ext>
            </a:extLst>
          </p:cNvPr>
          <p:cNvGraphicFramePr>
            <a:graphicFrameLocks noGrp="1"/>
          </p:cNvGraphicFramePr>
          <p:nvPr>
            <p:extLst>
              <p:ext uri="{D42A27DB-BD31-4B8C-83A1-F6EECF244321}">
                <p14:modId xmlns:p14="http://schemas.microsoft.com/office/powerpoint/2010/main" val="3702605792"/>
              </p:ext>
            </p:extLst>
          </p:nvPr>
        </p:nvGraphicFramePr>
        <p:xfrm>
          <a:off x="1456583" y="3307569"/>
          <a:ext cx="8821419" cy="1959610"/>
        </p:xfrm>
        <a:graphic>
          <a:graphicData uri="http://schemas.openxmlformats.org/drawingml/2006/table">
            <a:tbl>
              <a:tblPr firstRow="1" bandRow="1">
                <a:tableStyleId>{2D5ABB26-0587-4C30-8999-92F81FD0307C}</a:tableStyleId>
              </a:tblPr>
              <a:tblGrid>
                <a:gridCol w="2205355">
                  <a:extLst>
                    <a:ext uri="{9D8B030D-6E8A-4147-A177-3AD203B41FA5}">
                      <a16:colId xmlns:a16="http://schemas.microsoft.com/office/drawing/2014/main" val="20000"/>
                    </a:ext>
                  </a:extLst>
                </a:gridCol>
                <a:gridCol w="2205355">
                  <a:extLst>
                    <a:ext uri="{9D8B030D-6E8A-4147-A177-3AD203B41FA5}">
                      <a16:colId xmlns:a16="http://schemas.microsoft.com/office/drawing/2014/main" val="20001"/>
                    </a:ext>
                  </a:extLst>
                </a:gridCol>
                <a:gridCol w="2205355">
                  <a:extLst>
                    <a:ext uri="{9D8B030D-6E8A-4147-A177-3AD203B41FA5}">
                      <a16:colId xmlns:a16="http://schemas.microsoft.com/office/drawing/2014/main" val="20002"/>
                    </a:ext>
                  </a:extLst>
                </a:gridCol>
                <a:gridCol w="2205354">
                  <a:extLst>
                    <a:ext uri="{9D8B030D-6E8A-4147-A177-3AD203B41FA5}">
                      <a16:colId xmlns:a16="http://schemas.microsoft.com/office/drawing/2014/main" val="20003"/>
                    </a:ext>
                  </a:extLst>
                </a:gridCol>
              </a:tblGrid>
              <a:tr h="635000">
                <a:tc>
                  <a:txBody>
                    <a:bodyPr/>
                    <a:lstStyle/>
                    <a:p>
                      <a:pPr algn="ctr">
                        <a:lnSpc>
                          <a:spcPct val="100000"/>
                        </a:lnSpc>
                        <a:spcBef>
                          <a:spcPts val="905"/>
                        </a:spcBef>
                      </a:pPr>
                      <a:r>
                        <a:rPr sz="2200" spc="-20">
                          <a:solidFill>
                            <a:srgbClr val="FFFFFF"/>
                          </a:solidFill>
                          <a:latin typeface="宋体"/>
                          <a:cs typeface="宋体"/>
                        </a:rPr>
                        <a:t>策略名称</a:t>
                      </a:r>
                      <a:endParaRPr sz="2200">
                        <a:latin typeface="宋体"/>
                        <a:cs typeface="宋体"/>
                      </a:endParaRPr>
                    </a:p>
                  </a:txBody>
                  <a:tcPr marL="0" marR="0" marT="1149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C0"/>
                    </a:solidFill>
                  </a:tcPr>
                </a:tc>
                <a:tc>
                  <a:txBody>
                    <a:bodyPr/>
                    <a:lstStyle/>
                    <a:p>
                      <a:pPr algn="ctr">
                        <a:lnSpc>
                          <a:spcPct val="100000"/>
                        </a:lnSpc>
                        <a:spcBef>
                          <a:spcPts val="955"/>
                        </a:spcBef>
                      </a:pPr>
                      <a:r>
                        <a:rPr sz="2200" b="1">
                          <a:solidFill>
                            <a:srgbClr val="FFFFFF"/>
                          </a:solidFill>
                          <a:latin typeface="Times New Roman"/>
                          <a:cs typeface="Times New Roman"/>
                        </a:rPr>
                        <a:t>4</a:t>
                      </a:r>
                      <a:r>
                        <a:rPr sz="2200" spc="-25">
                          <a:solidFill>
                            <a:srgbClr val="FFFFFF"/>
                          </a:solidFill>
                          <a:latin typeface="宋体"/>
                          <a:cs typeface="宋体"/>
                        </a:rPr>
                        <a:t>位选手</a:t>
                      </a:r>
                      <a:endParaRPr sz="2200">
                        <a:latin typeface="宋体"/>
                        <a:cs typeface="宋体"/>
                      </a:endParaRPr>
                    </a:p>
                  </a:txBody>
                  <a:tcPr marL="0" marR="0" marT="12128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C0"/>
                    </a:solidFill>
                  </a:tcPr>
                </a:tc>
                <a:tc>
                  <a:txBody>
                    <a:bodyPr/>
                    <a:lstStyle/>
                    <a:p>
                      <a:pPr algn="ctr">
                        <a:lnSpc>
                          <a:spcPct val="100000"/>
                        </a:lnSpc>
                        <a:spcBef>
                          <a:spcPts val="955"/>
                        </a:spcBef>
                      </a:pPr>
                      <a:r>
                        <a:rPr sz="2200" b="1" dirty="0">
                          <a:solidFill>
                            <a:srgbClr val="FFFFFF"/>
                          </a:solidFill>
                          <a:latin typeface="Times New Roman"/>
                          <a:cs typeface="Times New Roman"/>
                        </a:rPr>
                        <a:t>8</a:t>
                      </a:r>
                      <a:r>
                        <a:rPr sz="2200" spc="-25" dirty="0">
                          <a:solidFill>
                            <a:srgbClr val="FFFFFF"/>
                          </a:solidFill>
                          <a:latin typeface="宋体"/>
                          <a:cs typeface="宋体"/>
                        </a:rPr>
                        <a:t>位选手</a:t>
                      </a:r>
                      <a:endParaRPr sz="2200" dirty="0">
                        <a:latin typeface="宋体"/>
                        <a:cs typeface="宋体"/>
                      </a:endParaRPr>
                    </a:p>
                  </a:txBody>
                  <a:tcPr marL="0" marR="0" marT="12128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C0"/>
                    </a:solidFill>
                  </a:tcPr>
                </a:tc>
                <a:tc>
                  <a:txBody>
                    <a:bodyPr/>
                    <a:lstStyle/>
                    <a:p>
                      <a:pPr algn="ctr">
                        <a:lnSpc>
                          <a:spcPct val="100000"/>
                        </a:lnSpc>
                        <a:spcBef>
                          <a:spcPts val="955"/>
                        </a:spcBef>
                      </a:pPr>
                      <a:r>
                        <a:rPr sz="2200" b="1">
                          <a:solidFill>
                            <a:srgbClr val="FFFFFF"/>
                          </a:solidFill>
                          <a:latin typeface="Times New Roman"/>
                          <a:cs typeface="Times New Roman"/>
                        </a:rPr>
                        <a:t>16</a:t>
                      </a:r>
                      <a:r>
                        <a:rPr sz="2200" spc="-25">
                          <a:solidFill>
                            <a:srgbClr val="FFFFFF"/>
                          </a:solidFill>
                          <a:latin typeface="宋体"/>
                          <a:cs typeface="宋体"/>
                        </a:rPr>
                        <a:t>位选手</a:t>
                      </a:r>
                      <a:endParaRPr sz="2200">
                        <a:latin typeface="宋体"/>
                        <a:cs typeface="宋体"/>
                      </a:endParaRPr>
                    </a:p>
                  </a:txBody>
                  <a:tcPr marL="0" marR="0" marT="12128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6FC0"/>
                    </a:solidFill>
                  </a:tcPr>
                </a:tc>
                <a:extLst>
                  <a:ext uri="{0D108BD9-81ED-4DB2-BD59-A6C34878D82A}">
                    <a16:rowId xmlns:a16="http://schemas.microsoft.com/office/drawing/2014/main" val="10000"/>
                  </a:ext>
                </a:extLst>
              </a:tr>
              <a:tr h="667385">
                <a:tc>
                  <a:txBody>
                    <a:bodyPr/>
                    <a:lstStyle/>
                    <a:p>
                      <a:pPr algn="ctr">
                        <a:lnSpc>
                          <a:spcPct val="100000"/>
                        </a:lnSpc>
                        <a:spcBef>
                          <a:spcPts val="1035"/>
                        </a:spcBef>
                      </a:pPr>
                      <a:r>
                        <a:rPr sz="2200" spc="-15">
                          <a:latin typeface="宋体"/>
                          <a:cs typeface="宋体"/>
                        </a:rPr>
                        <a:t>逐一合并</a:t>
                      </a:r>
                      <a:endParaRPr sz="2200">
                        <a:latin typeface="宋体"/>
                        <a:cs typeface="宋体"/>
                      </a:endParaRPr>
                    </a:p>
                  </a:txBody>
                  <a:tcPr marL="0" marR="0" marT="1314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algn="ctr">
                        <a:lnSpc>
                          <a:spcPct val="100000"/>
                        </a:lnSpc>
                        <a:spcBef>
                          <a:spcPts val="1080"/>
                        </a:spcBef>
                      </a:pPr>
                      <a:r>
                        <a:rPr sz="2200" spc="-10">
                          <a:latin typeface="Cambria Math"/>
                          <a:cs typeface="Cambria Math"/>
                        </a:rPr>
                        <a:t>𝟐𝟕</a:t>
                      </a:r>
                      <a:r>
                        <a:rPr sz="2200" spc="-50">
                          <a:latin typeface="宋体"/>
                          <a:cs typeface="宋体"/>
                        </a:rPr>
                        <a:t>次</a:t>
                      </a:r>
                      <a:endParaRPr sz="2200">
                        <a:latin typeface="宋体"/>
                        <a:cs typeface="宋体"/>
                      </a:endParaRPr>
                    </a:p>
                  </a:txBody>
                  <a:tcPr marL="0" marR="0" marT="1371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algn="ctr">
                        <a:lnSpc>
                          <a:spcPct val="100000"/>
                        </a:lnSpc>
                        <a:spcBef>
                          <a:spcPts val="1080"/>
                        </a:spcBef>
                      </a:pPr>
                      <a:r>
                        <a:rPr sz="2200" spc="-10">
                          <a:latin typeface="Cambria Math"/>
                          <a:cs typeface="Cambria Math"/>
                        </a:rPr>
                        <a:t>𝟏𝟎𝟓</a:t>
                      </a:r>
                      <a:r>
                        <a:rPr sz="2200" spc="-50">
                          <a:latin typeface="宋体"/>
                          <a:cs typeface="宋体"/>
                        </a:rPr>
                        <a:t>次</a:t>
                      </a:r>
                      <a:endParaRPr sz="2200">
                        <a:latin typeface="宋体"/>
                        <a:cs typeface="宋体"/>
                      </a:endParaRPr>
                    </a:p>
                  </a:txBody>
                  <a:tcPr marL="0" marR="0" marT="1371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tc>
                  <a:txBody>
                    <a:bodyPr/>
                    <a:lstStyle/>
                    <a:p>
                      <a:pPr algn="ctr">
                        <a:lnSpc>
                          <a:spcPct val="100000"/>
                        </a:lnSpc>
                        <a:spcBef>
                          <a:spcPts val="1080"/>
                        </a:spcBef>
                      </a:pPr>
                      <a:r>
                        <a:rPr sz="2200" spc="-10">
                          <a:latin typeface="Cambria Math"/>
                          <a:cs typeface="Cambria Math"/>
                        </a:rPr>
                        <a:t>𝟒𝟎𝟓</a:t>
                      </a:r>
                      <a:r>
                        <a:rPr sz="2200" spc="-50">
                          <a:latin typeface="宋体"/>
                          <a:cs typeface="宋体"/>
                        </a:rPr>
                        <a:t>次</a:t>
                      </a:r>
                      <a:endParaRPr sz="2200">
                        <a:latin typeface="宋体"/>
                        <a:cs typeface="宋体"/>
                      </a:endParaRPr>
                    </a:p>
                  </a:txBody>
                  <a:tcPr marL="0" marR="0" marT="1371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ACA"/>
                    </a:solidFill>
                  </a:tcPr>
                </a:tc>
                <a:extLst>
                  <a:ext uri="{0D108BD9-81ED-4DB2-BD59-A6C34878D82A}">
                    <a16:rowId xmlns:a16="http://schemas.microsoft.com/office/drawing/2014/main" val="10001"/>
                  </a:ext>
                </a:extLst>
              </a:tr>
              <a:tr h="657225">
                <a:tc>
                  <a:txBody>
                    <a:bodyPr/>
                    <a:lstStyle/>
                    <a:p>
                      <a:pPr algn="ctr">
                        <a:lnSpc>
                          <a:spcPct val="100000"/>
                        </a:lnSpc>
                        <a:spcBef>
                          <a:spcPts val="994"/>
                        </a:spcBef>
                      </a:pPr>
                      <a:r>
                        <a:rPr sz="2200" spc="-15">
                          <a:latin typeface="宋体"/>
                          <a:cs typeface="宋体"/>
                        </a:rPr>
                        <a:t>两两合并</a:t>
                      </a:r>
                      <a:endParaRPr sz="2200">
                        <a:latin typeface="宋体"/>
                        <a:cs typeface="宋体"/>
                      </a:endParaRPr>
                    </a:p>
                  </a:txBody>
                  <a:tcPr marL="0" marR="0" marT="12636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algn="ctr">
                        <a:lnSpc>
                          <a:spcPct val="100000"/>
                        </a:lnSpc>
                        <a:spcBef>
                          <a:spcPts val="1040"/>
                        </a:spcBef>
                      </a:pPr>
                      <a:r>
                        <a:rPr sz="2200" spc="-10">
                          <a:latin typeface="Cambria Math"/>
                          <a:cs typeface="Cambria Math"/>
                        </a:rPr>
                        <a:t>𝟐𝟒</a:t>
                      </a:r>
                      <a:r>
                        <a:rPr sz="2200" spc="-50">
                          <a:latin typeface="宋体"/>
                          <a:cs typeface="宋体"/>
                        </a:rPr>
                        <a:t>次</a:t>
                      </a:r>
                      <a:endParaRPr sz="2200">
                        <a:latin typeface="宋体"/>
                        <a:cs typeface="宋体"/>
                      </a:endParaRPr>
                    </a:p>
                  </a:txBody>
                  <a:tcPr marL="0" marR="0" marT="132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algn="ctr">
                        <a:lnSpc>
                          <a:spcPct val="100000"/>
                        </a:lnSpc>
                        <a:spcBef>
                          <a:spcPts val="1040"/>
                        </a:spcBef>
                      </a:pPr>
                      <a:r>
                        <a:rPr sz="2200" spc="-10">
                          <a:latin typeface="Cambria Math"/>
                          <a:cs typeface="Cambria Math"/>
                        </a:rPr>
                        <a:t>𝟕𝟐</a:t>
                      </a:r>
                      <a:r>
                        <a:rPr sz="2200" spc="-50">
                          <a:latin typeface="宋体"/>
                          <a:cs typeface="宋体"/>
                        </a:rPr>
                        <a:t>次</a:t>
                      </a:r>
                      <a:endParaRPr sz="2200">
                        <a:latin typeface="宋体"/>
                        <a:cs typeface="宋体"/>
                      </a:endParaRPr>
                    </a:p>
                  </a:txBody>
                  <a:tcPr marL="0" marR="0" marT="132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tc>
                  <a:txBody>
                    <a:bodyPr/>
                    <a:lstStyle/>
                    <a:p>
                      <a:pPr algn="ctr">
                        <a:lnSpc>
                          <a:spcPct val="100000"/>
                        </a:lnSpc>
                        <a:spcBef>
                          <a:spcPts val="1040"/>
                        </a:spcBef>
                      </a:pPr>
                      <a:r>
                        <a:rPr sz="2200" spc="-10" dirty="0">
                          <a:latin typeface="Cambria Math"/>
                          <a:cs typeface="Cambria Math"/>
                        </a:rPr>
                        <a:t>𝟏𝟗𝟐</a:t>
                      </a:r>
                      <a:r>
                        <a:rPr sz="2200" spc="-50" dirty="0" err="1">
                          <a:latin typeface="宋体"/>
                          <a:cs typeface="宋体"/>
                        </a:rPr>
                        <a:t>次</a:t>
                      </a:r>
                      <a:endParaRPr sz="2200" dirty="0">
                        <a:latin typeface="宋体"/>
                        <a:cs typeface="宋体"/>
                      </a:endParaRPr>
                    </a:p>
                  </a:txBody>
                  <a:tcPr marL="0" marR="0" marT="132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7"/>
                    </a:solidFill>
                  </a:tcPr>
                </a:tc>
                <a:extLst>
                  <a:ext uri="{0D108BD9-81ED-4DB2-BD59-A6C34878D82A}">
                    <a16:rowId xmlns:a16="http://schemas.microsoft.com/office/drawing/2014/main" val="10002"/>
                  </a:ext>
                </a:extLst>
              </a:tr>
            </a:tbl>
          </a:graphicData>
        </a:graphic>
      </p:graphicFrame>
      <p:sp>
        <p:nvSpPr>
          <p:cNvPr id="18" name="object 4">
            <a:extLst>
              <a:ext uri="{FF2B5EF4-FFF2-40B4-BE49-F238E27FC236}">
                <a16:creationId xmlns:a16="http://schemas.microsoft.com/office/drawing/2014/main" id="{BC331F48-89C2-A64F-83F9-36DB0DD71B24}"/>
              </a:ext>
            </a:extLst>
          </p:cNvPr>
          <p:cNvSpPr txBox="1"/>
          <p:nvPr/>
        </p:nvSpPr>
        <p:spPr>
          <a:xfrm>
            <a:off x="449504" y="5380442"/>
            <a:ext cx="10335726" cy="509755"/>
          </a:xfrm>
          <a:prstGeom prst="rect">
            <a:avLst/>
          </a:prstGeom>
          <a:noFill/>
          <a:ln w="38100">
            <a:noFill/>
          </a:ln>
        </p:spPr>
        <p:txBody>
          <a:bodyPr vert="horz" wrap="square" lIns="0" tIns="139065" rIns="0" bIns="0" rtlCol="0">
            <a:spAutoFit/>
          </a:bodyPr>
          <a:lstStyle/>
          <a:p>
            <a:pPr marL="600075">
              <a:lnSpc>
                <a:spcPct val="100000"/>
              </a:lnSpc>
              <a:spcBef>
                <a:spcPts val="1095"/>
              </a:spcBef>
            </a:pPr>
            <a:r>
              <a:rPr lang="zh-CN" altLang="en-US" sz="2400" spc="-5" dirty="0">
                <a:latin typeface="SimSun" panose="02010600030101010101" pitchFamily="2" charset="-122"/>
                <a:ea typeface="SimSun" panose="02010600030101010101" pitchFamily="2" charset="-122"/>
                <a:cs typeface="宋体"/>
              </a:rPr>
              <a:t>思考：</a:t>
            </a:r>
            <a:r>
              <a:rPr sz="2400" spc="-5" dirty="0" err="1">
                <a:latin typeface="SimSun" panose="02010600030101010101" pitchFamily="2" charset="-122"/>
                <a:ea typeface="SimSun" panose="02010600030101010101" pitchFamily="2" charset="-122"/>
                <a:cs typeface="宋体"/>
              </a:rPr>
              <a:t>求解杠铃增重问题的两两合并策略对排序问题有何启发</a:t>
            </a:r>
            <a:r>
              <a:rPr sz="2400" spc="-5" dirty="0">
                <a:latin typeface="SimSun" panose="02010600030101010101" pitchFamily="2" charset="-122"/>
                <a:ea typeface="SimSun" panose="02010600030101010101" pitchFamily="2" charset="-122"/>
                <a:cs typeface="宋体"/>
              </a:rPr>
              <a:t>？</a:t>
            </a:r>
            <a:endParaRPr sz="2400" dirty="0">
              <a:latin typeface="SimSun" panose="02010600030101010101" pitchFamily="2" charset="-122"/>
              <a:ea typeface="SimSun" panose="02010600030101010101" pitchFamily="2" charset="-122"/>
              <a:cs typeface="宋体"/>
            </a:endParaRPr>
          </a:p>
        </p:txBody>
      </p:sp>
    </p:spTree>
    <p:extLst>
      <p:ext uri="{BB962C8B-B14F-4D97-AF65-F5344CB8AC3E}">
        <p14:creationId xmlns:p14="http://schemas.microsoft.com/office/powerpoint/2010/main" val="2883664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A8421863-95B7-B74D-8E47-2AE9B0E5EE72}"/>
              </a:ext>
            </a:extLst>
          </p:cNvPr>
          <p:cNvSpPr txBox="1">
            <a:spLocks noGrp="1"/>
          </p:cNvSpPr>
          <p:nvPr>
            <p:ph type="title"/>
          </p:nvPr>
        </p:nvSpPr>
        <p:spPr>
          <a:xfrm>
            <a:off x="1261499" y="358590"/>
            <a:ext cx="8269362" cy="566181"/>
          </a:xfrm>
          <a:prstGeom prst="rect">
            <a:avLst/>
          </a:prstGeom>
        </p:spPr>
        <p:txBody>
          <a:bodyPr vert="horz" wrap="square" lIns="0" tIns="12065" rIns="0" bIns="0" rtlCol="0">
            <a:spAutoFit/>
          </a:bodyPr>
          <a:lstStyle/>
          <a:p>
            <a:pPr marL="12700">
              <a:lnSpc>
                <a:spcPct val="100000"/>
              </a:lnSpc>
              <a:spcBef>
                <a:spcPts val="95"/>
              </a:spcBef>
            </a:pPr>
            <a:r>
              <a:rPr sz="3600" spc="-40" dirty="0" err="1">
                <a:latin typeface="SimSun" panose="02010600030101010101" pitchFamily="2" charset="-122"/>
                <a:ea typeface="SimSun" panose="02010600030101010101" pitchFamily="2" charset="-122"/>
              </a:rPr>
              <a:t>从杠铃增重问题到排序问</a:t>
            </a:r>
            <a:r>
              <a:rPr sz="3600" spc="-50" dirty="0" err="1">
                <a:latin typeface="SimSun" panose="02010600030101010101" pitchFamily="2" charset="-122"/>
                <a:ea typeface="SimSun" panose="02010600030101010101" pitchFamily="2" charset="-122"/>
              </a:rPr>
              <a:t>题</a:t>
            </a:r>
            <a:endParaRPr sz="3600" spc="-50" dirty="0">
              <a:latin typeface="SimSun" panose="02010600030101010101" pitchFamily="2" charset="-122"/>
              <a:ea typeface="SimSun" panose="02010600030101010101" pitchFamily="2" charset="-122"/>
            </a:endParaRPr>
          </a:p>
        </p:txBody>
      </p:sp>
      <p:sp>
        <p:nvSpPr>
          <p:cNvPr id="4" name="object 2">
            <a:extLst>
              <a:ext uri="{FF2B5EF4-FFF2-40B4-BE49-F238E27FC236}">
                <a16:creationId xmlns:a16="http://schemas.microsoft.com/office/drawing/2014/main" id="{4CC0A583-8CD0-614C-ADED-4240769D1E68}"/>
              </a:ext>
            </a:extLst>
          </p:cNvPr>
          <p:cNvSpPr txBox="1"/>
          <p:nvPr/>
        </p:nvSpPr>
        <p:spPr>
          <a:xfrm>
            <a:off x="782124" y="1149177"/>
            <a:ext cx="2503805" cy="452755"/>
          </a:xfrm>
          <a:prstGeom prst="rect">
            <a:avLst/>
          </a:prstGeom>
        </p:spPr>
        <p:txBody>
          <a:bodyPr vert="horz" wrap="square" lIns="0" tIns="12700" rIns="0" bIns="0" rtlCol="0">
            <a:spAutoFit/>
          </a:bodyPr>
          <a:lstStyle/>
          <a:p>
            <a:pPr marL="355600" indent="-342900">
              <a:lnSpc>
                <a:spcPct val="100000"/>
              </a:lnSpc>
              <a:spcBef>
                <a:spcPts val="100"/>
              </a:spcBef>
              <a:buClr>
                <a:srgbClr val="8092F0"/>
              </a:buClr>
              <a:buSzPct val="69642"/>
              <a:buFont typeface="Wingdings"/>
              <a:buChar char=""/>
              <a:tabLst>
                <a:tab pos="354965" algn="l"/>
                <a:tab pos="355600" algn="l"/>
              </a:tabLst>
            </a:pPr>
            <a:r>
              <a:rPr sz="2800" spc="-10" dirty="0" err="1">
                <a:latin typeface="宋体"/>
                <a:cs typeface="宋体"/>
              </a:rPr>
              <a:t>排序问题回顾</a:t>
            </a:r>
            <a:endParaRPr sz="2800" dirty="0">
              <a:latin typeface="宋体"/>
              <a:cs typeface="宋体"/>
            </a:endParaRPr>
          </a:p>
        </p:txBody>
      </p:sp>
      <p:sp>
        <p:nvSpPr>
          <p:cNvPr id="5" name="object 4">
            <a:extLst>
              <a:ext uri="{FF2B5EF4-FFF2-40B4-BE49-F238E27FC236}">
                <a16:creationId xmlns:a16="http://schemas.microsoft.com/office/drawing/2014/main" id="{C0FECC57-9BA3-164C-9541-DA35B247C632}"/>
              </a:ext>
            </a:extLst>
          </p:cNvPr>
          <p:cNvSpPr/>
          <p:nvPr/>
        </p:nvSpPr>
        <p:spPr>
          <a:xfrm>
            <a:off x="1131980" y="5178672"/>
            <a:ext cx="805180" cy="805180"/>
          </a:xfrm>
          <a:custGeom>
            <a:avLst/>
            <a:gdLst/>
            <a:ahLst/>
            <a:cxnLst/>
            <a:rect l="l" t="t" r="r" b="b"/>
            <a:pathLst>
              <a:path w="805180" h="805179">
                <a:moveTo>
                  <a:pt x="804672" y="0"/>
                </a:moveTo>
                <a:lnTo>
                  <a:pt x="0" y="0"/>
                </a:lnTo>
                <a:lnTo>
                  <a:pt x="0" y="804672"/>
                </a:lnTo>
                <a:lnTo>
                  <a:pt x="804672" y="804672"/>
                </a:lnTo>
                <a:lnTo>
                  <a:pt x="804672" y="0"/>
                </a:lnTo>
                <a:close/>
              </a:path>
            </a:pathLst>
          </a:custGeom>
          <a:solidFill>
            <a:srgbClr val="006FC0"/>
          </a:solidFill>
        </p:spPr>
        <p:txBody>
          <a:bodyPr wrap="square" lIns="0" tIns="0" rIns="0" bIns="0" rtlCol="0"/>
          <a:lstStyle/>
          <a:p>
            <a:endParaRPr/>
          </a:p>
        </p:txBody>
      </p:sp>
      <p:sp>
        <p:nvSpPr>
          <p:cNvPr id="6" name="object 5">
            <a:extLst>
              <a:ext uri="{FF2B5EF4-FFF2-40B4-BE49-F238E27FC236}">
                <a16:creationId xmlns:a16="http://schemas.microsoft.com/office/drawing/2014/main" id="{84AB0332-7327-D241-B558-D06474F88AA6}"/>
              </a:ext>
            </a:extLst>
          </p:cNvPr>
          <p:cNvSpPr txBox="1"/>
          <p:nvPr/>
        </p:nvSpPr>
        <p:spPr>
          <a:xfrm>
            <a:off x="1131980" y="5178672"/>
            <a:ext cx="805180" cy="401320"/>
          </a:xfrm>
          <a:prstGeom prst="rect">
            <a:avLst/>
          </a:prstGeom>
          <a:solidFill>
            <a:srgbClr val="006FC0"/>
          </a:solidFill>
        </p:spPr>
        <p:txBody>
          <a:bodyPr vert="horz" wrap="square" lIns="0" tIns="0" rIns="0" bIns="0" rtlCol="0">
            <a:spAutoFit/>
          </a:bodyPr>
          <a:lstStyle/>
          <a:p>
            <a:pPr marL="249554">
              <a:lnSpc>
                <a:spcPts val="2870"/>
              </a:lnSpc>
            </a:pPr>
            <a:r>
              <a:rPr sz="2400" dirty="0" err="1">
                <a:solidFill>
                  <a:srgbClr val="FFFFFF"/>
                </a:solidFill>
                <a:latin typeface="宋体"/>
                <a:cs typeface="宋体"/>
              </a:rPr>
              <a:t>示</a:t>
            </a:r>
            <a:endParaRPr sz="2400" dirty="0">
              <a:latin typeface="宋体"/>
              <a:cs typeface="宋体"/>
            </a:endParaRPr>
          </a:p>
        </p:txBody>
      </p:sp>
      <p:sp>
        <p:nvSpPr>
          <p:cNvPr id="7" name="object 6">
            <a:extLst>
              <a:ext uri="{FF2B5EF4-FFF2-40B4-BE49-F238E27FC236}">
                <a16:creationId xmlns:a16="http://schemas.microsoft.com/office/drawing/2014/main" id="{9D81F2E6-C93E-9046-BFF6-1DF613AA99BC}"/>
              </a:ext>
            </a:extLst>
          </p:cNvPr>
          <p:cNvSpPr txBox="1"/>
          <p:nvPr/>
        </p:nvSpPr>
        <p:spPr>
          <a:xfrm>
            <a:off x="1131980" y="5579780"/>
            <a:ext cx="805180" cy="403860"/>
          </a:xfrm>
          <a:prstGeom prst="rect">
            <a:avLst/>
          </a:prstGeom>
          <a:solidFill>
            <a:srgbClr val="006FC0"/>
          </a:solidFill>
        </p:spPr>
        <p:txBody>
          <a:bodyPr vert="horz" wrap="square" lIns="0" tIns="0" rIns="0" bIns="0" rtlCol="0">
            <a:spAutoFit/>
          </a:bodyPr>
          <a:lstStyle/>
          <a:p>
            <a:pPr marL="249554">
              <a:lnSpc>
                <a:spcPts val="2595"/>
              </a:lnSpc>
            </a:pPr>
            <a:r>
              <a:rPr sz="2400">
                <a:solidFill>
                  <a:srgbClr val="FFFFFF"/>
                </a:solidFill>
                <a:latin typeface="宋体"/>
                <a:cs typeface="宋体"/>
              </a:rPr>
              <a:t>例</a:t>
            </a:r>
            <a:endParaRPr sz="2400">
              <a:latin typeface="宋体"/>
              <a:cs typeface="宋体"/>
            </a:endParaRPr>
          </a:p>
        </p:txBody>
      </p:sp>
      <p:grpSp>
        <p:nvGrpSpPr>
          <p:cNvPr id="8" name="object 7">
            <a:extLst>
              <a:ext uri="{FF2B5EF4-FFF2-40B4-BE49-F238E27FC236}">
                <a16:creationId xmlns:a16="http://schemas.microsoft.com/office/drawing/2014/main" id="{22B9B90F-C32D-C74E-93C6-3881B24F4CBD}"/>
              </a:ext>
            </a:extLst>
          </p:cNvPr>
          <p:cNvGrpSpPr/>
          <p:nvPr/>
        </p:nvGrpSpPr>
        <p:grpSpPr>
          <a:xfrm>
            <a:off x="1210937" y="1900073"/>
            <a:ext cx="8677910" cy="3079683"/>
            <a:chOff x="1480566" y="1700783"/>
            <a:chExt cx="8677910" cy="2900680"/>
          </a:xfrm>
        </p:grpSpPr>
        <p:sp>
          <p:nvSpPr>
            <p:cNvPr id="9" name="object 8">
              <a:extLst>
                <a:ext uri="{FF2B5EF4-FFF2-40B4-BE49-F238E27FC236}">
                  <a16:creationId xmlns:a16="http://schemas.microsoft.com/office/drawing/2014/main" id="{2E445C7F-7027-C344-8427-C40FC52C7817}"/>
                </a:ext>
              </a:extLst>
            </p:cNvPr>
            <p:cNvSpPr/>
            <p:nvPr/>
          </p:nvSpPr>
          <p:spPr>
            <a:xfrm>
              <a:off x="1499616" y="2132075"/>
              <a:ext cx="8639810" cy="2449830"/>
            </a:xfrm>
            <a:custGeom>
              <a:avLst/>
              <a:gdLst/>
              <a:ahLst/>
              <a:cxnLst/>
              <a:rect l="l" t="t" r="r" b="b"/>
              <a:pathLst>
                <a:path w="8639810" h="2449829">
                  <a:moveTo>
                    <a:pt x="0" y="2449830"/>
                  </a:moveTo>
                  <a:lnTo>
                    <a:pt x="8639556" y="2449830"/>
                  </a:lnTo>
                  <a:lnTo>
                    <a:pt x="8639556" y="0"/>
                  </a:lnTo>
                  <a:lnTo>
                    <a:pt x="0" y="0"/>
                  </a:lnTo>
                  <a:lnTo>
                    <a:pt x="0" y="2449830"/>
                  </a:lnTo>
                  <a:close/>
                </a:path>
              </a:pathLst>
            </a:custGeom>
            <a:ln w="38100">
              <a:solidFill>
                <a:srgbClr val="00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2F33E9A0-6EDA-3642-B39E-033E951F8606}"/>
                </a:ext>
              </a:extLst>
            </p:cNvPr>
            <p:cNvSpPr/>
            <p:nvPr/>
          </p:nvSpPr>
          <p:spPr>
            <a:xfrm>
              <a:off x="1752600" y="1700783"/>
              <a:ext cx="2447290" cy="445770"/>
            </a:xfrm>
            <a:custGeom>
              <a:avLst/>
              <a:gdLst/>
              <a:ahLst/>
              <a:cxnLst/>
              <a:rect l="l" t="t" r="r" b="b"/>
              <a:pathLst>
                <a:path w="2447290" h="445769">
                  <a:moveTo>
                    <a:pt x="2335276" y="0"/>
                  </a:moveTo>
                  <a:lnTo>
                    <a:pt x="111506" y="0"/>
                  </a:lnTo>
                  <a:lnTo>
                    <a:pt x="0" y="445769"/>
                  </a:lnTo>
                  <a:lnTo>
                    <a:pt x="2446782" y="445769"/>
                  </a:lnTo>
                  <a:lnTo>
                    <a:pt x="2335276" y="0"/>
                  </a:lnTo>
                  <a:close/>
                </a:path>
              </a:pathLst>
            </a:custGeom>
            <a:solidFill>
              <a:srgbClr val="006FC0"/>
            </a:solidFill>
          </p:spPr>
          <p:txBody>
            <a:bodyPr wrap="square" lIns="0" tIns="0" rIns="0" bIns="0" rtlCol="0"/>
            <a:lstStyle/>
            <a:p>
              <a:endParaRPr/>
            </a:p>
          </p:txBody>
        </p:sp>
      </p:grpSp>
      <p:sp>
        <p:nvSpPr>
          <p:cNvPr id="11" name="object 10">
            <a:extLst>
              <a:ext uri="{FF2B5EF4-FFF2-40B4-BE49-F238E27FC236}">
                <a16:creationId xmlns:a16="http://schemas.microsoft.com/office/drawing/2014/main" id="{5512B2DF-C4ED-9246-B472-445AEA619A6E}"/>
              </a:ext>
            </a:extLst>
          </p:cNvPr>
          <p:cNvSpPr txBox="1">
            <a:spLocks/>
          </p:cNvSpPr>
          <p:nvPr/>
        </p:nvSpPr>
        <p:spPr>
          <a:xfrm>
            <a:off x="1257926" y="1777032"/>
            <a:ext cx="5553182" cy="3027624"/>
          </a:xfrm>
          <a:prstGeom prst="rect">
            <a:avLst/>
          </a:prstGeom>
        </p:spPr>
        <p:txBody>
          <a:bodyPr vert="horz" wrap="square" lIns="0" tIns="119380"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36930">
              <a:lnSpc>
                <a:spcPct val="100000"/>
              </a:lnSpc>
              <a:spcBef>
                <a:spcPts val="940"/>
              </a:spcBef>
            </a:pPr>
            <a:r>
              <a:rPr lang="zh-CN" altLang="en-US" spc="-15" dirty="0"/>
              <a:t>排序问题</a:t>
            </a:r>
          </a:p>
          <a:p>
            <a:pPr marL="406400" indent="0">
              <a:lnSpc>
                <a:spcPts val="2365"/>
              </a:lnSpc>
              <a:spcBef>
                <a:spcPts val="695"/>
              </a:spcBef>
              <a:buNone/>
            </a:pPr>
            <a:r>
              <a:rPr lang="zh-CN" altLang="en-US" sz="2000" dirty="0">
                <a:solidFill>
                  <a:srgbClr val="006FC0"/>
                </a:solidFill>
                <a:latin typeface="Times New Roman"/>
                <a:cs typeface="Times New Roman"/>
              </a:rPr>
              <a:t>     </a:t>
            </a:r>
            <a:r>
              <a:rPr lang="en" sz="2000" dirty="0">
                <a:solidFill>
                  <a:srgbClr val="006FC0"/>
                </a:solidFill>
                <a:latin typeface="Times New Roman"/>
                <a:cs typeface="Times New Roman"/>
              </a:rPr>
              <a:t>Sorting</a:t>
            </a:r>
            <a:r>
              <a:rPr lang="en" sz="2000" spc="-70" dirty="0">
                <a:solidFill>
                  <a:srgbClr val="006FC0"/>
                </a:solidFill>
                <a:latin typeface="Times New Roman"/>
                <a:cs typeface="Times New Roman"/>
              </a:rPr>
              <a:t> </a:t>
            </a:r>
            <a:r>
              <a:rPr lang="en" sz="2000" spc="-10" dirty="0">
                <a:solidFill>
                  <a:srgbClr val="006FC0"/>
                </a:solidFill>
                <a:latin typeface="Times New Roman"/>
                <a:cs typeface="Times New Roman"/>
              </a:rPr>
              <a:t>Problem</a:t>
            </a:r>
            <a:endParaRPr lang="en" sz="2000" dirty="0">
              <a:latin typeface="Times New Roman"/>
              <a:cs typeface="Times New Roman"/>
            </a:endParaRPr>
          </a:p>
          <a:p>
            <a:pPr marL="63500">
              <a:lnSpc>
                <a:spcPts val="2605"/>
              </a:lnSpc>
            </a:pPr>
            <a:r>
              <a:rPr lang="zh-CN" altLang="en-US" sz="2200" spc="-25" dirty="0">
                <a:solidFill>
                  <a:srgbClr val="006FC0"/>
                </a:solidFill>
                <a:latin typeface="宋体"/>
                <a:cs typeface="宋体"/>
              </a:rPr>
              <a:t>输入</a:t>
            </a:r>
            <a:endParaRPr lang="zh-CN" altLang="en-US" sz="2200" dirty="0">
              <a:latin typeface="宋体"/>
              <a:cs typeface="宋体"/>
            </a:endParaRPr>
          </a:p>
          <a:p>
            <a:pPr marL="63500" indent="0">
              <a:lnSpc>
                <a:spcPts val="2350"/>
              </a:lnSpc>
              <a:spcBef>
                <a:spcPts val="100"/>
              </a:spcBef>
              <a:buNone/>
              <a:tabLst>
                <a:tab pos="348615" algn="l"/>
                <a:tab pos="349250" algn="l"/>
              </a:tabLst>
            </a:pPr>
            <a:r>
              <a:rPr lang="zh-CN" altLang="en-US" sz="2000" spc="-20" dirty="0">
                <a:solidFill>
                  <a:srgbClr val="000000"/>
                </a:solidFill>
                <a:latin typeface="宋体"/>
                <a:cs typeface="宋体"/>
              </a:rPr>
              <a:t>包含</a:t>
            </a:r>
            <a:r>
              <a:rPr lang="zh-CN" altLang="en-US" sz="2000" spc="-10" dirty="0">
                <a:solidFill>
                  <a:srgbClr val="000000"/>
                </a:solidFill>
                <a:latin typeface="Cambria Math"/>
                <a:cs typeface="Cambria Math"/>
              </a:rPr>
              <a:t>𝒏</a:t>
            </a:r>
            <a:r>
              <a:rPr lang="zh-CN" altLang="en-US" sz="2000" spc="-20" dirty="0">
                <a:solidFill>
                  <a:srgbClr val="000000"/>
                </a:solidFill>
                <a:latin typeface="宋体"/>
                <a:cs typeface="宋体"/>
              </a:rPr>
              <a:t>个数字的序列</a:t>
            </a:r>
            <a:r>
              <a:rPr lang="zh-CN" altLang="en-US" sz="2000" spc="-315" dirty="0">
                <a:solidFill>
                  <a:srgbClr val="000000"/>
                </a:solidFill>
                <a:latin typeface="宋体"/>
                <a:cs typeface="宋体"/>
              </a:rPr>
              <a:t> </a:t>
            </a:r>
            <a:r>
              <a:rPr lang="en-US" altLang="zh-CN" sz="2000" spc="60" dirty="0">
                <a:solidFill>
                  <a:srgbClr val="000000"/>
                </a:solidFill>
                <a:latin typeface="Cambria Math"/>
                <a:cs typeface="Cambria Math"/>
              </a:rPr>
              <a:t>&lt; </a:t>
            </a:r>
            <a:r>
              <a:rPr lang="zh-CN" altLang="en-US" sz="2000" dirty="0">
                <a:solidFill>
                  <a:srgbClr val="000000"/>
                </a:solidFill>
                <a:latin typeface="Cambria Math"/>
                <a:cs typeface="Cambria Math"/>
              </a:rPr>
              <a:t>𝒂</a:t>
            </a:r>
            <a:r>
              <a:rPr lang="zh-CN" altLang="en-US" sz="2175" baseline="-15325" dirty="0">
                <a:solidFill>
                  <a:srgbClr val="000000"/>
                </a:solidFill>
                <a:latin typeface="Cambria Math"/>
                <a:cs typeface="Cambria Math"/>
              </a:rPr>
              <a:t>𝟏</a:t>
            </a:r>
            <a:r>
              <a:rPr lang="en-US" altLang="zh-CN" sz="2000" spc="-65" dirty="0">
                <a:solidFill>
                  <a:srgbClr val="000000"/>
                </a:solidFill>
                <a:latin typeface="Cambria Math"/>
                <a:cs typeface="Cambria Math"/>
              </a:rPr>
              <a:t>, … , </a:t>
            </a:r>
            <a:r>
              <a:rPr lang="zh-CN" altLang="en-US" sz="2000" dirty="0">
                <a:solidFill>
                  <a:srgbClr val="000000"/>
                </a:solidFill>
                <a:latin typeface="Cambria Math"/>
                <a:cs typeface="Cambria Math"/>
              </a:rPr>
              <a:t>𝒂</a:t>
            </a:r>
            <a:r>
              <a:rPr lang="zh-CN" altLang="en-US" sz="2175" baseline="-15325" dirty="0">
                <a:solidFill>
                  <a:srgbClr val="000000"/>
                </a:solidFill>
                <a:latin typeface="Cambria Math"/>
                <a:cs typeface="Cambria Math"/>
              </a:rPr>
              <a:t>𝒏</a:t>
            </a:r>
            <a:r>
              <a:rPr lang="zh-CN" altLang="en-US" sz="2175" spc="494" baseline="-15325" dirty="0">
                <a:solidFill>
                  <a:srgbClr val="000000"/>
                </a:solidFill>
                <a:latin typeface="Cambria Math"/>
                <a:cs typeface="Cambria Math"/>
              </a:rPr>
              <a:t> </a:t>
            </a:r>
            <a:r>
              <a:rPr lang="en-US" altLang="zh-CN" sz="2000" spc="-50" dirty="0">
                <a:solidFill>
                  <a:srgbClr val="000000"/>
                </a:solidFill>
                <a:latin typeface="Cambria Math"/>
                <a:cs typeface="Cambria Math"/>
              </a:rPr>
              <a:t>&gt;</a:t>
            </a:r>
            <a:endParaRPr lang="zh-CN" altLang="en-US" sz="2000" dirty="0">
              <a:latin typeface="Cambria Math"/>
              <a:cs typeface="Cambria Math"/>
            </a:endParaRPr>
          </a:p>
          <a:p>
            <a:pPr marL="63500">
              <a:lnSpc>
                <a:spcPts val="2590"/>
              </a:lnSpc>
            </a:pPr>
            <a:r>
              <a:rPr lang="zh-CN" altLang="en-US" sz="2200" spc="-25" dirty="0">
                <a:solidFill>
                  <a:srgbClr val="006FC0"/>
                </a:solidFill>
                <a:latin typeface="宋体"/>
                <a:cs typeface="宋体"/>
              </a:rPr>
              <a:t>输出</a:t>
            </a:r>
            <a:endParaRPr lang="zh-CN" altLang="en-US" sz="2200" dirty="0">
              <a:latin typeface="宋体"/>
              <a:cs typeface="宋体"/>
            </a:endParaRPr>
          </a:p>
          <a:p>
            <a:pPr marL="63500" indent="0">
              <a:lnSpc>
                <a:spcPct val="100000"/>
              </a:lnSpc>
              <a:spcBef>
                <a:spcPts val="385"/>
              </a:spcBef>
              <a:buNone/>
              <a:tabLst>
                <a:tab pos="405765" algn="l"/>
                <a:tab pos="406400" algn="l"/>
              </a:tabLst>
            </a:pPr>
            <a:r>
              <a:rPr lang="zh-CN" altLang="en-US" sz="2000" spc="-20" dirty="0">
                <a:solidFill>
                  <a:srgbClr val="000000"/>
                </a:solidFill>
                <a:latin typeface="宋体"/>
                <a:cs typeface="宋体"/>
              </a:rPr>
              <a:t>输出序列的升</a:t>
            </a:r>
            <a:r>
              <a:rPr lang="zh-CN" altLang="en-US" sz="2000" spc="-50" dirty="0">
                <a:solidFill>
                  <a:srgbClr val="000000"/>
                </a:solidFill>
                <a:latin typeface="宋体"/>
                <a:cs typeface="宋体"/>
              </a:rPr>
              <a:t>序</a:t>
            </a:r>
            <a:r>
              <a:rPr lang="zh-CN" altLang="en-US" sz="2000" spc="-50" dirty="0">
                <a:latin typeface="宋体"/>
                <a:cs typeface="宋体"/>
              </a:rPr>
              <a:t>  </a:t>
            </a:r>
            <a:r>
              <a:rPr lang="en-US" altLang="zh-CN" sz="2000" dirty="0">
                <a:solidFill>
                  <a:srgbClr val="000000"/>
                </a:solidFill>
                <a:latin typeface="Cambria Math"/>
                <a:cs typeface="Cambria Math"/>
              </a:rPr>
              <a:t>&lt;</a:t>
            </a:r>
            <a:r>
              <a:rPr lang="zh-CN" altLang="en-US" sz="2000" spc="120" dirty="0">
                <a:solidFill>
                  <a:srgbClr val="000000"/>
                </a:solidFill>
                <a:latin typeface="Cambria Math"/>
                <a:cs typeface="Cambria Math"/>
              </a:rPr>
              <a:t> </a:t>
            </a:r>
            <a:r>
              <a:rPr lang="zh-CN" altLang="en-US" sz="2000" spc="65" dirty="0">
                <a:solidFill>
                  <a:srgbClr val="000000"/>
                </a:solidFill>
                <a:latin typeface="Cambria Math"/>
                <a:cs typeface="Cambria Math"/>
              </a:rPr>
              <a:t>𝒂</a:t>
            </a:r>
            <a:r>
              <a:rPr lang="en-US" altLang="zh-CN" sz="2000" spc="65" baseline="-25000" dirty="0">
                <a:solidFill>
                  <a:srgbClr val="000000"/>
                </a:solidFill>
                <a:latin typeface="Cambria Math"/>
                <a:cs typeface="Cambria Math"/>
              </a:rPr>
              <a:t>1</a:t>
            </a:r>
            <a:r>
              <a:rPr lang="en-US" altLang="zh-CN" sz="2175" spc="97" baseline="30651" dirty="0">
                <a:solidFill>
                  <a:srgbClr val="000000"/>
                </a:solidFill>
                <a:latin typeface="Cambria Math"/>
                <a:cs typeface="Cambria Math"/>
              </a:rPr>
              <a:t>′</a:t>
            </a:r>
            <a:r>
              <a:rPr lang="zh-CN" altLang="en-US" sz="2175" spc="172" baseline="30651" dirty="0">
                <a:solidFill>
                  <a:srgbClr val="000000"/>
                </a:solidFill>
                <a:latin typeface="Cambria Math"/>
                <a:cs typeface="Cambria Math"/>
              </a:rPr>
              <a:t> </a:t>
            </a:r>
            <a:r>
              <a:rPr lang="en-US" altLang="zh-CN" sz="2000" spc="-10" dirty="0">
                <a:solidFill>
                  <a:srgbClr val="000000"/>
                </a:solidFill>
                <a:latin typeface="Cambria Math"/>
                <a:cs typeface="Cambria Math"/>
              </a:rPr>
              <a:t>,</a:t>
            </a:r>
            <a:r>
              <a:rPr lang="zh-CN" altLang="en-US" sz="2000" spc="-110" dirty="0">
                <a:solidFill>
                  <a:srgbClr val="000000"/>
                </a:solidFill>
                <a:latin typeface="Cambria Math"/>
                <a:cs typeface="Cambria Math"/>
              </a:rPr>
              <a:t> </a:t>
            </a:r>
            <a:r>
              <a:rPr lang="zh-CN" altLang="en-US" sz="2000" spc="65" dirty="0">
                <a:solidFill>
                  <a:srgbClr val="000000"/>
                </a:solidFill>
                <a:latin typeface="Cambria Math"/>
                <a:cs typeface="Cambria Math"/>
              </a:rPr>
              <a:t>𝒂</a:t>
            </a:r>
            <a:r>
              <a:rPr lang="en-US" altLang="zh-CN" sz="2000" spc="65" baseline="-25000" dirty="0">
                <a:solidFill>
                  <a:srgbClr val="000000"/>
                </a:solidFill>
                <a:latin typeface="Cambria Math"/>
                <a:cs typeface="Cambria Math"/>
              </a:rPr>
              <a:t>2</a:t>
            </a:r>
            <a:r>
              <a:rPr lang="en-US" altLang="zh-CN" sz="2175" spc="97" baseline="30651" dirty="0">
                <a:solidFill>
                  <a:srgbClr val="000000"/>
                </a:solidFill>
                <a:latin typeface="Cambria Math"/>
                <a:cs typeface="Cambria Math"/>
              </a:rPr>
              <a:t>′</a:t>
            </a:r>
            <a:r>
              <a:rPr lang="zh-CN" altLang="en-US" sz="2175" spc="172" baseline="30651" dirty="0">
                <a:solidFill>
                  <a:srgbClr val="000000"/>
                </a:solidFill>
                <a:latin typeface="Cambria Math"/>
                <a:cs typeface="Cambria Math"/>
              </a:rPr>
              <a:t> </a:t>
            </a:r>
            <a:r>
              <a:rPr lang="en-US" altLang="zh-CN" sz="2000" spc="-10" dirty="0">
                <a:solidFill>
                  <a:srgbClr val="000000"/>
                </a:solidFill>
                <a:latin typeface="Cambria Math"/>
                <a:cs typeface="Cambria Math"/>
              </a:rPr>
              <a:t>,</a:t>
            </a:r>
            <a:r>
              <a:rPr lang="zh-CN" altLang="en-US" sz="2000" spc="-105" dirty="0">
                <a:solidFill>
                  <a:srgbClr val="000000"/>
                </a:solidFill>
                <a:latin typeface="Cambria Math"/>
                <a:cs typeface="Cambria Math"/>
              </a:rPr>
              <a:t> </a:t>
            </a:r>
            <a:r>
              <a:rPr lang="en-US" altLang="zh-CN" sz="2000" spc="-20" dirty="0">
                <a:solidFill>
                  <a:srgbClr val="000000"/>
                </a:solidFill>
                <a:latin typeface="Cambria Math"/>
                <a:cs typeface="Cambria Math"/>
              </a:rPr>
              <a:t>…</a:t>
            </a:r>
            <a:r>
              <a:rPr lang="zh-CN" altLang="en-US" sz="2000" spc="-110" dirty="0">
                <a:solidFill>
                  <a:srgbClr val="000000"/>
                </a:solidFill>
                <a:latin typeface="Cambria Math"/>
                <a:cs typeface="Cambria Math"/>
              </a:rPr>
              <a:t> </a:t>
            </a:r>
            <a:r>
              <a:rPr lang="en-US" altLang="zh-CN" sz="2000" spc="-10" dirty="0">
                <a:solidFill>
                  <a:srgbClr val="000000"/>
                </a:solidFill>
                <a:latin typeface="Cambria Math"/>
                <a:cs typeface="Cambria Math"/>
              </a:rPr>
              <a:t>,</a:t>
            </a:r>
            <a:r>
              <a:rPr lang="zh-CN" altLang="en-US" sz="2000" spc="-110" dirty="0">
                <a:solidFill>
                  <a:srgbClr val="000000"/>
                </a:solidFill>
                <a:latin typeface="Cambria Math"/>
                <a:cs typeface="Cambria Math"/>
              </a:rPr>
              <a:t> </a:t>
            </a:r>
            <a:r>
              <a:rPr lang="zh-CN" altLang="en-US" sz="2000" spc="40" dirty="0">
                <a:solidFill>
                  <a:srgbClr val="000000"/>
                </a:solidFill>
                <a:latin typeface="Cambria Math"/>
                <a:cs typeface="Cambria Math"/>
              </a:rPr>
              <a:t>𝒂</a:t>
            </a:r>
            <a:r>
              <a:rPr lang="en-US" altLang="zh-CN" sz="2000" spc="40" baseline="-25000" dirty="0">
                <a:solidFill>
                  <a:srgbClr val="000000"/>
                </a:solidFill>
                <a:latin typeface="Cambria Math"/>
                <a:cs typeface="Cambria Math"/>
              </a:rPr>
              <a:t>n</a:t>
            </a:r>
            <a:r>
              <a:rPr lang="en-US" altLang="zh-CN" sz="2175" spc="60" baseline="28735" dirty="0">
                <a:solidFill>
                  <a:srgbClr val="000000"/>
                </a:solidFill>
                <a:latin typeface="Cambria Math"/>
                <a:cs typeface="Cambria Math"/>
              </a:rPr>
              <a:t>′</a:t>
            </a:r>
            <a:r>
              <a:rPr lang="en-US" altLang="zh-CN" sz="2000" spc="-50" dirty="0">
                <a:solidFill>
                  <a:srgbClr val="000000"/>
                </a:solidFill>
                <a:latin typeface="Cambria Math"/>
                <a:cs typeface="Cambria Math"/>
              </a:rPr>
              <a:t>&gt;</a:t>
            </a:r>
            <a:endParaRPr lang="zh-CN" altLang="en-US" sz="2000" dirty="0">
              <a:latin typeface="Cambria Math"/>
              <a:cs typeface="Cambria Math"/>
            </a:endParaRPr>
          </a:p>
          <a:p>
            <a:pPr marL="2752090" indent="0">
              <a:lnSpc>
                <a:spcPts val="1714"/>
              </a:lnSpc>
              <a:spcBef>
                <a:spcPts val="105"/>
              </a:spcBef>
              <a:buNone/>
            </a:pPr>
            <a:endParaRPr lang="en-US" altLang="zh-CN" sz="2000" spc="-20" dirty="0">
              <a:solidFill>
                <a:srgbClr val="000000"/>
              </a:solidFill>
              <a:latin typeface="宋体"/>
              <a:cs typeface="宋体"/>
            </a:endParaRPr>
          </a:p>
          <a:p>
            <a:pPr marL="2752090" indent="0">
              <a:lnSpc>
                <a:spcPts val="1714"/>
              </a:lnSpc>
              <a:spcBef>
                <a:spcPts val="105"/>
              </a:spcBef>
              <a:buNone/>
            </a:pPr>
            <a:r>
              <a:rPr lang="zh-CN" altLang="en-US" sz="2000" spc="-20" dirty="0">
                <a:solidFill>
                  <a:srgbClr val="000000"/>
                </a:solidFill>
                <a:latin typeface="宋体"/>
                <a:cs typeface="宋体"/>
              </a:rPr>
              <a:t>满足</a:t>
            </a:r>
            <a:r>
              <a:rPr lang="zh-CN" altLang="en-US" sz="2000" spc="65" dirty="0">
                <a:solidFill>
                  <a:srgbClr val="000000"/>
                </a:solidFill>
                <a:latin typeface="Cambria Math"/>
                <a:cs typeface="Cambria Math"/>
              </a:rPr>
              <a:t>𝒂</a:t>
            </a:r>
            <a:r>
              <a:rPr lang="en-US" altLang="zh-CN" sz="2000" spc="65" baseline="-25000" dirty="0">
                <a:solidFill>
                  <a:srgbClr val="000000"/>
                </a:solidFill>
                <a:latin typeface="Cambria Math"/>
                <a:cs typeface="Cambria Math"/>
              </a:rPr>
              <a:t>1</a:t>
            </a:r>
            <a:r>
              <a:rPr lang="en-US" altLang="zh-CN" sz="2175" spc="187" baseline="30651" dirty="0">
                <a:solidFill>
                  <a:srgbClr val="000000"/>
                </a:solidFill>
                <a:latin typeface="Cambria Math"/>
                <a:cs typeface="Cambria Math"/>
              </a:rPr>
              <a:t>′  </a:t>
            </a:r>
            <a:r>
              <a:rPr lang="zh-CN" altLang="en-US" sz="2000" spc="55" dirty="0">
                <a:solidFill>
                  <a:srgbClr val="000000"/>
                </a:solidFill>
                <a:latin typeface="Cambria Math"/>
                <a:cs typeface="Cambria Math"/>
              </a:rPr>
              <a:t>≤ </a:t>
            </a:r>
            <a:r>
              <a:rPr lang="zh-CN" altLang="en-US" sz="2000" spc="65" dirty="0">
                <a:solidFill>
                  <a:srgbClr val="000000"/>
                </a:solidFill>
                <a:latin typeface="Cambria Math"/>
                <a:cs typeface="Cambria Math"/>
              </a:rPr>
              <a:t>𝒂</a:t>
            </a:r>
            <a:r>
              <a:rPr lang="en-US" altLang="zh-CN" sz="2000" spc="65" baseline="-25000" dirty="0">
                <a:solidFill>
                  <a:srgbClr val="000000"/>
                </a:solidFill>
                <a:latin typeface="Cambria Math"/>
                <a:cs typeface="Cambria Math"/>
              </a:rPr>
              <a:t>2</a:t>
            </a:r>
            <a:r>
              <a:rPr lang="en-US" altLang="zh-CN" sz="2175" spc="187" baseline="30651" dirty="0">
                <a:solidFill>
                  <a:srgbClr val="000000"/>
                </a:solidFill>
                <a:latin typeface="Cambria Math"/>
                <a:cs typeface="Cambria Math"/>
              </a:rPr>
              <a:t>′  </a:t>
            </a:r>
            <a:r>
              <a:rPr lang="zh-CN" altLang="en-US" sz="2000" spc="50" dirty="0">
                <a:solidFill>
                  <a:srgbClr val="000000"/>
                </a:solidFill>
                <a:latin typeface="Cambria Math"/>
                <a:cs typeface="Cambria Math"/>
              </a:rPr>
              <a:t>≤ ⋯ ≤ </a:t>
            </a:r>
            <a:r>
              <a:rPr lang="zh-CN" altLang="en-US" sz="2000" spc="40" dirty="0">
                <a:solidFill>
                  <a:srgbClr val="000000"/>
                </a:solidFill>
                <a:latin typeface="Cambria Math"/>
                <a:cs typeface="Cambria Math"/>
              </a:rPr>
              <a:t>𝒂</a:t>
            </a:r>
            <a:r>
              <a:rPr lang="en-US" altLang="zh-CN" sz="2000" spc="40" baseline="-25000" dirty="0">
                <a:solidFill>
                  <a:srgbClr val="000000"/>
                </a:solidFill>
                <a:latin typeface="Cambria Math"/>
                <a:cs typeface="Cambria Math"/>
              </a:rPr>
              <a:t>n</a:t>
            </a:r>
            <a:r>
              <a:rPr lang="en-US" altLang="zh-CN" sz="2175" spc="60" baseline="28735" dirty="0">
                <a:solidFill>
                  <a:srgbClr val="000000"/>
                </a:solidFill>
                <a:latin typeface="Cambria Math"/>
                <a:cs typeface="Cambria Math"/>
              </a:rPr>
              <a:t>′</a:t>
            </a:r>
            <a:endParaRPr lang="zh-CN" altLang="en-US" sz="2175" baseline="28735" dirty="0">
              <a:latin typeface="Cambria Math"/>
              <a:cs typeface="Cambria Math"/>
            </a:endParaRPr>
          </a:p>
        </p:txBody>
      </p:sp>
      <p:graphicFrame>
        <p:nvGraphicFramePr>
          <p:cNvPr id="12" name="object 11">
            <a:extLst>
              <a:ext uri="{FF2B5EF4-FFF2-40B4-BE49-F238E27FC236}">
                <a16:creationId xmlns:a16="http://schemas.microsoft.com/office/drawing/2014/main" id="{30D995CD-65B7-8542-A22A-3B91380E4A7D}"/>
              </a:ext>
            </a:extLst>
          </p:cNvPr>
          <p:cNvGraphicFramePr>
            <a:graphicFrameLocks noGrp="1"/>
          </p:cNvGraphicFramePr>
          <p:nvPr>
            <p:extLst>
              <p:ext uri="{D42A27DB-BD31-4B8C-83A1-F6EECF244321}">
                <p14:modId xmlns:p14="http://schemas.microsoft.com/office/powerpoint/2010/main" val="798560831"/>
              </p:ext>
            </p:extLst>
          </p:nvPr>
        </p:nvGraphicFramePr>
        <p:xfrm>
          <a:off x="2448334" y="5300985"/>
          <a:ext cx="8361671" cy="523240"/>
        </p:xfrm>
        <a:graphic>
          <a:graphicData uri="http://schemas.openxmlformats.org/drawingml/2006/table">
            <a:tbl>
              <a:tblPr firstRow="1" bandRow="1">
                <a:tableStyleId>{2D5ABB26-0587-4C30-8999-92F81FD0307C}</a:tableStyleId>
              </a:tblPr>
              <a:tblGrid>
                <a:gridCol w="522605">
                  <a:extLst>
                    <a:ext uri="{9D8B030D-6E8A-4147-A177-3AD203B41FA5}">
                      <a16:colId xmlns:a16="http://schemas.microsoft.com/office/drawing/2014/main" val="20000"/>
                    </a:ext>
                  </a:extLst>
                </a:gridCol>
                <a:gridCol w="522605">
                  <a:extLst>
                    <a:ext uri="{9D8B030D-6E8A-4147-A177-3AD203B41FA5}">
                      <a16:colId xmlns:a16="http://schemas.microsoft.com/office/drawing/2014/main" val="20001"/>
                    </a:ext>
                  </a:extLst>
                </a:gridCol>
                <a:gridCol w="522604">
                  <a:extLst>
                    <a:ext uri="{9D8B030D-6E8A-4147-A177-3AD203B41FA5}">
                      <a16:colId xmlns:a16="http://schemas.microsoft.com/office/drawing/2014/main" val="20002"/>
                    </a:ext>
                  </a:extLst>
                </a:gridCol>
                <a:gridCol w="522605">
                  <a:extLst>
                    <a:ext uri="{9D8B030D-6E8A-4147-A177-3AD203B41FA5}">
                      <a16:colId xmlns:a16="http://schemas.microsoft.com/office/drawing/2014/main" val="20003"/>
                    </a:ext>
                  </a:extLst>
                </a:gridCol>
                <a:gridCol w="522605">
                  <a:extLst>
                    <a:ext uri="{9D8B030D-6E8A-4147-A177-3AD203B41FA5}">
                      <a16:colId xmlns:a16="http://schemas.microsoft.com/office/drawing/2014/main" val="20004"/>
                    </a:ext>
                  </a:extLst>
                </a:gridCol>
                <a:gridCol w="522605">
                  <a:extLst>
                    <a:ext uri="{9D8B030D-6E8A-4147-A177-3AD203B41FA5}">
                      <a16:colId xmlns:a16="http://schemas.microsoft.com/office/drawing/2014/main" val="20005"/>
                    </a:ext>
                  </a:extLst>
                </a:gridCol>
                <a:gridCol w="522605">
                  <a:extLst>
                    <a:ext uri="{9D8B030D-6E8A-4147-A177-3AD203B41FA5}">
                      <a16:colId xmlns:a16="http://schemas.microsoft.com/office/drawing/2014/main" val="20006"/>
                    </a:ext>
                  </a:extLst>
                </a:gridCol>
                <a:gridCol w="522604">
                  <a:extLst>
                    <a:ext uri="{9D8B030D-6E8A-4147-A177-3AD203B41FA5}">
                      <a16:colId xmlns:a16="http://schemas.microsoft.com/office/drawing/2014/main" val="20007"/>
                    </a:ext>
                  </a:extLst>
                </a:gridCol>
                <a:gridCol w="522604">
                  <a:extLst>
                    <a:ext uri="{9D8B030D-6E8A-4147-A177-3AD203B41FA5}">
                      <a16:colId xmlns:a16="http://schemas.microsoft.com/office/drawing/2014/main" val="20008"/>
                    </a:ext>
                  </a:extLst>
                </a:gridCol>
                <a:gridCol w="522604">
                  <a:extLst>
                    <a:ext uri="{9D8B030D-6E8A-4147-A177-3AD203B41FA5}">
                      <a16:colId xmlns:a16="http://schemas.microsoft.com/office/drawing/2014/main" val="20009"/>
                    </a:ext>
                  </a:extLst>
                </a:gridCol>
                <a:gridCol w="522604">
                  <a:extLst>
                    <a:ext uri="{9D8B030D-6E8A-4147-A177-3AD203B41FA5}">
                      <a16:colId xmlns:a16="http://schemas.microsoft.com/office/drawing/2014/main" val="20010"/>
                    </a:ext>
                  </a:extLst>
                </a:gridCol>
                <a:gridCol w="522604">
                  <a:extLst>
                    <a:ext uri="{9D8B030D-6E8A-4147-A177-3AD203B41FA5}">
                      <a16:colId xmlns:a16="http://schemas.microsoft.com/office/drawing/2014/main" val="20011"/>
                    </a:ext>
                  </a:extLst>
                </a:gridCol>
                <a:gridCol w="522605">
                  <a:extLst>
                    <a:ext uri="{9D8B030D-6E8A-4147-A177-3AD203B41FA5}">
                      <a16:colId xmlns:a16="http://schemas.microsoft.com/office/drawing/2014/main" val="20012"/>
                    </a:ext>
                  </a:extLst>
                </a:gridCol>
                <a:gridCol w="522604">
                  <a:extLst>
                    <a:ext uri="{9D8B030D-6E8A-4147-A177-3AD203B41FA5}">
                      <a16:colId xmlns:a16="http://schemas.microsoft.com/office/drawing/2014/main" val="20013"/>
                    </a:ext>
                  </a:extLst>
                </a:gridCol>
                <a:gridCol w="522604">
                  <a:extLst>
                    <a:ext uri="{9D8B030D-6E8A-4147-A177-3AD203B41FA5}">
                      <a16:colId xmlns:a16="http://schemas.microsoft.com/office/drawing/2014/main" val="20014"/>
                    </a:ext>
                  </a:extLst>
                </a:gridCol>
                <a:gridCol w="522604">
                  <a:extLst>
                    <a:ext uri="{9D8B030D-6E8A-4147-A177-3AD203B41FA5}">
                      <a16:colId xmlns:a16="http://schemas.microsoft.com/office/drawing/2014/main" val="20015"/>
                    </a:ext>
                  </a:extLst>
                </a:gridCol>
              </a:tblGrid>
              <a:tr h="523240">
                <a:tc>
                  <a:txBody>
                    <a:bodyPr/>
                    <a:lstStyle/>
                    <a:p>
                      <a:pPr marL="139700">
                        <a:lnSpc>
                          <a:spcPct val="100000"/>
                        </a:lnSpc>
                        <a:spcBef>
                          <a:spcPts val="860"/>
                        </a:spcBef>
                      </a:pPr>
                      <a:r>
                        <a:rPr sz="1900" b="1" spc="-25">
                          <a:latin typeface="Times New Roman"/>
                          <a:cs typeface="Times New Roman"/>
                        </a:rPr>
                        <a:t>24</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17</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40</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28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13</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14</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22</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32</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40</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21</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48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860"/>
                        </a:spcBef>
                      </a:pPr>
                      <a:r>
                        <a:rPr sz="1900" b="1">
                          <a:latin typeface="Times New Roman"/>
                          <a:cs typeface="Times New Roman"/>
                        </a:rPr>
                        <a:t>4</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47</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860"/>
                        </a:spcBef>
                      </a:pPr>
                      <a:r>
                        <a:rPr sz="1900" b="1">
                          <a:latin typeface="Times New Roman"/>
                          <a:cs typeface="Times New Roman"/>
                        </a:rPr>
                        <a:t>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37</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18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247953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A8421863-95B7-B74D-8E47-2AE9B0E5EE72}"/>
              </a:ext>
            </a:extLst>
          </p:cNvPr>
          <p:cNvSpPr txBox="1">
            <a:spLocks noGrp="1"/>
          </p:cNvSpPr>
          <p:nvPr>
            <p:ph type="title"/>
          </p:nvPr>
        </p:nvSpPr>
        <p:spPr>
          <a:xfrm>
            <a:off x="1261499" y="358590"/>
            <a:ext cx="8269362" cy="566181"/>
          </a:xfrm>
          <a:prstGeom prst="rect">
            <a:avLst/>
          </a:prstGeom>
        </p:spPr>
        <p:txBody>
          <a:bodyPr vert="horz" wrap="square" lIns="0" tIns="12065" rIns="0" bIns="0" rtlCol="0">
            <a:spAutoFit/>
          </a:bodyPr>
          <a:lstStyle/>
          <a:p>
            <a:pPr marL="12700">
              <a:lnSpc>
                <a:spcPct val="100000"/>
              </a:lnSpc>
              <a:spcBef>
                <a:spcPts val="95"/>
              </a:spcBef>
            </a:pPr>
            <a:r>
              <a:rPr sz="3600" spc="-40" dirty="0" err="1">
                <a:latin typeface="SimSun" panose="02010600030101010101" pitchFamily="2" charset="-122"/>
                <a:ea typeface="SimSun" panose="02010600030101010101" pitchFamily="2" charset="-122"/>
              </a:rPr>
              <a:t>从杠铃增重问题到排序问</a:t>
            </a:r>
            <a:r>
              <a:rPr sz="3600" spc="-50" dirty="0" err="1">
                <a:latin typeface="SimSun" panose="02010600030101010101" pitchFamily="2" charset="-122"/>
                <a:ea typeface="SimSun" panose="02010600030101010101" pitchFamily="2" charset="-122"/>
              </a:rPr>
              <a:t>题</a:t>
            </a:r>
            <a:endParaRPr sz="3600" spc="-50" dirty="0">
              <a:latin typeface="SimSun" panose="02010600030101010101" pitchFamily="2" charset="-122"/>
              <a:ea typeface="SimSun" panose="02010600030101010101" pitchFamily="2" charset="-122"/>
            </a:endParaRPr>
          </a:p>
        </p:txBody>
      </p:sp>
      <p:sp>
        <p:nvSpPr>
          <p:cNvPr id="13" name="object 2">
            <a:extLst>
              <a:ext uri="{FF2B5EF4-FFF2-40B4-BE49-F238E27FC236}">
                <a16:creationId xmlns:a16="http://schemas.microsoft.com/office/drawing/2014/main" id="{78A0E1E0-82F8-7F47-863E-92CEDDBED13F}"/>
              </a:ext>
            </a:extLst>
          </p:cNvPr>
          <p:cNvSpPr txBox="1"/>
          <p:nvPr/>
        </p:nvSpPr>
        <p:spPr>
          <a:xfrm>
            <a:off x="746955" y="1139891"/>
            <a:ext cx="2503805" cy="452755"/>
          </a:xfrm>
          <a:prstGeom prst="rect">
            <a:avLst/>
          </a:prstGeom>
        </p:spPr>
        <p:txBody>
          <a:bodyPr vert="horz" wrap="square" lIns="0" tIns="12700" rIns="0" bIns="0" rtlCol="0">
            <a:spAutoFit/>
          </a:bodyPr>
          <a:lstStyle/>
          <a:p>
            <a:pPr marL="355600" indent="-342900">
              <a:lnSpc>
                <a:spcPct val="100000"/>
              </a:lnSpc>
              <a:spcBef>
                <a:spcPts val="100"/>
              </a:spcBef>
              <a:buClr>
                <a:srgbClr val="8092F0"/>
              </a:buClr>
              <a:buSzPct val="69642"/>
              <a:buFont typeface="Wingdings"/>
              <a:buChar char=""/>
              <a:tabLst>
                <a:tab pos="354965" algn="l"/>
                <a:tab pos="355600" algn="l"/>
              </a:tabLst>
            </a:pPr>
            <a:r>
              <a:rPr sz="2800" spc="-10" dirty="0" err="1">
                <a:latin typeface="宋体"/>
                <a:cs typeface="宋体"/>
              </a:rPr>
              <a:t>问题输入变化</a:t>
            </a:r>
            <a:endParaRPr sz="2800" dirty="0">
              <a:latin typeface="宋体"/>
              <a:cs typeface="宋体"/>
            </a:endParaRPr>
          </a:p>
        </p:txBody>
      </p:sp>
      <p:pic>
        <p:nvPicPr>
          <p:cNvPr id="14" name="object 4">
            <a:extLst>
              <a:ext uri="{FF2B5EF4-FFF2-40B4-BE49-F238E27FC236}">
                <a16:creationId xmlns:a16="http://schemas.microsoft.com/office/drawing/2014/main" id="{44AF6A29-4122-E242-9A4D-5E3D1FBB4C84}"/>
              </a:ext>
            </a:extLst>
          </p:cNvPr>
          <p:cNvPicPr/>
          <p:nvPr/>
        </p:nvPicPr>
        <p:blipFill>
          <a:blip r:embed="rId3"/>
          <a:stretch>
            <a:fillRect/>
          </a:stretch>
        </p:blipFill>
        <p:spPr>
          <a:xfrm>
            <a:off x="2245147" y="1907289"/>
            <a:ext cx="7099731" cy="2415718"/>
          </a:xfrm>
          <a:prstGeom prst="rect">
            <a:avLst/>
          </a:prstGeom>
        </p:spPr>
      </p:pic>
      <p:graphicFrame>
        <p:nvGraphicFramePr>
          <p:cNvPr id="15" name="object 5">
            <a:extLst>
              <a:ext uri="{FF2B5EF4-FFF2-40B4-BE49-F238E27FC236}">
                <a16:creationId xmlns:a16="http://schemas.microsoft.com/office/drawing/2014/main" id="{3FCC3894-413F-A74C-9DF1-38BC88002BF4}"/>
              </a:ext>
            </a:extLst>
          </p:cNvPr>
          <p:cNvGraphicFramePr>
            <a:graphicFrameLocks noGrp="1"/>
          </p:cNvGraphicFramePr>
          <p:nvPr>
            <p:extLst>
              <p:ext uri="{D42A27DB-BD31-4B8C-83A1-F6EECF244321}">
                <p14:modId xmlns:p14="http://schemas.microsoft.com/office/powerpoint/2010/main" val="2508709656"/>
              </p:ext>
            </p:extLst>
          </p:nvPr>
        </p:nvGraphicFramePr>
        <p:xfrm>
          <a:off x="772963" y="1872999"/>
          <a:ext cx="804545" cy="2303145"/>
        </p:xfrm>
        <a:graphic>
          <a:graphicData uri="http://schemas.openxmlformats.org/drawingml/2006/table">
            <a:tbl>
              <a:tblPr firstRow="1" bandRow="1">
                <a:tableStyleId>{2D5ABB26-0587-4C30-8999-92F81FD0307C}</a:tableStyleId>
              </a:tblPr>
              <a:tblGrid>
                <a:gridCol w="804545">
                  <a:extLst>
                    <a:ext uri="{9D8B030D-6E8A-4147-A177-3AD203B41FA5}">
                      <a16:colId xmlns:a16="http://schemas.microsoft.com/office/drawing/2014/main" val="20000"/>
                    </a:ext>
                  </a:extLst>
                </a:gridCol>
              </a:tblGrid>
              <a:tr h="419100">
                <a:tc>
                  <a:txBody>
                    <a:bodyPr/>
                    <a:lstStyle/>
                    <a:p>
                      <a:pPr algn="ctr">
                        <a:lnSpc>
                          <a:spcPct val="100000"/>
                        </a:lnSpc>
                        <a:spcBef>
                          <a:spcPts val="135"/>
                        </a:spcBef>
                      </a:pPr>
                      <a:r>
                        <a:rPr sz="2400">
                          <a:solidFill>
                            <a:srgbClr val="FFFFFF"/>
                          </a:solidFill>
                          <a:latin typeface="宋体"/>
                          <a:cs typeface="宋体"/>
                        </a:rPr>
                        <a:t>杠</a:t>
                      </a:r>
                      <a:endParaRPr sz="2400">
                        <a:latin typeface="宋体"/>
                        <a:cs typeface="宋体"/>
                      </a:endParaRPr>
                    </a:p>
                  </a:txBody>
                  <a:tcPr marL="0" marR="0" marT="17145" marB="0">
                    <a:solidFill>
                      <a:srgbClr val="006FC0"/>
                    </a:solidFill>
                  </a:tcPr>
                </a:tc>
                <a:extLst>
                  <a:ext uri="{0D108BD9-81ED-4DB2-BD59-A6C34878D82A}">
                    <a16:rowId xmlns:a16="http://schemas.microsoft.com/office/drawing/2014/main" val="10000"/>
                  </a:ext>
                </a:extLst>
              </a:tr>
              <a:tr h="365760">
                <a:tc>
                  <a:txBody>
                    <a:bodyPr/>
                    <a:lstStyle/>
                    <a:p>
                      <a:pPr algn="ctr">
                        <a:lnSpc>
                          <a:spcPts val="2595"/>
                        </a:lnSpc>
                      </a:pPr>
                      <a:r>
                        <a:rPr sz="2400">
                          <a:solidFill>
                            <a:srgbClr val="FFFFFF"/>
                          </a:solidFill>
                          <a:latin typeface="宋体"/>
                          <a:cs typeface="宋体"/>
                        </a:rPr>
                        <a:t>铃</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1"/>
                  </a:ext>
                </a:extLst>
              </a:tr>
              <a:tr h="365760">
                <a:tc>
                  <a:txBody>
                    <a:bodyPr/>
                    <a:lstStyle/>
                    <a:p>
                      <a:pPr algn="ctr">
                        <a:lnSpc>
                          <a:spcPts val="2595"/>
                        </a:lnSpc>
                      </a:pPr>
                      <a:r>
                        <a:rPr sz="2400">
                          <a:solidFill>
                            <a:srgbClr val="FFFFFF"/>
                          </a:solidFill>
                          <a:latin typeface="宋体"/>
                          <a:cs typeface="宋体"/>
                        </a:rPr>
                        <a:t>增</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2"/>
                  </a:ext>
                </a:extLst>
              </a:tr>
              <a:tr h="365125">
                <a:tc>
                  <a:txBody>
                    <a:bodyPr/>
                    <a:lstStyle/>
                    <a:p>
                      <a:pPr algn="ctr">
                        <a:lnSpc>
                          <a:spcPts val="2595"/>
                        </a:lnSpc>
                      </a:pPr>
                      <a:r>
                        <a:rPr sz="2400">
                          <a:solidFill>
                            <a:srgbClr val="FFFFFF"/>
                          </a:solidFill>
                          <a:latin typeface="宋体"/>
                          <a:cs typeface="宋体"/>
                        </a:rPr>
                        <a:t>重</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3"/>
                  </a:ext>
                </a:extLst>
              </a:tr>
              <a:tr h="365760">
                <a:tc>
                  <a:txBody>
                    <a:bodyPr/>
                    <a:lstStyle/>
                    <a:p>
                      <a:pPr algn="ctr">
                        <a:lnSpc>
                          <a:spcPts val="2595"/>
                        </a:lnSpc>
                      </a:pPr>
                      <a:r>
                        <a:rPr sz="2400">
                          <a:solidFill>
                            <a:srgbClr val="FFFFFF"/>
                          </a:solidFill>
                          <a:latin typeface="宋体"/>
                          <a:cs typeface="宋体"/>
                        </a:rPr>
                        <a:t>问</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4"/>
                  </a:ext>
                </a:extLst>
              </a:tr>
              <a:tr h="421640">
                <a:tc>
                  <a:txBody>
                    <a:bodyPr/>
                    <a:lstStyle/>
                    <a:p>
                      <a:pPr algn="ctr">
                        <a:lnSpc>
                          <a:spcPts val="2595"/>
                        </a:lnSpc>
                      </a:pPr>
                      <a:r>
                        <a:rPr sz="2400">
                          <a:solidFill>
                            <a:srgbClr val="FFFFFF"/>
                          </a:solidFill>
                          <a:latin typeface="宋体"/>
                          <a:cs typeface="宋体"/>
                        </a:rPr>
                        <a:t>题</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5"/>
                  </a:ext>
                </a:extLst>
              </a:tr>
            </a:tbl>
          </a:graphicData>
        </a:graphic>
      </p:graphicFrame>
      <p:graphicFrame>
        <p:nvGraphicFramePr>
          <p:cNvPr id="16" name="object 6">
            <a:extLst>
              <a:ext uri="{FF2B5EF4-FFF2-40B4-BE49-F238E27FC236}">
                <a16:creationId xmlns:a16="http://schemas.microsoft.com/office/drawing/2014/main" id="{1D00EF63-5729-724C-8774-C437D0763AE1}"/>
              </a:ext>
            </a:extLst>
          </p:cNvPr>
          <p:cNvGraphicFramePr>
            <a:graphicFrameLocks noGrp="1"/>
          </p:cNvGraphicFramePr>
          <p:nvPr>
            <p:extLst>
              <p:ext uri="{D42A27DB-BD31-4B8C-83A1-F6EECF244321}">
                <p14:modId xmlns:p14="http://schemas.microsoft.com/office/powerpoint/2010/main" val="811801462"/>
              </p:ext>
            </p:extLst>
          </p:nvPr>
        </p:nvGraphicFramePr>
        <p:xfrm>
          <a:off x="772963" y="4663444"/>
          <a:ext cx="804545" cy="1506220"/>
        </p:xfrm>
        <a:graphic>
          <a:graphicData uri="http://schemas.openxmlformats.org/drawingml/2006/table">
            <a:tbl>
              <a:tblPr firstRow="1" bandRow="1">
                <a:tableStyleId>{2D5ABB26-0587-4C30-8999-92F81FD0307C}</a:tableStyleId>
              </a:tblPr>
              <a:tblGrid>
                <a:gridCol w="804545">
                  <a:extLst>
                    <a:ext uri="{9D8B030D-6E8A-4147-A177-3AD203B41FA5}">
                      <a16:colId xmlns:a16="http://schemas.microsoft.com/office/drawing/2014/main" val="20000"/>
                    </a:ext>
                  </a:extLst>
                </a:gridCol>
              </a:tblGrid>
              <a:tr h="386080">
                <a:tc>
                  <a:txBody>
                    <a:bodyPr/>
                    <a:lstStyle/>
                    <a:p>
                      <a:pPr algn="ctr">
                        <a:lnSpc>
                          <a:spcPts val="2760"/>
                        </a:lnSpc>
                      </a:pPr>
                      <a:r>
                        <a:rPr sz="2400">
                          <a:solidFill>
                            <a:srgbClr val="FFFFFF"/>
                          </a:solidFill>
                          <a:latin typeface="宋体"/>
                          <a:cs typeface="宋体"/>
                        </a:rPr>
                        <a:t>排</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0"/>
                  </a:ext>
                </a:extLst>
              </a:tr>
              <a:tr h="365125">
                <a:tc>
                  <a:txBody>
                    <a:bodyPr/>
                    <a:lstStyle/>
                    <a:p>
                      <a:pPr algn="ctr">
                        <a:lnSpc>
                          <a:spcPts val="2595"/>
                        </a:lnSpc>
                      </a:pPr>
                      <a:r>
                        <a:rPr sz="2400">
                          <a:solidFill>
                            <a:srgbClr val="FFFFFF"/>
                          </a:solidFill>
                          <a:latin typeface="宋体"/>
                          <a:cs typeface="宋体"/>
                        </a:rPr>
                        <a:t>序</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1"/>
                  </a:ext>
                </a:extLst>
              </a:tr>
              <a:tr h="365760">
                <a:tc>
                  <a:txBody>
                    <a:bodyPr/>
                    <a:lstStyle/>
                    <a:p>
                      <a:pPr algn="ctr">
                        <a:lnSpc>
                          <a:spcPts val="2595"/>
                        </a:lnSpc>
                      </a:pPr>
                      <a:r>
                        <a:rPr sz="2400">
                          <a:solidFill>
                            <a:srgbClr val="FFFFFF"/>
                          </a:solidFill>
                          <a:latin typeface="宋体"/>
                          <a:cs typeface="宋体"/>
                        </a:rPr>
                        <a:t>问</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2"/>
                  </a:ext>
                </a:extLst>
              </a:tr>
              <a:tr h="389255">
                <a:tc>
                  <a:txBody>
                    <a:bodyPr/>
                    <a:lstStyle/>
                    <a:p>
                      <a:pPr algn="ctr">
                        <a:lnSpc>
                          <a:spcPts val="2595"/>
                        </a:lnSpc>
                      </a:pPr>
                      <a:r>
                        <a:rPr sz="2400">
                          <a:solidFill>
                            <a:srgbClr val="FFFFFF"/>
                          </a:solidFill>
                          <a:latin typeface="宋体"/>
                          <a:cs typeface="宋体"/>
                        </a:rPr>
                        <a:t>题</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3"/>
                  </a:ext>
                </a:extLst>
              </a:tr>
            </a:tbl>
          </a:graphicData>
        </a:graphic>
      </p:graphicFrame>
      <p:sp>
        <p:nvSpPr>
          <p:cNvPr id="17" name="object 7">
            <a:extLst>
              <a:ext uri="{FF2B5EF4-FFF2-40B4-BE49-F238E27FC236}">
                <a16:creationId xmlns:a16="http://schemas.microsoft.com/office/drawing/2014/main" id="{46C0D77E-3EEF-2D46-B08A-5F173DFF0EB2}"/>
              </a:ext>
            </a:extLst>
          </p:cNvPr>
          <p:cNvSpPr/>
          <p:nvPr/>
        </p:nvSpPr>
        <p:spPr>
          <a:xfrm>
            <a:off x="468925" y="4598674"/>
            <a:ext cx="10820400" cy="0"/>
          </a:xfrm>
          <a:custGeom>
            <a:avLst/>
            <a:gdLst/>
            <a:ahLst/>
            <a:cxnLst/>
            <a:rect l="l" t="t" r="r" b="b"/>
            <a:pathLst>
              <a:path w="10820400">
                <a:moveTo>
                  <a:pt x="0" y="0"/>
                </a:moveTo>
                <a:lnTo>
                  <a:pt x="10820400" y="0"/>
                </a:lnTo>
              </a:path>
            </a:pathLst>
          </a:custGeom>
          <a:ln w="38100">
            <a:solidFill>
              <a:srgbClr val="000000"/>
            </a:solidFill>
            <a:prstDash val="lgDash"/>
          </a:ln>
        </p:spPr>
        <p:txBody>
          <a:bodyPr wrap="square" lIns="0" tIns="0" rIns="0" bIns="0" rtlCol="0"/>
          <a:lstStyle/>
          <a:p>
            <a:endParaRPr/>
          </a:p>
        </p:txBody>
      </p:sp>
      <p:graphicFrame>
        <p:nvGraphicFramePr>
          <p:cNvPr id="18" name="object 8">
            <a:extLst>
              <a:ext uri="{FF2B5EF4-FFF2-40B4-BE49-F238E27FC236}">
                <a16:creationId xmlns:a16="http://schemas.microsoft.com/office/drawing/2014/main" id="{D82C3D86-7D1A-B64F-99FB-03BB83E6ECC5}"/>
              </a:ext>
            </a:extLst>
          </p:cNvPr>
          <p:cNvGraphicFramePr>
            <a:graphicFrameLocks noGrp="1"/>
          </p:cNvGraphicFramePr>
          <p:nvPr>
            <p:extLst>
              <p:ext uri="{D42A27DB-BD31-4B8C-83A1-F6EECF244321}">
                <p14:modId xmlns:p14="http://schemas.microsoft.com/office/powerpoint/2010/main" val="886366384"/>
              </p:ext>
            </p:extLst>
          </p:nvPr>
        </p:nvGraphicFramePr>
        <p:xfrm>
          <a:off x="2108367" y="5113417"/>
          <a:ext cx="8361671" cy="523240"/>
        </p:xfrm>
        <a:graphic>
          <a:graphicData uri="http://schemas.openxmlformats.org/drawingml/2006/table">
            <a:tbl>
              <a:tblPr firstRow="1" bandRow="1">
                <a:tableStyleId>{2D5ABB26-0587-4C30-8999-92F81FD0307C}</a:tableStyleId>
              </a:tblPr>
              <a:tblGrid>
                <a:gridCol w="522605">
                  <a:extLst>
                    <a:ext uri="{9D8B030D-6E8A-4147-A177-3AD203B41FA5}">
                      <a16:colId xmlns:a16="http://schemas.microsoft.com/office/drawing/2014/main" val="20000"/>
                    </a:ext>
                  </a:extLst>
                </a:gridCol>
                <a:gridCol w="522605">
                  <a:extLst>
                    <a:ext uri="{9D8B030D-6E8A-4147-A177-3AD203B41FA5}">
                      <a16:colId xmlns:a16="http://schemas.microsoft.com/office/drawing/2014/main" val="20001"/>
                    </a:ext>
                  </a:extLst>
                </a:gridCol>
                <a:gridCol w="522604">
                  <a:extLst>
                    <a:ext uri="{9D8B030D-6E8A-4147-A177-3AD203B41FA5}">
                      <a16:colId xmlns:a16="http://schemas.microsoft.com/office/drawing/2014/main" val="20002"/>
                    </a:ext>
                  </a:extLst>
                </a:gridCol>
                <a:gridCol w="522605">
                  <a:extLst>
                    <a:ext uri="{9D8B030D-6E8A-4147-A177-3AD203B41FA5}">
                      <a16:colId xmlns:a16="http://schemas.microsoft.com/office/drawing/2014/main" val="20003"/>
                    </a:ext>
                  </a:extLst>
                </a:gridCol>
                <a:gridCol w="522605">
                  <a:extLst>
                    <a:ext uri="{9D8B030D-6E8A-4147-A177-3AD203B41FA5}">
                      <a16:colId xmlns:a16="http://schemas.microsoft.com/office/drawing/2014/main" val="20004"/>
                    </a:ext>
                  </a:extLst>
                </a:gridCol>
                <a:gridCol w="522605">
                  <a:extLst>
                    <a:ext uri="{9D8B030D-6E8A-4147-A177-3AD203B41FA5}">
                      <a16:colId xmlns:a16="http://schemas.microsoft.com/office/drawing/2014/main" val="20005"/>
                    </a:ext>
                  </a:extLst>
                </a:gridCol>
                <a:gridCol w="522605">
                  <a:extLst>
                    <a:ext uri="{9D8B030D-6E8A-4147-A177-3AD203B41FA5}">
                      <a16:colId xmlns:a16="http://schemas.microsoft.com/office/drawing/2014/main" val="20006"/>
                    </a:ext>
                  </a:extLst>
                </a:gridCol>
                <a:gridCol w="522604">
                  <a:extLst>
                    <a:ext uri="{9D8B030D-6E8A-4147-A177-3AD203B41FA5}">
                      <a16:colId xmlns:a16="http://schemas.microsoft.com/office/drawing/2014/main" val="20007"/>
                    </a:ext>
                  </a:extLst>
                </a:gridCol>
                <a:gridCol w="522604">
                  <a:extLst>
                    <a:ext uri="{9D8B030D-6E8A-4147-A177-3AD203B41FA5}">
                      <a16:colId xmlns:a16="http://schemas.microsoft.com/office/drawing/2014/main" val="20008"/>
                    </a:ext>
                  </a:extLst>
                </a:gridCol>
                <a:gridCol w="522604">
                  <a:extLst>
                    <a:ext uri="{9D8B030D-6E8A-4147-A177-3AD203B41FA5}">
                      <a16:colId xmlns:a16="http://schemas.microsoft.com/office/drawing/2014/main" val="20009"/>
                    </a:ext>
                  </a:extLst>
                </a:gridCol>
                <a:gridCol w="522604">
                  <a:extLst>
                    <a:ext uri="{9D8B030D-6E8A-4147-A177-3AD203B41FA5}">
                      <a16:colId xmlns:a16="http://schemas.microsoft.com/office/drawing/2014/main" val="20010"/>
                    </a:ext>
                  </a:extLst>
                </a:gridCol>
                <a:gridCol w="522604">
                  <a:extLst>
                    <a:ext uri="{9D8B030D-6E8A-4147-A177-3AD203B41FA5}">
                      <a16:colId xmlns:a16="http://schemas.microsoft.com/office/drawing/2014/main" val="20011"/>
                    </a:ext>
                  </a:extLst>
                </a:gridCol>
                <a:gridCol w="522605">
                  <a:extLst>
                    <a:ext uri="{9D8B030D-6E8A-4147-A177-3AD203B41FA5}">
                      <a16:colId xmlns:a16="http://schemas.microsoft.com/office/drawing/2014/main" val="20012"/>
                    </a:ext>
                  </a:extLst>
                </a:gridCol>
                <a:gridCol w="522604">
                  <a:extLst>
                    <a:ext uri="{9D8B030D-6E8A-4147-A177-3AD203B41FA5}">
                      <a16:colId xmlns:a16="http://schemas.microsoft.com/office/drawing/2014/main" val="20013"/>
                    </a:ext>
                  </a:extLst>
                </a:gridCol>
                <a:gridCol w="522604">
                  <a:extLst>
                    <a:ext uri="{9D8B030D-6E8A-4147-A177-3AD203B41FA5}">
                      <a16:colId xmlns:a16="http://schemas.microsoft.com/office/drawing/2014/main" val="20014"/>
                    </a:ext>
                  </a:extLst>
                </a:gridCol>
                <a:gridCol w="522604">
                  <a:extLst>
                    <a:ext uri="{9D8B030D-6E8A-4147-A177-3AD203B41FA5}">
                      <a16:colId xmlns:a16="http://schemas.microsoft.com/office/drawing/2014/main" val="20015"/>
                    </a:ext>
                  </a:extLst>
                </a:gridCol>
              </a:tblGrid>
              <a:tr h="523240">
                <a:tc>
                  <a:txBody>
                    <a:bodyPr/>
                    <a:lstStyle/>
                    <a:p>
                      <a:pPr marL="139700">
                        <a:lnSpc>
                          <a:spcPct val="100000"/>
                        </a:lnSpc>
                        <a:spcBef>
                          <a:spcPts val="860"/>
                        </a:spcBef>
                      </a:pPr>
                      <a:r>
                        <a:rPr sz="1900" b="1" spc="-25">
                          <a:latin typeface="Times New Roman"/>
                          <a:cs typeface="Times New Roman"/>
                        </a:rPr>
                        <a:t>24</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17</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40</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28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13</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14</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22</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32</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40</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21</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48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860"/>
                        </a:spcBef>
                      </a:pPr>
                      <a:r>
                        <a:rPr sz="1900" b="1">
                          <a:latin typeface="Times New Roman"/>
                          <a:cs typeface="Times New Roman"/>
                        </a:rPr>
                        <a:t>4</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47</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860"/>
                        </a:spcBef>
                      </a:pPr>
                      <a:r>
                        <a:rPr sz="1900" b="1">
                          <a:latin typeface="Times New Roman"/>
                          <a:cs typeface="Times New Roman"/>
                        </a:rPr>
                        <a:t>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37</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18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9" name="object 7">
            <a:extLst>
              <a:ext uri="{FF2B5EF4-FFF2-40B4-BE49-F238E27FC236}">
                <a16:creationId xmlns:a16="http://schemas.microsoft.com/office/drawing/2014/main" id="{E51AF8EF-C242-1A4C-B123-99601D7E1AB4}"/>
              </a:ext>
            </a:extLst>
          </p:cNvPr>
          <p:cNvSpPr/>
          <p:nvPr/>
        </p:nvSpPr>
        <p:spPr>
          <a:xfrm>
            <a:off x="2127036" y="1812508"/>
            <a:ext cx="7315200" cy="733425"/>
          </a:xfrm>
          <a:custGeom>
            <a:avLst/>
            <a:gdLst/>
            <a:ahLst/>
            <a:cxnLst/>
            <a:rect l="l" t="t" r="r" b="b"/>
            <a:pathLst>
              <a:path w="7315200" h="733425">
                <a:moveTo>
                  <a:pt x="0" y="122174"/>
                </a:moveTo>
                <a:lnTo>
                  <a:pt x="9606" y="74634"/>
                </a:lnTo>
                <a:lnTo>
                  <a:pt x="35798" y="35798"/>
                </a:lnTo>
                <a:lnTo>
                  <a:pt x="74634" y="9606"/>
                </a:lnTo>
                <a:lnTo>
                  <a:pt x="122174" y="0"/>
                </a:lnTo>
                <a:lnTo>
                  <a:pt x="7193026" y="0"/>
                </a:lnTo>
                <a:lnTo>
                  <a:pt x="7240565" y="9606"/>
                </a:lnTo>
                <a:lnTo>
                  <a:pt x="7279401" y="35798"/>
                </a:lnTo>
                <a:lnTo>
                  <a:pt x="7305593" y="74634"/>
                </a:lnTo>
                <a:lnTo>
                  <a:pt x="7315200" y="122174"/>
                </a:lnTo>
                <a:lnTo>
                  <a:pt x="7315200" y="610870"/>
                </a:lnTo>
                <a:lnTo>
                  <a:pt x="7305593" y="658409"/>
                </a:lnTo>
                <a:lnTo>
                  <a:pt x="7279401" y="697245"/>
                </a:lnTo>
                <a:lnTo>
                  <a:pt x="7240565" y="723437"/>
                </a:lnTo>
                <a:lnTo>
                  <a:pt x="7193026" y="733044"/>
                </a:lnTo>
                <a:lnTo>
                  <a:pt x="122174" y="733044"/>
                </a:lnTo>
                <a:lnTo>
                  <a:pt x="74634" y="723437"/>
                </a:lnTo>
                <a:lnTo>
                  <a:pt x="35798" y="697245"/>
                </a:lnTo>
                <a:lnTo>
                  <a:pt x="9606" y="658409"/>
                </a:lnTo>
                <a:lnTo>
                  <a:pt x="0" y="610870"/>
                </a:lnTo>
                <a:lnTo>
                  <a:pt x="0" y="122174"/>
                </a:lnTo>
                <a:close/>
              </a:path>
            </a:pathLst>
          </a:custGeom>
          <a:ln w="38099">
            <a:solidFill>
              <a:srgbClr val="FF0000"/>
            </a:solidFill>
            <a:prstDash val="lgDash"/>
          </a:ln>
        </p:spPr>
        <p:txBody>
          <a:bodyPr wrap="square" lIns="0" tIns="0" rIns="0" bIns="0" rtlCol="0"/>
          <a:lstStyle/>
          <a:p>
            <a:endParaRPr/>
          </a:p>
        </p:txBody>
      </p:sp>
      <p:sp>
        <p:nvSpPr>
          <p:cNvPr id="20" name="object 2">
            <a:extLst>
              <a:ext uri="{FF2B5EF4-FFF2-40B4-BE49-F238E27FC236}">
                <a16:creationId xmlns:a16="http://schemas.microsoft.com/office/drawing/2014/main" id="{29E7863D-9B26-B246-A683-A1D68F451083}"/>
              </a:ext>
            </a:extLst>
          </p:cNvPr>
          <p:cNvSpPr/>
          <p:nvPr/>
        </p:nvSpPr>
        <p:spPr>
          <a:xfrm>
            <a:off x="1732144" y="4965079"/>
            <a:ext cx="9111702" cy="824230"/>
          </a:xfrm>
          <a:custGeom>
            <a:avLst/>
            <a:gdLst/>
            <a:ahLst/>
            <a:cxnLst/>
            <a:rect l="l" t="t" r="r" b="b"/>
            <a:pathLst>
              <a:path w="9448800" h="824228">
                <a:moveTo>
                  <a:pt x="0" y="137286"/>
                </a:moveTo>
                <a:lnTo>
                  <a:pt x="6999" y="93894"/>
                </a:lnTo>
                <a:lnTo>
                  <a:pt x="26489" y="56208"/>
                </a:lnTo>
                <a:lnTo>
                  <a:pt x="56208" y="26489"/>
                </a:lnTo>
                <a:lnTo>
                  <a:pt x="93894" y="6999"/>
                </a:lnTo>
                <a:lnTo>
                  <a:pt x="137287" y="0"/>
                </a:lnTo>
                <a:lnTo>
                  <a:pt x="9311513" y="0"/>
                </a:lnTo>
                <a:lnTo>
                  <a:pt x="9354905" y="6999"/>
                </a:lnTo>
                <a:lnTo>
                  <a:pt x="9392591" y="26489"/>
                </a:lnTo>
                <a:lnTo>
                  <a:pt x="9422310" y="56208"/>
                </a:lnTo>
                <a:lnTo>
                  <a:pt x="9441800" y="93894"/>
                </a:lnTo>
                <a:lnTo>
                  <a:pt x="9448800" y="137286"/>
                </a:lnTo>
                <a:lnTo>
                  <a:pt x="9448800" y="686434"/>
                </a:lnTo>
                <a:lnTo>
                  <a:pt x="9441800" y="729827"/>
                </a:lnTo>
                <a:lnTo>
                  <a:pt x="9422310" y="767513"/>
                </a:lnTo>
                <a:lnTo>
                  <a:pt x="9392591" y="797232"/>
                </a:lnTo>
                <a:lnTo>
                  <a:pt x="9354905" y="816722"/>
                </a:lnTo>
                <a:lnTo>
                  <a:pt x="9311513" y="823721"/>
                </a:lnTo>
                <a:lnTo>
                  <a:pt x="137287" y="823721"/>
                </a:lnTo>
                <a:lnTo>
                  <a:pt x="93894" y="816722"/>
                </a:lnTo>
                <a:lnTo>
                  <a:pt x="56208" y="797232"/>
                </a:lnTo>
                <a:lnTo>
                  <a:pt x="26489" y="767513"/>
                </a:lnTo>
                <a:lnTo>
                  <a:pt x="6999" y="729827"/>
                </a:lnTo>
                <a:lnTo>
                  <a:pt x="0" y="686434"/>
                </a:lnTo>
                <a:lnTo>
                  <a:pt x="0" y="137286"/>
                </a:lnTo>
                <a:close/>
              </a:path>
            </a:pathLst>
          </a:custGeom>
          <a:ln w="38100">
            <a:solidFill>
              <a:srgbClr val="FF0000"/>
            </a:solidFill>
            <a:prstDash val="lgDash"/>
          </a:ln>
        </p:spPr>
        <p:txBody>
          <a:bodyPr wrap="square" lIns="0" tIns="0" rIns="0" bIns="0" rtlCol="0"/>
          <a:lstStyle/>
          <a:p>
            <a:endParaRPr/>
          </a:p>
        </p:txBody>
      </p:sp>
      <p:sp>
        <p:nvSpPr>
          <p:cNvPr id="2" name="文本框 1">
            <a:extLst>
              <a:ext uri="{FF2B5EF4-FFF2-40B4-BE49-F238E27FC236}">
                <a16:creationId xmlns:a16="http://schemas.microsoft.com/office/drawing/2014/main" id="{DABA0000-13FD-7A49-8229-1E13C9FD5343}"/>
              </a:ext>
            </a:extLst>
          </p:cNvPr>
          <p:cNvSpPr txBox="1"/>
          <p:nvPr/>
        </p:nvSpPr>
        <p:spPr>
          <a:xfrm>
            <a:off x="1998857" y="5971047"/>
            <a:ext cx="1957754" cy="369332"/>
          </a:xfrm>
          <a:prstGeom prst="rect">
            <a:avLst/>
          </a:prstGeom>
          <a:noFill/>
        </p:spPr>
        <p:txBody>
          <a:bodyPr wrap="square" rtlCol="0">
            <a:spAutoFit/>
          </a:bodyPr>
          <a:lstStyle/>
          <a:p>
            <a:r>
              <a:rPr kumimoji="1" lang="zh-CN" altLang="en-US" b="1" dirty="0">
                <a:solidFill>
                  <a:srgbClr val="0070C0"/>
                </a:solidFill>
                <a:latin typeface="SimSun" panose="02010600030101010101" pitchFamily="2" charset="-122"/>
                <a:ea typeface="SimSun" panose="02010600030101010101" pitchFamily="2" charset="-122"/>
              </a:rPr>
              <a:t>完整数组输入</a:t>
            </a:r>
          </a:p>
        </p:txBody>
      </p:sp>
    </p:spTree>
    <p:extLst>
      <p:ext uri="{BB962C8B-B14F-4D97-AF65-F5344CB8AC3E}">
        <p14:creationId xmlns:p14="http://schemas.microsoft.com/office/powerpoint/2010/main" val="208413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A8421863-95B7-B74D-8E47-2AE9B0E5EE72}"/>
              </a:ext>
            </a:extLst>
          </p:cNvPr>
          <p:cNvSpPr txBox="1">
            <a:spLocks noGrp="1"/>
          </p:cNvSpPr>
          <p:nvPr>
            <p:ph type="title"/>
          </p:nvPr>
        </p:nvSpPr>
        <p:spPr>
          <a:xfrm>
            <a:off x="1261499" y="358590"/>
            <a:ext cx="8269362" cy="566181"/>
          </a:xfrm>
          <a:prstGeom prst="rect">
            <a:avLst/>
          </a:prstGeom>
        </p:spPr>
        <p:txBody>
          <a:bodyPr vert="horz" wrap="square" lIns="0" tIns="12065" rIns="0" bIns="0" rtlCol="0">
            <a:spAutoFit/>
          </a:bodyPr>
          <a:lstStyle/>
          <a:p>
            <a:pPr marL="12700">
              <a:lnSpc>
                <a:spcPct val="100000"/>
              </a:lnSpc>
              <a:spcBef>
                <a:spcPts val="95"/>
              </a:spcBef>
            </a:pPr>
            <a:r>
              <a:rPr sz="3600" spc="-40" dirty="0" err="1">
                <a:latin typeface="SimSun" panose="02010600030101010101" pitchFamily="2" charset="-122"/>
                <a:ea typeface="SimSun" panose="02010600030101010101" pitchFamily="2" charset="-122"/>
              </a:rPr>
              <a:t>从杠铃增重问题到排序问</a:t>
            </a:r>
            <a:r>
              <a:rPr sz="3600" spc="-50" dirty="0" err="1">
                <a:latin typeface="SimSun" panose="02010600030101010101" pitchFamily="2" charset="-122"/>
                <a:ea typeface="SimSun" panose="02010600030101010101" pitchFamily="2" charset="-122"/>
              </a:rPr>
              <a:t>题</a:t>
            </a:r>
            <a:endParaRPr sz="3600" spc="-50" dirty="0">
              <a:latin typeface="SimSun" panose="02010600030101010101" pitchFamily="2" charset="-122"/>
              <a:ea typeface="SimSun" panose="02010600030101010101" pitchFamily="2" charset="-122"/>
            </a:endParaRPr>
          </a:p>
        </p:txBody>
      </p:sp>
      <p:sp>
        <p:nvSpPr>
          <p:cNvPr id="13" name="object 2">
            <a:extLst>
              <a:ext uri="{FF2B5EF4-FFF2-40B4-BE49-F238E27FC236}">
                <a16:creationId xmlns:a16="http://schemas.microsoft.com/office/drawing/2014/main" id="{78A0E1E0-82F8-7F47-863E-92CEDDBED13F}"/>
              </a:ext>
            </a:extLst>
          </p:cNvPr>
          <p:cNvSpPr txBox="1"/>
          <p:nvPr/>
        </p:nvSpPr>
        <p:spPr>
          <a:xfrm>
            <a:off x="746955" y="1139891"/>
            <a:ext cx="2503805" cy="452755"/>
          </a:xfrm>
          <a:prstGeom prst="rect">
            <a:avLst/>
          </a:prstGeom>
        </p:spPr>
        <p:txBody>
          <a:bodyPr vert="horz" wrap="square" lIns="0" tIns="12700" rIns="0" bIns="0" rtlCol="0">
            <a:spAutoFit/>
          </a:bodyPr>
          <a:lstStyle/>
          <a:p>
            <a:pPr marL="355600" indent="-342900">
              <a:lnSpc>
                <a:spcPct val="100000"/>
              </a:lnSpc>
              <a:spcBef>
                <a:spcPts val="100"/>
              </a:spcBef>
              <a:buClr>
                <a:srgbClr val="8092F0"/>
              </a:buClr>
              <a:buSzPct val="69642"/>
              <a:buFont typeface="Wingdings"/>
              <a:buChar char=""/>
              <a:tabLst>
                <a:tab pos="354965" algn="l"/>
                <a:tab pos="355600" algn="l"/>
              </a:tabLst>
            </a:pPr>
            <a:r>
              <a:rPr sz="2800" spc="-10" dirty="0" err="1">
                <a:latin typeface="宋体"/>
                <a:cs typeface="宋体"/>
              </a:rPr>
              <a:t>问题输入变化</a:t>
            </a:r>
            <a:endParaRPr sz="2800" dirty="0">
              <a:latin typeface="宋体"/>
              <a:cs typeface="宋体"/>
            </a:endParaRPr>
          </a:p>
        </p:txBody>
      </p:sp>
      <p:pic>
        <p:nvPicPr>
          <p:cNvPr id="14" name="object 4">
            <a:extLst>
              <a:ext uri="{FF2B5EF4-FFF2-40B4-BE49-F238E27FC236}">
                <a16:creationId xmlns:a16="http://schemas.microsoft.com/office/drawing/2014/main" id="{44AF6A29-4122-E242-9A4D-5E3D1FBB4C84}"/>
              </a:ext>
            </a:extLst>
          </p:cNvPr>
          <p:cNvPicPr/>
          <p:nvPr/>
        </p:nvPicPr>
        <p:blipFill>
          <a:blip r:embed="rId3"/>
          <a:stretch>
            <a:fillRect/>
          </a:stretch>
        </p:blipFill>
        <p:spPr>
          <a:xfrm>
            <a:off x="2245147" y="1907289"/>
            <a:ext cx="7099731" cy="2415718"/>
          </a:xfrm>
          <a:prstGeom prst="rect">
            <a:avLst/>
          </a:prstGeom>
        </p:spPr>
      </p:pic>
      <p:graphicFrame>
        <p:nvGraphicFramePr>
          <p:cNvPr id="15" name="object 5">
            <a:extLst>
              <a:ext uri="{FF2B5EF4-FFF2-40B4-BE49-F238E27FC236}">
                <a16:creationId xmlns:a16="http://schemas.microsoft.com/office/drawing/2014/main" id="{3FCC3894-413F-A74C-9DF1-38BC88002BF4}"/>
              </a:ext>
            </a:extLst>
          </p:cNvPr>
          <p:cNvGraphicFramePr>
            <a:graphicFrameLocks noGrp="1"/>
          </p:cNvGraphicFramePr>
          <p:nvPr/>
        </p:nvGraphicFramePr>
        <p:xfrm>
          <a:off x="772963" y="1872999"/>
          <a:ext cx="804545" cy="2303145"/>
        </p:xfrm>
        <a:graphic>
          <a:graphicData uri="http://schemas.openxmlformats.org/drawingml/2006/table">
            <a:tbl>
              <a:tblPr firstRow="1" bandRow="1">
                <a:tableStyleId>{2D5ABB26-0587-4C30-8999-92F81FD0307C}</a:tableStyleId>
              </a:tblPr>
              <a:tblGrid>
                <a:gridCol w="804545">
                  <a:extLst>
                    <a:ext uri="{9D8B030D-6E8A-4147-A177-3AD203B41FA5}">
                      <a16:colId xmlns:a16="http://schemas.microsoft.com/office/drawing/2014/main" val="20000"/>
                    </a:ext>
                  </a:extLst>
                </a:gridCol>
              </a:tblGrid>
              <a:tr h="419100">
                <a:tc>
                  <a:txBody>
                    <a:bodyPr/>
                    <a:lstStyle/>
                    <a:p>
                      <a:pPr algn="ctr">
                        <a:lnSpc>
                          <a:spcPct val="100000"/>
                        </a:lnSpc>
                        <a:spcBef>
                          <a:spcPts val="135"/>
                        </a:spcBef>
                      </a:pPr>
                      <a:r>
                        <a:rPr sz="2400">
                          <a:solidFill>
                            <a:srgbClr val="FFFFFF"/>
                          </a:solidFill>
                          <a:latin typeface="宋体"/>
                          <a:cs typeface="宋体"/>
                        </a:rPr>
                        <a:t>杠</a:t>
                      </a:r>
                      <a:endParaRPr sz="2400">
                        <a:latin typeface="宋体"/>
                        <a:cs typeface="宋体"/>
                      </a:endParaRPr>
                    </a:p>
                  </a:txBody>
                  <a:tcPr marL="0" marR="0" marT="17145" marB="0">
                    <a:solidFill>
                      <a:srgbClr val="006FC0"/>
                    </a:solidFill>
                  </a:tcPr>
                </a:tc>
                <a:extLst>
                  <a:ext uri="{0D108BD9-81ED-4DB2-BD59-A6C34878D82A}">
                    <a16:rowId xmlns:a16="http://schemas.microsoft.com/office/drawing/2014/main" val="10000"/>
                  </a:ext>
                </a:extLst>
              </a:tr>
              <a:tr h="365760">
                <a:tc>
                  <a:txBody>
                    <a:bodyPr/>
                    <a:lstStyle/>
                    <a:p>
                      <a:pPr algn="ctr">
                        <a:lnSpc>
                          <a:spcPts val="2595"/>
                        </a:lnSpc>
                      </a:pPr>
                      <a:r>
                        <a:rPr sz="2400">
                          <a:solidFill>
                            <a:srgbClr val="FFFFFF"/>
                          </a:solidFill>
                          <a:latin typeface="宋体"/>
                          <a:cs typeface="宋体"/>
                        </a:rPr>
                        <a:t>铃</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1"/>
                  </a:ext>
                </a:extLst>
              </a:tr>
              <a:tr h="365760">
                <a:tc>
                  <a:txBody>
                    <a:bodyPr/>
                    <a:lstStyle/>
                    <a:p>
                      <a:pPr algn="ctr">
                        <a:lnSpc>
                          <a:spcPts val="2595"/>
                        </a:lnSpc>
                      </a:pPr>
                      <a:r>
                        <a:rPr sz="2400">
                          <a:solidFill>
                            <a:srgbClr val="FFFFFF"/>
                          </a:solidFill>
                          <a:latin typeface="宋体"/>
                          <a:cs typeface="宋体"/>
                        </a:rPr>
                        <a:t>增</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2"/>
                  </a:ext>
                </a:extLst>
              </a:tr>
              <a:tr h="365125">
                <a:tc>
                  <a:txBody>
                    <a:bodyPr/>
                    <a:lstStyle/>
                    <a:p>
                      <a:pPr algn="ctr">
                        <a:lnSpc>
                          <a:spcPts val="2595"/>
                        </a:lnSpc>
                      </a:pPr>
                      <a:r>
                        <a:rPr sz="2400">
                          <a:solidFill>
                            <a:srgbClr val="FFFFFF"/>
                          </a:solidFill>
                          <a:latin typeface="宋体"/>
                          <a:cs typeface="宋体"/>
                        </a:rPr>
                        <a:t>重</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3"/>
                  </a:ext>
                </a:extLst>
              </a:tr>
              <a:tr h="365760">
                <a:tc>
                  <a:txBody>
                    <a:bodyPr/>
                    <a:lstStyle/>
                    <a:p>
                      <a:pPr algn="ctr">
                        <a:lnSpc>
                          <a:spcPts val="2595"/>
                        </a:lnSpc>
                      </a:pPr>
                      <a:r>
                        <a:rPr sz="2400">
                          <a:solidFill>
                            <a:srgbClr val="FFFFFF"/>
                          </a:solidFill>
                          <a:latin typeface="宋体"/>
                          <a:cs typeface="宋体"/>
                        </a:rPr>
                        <a:t>问</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4"/>
                  </a:ext>
                </a:extLst>
              </a:tr>
              <a:tr h="421640">
                <a:tc>
                  <a:txBody>
                    <a:bodyPr/>
                    <a:lstStyle/>
                    <a:p>
                      <a:pPr algn="ctr">
                        <a:lnSpc>
                          <a:spcPts val="2595"/>
                        </a:lnSpc>
                      </a:pPr>
                      <a:r>
                        <a:rPr sz="2400">
                          <a:solidFill>
                            <a:srgbClr val="FFFFFF"/>
                          </a:solidFill>
                          <a:latin typeface="宋体"/>
                          <a:cs typeface="宋体"/>
                        </a:rPr>
                        <a:t>题</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5"/>
                  </a:ext>
                </a:extLst>
              </a:tr>
            </a:tbl>
          </a:graphicData>
        </a:graphic>
      </p:graphicFrame>
      <p:graphicFrame>
        <p:nvGraphicFramePr>
          <p:cNvPr id="16" name="object 6">
            <a:extLst>
              <a:ext uri="{FF2B5EF4-FFF2-40B4-BE49-F238E27FC236}">
                <a16:creationId xmlns:a16="http://schemas.microsoft.com/office/drawing/2014/main" id="{1D00EF63-5729-724C-8774-C437D0763AE1}"/>
              </a:ext>
            </a:extLst>
          </p:cNvPr>
          <p:cNvGraphicFramePr>
            <a:graphicFrameLocks noGrp="1"/>
          </p:cNvGraphicFramePr>
          <p:nvPr/>
        </p:nvGraphicFramePr>
        <p:xfrm>
          <a:off x="772963" y="4663444"/>
          <a:ext cx="804545" cy="1506220"/>
        </p:xfrm>
        <a:graphic>
          <a:graphicData uri="http://schemas.openxmlformats.org/drawingml/2006/table">
            <a:tbl>
              <a:tblPr firstRow="1" bandRow="1">
                <a:tableStyleId>{2D5ABB26-0587-4C30-8999-92F81FD0307C}</a:tableStyleId>
              </a:tblPr>
              <a:tblGrid>
                <a:gridCol w="804545">
                  <a:extLst>
                    <a:ext uri="{9D8B030D-6E8A-4147-A177-3AD203B41FA5}">
                      <a16:colId xmlns:a16="http://schemas.microsoft.com/office/drawing/2014/main" val="20000"/>
                    </a:ext>
                  </a:extLst>
                </a:gridCol>
              </a:tblGrid>
              <a:tr h="386080">
                <a:tc>
                  <a:txBody>
                    <a:bodyPr/>
                    <a:lstStyle/>
                    <a:p>
                      <a:pPr algn="ctr">
                        <a:lnSpc>
                          <a:spcPts val="2760"/>
                        </a:lnSpc>
                      </a:pPr>
                      <a:r>
                        <a:rPr sz="2400">
                          <a:solidFill>
                            <a:srgbClr val="FFFFFF"/>
                          </a:solidFill>
                          <a:latin typeface="宋体"/>
                          <a:cs typeface="宋体"/>
                        </a:rPr>
                        <a:t>排</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0"/>
                  </a:ext>
                </a:extLst>
              </a:tr>
              <a:tr h="365125">
                <a:tc>
                  <a:txBody>
                    <a:bodyPr/>
                    <a:lstStyle/>
                    <a:p>
                      <a:pPr algn="ctr">
                        <a:lnSpc>
                          <a:spcPts val="2595"/>
                        </a:lnSpc>
                      </a:pPr>
                      <a:r>
                        <a:rPr sz="2400">
                          <a:solidFill>
                            <a:srgbClr val="FFFFFF"/>
                          </a:solidFill>
                          <a:latin typeface="宋体"/>
                          <a:cs typeface="宋体"/>
                        </a:rPr>
                        <a:t>序</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1"/>
                  </a:ext>
                </a:extLst>
              </a:tr>
              <a:tr h="365760">
                <a:tc>
                  <a:txBody>
                    <a:bodyPr/>
                    <a:lstStyle/>
                    <a:p>
                      <a:pPr algn="ctr">
                        <a:lnSpc>
                          <a:spcPts val="2595"/>
                        </a:lnSpc>
                      </a:pPr>
                      <a:r>
                        <a:rPr sz="2400">
                          <a:solidFill>
                            <a:srgbClr val="FFFFFF"/>
                          </a:solidFill>
                          <a:latin typeface="宋体"/>
                          <a:cs typeface="宋体"/>
                        </a:rPr>
                        <a:t>问</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2"/>
                  </a:ext>
                </a:extLst>
              </a:tr>
              <a:tr h="389255">
                <a:tc>
                  <a:txBody>
                    <a:bodyPr/>
                    <a:lstStyle/>
                    <a:p>
                      <a:pPr algn="ctr">
                        <a:lnSpc>
                          <a:spcPts val="2595"/>
                        </a:lnSpc>
                      </a:pPr>
                      <a:r>
                        <a:rPr sz="2400">
                          <a:solidFill>
                            <a:srgbClr val="FFFFFF"/>
                          </a:solidFill>
                          <a:latin typeface="宋体"/>
                          <a:cs typeface="宋体"/>
                        </a:rPr>
                        <a:t>题</a:t>
                      </a:r>
                      <a:endParaRPr sz="2400">
                        <a:latin typeface="宋体"/>
                        <a:cs typeface="宋体"/>
                      </a:endParaRPr>
                    </a:p>
                  </a:txBody>
                  <a:tcPr marL="0" marR="0" marT="0" marB="0">
                    <a:solidFill>
                      <a:srgbClr val="006FC0"/>
                    </a:solidFill>
                  </a:tcPr>
                </a:tc>
                <a:extLst>
                  <a:ext uri="{0D108BD9-81ED-4DB2-BD59-A6C34878D82A}">
                    <a16:rowId xmlns:a16="http://schemas.microsoft.com/office/drawing/2014/main" val="10003"/>
                  </a:ext>
                </a:extLst>
              </a:tr>
            </a:tbl>
          </a:graphicData>
        </a:graphic>
      </p:graphicFrame>
      <p:sp>
        <p:nvSpPr>
          <p:cNvPr id="17" name="object 7">
            <a:extLst>
              <a:ext uri="{FF2B5EF4-FFF2-40B4-BE49-F238E27FC236}">
                <a16:creationId xmlns:a16="http://schemas.microsoft.com/office/drawing/2014/main" id="{46C0D77E-3EEF-2D46-B08A-5F173DFF0EB2}"/>
              </a:ext>
            </a:extLst>
          </p:cNvPr>
          <p:cNvSpPr/>
          <p:nvPr/>
        </p:nvSpPr>
        <p:spPr>
          <a:xfrm>
            <a:off x="468925" y="4598674"/>
            <a:ext cx="10820400" cy="0"/>
          </a:xfrm>
          <a:custGeom>
            <a:avLst/>
            <a:gdLst/>
            <a:ahLst/>
            <a:cxnLst/>
            <a:rect l="l" t="t" r="r" b="b"/>
            <a:pathLst>
              <a:path w="10820400">
                <a:moveTo>
                  <a:pt x="0" y="0"/>
                </a:moveTo>
                <a:lnTo>
                  <a:pt x="10820400" y="0"/>
                </a:lnTo>
              </a:path>
            </a:pathLst>
          </a:custGeom>
          <a:ln w="38100">
            <a:solidFill>
              <a:srgbClr val="000000"/>
            </a:solidFill>
            <a:prstDash val="lgDash"/>
          </a:ln>
        </p:spPr>
        <p:txBody>
          <a:bodyPr wrap="square" lIns="0" tIns="0" rIns="0" bIns="0" rtlCol="0"/>
          <a:lstStyle/>
          <a:p>
            <a:endParaRPr/>
          </a:p>
        </p:txBody>
      </p:sp>
      <p:graphicFrame>
        <p:nvGraphicFramePr>
          <p:cNvPr id="18" name="object 8">
            <a:extLst>
              <a:ext uri="{FF2B5EF4-FFF2-40B4-BE49-F238E27FC236}">
                <a16:creationId xmlns:a16="http://schemas.microsoft.com/office/drawing/2014/main" id="{D82C3D86-7D1A-B64F-99FB-03BB83E6ECC5}"/>
              </a:ext>
            </a:extLst>
          </p:cNvPr>
          <p:cNvGraphicFramePr>
            <a:graphicFrameLocks noGrp="1"/>
          </p:cNvGraphicFramePr>
          <p:nvPr/>
        </p:nvGraphicFramePr>
        <p:xfrm>
          <a:off x="2108367" y="5113417"/>
          <a:ext cx="8361671" cy="523240"/>
        </p:xfrm>
        <a:graphic>
          <a:graphicData uri="http://schemas.openxmlformats.org/drawingml/2006/table">
            <a:tbl>
              <a:tblPr firstRow="1" bandRow="1">
                <a:tableStyleId>{2D5ABB26-0587-4C30-8999-92F81FD0307C}</a:tableStyleId>
              </a:tblPr>
              <a:tblGrid>
                <a:gridCol w="522605">
                  <a:extLst>
                    <a:ext uri="{9D8B030D-6E8A-4147-A177-3AD203B41FA5}">
                      <a16:colId xmlns:a16="http://schemas.microsoft.com/office/drawing/2014/main" val="20000"/>
                    </a:ext>
                  </a:extLst>
                </a:gridCol>
                <a:gridCol w="522605">
                  <a:extLst>
                    <a:ext uri="{9D8B030D-6E8A-4147-A177-3AD203B41FA5}">
                      <a16:colId xmlns:a16="http://schemas.microsoft.com/office/drawing/2014/main" val="20001"/>
                    </a:ext>
                  </a:extLst>
                </a:gridCol>
                <a:gridCol w="522604">
                  <a:extLst>
                    <a:ext uri="{9D8B030D-6E8A-4147-A177-3AD203B41FA5}">
                      <a16:colId xmlns:a16="http://schemas.microsoft.com/office/drawing/2014/main" val="20002"/>
                    </a:ext>
                  </a:extLst>
                </a:gridCol>
                <a:gridCol w="522605">
                  <a:extLst>
                    <a:ext uri="{9D8B030D-6E8A-4147-A177-3AD203B41FA5}">
                      <a16:colId xmlns:a16="http://schemas.microsoft.com/office/drawing/2014/main" val="20003"/>
                    </a:ext>
                  </a:extLst>
                </a:gridCol>
                <a:gridCol w="522605">
                  <a:extLst>
                    <a:ext uri="{9D8B030D-6E8A-4147-A177-3AD203B41FA5}">
                      <a16:colId xmlns:a16="http://schemas.microsoft.com/office/drawing/2014/main" val="20004"/>
                    </a:ext>
                  </a:extLst>
                </a:gridCol>
                <a:gridCol w="522605">
                  <a:extLst>
                    <a:ext uri="{9D8B030D-6E8A-4147-A177-3AD203B41FA5}">
                      <a16:colId xmlns:a16="http://schemas.microsoft.com/office/drawing/2014/main" val="20005"/>
                    </a:ext>
                  </a:extLst>
                </a:gridCol>
                <a:gridCol w="522605">
                  <a:extLst>
                    <a:ext uri="{9D8B030D-6E8A-4147-A177-3AD203B41FA5}">
                      <a16:colId xmlns:a16="http://schemas.microsoft.com/office/drawing/2014/main" val="20006"/>
                    </a:ext>
                  </a:extLst>
                </a:gridCol>
                <a:gridCol w="522604">
                  <a:extLst>
                    <a:ext uri="{9D8B030D-6E8A-4147-A177-3AD203B41FA5}">
                      <a16:colId xmlns:a16="http://schemas.microsoft.com/office/drawing/2014/main" val="20007"/>
                    </a:ext>
                  </a:extLst>
                </a:gridCol>
                <a:gridCol w="522604">
                  <a:extLst>
                    <a:ext uri="{9D8B030D-6E8A-4147-A177-3AD203B41FA5}">
                      <a16:colId xmlns:a16="http://schemas.microsoft.com/office/drawing/2014/main" val="20008"/>
                    </a:ext>
                  </a:extLst>
                </a:gridCol>
                <a:gridCol w="522604">
                  <a:extLst>
                    <a:ext uri="{9D8B030D-6E8A-4147-A177-3AD203B41FA5}">
                      <a16:colId xmlns:a16="http://schemas.microsoft.com/office/drawing/2014/main" val="20009"/>
                    </a:ext>
                  </a:extLst>
                </a:gridCol>
                <a:gridCol w="522604">
                  <a:extLst>
                    <a:ext uri="{9D8B030D-6E8A-4147-A177-3AD203B41FA5}">
                      <a16:colId xmlns:a16="http://schemas.microsoft.com/office/drawing/2014/main" val="20010"/>
                    </a:ext>
                  </a:extLst>
                </a:gridCol>
                <a:gridCol w="522604">
                  <a:extLst>
                    <a:ext uri="{9D8B030D-6E8A-4147-A177-3AD203B41FA5}">
                      <a16:colId xmlns:a16="http://schemas.microsoft.com/office/drawing/2014/main" val="20011"/>
                    </a:ext>
                  </a:extLst>
                </a:gridCol>
                <a:gridCol w="522605">
                  <a:extLst>
                    <a:ext uri="{9D8B030D-6E8A-4147-A177-3AD203B41FA5}">
                      <a16:colId xmlns:a16="http://schemas.microsoft.com/office/drawing/2014/main" val="20012"/>
                    </a:ext>
                  </a:extLst>
                </a:gridCol>
                <a:gridCol w="522604">
                  <a:extLst>
                    <a:ext uri="{9D8B030D-6E8A-4147-A177-3AD203B41FA5}">
                      <a16:colId xmlns:a16="http://schemas.microsoft.com/office/drawing/2014/main" val="20013"/>
                    </a:ext>
                  </a:extLst>
                </a:gridCol>
                <a:gridCol w="522604">
                  <a:extLst>
                    <a:ext uri="{9D8B030D-6E8A-4147-A177-3AD203B41FA5}">
                      <a16:colId xmlns:a16="http://schemas.microsoft.com/office/drawing/2014/main" val="20014"/>
                    </a:ext>
                  </a:extLst>
                </a:gridCol>
                <a:gridCol w="522604">
                  <a:extLst>
                    <a:ext uri="{9D8B030D-6E8A-4147-A177-3AD203B41FA5}">
                      <a16:colId xmlns:a16="http://schemas.microsoft.com/office/drawing/2014/main" val="20015"/>
                    </a:ext>
                  </a:extLst>
                </a:gridCol>
              </a:tblGrid>
              <a:tr h="523240">
                <a:tc>
                  <a:txBody>
                    <a:bodyPr/>
                    <a:lstStyle/>
                    <a:p>
                      <a:pPr marL="139700">
                        <a:lnSpc>
                          <a:spcPct val="100000"/>
                        </a:lnSpc>
                        <a:spcBef>
                          <a:spcPts val="860"/>
                        </a:spcBef>
                      </a:pPr>
                      <a:r>
                        <a:rPr sz="1900" b="1" spc="-25">
                          <a:latin typeface="Times New Roman"/>
                          <a:cs typeface="Times New Roman"/>
                        </a:rPr>
                        <a:t>24</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17</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40</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28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13</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14</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22</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32</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40</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21</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39700">
                        <a:lnSpc>
                          <a:spcPct val="100000"/>
                        </a:lnSpc>
                        <a:spcBef>
                          <a:spcPts val="860"/>
                        </a:spcBef>
                      </a:pPr>
                      <a:r>
                        <a:rPr sz="1900" b="1" spc="-25">
                          <a:latin typeface="Times New Roman"/>
                          <a:cs typeface="Times New Roman"/>
                        </a:rPr>
                        <a:t>48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860"/>
                        </a:spcBef>
                      </a:pPr>
                      <a:r>
                        <a:rPr sz="1900" b="1">
                          <a:latin typeface="Times New Roman"/>
                          <a:cs typeface="Times New Roman"/>
                        </a:rPr>
                        <a:t>4</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47</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860"/>
                        </a:spcBef>
                      </a:pPr>
                      <a:r>
                        <a:rPr sz="1900" b="1">
                          <a:latin typeface="Times New Roman"/>
                          <a:cs typeface="Times New Roman"/>
                        </a:rPr>
                        <a:t>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37</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40335">
                        <a:lnSpc>
                          <a:spcPct val="100000"/>
                        </a:lnSpc>
                        <a:spcBef>
                          <a:spcPts val="860"/>
                        </a:spcBef>
                      </a:pPr>
                      <a:r>
                        <a:rPr sz="1900" b="1" spc="-25">
                          <a:latin typeface="Times New Roman"/>
                          <a:cs typeface="Times New Roman"/>
                        </a:rPr>
                        <a:t>18</a:t>
                      </a:r>
                      <a:endParaRPr sz="1900">
                        <a:latin typeface="Times New Roman"/>
                        <a:cs typeface="Times New Roman"/>
                      </a:endParaRPr>
                    </a:p>
                  </a:txBody>
                  <a:tcPr marL="0" marR="0" marT="10922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 name="文本框 1">
            <a:extLst>
              <a:ext uri="{FF2B5EF4-FFF2-40B4-BE49-F238E27FC236}">
                <a16:creationId xmlns:a16="http://schemas.microsoft.com/office/drawing/2014/main" id="{DABA0000-13FD-7A49-8229-1E13C9FD5343}"/>
              </a:ext>
            </a:extLst>
          </p:cNvPr>
          <p:cNvSpPr txBox="1"/>
          <p:nvPr/>
        </p:nvSpPr>
        <p:spPr>
          <a:xfrm>
            <a:off x="1998857" y="5971047"/>
            <a:ext cx="1957754" cy="369332"/>
          </a:xfrm>
          <a:prstGeom prst="rect">
            <a:avLst/>
          </a:prstGeom>
          <a:noFill/>
        </p:spPr>
        <p:txBody>
          <a:bodyPr wrap="square" rtlCol="0">
            <a:spAutoFit/>
          </a:bodyPr>
          <a:lstStyle/>
          <a:p>
            <a:r>
              <a:rPr kumimoji="1" lang="zh-CN" altLang="en-US" b="1" dirty="0">
                <a:solidFill>
                  <a:srgbClr val="0070C0"/>
                </a:solidFill>
                <a:latin typeface="SimSun" panose="02010600030101010101" pitchFamily="2" charset="-122"/>
                <a:ea typeface="SimSun" panose="02010600030101010101" pitchFamily="2" charset="-122"/>
              </a:rPr>
              <a:t>完整数组输入</a:t>
            </a:r>
          </a:p>
        </p:txBody>
      </p:sp>
      <p:sp>
        <p:nvSpPr>
          <p:cNvPr id="12" name="object 7">
            <a:extLst>
              <a:ext uri="{FF2B5EF4-FFF2-40B4-BE49-F238E27FC236}">
                <a16:creationId xmlns:a16="http://schemas.microsoft.com/office/drawing/2014/main" id="{8264FC4A-B163-B042-BF98-D50F0559EB14}"/>
              </a:ext>
            </a:extLst>
          </p:cNvPr>
          <p:cNvSpPr/>
          <p:nvPr/>
        </p:nvSpPr>
        <p:spPr>
          <a:xfrm>
            <a:off x="2171995" y="1800785"/>
            <a:ext cx="7230745" cy="733425"/>
          </a:xfrm>
          <a:custGeom>
            <a:avLst/>
            <a:gdLst/>
            <a:ahLst/>
            <a:cxnLst/>
            <a:rect l="l" t="t" r="r" b="b"/>
            <a:pathLst>
              <a:path w="7230745" h="733425">
                <a:moveTo>
                  <a:pt x="0" y="122174"/>
                </a:moveTo>
                <a:lnTo>
                  <a:pt x="9606" y="74634"/>
                </a:lnTo>
                <a:lnTo>
                  <a:pt x="35798" y="35798"/>
                </a:lnTo>
                <a:lnTo>
                  <a:pt x="74634" y="9606"/>
                </a:lnTo>
                <a:lnTo>
                  <a:pt x="122174" y="0"/>
                </a:lnTo>
                <a:lnTo>
                  <a:pt x="1545844" y="0"/>
                </a:lnTo>
                <a:lnTo>
                  <a:pt x="1593383" y="9606"/>
                </a:lnTo>
                <a:lnTo>
                  <a:pt x="1632219" y="35798"/>
                </a:lnTo>
                <a:lnTo>
                  <a:pt x="1658411" y="74634"/>
                </a:lnTo>
                <a:lnTo>
                  <a:pt x="1668018" y="122174"/>
                </a:lnTo>
                <a:lnTo>
                  <a:pt x="1668018" y="610870"/>
                </a:lnTo>
                <a:lnTo>
                  <a:pt x="1658411" y="658409"/>
                </a:lnTo>
                <a:lnTo>
                  <a:pt x="1632219" y="697245"/>
                </a:lnTo>
                <a:lnTo>
                  <a:pt x="1593383" y="723437"/>
                </a:lnTo>
                <a:lnTo>
                  <a:pt x="1545844" y="733044"/>
                </a:lnTo>
                <a:lnTo>
                  <a:pt x="122174" y="733044"/>
                </a:lnTo>
                <a:lnTo>
                  <a:pt x="74634" y="723437"/>
                </a:lnTo>
                <a:lnTo>
                  <a:pt x="35798" y="697245"/>
                </a:lnTo>
                <a:lnTo>
                  <a:pt x="9606" y="658409"/>
                </a:lnTo>
                <a:lnTo>
                  <a:pt x="0" y="610870"/>
                </a:lnTo>
                <a:lnTo>
                  <a:pt x="0" y="122174"/>
                </a:lnTo>
                <a:close/>
              </a:path>
              <a:path w="7230745" h="733425">
                <a:moveTo>
                  <a:pt x="1856232" y="122174"/>
                </a:moveTo>
                <a:lnTo>
                  <a:pt x="1865838" y="74634"/>
                </a:lnTo>
                <a:lnTo>
                  <a:pt x="1892030" y="35798"/>
                </a:lnTo>
                <a:lnTo>
                  <a:pt x="1930866" y="9606"/>
                </a:lnTo>
                <a:lnTo>
                  <a:pt x="1978406" y="0"/>
                </a:lnTo>
                <a:lnTo>
                  <a:pt x="3401314" y="0"/>
                </a:lnTo>
                <a:lnTo>
                  <a:pt x="3448853" y="9606"/>
                </a:lnTo>
                <a:lnTo>
                  <a:pt x="3487689" y="35798"/>
                </a:lnTo>
                <a:lnTo>
                  <a:pt x="3513881" y="74634"/>
                </a:lnTo>
                <a:lnTo>
                  <a:pt x="3523488" y="122174"/>
                </a:lnTo>
                <a:lnTo>
                  <a:pt x="3523488" y="610870"/>
                </a:lnTo>
                <a:lnTo>
                  <a:pt x="3513881" y="658409"/>
                </a:lnTo>
                <a:lnTo>
                  <a:pt x="3487689" y="697245"/>
                </a:lnTo>
                <a:lnTo>
                  <a:pt x="3448853" y="723437"/>
                </a:lnTo>
                <a:lnTo>
                  <a:pt x="3401314" y="733044"/>
                </a:lnTo>
                <a:lnTo>
                  <a:pt x="1978406" y="733044"/>
                </a:lnTo>
                <a:lnTo>
                  <a:pt x="1930866" y="723437"/>
                </a:lnTo>
                <a:lnTo>
                  <a:pt x="1892030" y="697245"/>
                </a:lnTo>
                <a:lnTo>
                  <a:pt x="1865838" y="658409"/>
                </a:lnTo>
                <a:lnTo>
                  <a:pt x="1856232" y="610870"/>
                </a:lnTo>
                <a:lnTo>
                  <a:pt x="1856232" y="122174"/>
                </a:lnTo>
                <a:close/>
              </a:path>
              <a:path w="7230745" h="733425">
                <a:moveTo>
                  <a:pt x="3707129" y="122174"/>
                </a:moveTo>
                <a:lnTo>
                  <a:pt x="3716736" y="74634"/>
                </a:lnTo>
                <a:lnTo>
                  <a:pt x="3742928" y="35798"/>
                </a:lnTo>
                <a:lnTo>
                  <a:pt x="3781764" y="9606"/>
                </a:lnTo>
                <a:lnTo>
                  <a:pt x="3829304" y="0"/>
                </a:lnTo>
                <a:lnTo>
                  <a:pt x="5252211" y="0"/>
                </a:lnTo>
                <a:lnTo>
                  <a:pt x="5299751" y="9606"/>
                </a:lnTo>
                <a:lnTo>
                  <a:pt x="5338587" y="35798"/>
                </a:lnTo>
                <a:lnTo>
                  <a:pt x="5364779" y="74634"/>
                </a:lnTo>
                <a:lnTo>
                  <a:pt x="5374385" y="122174"/>
                </a:lnTo>
                <a:lnTo>
                  <a:pt x="5374385" y="610870"/>
                </a:lnTo>
                <a:lnTo>
                  <a:pt x="5364779" y="658409"/>
                </a:lnTo>
                <a:lnTo>
                  <a:pt x="5338587" y="697245"/>
                </a:lnTo>
                <a:lnTo>
                  <a:pt x="5299751" y="723437"/>
                </a:lnTo>
                <a:lnTo>
                  <a:pt x="5252211" y="733044"/>
                </a:lnTo>
                <a:lnTo>
                  <a:pt x="3829304" y="733044"/>
                </a:lnTo>
                <a:lnTo>
                  <a:pt x="3781764" y="723437"/>
                </a:lnTo>
                <a:lnTo>
                  <a:pt x="3742928" y="697245"/>
                </a:lnTo>
                <a:lnTo>
                  <a:pt x="3716736" y="658409"/>
                </a:lnTo>
                <a:lnTo>
                  <a:pt x="3707129" y="610870"/>
                </a:lnTo>
                <a:lnTo>
                  <a:pt x="3707129" y="122174"/>
                </a:lnTo>
                <a:close/>
              </a:path>
              <a:path w="7230745" h="733425">
                <a:moveTo>
                  <a:pt x="5562600" y="122174"/>
                </a:moveTo>
                <a:lnTo>
                  <a:pt x="5572206" y="74634"/>
                </a:lnTo>
                <a:lnTo>
                  <a:pt x="5598398" y="35798"/>
                </a:lnTo>
                <a:lnTo>
                  <a:pt x="5637234" y="9606"/>
                </a:lnTo>
                <a:lnTo>
                  <a:pt x="5684774" y="0"/>
                </a:lnTo>
                <a:lnTo>
                  <a:pt x="7108444" y="0"/>
                </a:lnTo>
                <a:lnTo>
                  <a:pt x="7155983" y="9606"/>
                </a:lnTo>
                <a:lnTo>
                  <a:pt x="7194819" y="35798"/>
                </a:lnTo>
                <a:lnTo>
                  <a:pt x="7221011" y="74634"/>
                </a:lnTo>
                <a:lnTo>
                  <a:pt x="7230618" y="122174"/>
                </a:lnTo>
                <a:lnTo>
                  <a:pt x="7230618" y="610870"/>
                </a:lnTo>
                <a:lnTo>
                  <a:pt x="7221011" y="658409"/>
                </a:lnTo>
                <a:lnTo>
                  <a:pt x="7194819" y="697245"/>
                </a:lnTo>
                <a:lnTo>
                  <a:pt x="7155983" y="723437"/>
                </a:lnTo>
                <a:lnTo>
                  <a:pt x="7108444" y="733044"/>
                </a:lnTo>
                <a:lnTo>
                  <a:pt x="5684774" y="733044"/>
                </a:lnTo>
                <a:lnTo>
                  <a:pt x="5637234" y="723437"/>
                </a:lnTo>
                <a:lnTo>
                  <a:pt x="5598398" y="697245"/>
                </a:lnTo>
                <a:lnTo>
                  <a:pt x="5572206" y="658409"/>
                </a:lnTo>
                <a:lnTo>
                  <a:pt x="5562600" y="610870"/>
                </a:lnTo>
                <a:lnTo>
                  <a:pt x="5562600" y="122174"/>
                </a:lnTo>
                <a:close/>
              </a:path>
            </a:pathLst>
          </a:custGeom>
          <a:ln w="38100">
            <a:solidFill>
              <a:srgbClr val="FF0000"/>
            </a:solidFill>
            <a:prstDash val="lgDash"/>
          </a:ln>
        </p:spPr>
        <p:txBody>
          <a:bodyPr wrap="square" lIns="0" tIns="0" rIns="0" bIns="0" rtlCol="0"/>
          <a:lstStyle/>
          <a:p>
            <a:endParaRPr/>
          </a:p>
        </p:txBody>
      </p:sp>
      <p:sp>
        <p:nvSpPr>
          <p:cNvPr id="21" name="文本框 20">
            <a:extLst>
              <a:ext uri="{FF2B5EF4-FFF2-40B4-BE49-F238E27FC236}">
                <a16:creationId xmlns:a16="http://schemas.microsoft.com/office/drawing/2014/main" id="{C051D058-52E2-8F41-A714-96AE35407A28}"/>
              </a:ext>
            </a:extLst>
          </p:cNvPr>
          <p:cNvSpPr txBox="1"/>
          <p:nvPr/>
        </p:nvSpPr>
        <p:spPr>
          <a:xfrm>
            <a:off x="3837258" y="5966733"/>
            <a:ext cx="1957754" cy="369332"/>
          </a:xfrm>
          <a:prstGeom prst="rect">
            <a:avLst/>
          </a:prstGeom>
          <a:noFill/>
        </p:spPr>
        <p:txBody>
          <a:bodyPr wrap="square" rtlCol="0">
            <a:spAutoFit/>
          </a:bodyPr>
          <a:lstStyle/>
          <a:p>
            <a:r>
              <a:rPr kumimoji="1" lang="zh-CN" altLang="en-US" b="1" dirty="0">
                <a:solidFill>
                  <a:srgbClr val="0070C0"/>
                </a:solidFill>
                <a:latin typeface="SimSun" panose="02010600030101010101" pitchFamily="2" charset="-122"/>
                <a:ea typeface="SimSun" panose="02010600030101010101" pitchFamily="2" charset="-122"/>
              </a:rPr>
              <a:t>局部有序缺失</a:t>
            </a:r>
          </a:p>
        </p:txBody>
      </p:sp>
      <p:sp>
        <p:nvSpPr>
          <p:cNvPr id="22" name="object 8">
            <a:extLst>
              <a:ext uri="{FF2B5EF4-FFF2-40B4-BE49-F238E27FC236}">
                <a16:creationId xmlns:a16="http://schemas.microsoft.com/office/drawing/2014/main" id="{55C53769-2120-0A40-AE2B-F946FBFAC1FA}"/>
              </a:ext>
            </a:extLst>
          </p:cNvPr>
          <p:cNvSpPr txBox="1"/>
          <p:nvPr/>
        </p:nvSpPr>
        <p:spPr>
          <a:xfrm>
            <a:off x="5439607" y="1061943"/>
            <a:ext cx="5155514" cy="448200"/>
          </a:xfrm>
          <a:prstGeom prst="rect">
            <a:avLst/>
          </a:prstGeom>
          <a:noFill/>
          <a:ln w="38100">
            <a:noFill/>
          </a:ln>
        </p:spPr>
        <p:txBody>
          <a:bodyPr vert="horz" wrap="square" lIns="0" tIns="139065" rIns="0" bIns="0" rtlCol="0">
            <a:spAutoFit/>
          </a:bodyPr>
          <a:lstStyle/>
          <a:p>
            <a:pPr marL="584835">
              <a:lnSpc>
                <a:spcPct val="100000"/>
              </a:lnSpc>
              <a:spcBef>
                <a:spcPts val="1095"/>
              </a:spcBef>
            </a:pPr>
            <a:r>
              <a:rPr sz="2000" spc="-5">
                <a:solidFill>
                  <a:srgbClr val="FF0000"/>
                </a:solidFill>
                <a:latin typeface="宋体"/>
                <a:cs typeface="宋体"/>
              </a:rPr>
              <a:t>两两合并策略如何适应问题输入的变化？</a:t>
            </a:r>
            <a:endParaRPr sz="2000">
              <a:solidFill>
                <a:srgbClr val="FF0000"/>
              </a:solidFill>
              <a:latin typeface="宋体"/>
              <a:cs typeface="宋体"/>
            </a:endParaRPr>
          </a:p>
        </p:txBody>
      </p:sp>
    </p:spTree>
    <p:extLst>
      <p:ext uri="{BB962C8B-B14F-4D97-AF65-F5344CB8AC3E}">
        <p14:creationId xmlns:p14="http://schemas.microsoft.com/office/powerpoint/2010/main" val="328823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1" nodeType="click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ppt_x"/>
                                          </p:val>
                                        </p:tav>
                                        <p:tav tm="100000">
                                          <p:val>
                                            <p:strVal val="#ppt_x"/>
                                          </p:val>
                                        </p:tav>
                                      </p:tavLst>
                                    </p:anim>
                                    <p:anim calcmode="lin" valueType="num">
                                      <p:cBhvr additive="base">
                                        <p:cTn id="2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ppt_x"/>
                                          </p:val>
                                        </p:tav>
                                        <p:tav tm="100000">
                                          <p:val>
                                            <p:strVal val="#ppt_x"/>
                                          </p:val>
                                        </p:tav>
                                      </p:tavLst>
                                    </p:anim>
                                    <p:anim calcmode="lin" valueType="num">
                                      <p:cBhvr additive="base">
                                        <p:cTn id="3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animBg="1"/>
      <p:bldP spid="21" grpId="0"/>
      <p:bldP spid="21" grpId="1"/>
      <p:bldP spid="2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A8421863-95B7-B74D-8E47-2AE9B0E5EE72}"/>
              </a:ext>
            </a:extLst>
          </p:cNvPr>
          <p:cNvSpPr txBox="1">
            <a:spLocks noGrp="1"/>
          </p:cNvSpPr>
          <p:nvPr>
            <p:ph type="title"/>
          </p:nvPr>
        </p:nvSpPr>
        <p:spPr>
          <a:xfrm>
            <a:off x="1261499" y="358590"/>
            <a:ext cx="8269362" cy="566181"/>
          </a:xfrm>
          <a:prstGeom prst="rect">
            <a:avLst/>
          </a:prstGeom>
        </p:spPr>
        <p:txBody>
          <a:bodyPr vert="horz" wrap="square" lIns="0" tIns="12065" rIns="0" bIns="0" rtlCol="0">
            <a:spAutoFit/>
          </a:bodyPr>
          <a:lstStyle/>
          <a:p>
            <a:pPr marL="12700">
              <a:lnSpc>
                <a:spcPct val="100000"/>
              </a:lnSpc>
              <a:spcBef>
                <a:spcPts val="95"/>
              </a:spcBef>
            </a:pPr>
            <a:r>
              <a:rPr sz="3600" spc="-40" dirty="0" err="1">
                <a:latin typeface="SimSun" panose="02010600030101010101" pitchFamily="2" charset="-122"/>
                <a:ea typeface="SimSun" panose="02010600030101010101" pitchFamily="2" charset="-122"/>
              </a:rPr>
              <a:t>从杠铃增重问题到排序问</a:t>
            </a:r>
            <a:r>
              <a:rPr sz="3600" spc="-50" dirty="0" err="1">
                <a:latin typeface="SimSun" panose="02010600030101010101" pitchFamily="2" charset="-122"/>
                <a:ea typeface="SimSun" panose="02010600030101010101" pitchFamily="2" charset="-122"/>
              </a:rPr>
              <a:t>题</a:t>
            </a:r>
            <a:endParaRPr sz="3600" spc="-50" dirty="0">
              <a:latin typeface="SimSun" panose="02010600030101010101" pitchFamily="2" charset="-122"/>
              <a:ea typeface="SimSun" panose="02010600030101010101" pitchFamily="2" charset="-122"/>
            </a:endParaRPr>
          </a:p>
        </p:txBody>
      </p:sp>
      <p:sp>
        <p:nvSpPr>
          <p:cNvPr id="19" name="object 2">
            <a:extLst>
              <a:ext uri="{FF2B5EF4-FFF2-40B4-BE49-F238E27FC236}">
                <a16:creationId xmlns:a16="http://schemas.microsoft.com/office/drawing/2014/main" id="{CFF00B6C-8AB2-DD47-A83E-DA7355F61CAC}"/>
              </a:ext>
            </a:extLst>
          </p:cNvPr>
          <p:cNvSpPr txBox="1"/>
          <p:nvPr/>
        </p:nvSpPr>
        <p:spPr>
          <a:xfrm>
            <a:off x="723509" y="1257121"/>
            <a:ext cx="4283075" cy="452755"/>
          </a:xfrm>
          <a:prstGeom prst="rect">
            <a:avLst/>
          </a:prstGeom>
        </p:spPr>
        <p:txBody>
          <a:bodyPr vert="horz" wrap="square" lIns="0" tIns="12700" rIns="0" bIns="0" rtlCol="0">
            <a:spAutoFit/>
          </a:bodyPr>
          <a:lstStyle/>
          <a:p>
            <a:pPr marL="355600" indent="-342900">
              <a:lnSpc>
                <a:spcPct val="100000"/>
              </a:lnSpc>
              <a:spcBef>
                <a:spcPts val="100"/>
              </a:spcBef>
              <a:buClr>
                <a:srgbClr val="8092F0"/>
              </a:buClr>
              <a:buSzPct val="69642"/>
              <a:buFont typeface="Wingdings"/>
              <a:buChar char=""/>
              <a:tabLst>
                <a:tab pos="354965" algn="l"/>
                <a:tab pos="355600" algn="l"/>
              </a:tabLst>
            </a:pPr>
            <a:r>
              <a:rPr sz="2800" spc="-5">
                <a:latin typeface="宋体"/>
                <a:cs typeface="宋体"/>
              </a:rPr>
              <a:t>解决输入变化：分解输入</a:t>
            </a:r>
            <a:endParaRPr sz="2800">
              <a:latin typeface="宋体"/>
              <a:cs typeface="宋体"/>
            </a:endParaRPr>
          </a:p>
        </p:txBody>
      </p:sp>
      <p:graphicFrame>
        <p:nvGraphicFramePr>
          <p:cNvPr id="20" name="object 4">
            <a:extLst>
              <a:ext uri="{FF2B5EF4-FFF2-40B4-BE49-F238E27FC236}">
                <a16:creationId xmlns:a16="http://schemas.microsoft.com/office/drawing/2014/main" id="{708DA65F-A29B-F540-B739-D8671F4D7F50}"/>
              </a:ext>
            </a:extLst>
          </p:cNvPr>
          <p:cNvGraphicFramePr>
            <a:graphicFrameLocks noGrp="1"/>
          </p:cNvGraphicFramePr>
          <p:nvPr>
            <p:extLst>
              <p:ext uri="{D42A27DB-BD31-4B8C-83A1-F6EECF244321}">
                <p14:modId xmlns:p14="http://schemas.microsoft.com/office/powerpoint/2010/main" val="997340283"/>
              </p:ext>
            </p:extLst>
          </p:nvPr>
        </p:nvGraphicFramePr>
        <p:xfrm>
          <a:off x="1493636" y="1900376"/>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3" name="object 5">
            <a:extLst>
              <a:ext uri="{FF2B5EF4-FFF2-40B4-BE49-F238E27FC236}">
                <a16:creationId xmlns:a16="http://schemas.microsoft.com/office/drawing/2014/main" id="{F43CEE42-132C-DF44-B20B-BC8C0E63EDB1}"/>
              </a:ext>
            </a:extLst>
          </p:cNvPr>
          <p:cNvGraphicFramePr>
            <a:graphicFrameLocks noGrp="1"/>
          </p:cNvGraphicFramePr>
          <p:nvPr>
            <p:extLst>
              <p:ext uri="{D42A27DB-BD31-4B8C-83A1-F6EECF244321}">
                <p14:modId xmlns:p14="http://schemas.microsoft.com/office/powerpoint/2010/main" val="3363729961"/>
              </p:ext>
            </p:extLst>
          </p:nvPr>
        </p:nvGraphicFramePr>
        <p:xfrm>
          <a:off x="1184376" y="2965778"/>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4" name="object 6">
            <a:extLst>
              <a:ext uri="{FF2B5EF4-FFF2-40B4-BE49-F238E27FC236}">
                <a16:creationId xmlns:a16="http://schemas.microsoft.com/office/drawing/2014/main" id="{1FAF0CB3-48EF-DC4C-AC51-60C20D615E25}"/>
              </a:ext>
            </a:extLst>
          </p:cNvPr>
          <p:cNvGraphicFramePr>
            <a:graphicFrameLocks noGrp="1"/>
          </p:cNvGraphicFramePr>
          <p:nvPr>
            <p:extLst>
              <p:ext uri="{D42A27DB-BD31-4B8C-83A1-F6EECF244321}">
                <p14:modId xmlns:p14="http://schemas.microsoft.com/office/powerpoint/2010/main" val="1251510798"/>
              </p:ext>
            </p:extLst>
          </p:nvPr>
        </p:nvGraphicFramePr>
        <p:xfrm>
          <a:off x="6281165" y="2970350"/>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3189">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5" name="object 7">
            <a:extLst>
              <a:ext uri="{FF2B5EF4-FFF2-40B4-BE49-F238E27FC236}">
                <a16:creationId xmlns:a16="http://schemas.microsoft.com/office/drawing/2014/main" id="{B335D821-A396-734E-BAE8-8433A233A548}"/>
              </a:ext>
            </a:extLst>
          </p:cNvPr>
          <p:cNvSpPr/>
          <p:nvPr/>
        </p:nvSpPr>
        <p:spPr>
          <a:xfrm>
            <a:off x="3507485" y="2496894"/>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26" name="object 8">
            <a:extLst>
              <a:ext uri="{FF2B5EF4-FFF2-40B4-BE49-F238E27FC236}">
                <a16:creationId xmlns:a16="http://schemas.microsoft.com/office/drawing/2014/main" id="{12303F6D-187E-034B-AC49-945FE8A1667C}"/>
              </a:ext>
            </a:extLst>
          </p:cNvPr>
          <p:cNvGraphicFramePr>
            <a:graphicFrameLocks noGrp="1"/>
          </p:cNvGraphicFramePr>
          <p:nvPr>
            <p:extLst>
              <p:ext uri="{D42A27DB-BD31-4B8C-83A1-F6EECF244321}">
                <p14:modId xmlns:p14="http://schemas.microsoft.com/office/powerpoint/2010/main" val="3880588108"/>
              </p:ext>
            </p:extLst>
          </p:nvPr>
        </p:nvGraphicFramePr>
        <p:xfrm>
          <a:off x="961783" y="4106454"/>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7" name="object 9">
            <a:extLst>
              <a:ext uri="{FF2B5EF4-FFF2-40B4-BE49-F238E27FC236}">
                <a16:creationId xmlns:a16="http://schemas.microsoft.com/office/drawing/2014/main" id="{61C6F626-26A6-9B44-A44F-4AB56624CBF6}"/>
              </a:ext>
            </a:extLst>
          </p:cNvPr>
          <p:cNvGraphicFramePr>
            <a:graphicFrameLocks noGrp="1"/>
          </p:cNvGraphicFramePr>
          <p:nvPr>
            <p:extLst>
              <p:ext uri="{D42A27DB-BD31-4B8C-83A1-F6EECF244321}">
                <p14:modId xmlns:p14="http://schemas.microsoft.com/office/powerpoint/2010/main" val="3324212183"/>
              </p:ext>
            </p:extLst>
          </p:nvPr>
        </p:nvGraphicFramePr>
        <p:xfrm>
          <a:off x="3556253" y="4099849"/>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8" name="object 10">
            <a:extLst>
              <a:ext uri="{FF2B5EF4-FFF2-40B4-BE49-F238E27FC236}">
                <a16:creationId xmlns:a16="http://schemas.microsoft.com/office/drawing/2014/main" id="{7E30DF8F-6F99-6440-A971-F55C9FF69283}"/>
              </a:ext>
            </a:extLst>
          </p:cNvPr>
          <p:cNvGraphicFramePr>
            <a:graphicFrameLocks noGrp="1"/>
          </p:cNvGraphicFramePr>
          <p:nvPr>
            <p:extLst>
              <p:ext uri="{D42A27DB-BD31-4B8C-83A1-F6EECF244321}">
                <p14:modId xmlns:p14="http://schemas.microsoft.com/office/powerpoint/2010/main" val="3104456478"/>
              </p:ext>
            </p:extLst>
          </p:nvPr>
        </p:nvGraphicFramePr>
        <p:xfrm>
          <a:off x="6150736" y="4104422"/>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9" name="object 11">
            <a:extLst>
              <a:ext uri="{FF2B5EF4-FFF2-40B4-BE49-F238E27FC236}">
                <a16:creationId xmlns:a16="http://schemas.microsoft.com/office/drawing/2014/main" id="{99D755FE-797B-3E4A-A54F-0CD197387447}"/>
              </a:ext>
            </a:extLst>
          </p:cNvPr>
          <p:cNvGraphicFramePr>
            <a:graphicFrameLocks noGrp="1"/>
          </p:cNvGraphicFramePr>
          <p:nvPr>
            <p:extLst>
              <p:ext uri="{D42A27DB-BD31-4B8C-83A1-F6EECF244321}">
                <p14:modId xmlns:p14="http://schemas.microsoft.com/office/powerpoint/2010/main" val="2990555300"/>
              </p:ext>
            </p:extLst>
          </p:nvPr>
        </p:nvGraphicFramePr>
        <p:xfrm>
          <a:off x="8745219" y="4104422"/>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30" name="object 12">
            <a:extLst>
              <a:ext uri="{FF2B5EF4-FFF2-40B4-BE49-F238E27FC236}">
                <a16:creationId xmlns:a16="http://schemas.microsoft.com/office/drawing/2014/main" id="{7238B33B-092D-0A4F-A9C3-A54F1951A35D}"/>
              </a:ext>
            </a:extLst>
          </p:cNvPr>
          <p:cNvSpPr/>
          <p:nvPr/>
        </p:nvSpPr>
        <p:spPr>
          <a:xfrm>
            <a:off x="2132838" y="3550447"/>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31" name="object 13">
            <a:extLst>
              <a:ext uri="{FF2B5EF4-FFF2-40B4-BE49-F238E27FC236}">
                <a16:creationId xmlns:a16="http://schemas.microsoft.com/office/drawing/2014/main" id="{CA9E51FE-7487-CE4D-BE21-BE4A88AA118F}"/>
              </a:ext>
            </a:extLst>
          </p:cNvPr>
          <p:cNvSpPr/>
          <p:nvPr/>
        </p:nvSpPr>
        <p:spPr>
          <a:xfrm>
            <a:off x="7322057" y="3555020"/>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32" name="object 14">
            <a:extLst>
              <a:ext uri="{FF2B5EF4-FFF2-40B4-BE49-F238E27FC236}">
                <a16:creationId xmlns:a16="http://schemas.microsoft.com/office/drawing/2014/main" id="{6E460931-8CCC-2B42-A199-A403A1FC1E41}"/>
              </a:ext>
            </a:extLst>
          </p:cNvPr>
          <p:cNvSpPr txBox="1"/>
          <p:nvPr/>
        </p:nvSpPr>
        <p:spPr>
          <a:xfrm>
            <a:off x="3284982" y="5046195"/>
            <a:ext cx="5480050" cy="595630"/>
          </a:xfrm>
          <a:prstGeom prst="rect">
            <a:avLst/>
          </a:prstGeom>
          <a:solidFill>
            <a:srgbClr val="006FC0"/>
          </a:solidFill>
        </p:spPr>
        <p:txBody>
          <a:bodyPr vert="horz" wrap="square" lIns="0" tIns="76835" rIns="0" bIns="0" rtlCol="0">
            <a:spAutoFit/>
          </a:bodyPr>
          <a:lstStyle/>
          <a:p>
            <a:pPr marL="453390">
              <a:lnSpc>
                <a:spcPct val="100000"/>
              </a:lnSpc>
              <a:spcBef>
                <a:spcPts val="605"/>
              </a:spcBef>
            </a:pPr>
            <a:r>
              <a:rPr sz="2400" spc="-5">
                <a:solidFill>
                  <a:srgbClr val="FFFFFF"/>
                </a:solidFill>
                <a:latin typeface="宋体"/>
                <a:cs typeface="宋体"/>
              </a:rPr>
              <a:t>通过分解处理完整数组输入的变化</a:t>
            </a:r>
            <a:endParaRPr sz="2400">
              <a:latin typeface="宋体"/>
              <a:cs typeface="宋体"/>
            </a:endParaRPr>
          </a:p>
        </p:txBody>
      </p:sp>
    </p:spTree>
    <p:extLst>
      <p:ext uri="{BB962C8B-B14F-4D97-AF65-F5344CB8AC3E}">
        <p14:creationId xmlns:p14="http://schemas.microsoft.com/office/powerpoint/2010/main" val="1495330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fill="hold"/>
                                        <p:tgtEl>
                                          <p:spTgt spid="25"/>
                                        </p:tgtEl>
                                        <p:attrNameLst>
                                          <p:attrName>ppt_x</p:attrName>
                                        </p:attrNameLst>
                                      </p:cBhvr>
                                      <p:tavLst>
                                        <p:tav tm="0">
                                          <p:val>
                                            <p:strVal val="#ppt_x"/>
                                          </p:val>
                                        </p:tav>
                                        <p:tav tm="100000">
                                          <p:val>
                                            <p:strVal val="#ppt_x"/>
                                          </p:val>
                                        </p:tav>
                                      </p:tavLst>
                                    </p:anim>
                                    <p:anim calcmode="lin" valueType="num">
                                      <p:cBhvr additive="base">
                                        <p:cTn id="16"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ppt_x"/>
                                          </p:val>
                                        </p:tav>
                                        <p:tav tm="100000">
                                          <p:val>
                                            <p:strVal val="#ppt_x"/>
                                          </p:val>
                                        </p:tav>
                                      </p:tavLst>
                                    </p:anim>
                                    <p:anim calcmode="lin" valueType="num">
                                      <p:cBhvr additive="base">
                                        <p:cTn id="22" dur="500" fill="hold"/>
                                        <p:tgtEl>
                                          <p:spTgt spid="26"/>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500" fill="hold"/>
                                        <p:tgtEl>
                                          <p:spTgt spid="27"/>
                                        </p:tgtEl>
                                        <p:attrNameLst>
                                          <p:attrName>ppt_x</p:attrName>
                                        </p:attrNameLst>
                                      </p:cBhvr>
                                      <p:tavLst>
                                        <p:tav tm="0">
                                          <p:val>
                                            <p:strVal val="#ppt_x"/>
                                          </p:val>
                                        </p:tav>
                                        <p:tav tm="100000">
                                          <p:val>
                                            <p:strVal val="#ppt_x"/>
                                          </p:val>
                                        </p:tav>
                                      </p:tavLst>
                                    </p:anim>
                                    <p:anim calcmode="lin" valueType="num">
                                      <p:cBhvr additive="base">
                                        <p:cTn id="26" dur="500" fill="hold"/>
                                        <p:tgtEl>
                                          <p:spTgt spid="27"/>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500" fill="hold"/>
                                        <p:tgtEl>
                                          <p:spTgt spid="28"/>
                                        </p:tgtEl>
                                        <p:attrNameLst>
                                          <p:attrName>ppt_x</p:attrName>
                                        </p:attrNameLst>
                                      </p:cBhvr>
                                      <p:tavLst>
                                        <p:tav tm="0">
                                          <p:val>
                                            <p:strVal val="#ppt_x"/>
                                          </p:val>
                                        </p:tav>
                                        <p:tav tm="100000">
                                          <p:val>
                                            <p:strVal val="#ppt_x"/>
                                          </p:val>
                                        </p:tav>
                                      </p:tavLst>
                                    </p:anim>
                                    <p:anim calcmode="lin" valueType="num">
                                      <p:cBhvr additive="base">
                                        <p:cTn id="30" dur="500" fill="hold"/>
                                        <p:tgtEl>
                                          <p:spTgt spid="2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fill="hold"/>
                                        <p:tgtEl>
                                          <p:spTgt spid="30"/>
                                        </p:tgtEl>
                                        <p:attrNameLst>
                                          <p:attrName>ppt_x</p:attrName>
                                        </p:attrNameLst>
                                      </p:cBhvr>
                                      <p:tavLst>
                                        <p:tav tm="0">
                                          <p:val>
                                            <p:strVal val="#ppt_x"/>
                                          </p:val>
                                        </p:tav>
                                        <p:tav tm="100000">
                                          <p:val>
                                            <p:strVal val="#ppt_x"/>
                                          </p:val>
                                        </p:tav>
                                      </p:tavLst>
                                    </p:anim>
                                    <p:anim calcmode="lin" valueType="num">
                                      <p:cBhvr additive="base">
                                        <p:cTn id="38" dur="500" fill="hold"/>
                                        <p:tgtEl>
                                          <p:spTgt spid="3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500" fill="hold"/>
                                        <p:tgtEl>
                                          <p:spTgt spid="31"/>
                                        </p:tgtEl>
                                        <p:attrNameLst>
                                          <p:attrName>ppt_x</p:attrName>
                                        </p:attrNameLst>
                                      </p:cBhvr>
                                      <p:tavLst>
                                        <p:tav tm="0">
                                          <p:val>
                                            <p:strVal val="#ppt_x"/>
                                          </p:val>
                                        </p:tav>
                                        <p:tav tm="100000">
                                          <p:val>
                                            <p:strVal val="#ppt_x"/>
                                          </p:val>
                                        </p:tav>
                                      </p:tavLst>
                                    </p:anim>
                                    <p:anim calcmode="lin" valueType="num">
                                      <p:cBhvr additive="base">
                                        <p:cTn id="4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dissolve">
                                      <p:cBhvr>
                                        <p:cTn id="4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0" grpId="0" animBg="1"/>
      <p:bldP spid="31" grpId="0" animBg="1"/>
      <p:bldP spid="3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A8421863-95B7-B74D-8E47-2AE9B0E5EE72}"/>
              </a:ext>
            </a:extLst>
          </p:cNvPr>
          <p:cNvSpPr txBox="1">
            <a:spLocks noGrp="1"/>
          </p:cNvSpPr>
          <p:nvPr>
            <p:ph type="title"/>
          </p:nvPr>
        </p:nvSpPr>
        <p:spPr>
          <a:xfrm>
            <a:off x="1261499" y="358590"/>
            <a:ext cx="8269362" cy="566181"/>
          </a:xfrm>
          <a:prstGeom prst="rect">
            <a:avLst/>
          </a:prstGeom>
        </p:spPr>
        <p:txBody>
          <a:bodyPr vert="horz" wrap="square" lIns="0" tIns="12065" rIns="0" bIns="0" rtlCol="0">
            <a:spAutoFit/>
          </a:bodyPr>
          <a:lstStyle/>
          <a:p>
            <a:pPr marL="12700">
              <a:lnSpc>
                <a:spcPct val="100000"/>
              </a:lnSpc>
              <a:spcBef>
                <a:spcPts val="95"/>
              </a:spcBef>
            </a:pPr>
            <a:r>
              <a:rPr sz="3600" spc="-40" dirty="0" err="1">
                <a:latin typeface="SimSun" panose="02010600030101010101" pitchFamily="2" charset="-122"/>
                <a:ea typeface="SimSun" panose="02010600030101010101" pitchFamily="2" charset="-122"/>
              </a:rPr>
              <a:t>从杠铃增重问题到排序问</a:t>
            </a:r>
            <a:r>
              <a:rPr sz="3600" spc="-50" dirty="0" err="1">
                <a:latin typeface="SimSun" panose="02010600030101010101" pitchFamily="2" charset="-122"/>
                <a:ea typeface="SimSun" panose="02010600030101010101" pitchFamily="2" charset="-122"/>
              </a:rPr>
              <a:t>题</a:t>
            </a:r>
            <a:endParaRPr sz="3600" spc="-50" dirty="0">
              <a:latin typeface="SimSun" panose="02010600030101010101" pitchFamily="2" charset="-122"/>
              <a:ea typeface="SimSun" panose="02010600030101010101" pitchFamily="2" charset="-122"/>
            </a:endParaRPr>
          </a:p>
        </p:txBody>
      </p:sp>
      <p:sp>
        <p:nvSpPr>
          <p:cNvPr id="19" name="object 2">
            <a:extLst>
              <a:ext uri="{FF2B5EF4-FFF2-40B4-BE49-F238E27FC236}">
                <a16:creationId xmlns:a16="http://schemas.microsoft.com/office/drawing/2014/main" id="{CFF00B6C-8AB2-DD47-A83E-DA7355F61CAC}"/>
              </a:ext>
            </a:extLst>
          </p:cNvPr>
          <p:cNvSpPr txBox="1"/>
          <p:nvPr/>
        </p:nvSpPr>
        <p:spPr>
          <a:xfrm>
            <a:off x="723509" y="1257121"/>
            <a:ext cx="4283075" cy="452755"/>
          </a:xfrm>
          <a:prstGeom prst="rect">
            <a:avLst/>
          </a:prstGeom>
        </p:spPr>
        <p:txBody>
          <a:bodyPr vert="horz" wrap="square" lIns="0" tIns="12700" rIns="0" bIns="0" rtlCol="0">
            <a:spAutoFit/>
          </a:bodyPr>
          <a:lstStyle/>
          <a:p>
            <a:pPr marL="355600" indent="-342900">
              <a:lnSpc>
                <a:spcPct val="100000"/>
              </a:lnSpc>
              <a:spcBef>
                <a:spcPts val="100"/>
              </a:spcBef>
              <a:buClr>
                <a:srgbClr val="8092F0"/>
              </a:buClr>
              <a:buSzPct val="69642"/>
              <a:buFont typeface="Wingdings"/>
              <a:buChar char=""/>
              <a:tabLst>
                <a:tab pos="354965" algn="l"/>
                <a:tab pos="355600" algn="l"/>
              </a:tabLst>
            </a:pPr>
            <a:r>
              <a:rPr sz="2800" spc="-5">
                <a:latin typeface="宋体"/>
                <a:cs typeface="宋体"/>
              </a:rPr>
              <a:t>解决输入变化：分解输入</a:t>
            </a:r>
            <a:endParaRPr sz="2800">
              <a:latin typeface="宋体"/>
              <a:cs typeface="宋体"/>
            </a:endParaRPr>
          </a:p>
        </p:txBody>
      </p:sp>
      <p:graphicFrame>
        <p:nvGraphicFramePr>
          <p:cNvPr id="20" name="object 4">
            <a:extLst>
              <a:ext uri="{FF2B5EF4-FFF2-40B4-BE49-F238E27FC236}">
                <a16:creationId xmlns:a16="http://schemas.microsoft.com/office/drawing/2014/main" id="{708DA65F-A29B-F540-B739-D8671F4D7F50}"/>
              </a:ext>
            </a:extLst>
          </p:cNvPr>
          <p:cNvGraphicFramePr>
            <a:graphicFrameLocks noGrp="1"/>
          </p:cNvGraphicFramePr>
          <p:nvPr/>
        </p:nvGraphicFramePr>
        <p:xfrm>
          <a:off x="1493636" y="1900376"/>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3" name="object 5">
            <a:extLst>
              <a:ext uri="{FF2B5EF4-FFF2-40B4-BE49-F238E27FC236}">
                <a16:creationId xmlns:a16="http://schemas.microsoft.com/office/drawing/2014/main" id="{F43CEE42-132C-DF44-B20B-BC8C0E63EDB1}"/>
              </a:ext>
            </a:extLst>
          </p:cNvPr>
          <p:cNvGraphicFramePr>
            <a:graphicFrameLocks noGrp="1"/>
          </p:cNvGraphicFramePr>
          <p:nvPr/>
        </p:nvGraphicFramePr>
        <p:xfrm>
          <a:off x="1184376" y="2965778"/>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4" name="object 6">
            <a:extLst>
              <a:ext uri="{FF2B5EF4-FFF2-40B4-BE49-F238E27FC236}">
                <a16:creationId xmlns:a16="http://schemas.microsoft.com/office/drawing/2014/main" id="{1FAF0CB3-48EF-DC4C-AC51-60C20D615E25}"/>
              </a:ext>
            </a:extLst>
          </p:cNvPr>
          <p:cNvGraphicFramePr>
            <a:graphicFrameLocks noGrp="1"/>
          </p:cNvGraphicFramePr>
          <p:nvPr/>
        </p:nvGraphicFramePr>
        <p:xfrm>
          <a:off x="6281165" y="2970350"/>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3189">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25" name="object 7">
            <a:extLst>
              <a:ext uri="{FF2B5EF4-FFF2-40B4-BE49-F238E27FC236}">
                <a16:creationId xmlns:a16="http://schemas.microsoft.com/office/drawing/2014/main" id="{B335D821-A396-734E-BAE8-8433A233A548}"/>
              </a:ext>
            </a:extLst>
          </p:cNvPr>
          <p:cNvSpPr/>
          <p:nvPr/>
        </p:nvSpPr>
        <p:spPr>
          <a:xfrm>
            <a:off x="3507485" y="2496894"/>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26" name="object 8">
            <a:extLst>
              <a:ext uri="{FF2B5EF4-FFF2-40B4-BE49-F238E27FC236}">
                <a16:creationId xmlns:a16="http://schemas.microsoft.com/office/drawing/2014/main" id="{12303F6D-187E-034B-AC49-945FE8A1667C}"/>
              </a:ext>
            </a:extLst>
          </p:cNvPr>
          <p:cNvGraphicFramePr>
            <a:graphicFrameLocks noGrp="1"/>
          </p:cNvGraphicFramePr>
          <p:nvPr/>
        </p:nvGraphicFramePr>
        <p:xfrm>
          <a:off x="961783" y="4106454"/>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7" name="object 9">
            <a:extLst>
              <a:ext uri="{FF2B5EF4-FFF2-40B4-BE49-F238E27FC236}">
                <a16:creationId xmlns:a16="http://schemas.microsoft.com/office/drawing/2014/main" id="{61C6F626-26A6-9B44-A44F-4AB56624CBF6}"/>
              </a:ext>
            </a:extLst>
          </p:cNvPr>
          <p:cNvGraphicFramePr>
            <a:graphicFrameLocks noGrp="1"/>
          </p:cNvGraphicFramePr>
          <p:nvPr/>
        </p:nvGraphicFramePr>
        <p:xfrm>
          <a:off x="3556253" y="4099849"/>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8" name="object 10">
            <a:extLst>
              <a:ext uri="{FF2B5EF4-FFF2-40B4-BE49-F238E27FC236}">
                <a16:creationId xmlns:a16="http://schemas.microsoft.com/office/drawing/2014/main" id="{7E30DF8F-6F99-6440-A971-F55C9FF69283}"/>
              </a:ext>
            </a:extLst>
          </p:cNvPr>
          <p:cNvGraphicFramePr>
            <a:graphicFrameLocks noGrp="1"/>
          </p:cNvGraphicFramePr>
          <p:nvPr/>
        </p:nvGraphicFramePr>
        <p:xfrm>
          <a:off x="6150736" y="4104422"/>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9" name="object 11">
            <a:extLst>
              <a:ext uri="{FF2B5EF4-FFF2-40B4-BE49-F238E27FC236}">
                <a16:creationId xmlns:a16="http://schemas.microsoft.com/office/drawing/2014/main" id="{99D755FE-797B-3E4A-A54F-0CD197387447}"/>
              </a:ext>
            </a:extLst>
          </p:cNvPr>
          <p:cNvGraphicFramePr>
            <a:graphicFrameLocks noGrp="1"/>
          </p:cNvGraphicFramePr>
          <p:nvPr/>
        </p:nvGraphicFramePr>
        <p:xfrm>
          <a:off x="8745219" y="4104422"/>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30" name="object 12">
            <a:extLst>
              <a:ext uri="{FF2B5EF4-FFF2-40B4-BE49-F238E27FC236}">
                <a16:creationId xmlns:a16="http://schemas.microsoft.com/office/drawing/2014/main" id="{7238B33B-092D-0A4F-A9C3-A54F1951A35D}"/>
              </a:ext>
            </a:extLst>
          </p:cNvPr>
          <p:cNvSpPr/>
          <p:nvPr/>
        </p:nvSpPr>
        <p:spPr>
          <a:xfrm>
            <a:off x="2132838" y="3550447"/>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31" name="object 13">
            <a:extLst>
              <a:ext uri="{FF2B5EF4-FFF2-40B4-BE49-F238E27FC236}">
                <a16:creationId xmlns:a16="http://schemas.microsoft.com/office/drawing/2014/main" id="{CA9E51FE-7487-CE4D-BE21-BE4A88AA118F}"/>
              </a:ext>
            </a:extLst>
          </p:cNvPr>
          <p:cNvSpPr/>
          <p:nvPr/>
        </p:nvSpPr>
        <p:spPr>
          <a:xfrm>
            <a:off x="7322057" y="3555020"/>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graphicFrame>
        <p:nvGraphicFramePr>
          <p:cNvPr id="15" name="object 9">
            <a:extLst>
              <a:ext uri="{FF2B5EF4-FFF2-40B4-BE49-F238E27FC236}">
                <a16:creationId xmlns:a16="http://schemas.microsoft.com/office/drawing/2014/main" id="{F98C67D3-06ED-1342-9D6B-213356880E6B}"/>
              </a:ext>
            </a:extLst>
          </p:cNvPr>
          <p:cNvGraphicFramePr>
            <a:graphicFrameLocks noGrp="1"/>
          </p:cNvGraphicFramePr>
          <p:nvPr>
            <p:extLst>
              <p:ext uri="{D42A27DB-BD31-4B8C-83A1-F6EECF244321}">
                <p14:modId xmlns:p14="http://schemas.microsoft.com/office/powerpoint/2010/main" val="1698020357"/>
              </p:ext>
            </p:extLst>
          </p:nvPr>
        </p:nvGraphicFramePr>
        <p:xfrm>
          <a:off x="693140" y="5320965"/>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6" name="object 10">
            <a:extLst>
              <a:ext uri="{FF2B5EF4-FFF2-40B4-BE49-F238E27FC236}">
                <a16:creationId xmlns:a16="http://schemas.microsoft.com/office/drawing/2014/main" id="{25FDE934-39C0-EA4C-998E-0AD7862BD16F}"/>
              </a:ext>
            </a:extLst>
          </p:cNvPr>
          <p:cNvGraphicFramePr>
            <a:graphicFrameLocks noGrp="1"/>
          </p:cNvGraphicFramePr>
          <p:nvPr>
            <p:extLst>
              <p:ext uri="{D42A27DB-BD31-4B8C-83A1-F6EECF244321}">
                <p14:modId xmlns:p14="http://schemas.microsoft.com/office/powerpoint/2010/main" val="3503420379"/>
              </p:ext>
            </p:extLst>
          </p:nvPr>
        </p:nvGraphicFramePr>
        <p:xfrm>
          <a:off x="2057400" y="531664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5"/>
                        </a:spcBef>
                      </a:pPr>
                      <a:r>
                        <a:rPr sz="2600" b="1" spc="-25" dirty="0">
                          <a:latin typeface="Times New Roman"/>
                          <a:cs typeface="Times New Roman"/>
                        </a:rPr>
                        <a:t>28</a:t>
                      </a:r>
                      <a:endParaRPr sz="2600" dirty="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7" name="object 11">
            <a:extLst>
              <a:ext uri="{FF2B5EF4-FFF2-40B4-BE49-F238E27FC236}">
                <a16:creationId xmlns:a16="http://schemas.microsoft.com/office/drawing/2014/main" id="{92D5A2C2-1340-1345-83D7-40C1E70DAFBA}"/>
              </a:ext>
            </a:extLst>
          </p:cNvPr>
          <p:cNvGraphicFramePr>
            <a:graphicFrameLocks noGrp="1"/>
          </p:cNvGraphicFramePr>
          <p:nvPr>
            <p:extLst>
              <p:ext uri="{D42A27DB-BD31-4B8C-83A1-F6EECF244321}">
                <p14:modId xmlns:p14="http://schemas.microsoft.com/office/powerpoint/2010/main" val="4150532564"/>
              </p:ext>
            </p:extLst>
          </p:nvPr>
        </p:nvGraphicFramePr>
        <p:xfrm>
          <a:off x="3421507" y="531664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5"/>
                        </a:spcBef>
                      </a:pPr>
                      <a:r>
                        <a:rPr sz="2600" b="1" spc="-25" dirty="0">
                          <a:latin typeface="Times New Roman"/>
                          <a:cs typeface="Times New Roman"/>
                        </a:rPr>
                        <a:t>14</a:t>
                      </a:r>
                      <a:endParaRPr sz="2600" dirty="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18" name="object 12">
            <a:extLst>
              <a:ext uri="{FF2B5EF4-FFF2-40B4-BE49-F238E27FC236}">
                <a16:creationId xmlns:a16="http://schemas.microsoft.com/office/drawing/2014/main" id="{A325B420-76CB-4649-B606-494396BCF82A}"/>
              </a:ext>
            </a:extLst>
          </p:cNvPr>
          <p:cNvGraphicFramePr>
            <a:graphicFrameLocks noGrp="1"/>
          </p:cNvGraphicFramePr>
          <p:nvPr>
            <p:extLst>
              <p:ext uri="{D42A27DB-BD31-4B8C-83A1-F6EECF244321}">
                <p14:modId xmlns:p14="http://schemas.microsoft.com/office/powerpoint/2010/main" val="1594581226"/>
              </p:ext>
            </p:extLst>
          </p:nvPr>
        </p:nvGraphicFramePr>
        <p:xfrm>
          <a:off x="4785740" y="5320965"/>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1" name="object 15">
            <a:extLst>
              <a:ext uri="{FF2B5EF4-FFF2-40B4-BE49-F238E27FC236}">
                <a16:creationId xmlns:a16="http://schemas.microsoft.com/office/drawing/2014/main" id="{9D11E8DA-971C-1C48-9F53-DF5FDD179DF9}"/>
              </a:ext>
            </a:extLst>
          </p:cNvPr>
          <p:cNvGraphicFramePr>
            <a:graphicFrameLocks noGrp="1"/>
          </p:cNvGraphicFramePr>
          <p:nvPr>
            <p:extLst>
              <p:ext uri="{D42A27DB-BD31-4B8C-83A1-F6EECF244321}">
                <p14:modId xmlns:p14="http://schemas.microsoft.com/office/powerpoint/2010/main" val="2703824878"/>
              </p:ext>
            </p:extLst>
          </p:nvPr>
        </p:nvGraphicFramePr>
        <p:xfrm>
          <a:off x="6149975" y="531664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22" name="object 16">
            <a:extLst>
              <a:ext uri="{FF2B5EF4-FFF2-40B4-BE49-F238E27FC236}">
                <a16:creationId xmlns:a16="http://schemas.microsoft.com/office/drawing/2014/main" id="{5B5C40F3-B804-404F-8D61-ED0990E2CB0B}"/>
              </a:ext>
            </a:extLst>
          </p:cNvPr>
          <p:cNvGraphicFramePr>
            <a:graphicFrameLocks noGrp="1"/>
          </p:cNvGraphicFramePr>
          <p:nvPr>
            <p:extLst>
              <p:ext uri="{D42A27DB-BD31-4B8C-83A1-F6EECF244321}">
                <p14:modId xmlns:p14="http://schemas.microsoft.com/office/powerpoint/2010/main" val="1800754614"/>
              </p:ext>
            </p:extLst>
          </p:nvPr>
        </p:nvGraphicFramePr>
        <p:xfrm>
          <a:off x="7514081" y="531664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33" name="object 17">
            <a:extLst>
              <a:ext uri="{FF2B5EF4-FFF2-40B4-BE49-F238E27FC236}">
                <a16:creationId xmlns:a16="http://schemas.microsoft.com/office/drawing/2014/main" id="{3BA9639F-472B-854C-8D59-02876B9FC44E}"/>
              </a:ext>
            </a:extLst>
          </p:cNvPr>
          <p:cNvGraphicFramePr>
            <a:graphicFrameLocks noGrp="1"/>
          </p:cNvGraphicFramePr>
          <p:nvPr>
            <p:extLst>
              <p:ext uri="{D42A27DB-BD31-4B8C-83A1-F6EECF244321}">
                <p14:modId xmlns:p14="http://schemas.microsoft.com/office/powerpoint/2010/main" val="2839030136"/>
              </p:ext>
            </p:extLst>
          </p:nvPr>
        </p:nvGraphicFramePr>
        <p:xfrm>
          <a:off x="8878316" y="531664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5"/>
                        </a:spcBef>
                      </a:pPr>
                      <a:r>
                        <a:rPr sz="2600" b="1" dirty="0">
                          <a:latin typeface="Times New Roman"/>
                          <a:cs typeface="Times New Roman"/>
                        </a:rPr>
                        <a:t>8</a:t>
                      </a:r>
                      <a:endParaRPr sz="2600" dirty="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34" name="object 18">
            <a:extLst>
              <a:ext uri="{FF2B5EF4-FFF2-40B4-BE49-F238E27FC236}">
                <a16:creationId xmlns:a16="http://schemas.microsoft.com/office/drawing/2014/main" id="{64468880-2513-6C47-A6FB-453545A9187F}"/>
              </a:ext>
            </a:extLst>
          </p:cNvPr>
          <p:cNvGraphicFramePr>
            <a:graphicFrameLocks noGrp="1"/>
          </p:cNvGraphicFramePr>
          <p:nvPr>
            <p:extLst>
              <p:ext uri="{D42A27DB-BD31-4B8C-83A1-F6EECF244321}">
                <p14:modId xmlns:p14="http://schemas.microsoft.com/office/powerpoint/2010/main" val="2877615992"/>
              </p:ext>
            </p:extLst>
          </p:nvPr>
        </p:nvGraphicFramePr>
        <p:xfrm>
          <a:off x="10242550" y="531664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35" name="object 21">
            <a:extLst>
              <a:ext uri="{FF2B5EF4-FFF2-40B4-BE49-F238E27FC236}">
                <a16:creationId xmlns:a16="http://schemas.microsoft.com/office/drawing/2014/main" id="{9DA49708-5844-5A41-A8CB-F75084005F51}"/>
              </a:ext>
            </a:extLst>
          </p:cNvPr>
          <p:cNvSpPr/>
          <p:nvPr/>
        </p:nvSpPr>
        <p:spPr>
          <a:xfrm>
            <a:off x="1288541" y="4667422"/>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36" name="object 22">
            <a:extLst>
              <a:ext uri="{FF2B5EF4-FFF2-40B4-BE49-F238E27FC236}">
                <a16:creationId xmlns:a16="http://schemas.microsoft.com/office/drawing/2014/main" id="{489E39E8-02B3-964B-8D5C-8F7FC97CF71F}"/>
              </a:ext>
            </a:extLst>
          </p:cNvPr>
          <p:cNvSpPr/>
          <p:nvPr/>
        </p:nvSpPr>
        <p:spPr>
          <a:xfrm>
            <a:off x="4016502" y="4678091"/>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37" name="object 23">
            <a:extLst>
              <a:ext uri="{FF2B5EF4-FFF2-40B4-BE49-F238E27FC236}">
                <a16:creationId xmlns:a16="http://schemas.microsoft.com/office/drawing/2014/main" id="{19A2723F-86C9-644B-B96E-D1671A21F006}"/>
              </a:ext>
            </a:extLst>
          </p:cNvPr>
          <p:cNvSpPr/>
          <p:nvPr/>
        </p:nvSpPr>
        <p:spPr>
          <a:xfrm>
            <a:off x="6745223" y="4659041"/>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38" name="object 24">
            <a:extLst>
              <a:ext uri="{FF2B5EF4-FFF2-40B4-BE49-F238E27FC236}">
                <a16:creationId xmlns:a16="http://schemas.microsoft.com/office/drawing/2014/main" id="{CEC88B6B-4383-9049-BBE8-E04C0D6D6AB0}"/>
              </a:ext>
            </a:extLst>
          </p:cNvPr>
          <p:cNvSpPr/>
          <p:nvPr/>
        </p:nvSpPr>
        <p:spPr>
          <a:xfrm>
            <a:off x="9473183" y="4666660"/>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39" name="object 19">
            <a:extLst>
              <a:ext uri="{FF2B5EF4-FFF2-40B4-BE49-F238E27FC236}">
                <a16:creationId xmlns:a16="http://schemas.microsoft.com/office/drawing/2014/main" id="{221D7E38-C101-BE48-BA5E-4FCDA1B04694}"/>
              </a:ext>
            </a:extLst>
          </p:cNvPr>
          <p:cNvSpPr txBox="1"/>
          <p:nvPr/>
        </p:nvSpPr>
        <p:spPr>
          <a:xfrm>
            <a:off x="485317" y="6162725"/>
            <a:ext cx="576580" cy="577215"/>
          </a:xfrm>
          <a:prstGeom prst="rect">
            <a:avLst/>
          </a:prstGeom>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40" name="object 20">
            <a:extLst>
              <a:ext uri="{FF2B5EF4-FFF2-40B4-BE49-F238E27FC236}">
                <a16:creationId xmlns:a16="http://schemas.microsoft.com/office/drawing/2014/main" id="{2C9D292F-5839-2241-9F67-DD4C894329BE}"/>
              </a:ext>
            </a:extLst>
          </p:cNvPr>
          <p:cNvSpPr txBox="1"/>
          <p:nvPr/>
        </p:nvSpPr>
        <p:spPr>
          <a:xfrm>
            <a:off x="1195882" y="6162522"/>
            <a:ext cx="576580"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41" name="object 21">
            <a:extLst>
              <a:ext uri="{FF2B5EF4-FFF2-40B4-BE49-F238E27FC236}">
                <a16:creationId xmlns:a16="http://schemas.microsoft.com/office/drawing/2014/main" id="{C0729550-6B03-3441-B661-E7E5D53FE01D}"/>
              </a:ext>
            </a:extLst>
          </p:cNvPr>
          <p:cNvSpPr txBox="1"/>
          <p:nvPr/>
        </p:nvSpPr>
        <p:spPr>
          <a:xfrm>
            <a:off x="1906397" y="6162522"/>
            <a:ext cx="576580"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42" name="object 22">
            <a:extLst>
              <a:ext uri="{FF2B5EF4-FFF2-40B4-BE49-F238E27FC236}">
                <a16:creationId xmlns:a16="http://schemas.microsoft.com/office/drawing/2014/main" id="{290B0A50-9AC1-C44B-8EF3-DD617BF6862C}"/>
              </a:ext>
            </a:extLst>
          </p:cNvPr>
          <p:cNvSpPr txBox="1"/>
          <p:nvPr/>
        </p:nvSpPr>
        <p:spPr>
          <a:xfrm>
            <a:off x="2616961" y="6162522"/>
            <a:ext cx="576580"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43" name="object 23">
            <a:extLst>
              <a:ext uri="{FF2B5EF4-FFF2-40B4-BE49-F238E27FC236}">
                <a16:creationId xmlns:a16="http://schemas.microsoft.com/office/drawing/2014/main" id="{B6F3B8F0-1FB9-504C-BC92-9C842E83CFC6}"/>
              </a:ext>
            </a:extLst>
          </p:cNvPr>
          <p:cNvSpPr txBox="1"/>
          <p:nvPr/>
        </p:nvSpPr>
        <p:spPr>
          <a:xfrm>
            <a:off x="3327527" y="6162522"/>
            <a:ext cx="576580"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44" name="object 24">
            <a:extLst>
              <a:ext uri="{FF2B5EF4-FFF2-40B4-BE49-F238E27FC236}">
                <a16:creationId xmlns:a16="http://schemas.microsoft.com/office/drawing/2014/main" id="{3AF71776-0462-FE4D-9EDF-1834A850FD50}"/>
              </a:ext>
            </a:extLst>
          </p:cNvPr>
          <p:cNvSpPr txBox="1"/>
          <p:nvPr/>
        </p:nvSpPr>
        <p:spPr>
          <a:xfrm>
            <a:off x="4038219" y="6162522"/>
            <a:ext cx="575945"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45" name="object 25">
            <a:extLst>
              <a:ext uri="{FF2B5EF4-FFF2-40B4-BE49-F238E27FC236}">
                <a16:creationId xmlns:a16="http://schemas.microsoft.com/office/drawing/2014/main" id="{2955E666-546D-1F47-8B1D-99EA7CF82088}"/>
              </a:ext>
            </a:extLst>
          </p:cNvPr>
          <p:cNvSpPr txBox="1"/>
          <p:nvPr/>
        </p:nvSpPr>
        <p:spPr>
          <a:xfrm>
            <a:off x="4748784" y="6162522"/>
            <a:ext cx="575945"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46" name="object 26">
            <a:extLst>
              <a:ext uri="{FF2B5EF4-FFF2-40B4-BE49-F238E27FC236}">
                <a16:creationId xmlns:a16="http://schemas.microsoft.com/office/drawing/2014/main" id="{C335EE51-D5E3-2E4E-ABC1-59807E8C3806}"/>
              </a:ext>
            </a:extLst>
          </p:cNvPr>
          <p:cNvSpPr txBox="1"/>
          <p:nvPr/>
        </p:nvSpPr>
        <p:spPr>
          <a:xfrm>
            <a:off x="5459348" y="6162522"/>
            <a:ext cx="575945"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47" name="object 27">
            <a:extLst>
              <a:ext uri="{FF2B5EF4-FFF2-40B4-BE49-F238E27FC236}">
                <a16:creationId xmlns:a16="http://schemas.microsoft.com/office/drawing/2014/main" id="{A4CE751C-D7C5-814A-BB5F-FE8FB2A06120}"/>
              </a:ext>
            </a:extLst>
          </p:cNvPr>
          <p:cNvSpPr txBox="1"/>
          <p:nvPr/>
        </p:nvSpPr>
        <p:spPr>
          <a:xfrm>
            <a:off x="6169914" y="6165253"/>
            <a:ext cx="575945"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48" name="object 28">
            <a:extLst>
              <a:ext uri="{FF2B5EF4-FFF2-40B4-BE49-F238E27FC236}">
                <a16:creationId xmlns:a16="http://schemas.microsoft.com/office/drawing/2014/main" id="{2E0C0E0A-BF22-9144-969A-2C5B96BA9CD0}"/>
              </a:ext>
            </a:extLst>
          </p:cNvPr>
          <p:cNvSpPr txBox="1"/>
          <p:nvPr/>
        </p:nvSpPr>
        <p:spPr>
          <a:xfrm>
            <a:off x="6880479" y="6165253"/>
            <a:ext cx="575945"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49" name="object 29">
            <a:extLst>
              <a:ext uri="{FF2B5EF4-FFF2-40B4-BE49-F238E27FC236}">
                <a16:creationId xmlns:a16="http://schemas.microsoft.com/office/drawing/2014/main" id="{BD952E31-160C-D449-BC9F-47ECE05348FA}"/>
              </a:ext>
            </a:extLst>
          </p:cNvPr>
          <p:cNvSpPr txBox="1"/>
          <p:nvPr/>
        </p:nvSpPr>
        <p:spPr>
          <a:xfrm>
            <a:off x="7591043" y="6165253"/>
            <a:ext cx="576580"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50" name="object 30">
            <a:extLst>
              <a:ext uri="{FF2B5EF4-FFF2-40B4-BE49-F238E27FC236}">
                <a16:creationId xmlns:a16="http://schemas.microsoft.com/office/drawing/2014/main" id="{BEC75FF9-D07A-0241-8951-BFCDB6AC2EF7}"/>
              </a:ext>
            </a:extLst>
          </p:cNvPr>
          <p:cNvSpPr txBox="1"/>
          <p:nvPr/>
        </p:nvSpPr>
        <p:spPr>
          <a:xfrm>
            <a:off x="8301608" y="6162865"/>
            <a:ext cx="576580" cy="577215"/>
          </a:xfrm>
          <a:prstGeom prst="rect">
            <a:avLst/>
          </a:prstGeom>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51" name="object 31">
            <a:extLst>
              <a:ext uri="{FF2B5EF4-FFF2-40B4-BE49-F238E27FC236}">
                <a16:creationId xmlns:a16="http://schemas.microsoft.com/office/drawing/2014/main" id="{547049BB-33E5-B94D-8A4B-17D8B667C8AE}"/>
              </a:ext>
            </a:extLst>
          </p:cNvPr>
          <p:cNvSpPr txBox="1"/>
          <p:nvPr/>
        </p:nvSpPr>
        <p:spPr>
          <a:xfrm>
            <a:off x="9012173" y="6160173"/>
            <a:ext cx="576580"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52" name="object 32">
            <a:extLst>
              <a:ext uri="{FF2B5EF4-FFF2-40B4-BE49-F238E27FC236}">
                <a16:creationId xmlns:a16="http://schemas.microsoft.com/office/drawing/2014/main" id="{3F8226EF-4174-2B4D-956D-430CF830E7F2}"/>
              </a:ext>
            </a:extLst>
          </p:cNvPr>
          <p:cNvSpPr txBox="1"/>
          <p:nvPr/>
        </p:nvSpPr>
        <p:spPr>
          <a:xfrm>
            <a:off x="9722739" y="6160173"/>
            <a:ext cx="576580" cy="577215"/>
          </a:xfrm>
          <a:prstGeom prst="rect">
            <a:avLst/>
          </a:prstGeom>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53" name="object 33">
            <a:extLst>
              <a:ext uri="{FF2B5EF4-FFF2-40B4-BE49-F238E27FC236}">
                <a16:creationId xmlns:a16="http://schemas.microsoft.com/office/drawing/2014/main" id="{C68F4761-7D65-E140-ACC2-57EC6751EF36}"/>
              </a:ext>
            </a:extLst>
          </p:cNvPr>
          <p:cNvSpPr txBox="1"/>
          <p:nvPr/>
        </p:nvSpPr>
        <p:spPr>
          <a:xfrm>
            <a:off x="10433304" y="6160173"/>
            <a:ext cx="576580" cy="577215"/>
          </a:xfrm>
          <a:prstGeom prst="rect">
            <a:avLst/>
          </a:prstGeom>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54" name="object 34">
            <a:extLst>
              <a:ext uri="{FF2B5EF4-FFF2-40B4-BE49-F238E27FC236}">
                <a16:creationId xmlns:a16="http://schemas.microsoft.com/office/drawing/2014/main" id="{F9B3BA9F-967A-0E4C-ADB9-A9B0C30EAA97}"/>
              </a:ext>
            </a:extLst>
          </p:cNvPr>
          <p:cNvSpPr txBox="1"/>
          <p:nvPr/>
        </p:nvSpPr>
        <p:spPr>
          <a:xfrm>
            <a:off x="11143868" y="6160173"/>
            <a:ext cx="576580" cy="577215"/>
          </a:xfrm>
          <a:prstGeom prst="rect">
            <a:avLst/>
          </a:prstGeom>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
        <p:nvSpPr>
          <p:cNvPr id="55" name="object 35">
            <a:extLst>
              <a:ext uri="{FF2B5EF4-FFF2-40B4-BE49-F238E27FC236}">
                <a16:creationId xmlns:a16="http://schemas.microsoft.com/office/drawing/2014/main" id="{B488F60F-5E4F-EC48-A909-DBFFEB2F776A}"/>
              </a:ext>
            </a:extLst>
          </p:cNvPr>
          <p:cNvSpPr/>
          <p:nvPr/>
        </p:nvSpPr>
        <p:spPr>
          <a:xfrm>
            <a:off x="773430" y="5882187"/>
            <a:ext cx="711200" cy="280741"/>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56" name="object 42">
            <a:extLst>
              <a:ext uri="{FF2B5EF4-FFF2-40B4-BE49-F238E27FC236}">
                <a16:creationId xmlns:a16="http://schemas.microsoft.com/office/drawing/2014/main" id="{B5BE592F-D35E-8F42-B35F-081C23B21326}"/>
              </a:ext>
            </a:extLst>
          </p:cNvPr>
          <p:cNvSpPr/>
          <p:nvPr/>
        </p:nvSpPr>
        <p:spPr>
          <a:xfrm>
            <a:off x="2194560" y="5882187"/>
            <a:ext cx="710565" cy="280742"/>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57" name="object 43">
            <a:extLst>
              <a:ext uri="{FF2B5EF4-FFF2-40B4-BE49-F238E27FC236}">
                <a16:creationId xmlns:a16="http://schemas.microsoft.com/office/drawing/2014/main" id="{7B14B7BF-5C4C-C345-A5EE-AD8153035F8F}"/>
              </a:ext>
            </a:extLst>
          </p:cNvPr>
          <p:cNvSpPr/>
          <p:nvPr/>
        </p:nvSpPr>
        <p:spPr>
          <a:xfrm>
            <a:off x="3615690" y="5882059"/>
            <a:ext cx="710565" cy="280742"/>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58" name="object 44">
            <a:extLst>
              <a:ext uri="{FF2B5EF4-FFF2-40B4-BE49-F238E27FC236}">
                <a16:creationId xmlns:a16="http://schemas.microsoft.com/office/drawing/2014/main" id="{3B98D44A-3A1F-CD4C-AA0C-545CEDC84B2E}"/>
              </a:ext>
            </a:extLst>
          </p:cNvPr>
          <p:cNvSpPr/>
          <p:nvPr/>
        </p:nvSpPr>
        <p:spPr>
          <a:xfrm>
            <a:off x="5036820" y="5882059"/>
            <a:ext cx="646430" cy="284552"/>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59" name="object 45">
            <a:extLst>
              <a:ext uri="{FF2B5EF4-FFF2-40B4-BE49-F238E27FC236}">
                <a16:creationId xmlns:a16="http://schemas.microsoft.com/office/drawing/2014/main" id="{7928E9BE-45F5-6945-B0C4-45A0119065DD}"/>
              </a:ext>
            </a:extLst>
          </p:cNvPr>
          <p:cNvSpPr/>
          <p:nvPr/>
        </p:nvSpPr>
        <p:spPr>
          <a:xfrm>
            <a:off x="6429755" y="5871012"/>
            <a:ext cx="738505" cy="294584"/>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60" name="object 46">
            <a:extLst>
              <a:ext uri="{FF2B5EF4-FFF2-40B4-BE49-F238E27FC236}">
                <a16:creationId xmlns:a16="http://schemas.microsoft.com/office/drawing/2014/main" id="{F9832C6C-32AC-E149-A2E9-E9669A0AF467}"/>
              </a:ext>
            </a:extLst>
          </p:cNvPr>
          <p:cNvSpPr/>
          <p:nvPr/>
        </p:nvSpPr>
        <p:spPr>
          <a:xfrm>
            <a:off x="7879080" y="5897545"/>
            <a:ext cx="710565" cy="267924"/>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61" name="object 47">
            <a:extLst>
              <a:ext uri="{FF2B5EF4-FFF2-40B4-BE49-F238E27FC236}">
                <a16:creationId xmlns:a16="http://schemas.microsoft.com/office/drawing/2014/main" id="{FD673617-2E99-D542-8709-F575FE50C55A}"/>
              </a:ext>
            </a:extLst>
          </p:cNvPr>
          <p:cNvSpPr/>
          <p:nvPr/>
        </p:nvSpPr>
        <p:spPr>
          <a:xfrm>
            <a:off x="9300209" y="5879265"/>
            <a:ext cx="710565" cy="28125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62" name="object 48">
            <a:extLst>
              <a:ext uri="{FF2B5EF4-FFF2-40B4-BE49-F238E27FC236}">
                <a16:creationId xmlns:a16="http://schemas.microsoft.com/office/drawing/2014/main" id="{50A67579-9ED2-9148-ACD6-E8AF620DC6FE}"/>
              </a:ext>
            </a:extLst>
          </p:cNvPr>
          <p:cNvSpPr/>
          <p:nvPr/>
        </p:nvSpPr>
        <p:spPr>
          <a:xfrm>
            <a:off x="10721340" y="5893862"/>
            <a:ext cx="711200" cy="266527"/>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4" name="圆角矩形 3">
            <a:extLst>
              <a:ext uri="{FF2B5EF4-FFF2-40B4-BE49-F238E27FC236}">
                <a16:creationId xmlns:a16="http://schemas.microsoft.com/office/drawing/2014/main" id="{F67AFA25-EF0D-CC43-986E-BDC48DEC8AAF}"/>
              </a:ext>
            </a:extLst>
          </p:cNvPr>
          <p:cNvSpPr/>
          <p:nvPr/>
        </p:nvSpPr>
        <p:spPr>
          <a:xfrm>
            <a:off x="4060260" y="4604943"/>
            <a:ext cx="3963531" cy="7851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latin typeface="SimSun" panose="02010600030101010101" pitchFamily="2" charset="-122"/>
                <a:ea typeface="SimSun" panose="02010600030101010101" pitchFamily="2" charset="-122"/>
                <a:cs typeface="宋体"/>
              </a:rPr>
              <a:t>分解至数组长度为</a:t>
            </a:r>
            <a:r>
              <a:rPr lang="en-US" altLang="zh-CN" sz="2000" b="1" dirty="0">
                <a:solidFill>
                  <a:srgbClr val="FF0000"/>
                </a:solidFill>
                <a:latin typeface="SimSun" panose="02010600030101010101" pitchFamily="2" charset="-122"/>
                <a:ea typeface="SimSun" panose="02010600030101010101" pitchFamily="2" charset="-122"/>
                <a:cs typeface="Times New Roman"/>
              </a:rPr>
              <a:t>1</a:t>
            </a:r>
            <a:r>
              <a:rPr lang="zh-CN" altLang="en-US" sz="2000" b="1" spc="-10" dirty="0">
                <a:solidFill>
                  <a:srgbClr val="FF0000"/>
                </a:solidFill>
                <a:latin typeface="SimSun" panose="02010600030101010101" pitchFamily="2" charset="-122"/>
                <a:ea typeface="SimSun" panose="02010600030101010101" pitchFamily="2" charset="-122"/>
                <a:cs typeface="宋体"/>
              </a:rPr>
              <a:t>时天然有序，处理局部有序缺失的变化</a:t>
            </a:r>
            <a:endParaRPr lang="zh-CN" altLang="en-US" sz="2000" b="1" dirty="0">
              <a:solidFill>
                <a:srgbClr val="FF0000"/>
              </a:solidFill>
              <a:latin typeface="SimSun" panose="02010600030101010101" pitchFamily="2" charset="-122"/>
              <a:ea typeface="SimSun" panose="02010600030101010101" pitchFamily="2" charset="-122"/>
              <a:cs typeface="宋体"/>
            </a:endParaRPr>
          </a:p>
        </p:txBody>
      </p:sp>
    </p:spTree>
    <p:extLst>
      <p:ext uri="{BB962C8B-B14F-4D97-AF65-F5344CB8AC3E}">
        <p14:creationId xmlns:p14="http://schemas.microsoft.com/office/powerpoint/2010/main" val="159701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500" fill="hold"/>
                                        <p:tgtEl>
                                          <p:spTgt spid="33"/>
                                        </p:tgtEl>
                                        <p:attrNameLst>
                                          <p:attrName>ppt_x</p:attrName>
                                        </p:attrNameLst>
                                      </p:cBhvr>
                                      <p:tavLst>
                                        <p:tav tm="0">
                                          <p:val>
                                            <p:strVal val="#ppt_x"/>
                                          </p:val>
                                        </p:tav>
                                        <p:tav tm="100000">
                                          <p:val>
                                            <p:strVal val="#ppt_x"/>
                                          </p:val>
                                        </p:tav>
                                      </p:tavLst>
                                    </p:anim>
                                    <p:anim calcmode="lin" valueType="num">
                                      <p:cBhvr additive="base">
                                        <p:cTn id="32" dur="500" fill="hold"/>
                                        <p:tgtEl>
                                          <p:spTgt spid="3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anim calcmode="lin" valueType="num">
                                      <p:cBhvr additive="base">
                                        <p:cTn id="35" dur="500" fill="hold"/>
                                        <p:tgtEl>
                                          <p:spTgt spid="34"/>
                                        </p:tgtEl>
                                        <p:attrNameLst>
                                          <p:attrName>ppt_x</p:attrName>
                                        </p:attrNameLst>
                                      </p:cBhvr>
                                      <p:tavLst>
                                        <p:tav tm="0">
                                          <p:val>
                                            <p:strVal val="#ppt_x"/>
                                          </p:val>
                                        </p:tav>
                                        <p:tav tm="100000">
                                          <p:val>
                                            <p:strVal val="#ppt_x"/>
                                          </p:val>
                                        </p:tav>
                                      </p:tavLst>
                                    </p:anim>
                                    <p:anim calcmode="lin" valueType="num">
                                      <p:cBhvr additive="base">
                                        <p:cTn id="36" dur="500" fill="hold"/>
                                        <p:tgtEl>
                                          <p:spTgt spid="3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anim calcmode="lin" valueType="num">
                                      <p:cBhvr additive="base">
                                        <p:cTn id="39" dur="500" fill="hold"/>
                                        <p:tgtEl>
                                          <p:spTgt spid="35"/>
                                        </p:tgtEl>
                                        <p:attrNameLst>
                                          <p:attrName>ppt_x</p:attrName>
                                        </p:attrNameLst>
                                      </p:cBhvr>
                                      <p:tavLst>
                                        <p:tav tm="0">
                                          <p:val>
                                            <p:strVal val="#ppt_x"/>
                                          </p:val>
                                        </p:tav>
                                        <p:tav tm="100000">
                                          <p:val>
                                            <p:strVal val="#ppt_x"/>
                                          </p:val>
                                        </p:tav>
                                      </p:tavLst>
                                    </p:anim>
                                    <p:anim calcmode="lin" valueType="num">
                                      <p:cBhvr additive="base">
                                        <p:cTn id="40" dur="500" fill="hold"/>
                                        <p:tgtEl>
                                          <p:spTgt spid="3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 calcmode="lin" valueType="num">
                                      <p:cBhvr additive="base">
                                        <p:cTn id="43" dur="500" fill="hold"/>
                                        <p:tgtEl>
                                          <p:spTgt spid="36"/>
                                        </p:tgtEl>
                                        <p:attrNameLst>
                                          <p:attrName>ppt_x</p:attrName>
                                        </p:attrNameLst>
                                      </p:cBhvr>
                                      <p:tavLst>
                                        <p:tav tm="0">
                                          <p:val>
                                            <p:strVal val="#ppt_x"/>
                                          </p:val>
                                        </p:tav>
                                        <p:tav tm="100000">
                                          <p:val>
                                            <p:strVal val="#ppt_x"/>
                                          </p:val>
                                        </p:tav>
                                      </p:tavLst>
                                    </p:anim>
                                    <p:anim calcmode="lin" valueType="num">
                                      <p:cBhvr additive="base">
                                        <p:cTn id="44" dur="500" fill="hold"/>
                                        <p:tgtEl>
                                          <p:spTgt spid="3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anim calcmode="lin" valueType="num">
                                      <p:cBhvr additive="base">
                                        <p:cTn id="47" dur="500" fill="hold"/>
                                        <p:tgtEl>
                                          <p:spTgt spid="37"/>
                                        </p:tgtEl>
                                        <p:attrNameLst>
                                          <p:attrName>ppt_x</p:attrName>
                                        </p:attrNameLst>
                                      </p:cBhvr>
                                      <p:tavLst>
                                        <p:tav tm="0">
                                          <p:val>
                                            <p:strVal val="#ppt_x"/>
                                          </p:val>
                                        </p:tav>
                                        <p:tav tm="100000">
                                          <p:val>
                                            <p:strVal val="#ppt_x"/>
                                          </p:val>
                                        </p:tav>
                                      </p:tavLst>
                                    </p:anim>
                                    <p:anim calcmode="lin" valueType="num">
                                      <p:cBhvr additive="base">
                                        <p:cTn id="48" dur="500" fill="hold"/>
                                        <p:tgtEl>
                                          <p:spTgt spid="3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additive="base">
                                        <p:cTn id="51" dur="500" fill="hold"/>
                                        <p:tgtEl>
                                          <p:spTgt spid="38"/>
                                        </p:tgtEl>
                                        <p:attrNameLst>
                                          <p:attrName>ppt_x</p:attrName>
                                        </p:attrNameLst>
                                      </p:cBhvr>
                                      <p:tavLst>
                                        <p:tav tm="0">
                                          <p:val>
                                            <p:strVal val="#ppt_x"/>
                                          </p:val>
                                        </p:tav>
                                        <p:tav tm="100000">
                                          <p:val>
                                            <p:strVal val="#ppt_x"/>
                                          </p:val>
                                        </p:tav>
                                      </p:tavLst>
                                    </p:anim>
                                    <p:anim calcmode="lin" valueType="num">
                                      <p:cBhvr additive="base">
                                        <p:cTn id="5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anim calcmode="lin" valueType="num">
                                      <p:cBhvr additive="base">
                                        <p:cTn id="57" dur="500" fill="hold"/>
                                        <p:tgtEl>
                                          <p:spTgt spid="39"/>
                                        </p:tgtEl>
                                        <p:attrNameLst>
                                          <p:attrName>ppt_x</p:attrName>
                                        </p:attrNameLst>
                                      </p:cBhvr>
                                      <p:tavLst>
                                        <p:tav tm="0">
                                          <p:val>
                                            <p:strVal val="#ppt_x"/>
                                          </p:val>
                                        </p:tav>
                                        <p:tav tm="100000">
                                          <p:val>
                                            <p:strVal val="#ppt_x"/>
                                          </p:val>
                                        </p:tav>
                                      </p:tavLst>
                                    </p:anim>
                                    <p:anim calcmode="lin" valueType="num">
                                      <p:cBhvr additive="base">
                                        <p:cTn id="58" dur="500" fill="hold"/>
                                        <p:tgtEl>
                                          <p:spTgt spid="39"/>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anim calcmode="lin" valueType="num">
                                      <p:cBhvr additive="base">
                                        <p:cTn id="61" dur="500" fill="hold"/>
                                        <p:tgtEl>
                                          <p:spTgt spid="40"/>
                                        </p:tgtEl>
                                        <p:attrNameLst>
                                          <p:attrName>ppt_x</p:attrName>
                                        </p:attrNameLst>
                                      </p:cBhvr>
                                      <p:tavLst>
                                        <p:tav tm="0">
                                          <p:val>
                                            <p:strVal val="#ppt_x"/>
                                          </p:val>
                                        </p:tav>
                                        <p:tav tm="100000">
                                          <p:val>
                                            <p:strVal val="#ppt_x"/>
                                          </p:val>
                                        </p:tav>
                                      </p:tavLst>
                                    </p:anim>
                                    <p:anim calcmode="lin" valueType="num">
                                      <p:cBhvr additive="base">
                                        <p:cTn id="62" dur="500" fill="hold"/>
                                        <p:tgtEl>
                                          <p:spTgt spid="40"/>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41"/>
                                        </p:tgtEl>
                                        <p:attrNameLst>
                                          <p:attrName>style.visibility</p:attrName>
                                        </p:attrNameLst>
                                      </p:cBhvr>
                                      <p:to>
                                        <p:strVal val="visible"/>
                                      </p:to>
                                    </p:set>
                                    <p:anim calcmode="lin" valueType="num">
                                      <p:cBhvr additive="base">
                                        <p:cTn id="65" dur="500" fill="hold"/>
                                        <p:tgtEl>
                                          <p:spTgt spid="41"/>
                                        </p:tgtEl>
                                        <p:attrNameLst>
                                          <p:attrName>ppt_x</p:attrName>
                                        </p:attrNameLst>
                                      </p:cBhvr>
                                      <p:tavLst>
                                        <p:tav tm="0">
                                          <p:val>
                                            <p:strVal val="#ppt_x"/>
                                          </p:val>
                                        </p:tav>
                                        <p:tav tm="100000">
                                          <p:val>
                                            <p:strVal val="#ppt_x"/>
                                          </p:val>
                                        </p:tav>
                                      </p:tavLst>
                                    </p:anim>
                                    <p:anim calcmode="lin" valueType="num">
                                      <p:cBhvr additive="base">
                                        <p:cTn id="66" dur="500" fill="hold"/>
                                        <p:tgtEl>
                                          <p:spTgt spid="4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anim calcmode="lin" valueType="num">
                                      <p:cBhvr additive="base">
                                        <p:cTn id="69" dur="500" fill="hold"/>
                                        <p:tgtEl>
                                          <p:spTgt spid="42"/>
                                        </p:tgtEl>
                                        <p:attrNameLst>
                                          <p:attrName>ppt_x</p:attrName>
                                        </p:attrNameLst>
                                      </p:cBhvr>
                                      <p:tavLst>
                                        <p:tav tm="0">
                                          <p:val>
                                            <p:strVal val="#ppt_x"/>
                                          </p:val>
                                        </p:tav>
                                        <p:tav tm="100000">
                                          <p:val>
                                            <p:strVal val="#ppt_x"/>
                                          </p:val>
                                        </p:tav>
                                      </p:tavLst>
                                    </p:anim>
                                    <p:anim calcmode="lin" valueType="num">
                                      <p:cBhvr additive="base">
                                        <p:cTn id="70" dur="500" fill="hold"/>
                                        <p:tgtEl>
                                          <p:spTgt spid="42"/>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43"/>
                                        </p:tgtEl>
                                        <p:attrNameLst>
                                          <p:attrName>style.visibility</p:attrName>
                                        </p:attrNameLst>
                                      </p:cBhvr>
                                      <p:to>
                                        <p:strVal val="visible"/>
                                      </p:to>
                                    </p:set>
                                    <p:anim calcmode="lin" valueType="num">
                                      <p:cBhvr additive="base">
                                        <p:cTn id="73" dur="500" fill="hold"/>
                                        <p:tgtEl>
                                          <p:spTgt spid="43"/>
                                        </p:tgtEl>
                                        <p:attrNameLst>
                                          <p:attrName>ppt_x</p:attrName>
                                        </p:attrNameLst>
                                      </p:cBhvr>
                                      <p:tavLst>
                                        <p:tav tm="0">
                                          <p:val>
                                            <p:strVal val="#ppt_x"/>
                                          </p:val>
                                        </p:tav>
                                        <p:tav tm="100000">
                                          <p:val>
                                            <p:strVal val="#ppt_x"/>
                                          </p:val>
                                        </p:tav>
                                      </p:tavLst>
                                    </p:anim>
                                    <p:anim calcmode="lin" valueType="num">
                                      <p:cBhvr additive="base">
                                        <p:cTn id="74" dur="500" fill="hold"/>
                                        <p:tgtEl>
                                          <p:spTgt spid="43"/>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 calcmode="lin" valueType="num">
                                      <p:cBhvr additive="base">
                                        <p:cTn id="77" dur="500" fill="hold"/>
                                        <p:tgtEl>
                                          <p:spTgt spid="44"/>
                                        </p:tgtEl>
                                        <p:attrNameLst>
                                          <p:attrName>ppt_x</p:attrName>
                                        </p:attrNameLst>
                                      </p:cBhvr>
                                      <p:tavLst>
                                        <p:tav tm="0">
                                          <p:val>
                                            <p:strVal val="#ppt_x"/>
                                          </p:val>
                                        </p:tav>
                                        <p:tav tm="100000">
                                          <p:val>
                                            <p:strVal val="#ppt_x"/>
                                          </p:val>
                                        </p:tav>
                                      </p:tavLst>
                                    </p:anim>
                                    <p:anim calcmode="lin" valueType="num">
                                      <p:cBhvr additive="base">
                                        <p:cTn id="78" dur="500" fill="hold"/>
                                        <p:tgtEl>
                                          <p:spTgt spid="44"/>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 calcmode="lin" valueType="num">
                                      <p:cBhvr additive="base">
                                        <p:cTn id="81" dur="500" fill="hold"/>
                                        <p:tgtEl>
                                          <p:spTgt spid="45"/>
                                        </p:tgtEl>
                                        <p:attrNameLst>
                                          <p:attrName>ppt_x</p:attrName>
                                        </p:attrNameLst>
                                      </p:cBhvr>
                                      <p:tavLst>
                                        <p:tav tm="0">
                                          <p:val>
                                            <p:strVal val="#ppt_x"/>
                                          </p:val>
                                        </p:tav>
                                        <p:tav tm="100000">
                                          <p:val>
                                            <p:strVal val="#ppt_x"/>
                                          </p:val>
                                        </p:tav>
                                      </p:tavLst>
                                    </p:anim>
                                    <p:anim calcmode="lin" valueType="num">
                                      <p:cBhvr additive="base">
                                        <p:cTn id="82" dur="500" fill="hold"/>
                                        <p:tgtEl>
                                          <p:spTgt spid="45"/>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46"/>
                                        </p:tgtEl>
                                        <p:attrNameLst>
                                          <p:attrName>style.visibility</p:attrName>
                                        </p:attrNameLst>
                                      </p:cBhvr>
                                      <p:to>
                                        <p:strVal val="visible"/>
                                      </p:to>
                                    </p:set>
                                    <p:anim calcmode="lin" valueType="num">
                                      <p:cBhvr additive="base">
                                        <p:cTn id="85" dur="500" fill="hold"/>
                                        <p:tgtEl>
                                          <p:spTgt spid="46"/>
                                        </p:tgtEl>
                                        <p:attrNameLst>
                                          <p:attrName>ppt_x</p:attrName>
                                        </p:attrNameLst>
                                      </p:cBhvr>
                                      <p:tavLst>
                                        <p:tav tm="0">
                                          <p:val>
                                            <p:strVal val="#ppt_x"/>
                                          </p:val>
                                        </p:tav>
                                        <p:tav tm="100000">
                                          <p:val>
                                            <p:strVal val="#ppt_x"/>
                                          </p:val>
                                        </p:tav>
                                      </p:tavLst>
                                    </p:anim>
                                    <p:anim calcmode="lin" valueType="num">
                                      <p:cBhvr additive="base">
                                        <p:cTn id="86" dur="500" fill="hold"/>
                                        <p:tgtEl>
                                          <p:spTgt spid="46"/>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7"/>
                                        </p:tgtEl>
                                        <p:attrNameLst>
                                          <p:attrName>style.visibility</p:attrName>
                                        </p:attrNameLst>
                                      </p:cBhvr>
                                      <p:to>
                                        <p:strVal val="visible"/>
                                      </p:to>
                                    </p:set>
                                    <p:anim calcmode="lin" valueType="num">
                                      <p:cBhvr additive="base">
                                        <p:cTn id="89" dur="500" fill="hold"/>
                                        <p:tgtEl>
                                          <p:spTgt spid="47"/>
                                        </p:tgtEl>
                                        <p:attrNameLst>
                                          <p:attrName>ppt_x</p:attrName>
                                        </p:attrNameLst>
                                      </p:cBhvr>
                                      <p:tavLst>
                                        <p:tav tm="0">
                                          <p:val>
                                            <p:strVal val="#ppt_x"/>
                                          </p:val>
                                        </p:tav>
                                        <p:tav tm="100000">
                                          <p:val>
                                            <p:strVal val="#ppt_x"/>
                                          </p:val>
                                        </p:tav>
                                      </p:tavLst>
                                    </p:anim>
                                    <p:anim calcmode="lin" valueType="num">
                                      <p:cBhvr additive="base">
                                        <p:cTn id="90" dur="500" fill="hold"/>
                                        <p:tgtEl>
                                          <p:spTgt spid="47"/>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48"/>
                                        </p:tgtEl>
                                        <p:attrNameLst>
                                          <p:attrName>style.visibility</p:attrName>
                                        </p:attrNameLst>
                                      </p:cBhvr>
                                      <p:to>
                                        <p:strVal val="visible"/>
                                      </p:to>
                                    </p:set>
                                    <p:anim calcmode="lin" valueType="num">
                                      <p:cBhvr additive="base">
                                        <p:cTn id="93" dur="500" fill="hold"/>
                                        <p:tgtEl>
                                          <p:spTgt spid="48"/>
                                        </p:tgtEl>
                                        <p:attrNameLst>
                                          <p:attrName>ppt_x</p:attrName>
                                        </p:attrNameLst>
                                      </p:cBhvr>
                                      <p:tavLst>
                                        <p:tav tm="0">
                                          <p:val>
                                            <p:strVal val="#ppt_x"/>
                                          </p:val>
                                        </p:tav>
                                        <p:tav tm="100000">
                                          <p:val>
                                            <p:strVal val="#ppt_x"/>
                                          </p:val>
                                        </p:tav>
                                      </p:tavLst>
                                    </p:anim>
                                    <p:anim calcmode="lin" valueType="num">
                                      <p:cBhvr additive="base">
                                        <p:cTn id="94" dur="500" fill="hold"/>
                                        <p:tgtEl>
                                          <p:spTgt spid="48"/>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49"/>
                                        </p:tgtEl>
                                        <p:attrNameLst>
                                          <p:attrName>style.visibility</p:attrName>
                                        </p:attrNameLst>
                                      </p:cBhvr>
                                      <p:to>
                                        <p:strVal val="visible"/>
                                      </p:to>
                                    </p:set>
                                    <p:anim calcmode="lin" valueType="num">
                                      <p:cBhvr additive="base">
                                        <p:cTn id="97" dur="500" fill="hold"/>
                                        <p:tgtEl>
                                          <p:spTgt spid="49"/>
                                        </p:tgtEl>
                                        <p:attrNameLst>
                                          <p:attrName>ppt_x</p:attrName>
                                        </p:attrNameLst>
                                      </p:cBhvr>
                                      <p:tavLst>
                                        <p:tav tm="0">
                                          <p:val>
                                            <p:strVal val="#ppt_x"/>
                                          </p:val>
                                        </p:tav>
                                        <p:tav tm="100000">
                                          <p:val>
                                            <p:strVal val="#ppt_x"/>
                                          </p:val>
                                        </p:tav>
                                      </p:tavLst>
                                    </p:anim>
                                    <p:anim calcmode="lin" valueType="num">
                                      <p:cBhvr additive="base">
                                        <p:cTn id="98" dur="500" fill="hold"/>
                                        <p:tgtEl>
                                          <p:spTgt spid="49"/>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50"/>
                                        </p:tgtEl>
                                        <p:attrNameLst>
                                          <p:attrName>style.visibility</p:attrName>
                                        </p:attrNameLst>
                                      </p:cBhvr>
                                      <p:to>
                                        <p:strVal val="visible"/>
                                      </p:to>
                                    </p:set>
                                    <p:anim calcmode="lin" valueType="num">
                                      <p:cBhvr additive="base">
                                        <p:cTn id="101" dur="500" fill="hold"/>
                                        <p:tgtEl>
                                          <p:spTgt spid="50"/>
                                        </p:tgtEl>
                                        <p:attrNameLst>
                                          <p:attrName>ppt_x</p:attrName>
                                        </p:attrNameLst>
                                      </p:cBhvr>
                                      <p:tavLst>
                                        <p:tav tm="0">
                                          <p:val>
                                            <p:strVal val="#ppt_x"/>
                                          </p:val>
                                        </p:tav>
                                        <p:tav tm="100000">
                                          <p:val>
                                            <p:strVal val="#ppt_x"/>
                                          </p:val>
                                        </p:tav>
                                      </p:tavLst>
                                    </p:anim>
                                    <p:anim calcmode="lin" valueType="num">
                                      <p:cBhvr additive="base">
                                        <p:cTn id="102" dur="500" fill="hold"/>
                                        <p:tgtEl>
                                          <p:spTgt spid="50"/>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51"/>
                                        </p:tgtEl>
                                        <p:attrNameLst>
                                          <p:attrName>style.visibility</p:attrName>
                                        </p:attrNameLst>
                                      </p:cBhvr>
                                      <p:to>
                                        <p:strVal val="visible"/>
                                      </p:to>
                                    </p:set>
                                    <p:anim calcmode="lin" valueType="num">
                                      <p:cBhvr additive="base">
                                        <p:cTn id="105" dur="500" fill="hold"/>
                                        <p:tgtEl>
                                          <p:spTgt spid="51"/>
                                        </p:tgtEl>
                                        <p:attrNameLst>
                                          <p:attrName>ppt_x</p:attrName>
                                        </p:attrNameLst>
                                      </p:cBhvr>
                                      <p:tavLst>
                                        <p:tav tm="0">
                                          <p:val>
                                            <p:strVal val="#ppt_x"/>
                                          </p:val>
                                        </p:tav>
                                        <p:tav tm="100000">
                                          <p:val>
                                            <p:strVal val="#ppt_x"/>
                                          </p:val>
                                        </p:tav>
                                      </p:tavLst>
                                    </p:anim>
                                    <p:anim calcmode="lin" valueType="num">
                                      <p:cBhvr additive="base">
                                        <p:cTn id="106" dur="500" fill="hold"/>
                                        <p:tgtEl>
                                          <p:spTgt spid="51"/>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52"/>
                                        </p:tgtEl>
                                        <p:attrNameLst>
                                          <p:attrName>style.visibility</p:attrName>
                                        </p:attrNameLst>
                                      </p:cBhvr>
                                      <p:to>
                                        <p:strVal val="visible"/>
                                      </p:to>
                                    </p:set>
                                    <p:anim calcmode="lin" valueType="num">
                                      <p:cBhvr additive="base">
                                        <p:cTn id="109" dur="500" fill="hold"/>
                                        <p:tgtEl>
                                          <p:spTgt spid="52"/>
                                        </p:tgtEl>
                                        <p:attrNameLst>
                                          <p:attrName>ppt_x</p:attrName>
                                        </p:attrNameLst>
                                      </p:cBhvr>
                                      <p:tavLst>
                                        <p:tav tm="0">
                                          <p:val>
                                            <p:strVal val="#ppt_x"/>
                                          </p:val>
                                        </p:tav>
                                        <p:tav tm="100000">
                                          <p:val>
                                            <p:strVal val="#ppt_x"/>
                                          </p:val>
                                        </p:tav>
                                      </p:tavLst>
                                    </p:anim>
                                    <p:anim calcmode="lin" valueType="num">
                                      <p:cBhvr additive="base">
                                        <p:cTn id="110" dur="500" fill="hold"/>
                                        <p:tgtEl>
                                          <p:spTgt spid="52"/>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53"/>
                                        </p:tgtEl>
                                        <p:attrNameLst>
                                          <p:attrName>style.visibility</p:attrName>
                                        </p:attrNameLst>
                                      </p:cBhvr>
                                      <p:to>
                                        <p:strVal val="visible"/>
                                      </p:to>
                                    </p:set>
                                    <p:anim calcmode="lin" valueType="num">
                                      <p:cBhvr additive="base">
                                        <p:cTn id="113" dur="500" fill="hold"/>
                                        <p:tgtEl>
                                          <p:spTgt spid="53"/>
                                        </p:tgtEl>
                                        <p:attrNameLst>
                                          <p:attrName>ppt_x</p:attrName>
                                        </p:attrNameLst>
                                      </p:cBhvr>
                                      <p:tavLst>
                                        <p:tav tm="0">
                                          <p:val>
                                            <p:strVal val="#ppt_x"/>
                                          </p:val>
                                        </p:tav>
                                        <p:tav tm="100000">
                                          <p:val>
                                            <p:strVal val="#ppt_x"/>
                                          </p:val>
                                        </p:tav>
                                      </p:tavLst>
                                    </p:anim>
                                    <p:anim calcmode="lin" valueType="num">
                                      <p:cBhvr additive="base">
                                        <p:cTn id="114" dur="500" fill="hold"/>
                                        <p:tgtEl>
                                          <p:spTgt spid="53"/>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54"/>
                                        </p:tgtEl>
                                        <p:attrNameLst>
                                          <p:attrName>style.visibility</p:attrName>
                                        </p:attrNameLst>
                                      </p:cBhvr>
                                      <p:to>
                                        <p:strVal val="visible"/>
                                      </p:to>
                                    </p:set>
                                    <p:anim calcmode="lin" valueType="num">
                                      <p:cBhvr additive="base">
                                        <p:cTn id="117" dur="500" fill="hold"/>
                                        <p:tgtEl>
                                          <p:spTgt spid="54"/>
                                        </p:tgtEl>
                                        <p:attrNameLst>
                                          <p:attrName>ppt_x</p:attrName>
                                        </p:attrNameLst>
                                      </p:cBhvr>
                                      <p:tavLst>
                                        <p:tav tm="0">
                                          <p:val>
                                            <p:strVal val="#ppt_x"/>
                                          </p:val>
                                        </p:tav>
                                        <p:tav tm="100000">
                                          <p:val>
                                            <p:strVal val="#ppt_x"/>
                                          </p:val>
                                        </p:tav>
                                      </p:tavLst>
                                    </p:anim>
                                    <p:anim calcmode="lin" valueType="num">
                                      <p:cBhvr additive="base">
                                        <p:cTn id="118" dur="500" fill="hold"/>
                                        <p:tgtEl>
                                          <p:spTgt spid="54"/>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55"/>
                                        </p:tgtEl>
                                        <p:attrNameLst>
                                          <p:attrName>style.visibility</p:attrName>
                                        </p:attrNameLst>
                                      </p:cBhvr>
                                      <p:to>
                                        <p:strVal val="visible"/>
                                      </p:to>
                                    </p:set>
                                    <p:anim calcmode="lin" valueType="num">
                                      <p:cBhvr additive="base">
                                        <p:cTn id="121" dur="500" fill="hold"/>
                                        <p:tgtEl>
                                          <p:spTgt spid="55"/>
                                        </p:tgtEl>
                                        <p:attrNameLst>
                                          <p:attrName>ppt_x</p:attrName>
                                        </p:attrNameLst>
                                      </p:cBhvr>
                                      <p:tavLst>
                                        <p:tav tm="0">
                                          <p:val>
                                            <p:strVal val="#ppt_x"/>
                                          </p:val>
                                        </p:tav>
                                        <p:tav tm="100000">
                                          <p:val>
                                            <p:strVal val="#ppt_x"/>
                                          </p:val>
                                        </p:tav>
                                      </p:tavLst>
                                    </p:anim>
                                    <p:anim calcmode="lin" valueType="num">
                                      <p:cBhvr additive="base">
                                        <p:cTn id="122" dur="500" fill="hold"/>
                                        <p:tgtEl>
                                          <p:spTgt spid="55"/>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56"/>
                                        </p:tgtEl>
                                        <p:attrNameLst>
                                          <p:attrName>style.visibility</p:attrName>
                                        </p:attrNameLst>
                                      </p:cBhvr>
                                      <p:to>
                                        <p:strVal val="visible"/>
                                      </p:to>
                                    </p:set>
                                    <p:anim calcmode="lin" valueType="num">
                                      <p:cBhvr additive="base">
                                        <p:cTn id="125" dur="500" fill="hold"/>
                                        <p:tgtEl>
                                          <p:spTgt spid="56"/>
                                        </p:tgtEl>
                                        <p:attrNameLst>
                                          <p:attrName>ppt_x</p:attrName>
                                        </p:attrNameLst>
                                      </p:cBhvr>
                                      <p:tavLst>
                                        <p:tav tm="0">
                                          <p:val>
                                            <p:strVal val="#ppt_x"/>
                                          </p:val>
                                        </p:tav>
                                        <p:tav tm="100000">
                                          <p:val>
                                            <p:strVal val="#ppt_x"/>
                                          </p:val>
                                        </p:tav>
                                      </p:tavLst>
                                    </p:anim>
                                    <p:anim calcmode="lin" valueType="num">
                                      <p:cBhvr additive="base">
                                        <p:cTn id="126" dur="500" fill="hold"/>
                                        <p:tgtEl>
                                          <p:spTgt spid="56"/>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57"/>
                                        </p:tgtEl>
                                        <p:attrNameLst>
                                          <p:attrName>style.visibility</p:attrName>
                                        </p:attrNameLst>
                                      </p:cBhvr>
                                      <p:to>
                                        <p:strVal val="visible"/>
                                      </p:to>
                                    </p:set>
                                    <p:anim calcmode="lin" valueType="num">
                                      <p:cBhvr additive="base">
                                        <p:cTn id="129" dur="500" fill="hold"/>
                                        <p:tgtEl>
                                          <p:spTgt spid="57"/>
                                        </p:tgtEl>
                                        <p:attrNameLst>
                                          <p:attrName>ppt_x</p:attrName>
                                        </p:attrNameLst>
                                      </p:cBhvr>
                                      <p:tavLst>
                                        <p:tav tm="0">
                                          <p:val>
                                            <p:strVal val="#ppt_x"/>
                                          </p:val>
                                        </p:tav>
                                        <p:tav tm="100000">
                                          <p:val>
                                            <p:strVal val="#ppt_x"/>
                                          </p:val>
                                        </p:tav>
                                      </p:tavLst>
                                    </p:anim>
                                    <p:anim calcmode="lin" valueType="num">
                                      <p:cBhvr additive="base">
                                        <p:cTn id="130" dur="500" fill="hold"/>
                                        <p:tgtEl>
                                          <p:spTgt spid="57"/>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58"/>
                                        </p:tgtEl>
                                        <p:attrNameLst>
                                          <p:attrName>style.visibility</p:attrName>
                                        </p:attrNameLst>
                                      </p:cBhvr>
                                      <p:to>
                                        <p:strVal val="visible"/>
                                      </p:to>
                                    </p:set>
                                    <p:anim calcmode="lin" valueType="num">
                                      <p:cBhvr additive="base">
                                        <p:cTn id="133" dur="500" fill="hold"/>
                                        <p:tgtEl>
                                          <p:spTgt spid="58"/>
                                        </p:tgtEl>
                                        <p:attrNameLst>
                                          <p:attrName>ppt_x</p:attrName>
                                        </p:attrNameLst>
                                      </p:cBhvr>
                                      <p:tavLst>
                                        <p:tav tm="0">
                                          <p:val>
                                            <p:strVal val="#ppt_x"/>
                                          </p:val>
                                        </p:tav>
                                        <p:tav tm="100000">
                                          <p:val>
                                            <p:strVal val="#ppt_x"/>
                                          </p:val>
                                        </p:tav>
                                      </p:tavLst>
                                    </p:anim>
                                    <p:anim calcmode="lin" valueType="num">
                                      <p:cBhvr additive="base">
                                        <p:cTn id="134" dur="500" fill="hold"/>
                                        <p:tgtEl>
                                          <p:spTgt spid="58"/>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59"/>
                                        </p:tgtEl>
                                        <p:attrNameLst>
                                          <p:attrName>style.visibility</p:attrName>
                                        </p:attrNameLst>
                                      </p:cBhvr>
                                      <p:to>
                                        <p:strVal val="visible"/>
                                      </p:to>
                                    </p:set>
                                    <p:anim calcmode="lin" valueType="num">
                                      <p:cBhvr additive="base">
                                        <p:cTn id="137" dur="500" fill="hold"/>
                                        <p:tgtEl>
                                          <p:spTgt spid="59"/>
                                        </p:tgtEl>
                                        <p:attrNameLst>
                                          <p:attrName>ppt_x</p:attrName>
                                        </p:attrNameLst>
                                      </p:cBhvr>
                                      <p:tavLst>
                                        <p:tav tm="0">
                                          <p:val>
                                            <p:strVal val="#ppt_x"/>
                                          </p:val>
                                        </p:tav>
                                        <p:tav tm="100000">
                                          <p:val>
                                            <p:strVal val="#ppt_x"/>
                                          </p:val>
                                        </p:tav>
                                      </p:tavLst>
                                    </p:anim>
                                    <p:anim calcmode="lin" valueType="num">
                                      <p:cBhvr additive="base">
                                        <p:cTn id="138" dur="500" fill="hold"/>
                                        <p:tgtEl>
                                          <p:spTgt spid="59"/>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60"/>
                                        </p:tgtEl>
                                        <p:attrNameLst>
                                          <p:attrName>style.visibility</p:attrName>
                                        </p:attrNameLst>
                                      </p:cBhvr>
                                      <p:to>
                                        <p:strVal val="visible"/>
                                      </p:to>
                                    </p:set>
                                    <p:anim calcmode="lin" valueType="num">
                                      <p:cBhvr additive="base">
                                        <p:cTn id="141" dur="500" fill="hold"/>
                                        <p:tgtEl>
                                          <p:spTgt spid="60"/>
                                        </p:tgtEl>
                                        <p:attrNameLst>
                                          <p:attrName>ppt_x</p:attrName>
                                        </p:attrNameLst>
                                      </p:cBhvr>
                                      <p:tavLst>
                                        <p:tav tm="0">
                                          <p:val>
                                            <p:strVal val="#ppt_x"/>
                                          </p:val>
                                        </p:tav>
                                        <p:tav tm="100000">
                                          <p:val>
                                            <p:strVal val="#ppt_x"/>
                                          </p:val>
                                        </p:tav>
                                      </p:tavLst>
                                    </p:anim>
                                    <p:anim calcmode="lin" valueType="num">
                                      <p:cBhvr additive="base">
                                        <p:cTn id="142" dur="500" fill="hold"/>
                                        <p:tgtEl>
                                          <p:spTgt spid="60"/>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61"/>
                                        </p:tgtEl>
                                        <p:attrNameLst>
                                          <p:attrName>style.visibility</p:attrName>
                                        </p:attrNameLst>
                                      </p:cBhvr>
                                      <p:to>
                                        <p:strVal val="visible"/>
                                      </p:to>
                                    </p:set>
                                    <p:anim calcmode="lin" valueType="num">
                                      <p:cBhvr additive="base">
                                        <p:cTn id="145" dur="500" fill="hold"/>
                                        <p:tgtEl>
                                          <p:spTgt spid="61"/>
                                        </p:tgtEl>
                                        <p:attrNameLst>
                                          <p:attrName>ppt_x</p:attrName>
                                        </p:attrNameLst>
                                      </p:cBhvr>
                                      <p:tavLst>
                                        <p:tav tm="0">
                                          <p:val>
                                            <p:strVal val="#ppt_x"/>
                                          </p:val>
                                        </p:tav>
                                        <p:tav tm="100000">
                                          <p:val>
                                            <p:strVal val="#ppt_x"/>
                                          </p:val>
                                        </p:tav>
                                      </p:tavLst>
                                    </p:anim>
                                    <p:anim calcmode="lin" valueType="num">
                                      <p:cBhvr additive="base">
                                        <p:cTn id="146" dur="500" fill="hold"/>
                                        <p:tgtEl>
                                          <p:spTgt spid="61"/>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62"/>
                                        </p:tgtEl>
                                        <p:attrNameLst>
                                          <p:attrName>style.visibility</p:attrName>
                                        </p:attrNameLst>
                                      </p:cBhvr>
                                      <p:to>
                                        <p:strVal val="visible"/>
                                      </p:to>
                                    </p:set>
                                    <p:anim calcmode="lin" valueType="num">
                                      <p:cBhvr additive="base">
                                        <p:cTn id="149" dur="500" fill="hold"/>
                                        <p:tgtEl>
                                          <p:spTgt spid="62"/>
                                        </p:tgtEl>
                                        <p:attrNameLst>
                                          <p:attrName>ppt_x</p:attrName>
                                        </p:attrNameLst>
                                      </p:cBhvr>
                                      <p:tavLst>
                                        <p:tav tm="0">
                                          <p:val>
                                            <p:strVal val="#ppt_x"/>
                                          </p:val>
                                        </p:tav>
                                        <p:tav tm="100000">
                                          <p:val>
                                            <p:strVal val="#ppt_x"/>
                                          </p:val>
                                        </p:tav>
                                      </p:tavLst>
                                    </p:anim>
                                    <p:anim calcmode="lin" valueType="num">
                                      <p:cBhvr additive="base">
                                        <p:cTn id="150"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9" presetClass="entr" presetSubtype="0" fill="hold" grpId="0" nodeType="clickEffect">
                                  <p:stCondLst>
                                    <p:cond delay="0"/>
                                  </p:stCondLst>
                                  <p:childTnLst>
                                    <p:set>
                                      <p:cBhvr>
                                        <p:cTn id="154" dur="1" fill="hold">
                                          <p:stCondLst>
                                            <p:cond delay="0"/>
                                          </p:stCondLst>
                                        </p:cTn>
                                        <p:tgtEl>
                                          <p:spTgt spid="4"/>
                                        </p:tgtEl>
                                        <p:attrNameLst>
                                          <p:attrName>style.visibility</p:attrName>
                                        </p:attrNameLst>
                                      </p:cBhvr>
                                      <p:to>
                                        <p:strVal val="visible"/>
                                      </p:to>
                                    </p:set>
                                    <p:animEffect transition="in" filter="dissolve">
                                      <p:cBhvr>
                                        <p:cTn id="15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 name="object 3">
            <a:extLst>
              <a:ext uri="{FF2B5EF4-FFF2-40B4-BE49-F238E27FC236}">
                <a16:creationId xmlns:a16="http://schemas.microsoft.com/office/drawing/2014/main" id="{0FD83D53-56E2-3647-824C-BA8B298404A7}"/>
              </a:ext>
            </a:extLst>
          </p:cNvPr>
          <p:cNvGraphicFramePr>
            <a:graphicFrameLocks noGrp="1"/>
          </p:cNvGraphicFramePr>
          <p:nvPr>
            <p:extLst>
              <p:ext uri="{D42A27DB-BD31-4B8C-83A1-F6EECF244321}">
                <p14:modId xmlns:p14="http://schemas.microsoft.com/office/powerpoint/2010/main" val="3470916980"/>
              </p:ext>
            </p:extLst>
          </p:nvPr>
        </p:nvGraphicFramePr>
        <p:xfrm>
          <a:off x="1458467" y="939090"/>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4" name="object 4">
            <a:extLst>
              <a:ext uri="{FF2B5EF4-FFF2-40B4-BE49-F238E27FC236}">
                <a16:creationId xmlns:a16="http://schemas.microsoft.com/office/drawing/2014/main" id="{370B9598-AA5C-7B4F-A4F3-BFEE865F81B1}"/>
              </a:ext>
            </a:extLst>
          </p:cNvPr>
          <p:cNvGraphicFramePr>
            <a:graphicFrameLocks noGrp="1"/>
          </p:cNvGraphicFramePr>
          <p:nvPr>
            <p:extLst>
              <p:ext uri="{D42A27DB-BD31-4B8C-83A1-F6EECF244321}">
                <p14:modId xmlns:p14="http://schemas.microsoft.com/office/powerpoint/2010/main" val="2132624776"/>
              </p:ext>
            </p:extLst>
          </p:nvPr>
        </p:nvGraphicFramePr>
        <p:xfrm>
          <a:off x="1184376" y="2004492"/>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5" name="object 5">
            <a:extLst>
              <a:ext uri="{FF2B5EF4-FFF2-40B4-BE49-F238E27FC236}">
                <a16:creationId xmlns:a16="http://schemas.microsoft.com/office/drawing/2014/main" id="{D1F11F49-037D-4B41-83B4-B899C20356EE}"/>
              </a:ext>
            </a:extLst>
          </p:cNvPr>
          <p:cNvGraphicFramePr>
            <a:graphicFrameLocks noGrp="1"/>
          </p:cNvGraphicFramePr>
          <p:nvPr>
            <p:extLst>
              <p:ext uri="{D42A27DB-BD31-4B8C-83A1-F6EECF244321}">
                <p14:modId xmlns:p14="http://schemas.microsoft.com/office/powerpoint/2010/main" val="838906303"/>
              </p:ext>
            </p:extLst>
          </p:nvPr>
        </p:nvGraphicFramePr>
        <p:xfrm>
          <a:off x="6281165" y="2009064"/>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66" name="object 6">
            <a:extLst>
              <a:ext uri="{FF2B5EF4-FFF2-40B4-BE49-F238E27FC236}">
                <a16:creationId xmlns:a16="http://schemas.microsoft.com/office/drawing/2014/main" id="{DE72A519-55BC-2F49-B846-5929EBE38A2A}"/>
              </a:ext>
            </a:extLst>
          </p:cNvPr>
          <p:cNvSpPr/>
          <p:nvPr/>
        </p:nvSpPr>
        <p:spPr>
          <a:xfrm>
            <a:off x="3507485" y="1535608"/>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67" name="object 7">
            <a:extLst>
              <a:ext uri="{FF2B5EF4-FFF2-40B4-BE49-F238E27FC236}">
                <a16:creationId xmlns:a16="http://schemas.microsoft.com/office/drawing/2014/main" id="{A48417ED-0D05-B64D-983F-BF8D61F9B61D}"/>
              </a:ext>
            </a:extLst>
          </p:cNvPr>
          <p:cNvGraphicFramePr>
            <a:graphicFrameLocks noGrp="1"/>
          </p:cNvGraphicFramePr>
          <p:nvPr>
            <p:extLst>
              <p:ext uri="{D42A27DB-BD31-4B8C-83A1-F6EECF244321}">
                <p14:modId xmlns:p14="http://schemas.microsoft.com/office/powerpoint/2010/main" val="246277167"/>
              </p:ext>
            </p:extLst>
          </p:nvPr>
        </p:nvGraphicFramePr>
        <p:xfrm>
          <a:off x="961783" y="3156891"/>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8" name="object 8">
            <a:extLst>
              <a:ext uri="{FF2B5EF4-FFF2-40B4-BE49-F238E27FC236}">
                <a16:creationId xmlns:a16="http://schemas.microsoft.com/office/drawing/2014/main" id="{77DD09E4-D658-9F49-BD22-B45657F55A29}"/>
              </a:ext>
            </a:extLst>
          </p:cNvPr>
          <p:cNvGraphicFramePr>
            <a:graphicFrameLocks noGrp="1"/>
          </p:cNvGraphicFramePr>
          <p:nvPr>
            <p:extLst>
              <p:ext uri="{D42A27DB-BD31-4B8C-83A1-F6EECF244321}">
                <p14:modId xmlns:p14="http://schemas.microsoft.com/office/powerpoint/2010/main" val="1472462363"/>
              </p:ext>
            </p:extLst>
          </p:nvPr>
        </p:nvGraphicFramePr>
        <p:xfrm>
          <a:off x="3556253" y="3150286"/>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69" name="object 9">
            <a:extLst>
              <a:ext uri="{FF2B5EF4-FFF2-40B4-BE49-F238E27FC236}">
                <a16:creationId xmlns:a16="http://schemas.microsoft.com/office/drawing/2014/main" id="{65768E56-439E-3D45-9B70-A39E07105CEC}"/>
              </a:ext>
            </a:extLst>
          </p:cNvPr>
          <p:cNvSpPr/>
          <p:nvPr/>
        </p:nvSpPr>
        <p:spPr>
          <a:xfrm>
            <a:off x="693140" y="4402253"/>
            <a:ext cx="2554605" cy="619760"/>
          </a:xfrm>
          <a:custGeom>
            <a:avLst/>
            <a:gdLst/>
            <a:ahLst/>
            <a:cxnLst/>
            <a:rect l="l" t="t" r="r" b="b"/>
            <a:pathLst>
              <a:path w="2554605" h="619760">
                <a:moveTo>
                  <a:pt x="595147" y="4317"/>
                </a:moveTo>
                <a:lnTo>
                  <a:pt x="595147" y="619505"/>
                </a:lnTo>
              </a:path>
              <a:path w="2554605" h="619760">
                <a:moveTo>
                  <a:pt x="19050" y="4317"/>
                </a:moveTo>
                <a:lnTo>
                  <a:pt x="19050" y="619505"/>
                </a:lnTo>
              </a:path>
              <a:path w="2554605" h="619760">
                <a:moveTo>
                  <a:pt x="1171219" y="4317"/>
                </a:moveTo>
                <a:lnTo>
                  <a:pt x="1171219" y="619505"/>
                </a:lnTo>
              </a:path>
              <a:path w="2554605" h="619760">
                <a:moveTo>
                  <a:pt x="0" y="23367"/>
                </a:moveTo>
                <a:lnTo>
                  <a:pt x="1190269" y="23367"/>
                </a:lnTo>
              </a:path>
              <a:path w="2554605" h="619760">
                <a:moveTo>
                  <a:pt x="0" y="600455"/>
                </a:moveTo>
                <a:lnTo>
                  <a:pt x="1190269" y="600455"/>
                </a:lnTo>
              </a:path>
              <a:path w="2554605" h="619760">
                <a:moveTo>
                  <a:pt x="1959254" y="0"/>
                </a:moveTo>
                <a:lnTo>
                  <a:pt x="1959254" y="615314"/>
                </a:lnTo>
              </a:path>
              <a:path w="2554605" h="619760">
                <a:moveTo>
                  <a:pt x="1383309" y="0"/>
                </a:moveTo>
                <a:lnTo>
                  <a:pt x="1383309" y="615314"/>
                </a:lnTo>
              </a:path>
              <a:path w="2554605" h="619760">
                <a:moveTo>
                  <a:pt x="2535326" y="0"/>
                </a:moveTo>
                <a:lnTo>
                  <a:pt x="2535326" y="615314"/>
                </a:lnTo>
              </a:path>
              <a:path w="2554605" h="619760">
                <a:moveTo>
                  <a:pt x="1364259" y="19049"/>
                </a:moveTo>
                <a:lnTo>
                  <a:pt x="2554376" y="19049"/>
                </a:lnTo>
              </a:path>
              <a:path w="2554605" h="619760">
                <a:moveTo>
                  <a:pt x="1364259" y="596264"/>
                </a:moveTo>
                <a:lnTo>
                  <a:pt x="2554376" y="596264"/>
                </a:lnTo>
              </a:path>
            </a:pathLst>
          </a:custGeom>
          <a:ln w="38100">
            <a:solidFill>
              <a:srgbClr val="000000"/>
            </a:solidFill>
          </a:ln>
        </p:spPr>
        <p:txBody>
          <a:bodyPr wrap="square" lIns="0" tIns="0" rIns="0" bIns="0" rtlCol="0"/>
          <a:lstStyle/>
          <a:p>
            <a:endParaRPr/>
          </a:p>
        </p:txBody>
      </p:sp>
      <p:sp>
        <p:nvSpPr>
          <p:cNvPr id="70" name="object 10">
            <a:extLst>
              <a:ext uri="{FF2B5EF4-FFF2-40B4-BE49-F238E27FC236}">
                <a16:creationId xmlns:a16="http://schemas.microsoft.com/office/drawing/2014/main" id="{4CA3C509-7E33-374E-A8F8-90A247BAD1DB}"/>
              </a:ext>
            </a:extLst>
          </p:cNvPr>
          <p:cNvSpPr/>
          <p:nvPr/>
        </p:nvSpPr>
        <p:spPr>
          <a:xfrm>
            <a:off x="3421507" y="4402253"/>
            <a:ext cx="2554605" cy="619760"/>
          </a:xfrm>
          <a:custGeom>
            <a:avLst/>
            <a:gdLst/>
            <a:ahLst/>
            <a:cxnLst/>
            <a:rect l="l" t="t" r="r" b="b"/>
            <a:pathLst>
              <a:path w="2554604" h="619760">
                <a:moveTo>
                  <a:pt x="595121" y="0"/>
                </a:moveTo>
                <a:lnTo>
                  <a:pt x="595121" y="615314"/>
                </a:lnTo>
              </a:path>
              <a:path w="2554604" h="619760">
                <a:moveTo>
                  <a:pt x="19050" y="0"/>
                </a:moveTo>
                <a:lnTo>
                  <a:pt x="19050" y="615314"/>
                </a:lnTo>
              </a:path>
              <a:path w="2554604" h="619760">
                <a:moveTo>
                  <a:pt x="1171193" y="0"/>
                </a:moveTo>
                <a:lnTo>
                  <a:pt x="1171193" y="615314"/>
                </a:lnTo>
              </a:path>
              <a:path w="2554604" h="619760">
                <a:moveTo>
                  <a:pt x="0" y="19049"/>
                </a:moveTo>
                <a:lnTo>
                  <a:pt x="1190243" y="19049"/>
                </a:lnTo>
              </a:path>
              <a:path w="2554604" h="619760">
                <a:moveTo>
                  <a:pt x="0" y="596264"/>
                </a:moveTo>
                <a:lnTo>
                  <a:pt x="1190243" y="596264"/>
                </a:lnTo>
              </a:path>
              <a:path w="2554604" h="619760">
                <a:moveTo>
                  <a:pt x="1959355" y="4317"/>
                </a:moveTo>
                <a:lnTo>
                  <a:pt x="1959355" y="619505"/>
                </a:lnTo>
              </a:path>
              <a:path w="2554604" h="619760">
                <a:moveTo>
                  <a:pt x="1383283" y="4317"/>
                </a:moveTo>
                <a:lnTo>
                  <a:pt x="1383283" y="619505"/>
                </a:lnTo>
              </a:path>
              <a:path w="2554604" h="619760">
                <a:moveTo>
                  <a:pt x="2535428" y="4317"/>
                </a:moveTo>
                <a:lnTo>
                  <a:pt x="2535428" y="619505"/>
                </a:lnTo>
              </a:path>
              <a:path w="2554604" h="619760">
                <a:moveTo>
                  <a:pt x="1364233" y="23367"/>
                </a:moveTo>
                <a:lnTo>
                  <a:pt x="2554478" y="23367"/>
                </a:lnTo>
              </a:path>
              <a:path w="2554604" h="619760">
                <a:moveTo>
                  <a:pt x="1364233" y="600455"/>
                </a:moveTo>
                <a:lnTo>
                  <a:pt x="2554478" y="600455"/>
                </a:lnTo>
              </a:path>
            </a:pathLst>
          </a:custGeom>
          <a:ln w="38100">
            <a:solidFill>
              <a:srgbClr val="000000"/>
            </a:solidFill>
          </a:ln>
        </p:spPr>
        <p:txBody>
          <a:bodyPr wrap="square" lIns="0" tIns="0" rIns="0" bIns="0" rtlCol="0"/>
          <a:lstStyle/>
          <a:p>
            <a:endParaRPr/>
          </a:p>
        </p:txBody>
      </p:sp>
      <p:graphicFrame>
        <p:nvGraphicFramePr>
          <p:cNvPr id="71" name="object 11">
            <a:extLst>
              <a:ext uri="{FF2B5EF4-FFF2-40B4-BE49-F238E27FC236}">
                <a16:creationId xmlns:a16="http://schemas.microsoft.com/office/drawing/2014/main" id="{DC0C41F5-F226-1E40-88D5-67A1DC062CDC}"/>
              </a:ext>
            </a:extLst>
          </p:cNvPr>
          <p:cNvGraphicFramePr>
            <a:graphicFrameLocks noGrp="1"/>
          </p:cNvGraphicFramePr>
          <p:nvPr>
            <p:extLst>
              <p:ext uri="{D42A27DB-BD31-4B8C-83A1-F6EECF244321}">
                <p14:modId xmlns:p14="http://schemas.microsoft.com/office/powerpoint/2010/main" val="1167400961"/>
              </p:ext>
            </p:extLst>
          </p:nvPr>
        </p:nvGraphicFramePr>
        <p:xfrm>
          <a:off x="6150736" y="3154859"/>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2" name="object 12">
            <a:extLst>
              <a:ext uri="{FF2B5EF4-FFF2-40B4-BE49-F238E27FC236}">
                <a16:creationId xmlns:a16="http://schemas.microsoft.com/office/drawing/2014/main" id="{9D3CAF80-0BC2-1744-8E87-15EB1E4C331D}"/>
              </a:ext>
            </a:extLst>
          </p:cNvPr>
          <p:cNvGraphicFramePr>
            <a:graphicFrameLocks noGrp="1"/>
          </p:cNvGraphicFramePr>
          <p:nvPr>
            <p:extLst>
              <p:ext uri="{D42A27DB-BD31-4B8C-83A1-F6EECF244321}">
                <p14:modId xmlns:p14="http://schemas.microsoft.com/office/powerpoint/2010/main" val="3780992400"/>
              </p:ext>
            </p:extLst>
          </p:nvPr>
        </p:nvGraphicFramePr>
        <p:xfrm>
          <a:off x="8745219" y="3154859"/>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3" name="object 13">
            <a:extLst>
              <a:ext uri="{FF2B5EF4-FFF2-40B4-BE49-F238E27FC236}">
                <a16:creationId xmlns:a16="http://schemas.microsoft.com/office/drawing/2014/main" id="{6660D794-45E7-2648-8153-6A95E1652CD7}"/>
              </a:ext>
            </a:extLst>
          </p:cNvPr>
          <p:cNvSpPr/>
          <p:nvPr/>
        </p:nvSpPr>
        <p:spPr>
          <a:xfrm>
            <a:off x="6149975" y="4402253"/>
            <a:ext cx="2554605" cy="615315"/>
          </a:xfrm>
          <a:custGeom>
            <a:avLst/>
            <a:gdLst/>
            <a:ahLst/>
            <a:cxnLst/>
            <a:rect l="l" t="t" r="r" b="b"/>
            <a:pathLst>
              <a:path w="2554604" h="615314">
                <a:moveTo>
                  <a:pt x="595122" y="0"/>
                </a:moveTo>
                <a:lnTo>
                  <a:pt x="595122" y="615314"/>
                </a:lnTo>
              </a:path>
              <a:path w="2554604" h="615314">
                <a:moveTo>
                  <a:pt x="19050" y="0"/>
                </a:moveTo>
                <a:lnTo>
                  <a:pt x="19050" y="615314"/>
                </a:lnTo>
              </a:path>
              <a:path w="2554604" h="615314">
                <a:moveTo>
                  <a:pt x="1171194" y="0"/>
                </a:moveTo>
                <a:lnTo>
                  <a:pt x="1171194" y="615314"/>
                </a:lnTo>
              </a:path>
              <a:path w="2554604" h="615314">
                <a:moveTo>
                  <a:pt x="0" y="19049"/>
                </a:moveTo>
                <a:lnTo>
                  <a:pt x="1190244" y="19049"/>
                </a:lnTo>
              </a:path>
              <a:path w="2554604" h="615314">
                <a:moveTo>
                  <a:pt x="0" y="596264"/>
                </a:moveTo>
                <a:lnTo>
                  <a:pt x="1190244" y="596264"/>
                </a:lnTo>
              </a:path>
              <a:path w="2554604" h="615314">
                <a:moveTo>
                  <a:pt x="1959228" y="0"/>
                </a:moveTo>
                <a:lnTo>
                  <a:pt x="1959228" y="615314"/>
                </a:lnTo>
              </a:path>
              <a:path w="2554604" h="615314">
                <a:moveTo>
                  <a:pt x="1383156" y="0"/>
                </a:moveTo>
                <a:lnTo>
                  <a:pt x="1383156" y="615314"/>
                </a:lnTo>
              </a:path>
              <a:path w="2554604" h="615314">
                <a:moveTo>
                  <a:pt x="2535301" y="0"/>
                </a:moveTo>
                <a:lnTo>
                  <a:pt x="2535301" y="615314"/>
                </a:lnTo>
              </a:path>
              <a:path w="2554604" h="615314">
                <a:moveTo>
                  <a:pt x="1364106" y="19049"/>
                </a:moveTo>
                <a:lnTo>
                  <a:pt x="2554351" y="19049"/>
                </a:lnTo>
              </a:path>
              <a:path w="2554604" h="615314">
                <a:moveTo>
                  <a:pt x="1364106" y="596264"/>
                </a:moveTo>
                <a:lnTo>
                  <a:pt x="2554351" y="596264"/>
                </a:lnTo>
              </a:path>
            </a:pathLst>
          </a:custGeom>
          <a:ln w="38100">
            <a:solidFill>
              <a:srgbClr val="000000"/>
            </a:solidFill>
          </a:ln>
        </p:spPr>
        <p:txBody>
          <a:bodyPr wrap="square" lIns="0" tIns="0" rIns="0" bIns="0" rtlCol="0"/>
          <a:lstStyle/>
          <a:p>
            <a:endParaRPr/>
          </a:p>
        </p:txBody>
      </p:sp>
      <p:sp>
        <p:nvSpPr>
          <p:cNvPr id="74" name="object 14">
            <a:extLst>
              <a:ext uri="{FF2B5EF4-FFF2-40B4-BE49-F238E27FC236}">
                <a16:creationId xmlns:a16="http://schemas.microsoft.com/office/drawing/2014/main" id="{11E3D2C9-707A-714D-8AFF-6A0B12A47713}"/>
              </a:ext>
            </a:extLst>
          </p:cNvPr>
          <p:cNvSpPr/>
          <p:nvPr/>
        </p:nvSpPr>
        <p:spPr>
          <a:xfrm>
            <a:off x="8878316" y="4402253"/>
            <a:ext cx="2554605" cy="615315"/>
          </a:xfrm>
          <a:custGeom>
            <a:avLst/>
            <a:gdLst/>
            <a:ahLst/>
            <a:cxnLst/>
            <a:rect l="l" t="t" r="r" b="b"/>
            <a:pathLst>
              <a:path w="2554604" h="615314">
                <a:moveTo>
                  <a:pt x="595122" y="0"/>
                </a:moveTo>
                <a:lnTo>
                  <a:pt x="595122" y="615314"/>
                </a:lnTo>
              </a:path>
              <a:path w="2554604" h="615314">
                <a:moveTo>
                  <a:pt x="19050" y="0"/>
                </a:moveTo>
                <a:lnTo>
                  <a:pt x="19050" y="615314"/>
                </a:lnTo>
              </a:path>
              <a:path w="2554604" h="615314">
                <a:moveTo>
                  <a:pt x="1171193" y="0"/>
                </a:moveTo>
                <a:lnTo>
                  <a:pt x="1171193" y="615314"/>
                </a:lnTo>
              </a:path>
              <a:path w="2554604" h="615314">
                <a:moveTo>
                  <a:pt x="0" y="19049"/>
                </a:moveTo>
                <a:lnTo>
                  <a:pt x="1190243" y="19049"/>
                </a:lnTo>
              </a:path>
              <a:path w="2554604" h="615314">
                <a:moveTo>
                  <a:pt x="0" y="596264"/>
                </a:moveTo>
                <a:lnTo>
                  <a:pt x="1190243" y="596264"/>
                </a:lnTo>
              </a:path>
              <a:path w="2554604" h="615314">
                <a:moveTo>
                  <a:pt x="1959355" y="0"/>
                </a:moveTo>
                <a:lnTo>
                  <a:pt x="1959355" y="615314"/>
                </a:lnTo>
              </a:path>
              <a:path w="2554604" h="615314">
                <a:moveTo>
                  <a:pt x="1383283" y="0"/>
                </a:moveTo>
                <a:lnTo>
                  <a:pt x="1383283" y="615314"/>
                </a:lnTo>
              </a:path>
              <a:path w="2554604" h="615314">
                <a:moveTo>
                  <a:pt x="2535428" y="0"/>
                </a:moveTo>
                <a:lnTo>
                  <a:pt x="2535428" y="615314"/>
                </a:lnTo>
              </a:path>
              <a:path w="2554604" h="615314">
                <a:moveTo>
                  <a:pt x="1364233" y="19049"/>
                </a:moveTo>
                <a:lnTo>
                  <a:pt x="2554478" y="19049"/>
                </a:lnTo>
              </a:path>
              <a:path w="2554604" h="615314">
                <a:moveTo>
                  <a:pt x="1364233" y="596264"/>
                </a:moveTo>
                <a:lnTo>
                  <a:pt x="2554478" y="596264"/>
                </a:lnTo>
              </a:path>
            </a:pathLst>
          </a:custGeom>
          <a:ln w="38100">
            <a:solidFill>
              <a:srgbClr val="000000"/>
            </a:solidFill>
          </a:ln>
        </p:spPr>
        <p:txBody>
          <a:bodyPr wrap="square" lIns="0" tIns="0" rIns="0" bIns="0" rtlCol="0"/>
          <a:lstStyle/>
          <a:p>
            <a:endParaRPr/>
          </a:p>
        </p:txBody>
      </p:sp>
      <p:sp>
        <p:nvSpPr>
          <p:cNvPr id="75" name="object 15">
            <a:extLst>
              <a:ext uri="{FF2B5EF4-FFF2-40B4-BE49-F238E27FC236}">
                <a16:creationId xmlns:a16="http://schemas.microsoft.com/office/drawing/2014/main" id="{1CEE172D-1B74-E44C-9031-38F463835EC7}"/>
              </a:ext>
            </a:extLst>
          </p:cNvPr>
          <p:cNvSpPr txBox="1"/>
          <p:nvPr/>
        </p:nvSpPr>
        <p:spPr>
          <a:xfrm>
            <a:off x="485317" y="5682082"/>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76" name="object 16">
            <a:extLst>
              <a:ext uri="{FF2B5EF4-FFF2-40B4-BE49-F238E27FC236}">
                <a16:creationId xmlns:a16="http://schemas.microsoft.com/office/drawing/2014/main" id="{27A4795F-D8D2-E54C-AD28-EE537CAF9C65}"/>
              </a:ext>
            </a:extLst>
          </p:cNvPr>
          <p:cNvSpPr txBox="1"/>
          <p:nvPr/>
        </p:nvSpPr>
        <p:spPr>
          <a:xfrm>
            <a:off x="1195882" y="5681879"/>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77" name="object 17">
            <a:extLst>
              <a:ext uri="{FF2B5EF4-FFF2-40B4-BE49-F238E27FC236}">
                <a16:creationId xmlns:a16="http://schemas.microsoft.com/office/drawing/2014/main" id="{C273A017-DEC6-7C44-8BD7-97560DDC0F17}"/>
              </a:ext>
            </a:extLst>
          </p:cNvPr>
          <p:cNvSpPr txBox="1"/>
          <p:nvPr/>
        </p:nvSpPr>
        <p:spPr>
          <a:xfrm>
            <a:off x="1906397" y="5681879"/>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78" name="object 18">
            <a:extLst>
              <a:ext uri="{FF2B5EF4-FFF2-40B4-BE49-F238E27FC236}">
                <a16:creationId xmlns:a16="http://schemas.microsoft.com/office/drawing/2014/main" id="{321F70A4-3D27-8D45-8E16-175547143860}"/>
              </a:ext>
            </a:extLst>
          </p:cNvPr>
          <p:cNvSpPr txBox="1"/>
          <p:nvPr/>
        </p:nvSpPr>
        <p:spPr>
          <a:xfrm>
            <a:off x="2616961" y="5681879"/>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79" name="object 19">
            <a:extLst>
              <a:ext uri="{FF2B5EF4-FFF2-40B4-BE49-F238E27FC236}">
                <a16:creationId xmlns:a16="http://schemas.microsoft.com/office/drawing/2014/main" id="{AB7E2CDD-BD6B-C246-95FA-36E342F1D620}"/>
              </a:ext>
            </a:extLst>
          </p:cNvPr>
          <p:cNvSpPr txBox="1"/>
          <p:nvPr/>
        </p:nvSpPr>
        <p:spPr>
          <a:xfrm>
            <a:off x="3327527" y="5681879"/>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80" name="object 20">
            <a:extLst>
              <a:ext uri="{FF2B5EF4-FFF2-40B4-BE49-F238E27FC236}">
                <a16:creationId xmlns:a16="http://schemas.microsoft.com/office/drawing/2014/main" id="{C62DA4FF-9171-BC45-BF2B-C8A8CCED59BF}"/>
              </a:ext>
            </a:extLst>
          </p:cNvPr>
          <p:cNvSpPr txBox="1"/>
          <p:nvPr/>
        </p:nvSpPr>
        <p:spPr>
          <a:xfrm>
            <a:off x="4038219" y="5681879"/>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81" name="object 21">
            <a:extLst>
              <a:ext uri="{FF2B5EF4-FFF2-40B4-BE49-F238E27FC236}">
                <a16:creationId xmlns:a16="http://schemas.microsoft.com/office/drawing/2014/main" id="{7E296F83-0A96-9341-A66F-CCF8E85E0573}"/>
              </a:ext>
            </a:extLst>
          </p:cNvPr>
          <p:cNvSpPr txBox="1"/>
          <p:nvPr/>
        </p:nvSpPr>
        <p:spPr>
          <a:xfrm>
            <a:off x="4748784" y="5681879"/>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82" name="object 22">
            <a:extLst>
              <a:ext uri="{FF2B5EF4-FFF2-40B4-BE49-F238E27FC236}">
                <a16:creationId xmlns:a16="http://schemas.microsoft.com/office/drawing/2014/main" id="{E9B553BF-1A84-4046-9B73-A27E4BC36053}"/>
              </a:ext>
            </a:extLst>
          </p:cNvPr>
          <p:cNvSpPr txBox="1"/>
          <p:nvPr/>
        </p:nvSpPr>
        <p:spPr>
          <a:xfrm>
            <a:off x="5459348" y="5681879"/>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83" name="object 23">
            <a:extLst>
              <a:ext uri="{FF2B5EF4-FFF2-40B4-BE49-F238E27FC236}">
                <a16:creationId xmlns:a16="http://schemas.microsoft.com/office/drawing/2014/main" id="{FE8EFC70-99F0-8B48-9CDC-D7EEA31C41B7}"/>
              </a:ext>
            </a:extLst>
          </p:cNvPr>
          <p:cNvSpPr txBox="1"/>
          <p:nvPr/>
        </p:nvSpPr>
        <p:spPr>
          <a:xfrm>
            <a:off x="6169914" y="5684610"/>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84" name="object 24">
            <a:extLst>
              <a:ext uri="{FF2B5EF4-FFF2-40B4-BE49-F238E27FC236}">
                <a16:creationId xmlns:a16="http://schemas.microsoft.com/office/drawing/2014/main" id="{0E8DE515-C18A-D14C-821C-3E39E4A3E69F}"/>
              </a:ext>
            </a:extLst>
          </p:cNvPr>
          <p:cNvSpPr txBox="1"/>
          <p:nvPr/>
        </p:nvSpPr>
        <p:spPr>
          <a:xfrm>
            <a:off x="6880479" y="5684610"/>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85" name="object 25">
            <a:extLst>
              <a:ext uri="{FF2B5EF4-FFF2-40B4-BE49-F238E27FC236}">
                <a16:creationId xmlns:a16="http://schemas.microsoft.com/office/drawing/2014/main" id="{4D907702-C450-D243-B8B7-F9C37A0B93AD}"/>
              </a:ext>
            </a:extLst>
          </p:cNvPr>
          <p:cNvSpPr txBox="1"/>
          <p:nvPr/>
        </p:nvSpPr>
        <p:spPr>
          <a:xfrm>
            <a:off x="7591043" y="5684610"/>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86" name="object 26">
            <a:extLst>
              <a:ext uri="{FF2B5EF4-FFF2-40B4-BE49-F238E27FC236}">
                <a16:creationId xmlns:a16="http://schemas.microsoft.com/office/drawing/2014/main" id="{8CCDEE2B-1067-1345-B97F-4D703D58ADFB}"/>
              </a:ext>
            </a:extLst>
          </p:cNvPr>
          <p:cNvSpPr txBox="1"/>
          <p:nvPr/>
        </p:nvSpPr>
        <p:spPr>
          <a:xfrm>
            <a:off x="8301608" y="5682222"/>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87" name="object 27">
            <a:extLst>
              <a:ext uri="{FF2B5EF4-FFF2-40B4-BE49-F238E27FC236}">
                <a16:creationId xmlns:a16="http://schemas.microsoft.com/office/drawing/2014/main" id="{92F66277-9744-2244-81AB-0493782DC5F0}"/>
              </a:ext>
            </a:extLst>
          </p:cNvPr>
          <p:cNvSpPr txBox="1"/>
          <p:nvPr/>
        </p:nvSpPr>
        <p:spPr>
          <a:xfrm>
            <a:off x="9012173" y="5679530"/>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88" name="object 28">
            <a:extLst>
              <a:ext uri="{FF2B5EF4-FFF2-40B4-BE49-F238E27FC236}">
                <a16:creationId xmlns:a16="http://schemas.microsoft.com/office/drawing/2014/main" id="{A2B3F1B4-81C9-DA47-993A-54CA84977C10}"/>
              </a:ext>
            </a:extLst>
          </p:cNvPr>
          <p:cNvSpPr txBox="1"/>
          <p:nvPr/>
        </p:nvSpPr>
        <p:spPr>
          <a:xfrm>
            <a:off x="9722739" y="5679530"/>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89" name="object 29">
            <a:extLst>
              <a:ext uri="{FF2B5EF4-FFF2-40B4-BE49-F238E27FC236}">
                <a16:creationId xmlns:a16="http://schemas.microsoft.com/office/drawing/2014/main" id="{15A93BB8-80BC-C841-AEAA-2B578A9B1C77}"/>
              </a:ext>
            </a:extLst>
          </p:cNvPr>
          <p:cNvSpPr txBox="1"/>
          <p:nvPr/>
        </p:nvSpPr>
        <p:spPr>
          <a:xfrm>
            <a:off x="10433304" y="5679530"/>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90" name="object 30">
            <a:extLst>
              <a:ext uri="{FF2B5EF4-FFF2-40B4-BE49-F238E27FC236}">
                <a16:creationId xmlns:a16="http://schemas.microsoft.com/office/drawing/2014/main" id="{00B0646C-A487-3242-B7B3-06141C4D85AA}"/>
              </a:ext>
            </a:extLst>
          </p:cNvPr>
          <p:cNvSpPr txBox="1"/>
          <p:nvPr/>
        </p:nvSpPr>
        <p:spPr>
          <a:xfrm>
            <a:off x="11143868" y="5679530"/>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
        <p:nvSpPr>
          <p:cNvPr id="91" name="object 31">
            <a:extLst>
              <a:ext uri="{FF2B5EF4-FFF2-40B4-BE49-F238E27FC236}">
                <a16:creationId xmlns:a16="http://schemas.microsoft.com/office/drawing/2014/main" id="{8A6DE764-EB94-124E-A35D-02C9650A6CDC}"/>
              </a:ext>
            </a:extLst>
          </p:cNvPr>
          <p:cNvSpPr/>
          <p:nvPr/>
        </p:nvSpPr>
        <p:spPr>
          <a:xfrm>
            <a:off x="2132838" y="2600884"/>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92" name="object 32">
            <a:extLst>
              <a:ext uri="{FF2B5EF4-FFF2-40B4-BE49-F238E27FC236}">
                <a16:creationId xmlns:a16="http://schemas.microsoft.com/office/drawing/2014/main" id="{446A87D9-9D7E-3E4A-8548-EADD8C4F856C}"/>
              </a:ext>
            </a:extLst>
          </p:cNvPr>
          <p:cNvSpPr/>
          <p:nvPr/>
        </p:nvSpPr>
        <p:spPr>
          <a:xfrm>
            <a:off x="7322057" y="2605457"/>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93" name="object 33">
            <a:extLst>
              <a:ext uri="{FF2B5EF4-FFF2-40B4-BE49-F238E27FC236}">
                <a16:creationId xmlns:a16="http://schemas.microsoft.com/office/drawing/2014/main" id="{7CAE0965-70F0-5F4D-B10F-70D7F945A8FA}"/>
              </a:ext>
            </a:extLst>
          </p:cNvPr>
          <p:cNvSpPr/>
          <p:nvPr/>
        </p:nvSpPr>
        <p:spPr>
          <a:xfrm>
            <a:off x="773430" y="3753028"/>
            <a:ext cx="2131695" cy="1929130"/>
          </a:xfrm>
          <a:custGeom>
            <a:avLst/>
            <a:gdLst/>
            <a:ahLst/>
            <a:cxnLst/>
            <a:rect l="l" t="t" r="r" b="b"/>
            <a:pathLst>
              <a:path w="2131695" h="1929129">
                <a:moveTo>
                  <a:pt x="1359789" y="0"/>
                </a:moveTo>
                <a:lnTo>
                  <a:pt x="515111" y="672591"/>
                </a:lnTo>
              </a:path>
              <a:path w="2131695" h="1929129">
                <a:moveTo>
                  <a:pt x="543433" y="1227581"/>
                </a:moveTo>
                <a:lnTo>
                  <a:pt x="0" y="1928723"/>
                </a:lnTo>
              </a:path>
              <a:path w="2131695" h="1929129">
                <a:moveTo>
                  <a:pt x="710819" y="1928812"/>
                </a:moveTo>
                <a:lnTo>
                  <a:pt x="515111" y="1249680"/>
                </a:lnTo>
              </a:path>
              <a:path w="2131695" h="1929129">
                <a:moveTo>
                  <a:pt x="1886077" y="1248155"/>
                </a:moveTo>
                <a:lnTo>
                  <a:pt x="1421130" y="1928799"/>
                </a:lnTo>
              </a:path>
              <a:path w="2131695" h="1929129">
                <a:moveTo>
                  <a:pt x="1359408" y="0"/>
                </a:moveTo>
                <a:lnTo>
                  <a:pt x="1878838" y="668273"/>
                </a:lnTo>
              </a:path>
              <a:path w="2131695" h="1929129">
                <a:moveTo>
                  <a:pt x="2131568" y="1928876"/>
                </a:moveTo>
                <a:lnTo>
                  <a:pt x="1883664" y="1239011"/>
                </a:lnTo>
              </a:path>
            </a:pathLst>
          </a:custGeom>
          <a:ln w="38100">
            <a:solidFill>
              <a:srgbClr val="000000"/>
            </a:solidFill>
          </a:ln>
        </p:spPr>
        <p:txBody>
          <a:bodyPr wrap="square" lIns="0" tIns="0" rIns="0" bIns="0" rtlCol="0"/>
          <a:lstStyle/>
          <a:p>
            <a:endParaRPr/>
          </a:p>
        </p:txBody>
      </p:sp>
      <p:sp>
        <p:nvSpPr>
          <p:cNvPr id="94" name="object 34">
            <a:extLst>
              <a:ext uri="{FF2B5EF4-FFF2-40B4-BE49-F238E27FC236}">
                <a16:creationId xmlns:a16="http://schemas.microsoft.com/office/drawing/2014/main" id="{50FD777B-741C-8B43-B35C-72619F907BB7}"/>
              </a:ext>
            </a:extLst>
          </p:cNvPr>
          <p:cNvSpPr/>
          <p:nvPr/>
        </p:nvSpPr>
        <p:spPr>
          <a:xfrm>
            <a:off x="3615690" y="3763697"/>
            <a:ext cx="2067560" cy="1922145"/>
          </a:xfrm>
          <a:custGeom>
            <a:avLst/>
            <a:gdLst/>
            <a:ahLst/>
            <a:cxnLst/>
            <a:rect l="l" t="t" r="r" b="b"/>
            <a:pathLst>
              <a:path w="2067560" h="1922145">
                <a:moveTo>
                  <a:pt x="1111631" y="0"/>
                </a:moveTo>
                <a:lnTo>
                  <a:pt x="400812" y="657606"/>
                </a:lnTo>
              </a:path>
              <a:path w="2067560" h="1922145">
                <a:moveTo>
                  <a:pt x="407162" y="1245870"/>
                </a:moveTo>
                <a:lnTo>
                  <a:pt x="0" y="1918144"/>
                </a:lnTo>
              </a:path>
              <a:path w="2067560" h="1922145">
                <a:moveTo>
                  <a:pt x="1750187" y="1251204"/>
                </a:moveTo>
                <a:lnTo>
                  <a:pt x="1421130" y="1918296"/>
                </a:lnTo>
              </a:path>
              <a:path w="2067560" h="1922145">
                <a:moveTo>
                  <a:pt x="1119377" y="1524"/>
                </a:moveTo>
                <a:lnTo>
                  <a:pt x="1765300" y="661797"/>
                </a:lnTo>
              </a:path>
              <a:path w="2067560" h="1922145">
                <a:moveTo>
                  <a:pt x="710184" y="1918119"/>
                </a:moveTo>
                <a:lnTo>
                  <a:pt x="409194" y="1242822"/>
                </a:lnTo>
              </a:path>
              <a:path w="2067560" h="1922145">
                <a:moveTo>
                  <a:pt x="2067306" y="1921929"/>
                </a:moveTo>
                <a:lnTo>
                  <a:pt x="1766315" y="1246632"/>
                </a:lnTo>
              </a:path>
            </a:pathLst>
          </a:custGeom>
          <a:ln w="38100">
            <a:solidFill>
              <a:srgbClr val="000000"/>
            </a:solidFill>
          </a:ln>
        </p:spPr>
        <p:txBody>
          <a:bodyPr wrap="square" lIns="0" tIns="0" rIns="0" bIns="0" rtlCol="0"/>
          <a:lstStyle/>
          <a:p>
            <a:endParaRPr/>
          </a:p>
        </p:txBody>
      </p:sp>
      <p:sp>
        <p:nvSpPr>
          <p:cNvPr id="95" name="object 35">
            <a:extLst>
              <a:ext uri="{FF2B5EF4-FFF2-40B4-BE49-F238E27FC236}">
                <a16:creationId xmlns:a16="http://schemas.microsoft.com/office/drawing/2014/main" id="{2F93E35E-6246-E141-9384-729C80195FD2}"/>
              </a:ext>
            </a:extLst>
          </p:cNvPr>
          <p:cNvSpPr/>
          <p:nvPr/>
        </p:nvSpPr>
        <p:spPr>
          <a:xfrm>
            <a:off x="6429755" y="3744647"/>
            <a:ext cx="2159635" cy="1940560"/>
          </a:xfrm>
          <a:custGeom>
            <a:avLst/>
            <a:gdLst/>
            <a:ahLst/>
            <a:cxnLst/>
            <a:rect l="l" t="t" r="r" b="b"/>
            <a:pathLst>
              <a:path w="2159634" h="1940560">
                <a:moveTo>
                  <a:pt x="874522" y="0"/>
                </a:moveTo>
                <a:lnTo>
                  <a:pt x="315468" y="676402"/>
                </a:lnTo>
              </a:path>
              <a:path w="2159634" h="1940560">
                <a:moveTo>
                  <a:pt x="329057" y="1248156"/>
                </a:moveTo>
                <a:lnTo>
                  <a:pt x="0" y="1915248"/>
                </a:lnTo>
              </a:path>
              <a:path w="2159634" h="1940560">
                <a:moveTo>
                  <a:pt x="1669542" y="1258824"/>
                </a:moveTo>
                <a:lnTo>
                  <a:pt x="1449324" y="1939988"/>
                </a:lnTo>
              </a:path>
              <a:path w="2159634" h="1940560">
                <a:moveTo>
                  <a:pt x="938784" y="10668"/>
                </a:moveTo>
                <a:lnTo>
                  <a:pt x="1679575" y="676529"/>
                </a:lnTo>
              </a:path>
              <a:path w="2159634" h="1940560">
                <a:moveTo>
                  <a:pt x="738377" y="1939721"/>
                </a:moveTo>
                <a:lnTo>
                  <a:pt x="320801" y="1250442"/>
                </a:lnTo>
              </a:path>
              <a:path w="2159634" h="1940560">
                <a:moveTo>
                  <a:pt x="2159635" y="1937512"/>
                </a:moveTo>
                <a:lnTo>
                  <a:pt x="1682496" y="1261872"/>
                </a:lnTo>
              </a:path>
            </a:pathLst>
          </a:custGeom>
          <a:ln w="38100">
            <a:solidFill>
              <a:srgbClr val="000000"/>
            </a:solidFill>
          </a:ln>
        </p:spPr>
        <p:txBody>
          <a:bodyPr wrap="square" lIns="0" tIns="0" rIns="0" bIns="0" rtlCol="0"/>
          <a:lstStyle/>
          <a:p>
            <a:endParaRPr/>
          </a:p>
        </p:txBody>
      </p:sp>
      <p:sp>
        <p:nvSpPr>
          <p:cNvPr id="96" name="object 36">
            <a:extLst>
              <a:ext uri="{FF2B5EF4-FFF2-40B4-BE49-F238E27FC236}">
                <a16:creationId xmlns:a16="http://schemas.microsoft.com/office/drawing/2014/main" id="{A59E064C-1B63-B542-853D-17CD4BFF4307}"/>
              </a:ext>
            </a:extLst>
          </p:cNvPr>
          <p:cNvSpPr/>
          <p:nvPr/>
        </p:nvSpPr>
        <p:spPr>
          <a:xfrm>
            <a:off x="9300209" y="3752266"/>
            <a:ext cx="2132330" cy="1927860"/>
          </a:xfrm>
          <a:custGeom>
            <a:avLst/>
            <a:gdLst/>
            <a:ahLst/>
            <a:cxnLst/>
            <a:rect l="l" t="t" r="r" b="b"/>
            <a:pathLst>
              <a:path w="2132329" h="1927860">
                <a:moveTo>
                  <a:pt x="615061" y="0"/>
                </a:moveTo>
                <a:lnTo>
                  <a:pt x="172974" y="669416"/>
                </a:lnTo>
              </a:path>
              <a:path w="2132329" h="1927860">
                <a:moveTo>
                  <a:pt x="146685" y="1244345"/>
                </a:moveTo>
                <a:lnTo>
                  <a:pt x="0" y="1927402"/>
                </a:lnTo>
              </a:path>
              <a:path w="2132329" h="1927860">
                <a:moveTo>
                  <a:pt x="1525143" y="1253489"/>
                </a:moveTo>
                <a:lnTo>
                  <a:pt x="1421130" y="1926958"/>
                </a:lnTo>
              </a:path>
              <a:path w="2132329" h="1927860">
                <a:moveTo>
                  <a:pt x="654558" y="4571"/>
                </a:moveTo>
                <a:lnTo>
                  <a:pt x="1537462" y="669416"/>
                </a:lnTo>
              </a:path>
              <a:path w="2132329" h="1927860">
                <a:moveTo>
                  <a:pt x="710438" y="1926983"/>
                </a:moveTo>
                <a:lnTo>
                  <a:pt x="164592" y="1255776"/>
                </a:lnTo>
              </a:path>
              <a:path w="2132329" h="1927860">
                <a:moveTo>
                  <a:pt x="2131822" y="1927288"/>
                </a:moveTo>
                <a:lnTo>
                  <a:pt x="1540764" y="1239773"/>
                </a:lnTo>
              </a:path>
            </a:pathLst>
          </a:custGeom>
          <a:ln w="38100">
            <a:solidFill>
              <a:srgbClr val="000000"/>
            </a:solidFill>
          </a:ln>
        </p:spPr>
        <p:txBody>
          <a:bodyPr wrap="square" lIns="0" tIns="0" rIns="0" bIns="0" rtlCol="0"/>
          <a:lstStyle/>
          <a:p>
            <a:endParaRPr/>
          </a:p>
        </p:txBody>
      </p:sp>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spTree>
    <p:extLst>
      <p:ext uri="{BB962C8B-B14F-4D97-AF65-F5344CB8AC3E}">
        <p14:creationId xmlns:p14="http://schemas.microsoft.com/office/powerpoint/2010/main" val="130091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37" name="object 3">
            <a:extLst>
              <a:ext uri="{FF2B5EF4-FFF2-40B4-BE49-F238E27FC236}">
                <a16:creationId xmlns:a16="http://schemas.microsoft.com/office/drawing/2014/main" id="{60346C9B-8318-FE46-BB3D-D3E31442C5CE}"/>
              </a:ext>
            </a:extLst>
          </p:cNvPr>
          <p:cNvGraphicFramePr>
            <a:graphicFrameLocks noGrp="1"/>
          </p:cNvGraphicFramePr>
          <p:nvPr>
            <p:extLst>
              <p:ext uri="{D42A27DB-BD31-4B8C-83A1-F6EECF244321}">
                <p14:modId xmlns:p14="http://schemas.microsoft.com/office/powerpoint/2010/main" val="3061404205"/>
              </p:ext>
            </p:extLst>
          </p:nvPr>
        </p:nvGraphicFramePr>
        <p:xfrm>
          <a:off x="1458467" y="903921"/>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38" name="object 4">
            <a:extLst>
              <a:ext uri="{FF2B5EF4-FFF2-40B4-BE49-F238E27FC236}">
                <a16:creationId xmlns:a16="http://schemas.microsoft.com/office/drawing/2014/main" id="{84E547B2-DCA7-4047-8619-29BAD4FC46BD}"/>
              </a:ext>
            </a:extLst>
          </p:cNvPr>
          <p:cNvGraphicFramePr>
            <a:graphicFrameLocks noGrp="1"/>
          </p:cNvGraphicFramePr>
          <p:nvPr>
            <p:extLst>
              <p:ext uri="{D42A27DB-BD31-4B8C-83A1-F6EECF244321}">
                <p14:modId xmlns:p14="http://schemas.microsoft.com/office/powerpoint/2010/main" val="3291507644"/>
              </p:ext>
            </p:extLst>
          </p:nvPr>
        </p:nvGraphicFramePr>
        <p:xfrm>
          <a:off x="1184376" y="1969323"/>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39" name="object 5">
            <a:extLst>
              <a:ext uri="{FF2B5EF4-FFF2-40B4-BE49-F238E27FC236}">
                <a16:creationId xmlns:a16="http://schemas.microsoft.com/office/drawing/2014/main" id="{C7315048-5ABF-E941-8A3E-CC76937BA034}"/>
              </a:ext>
            </a:extLst>
          </p:cNvPr>
          <p:cNvGraphicFramePr>
            <a:graphicFrameLocks noGrp="1"/>
          </p:cNvGraphicFramePr>
          <p:nvPr>
            <p:extLst>
              <p:ext uri="{D42A27DB-BD31-4B8C-83A1-F6EECF244321}">
                <p14:modId xmlns:p14="http://schemas.microsoft.com/office/powerpoint/2010/main" val="1734753005"/>
              </p:ext>
            </p:extLst>
          </p:nvPr>
        </p:nvGraphicFramePr>
        <p:xfrm>
          <a:off x="6281165" y="1973895"/>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40" name="object 6">
            <a:extLst>
              <a:ext uri="{FF2B5EF4-FFF2-40B4-BE49-F238E27FC236}">
                <a16:creationId xmlns:a16="http://schemas.microsoft.com/office/drawing/2014/main" id="{AC6B2FB9-EEB8-CC42-991B-EB305F619770}"/>
              </a:ext>
            </a:extLst>
          </p:cNvPr>
          <p:cNvSpPr/>
          <p:nvPr/>
        </p:nvSpPr>
        <p:spPr>
          <a:xfrm>
            <a:off x="3507485" y="1500439"/>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41" name="object 7">
            <a:extLst>
              <a:ext uri="{FF2B5EF4-FFF2-40B4-BE49-F238E27FC236}">
                <a16:creationId xmlns:a16="http://schemas.microsoft.com/office/drawing/2014/main" id="{EDA29E8F-F845-014D-BEBF-F84AC16BD96A}"/>
              </a:ext>
            </a:extLst>
          </p:cNvPr>
          <p:cNvGraphicFramePr>
            <a:graphicFrameLocks noGrp="1"/>
          </p:cNvGraphicFramePr>
          <p:nvPr>
            <p:extLst>
              <p:ext uri="{D42A27DB-BD31-4B8C-83A1-F6EECF244321}">
                <p14:modId xmlns:p14="http://schemas.microsoft.com/office/powerpoint/2010/main" val="1089783150"/>
              </p:ext>
            </p:extLst>
          </p:nvPr>
        </p:nvGraphicFramePr>
        <p:xfrm>
          <a:off x="961783" y="3121722"/>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42" name="object 8">
            <a:extLst>
              <a:ext uri="{FF2B5EF4-FFF2-40B4-BE49-F238E27FC236}">
                <a16:creationId xmlns:a16="http://schemas.microsoft.com/office/drawing/2014/main" id="{FCBBEBA8-CFF4-6E40-96F1-FBA3E17C57FB}"/>
              </a:ext>
            </a:extLst>
          </p:cNvPr>
          <p:cNvGraphicFramePr>
            <a:graphicFrameLocks noGrp="1"/>
          </p:cNvGraphicFramePr>
          <p:nvPr>
            <p:extLst>
              <p:ext uri="{D42A27DB-BD31-4B8C-83A1-F6EECF244321}">
                <p14:modId xmlns:p14="http://schemas.microsoft.com/office/powerpoint/2010/main" val="1625395370"/>
              </p:ext>
            </p:extLst>
          </p:nvPr>
        </p:nvGraphicFramePr>
        <p:xfrm>
          <a:off x="3556253" y="3115117"/>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43" name="object 9">
            <a:extLst>
              <a:ext uri="{FF2B5EF4-FFF2-40B4-BE49-F238E27FC236}">
                <a16:creationId xmlns:a16="http://schemas.microsoft.com/office/drawing/2014/main" id="{511D24B5-E17E-8449-8300-3A096D435BAA}"/>
              </a:ext>
            </a:extLst>
          </p:cNvPr>
          <p:cNvSpPr/>
          <p:nvPr/>
        </p:nvSpPr>
        <p:spPr>
          <a:xfrm>
            <a:off x="693140" y="4371402"/>
            <a:ext cx="1190625" cy="615315"/>
          </a:xfrm>
          <a:custGeom>
            <a:avLst/>
            <a:gdLst/>
            <a:ahLst/>
            <a:cxnLst/>
            <a:rect l="l" t="t" r="r" b="b"/>
            <a:pathLst>
              <a:path w="1190625" h="615314">
                <a:moveTo>
                  <a:pt x="595147" y="0"/>
                </a:moveTo>
                <a:lnTo>
                  <a:pt x="595147" y="615188"/>
                </a:lnTo>
              </a:path>
              <a:path w="1190625" h="615314">
                <a:moveTo>
                  <a:pt x="1171219" y="0"/>
                </a:moveTo>
                <a:lnTo>
                  <a:pt x="1171219" y="615188"/>
                </a:lnTo>
              </a:path>
              <a:path w="1190625" h="615314">
                <a:moveTo>
                  <a:pt x="0" y="19050"/>
                </a:moveTo>
                <a:lnTo>
                  <a:pt x="1190269" y="19050"/>
                </a:lnTo>
              </a:path>
              <a:path w="1190625" h="615314">
                <a:moveTo>
                  <a:pt x="0" y="596138"/>
                </a:moveTo>
                <a:lnTo>
                  <a:pt x="1190269" y="596138"/>
                </a:lnTo>
              </a:path>
            </a:pathLst>
          </a:custGeom>
          <a:ln w="38100">
            <a:solidFill>
              <a:srgbClr val="000000"/>
            </a:solidFill>
          </a:ln>
        </p:spPr>
        <p:txBody>
          <a:bodyPr wrap="square" lIns="0" tIns="0" rIns="0" bIns="0" rtlCol="0"/>
          <a:lstStyle/>
          <a:p>
            <a:endParaRPr/>
          </a:p>
        </p:txBody>
      </p:sp>
      <p:sp>
        <p:nvSpPr>
          <p:cNvPr id="44" name="object 10">
            <a:extLst>
              <a:ext uri="{FF2B5EF4-FFF2-40B4-BE49-F238E27FC236}">
                <a16:creationId xmlns:a16="http://schemas.microsoft.com/office/drawing/2014/main" id="{4FDE0F08-2B81-4948-AEED-30BD2FB9F51F}"/>
              </a:ext>
            </a:extLst>
          </p:cNvPr>
          <p:cNvSpPr txBox="1"/>
          <p:nvPr/>
        </p:nvSpPr>
        <p:spPr>
          <a:xfrm>
            <a:off x="712190" y="4390452"/>
            <a:ext cx="576580" cy="577215"/>
          </a:xfrm>
          <a:prstGeom prst="rect">
            <a:avLst/>
          </a:prstGeom>
          <a:ln w="38100">
            <a:solidFill>
              <a:srgbClr val="000000"/>
            </a:solidFill>
          </a:ln>
        </p:spPr>
        <p:txBody>
          <a:bodyPr vert="horz" wrap="square" lIns="0" tIns="78740" rIns="0" bIns="0" rtlCol="0">
            <a:spAutoFit/>
          </a:bodyPr>
          <a:lstStyle/>
          <a:p>
            <a:pPr marL="121920">
              <a:lnSpc>
                <a:spcPct val="100000"/>
              </a:lnSpc>
              <a:spcBef>
                <a:spcPts val="620"/>
              </a:spcBef>
            </a:pPr>
            <a:r>
              <a:rPr sz="2600" b="1" spc="-25" dirty="0">
                <a:latin typeface="Times New Roman"/>
                <a:cs typeface="Times New Roman"/>
              </a:rPr>
              <a:t>17</a:t>
            </a:r>
            <a:endParaRPr sz="2600" dirty="0">
              <a:latin typeface="Times New Roman"/>
              <a:cs typeface="Times New Roman"/>
            </a:endParaRPr>
          </a:p>
        </p:txBody>
      </p:sp>
      <p:sp>
        <p:nvSpPr>
          <p:cNvPr id="45" name="object 11">
            <a:extLst>
              <a:ext uri="{FF2B5EF4-FFF2-40B4-BE49-F238E27FC236}">
                <a16:creationId xmlns:a16="http://schemas.microsoft.com/office/drawing/2014/main" id="{DA031AF3-3F5A-2E4B-9F6D-85CDD68FC959}"/>
              </a:ext>
            </a:extLst>
          </p:cNvPr>
          <p:cNvSpPr/>
          <p:nvPr/>
        </p:nvSpPr>
        <p:spPr>
          <a:xfrm>
            <a:off x="2057400" y="4367084"/>
            <a:ext cx="1190625" cy="615315"/>
          </a:xfrm>
          <a:custGeom>
            <a:avLst/>
            <a:gdLst/>
            <a:ahLst/>
            <a:cxnLst/>
            <a:rect l="l" t="t" r="r" b="b"/>
            <a:pathLst>
              <a:path w="1190625" h="615314">
                <a:moveTo>
                  <a:pt x="594994" y="0"/>
                </a:moveTo>
                <a:lnTo>
                  <a:pt x="594994" y="615314"/>
                </a:lnTo>
              </a:path>
              <a:path w="1190625" h="615314">
                <a:moveTo>
                  <a:pt x="19050" y="0"/>
                </a:moveTo>
                <a:lnTo>
                  <a:pt x="19050" y="615314"/>
                </a:lnTo>
              </a:path>
              <a:path w="1190625" h="615314">
                <a:moveTo>
                  <a:pt x="1171067" y="0"/>
                </a:moveTo>
                <a:lnTo>
                  <a:pt x="1171067" y="615314"/>
                </a:lnTo>
              </a:path>
              <a:path w="1190625" h="615314">
                <a:moveTo>
                  <a:pt x="0" y="19049"/>
                </a:moveTo>
                <a:lnTo>
                  <a:pt x="1190117" y="19049"/>
                </a:lnTo>
              </a:path>
              <a:path w="1190625" h="615314">
                <a:moveTo>
                  <a:pt x="0" y="596264"/>
                </a:moveTo>
                <a:lnTo>
                  <a:pt x="1190117" y="596264"/>
                </a:lnTo>
              </a:path>
            </a:pathLst>
          </a:custGeom>
          <a:ln w="38100">
            <a:solidFill>
              <a:srgbClr val="000000"/>
            </a:solidFill>
          </a:ln>
        </p:spPr>
        <p:txBody>
          <a:bodyPr wrap="square" lIns="0" tIns="0" rIns="0" bIns="0" rtlCol="0"/>
          <a:lstStyle/>
          <a:p>
            <a:endParaRPr/>
          </a:p>
        </p:txBody>
      </p:sp>
      <p:sp>
        <p:nvSpPr>
          <p:cNvPr id="46" name="object 12">
            <a:extLst>
              <a:ext uri="{FF2B5EF4-FFF2-40B4-BE49-F238E27FC236}">
                <a16:creationId xmlns:a16="http://schemas.microsoft.com/office/drawing/2014/main" id="{81C00DB2-D83F-1640-AD47-B48C237B29A0}"/>
              </a:ext>
            </a:extLst>
          </p:cNvPr>
          <p:cNvSpPr/>
          <p:nvPr/>
        </p:nvSpPr>
        <p:spPr>
          <a:xfrm>
            <a:off x="3421507" y="4367084"/>
            <a:ext cx="2554605" cy="619760"/>
          </a:xfrm>
          <a:custGeom>
            <a:avLst/>
            <a:gdLst/>
            <a:ahLst/>
            <a:cxnLst/>
            <a:rect l="l" t="t" r="r" b="b"/>
            <a:pathLst>
              <a:path w="2554604" h="619760">
                <a:moveTo>
                  <a:pt x="595121" y="0"/>
                </a:moveTo>
                <a:lnTo>
                  <a:pt x="595121" y="615314"/>
                </a:lnTo>
              </a:path>
              <a:path w="2554604" h="619760">
                <a:moveTo>
                  <a:pt x="19050" y="0"/>
                </a:moveTo>
                <a:lnTo>
                  <a:pt x="19050" y="615314"/>
                </a:lnTo>
              </a:path>
              <a:path w="2554604" h="619760">
                <a:moveTo>
                  <a:pt x="1171193" y="0"/>
                </a:moveTo>
                <a:lnTo>
                  <a:pt x="1171193" y="615314"/>
                </a:lnTo>
              </a:path>
              <a:path w="2554604" h="619760">
                <a:moveTo>
                  <a:pt x="0" y="19049"/>
                </a:moveTo>
                <a:lnTo>
                  <a:pt x="1190243" y="19049"/>
                </a:lnTo>
              </a:path>
              <a:path w="2554604" h="619760">
                <a:moveTo>
                  <a:pt x="0" y="596264"/>
                </a:moveTo>
                <a:lnTo>
                  <a:pt x="1190243" y="596264"/>
                </a:lnTo>
              </a:path>
              <a:path w="2554604" h="619760">
                <a:moveTo>
                  <a:pt x="1959355" y="4317"/>
                </a:moveTo>
                <a:lnTo>
                  <a:pt x="1959355" y="619505"/>
                </a:lnTo>
              </a:path>
              <a:path w="2554604" h="619760">
                <a:moveTo>
                  <a:pt x="1383283" y="4317"/>
                </a:moveTo>
                <a:lnTo>
                  <a:pt x="1383283" y="619505"/>
                </a:lnTo>
              </a:path>
              <a:path w="2554604" h="619760">
                <a:moveTo>
                  <a:pt x="2535428" y="4317"/>
                </a:moveTo>
                <a:lnTo>
                  <a:pt x="2535428" y="619505"/>
                </a:lnTo>
              </a:path>
              <a:path w="2554604" h="619760">
                <a:moveTo>
                  <a:pt x="1364233" y="23367"/>
                </a:moveTo>
                <a:lnTo>
                  <a:pt x="2554478" y="23367"/>
                </a:lnTo>
              </a:path>
              <a:path w="2554604" h="619760">
                <a:moveTo>
                  <a:pt x="1364233" y="600455"/>
                </a:moveTo>
                <a:lnTo>
                  <a:pt x="2554478" y="600455"/>
                </a:lnTo>
              </a:path>
            </a:pathLst>
          </a:custGeom>
          <a:ln w="38100">
            <a:solidFill>
              <a:srgbClr val="000000"/>
            </a:solidFill>
          </a:ln>
        </p:spPr>
        <p:txBody>
          <a:bodyPr wrap="square" lIns="0" tIns="0" rIns="0" bIns="0" rtlCol="0"/>
          <a:lstStyle/>
          <a:p>
            <a:endParaRPr/>
          </a:p>
        </p:txBody>
      </p:sp>
      <p:graphicFrame>
        <p:nvGraphicFramePr>
          <p:cNvPr id="47" name="object 13">
            <a:extLst>
              <a:ext uri="{FF2B5EF4-FFF2-40B4-BE49-F238E27FC236}">
                <a16:creationId xmlns:a16="http://schemas.microsoft.com/office/drawing/2014/main" id="{45523457-64DF-D746-AF20-3F5A18CBEA04}"/>
              </a:ext>
            </a:extLst>
          </p:cNvPr>
          <p:cNvGraphicFramePr>
            <a:graphicFrameLocks noGrp="1"/>
          </p:cNvGraphicFramePr>
          <p:nvPr>
            <p:extLst>
              <p:ext uri="{D42A27DB-BD31-4B8C-83A1-F6EECF244321}">
                <p14:modId xmlns:p14="http://schemas.microsoft.com/office/powerpoint/2010/main" val="1298630110"/>
              </p:ext>
            </p:extLst>
          </p:nvPr>
        </p:nvGraphicFramePr>
        <p:xfrm>
          <a:off x="6150736" y="3119690"/>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48" name="object 14">
            <a:extLst>
              <a:ext uri="{FF2B5EF4-FFF2-40B4-BE49-F238E27FC236}">
                <a16:creationId xmlns:a16="http://schemas.microsoft.com/office/drawing/2014/main" id="{3CBA5A43-2655-5B48-AC3E-0E8B85113DD3}"/>
              </a:ext>
            </a:extLst>
          </p:cNvPr>
          <p:cNvGraphicFramePr>
            <a:graphicFrameLocks noGrp="1"/>
          </p:cNvGraphicFramePr>
          <p:nvPr>
            <p:extLst>
              <p:ext uri="{D42A27DB-BD31-4B8C-83A1-F6EECF244321}">
                <p14:modId xmlns:p14="http://schemas.microsoft.com/office/powerpoint/2010/main" val="2565803634"/>
              </p:ext>
            </p:extLst>
          </p:nvPr>
        </p:nvGraphicFramePr>
        <p:xfrm>
          <a:off x="8745219" y="3119690"/>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49" name="object 15">
            <a:extLst>
              <a:ext uri="{FF2B5EF4-FFF2-40B4-BE49-F238E27FC236}">
                <a16:creationId xmlns:a16="http://schemas.microsoft.com/office/drawing/2014/main" id="{E05206FC-6A92-3846-B659-C916C85B48FB}"/>
              </a:ext>
            </a:extLst>
          </p:cNvPr>
          <p:cNvSpPr/>
          <p:nvPr/>
        </p:nvSpPr>
        <p:spPr>
          <a:xfrm>
            <a:off x="6149975" y="4367084"/>
            <a:ext cx="2554605" cy="615315"/>
          </a:xfrm>
          <a:custGeom>
            <a:avLst/>
            <a:gdLst/>
            <a:ahLst/>
            <a:cxnLst/>
            <a:rect l="l" t="t" r="r" b="b"/>
            <a:pathLst>
              <a:path w="2554604" h="615314">
                <a:moveTo>
                  <a:pt x="595122" y="0"/>
                </a:moveTo>
                <a:lnTo>
                  <a:pt x="595122" y="615314"/>
                </a:lnTo>
              </a:path>
              <a:path w="2554604" h="615314">
                <a:moveTo>
                  <a:pt x="19050" y="0"/>
                </a:moveTo>
                <a:lnTo>
                  <a:pt x="19050" y="615314"/>
                </a:lnTo>
              </a:path>
              <a:path w="2554604" h="615314">
                <a:moveTo>
                  <a:pt x="1171194" y="0"/>
                </a:moveTo>
                <a:lnTo>
                  <a:pt x="1171194" y="615314"/>
                </a:lnTo>
              </a:path>
              <a:path w="2554604" h="615314">
                <a:moveTo>
                  <a:pt x="0" y="19049"/>
                </a:moveTo>
                <a:lnTo>
                  <a:pt x="1190244" y="19049"/>
                </a:lnTo>
              </a:path>
              <a:path w="2554604" h="615314">
                <a:moveTo>
                  <a:pt x="0" y="596264"/>
                </a:moveTo>
                <a:lnTo>
                  <a:pt x="1190244" y="596264"/>
                </a:lnTo>
              </a:path>
              <a:path w="2554604" h="615314">
                <a:moveTo>
                  <a:pt x="1959228" y="0"/>
                </a:moveTo>
                <a:lnTo>
                  <a:pt x="1959228" y="615314"/>
                </a:lnTo>
              </a:path>
              <a:path w="2554604" h="615314">
                <a:moveTo>
                  <a:pt x="1383156" y="0"/>
                </a:moveTo>
                <a:lnTo>
                  <a:pt x="1383156" y="615314"/>
                </a:lnTo>
              </a:path>
              <a:path w="2554604" h="615314">
                <a:moveTo>
                  <a:pt x="2535301" y="0"/>
                </a:moveTo>
                <a:lnTo>
                  <a:pt x="2535301" y="615314"/>
                </a:lnTo>
              </a:path>
              <a:path w="2554604" h="615314">
                <a:moveTo>
                  <a:pt x="1364106" y="19049"/>
                </a:moveTo>
                <a:lnTo>
                  <a:pt x="2554351" y="19049"/>
                </a:lnTo>
              </a:path>
              <a:path w="2554604" h="615314">
                <a:moveTo>
                  <a:pt x="1364106" y="596264"/>
                </a:moveTo>
                <a:lnTo>
                  <a:pt x="2554351" y="596264"/>
                </a:lnTo>
              </a:path>
            </a:pathLst>
          </a:custGeom>
          <a:ln w="38100">
            <a:solidFill>
              <a:srgbClr val="000000"/>
            </a:solidFill>
          </a:ln>
        </p:spPr>
        <p:txBody>
          <a:bodyPr wrap="square" lIns="0" tIns="0" rIns="0" bIns="0" rtlCol="0"/>
          <a:lstStyle/>
          <a:p>
            <a:endParaRPr/>
          </a:p>
        </p:txBody>
      </p:sp>
      <p:sp>
        <p:nvSpPr>
          <p:cNvPr id="50" name="object 16">
            <a:extLst>
              <a:ext uri="{FF2B5EF4-FFF2-40B4-BE49-F238E27FC236}">
                <a16:creationId xmlns:a16="http://schemas.microsoft.com/office/drawing/2014/main" id="{E9123634-7E99-D94A-865C-161E60202285}"/>
              </a:ext>
            </a:extLst>
          </p:cNvPr>
          <p:cNvSpPr/>
          <p:nvPr/>
        </p:nvSpPr>
        <p:spPr>
          <a:xfrm>
            <a:off x="8878316" y="4367084"/>
            <a:ext cx="2554605" cy="615315"/>
          </a:xfrm>
          <a:custGeom>
            <a:avLst/>
            <a:gdLst/>
            <a:ahLst/>
            <a:cxnLst/>
            <a:rect l="l" t="t" r="r" b="b"/>
            <a:pathLst>
              <a:path w="2554604" h="615314">
                <a:moveTo>
                  <a:pt x="595122" y="0"/>
                </a:moveTo>
                <a:lnTo>
                  <a:pt x="595122" y="615314"/>
                </a:lnTo>
              </a:path>
              <a:path w="2554604" h="615314">
                <a:moveTo>
                  <a:pt x="19050" y="0"/>
                </a:moveTo>
                <a:lnTo>
                  <a:pt x="19050" y="615314"/>
                </a:lnTo>
              </a:path>
              <a:path w="2554604" h="615314">
                <a:moveTo>
                  <a:pt x="1171193" y="0"/>
                </a:moveTo>
                <a:lnTo>
                  <a:pt x="1171193" y="615314"/>
                </a:lnTo>
              </a:path>
              <a:path w="2554604" h="615314">
                <a:moveTo>
                  <a:pt x="0" y="19049"/>
                </a:moveTo>
                <a:lnTo>
                  <a:pt x="1190243" y="19049"/>
                </a:lnTo>
              </a:path>
              <a:path w="2554604" h="615314">
                <a:moveTo>
                  <a:pt x="0" y="596264"/>
                </a:moveTo>
                <a:lnTo>
                  <a:pt x="1190243" y="596264"/>
                </a:lnTo>
              </a:path>
              <a:path w="2554604" h="615314">
                <a:moveTo>
                  <a:pt x="1959355" y="0"/>
                </a:moveTo>
                <a:lnTo>
                  <a:pt x="1959355" y="615314"/>
                </a:lnTo>
              </a:path>
              <a:path w="2554604" h="615314">
                <a:moveTo>
                  <a:pt x="1383283" y="0"/>
                </a:moveTo>
                <a:lnTo>
                  <a:pt x="1383283" y="615314"/>
                </a:lnTo>
              </a:path>
              <a:path w="2554604" h="615314">
                <a:moveTo>
                  <a:pt x="2535428" y="0"/>
                </a:moveTo>
                <a:lnTo>
                  <a:pt x="2535428" y="615314"/>
                </a:lnTo>
              </a:path>
              <a:path w="2554604" h="615314">
                <a:moveTo>
                  <a:pt x="1364233" y="19049"/>
                </a:moveTo>
                <a:lnTo>
                  <a:pt x="2554478" y="19049"/>
                </a:lnTo>
              </a:path>
              <a:path w="2554604" h="615314">
                <a:moveTo>
                  <a:pt x="1364233" y="596264"/>
                </a:moveTo>
                <a:lnTo>
                  <a:pt x="2554478" y="596264"/>
                </a:lnTo>
              </a:path>
            </a:pathLst>
          </a:custGeom>
          <a:ln w="38100">
            <a:solidFill>
              <a:srgbClr val="000000"/>
            </a:solidFill>
          </a:ln>
        </p:spPr>
        <p:txBody>
          <a:bodyPr wrap="square" lIns="0" tIns="0" rIns="0" bIns="0" rtlCol="0"/>
          <a:lstStyle/>
          <a:p>
            <a:endParaRPr/>
          </a:p>
        </p:txBody>
      </p:sp>
      <p:sp>
        <p:nvSpPr>
          <p:cNvPr id="51" name="object 17">
            <a:extLst>
              <a:ext uri="{FF2B5EF4-FFF2-40B4-BE49-F238E27FC236}">
                <a16:creationId xmlns:a16="http://schemas.microsoft.com/office/drawing/2014/main" id="{E8B269DF-16D4-944C-8370-C712AD5CD4DD}"/>
              </a:ext>
            </a:extLst>
          </p:cNvPr>
          <p:cNvSpPr txBox="1"/>
          <p:nvPr/>
        </p:nvSpPr>
        <p:spPr>
          <a:xfrm>
            <a:off x="485317" y="5646913"/>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52" name="object 18">
            <a:extLst>
              <a:ext uri="{FF2B5EF4-FFF2-40B4-BE49-F238E27FC236}">
                <a16:creationId xmlns:a16="http://schemas.microsoft.com/office/drawing/2014/main" id="{48EFBC35-E4DE-654F-A067-70FD904BE102}"/>
              </a:ext>
            </a:extLst>
          </p:cNvPr>
          <p:cNvSpPr txBox="1"/>
          <p:nvPr/>
        </p:nvSpPr>
        <p:spPr>
          <a:xfrm>
            <a:off x="1195882" y="5646710"/>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53" name="object 19">
            <a:extLst>
              <a:ext uri="{FF2B5EF4-FFF2-40B4-BE49-F238E27FC236}">
                <a16:creationId xmlns:a16="http://schemas.microsoft.com/office/drawing/2014/main" id="{3655B786-A533-2144-8354-A7D74FADBD16}"/>
              </a:ext>
            </a:extLst>
          </p:cNvPr>
          <p:cNvSpPr txBox="1"/>
          <p:nvPr/>
        </p:nvSpPr>
        <p:spPr>
          <a:xfrm>
            <a:off x="1906397" y="5646710"/>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54" name="object 20">
            <a:extLst>
              <a:ext uri="{FF2B5EF4-FFF2-40B4-BE49-F238E27FC236}">
                <a16:creationId xmlns:a16="http://schemas.microsoft.com/office/drawing/2014/main" id="{5C7C5815-19F5-7749-8B90-9DC24CBF3315}"/>
              </a:ext>
            </a:extLst>
          </p:cNvPr>
          <p:cNvSpPr txBox="1"/>
          <p:nvPr/>
        </p:nvSpPr>
        <p:spPr>
          <a:xfrm>
            <a:off x="2616961" y="5646710"/>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55" name="object 21">
            <a:extLst>
              <a:ext uri="{FF2B5EF4-FFF2-40B4-BE49-F238E27FC236}">
                <a16:creationId xmlns:a16="http://schemas.microsoft.com/office/drawing/2014/main" id="{3BAAA10D-9BFE-3749-A2C0-BAA4CBB0C081}"/>
              </a:ext>
            </a:extLst>
          </p:cNvPr>
          <p:cNvSpPr txBox="1"/>
          <p:nvPr/>
        </p:nvSpPr>
        <p:spPr>
          <a:xfrm>
            <a:off x="3327527" y="5646710"/>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56" name="object 22">
            <a:extLst>
              <a:ext uri="{FF2B5EF4-FFF2-40B4-BE49-F238E27FC236}">
                <a16:creationId xmlns:a16="http://schemas.microsoft.com/office/drawing/2014/main" id="{654FB6C8-2C95-274D-BB66-8FDE2A0974BE}"/>
              </a:ext>
            </a:extLst>
          </p:cNvPr>
          <p:cNvSpPr txBox="1"/>
          <p:nvPr/>
        </p:nvSpPr>
        <p:spPr>
          <a:xfrm>
            <a:off x="4038219" y="5646710"/>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57" name="object 23">
            <a:extLst>
              <a:ext uri="{FF2B5EF4-FFF2-40B4-BE49-F238E27FC236}">
                <a16:creationId xmlns:a16="http://schemas.microsoft.com/office/drawing/2014/main" id="{DB50DABF-A140-9242-BF68-142C445CBCD0}"/>
              </a:ext>
            </a:extLst>
          </p:cNvPr>
          <p:cNvSpPr txBox="1"/>
          <p:nvPr/>
        </p:nvSpPr>
        <p:spPr>
          <a:xfrm>
            <a:off x="4748784" y="5646710"/>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58" name="object 24">
            <a:extLst>
              <a:ext uri="{FF2B5EF4-FFF2-40B4-BE49-F238E27FC236}">
                <a16:creationId xmlns:a16="http://schemas.microsoft.com/office/drawing/2014/main" id="{71BB2861-DF69-0140-8ABC-71BD5622C2E7}"/>
              </a:ext>
            </a:extLst>
          </p:cNvPr>
          <p:cNvSpPr txBox="1"/>
          <p:nvPr/>
        </p:nvSpPr>
        <p:spPr>
          <a:xfrm>
            <a:off x="5459348" y="5646710"/>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59" name="object 25">
            <a:extLst>
              <a:ext uri="{FF2B5EF4-FFF2-40B4-BE49-F238E27FC236}">
                <a16:creationId xmlns:a16="http://schemas.microsoft.com/office/drawing/2014/main" id="{EDCD12F2-1CDD-3A4F-98F9-1D7599AE9A99}"/>
              </a:ext>
            </a:extLst>
          </p:cNvPr>
          <p:cNvSpPr txBox="1"/>
          <p:nvPr/>
        </p:nvSpPr>
        <p:spPr>
          <a:xfrm>
            <a:off x="6169914" y="5649441"/>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60" name="object 26">
            <a:extLst>
              <a:ext uri="{FF2B5EF4-FFF2-40B4-BE49-F238E27FC236}">
                <a16:creationId xmlns:a16="http://schemas.microsoft.com/office/drawing/2014/main" id="{3BBFA611-C364-A84B-A70C-06085AFDDC97}"/>
              </a:ext>
            </a:extLst>
          </p:cNvPr>
          <p:cNvSpPr txBox="1"/>
          <p:nvPr/>
        </p:nvSpPr>
        <p:spPr>
          <a:xfrm>
            <a:off x="6880479" y="5649441"/>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61" name="object 27">
            <a:extLst>
              <a:ext uri="{FF2B5EF4-FFF2-40B4-BE49-F238E27FC236}">
                <a16:creationId xmlns:a16="http://schemas.microsoft.com/office/drawing/2014/main" id="{0DAEE394-BF43-2C43-8C61-C4544414CC33}"/>
              </a:ext>
            </a:extLst>
          </p:cNvPr>
          <p:cNvSpPr txBox="1"/>
          <p:nvPr/>
        </p:nvSpPr>
        <p:spPr>
          <a:xfrm>
            <a:off x="7591043" y="5649441"/>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62" name="object 28">
            <a:extLst>
              <a:ext uri="{FF2B5EF4-FFF2-40B4-BE49-F238E27FC236}">
                <a16:creationId xmlns:a16="http://schemas.microsoft.com/office/drawing/2014/main" id="{A74C720B-296C-9E4D-B56C-26CBFB73B52C}"/>
              </a:ext>
            </a:extLst>
          </p:cNvPr>
          <p:cNvSpPr txBox="1"/>
          <p:nvPr/>
        </p:nvSpPr>
        <p:spPr>
          <a:xfrm>
            <a:off x="8301608" y="5647053"/>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98" name="object 29">
            <a:extLst>
              <a:ext uri="{FF2B5EF4-FFF2-40B4-BE49-F238E27FC236}">
                <a16:creationId xmlns:a16="http://schemas.microsoft.com/office/drawing/2014/main" id="{EDAE1B9A-ADD9-D14A-8E01-707B4C64A51B}"/>
              </a:ext>
            </a:extLst>
          </p:cNvPr>
          <p:cNvSpPr txBox="1"/>
          <p:nvPr/>
        </p:nvSpPr>
        <p:spPr>
          <a:xfrm>
            <a:off x="9012173" y="5644361"/>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99" name="object 30">
            <a:extLst>
              <a:ext uri="{FF2B5EF4-FFF2-40B4-BE49-F238E27FC236}">
                <a16:creationId xmlns:a16="http://schemas.microsoft.com/office/drawing/2014/main" id="{AA0EBCB9-6AD0-E342-AEF7-547E530E5D0D}"/>
              </a:ext>
            </a:extLst>
          </p:cNvPr>
          <p:cNvSpPr txBox="1"/>
          <p:nvPr/>
        </p:nvSpPr>
        <p:spPr>
          <a:xfrm>
            <a:off x="9722739" y="5644361"/>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00" name="object 31">
            <a:extLst>
              <a:ext uri="{FF2B5EF4-FFF2-40B4-BE49-F238E27FC236}">
                <a16:creationId xmlns:a16="http://schemas.microsoft.com/office/drawing/2014/main" id="{6288CFE3-AD02-6049-98C2-33DB575F5CAD}"/>
              </a:ext>
            </a:extLst>
          </p:cNvPr>
          <p:cNvSpPr txBox="1"/>
          <p:nvPr/>
        </p:nvSpPr>
        <p:spPr>
          <a:xfrm>
            <a:off x="10433304" y="5644361"/>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01" name="object 32">
            <a:extLst>
              <a:ext uri="{FF2B5EF4-FFF2-40B4-BE49-F238E27FC236}">
                <a16:creationId xmlns:a16="http://schemas.microsoft.com/office/drawing/2014/main" id="{2E7F63EC-9380-2342-8FD1-E17E7EC5BDCC}"/>
              </a:ext>
            </a:extLst>
          </p:cNvPr>
          <p:cNvSpPr txBox="1"/>
          <p:nvPr/>
        </p:nvSpPr>
        <p:spPr>
          <a:xfrm>
            <a:off x="11143868" y="5644361"/>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
        <p:nvSpPr>
          <p:cNvPr id="102" name="object 33">
            <a:extLst>
              <a:ext uri="{FF2B5EF4-FFF2-40B4-BE49-F238E27FC236}">
                <a16:creationId xmlns:a16="http://schemas.microsoft.com/office/drawing/2014/main" id="{06953E99-2F56-534F-9DFB-3032A5572AEF}"/>
              </a:ext>
            </a:extLst>
          </p:cNvPr>
          <p:cNvSpPr/>
          <p:nvPr/>
        </p:nvSpPr>
        <p:spPr>
          <a:xfrm>
            <a:off x="2132838" y="2565715"/>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103" name="object 34">
            <a:extLst>
              <a:ext uri="{FF2B5EF4-FFF2-40B4-BE49-F238E27FC236}">
                <a16:creationId xmlns:a16="http://schemas.microsoft.com/office/drawing/2014/main" id="{C7D84BA7-DB5B-7B41-B877-391CEF60D4E4}"/>
              </a:ext>
            </a:extLst>
          </p:cNvPr>
          <p:cNvSpPr/>
          <p:nvPr/>
        </p:nvSpPr>
        <p:spPr>
          <a:xfrm>
            <a:off x="7322057" y="2570288"/>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104" name="object 35">
            <a:extLst>
              <a:ext uri="{FF2B5EF4-FFF2-40B4-BE49-F238E27FC236}">
                <a16:creationId xmlns:a16="http://schemas.microsoft.com/office/drawing/2014/main" id="{5339AC54-E79C-7341-97EC-EFA449D0349B}"/>
              </a:ext>
            </a:extLst>
          </p:cNvPr>
          <p:cNvSpPr/>
          <p:nvPr/>
        </p:nvSpPr>
        <p:spPr>
          <a:xfrm>
            <a:off x="3615690" y="3728528"/>
            <a:ext cx="2067560" cy="1922145"/>
          </a:xfrm>
          <a:custGeom>
            <a:avLst/>
            <a:gdLst/>
            <a:ahLst/>
            <a:cxnLst/>
            <a:rect l="l" t="t" r="r" b="b"/>
            <a:pathLst>
              <a:path w="2067560" h="1922145">
                <a:moveTo>
                  <a:pt x="1111631" y="0"/>
                </a:moveTo>
                <a:lnTo>
                  <a:pt x="400812" y="657606"/>
                </a:lnTo>
              </a:path>
              <a:path w="2067560" h="1922145">
                <a:moveTo>
                  <a:pt x="407162" y="1245870"/>
                </a:moveTo>
                <a:lnTo>
                  <a:pt x="0" y="1918144"/>
                </a:lnTo>
              </a:path>
              <a:path w="2067560" h="1922145">
                <a:moveTo>
                  <a:pt x="1750187" y="1251204"/>
                </a:moveTo>
                <a:lnTo>
                  <a:pt x="1421130" y="1918296"/>
                </a:lnTo>
              </a:path>
              <a:path w="2067560" h="1922145">
                <a:moveTo>
                  <a:pt x="1119377" y="1524"/>
                </a:moveTo>
                <a:lnTo>
                  <a:pt x="1765300" y="661797"/>
                </a:lnTo>
              </a:path>
              <a:path w="2067560" h="1922145">
                <a:moveTo>
                  <a:pt x="710184" y="1918119"/>
                </a:moveTo>
                <a:lnTo>
                  <a:pt x="409194" y="1242822"/>
                </a:lnTo>
              </a:path>
              <a:path w="2067560" h="1922145">
                <a:moveTo>
                  <a:pt x="2067306" y="1921929"/>
                </a:moveTo>
                <a:lnTo>
                  <a:pt x="1766315" y="1246632"/>
                </a:lnTo>
              </a:path>
            </a:pathLst>
          </a:custGeom>
          <a:ln w="38100">
            <a:solidFill>
              <a:srgbClr val="000000"/>
            </a:solidFill>
          </a:ln>
        </p:spPr>
        <p:txBody>
          <a:bodyPr wrap="square" lIns="0" tIns="0" rIns="0" bIns="0" rtlCol="0"/>
          <a:lstStyle/>
          <a:p>
            <a:endParaRPr/>
          </a:p>
        </p:txBody>
      </p:sp>
      <p:sp>
        <p:nvSpPr>
          <p:cNvPr id="105" name="object 36">
            <a:extLst>
              <a:ext uri="{FF2B5EF4-FFF2-40B4-BE49-F238E27FC236}">
                <a16:creationId xmlns:a16="http://schemas.microsoft.com/office/drawing/2014/main" id="{92D11B34-A52F-F34D-8978-5D846A6C0FE3}"/>
              </a:ext>
            </a:extLst>
          </p:cNvPr>
          <p:cNvSpPr/>
          <p:nvPr/>
        </p:nvSpPr>
        <p:spPr>
          <a:xfrm>
            <a:off x="6429755" y="3709478"/>
            <a:ext cx="2159635" cy="1940560"/>
          </a:xfrm>
          <a:custGeom>
            <a:avLst/>
            <a:gdLst/>
            <a:ahLst/>
            <a:cxnLst/>
            <a:rect l="l" t="t" r="r" b="b"/>
            <a:pathLst>
              <a:path w="2159634" h="1940560">
                <a:moveTo>
                  <a:pt x="874522" y="0"/>
                </a:moveTo>
                <a:lnTo>
                  <a:pt x="315468" y="676402"/>
                </a:lnTo>
              </a:path>
              <a:path w="2159634" h="1940560">
                <a:moveTo>
                  <a:pt x="329057" y="1248156"/>
                </a:moveTo>
                <a:lnTo>
                  <a:pt x="0" y="1915248"/>
                </a:lnTo>
              </a:path>
              <a:path w="2159634" h="1940560">
                <a:moveTo>
                  <a:pt x="1669542" y="1258824"/>
                </a:moveTo>
                <a:lnTo>
                  <a:pt x="1449324" y="1939988"/>
                </a:lnTo>
              </a:path>
              <a:path w="2159634" h="1940560">
                <a:moveTo>
                  <a:pt x="938784" y="10668"/>
                </a:moveTo>
                <a:lnTo>
                  <a:pt x="1679575" y="676529"/>
                </a:lnTo>
              </a:path>
              <a:path w="2159634" h="1940560">
                <a:moveTo>
                  <a:pt x="738377" y="1939721"/>
                </a:moveTo>
                <a:lnTo>
                  <a:pt x="320801" y="1250442"/>
                </a:lnTo>
              </a:path>
              <a:path w="2159634" h="1940560">
                <a:moveTo>
                  <a:pt x="2159635" y="1937512"/>
                </a:moveTo>
                <a:lnTo>
                  <a:pt x="1682496" y="1261872"/>
                </a:lnTo>
              </a:path>
            </a:pathLst>
          </a:custGeom>
          <a:ln w="38100">
            <a:solidFill>
              <a:srgbClr val="000000"/>
            </a:solidFill>
          </a:ln>
        </p:spPr>
        <p:txBody>
          <a:bodyPr wrap="square" lIns="0" tIns="0" rIns="0" bIns="0" rtlCol="0"/>
          <a:lstStyle/>
          <a:p>
            <a:endParaRPr/>
          </a:p>
        </p:txBody>
      </p:sp>
      <p:sp>
        <p:nvSpPr>
          <p:cNvPr id="106" name="object 37">
            <a:extLst>
              <a:ext uri="{FF2B5EF4-FFF2-40B4-BE49-F238E27FC236}">
                <a16:creationId xmlns:a16="http://schemas.microsoft.com/office/drawing/2014/main" id="{DC6B3602-8D59-5E4E-9587-CF8257FD8070}"/>
              </a:ext>
            </a:extLst>
          </p:cNvPr>
          <p:cNvSpPr/>
          <p:nvPr/>
        </p:nvSpPr>
        <p:spPr>
          <a:xfrm>
            <a:off x="9300209" y="3717097"/>
            <a:ext cx="2132330" cy="1927860"/>
          </a:xfrm>
          <a:custGeom>
            <a:avLst/>
            <a:gdLst/>
            <a:ahLst/>
            <a:cxnLst/>
            <a:rect l="l" t="t" r="r" b="b"/>
            <a:pathLst>
              <a:path w="2132329" h="1927860">
                <a:moveTo>
                  <a:pt x="615061" y="0"/>
                </a:moveTo>
                <a:lnTo>
                  <a:pt x="172974" y="669416"/>
                </a:lnTo>
              </a:path>
              <a:path w="2132329" h="1927860">
                <a:moveTo>
                  <a:pt x="146685" y="1244345"/>
                </a:moveTo>
                <a:lnTo>
                  <a:pt x="0" y="1927402"/>
                </a:lnTo>
              </a:path>
              <a:path w="2132329" h="1927860">
                <a:moveTo>
                  <a:pt x="1525143" y="1253489"/>
                </a:moveTo>
                <a:lnTo>
                  <a:pt x="1421130" y="1926958"/>
                </a:lnTo>
              </a:path>
              <a:path w="2132329" h="1927860">
                <a:moveTo>
                  <a:pt x="654558" y="4571"/>
                </a:moveTo>
                <a:lnTo>
                  <a:pt x="1537462" y="669416"/>
                </a:lnTo>
              </a:path>
              <a:path w="2132329" h="1927860">
                <a:moveTo>
                  <a:pt x="710438" y="1926983"/>
                </a:moveTo>
                <a:lnTo>
                  <a:pt x="164592" y="1255776"/>
                </a:lnTo>
              </a:path>
              <a:path w="2132329" h="1927860">
                <a:moveTo>
                  <a:pt x="2131822" y="1927288"/>
                </a:moveTo>
                <a:lnTo>
                  <a:pt x="1540764" y="1239773"/>
                </a:lnTo>
              </a:path>
            </a:pathLst>
          </a:custGeom>
          <a:ln w="38100">
            <a:solidFill>
              <a:srgbClr val="000000"/>
            </a:solidFill>
          </a:ln>
        </p:spPr>
        <p:txBody>
          <a:bodyPr wrap="square" lIns="0" tIns="0" rIns="0" bIns="0" rtlCol="0"/>
          <a:lstStyle/>
          <a:p>
            <a:endParaRPr/>
          </a:p>
        </p:txBody>
      </p:sp>
      <p:grpSp>
        <p:nvGrpSpPr>
          <p:cNvPr id="107" name="object 38">
            <a:extLst>
              <a:ext uri="{FF2B5EF4-FFF2-40B4-BE49-F238E27FC236}">
                <a16:creationId xmlns:a16="http://schemas.microsoft.com/office/drawing/2014/main" id="{844A65C3-EFEE-FD4E-B15C-813863414EFD}"/>
              </a:ext>
            </a:extLst>
          </p:cNvPr>
          <p:cNvGrpSpPr/>
          <p:nvPr/>
        </p:nvGrpSpPr>
        <p:grpSpPr>
          <a:xfrm>
            <a:off x="754380" y="3698809"/>
            <a:ext cx="2169795" cy="2619375"/>
            <a:chOff x="754380" y="4214621"/>
            <a:chExt cx="2169795" cy="2619375"/>
          </a:xfrm>
        </p:grpSpPr>
        <p:sp>
          <p:nvSpPr>
            <p:cNvPr id="108" name="object 39">
              <a:extLst>
                <a:ext uri="{FF2B5EF4-FFF2-40B4-BE49-F238E27FC236}">
                  <a16:creationId xmlns:a16="http://schemas.microsoft.com/office/drawing/2014/main" id="{981725E7-7092-FE4E-8793-A9EBE3759DE7}"/>
                </a:ext>
              </a:extLst>
            </p:cNvPr>
            <p:cNvSpPr/>
            <p:nvPr/>
          </p:nvSpPr>
          <p:spPr>
            <a:xfrm>
              <a:off x="773430" y="4233671"/>
              <a:ext cx="2131695" cy="1929130"/>
            </a:xfrm>
            <a:custGeom>
              <a:avLst/>
              <a:gdLst/>
              <a:ahLst/>
              <a:cxnLst/>
              <a:rect l="l" t="t" r="r" b="b"/>
              <a:pathLst>
                <a:path w="2131695" h="1929129">
                  <a:moveTo>
                    <a:pt x="1359789" y="0"/>
                  </a:moveTo>
                  <a:lnTo>
                    <a:pt x="515111" y="672591"/>
                  </a:lnTo>
                </a:path>
                <a:path w="2131695" h="1929129">
                  <a:moveTo>
                    <a:pt x="543433" y="1227581"/>
                  </a:moveTo>
                  <a:lnTo>
                    <a:pt x="0" y="1928723"/>
                  </a:lnTo>
                </a:path>
                <a:path w="2131695" h="1929129">
                  <a:moveTo>
                    <a:pt x="710819" y="1928812"/>
                  </a:moveTo>
                  <a:lnTo>
                    <a:pt x="515111" y="1249680"/>
                  </a:lnTo>
                </a:path>
                <a:path w="2131695" h="1929129">
                  <a:moveTo>
                    <a:pt x="1886077" y="1248155"/>
                  </a:moveTo>
                  <a:lnTo>
                    <a:pt x="1421130" y="1928799"/>
                  </a:lnTo>
                </a:path>
                <a:path w="2131695" h="1929129">
                  <a:moveTo>
                    <a:pt x="1359408" y="0"/>
                  </a:moveTo>
                  <a:lnTo>
                    <a:pt x="1878838" y="668273"/>
                  </a:lnTo>
                </a:path>
                <a:path w="2131695" h="1929129">
                  <a:moveTo>
                    <a:pt x="2131568" y="1928876"/>
                  </a:moveTo>
                  <a:lnTo>
                    <a:pt x="1883664" y="1239011"/>
                  </a:lnTo>
                </a:path>
              </a:pathLst>
            </a:custGeom>
            <a:ln w="38100">
              <a:solidFill>
                <a:srgbClr val="000000"/>
              </a:solidFill>
            </a:ln>
          </p:spPr>
          <p:txBody>
            <a:bodyPr wrap="square" lIns="0" tIns="0" rIns="0" bIns="0" rtlCol="0"/>
            <a:lstStyle/>
            <a:p>
              <a:endParaRPr/>
            </a:p>
          </p:txBody>
        </p:sp>
        <p:sp>
          <p:nvSpPr>
            <p:cNvPr id="109" name="object 40">
              <a:extLst>
                <a:ext uri="{FF2B5EF4-FFF2-40B4-BE49-F238E27FC236}">
                  <a16:creationId xmlns:a16="http://schemas.microsoft.com/office/drawing/2014/main" id="{66A91B32-26E5-4140-B6B7-EB06323A863F}"/>
                </a:ext>
              </a:extLst>
            </p:cNvPr>
            <p:cNvSpPr/>
            <p:nvPr/>
          </p:nvSpPr>
          <p:spPr>
            <a:xfrm>
              <a:off x="1094994" y="6083045"/>
              <a:ext cx="778510" cy="731520"/>
            </a:xfrm>
            <a:custGeom>
              <a:avLst/>
              <a:gdLst/>
              <a:ahLst/>
              <a:cxnLst/>
              <a:rect l="l" t="t" r="r" b="b"/>
              <a:pathLst>
                <a:path w="778510" h="731520">
                  <a:moveTo>
                    <a:pt x="0" y="121919"/>
                  </a:moveTo>
                  <a:lnTo>
                    <a:pt x="9580" y="74462"/>
                  </a:lnTo>
                  <a:lnTo>
                    <a:pt x="35709" y="35709"/>
                  </a:lnTo>
                  <a:lnTo>
                    <a:pt x="74462" y="9580"/>
                  </a:lnTo>
                  <a:lnTo>
                    <a:pt x="121919" y="0"/>
                  </a:lnTo>
                  <a:lnTo>
                    <a:pt x="656082" y="0"/>
                  </a:lnTo>
                  <a:lnTo>
                    <a:pt x="703528" y="9580"/>
                  </a:lnTo>
                  <a:lnTo>
                    <a:pt x="742283" y="35709"/>
                  </a:lnTo>
                  <a:lnTo>
                    <a:pt x="768417" y="74462"/>
                  </a:lnTo>
                  <a:lnTo>
                    <a:pt x="778001" y="121919"/>
                  </a:lnTo>
                  <a:lnTo>
                    <a:pt x="778001" y="609599"/>
                  </a:lnTo>
                  <a:lnTo>
                    <a:pt x="768417" y="657056"/>
                  </a:lnTo>
                  <a:lnTo>
                    <a:pt x="742283" y="695809"/>
                  </a:lnTo>
                  <a:lnTo>
                    <a:pt x="703528" y="721938"/>
                  </a:lnTo>
                  <a:lnTo>
                    <a:pt x="656082" y="731519"/>
                  </a:lnTo>
                  <a:lnTo>
                    <a:pt x="121919" y="731519"/>
                  </a:lnTo>
                  <a:lnTo>
                    <a:pt x="74462" y="721938"/>
                  </a:lnTo>
                  <a:lnTo>
                    <a:pt x="35709" y="695809"/>
                  </a:lnTo>
                  <a:lnTo>
                    <a:pt x="9580" y="657056"/>
                  </a:lnTo>
                  <a:lnTo>
                    <a:pt x="0" y="609599"/>
                  </a:lnTo>
                  <a:lnTo>
                    <a:pt x="0" y="121919"/>
                  </a:lnTo>
                  <a:close/>
                </a:path>
              </a:pathLst>
            </a:custGeom>
            <a:ln w="38100">
              <a:solidFill>
                <a:srgbClr val="FF0000"/>
              </a:solidFill>
              <a:prstDash val="lgDash"/>
            </a:ln>
          </p:spPr>
          <p:txBody>
            <a:bodyPr wrap="square" lIns="0" tIns="0" rIns="0" bIns="0" rtlCol="0"/>
            <a:lstStyle/>
            <a:p>
              <a:endParaRPr dirty="0"/>
            </a:p>
          </p:txBody>
        </p:sp>
      </p:grpSp>
    </p:spTree>
    <p:extLst>
      <p:ext uri="{BB962C8B-B14F-4D97-AF65-F5344CB8AC3E}">
        <p14:creationId xmlns:p14="http://schemas.microsoft.com/office/powerpoint/2010/main" val="16485425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63" name="object 3">
            <a:extLst>
              <a:ext uri="{FF2B5EF4-FFF2-40B4-BE49-F238E27FC236}">
                <a16:creationId xmlns:a16="http://schemas.microsoft.com/office/drawing/2014/main" id="{83093B08-DBF1-F04F-BE3F-C5857BDAFA72}"/>
              </a:ext>
            </a:extLst>
          </p:cNvPr>
          <p:cNvGraphicFramePr>
            <a:graphicFrameLocks noGrp="1"/>
          </p:cNvGraphicFramePr>
          <p:nvPr>
            <p:extLst>
              <p:ext uri="{D42A27DB-BD31-4B8C-83A1-F6EECF244321}">
                <p14:modId xmlns:p14="http://schemas.microsoft.com/office/powerpoint/2010/main" val="697615089"/>
              </p:ext>
            </p:extLst>
          </p:nvPr>
        </p:nvGraphicFramePr>
        <p:xfrm>
          <a:off x="1458467" y="892198"/>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4" name="object 4">
            <a:extLst>
              <a:ext uri="{FF2B5EF4-FFF2-40B4-BE49-F238E27FC236}">
                <a16:creationId xmlns:a16="http://schemas.microsoft.com/office/drawing/2014/main" id="{9006E07E-F2D5-7E46-AF2F-64A3ED69010F}"/>
              </a:ext>
            </a:extLst>
          </p:cNvPr>
          <p:cNvGraphicFramePr>
            <a:graphicFrameLocks noGrp="1"/>
          </p:cNvGraphicFramePr>
          <p:nvPr>
            <p:extLst>
              <p:ext uri="{D42A27DB-BD31-4B8C-83A1-F6EECF244321}">
                <p14:modId xmlns:p14="http://schemas.microsoft.com/office/powerpoint/2010/main" val="747221421"/>
              </p:ext>
            </p:extLst>
          </p:nvPr>
        </p:nvGraphicFramePr>
        <p:xfrm>
          <a:off x="1184376" y="1957600"/>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5" name="object 5">
            <a:extLst>
              <a:ext uri="{FF2B5EF4-FFF2-40B4-BE49-F238E27FC236}">
                <a16:creationId xmlns:a16="http://schemas.microsoft.com/office/drawing/2014/main" id="{2B76DD9A-B1A2-D847-957B-9EA7576EF7CF}"/>
              </a:ext>
            </a:extLst>
          </p:cNvPr>
          <p:cNvGraphicFramePr>
            <a:graphicFrameLocks noGrp="1"/>
          </p:cNvGraphicFramePr>
          <p:nvPr>
            <p:extLst>
              <p:ext uri="{D42A27DB-BD31-4B8C-83A1-F6EECF244321}">
                <p14:modId xmlns:p14="http://schemas.microsoft.com/office/powerpoint/2010/main" val="3811240860"/>
              </p:ext>
            </p:extLst>
          </p:nvPr>
        </p:nvGraphicFramePr>
        <p:xfrm>
          <a:off x="6281165" y="1962172"/>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66" name="object 6">
            <a:extLst>
              <a:ext uri="{FF2B5EF4-FFF2-40B4-BE49-F238E27FC236}">
                <a16:creationId xmlns:a16="http://schemas.microsoft.com/office/drawing/2014/main" id="{C227B2F9-40F0-4440-B14E-D10889B85A30}"/>
              </a:ext>
            </a:extLst>
          </p:cNvPr>
          <p:cNvSpPr/>
          <p:nvPr/>
        </p:nvSpPr>
        <p:spPr>
          <a:xfrm>
            <a:off x="3507485" y="1488716"/>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67" name="object 7">
            <a:extLst>
              <a:ext uri="{FF2B5EF4-FFF2-40B4-BE49-F238E27FC236}">
                <a16:creationId xmlns:a16="http://schemas.microsoft.com/office/drawing/2014/main" id="{7D982573-33A0-B043-9322-87C40AD352A9}"/>
              </a:ext>
            </a:extLst>
          </p:cNvPr>
          <p:cNvGraphicFramePr>
            <a:graphicFrameLocks noGrp="1"/>
          </p:cNvGraphicFramePr>
          <p:nvPr>
            <p:extLst>
              <p:ext uri="{D42A27DB-BD31-4B8C-83A1-F6EECF244321}">
                <p14:modId xmlns:p14="http://schemas.microsoft.com/office/powerpoint/2010/main" val="3945292743"/>
              </p:ext>
            </p:extLst>
          </p:nvPr>
        </p:nvGraphicFramePr>
        <p:xfrm>
          <a:off x="961783" y="3109999"/>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8" name="object 8">
            <a:extLst>
              <a:ext uri="{FF2B5EF4-FFF2-40B4-BE49-F238E27FC236}">
                <a16:creationId xmlns:a16="http://schemas.microsoft.com/office/drawing/2014/main" id="{83E68B8A-7927-1949-B172-35AF46E62BC7}"/>
              </a:ext>
            </a:extLst>
          </p:cNvPr>
          <p:cNvGraphicFramePr>
            <a:graphicFrameLocks noGrp="1"/>
          </p:cNvGraphicFramePr>
          <p:nvPr>
            <p:extLst>
              <p:ext uri="{D42A27DB-BD31-4B8C-83A1-F6EECF244321}">
                <p14:modId xmlns:p14="http://schemas.microsoft.com/office/powerpoint/2010/main" val="4098730629"/>
              </p:ext>
            </p:extLst>
          </p:nvPr>
        </p:nvGraphicFramePr>
        <p:xfrm>
          <a:off x="3556253" y="3103394"/>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9" name="object 9">
            <a:extLst>
              <a:ext uri="{FF2B5EF4-FFF2-40B4-BE49-F238E27FC236}">
                <a16:creationId xmlns:a16="http://schemas.microsoft.com/office/drawing/2014/main" id="{07603661-9B53-5248-9B5A-3A5616189BAE}"/>
              </a:ext>
            </a:extLst>
          </p:cNvPr>
          <p:cNvGraphicFramePr>
            <a:graphicFrameLocks noGrp="1"/>
          </p:cNvGraphicFramePr>
          <p:nvPr>
            <p:extLst>
              <p:ext uri="{D42A27DB-BD31-4B8C-83A1-F6EECF244321}">
                <p14:modId xmlns:p14="http://schemas.microsoft.com/office/powerpoint/2010/main" val="840364705"/>
              </p:ext>
            </p:extLst>
          </p:nvPr>
        </p:nvGraphicFramePr>
        <p:xfrm>
          <a:off x="693140" y="4359679"/>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0" name="object 10">
            <a:extLst>
              <a:ext uri="{FF2B5EF4-FFF2-40B4-BE49-F238E27FC236}">
                <a16:creationId xmlns:a16="http://schemas.microsoft.com/office/drawing/2014/main" id="{6963D10F-2586-1F4D-863B-C33EDF8EE589}"/>
              </a:ext>
            </a:extLst>
          </p:cNvPr>
          <p:cNvSpPr/>
          <p:nvPr/>
        </p:nvSpPr>
        <p:spPr>
          <a:xfrm>
            <a:off x="2057400" y="4355361"/>
            <a:ext cx="1190625" cy="615315"/>
          </a:xfrm>
          <a:custGeom>
            <a:avLst/>
            <a:gdLst/>
            <a:ahLst/>
            <a:cxnLst/>
            <a:rect l="l" t="t" r="r" b="b"/>
            <a:pathLst>
              <a:path w="1190625" h="615314">
                <a:moveTo>
                  <a:pt x="594994" y="0"/>
                </a:moveTo>
                <a:lnTo>
                  <a:pt x="594994" y="615314"/>
                </a:lnTo>
              </a:path>
              <a:path w="1190625" h="615314">
                <a:moveTo>
                  <a:pt x="19050" y="0"/>
                </a:moveTo>
                <a:lnTo>
                  <a:pt x="19050" y="615314"/>
                </a:lnTo>
              </a:path>
              <a:path w="1190625" h="615314">
                <a:moveTo>
                  <a:pt x="1171067" y="0"/>
                </a:moveTo>
                <a:lnTo>
                  <a:pt x="1171067" y="615314"/>
                </a:lnTo>
              </a:path>
              <a:path w="1190625" h="615314">
                <a:moveTo>
                  <a:pt x="0" y="19049"/>
                </a:moveTo>
                <a:lnTo>
                  <a:pt x="1190117" y="19049"/>
                </a:lnTo>
              </a:path>
              <a:path w="1190625" h="615314">
                <a:moveTo>
                  <a:pt x="0" y="596264"/>
                </a:moveTo>
                <a:lnTo>
                  <a:pt x="1190117" y="596264"/>
                </a:lnTo>
              </a:path>
            </a:pathLst>
          </a:custGeom>
          <a:ln w="38100">
            <a:solidFill>
              <a:srgbClr val="000000"/>
            </a:solidFill>
          </a:ln>
        </p:spPr>
        <p:txBody>
          <a:bodyPr wrap="square" lIns="0" tIns="0" rIns="0" bIns="0" rtlCol="0"/>
          <a:lstStyle/>
          <a:p>
            <a:endParaRPr/>
          </a:p>
        </p:txBody>
      </p:sp>
      <p:sp>
        <p:nvSpPr>
          <p:cNvPr id="71" name="object 11">
            <a:extLst>
              <a:ext uri="{FF2B5EF4-FFF2-40B4-BE49-F238E27FC236}">
                <a16:creationId xmlns:a16="http://schemas.microsoft.com/office/drawing/2014/main" id="{0A3CB522-FE59-1C4F-9296-59752DECFFA7}"/>
              </a:ext>
            </a:extLst>
          </p:cNvPr>
          <p:cNvSpPr/>
          <p:nvPr/>
        </p:nvSpPr>
        <p:spPr>
          <a:xfrm>
            <a:off x="3421507" y="4355361"/>
            <a:ext cx="2554605" cy="619760"/>
          </a:xfrm>
          <a:custGeom>
            <a:avLst/>
            <a:gdLst/>
            <a:ahLst/>
            <a:cxnLst/>
            <a:rect l="l" t="t" r="r" b="b"/>
            <a:pathLst>
              <a:path w="2554604" h="619760">
                <a:moveTo>
                  <a:pt x="595121" y="0"/>
                </a:moveTo>
                <a:lnTo>
                  <a:pt x="595121" y="615314"/>
                </a:lnTo>
              </a:path>
              <a:path w="2554604" h="619760">
                <a:moveTo>
                  <a:pt x="19050" y="0"/>
                </a:moveTo>
                <a:lnTo>
                  <a:pt x="19050" y="615314"/>
                </a:lnTo>
              </a:path>
              <a:path w="2554604" h="619760">
                <a:moveTo>
                  <a:pt x="1171193" y="0"/>
                </a:moveTo>
                <a:lnTo>
                  <a:pt x="1171193" y="615314"/>
                </a:lnTo>
              </a:path>
              <a:path w="2554604" h="619760">
                <a:moveTo>
                  <a:pt x="0" y="19049"/>
                </a:moveTo>
                <a:lnTo>
                  <a:pt x="1190243" y="19049"/>
                </a:lnTo>
              </a:path>
              <a:path w="2554604" h="619760">
                <a:moveTo>
                  <a:pt x="0" y="596264"/>
                </a:moveTo>
                <a:lnTo>
                  <a:pt x="1190243" y="596264"/>
                </a:lnTo>
              </a:path>
              <a:path w="2554604" h="619760">
                <a:moveTo>
                  <a:pt x="1959355" y="4317"/>
                </a:moveTo>
                <a:lnTo>
                  <a:pt x="1959355" y="619505"/>
                </a:lnTo>
              </a:path>
              <a:path w="2554604" h="619760">
                <a:moveTo>
                  <a:pt x="1383283" y="4317"/>
                </a:moveTo>
                <a:lnTo>
                  <a:pt x="1383283" y="619505"/>
                </a:lnTo>
              </a:path>
              <a:path w="2554604" h="619760">
                <a:moveTo>
                  <a:pt x="2535428" y="4317"/>
                </a:moveTo>
                <a:lnTo>
                  <a:pt x="2535428" y="619505"/>
                </a:lnTo>
              </a:path>
              <a:path w="2554604" h="619760">
                <a:moveTo>
                  <a:pt x="1364233" y="23367"/>
                </a:moveTo>
                <a:lnTo>
                  <a:pt x="2554478" y="23367"/>
                </a:lnTo>
              </a:path>
              <a:path w="2554604" h="619760">
                <a:moveTo>
                  <a:pt x="1364233" y="600455"/>
                </a:moveTo>
                <a:lnTo>
                  <a:pt x="2554478" y="600455"/>
                </a:lnTo>
              </a:path>
            </a:pathLst>
          </a:custGeom>
          <a:ln w="38100">
            <a:solidFill>
              <a:srgbClr val="000000"/>
            </a:solidFill>
          </a:ln>
        </p:spPr>
        <p:txBody>
          <a:bodyPr wrap="square" lIns="0" tIns="0" rIns="0" bIns="0" rtlCol="0"/>
          <a:lstStyle/>
          <a:p>
            <a:endParaRPr/>
          </a:p>
        </p:txBody>
      </p:sp>
      <p:graphicFrame>
        <p:nvGraphicFramePr>
          <p:cNvPr id="72" name="object 12">
            <a:extLst>
              <a:ext uri="{FF2B5EF4-FFF2-40B4-BE49-F238E27FC236}">
                <a16:creationId xmlns:a16="http://schemas.microsoft.com/office/drawing/2014/main" id="{847CDD80-CEB7-854B-A458-8745392B6A94}"/>
              </a:ext>
            </a:extLst>
          </p:cNvPr>
          <p:cNvGraphicFramePr>
            <a:graphicFrameLocks noGrp="1"/>
          </p:cNvGraphicFramePr>
          <p:nvPr>
            <p:extLst>
              <p:ext uri="{D42A27DB-BD31-4B8C-83A1-F6EECF244321}">
                <p14:modId xmlns:p14="http://schemas.microsoft.com/office/powerpoint/2010/main" val="4167472789"/>
              </p:ext>
            </p:extLst>
          </p:nvPr>
        </p:nvGraphicFramePr>
        <p:xfrm>
          <a:off x="6150736" y="3107967"/>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3" name="object 13">
            <a:extLst>
              <a:ext uri="{FF2B5EF4-FFF2-40B4-BE49-F238E27FC236}">
                <a16:creationId xmlns:a16="http://schemas.microsoft.com/office/drawing/2014/main" id="{857E6795-1C1D-0147-9C40-5E00E73AD97F}"/>
              </a:ext>
            </a:extLst>
          </p:cNvPr>
          <p:cNvGraphicFramePr>
            <a:graphicFrameLocks noGrp="1"/>
          </p:cNvGraphicFramePr>
          <p:nvPr>
            <p:extLst>
              <p:ext uri="{D42A27DB-BD31-4B8C-83A1-F6EECF244321}">
                <p14:modId xmlns:p14="http://schemas.microsoft.com/office/powerpoint/2010/main" val="3619572034"/>
              </p:ext>
            </p:extLst>
          </p:nvPr>
        </p:nvGraphicFramePr>
        <p:xfrm>
          <a:off x="8745219" y="3107967"/>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74" name="object 14">
            <a:extLst>
              <a:ext uri="{FF2B5EF4-FFF2-40B4-BE49-F238E27FC236}">
                <a16:creationId xmlns:a16="http://schemas.microsoft.com/office/drawing/2014/main" id="{792C4812-5B3D-6648-AC62-C8FBC5AD9B98}"/>
              </a:ext>
            </a:extLst>
          </p:cNvPr>
          <p:cNvSpPr/>
          <p:nvPr/>
        </p:nvSpPr>
        <p:spPr>
          <a:xfrm>
            <a:off x="6149975" y="4355361"/>
            <a:ext cx="2554605" cy="615315"/>
          </a:xfrm>
          <a:custGeom>
            <a:avLst/>
            <a:gdLst/>
            <a:ahLst/>
            <a:cxnLst/>
            <a:rect l="l" t="t" r="r" b="b"/>
            <a:pathLst>
              <a:path w="2554604" h="615314">
                <a:moveTo>
                  <a:pt x="595122" y="0"/>
                </a:moveTo>
                <a:lnTo>
                  <a:pt x="595122" y="615314"/>
                </a:lnTo>
              </a:path>
              <a:path w="2554604" h="615314">
                <a:moveTo>
                  <a:pt x="19050" y="0"/>
                </a:moveTo>
                <a:lnTo>
                  <a:pt x="19050" y="615314"/>
                </a:lnTo>
              </a:path>
              <a:path w="2554604" h="615314">
                <a:moveTo>
                  <a:pt x="1171194" y="0"/>
                </a:moveTo>
                <a:lnTo>
                  <a:pt x="1171194" y="615314"/>
                </a:lnTo>
              </a:path>
              <a:path w="2554604" h="615314">
                <a:moveTo>
                  <a:pt x="0" y="19049"/>
                </a:moveTo>
                <a:lnTo>
                  <a:pt x="1190244" y="19049"/>
                </a:lnTo>
              </a:path>
              <a:path w="2554604" h="615314">
                <a:moveTo>
                  <a:pt x="0" y="596264"/>
                </a:moveTo>
                <a:lnTo>
                  <a:pt x="1190244" y="596264"/>
                </a:lnTo>
              </a:path>
              <a:path w="2554604" h="615314">
                <a:moveTo>
                  <a:pt x="1959228" y="0"/>
                </a:moveTo>
                <a:lnTo>
                  <a:pt x="1959228" y="615314"/>
                </a:lnTo>
              </a:path>
              <a:path w="2554604" h="615314">
                <a:moveTo>
                  <a:pt x="1383156" y="0"/>
                </a:moveTo>
                <a:lnTo>
                  <a:pt x="1383156" y="615314"/>
                </a:lnTo>
              </a:path>
              <a:path w="2554604" h="615314">
                <a:moveTo>
                  <a:pt x="2535301" y="0"/>
                </a:moveTo>
                <a:lnTo>
                  <a:pt x="2535301" y="615314"/>
                </a:lnTo>
              </a:path>
              <a:path w="2554604" h="615314">
                <a:moveTo>
                  <a:pt x="1364106" y="19049"/>
                </a:moveTo>
                <a:lnTo>
                  <a:pt x="2554351" y="19049"/>
                </a:lnTo>
              </a:path>
              <a:path w="2554604" h="615314">
                <a:moveTo>
                  <a:pt x="1364106" y="596264"/>
                </a:moveTo>
                <a:lnTo>
                  <a:pt x="2554351" y="596264"/>
                </a:lnTo>
              </a:path>
            </a:pathLst>
          </a:custGeom>
          <a:ln w="38100">
            <a:solidFill>
              <a:srgbClr val="000000"/>
            </a:solidFill>
          </a:ln>
        </p:spPr>
        <p:txBody>
          <a:bodyPr wrap="square" lIns="0" tIns="0" rIns="0" bIns="0" rtlCol="0"/>
          <a:lstStyle/>
          <a:p>
            <a:endParaRPr/>
          </a:p>
        </p:txBody>
      </p:sp>
      <p:sp>
        <p:nvSpPr>
          <p:cNvPr id="75" name="object 15">
            <a:extLst>
              <a:ext uri="{FF2B5EF4-FFF2-40B4-BE49-F238E27FC236}">
                <a16:creationId xmlns:a16="http://schemas.microsoft.com/office/drawing/2014/main" id="{23031230-5C80-294C-981F-DFC73D13AA95}"/>
              </a:ext>
            </a:extLst>
          </p:cNvPr>
          <p:cNvSpPr/>
          <p:nvPr/>
        </p:nvSpPr>
        <p:spPr>
          <a:xfrm>
            <a:off x="8878316" y="4355361"/>
            <a:ext cx="2554605" cy="615315"/>
          </a:xfrm>
          <a:custGeom>
            <a:avLst/>
            <a:gdLst/>
            <a:ahLst/>
            <a:cxnLst/>
            <a:rect l="l" t="t" r="r" b="b"/>
            <a:pathLst>
              <a:path w="2554604" h="615314">
                <a:moveTo>
                  <a:pt x="595122" y="0"/>
                </a:moveTo>
                <a:lnTo>
                  <a:pt x="595122" y="615314"/>
                </a:lnTo>
              </a:path>
              <a:path w="2554604" h="615314">
                <a:moveTo>
                  <a:pt x="19050" y="0"/>
                </a:moveTo>
                <a:lnTo>
                  <a:pt x="19050" y="615314"/>
                </a:lnTo>
              </a:path>
              <a:path w="2554604" h="615314">
                <a:moveTo>
                  <a:pt x="1171193" y="0"/>
                </a:moveTo>
                <a:lnTo>
                  <a:pt x="1171193" y="615314"/>
                </a:lnTo>
              </a:path>
              <a:path w="2554604" h="615314">
                <a:moveTo>
                  <a:pt x="0" y="19049"/>
                </a:moveTo>
                <a:lnTo>
                  <a:pt x="1190243" y="19049"/>
                </a:lnTo>
              </a:path>
              <a:path w="2554604" h="615314">
                <a:moveTo>
                  <a:pt x="0" y="596264"/>
                </a:moveTo>
                <a:lnTo>
                  <a:pt x="1190243" y="596264"/>
                </a:lnTo>
              </a:path>
              <a:path w="2554604" h="615314">
                <a:moveTo>
                  <a:pt x="1959355" y="0"/>
                </a:moveTo>
                <a:lnTo>
                  <a:pt x="1959355" y="615314"/>
                </a:lnTo>
              </a:path>
              <a:path w="2554604" h="615314">
                <a:moveTo>
                  <a:pt x="1383283" y="0"/>
                </a:moveTo>
                <a:lnTo>
                  <a:pt x="1383283" y="615314"/>
                </a:lnTo>
              </a:path>
              <a:path w="2554604" h="615314">
                <a:moveTo>
                  <a:pt x="2535428" y="0"/>
                </a:moveTo>
                <a:lnTo>
                  <a:pt x="2535428" y="615314"/>
                </a:lnTo>
              </a:path>
              <a:path w="2554604" h="615314">
                <a:moveTo>
                  <a:pt x="1364233" y="19049"/>
                </a:moveTo>
                <a:lnTo>
                  <a:pt x="2554478" y="19049"/>
                </a:lnTo>
              </a:path>
              <a:path w="2554604" h="615314">
                <a:moveTo>
                  <a:pt x="1364233" y="596264"/>
                </a:moveTo>
                <a:lnTo>
                  <a:pt x="2554478" y="596264"/>
                </a:lnTo>
              </a:path>
            </a:pathLst>
          </a:custGeom>
          <a:ln w="38100">
            <a:solidFill>
              <a:srgbClr val="000000"/>
            </a:solidFill>
          </a:ln>
        </p:spPr>
        <p:txBody>
          <a:bodyPr wrap="square" lIns="0" tIns="0" rIns="0" bIns="0" rtlCol="0"/>
          <a:lstStyle/>
          <a:p>
            <a:endParaRPr/>
          </a:p>
        </p:txBody>
      </p:sp>
      <p:sp>
        <p:nvSpPr>
          <p:cNvPr id="76" name="object 16">
            <a:extLst>
              <a:ext uri="{FF2B5EF4-FFF2-40B4-BE49-F238E27FC236}">
                <a16:creationId xmlns:a16="http://schemas.microsoft.com/office/drawing/2014/main" id="{F1DA25B8-7353-9540-8B10-FC17C032B192}"/>
              </a:ext>
            </a:extLst>
          </p:cNvPr>
          <p:cNvSpPr txBox="1"/>
          <p:nvPr/>
        </p:nvSpPr>
        <p:spPr>
          <a:xfrm>
            <a:off x="485317" y="5635190"/>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77" name="object 17">
            <a:extLst>
              <a:ext uri="{FF2B5EF4-FFF2-40B4-BE49-F238E27FC236}">
                <a16:creationId xmlns:a16="http://schemas.microsoft.com/office/drawing/2014/main" id="{86B7BA45-7C4C-FA4E-81D1-40F1FA83B44E}"/>
              </a:ext>
            </a:extLst>
          </p:cNvPr>
          <p:cNvSpPr txBox="1"/>
          <p:nvPr/>
        </p:nvSpPr>
        <p:spPr>
          <a:xfrm>
            <a:off x="1195882" y="563498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78" name="object 18">
            <a:extLst>
              <a:ext uri="{FF2B5EF4-FFF2-40B4-BE49-F238E27FC236}">
                <a16:creationId xmlns:a16="http://schemas.microsoft.com/office/drawing/2014/main" id="{BC7296F8-228A-B743-8528-FC88C46B6028}"/>
              </a:ext>
            </a:extLst>
          </p:cNvPr>
          <p:cNvSpPr txBox="1"/>
          <p:nvPr/>
        </p:nvSpPr>
        <p:spPr>
          <a:xfrm>
            <a:off x="1906397" y="5634987"/>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79" name="object 19">
            <a:extLst>
              <a:ext uri="{FF2B5EF4-FFF2-40B4-BE49-F238E27FC236}">
                <a16:creationId xmlns:a16="http://schemas.microsoft.com/office/drawing/2014/main" id="{3FF16098-265B-DC4C-8256-6E13133F8B3C}"/>
              </a:ext>
            </a:extLst>
          </p:cNvPr>
          <p:cNvSpPr txBox="1"/>
          <p:nvPr/>
        </p:nvSpPr>
        <p:spPr>
          <a:xfrm>
            <a:off x="2616961" y="5634987"/>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80" name="object 20">
            <a:extLst>
              <a:ext uri="{FF2B5EF4-FFF2-40B4-BE49-F238E27FC236}">
                <a16:creationId xmlns:a16="http://schemas.microsoft.com/office/drawing/2014/main" id="{C8B89538-82E3-064C-AC67-87343C6CAAC1}"/>
              </a:ext>
            </a:extLst>
          </p:cNvPr>
          <p:cNvSpPr txBox="1"/>
          <p:nvPr/>
        </p:nvSpPr>
        <p:spPr>
          <a:xfrm>
            <a:off x="3327527" y="5634987"/>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81" name="object 21">
            <a:extLst>
              <a:ext uri="{FF2B5EF4-FFF2-40B4-BE49-F238E27FC236}">
                <a16:creationId xmlns:a16="http://schemas.microsoft.com/office/drawing/2014/main" id="{661D3A70-0B79-AC49-8BC1-41D6E633070B}"/>
              </a:ext>
            </a:extLst>
          </p:cNvPr>
          <p:cNvSpPr txBox="1"/>
          <p:nvPr/>
        </p:nvSpPr>
        <p:spPr>
          <a:xfrm>
            <a:off x="4038219" y="5634987"/>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82" name="object 22">
            <a:extLst>
              <a:ext uri="{FF2B5EF4-FFF2-40B4-BE49-F238E27FC236}">
                <a16:creationId xmlns:a16="http://schemas.microsoft.com/office/drawing/2014/main" id="{4CE743D4-B69A-074C-8AAE-96B3E2901CD7}"/>
              </a:ext>
            </a:extLst>
          </p:cNvPr>
          <p:cNvSpPr txBox="1"/>
          <p:nvPr/>
        </p:nvSpPr>
        <p:spPr>
          <a:xfrm>
            <a:off x="4748784" y="5634987"/>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83" name="object 23">
            <a:extLst>
              <a:ext uri="{FF2B5EF4-FFF2-40B4-BE49-F238E27FC236}">
                <a16:creationId xmlns:a16="http://schemas.microsoft.com/office/drawing/2014/main" id="{C59A361D-A449-6842-99B8-C6609DDAD6C0}"/>
              </a:ext>
            </a:extLst>
          </p:cNvPr>
          <p:cNvSpPr txBox="1"/>
          <p:nvPr/>
        </p:nvSpPr>
        <p:spPr>
          <a:xfrm>
            <a:off x="5459348" y="5634987"/>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84" name="object 24">
            <a:extLst>
              <a:ext uri="{FF2B5EF4-FFF2-40B4-BE49-F238E27FC236}">
                <a16:creationId xmlns:a16="http://schemas.microsoft.com/office/drawing/2014/main" id="{D5CFD627-C44B-E446-976A-3F2C2B4EFDC0}"/>
              </a:ext>
            </a:extLst>
          </p:cNvPr>
          <p:cNvSpPr txBox="1"/>
          <p:nvPr/>
        </p:nvSpPr>
        <p:spPr>
          <a:xfrm>
            <a:off x="6169914" y="5637718"/>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85" name="object 25">
            <a:extLst>
              <a:ext uri="{FF2B5EF4-FFF2-40B4-BE49-F238E27FC236}">
                <a16:creationId xmlns:a16="http://schemas.microsoft.com/office/drawing/2014/main" id="{33D337AE-0059-4641-A4B9-0D588AF57833}"/>
              </a:ext>
            </a:extLst>
          </p:cNvPr>
          <p:cNvSpPr txBox="1"/>
          <p:nvPr/>
        </p:nvSpPr>
        <p:spPr>
          <a:xfrm>
            <a:off x="6880479" y="5637718"/>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86" name="object 26">
            <a:extLst>
              <a:ext uri="{FF2B5EF4-FFF2-40B4-BE49-F238E27FC236}">
                <a16:creationId xmlns:a16="http://schemas.microsoft.com/office/drawing/2014/main" id="{A4B098FB-0483-EB4D-9D35-5EA510CAB5DE}"/>
              </a:ext>
            </a:extLst>
          </p:cNvPr>
          <p:cNvSpPr txBox="1"/>
          <p:nvPr/>
        </p:nvSpPr>
        <p:spPr>
          <a:xfrm>
            <a:off x="7591043" y="5637718"/>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87" name="object 27">
            <a:extLst>
              <a:ext uri="{FF2B5EF4-FFF2-40B4-BE49-F238E27FC236}">
                <a16:creationId xmlns:a16="http://schemas.microsoft.com/office/drawing/2014/main" id="{77810079-A162-8A4F-829E-9270F0B58721}"/>
              </a:ext>
            </a:extLst>
          </p:cNvPr>
          <p:cNvSpPr txBox="1"/>
          <p:nvPr/>
        </p:nvSpPr>
        <p:spPr>
          <a:xfrm>
            <a:off x="8301608" y="5635330"/>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88" name="object 28">
            <a:extLst>
              <a:ext uri="{FF2B5EF4-FFF2-40B4-BE49-F238E27FC236}">
                <a16:creationId xmlns:a16="http://schemas.microsoft.com/office/drawing/2014/main" id="{9D77B080-FCE3-7D45-9A26-147F713C6C6E}"/>
              </a:ext>
            </a:extLst>
          </p:cNvPr>
          <p:cNvSpPr txBox="1"/>
          <p:nvPr/>
        </p:nvSpPr>
        <p:spPr>
          <a:xfrm>
            <a:off x="9012173" y="5632638"/>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89" name="object 29">
            <a:extLst>
              <a:ext uri="{FF2B5EF4-FFF2-40B4-BE49-F238E27FC236}">
                <a16:creationId xmlns:a16="http://schemas.microsoft.com/office/drawing/2014/main" id="{7B933110-6B16-F743-ACC5-B74011E069D8}"/>
              </a:ext>
            </a:extLst>
          </p:cNvPr>
          <p:cNvSpPr txBox="1"/>
          <p:nvPr/>
        </p:nvSpPr>
        <p:spPr>
          <a:xfrm>
            <a:off x="9722739" y="5632638"/>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90" name="object 30">
            <a:extLst>
              <a:ext uri="{FF2B5EF4-FFF2-40B4-BE49-F238E27FC236}">
                <a16:creationId xmlns:a16="http://schemas.microsoft.com/office/drawing/2014/main" id="{4F98E74F-C239-214B-89A0-C9362CEE0050}"/>
              </a:ext>
            </a:extLst>
          </p:cNvPr>
          <p:cNvSpPr txBox="1"/>
          <p:nvPr/>
        </p:nvSpPr>
        <p:spPr>
          <a:xfrm>
            <a:off x="10433304" y="5632638"/>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91" name="object 31">
            <a:extLst>
              <a:ext uri="{FF2B5EF4-FFF2-40B4-BE49-F238E27FC236}">
                <a16:creationId xmlns:a16="http://schemas.microsoft.com/office/drawing/2014/main" id="{7CD694BD-6C4C-C54C-AD14-B4DB5BA8CF23}"/>
              </a:ext>
            </a:extLst>
          </p:cNvPr>
          <p:cNvSpPr txBox="1"/>
          <p:nvPr/>
        </p:nvSpPr>
        <p:spPr>
          <a:xfrm>
            <a:off x="11143868" y="5632638"/>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
        <p:nvSpPr>
          <p:cNvPr id="92" name="object 32">
            <a:extLst>
              <a:ext uri="{FF2B5EF4-FFF2-40B4-BE49-F238E27FC236}">
                <a16:creationId xmlns:a16="http://schemas.microsoft.com/office/drawing/2014/main" id="{C0DB9302-4A93-E645-8255-8A51219DBAAB}"/>
              </a:ext>
            </a:extLst>
          </p:cNvPr>
          <p:cNvSpPr/>
          <p:nvPr/>
        </p:nvSpPr>
        <p:spPr>
          <a:xfrm>
            <a:off x="2132838" y="2553992"/>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93" name="object 33">
            <a:extLst>
              <a:ext uri="{FF2B5EF4-FFF2-40B4-BE49-F238E27FC236}">
                <a16:creationId xmlns:a16="http://schemas.microsoft.com/office/drawing/2014/main" id="{6A9F2AAA-8D61-6042-BBB3-ADA0647A8E03}"/>
              </a:ext>
            </a:extLst>
          </p:cNvPr>
          <p:cNvSpPr/>
          <p:nvPr/>
        </p:nvSpPr>
        <p:spPr>
          <a:xfrm>
            <a:off x="7322057" y="2558565"/>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94" name="object 34">
            <a:extLst>
              <a:ext uri="{FF2B5EF4-FFF2-40B4-BE49-F238E27FC236}">
                <a16:creationId xmlns:a16="http://schemas.microsoft.com/office/drawing/2014/main" id="{DAB1746F-0416-8141-B74E-0C4C8A775DDA}"/>
              </a:ext>
            </a:extLst>
          </p:cNvPr>
          <p:cNvSpPr/>
          <p:nvPr/>
        </p:nvSpPr>
        <p:spPr>
          <a:xfrm>
            <a:off x="3615690" y="3716805"/>
            <a:ext cx="2067560" cy="1922145"/>
          </a:xfrm>
          <a:custGeom>
            <a:avLst/>
            <a:gdLst/>
            <a:ahLst/>
            <a:cxnLst/>
            <a:rect l="l" t="t" r="r" b="b"/>
            <a:pathLst>
              <a:path w="2067560" h="1922145">
                <a:moveTo>
                  <a:pt x="1111631" y="0"/>
                </a:moveTo>
                <a:lnTo>
                  <a:pt x="400812" y="657606"/>
                </a:lnTo>
              </a:path>
              <a:path w="2067560" h="1922145">
                <a:moveTo>
                  <a:pt x="407162" y="1245870"/>
                </a:moveTo>
                <a:lnTo>
                  <a:pt x="0" y="1918144"/>
                </a:lnTo>
              </a:path>
              <a:path w="2067560" h="1922145">
                <a:moveTo>
                  <a:pt x="1750187" y="1251204"/>
                </a:moveTo>
                <a:lnTo>
                  <a:pt x="1421130" y="1918296"/>
                </a:lnTo>
              </a:path>
              <a:path w="2067560" h="1922145">
                <a:moveTo>
                  <a:pt x="1119377" y="1524"/>
                </a:moveTo>
                <a:lnTo>
                  <a:pt x="1765300" y="661797"/>
                </a:lnTo>
              </a:path>
              <a:path w="2067560" h="1922145">
                <a:moveTo>
                  <a:pt x="710184" y="1918119"/>
                </a:moveTo>
                <a:lnTo>
                  <a:pt x="409194" y="1242822"/>
                </a:lnTo>
              </a:path>
              <a:path w="2067560" h="1922145">
                <a:moveTo>
                  <a:pt x="2067306" y="1921929"/>
                </a:moveTo>
                <a:lnTo>
                  <a:pt x="1766315" y="1246632"/>
                </a:lnTo>
              </a:path>
            </a:pathLst>
          </a:custGeom>
          <a:ln w="38100">
            <a:solidFill>
              <a:srgbClr val="000000"/>
            </a:solidFill>
          </a:ln>
        </p:spPr>
        <p:txBody>
          <a:bodyPr wrap="square" lIns="0" tIns="0" rIns="0" bIns="0" rtlCol="0"/>
          <a:lstStyle/>
          <a:p>
            <a:endParaRPr/>
          </a:p>
        </p:txBody>
      </p:sp>
      <p:sp>
        <p:nvSpPr>
          <p:cNvPr id="95" name="object 35">
            <a:extLst>
              <a:ext uri="{FF2B5EF4-FFF2-40B4-BE49-F238E27FC236}">
                <a16:creationId xmlns:a16="http://schemas.microsoft.com/office/drawing/2014/main" id="{FFE59918-9F6A-824B-A03B-18FF79CA65DF}"/>
              </a:ext>
            </a:extLst>
          </p:cNvPr>
          <p:cNvSpPr/>
          <p:nvPr/>
        </p:nvSpPr>
        <p:spPr>
          <a:xfrm>
            <a:off x="6429755" y="3697755"/>
            <a:ext cx="2159635" cy="1940560"/>
          </a:xfrm>
          <a:custGeom>
            <a:avLst/>
            <a:gdLst/>
            <a:ahLst/>
            <a:cxnLst/>
            <a:rect l="l" t="t" r="r" b="b"/>
            <a:pathLst>
              <a:path w="2159634" h="1940560">
                <a:moveTo>
                  <a:pt x="874522" y="0"/>
                </a:moveTo>
                <a:lnTo>
                  <a:pt x="315468" y="676402"/>
                </a:lnTo>
              </a:path>
              <a:path w="2159634" h="1940560">
                <a:moveTo>
                  <a:pt x="329057" y="1248156"/>
                </a:moveTo>
                <a:lnTo>
                  <a:pt x="0" y="1915248"/>
                </a:lnTo>
              </a:path>
              <a:path w="2159634" h="1940560">
                <a:moveTo>
                  <a:pt x="1669542" y="1258824"/>
                </a:moveTo>
                <a:lnTo>
                  <a:pt x="1449324" y="1939988"/>
                </a:lnTo>
              </a:path>
              <a:path w="2159634" h="1940560">
                <a:moveTo>
                  <a:pt x="938784" y="10668"/>
                </a:moveTo>
                <a:lnTo>
                  <a:pt x="1679575" y="676529"/>
                </a:lnTo>
              </a:path>
              <a:path w="2159634" h="1940560">
                <a:moveTo>
                  <a:pt x="738377" y="1939721"/>
                </a:moveTo>
                <a:lnTo>
                  <a:pt x="320801" y="1250442"/>
                </a:lnTo>
              </a:path>
              <a:path w="2159634" h="1940560">
                <a:moveTo>
                  <a:pt x="2159635" y="1937512"/>
                </a:moveTo>
                <a:lnTo>
                  <a:pt x="1682496" y="1261872"/>
                </a:lnTo>
              </a:path>
            </a:pathLst>
          </a:custGeom>
          <a:ln w="38100">
            <a:solidFill>
              <a:srgbClr val="000000"/>
            </a:solidFill>
          </a:ln>
        </p:spPr>
        <p:txBody>
          <a:bodyPr wrap="square" lIns="0" tIns="0" rIns="0" bIns="0" rtlCol="0"/>
          <a:lstStyle/>
          <a:p>
            <a:endParaRPr/>
          </a:p>
        </p:txBody>
      </p:sp>
      <p:sp>
        <p:nvSpPr>
          <p:cNvPr id="96" name="object 36">
            <a:extLst>
              <a:ext uri="{FF2B5EF4-FFF2-40B4-BE49-F238E27FC236}">
                <a16:creationId xmlns:a16="http://schemas.microsoft.com/office/drawing/2014/main" id="{D535CA3C-033C-634A-9C2D-5EA707E87FC2}"/>
              </a:ext>
            </a:extLst>
          </p:cNvPr>
          <p:cNvSpPr/>
          <p:nvPr/>
        </p:nvSpPr>
        <p:spPr>
          <a:xfrm>
            <a:off x="9300209" y="3705374"/>
            <a:ext cx="2132330" cy="1927860"/>
          </a:xfrm>
          <a:custGeom>
            <a:avLst/>
            <a:gdLst/>
            <a:ahLst/>
            <a:cxnLst/>
            <a:rect l="l" t="t" r="r" b="b"/>
            <a:pathLst>
              <a:path w="2132329" h="1927860">
                <a:moveTo>
                  <a:pt x="615061" y="0"/>
                </a:moveTo>
                <a:lnTo>
                  <a:pt x="172974" y="669416"/>
                </a:lnTo>
              </a:path>
              <a:path w="2132329" h="1927860">
                <a:moveTo>
                  <a:pt x="146685" y="1244345"/>
                </a:moveTo>
                <a:lnTo>
                  <a:pt x="0" y="1927402"/>
                </a:lnTo>
              </a:path>
              <a:path w="2132329" h="1927860">
                <a:moveTo>
                  <a:pt x="1525143" y="1253489"/>
                </a:moveTo>
                <a:lnTo>
                  <a:pt x="1421130" y="1926958"/>
                </a:lnTo>
              </a:path>
              <a:path w="2132329" h="1927860">
                <a:moveTo>
                  <a:pt x="654558" y="4571"/>
                </a:moveTo>
                <a:lnTo>
                  <a:pt x="1537462" y="669416"/>
                </a:lnTo>
              </a:path>
              <a:path w="2132329" h="1927860">
                <a:moveTo>
                  <a:pt x="710438" y="1926983"/>
                </a:moveTo>
                <a:lnTo>
                  <a:pt x="164592" y="1255776"/>
                </a:lnTo>
              </a:path>
              <a:path w="2132329" h="1927860">
                <a:moveTo>
                  <a:pt x="2131822" y="1927288"/>
                </a:moveTo>
                <a:lnTo>
                  <a:pt x="1540764" y="1239773"/>
                </a:lnTo>
              </a:path>
            </a:pathLst>
          </a:custGeom>
          <a:ln w="38100">
            <a:solidFill>
              <a:srgbClr val="000000"/>
            </a:solidFill>
          </a:ln>
        </p:spPr>
        <p:txBody>
          <a:bodyPr wrap="square" lIns="0" tIns="0" rIns="0" bIns="0" rtlCol="0"/>
          <a:lstStyle/>
          <a:p>
            <a:endParaRPr/>
          </a:p>
        </p:txBody>
      </p:sp>
      <p:grpSp>
        <p:nvGrpSpPr>
          <p:cNvPr id="110" name="object 37">
            <a:extLst>
              <a:ext uri="{FF2B5EF4-FFF2-40B4-BE49-F238E27FC236}">
                <a16:creationId xmlns:a16="http://schemas.microsoft.com/office/drawing/2014/main" id="{9BE6FC0C-BD58-0B4F-ABBA-F5FA266B2B2F}"/>
              </a:ext>
            </a:extLst>
          </p:cNvPr>
          <p:cNvGrpSpPr/>
          <p:nvPr/>
        </p:nvGrpSpPr>
        <p:grpSpPr>
          <a:xfrm>
            <a:off x="352043" y="3687086"/>
            <a:ext cx="2572385" cy="2619375"/>
            <a:chOff x="352043" y="4214621"/>
            <a:chExt cx="2572385" cy="2619375"/>
          </a:xfrm>
        </p:grpSpPr>
        <p:sp>
          <p:nvSpPr>
            <p:cNvPr id="111" name="object 38">
              <a:extLst>
                <a:ext uri="{FF2B5EF4-FFF2-40B4-BE49-F238E27FC236}">
                  <a16:creationId xmlns:a16="http://schemas.microsoft.com/office/drawing/2014/main" id="{F00EDCD6-4C63-934C-AB15-073F2FFDDED3}"/>
                </a:ext>
              </a:extLst>
            </p:cNvPr>
            <p:cNvSpPr/>
            <p:nvPr/>
          </p:nvSpPr>
          <p:spPr>
            <a:xfrm>
              <a:off x="773429" y="4233671"/>
              <a:ext cx="2131695" cy="1929130"/>
            </a:xfrm>
            <a:custGeom>
              <a:avLst/>
              <a:gdLst/>
              <a:ahLst/>
              <a:cxnLst/>
              <a:rect l="l" t="t" r="r" b="b"/>
              <a:pathLst>
                <a:path w="2131695" h="1929129">
                  <a:moveTo>
                    <a:pt x="1359789" y="0"/>
                  </a:moveTo>
                  <a:lnTo>
                    <a:pt x="515111" y="672591"/>
                  </a:lnTo>
                </a:path>
                <a:path w="2131695" h="1929129">
                  <a:moveTo>
                    <a:pt x="543433" y="1227581"/>
                  </a:moveTo>
                  <a:lnTo>
                    <a:pt x="0" y="1928723"/>
                  </a:lnTo>
                </a:path>
                <a:path w="2131695" h="1929129">
                  <a:moveTo>
                    <a:pt x="710819" y="1928812"/>
                  </a:moveTo>
                  <a:lnTo>
                    <a:pt x="515111" y="1249680"/>
                  </a:lnTo>
                </a:path>
                <a:path w="2131695" h="1929129">
                  <a:moveTo>
                    <a:pt x="1886077" y="1248155"/>
                  </a:moveTo>
                  <a:lnTo>
                    <a:pt x="1421130" y="1928799"/>
                  </a:lnTo>
                </a:path>
                <a:path w="2131695" h="1929129">
                  <a:moveTo>
                    <a:pt x="1359408" y="0"/>
                  </a:moveTo>
                  <a:lnTo>
                    <a:pt x="1878838" y="668273"/>
                  </a:lnTo>
                </a:path>
                <a:path w="2131695" h="1929129">
                  <a:moveTo>
                    <a:pt x="2131568" y="1928876"/>
                  </a:moveTo>
                  <a:lnTo>
                    <a:pt x="1883664" y="1239011"/>
                  </a:lnTo>
                </a:path>
              </a:pathLst>
            </a:custGeom>
            <a:ln w="38100">
              <a:solidFill>
                <a:srgbClr val="000000"/>
              </a:solidFill>
            </a:ln>
          </p:spPr>
          <p:txBody>
            <a:bodyPr wrap="square" lIns="0" tIns="0" rIns="0" bIns="0" rtlCol="0"/>
            <a:lstStyle/>
            <a:p>
              <a:endParaRPr/>
            </a:p>
          </p:txBody>
        </p:sp>
        <p:sp>
          <p:nvSpPr>
            <p:cNvPr id="112" name="object 39">
              <a:extLst>
                <a:ext uri="{FF2B5EF4-FFF2-40B4-BE49-F238E27FC236}">
                  <a16:creationId xmlns:a16="http://schemas.microsoft.com/office/drawing/2014/main" id="{479665F4-96EA-544C-BC9C-FED6E5E40C67}"/>
                </a:ext>
              </a:extLst>
            </p:cNvPr>
            <p:cNvSpPr/>
            <p:nvPr/>
          </p:nvSpPr>
          <p:spPr>
            <a:xfrm>
              <a:off x="371093" y="6083045"/>
              <a:ext cx="778510" cy="731520"/>
            </a:xfrm>
            <a:custGeom>
              <a:avLst/>
              <a:gdLst/>
              <a:ahLst/>
              <a:cxnLst/>
              <a:rect l="l" t="t" r="r" b="b"/>
              <a:pathLst>
                <a:path w="778510" h="731520">
                  <a:moveTo>
                    <a:pt x="0" y="121919"/>
                  </a:moveTo>
                  <a:lnTo>
                    <a:pt x="9580" y="74462"/>
                  </a:lnTo>
                  <a:lnTo>
                    <a:pt x="35709" y="35709"/>
                  </a:lnTo>
                  <a:lnTo>
                    <a:pt x="74462" y="9580"/>
                  </a:lnTo>
                  <a:lnTo>
                    <a:pt x="121920" y="0"/>
                  </a:lnTo>
                  <a:lnTo>
                    <a:pt x="656082" y="0"/>
                  </a:lnTo>
                  <a:lnTo>
                    <a:pt x="703539" y="9580"/>
                  </a:lnTo>
                  <a:lnTo>
                    <a:pt x="742292" y="35709"/>
                  </a:lnTo>
                  <a:lnTo>
                    <a:pt x="768421" y="74462"/>
                  </a:lnTo>
                  <a:lnTo>
                    <a:pt x="778002" y="121919"/>
                  </a:lnTo>
                  <a:lnTo>
                    <a:pt x="778002" y="609599"/>
                  </a:lnTo>
                  <a:lnTo>
                    <a:pt x="768421" y="657056"/>
                  </a:lnTo>
                  <a:lnTo>
                    <a:pt x="742292" y="695809"/>
                  </a:lnTo>
                  <a:lnTo>
                    <a:pt x="703539" y="721938"/>
                  </a:lnTo>
                  <a:lnTo>
                    <a:pt x="656082" y="731519"/>
                  </a:lnTo>
                  <a:lnTo>
                    <a:pt x="121920" y="731519"/>
                  </a:lnTo>
                  <a:lnTo>
                    <a:pt x="74462" y="721938"/>
                  </a:lnTo>
                  <a:lnTo>
                    <a:pt x="35709" y="695809"/>
                  </a:lnTo>
                  <a:lnTo>
                    <a:pt x="9580" y="657056"/>
                  </a:lnTo>
                  <a:lnTo>
                    <a:pt x="0" y="609599"/>
                  </a:lnTo>
                  <a:lnTo>
                    <a:pt x="0" y="121919"/>
                  </a:lnTo>
                  <a:close/>
                </a:path>
              </a:pathLst>
            </a:custGeom>
            <a:ln w="38100">
              <a:solidFill>
                <a:srgbClr val="FF0000"/>
              </a:solidFill>
              <a:prstDash val="lgDash"/>
            </a:ln>
          </p:spPr>
          <p:txBody>
            <a:bodyPr wrap="square" lIns="0" tIns="0" rIns="0" bIns="0" rtlCol="0"/>
            <a:lstStyle/>
            <a:p>
              <a:endParaRPr/>
            </a:p>
          </p:txBody>
        </p:sp>
      </p:grpSp>
    </p:spTree>
    <p:extLst>
      <p:ext uri="{BB962C8B-B14F-4D97-AF65-F5344CB8AC3E}">
        <p14:creationId xmlns:p14="http://schemas.microsoft.com/office/powerpoint/2010/main" val="8195842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40" name="object 3">
            <a:extLst>
              <a:ext uri="{FF2B5EF4-FFF2-40B4-BE49-F238E27FC236}">
                <a16:creationId xmlns:a16="http://schemas.microsoft.com/office/drawing/2014/main" id="{2E62E1D9-D954-F543-BB3A-92C43A044952}"/>
              </a:ext>
            </a:extLst>
          </p:cNvPr>
          <p:cNvGraphicFramePr>
            <a:graphicFrameLocks noGrp="1"/>
          </p:cNvGraphicFramePr>
          <p:nvPr>
            <p:extLst>
              <p:ext uri="{D42A27DB-BD31-4B8C-83A1-F6EECF244321}">
                <p14:modId xmlns:p14="http://schemas.microsoft.com/office/powerpoint/2010/main" val="3536609954"/>
              </p:ext>
            </p:extLst>
          </p:nvPr>
        </p:nvGraphicFramePr>
        <p:xfrm>
          <a:off x="1458467" y="845306"/>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41" name="object 4">
            <a:extLst>
              <a:ext uri="{FF2B5EF4-FFF2-40B4-BE49-F238E27FC236}">
                <a16:creationId xmlns:a16="http://schemas.microsoft.com/office/drawing/2014/main" id="{2D72E154-BDDE-7248-8E57-2737DD399E76}"/>
              </a:ext>
            </a:extLst>
          </p:cNvPr>
          <p:cNvGraphicFramePr>
            <a:graphicFrameLocks noGrp="1"/>
          </p:cNvGraphicFramePr>
          <p:nvPr>
            <p:extLst>
              <p:ext uri="{D42A27DB-BD31-4B8C-83A1-F6EECF244321}">
                <p14:modId xmlns:p14="http://schemas.microsoft.com/office/powerpoint/2010/main" val="226805187"/>
              </p:ext>
            </p:extLst>
          </p:nvPr>
        </p:nvGraphicFramePr>
        <p:xfrm>
          <a:off x="1184376" y="1910708"/>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42" name="object 5">
            <a:extLst>
              <a:ext uri="{FF2B5EF4-FFF2-40B4-BE49-F238E27FC236}">
                <a16:creationId xmlns:a16="http://schemas.microsoft.com/office/drawing/2014/main" id="{10E96D36-C1EA-F447-BB53-086F83454CCC}"/>
              </a:ext>
            </a:extLst>
          </p:cNvPr>
          <p:cNvGraphicFramePr>
            <a:graphicFrameLocks noGrp="1"/>
          </p:cNvGraphicFramePr>
          <p:nvPr>
            <p:extLst>
              <p:ext uri="{D42A27DB-BD31-4B8C-83A1-F6EECF244321}">
                <p14:modId xmlns:p14="http://schemas.microsoft.com/office/powerpoint/2010/main" val="4186533785"/>
              </p:ext>
            </p:extLst>
          </p:nvPr>
        </p:nvGraphicFramePr>
        <p:xfrm>
          <a:off x="6281165" y="1915280"/>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43" name="object 6">
            <a:extLst>
              <a:ext uri="{FF2B5EF4-FFF2-40B4-BE49-F238E27FC236}">
                <a16:creationId xmlns:a16="http://schemas.microsoft.com/office/drawing/2014/main" id="{23C5C178-538E-9B4D-A99F-1146020B43DF}"/>
              </a:ext>
            </a:extLst>
          </p:cNvPr>
          <p:cNvSpPr/>
          <p:nvPr/>
        </p:nvSpPr>
        <p:spPr>
          <a:xfrm>
            <a:off x="3507485" y="1441824"/>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44" name="object 7">
            <a:extLst>
              <a:ext uri="{FF2B5EF4-FFF2-40B4-BE49-F238E27FC236}">
                <a16:creationId xmlns:a16="http://schemas.microsoft.com/office/drawing/2014/main" id="{F64D2859-9CBB-CA49-8909-6D75AE555D0A}"/>
              </a:ext>
            </a:extLst>
          </p:cNvPr>
          <p:cNvGraphicFramePr>
            <a:graphicFrameLocks noGrp="1"/>
          </p:cNvGraphicFramePr>
          <p:nvPr>
            <p:extLst>
              <p:ext uri="{D42A27DB-BD31-4B8C-83A1-F6EECF244321}">
                <p14:modId xmlns:p14="http://schemas.microsoft.com/office/powerpoint/2010/main" val="818149674"/>
              </p:ext>
            </p:extLst>
          </p:nvPr>
        </p:nvGraphicFramePr>
        <p:xfrm>
          <a:off x="961783" y="3063107"/>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45" name="object 8">
            <a:extLst>
              <a:ext uri="{FF2B5EF4-FFF2-40B4-BE49-F238E27FC236}">
                <a16:creationId xmlns:a16="http://schemas.microsoft.com/office/drawing/2014/main" id="{A6980E56-1F87-F64C-95F1-673C2684E375}"/>
              </a:ext>
            </a:extLst>
          </p:cNvPr>
          <p:cNvGraphicFramePr>
            <a:graphicFrameLocks noGrp="1"/>
          </p:cNvGraphicFramePr>
          <p:nvPr>
            <p:extLst>
              <p:ext uri="{D42A27DB-BD31-4B8C-83A1-F6EECF244321}">
                <p14:modId xmlns:p14="http://schemas.microsoft.com/office/powerpoint/2010/main" val="4045953206"/>
              </p:ext>
            </p:extLst>
          </p:nvPr>
        </p:nvGraphicFramePr>
        <p:xfrm>
          <a:off x="3556253" y="3056502"/>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46" name="object 9">
            <a:extLst>
              <a:ext uri="{FF2B5EF4-FFF2-40B4-BE49-F238E27FC236}">
                <a16:creationId xmlns:a16="http://schemas.microsoft.com/office/drawing/2014/main" id="{F559407A-8091-F444-A4BA-3E84C90384C9}"/>
              </a:ext>
            </a:extLst>
          </p:cNvPr>
          <p:cNvGraphicFramePr>
            <a:graphicFrameLocks noGrp="1"/>
          </p:cNvGraphicFramePr>
          <p:nvPr>
            <p:extLst>
              <p:ext uri="{D42A27DB-BD31-4B8C-83A1-F6EECF244321}">
                <p14:modId xmlns:p14="http://schemas.microsoft.com/office/powerpoint/2010/main" val="3107610190"/>
              </p:ext>
            </p:extLst>
          </p:nvPr>
        </p:nvGraphicFramePr>
        <p:xfrm>
          <a:off x="693140" y="4312787"/>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sp>
        <p:nvSpPr>
          <p:cNvPr id="47" name="object 10">
            <a:extLst>
              <a:ext uri="{FF2B5EF4-FFF2-40B4-BE49-F238E27FC236}">
                <a16:creationId xmlns:a16="http://schemas.microsoft.com/office/drawing/2014/main" id="{B172A30A-913E-E249-B71B-26EBAEE0AD86}"/>
              </a:ext>
            </a:extLst>
          </p:cNvPr>
          <p:cNvSpPr/>
          <p:nvPr/>
        </p:nvSpPr>
        <p:spPr>
          <a:xfrm>
            <a:off x="2057400" y="4308469"/>
            <a:ext cx="1190625" cy="615315"/>
          </a:xfrm>
          <a:custGeom>
            <a:avLst/>
            <a:gdLst/>
            <a:ahLst/>
            <a:cxnLst/>
            <a:rect l="l" t="t" r="r" b="b"/>
            <a:pathLst>
              <a:path w="1190625" h="615314">
                <a:moveTo>
                  <a:pt x="594994" y="0"/>
                </a:moveTo>
                <a:lnTo>
                  <a:pt x="594994" y="615314"/>
                </a:lnTo>
              </a:path>
              <a:path w="1190625" h="615314">
                <a:moveTo>
                  <a:pt x="19050" y="0"/>
                </a:moveTo>
                <a:lnTo>
                  <a:pt x="19050" y="615314"/>
                </a:lnTo>
              </a:path>
              <a:path w="1190625" h="615314">
                <a:moveTo>
                  <a:pt x="1171067" y="0"/>
                </a:moveTo>
                <a:lnTo>
                  <a:pt x="1171067" y="615314"/>
                </a:lnTo>
              </a:path>
              <a:path w="1190625" h="615314">
                <a:moveTo>
                  <a:pt x="0" y="19049"/>
                </a:moveTo>
                <a:lnTo>
                  <a:pt x="1190117" y="19049"/>
                </a:lnTo>
              </a:path>
              <a:path w="1190625" h="615314">
                <a:moveTo>
                  <a:pt x="0" y="596264"/>
                </a:moveTo>
                <a:lnTo>
                  <a:pt x="1190117" y="596264"/>
                </a:lnTo>
              </a:path>
            </a:pathLst>
          </a:custGeom>
          <a:ln w="38100">
            <a:solidFill>
              <a:srgbClr val="000000"/>
            </a:solidFill>
          </a:ln>
        </p:spPr>
        <p:txBody>
          <a:bodyPr wrap="square" lIns="0" tIns="0" rIns="0" bIns="0" rtlCol="0"/>
          <a:lstStyle/>
          <a:p>
            <a:endParaRPr/>
          </a:p>
        </p:txBody>
      </p:sp>
      <p:sp>
        <p:nvSpPr>
          <p:cNvPr id="48" name="object 11">
            <a:extLst>
              <a:ext uri="{FF2B5EF4-FFF2-40B4-BE49-F238E27FC236}">
                <a16:creationId xmlns:a16="http://schemas.microsoft.com/office/drawing/2014/main" id="{39C495F7-1F1B-A448-B22D-2856D911EE46}"/>
              </a:ext>
            </a:extLst>
          </p:cNvPr>
          <p:cNvSpPr/>
          <p:nvPr/>
        </p:nvSpPr>
        <p:spPr>
          <a:xfrm>
            <a:off x="3421507" y="4308469"/>
            <a:ext cx="2554605" cy="619760"/>
          </a:xfrm>
          <a:custGeom>
            <a:avLst/>
            <a:gdLst/>
            <a:ahLst/>
            <a:cxnLst/>
            <a:rect l="l" t="t" r="r" b="b"/>
            <a:pathLst>
              <a:path w="2554604" h="619760">
                <a:moveTo>
                  <a:pt x="595121" y="0"/>
                </a:moveTo>
                <a:lnTo>
                  <a:pt x="595121" y="615314"/>
                </a:lnTo>
              </a:path>
              <a:path w="2554604" h="619760">
                <a:moveTo>
                  <a:pt x="19050" y="0"/>
                </a:moveTo>
                <a:lnTo>
                  <a:pt x="19050" y="615314"/>
                </a:lnTo>
              </a:path>
              <a:path w="2554604" h="619760">
                <a:moveTo>
                  <a:pt x="1171193" y="0"/>
                </a:moveTo>
                <a:lnTo>
                  <a:pt x="1171193" y="615314"/>
                </a:lnTo>
              </a:path>
              <a:path w="2554604" h="619760">
                <a:moveTo>
                  <a:pt x="0" y="19049"/>
                </a:moveTo>
                <a:lnTo>
                  <a:pt x="1190243" y="19049"/>
                </a:lnTo>
              </a:path>
              <a:path w="2554604" h="619760">
                <a:moveTo>
                  <a:pt x="0" y="596264"/>
                </a:moveTo>
                <a:lnTo>
                  <a:pt x="1190243" y="596264"/>
                </a:lnTo>
              </a:path>
              <a:path w="2554604" h="619760">
                <a:moveTo>
                  <a:pt x="1959355" y="4317"/>
                </a:moveTo>
                <a:lnTo>
                  <a:pt x="1959355" y="619505"/>
                </a:lnTo>
              </a:path>
              <a:path w="2554604" h="619760">
                <a:moveTo>
                  <a:pt x="1383283" y="4317"/>
                </a:moveTo>
                <a:lnTo>
                  <a:pt x="1383283" y="619505"/>
                </a:lnTo>
              </a:path>
              <a:path w="2554604" h="619760">
                <a:moveTo>
                  <a:pt x="2535428" y="4317"/>
                </a:moveTo>
                <a:lnTo>
                  <a:pt x="2535428" y="619505"/>
                </a:lnTo>
              </a:path>
              <a:path w="2554604" h="619760">
                <a:moveTo>
                  <a:pt x="1364233" y="23367"/>
                </a:moveTo>
                <a:lnTo>
                  <a:pt x="2554478" y="23367"/>
                </a:lnTo>
              </a:path>
              <a:path w="2554604" h="619760">
                <a:moveTo>
                  <a:pt x="1364233" y="600455"/>
                </a:moveTo>
                <a:lnTo>
                  <a:pt x="2554478" y="600455"/>
                </a:lnTo>
              </a:path>
            </a:pathLst>
          </a:custGeom>
          <a:ln w="38100">
            <a:solidFill>
              <a:srgbClr val="000000"/>
            </a:solidFill>
          </a:ln>
        </p:spPr>
        <p:txBody>
          <a:bodyPr wrap="square" lIns="0" tIns="0" rIns="0" bIns="0" rtlCol="0"/>
          <a:lstStyle/>
          <a:p>
            <a:endParaRPr/>
          </a:p>
        </p:txBody>
      </p:sp>
      <p:graphicFrame>
        <p:nvGraphicFramePr>
          <p:cNvPr id="49" name="object 12">
            <a:extLst>
              <a:ext uri="{FF2B5EF4-FFF2-40B4-BE49-F238E27FC236}">
                <a16:creationId xmlns:a16="http://schemas.microsoft.com/office/drawing/2014/main" id="{1BEA141C-6FD2-7044-8D3D-5A578192159F}"/>
              </a:ext>
            </a:extLst>
          </p:cNvPr>
          <p:cNvGraphicFramePr>
            <a:graphicFrameLocks noGrp="1"/>
          </p:cNvGraphicFramePr>
          <p:nvPr>
            <p:extLst>
              <p:ext uri="{D42A27DB-BD31-4B8C-83A1-F6EECF244321}">
                <p14:modId xmlns:p14="http://schemas.microsoft.com/office/powerpoint/2010/main" val="760331949"/>
              </p:ext>
            </p:extLst>
          </p:nvPr>
        </p:nvGraphicFramePr>
        <p:xfrm>
          <a:off x="6150736" y="3061075"/>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0" name="object 13">
            <a:extLst>
              <a:ext uri="{FF2B5EF4-FFF2-40B4-BE49-F238E27FC236}">
                <a16:creationId xmlns:a16="http://schemas.microsoft.com/office/drawing/2014/main" id="{B8435900-0E6D-D747-8E52-1FF6D85C7E7E}"/>
              </a:ext>
            </a:extLst>
          </p:cNvPr>
          <p:cNvGraphicFramePr>
            <a:graphicFrameLocks noGrp="1"/>
          </p:cNvGraphicFramePr>
          <p:nvPr>
            <p:extLst>
              <p:ext uri="{D42A27DB-BD31-4B8C-83A1-F6EECF244321}">
                <p14:modId xmlns:p14="http://schemas.microsoft.com/office/powerpoint/2010/main" val="1534799264"/>
              </p:ext>
            </p:extLst>
          </p:nvPr>
        </p:nvGraphicFramePr>
        <p:xfrm>
          <a:off x="8745219" y="3061075"/>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51" name="object 14">
            <a:extLst>
              <a:ext uri="{FF2B5EF4-FFF2-40B4-BE49-F238E27FC236}">
                <a16:creationId xmlns:a16="http://schemas.microsoft.com/office/drawing/2014/main" id="{54704B28-2CA5-FD49-B94C-28198E98AC42}"/>
              </a:ext>
            </a:extLst>
          </p:cNvPr>
          <p:cNvSpPr/>
          <p:nvPr/>
        </p:nvSpPr>
        <p:spPr>
          <a:xfrm>
            <a:off x="6149975" y="4308469"/>
            <a:ext cx="2554605" cy="615315"/>
          </a:xfrm>
          <a:custGeom>
            <a:avLst/>
            <a:gdLst/>
            <a:ahLst/>
            <a:cxnLst/>
            <a:rect l="l" t="t" r="r" b="b"/>
            <a:pathLst>
              <a:path w="2554604" h="615314">
                <a:moveTo>
                  <a:pt x="595122" y="0"/>
                </a:moveTo>
                <a:lnTo>
                  <a:pt x="595122" y="615314"/>
                </a:lnTo>
              </a:path>
              <a:path w="2554604" h="615314">
                <a:moveTo>
                  <a:pt x="19050" y="0"/>
                </a:moveTo>
                <a:lnTo>
                  <a:pt x="19050" y="615314"/>
                </a:lnTo>
              </a:path>
              <a:path w="2554604" h="615314">
                <a:moveTo>
                  <a:pt x="1171194" y="0"/>
                </a:moveTo>
                <a:lnTo>
                  <a:pt x="1171194" y="615314"/>
                </a:lnTo>
              </a:path>
              <a:path w="2554604" h="615314">
                <a:moveTo>
                  <a:pt x="0" y="19049"/>
                </a:moveTo>
                <a:lnTo>
                  <a:pt x="1190244" y="19049"/>
                </a:lnTo>
              </a:path>
              <a:path w="2554604" h="615314">
                <a:moveTo>
                  <a:pt x="0" y="596264"/>
                </a:moveTo>
                <a:lnTo>
                  <a:pt x="1190244" y="596264"/>
                </a:lnTo>
              </a:path>
              <a:path w="2554604" h="615314">
                <a:moveTo>
                  <a:pt x="1959228" y="0"/>
                </a:moveTo>
                <a:lnTo>
                  <a:pt x="1959228" y="615314"/>
                </a:lnTo>
              </a:path>
              <a:path w="2554604" h="615314">
                <a:moveTo>
                  <a:pt x="1383156" y="0"/>
                </a:moveTo>
                <a:lnTo>
                  <a:pt x="1383156" y="615314"/>
                </a:lnTo>
              </a:path>
              <a:path w="2554604" h="615314">
                <a:moveTo>
                  <a:pt x="2535301" y="0"/>
                </a:moveTo>
                <a:lnTo>
                  <a:pt x="2535301" y="615314"/>
                </a:lnTo>
              </a:path>
              <a:path w="2554604" h="615314">
                <a:moveTo>
                  <a:pt x="1364106" y="19049"/>
                </a:moveTo>
                <a:lnTo>
                  <a:pt x="2554351" y="19049"/>
                </a:lnTo>
              </a:path>
              <a:path w="2554604" h="615314">
                <a:moveTo>
                  <a:pt x="1364106" y="596264"/>
                </a:moveTo>
                <a:lnTo>
                  <a:pt x="2554351" y="596264"/>
                </a:lnTo>
              </a:path>
            </a:pathLst>
          </a:custGeom>
          <a:ln w="38100">
            <a:solidFill>
              <a:srgbClr val="000000"/>
            </a:solidFill>
          </a:ln>
        </p:spPr>
        <p:txBody>
          <a:bodyPr wrap="square" lIns="0" tIns="0" rIns="0" bIns="0" rtlCol="0"/>
          <a:lstStyle/>
          <a:p>
            <a:endParaRPr/>
          </a:p>
        </p:txBody>
      </p:sp>
      <p:sp>
        <p:nvSpPr>
          <p:cNvPr id="52" name="object 15">
            <a:extLst>
              <a:ext uri="{FF2B5EF4-FFF2-40B4-BE49-F238E27FC236}">
                <a16:creationId xmlns:a16="http://schemas.microsoft.com/office/drawing/2014/main" id="{C9684F24-BD04-224B-9459-72C0624CAB9B}"/>
              </a:ext>
            </a:extLst>
          </p:cNvPr>
          <p:cNvSpPr/>
          <p:nvPr/>
        </p:nvSpPr>
        <p:spPr>
          <a:xfrm>
            <a:off x="8878316" y="4308469"/>
            <a:ext cx="2554605" cy="615315"/>
          </a:xfrm>
          <a:custGeom>
            <a:avLst/>
            <a:gdLst/>
            <a:ahLst/>
            <a:cxnLst/>
            <a:rect l="l" t="t" r="r" b="b"/>
            <a:pathLst>
              <a:path w="2554604" h="615314">
                <a:moveTo>
                  <a:pt x="595122" y="0"/>
                </a:moveTo>
                <a:lnTo>
                  <a:pt x="595122" y="615314"/>
                </a:lnTo>
              </a:path>
              <a:path w="2554604" h="615314">
                <a:moveTo>
                  <a:pt x="19050" y="0"/>
                </a:moveTo>
                <a:lnTo>
                  <a:pt x="19050" y="615314"/>
                </a:lnTo>
              </a:path>
              <a:path w="2554604" h="615314">
                <a:moveTo>
                  <a:pt x="1171193" y="0"/>
                </a:moveTo>
                <a:lnTo>
                  <a:pt x="1171193" y="615314"/>
                </a:lnTo>
              </a:path>
              <a:path w="2554604" h="615314">
                <a:moveTo>
                  <a:pt x="0" y="19049"/>
                </a:moveTo>
                <a:lnTo>
                  <a:pt x="1190243" y="19049"/>
                </a:lnTo>
              </a:path>
              <a:path w="2554604" h="615314">
                <a:moveTo>
                  <a:pt x="0" y="596264"/>
                </a:moveTo>
                <a:lnTo>
                  <a:pt x="1190243" y="596264"/>
                </a:lnTo>
              </a:path>
              <a:path w="2554604" h="615314">
                <a:moveTo>
                  <a:pt x="1959355" y="0"/>
                </a:moveTo>
                <a:lnTo>
                  <a:pt x="1959355" y="615314"/>
                </a:lnTo>
              </a:path>
              <a:path w="2554604" h="615314">
                <a:moveTo>
                  <a:pt x="1383283" y="0"/>
                </a:moveTo>
                <a:lnTo>
                  <a:pt x="1383283" y="615314"/>
                </a:lnTo>
              </a:path>
              <a:path w="2554604" h="615314">
                <a:moveTo>
                  <a:pt x="2535428" y="0"/>
                </a:moveTo>
                <a:lnTo>
                  <a:pt x="2535428" y="615314"/>
                </a:lnTo>
              </a:path>
              <a:path w="2554604" h="615314">
                <a:moveTo>
                  <a:pt x="1364233" y="19049"/>
                </a:moveTo>
                <a:lnTo>
                  <a:pt x="2554478" y="19049"/>
                </a:lnTo>
              </a:path>
              <a:path w="2554604" h="615314">
                <a:moveTo>
                  <a:pt x="1364233" y="596264"/>
                </a:moveTo>
                <a:lnTo>
                  <a:pt x="2554478" y="596264"/>
                </a:lnTo>
              </a:path>
            </a:pathLst>
          </a:custGeom>
          <a:ln w="38100">
            <a:solidFill>
              <a:srgbClr val="000000"/>
            </a:solidFill>
          </a:ln>
        </p:spPr>
        <p:txBody>
          <a:bodyPr wrap="square" lIns="0" tIns="0" rIns="0" bIns="0" rtlCol="0"/>
          <a:lstStyle/>
          <a:p>
            <a:endParaRPr/>
          </a:p>
        </p:txBody>
      </p:sp>
      <p:sp>
        <p:nvSpPr>
          <p:cNvPr id="53" name="object 16">
            <a:extLst>
              <a:ext uri="{FF2B5EF4-FFF2-40B4-BE49-F238E27FC236}">
                <a16:creationId xmlns:a16="http://schemas.microsoft.com/office/drawing/2014/main" id="{25ECCC99-E4A2-4442-BFEB-6BFF4EB8648A}"/>
              </a:ext>
            </a:extLst>
          </p:cNvPr>
          <p:cNvSpPr txBox="1"/>
          <p:nvPr/>
        </p:nvSpPr>
        <p:spPr>
          <a:xfrm>
            <a:off x="485317" y="558829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54" name="object 17">
            <a:extLst>
              <a:ext uri="{FF2B5EF4-FFF2-40B4-BE49-F238E27FC236}">
                <a16:creationId xmlns:a16="http://schemas.microsoft.com/office/drawing/2014/main" id="{DD1D761A-73C8-174C-A4AD-7F97A069B8BC}"/>
              </a:ext>
            </a:extLst>
          </p:cNvPr>
          <p:cNvSpPr txBox="1"/>
          <p:nvPr/>
        </p:nvSpPr>
        <p:spPr>
          <a:xfrm>
            <a:off x="1195882" y="5588095"/>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55" name="object 18">
            <a:extLst>
              <a:ext uri="{FF2B5EF4-FFF2-40B4-BE49-F238E27FC236}">
                <a16:creationId xmlns:a16="http://schemas.microsoft.com/office/drawing/2014/main" id="{EF7D8E54-6E27-E54A-A0FF-38A87135C80D}"/>
              </a:ext>
            </a:extLst>
          </p:cNvPr>
          <p:cNvSpPr txBox="1"/>
          <p:nvPr/>
        </p:nvSpPr>
        <p:spPr>
          <a:xfrm>
            <a:off x="1906397" y="5588095"/>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56" name="object 19">
            <a:extLst>
              <a:ext uri="{FF2B5EF4-FFF2-40B4-BE49-F238E27FC236}">
                <a16:creationId xmlns:a16="http://schemas.microsoft.com/office/drawing/2014/main" id="{5BBA244F-D7C2-2F46-A25B-4B3E59BE48F8}"/>
              </a:ext>
            </a:extLst>
          </p:cNvPr>
          <p:cNvSpPr txBox="1"/>
          <p:nvPr/>
        </p:nvSpPr>
        <p:spPr>
          <a:xfrm>
            <a:off x="2616961" y="5588095"/>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57" name="object 20">
            <a:extLst>
              <a:ext uri="{FF2B5EF4-FFF2-40B4-BE49-F238E27FC236}">
                <a16:creationId xmlns:a16="http://schemas.microsoft.com/office/drawing/2014/main" id="{D1DD3C31-F131-034B-9F5D-C1EFDD91E1C8}"/>
              </a:ext>
            </a:extLst>
          </p:cNvPr>
          <p:cNvSpPr txBox="1"/>
          <p:nvPr/>
        </p:nvSpPr>
        <p:spPr>
          <a:xfrm>
            <a:off x="3327527" y="5588095"/>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58" name="object 21">
            <a:extLst>
              <a:ext uri="{FF2B5EF4-FFF2-40B4-BE49-F238E27FC236}">
                <a16:creationId xmlns:a16="http://schemas.microsoft.com/office/drawing/2014/main" id="{46CDC2E3-780D-0146-A872-FC978797A4E2}"/>
              </a:ext>
            </a:extLst>
          </p:cNvPr>
          <p:cNvSpPr txBox="1"/>
          <p:nvPr/>
        </p:nvSpPr>
        <p:spPr>
          <a:xfrm>
            <a:off x="4038219" y="5588095"/>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59" name="object 22">
            <a:extLst>
              <a:ext uri="{FF2B5EF4-FFF2-40B4-BE49-F238E27FC236}">
                <a16:creationId xmlns:a16="http://schemas.microsoft.com/office/drawing/2014/main" id="{E80F24DE-7DF7-F14F-B9E4-CAEEBBE3D6B2}"/>
              </a:ext>
            </a:extLst>
          </p:cNvPr>
          <p:cNvSpPr txBox="1"/>
          <p:nvPr/>
        </p:nvSpPr>
        <p:spPr>
          <a:xfrm>
            <a:off x="4748784" y="5588095"/>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60" name="object 23">
            <a:extLst>
              <a:ext uri="{FF2B5EF4-FFF2-40B4-BE49-F238E27FC236}">
                <a16:creationId xmlns:a16="http://schemas.microsoft.com/office/drawing/2014/main" id="{153862CB-8D72-4949-B82A-D9906D592688}"/>
              </a:ext>
            </a:extLst>
          </p:cNvPr>
          <p:cNvSpPr txBox="1"/>
          <p:nvPr/>
        </p:nvSpPr>
        <p:spPr>
          <a:xfrm>
            <a:off x="5459348" y="5588095"/>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61" name="object 24">
            <a:extLst>
              <a:ext uri="{FF2B5EF4-FFF2-40B4-BE49-F238E27FC236}">
                <a16:creationId xmlns:a16="http://schemas.microsoft.com/office/drawing/2014/main" id="{D57E3F1B-41F6-5E40-AB6A-DE58BD73F34F}"/>
              </a:ext>
            </a:extLst>
          </p:cNvPr>
          <p:cNvSpPr txBox="1"/>
          <p:nvPr/>
        </p:nvSpPr>
        <p:spPr>
          <a:xfrm>
            <a:off x="6169914" y="5590826"/>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62" name="object 25">
            <a:extLst>
              <a:ext uri="{FF2B5EF4-FFF2-40B4-BE49-F238E27FC236}">
                <a16:creationId xmlns:a16="http://schemas.microsoft.com/office/drawing/2014/main" id="{71963A99-3968-8E44-8138-2AB9BD3A3259}"/>
              </a:ext>
            </a:extLst>
          </p:cNvPr>
          <p:cNvSpPr txBox="1"/>
          <p:nvPr/>
        </p:nvSpPr>
        <p:spPr>
          <a:xfrm>
            <a:off x="6880479" y="5590826"/>
            <a:ext cx="575945"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98" name="object 26">
            <a:extLst>
              <a:ext uri="{FF2B5EF4-FFF2-40B4-BE49-F238E27FC236}">
                <a16:creationId xmlns:a16="http://schemas.microsoft.com/office/drawing/2014/main" id="{936C79F5-F4FF-5341-BFF0-52B2EB5B9253}"/>
              </a:ext>
            </a:extLst>
          </p:cNvPr>
          <p:cNvSpPr txBox="1"/>
          <p:nvPr/>
        </p:nvSpPr>
        <p:spPr>
          <a:xfrm>
            <a:off x="7591043" y="5590826"/>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99" name="object 27">
            <a:extLst>
              <a:ext uri="{FF2B5EF4-FFF2-40B4-BE49-F238E27FC236}">
                <a16:creationId xmlns:a16="http://schemas.microsoft.com/office/drawing/2014/main" id="{99DC07DE-6117-EF42-B161-ED7683DAB231}"/>
              </a:ext>
            </a:extLst>
          </p:cNvPr>
          <p:cNvSpPr txBox="1"/>
          <p:nvPr/>
        </p:nvSpPr>
        <p:spPr>
          <a:xfrm>
            <a:off x="8301608" y="5588438"/>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00" name="object 28">
            <a:extLst>
              <a:ext uri="{FF2B5EF4-FFF2-40B4-BE49-F238E27FC236}">
                <a16:creationId xmlns:a16="http://schemas.microsoft.com/office/drawing/2014/main" id="{A50560F2-D194-FA4A-8B30-63D7E3B87E69}"/>
              </a:ext>
            </a:extLst>
          </p:cNvPr>
          <p:cNvSpPr txBox="1"/>
          <p:nvPr/>
        </p:nvSpPr>
        <p:spPr>
          <a:xfrm>
            <a:off x="9012173" y="5585746"/>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01" name="object 29">
            <a:extLst>
              <a:ext uri="{FF2B5EF4-FFF2-40B4-BE49-F238E27FC236}">
                <a16:creationId xmlns:a16="http://schemas.microsoft.com/office/drawing/2014/main" id="{18599E90-6B93-1A40-9E39-E62ED23AE68B}"/>
              </a:ext>
            </a:extLst>
          </p:cNvPr>
          <p:cNvSpPr txBox="1"/>
          <p:nvPr/>
        </p:nvSpPr>
        <p:spPr>
          <a:xfrm>
            <a:off x="9722739" y="5585746"/>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02" name="object 30">
            <a:extLst>
              <a:ext uri="{FF2B5EF4-FFF2-40B4-BE49-F238E27FC236}">
                <a16:creationId xmlns:a16="http://schemas.microsoft.com/office/drawing/2014/main" id="{FA8D87EE-AC5A-E24A-A095-A48747654906}"/>
              </a:ext>
            </a:extLst>
          </p:cNvPr>
          <p:cNvSpPr txBox="1"/>
          <p:nvPr/>
        </p:nvSpPr>
        <p:spPr>
          <a:xfrm>
            <a:off x="10433304" y="5585746"/>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03" name="object 31">
            <a:extLst>
              <a:ext uri="{FF2B5EF4-FFF2-40B4-BE49-F238E27FC236}">
                <a16:creationId xmlns:a16="http://schemas.microsoft.com/office/drawing/2014/main" id="{40B9B1A5-A4F3-244A-8FD0-B14E5BE18D07}"/>
              </a:ext>
            </a:extLst>
          </p:cNvPr>
          <p:cNvSpPr txBox="1"/>
          <p:nvPr/>
        </p:nvSpPr>
        <p:spPr>
          <a:xfrm>
            <a:off x="11143868" y="5585746"/>
            <a:ext cx="576580" cy="577215"/>
          </a:xfrm>
          <a:prstGeom prst="rect">
            <a:avLst/>
          </a:prstGeom>
          <a:solidFill>
            <a:srgbClr val="92D050"/>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
        <p:nvSpPr>
          <p:cNvPr id="104" name="object 32">
            <a:extLst>
              <a:ext uri="{FF2B5EF4-FFF2-40B4-BE49-F238E27FC236}">
                <a16:creationId xmlns:a16="http://schemas.microsoft.com/office/drawing/2014/main" id="{D2BB091C-2592-6045-B54C-A64E1D76EA0C}"/>
              </a:ext>
            </a:extLst>
          </p:cNvPr>
          <p:cNvSpPr/>
          <p:nvPr/>
        </p:nvSpPr>
        <p:spPr>
          <a:xfrm>
            <a:off x="2132838" y="2507100"/>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105" name="object 33">
            <a:extLst>
              <a:ext uri="{FF2B5EF4-FFF2-40B4-BE49-F238E27FC236}">
                <a16:creationId xmlns:a16="http://schemas.microsoft.com/office/drawing/2014/main" id="{D863461D-0F6C-0346-A88F-BB5B7DE99576}"/>
              </a:ext>
            </a:extLst>
          </p:cNvPr>
          <p:cNvSpPr/>
          <p:nvPr/>
        </p:nvSpPr>
        <p:spPr>
          <a:xfrm>
            <a:off x="7322057" y="2511673"/>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106" name="object 34">
            <a:extLst>
              <a:ext uri="{FF2B5EF4-FFF2-40B4-BE49-F238E27FC236}">
                <a16:creationId xmlns:a16="http://schemas.microsoft.com/office/drawing/2014/main" id="{7034037A-CCDB-674F-B005-7D1727769B4B}"/>
              </a:ext>
            </a:extLst>
          </p:cNvPr>
          <p:cNvSpPr/>
          <p:nvPr/>
        </p:nvSpPr>
        <p:spPr>
          <a:xfrm>
            <a:off x="773430" y="3659244"/>
            <a:ext cx="2131695" cy="1929130"/>
          </a:xfrm>
          <a:custGeom>
            <a:avLst/>
            <a:gdLst/>
            <a:ahLst/>
            <a:cxnLst/>
            <a:rect l="l" t="t" r="r" b="b"/>
            <a:pathLst>
              <a:path w="2131695" h="1929129">
                <a:moveTo>
                  <a:pt x="1359789" y="0"/>
                </a:moveTo>
                <a:lnTo>
                  <a:pt x="515111" y="672591"/>
                </a:lnTo>
              </a:path>
              <a:path w="2131695" h="1929129">
                <a:moveTo>
                  <a:pt x="543433" y="1227581"/>
                </a:moveTo>
                <a:lnTo>
                  <a:pt x="0" y="1928723"/>
                </a:lnTo>
              </a:path>
              <a:path w="2131695" h="1929129">
                <a:moveTo>
                  <a:pt x="710819" y="1928812"/>
                </a:moveTo>
                <a:lnTo>
                  <a:pt x="515111" y="1249680"/>
                </a:lnTo>
              </a:path>
              <a:path w="2131695" h="1929129">
                <a:moveTo>
                  <a:pt x="1886077" y="1248155"/>
                </a:moveTo>
                <a:lnTo>
                  <a:pt x="1421130" y="1928799"/>
                </a:lnTo>
              </a:path>
              <a:path w="2131695" h="1929129">
                <a:moveTo>
                  <a:pt x="1359408" y="0"/>
                </a:moveTo>
                <a:lnTo>
                  <a:pt x="1878838" y="668273"/>
                </a:lnTo>
              </a:path>
              <a:path w="2131695" h="1929129">
                <a:moveTo>
                  <a:pt x="2131568" y="1928876"/>
                </a:moveTo>
                <a:lnTo>
                  <a:pt x="1883664" y="1239011"/>
                </a:lnTo>
              </a:path>
            </a:pathLst>
          </a:custGeom>
          <a:ln w="38100">
            <a:solidFill>
              <a:srgbClr val="000000"/>
            </a:solidFill>
          </a:ln>
        </p:spPr>
        <p:txBody>
          <a:bodyPr wrap="square" lIns="0" tIns="0" rIns="0" bIns="0" rtlCol="0"/>
          <a:lstStyle/>
          <a:p>
            <a:endParaRPr/>
          </a:p>
        </p:txBody>
      </p:sp>
      <p:sp>
        <p:nvSpPr>
          <p:cNvPr id="107" name="object 35">
            <a:extLst>
              <a:ext uri="{FF2B5EF4-FFF2-40B4-BE49-F238E27FC236}">
                <a16:creationId xmlns:a16="http://schemas.microsoft.com/office/drawing/2014/main" id="{0D32EA5B-EB68-C949-B8C0-A49BC5821737}"/>
              </a:ext>
            </a:extLst>
          </p:cNvPr>
          <p:cNvSpPr/>
          <p:nvPr/>
        </p:nvSpPr>
        <p:spPr>
          <a:xfrm>
            <a:off x="3615690" y="3669913"/>
            <a:ext cx="2067560" cy="1922145"/>
          </a:xfrm>
          <a:custGeom>
            <a:avLst/>
            <a:gdLst/>
            <a:ahLst/>
            <a:cxnLst/>
            <a:rect l="l" t="t" r="r" b="b"/>
            <a:pathLst>
              <a:path w="2067560" h="1922145">
                <a:moveTo>
                  <a:pt x="1111631" y="0"/>
                </a:moveTo>
                <a:lnTo>
                  <a:pt x="400812" y="657606"/>
                </a:lnTo>
              </a:path>
              <a:path w="2067560" h="1922145">
                <a:moveTo>
                  <a:pt x="407162" y="1245870"/>
                </a:moveTo>
                <a:lnTo>
                  <a:pt x="0" y="1918144"/>
                </a:lnTo>
              </a:path>
              <a:path w="2067560" h="1922145">
                <a:moveTo>
                  <a:pt x="1750187" y="1251204"/>
                </a:moveTo>
                <a:lnTo>
                  <a:pt x="1421130" y="1918296"/>
                </a:lnTo>
              </a:path>
              <a:path w="2067560" h="1922145">
                <a:moveTo>
                  <a:pt x="1119377" y="1524"/>
                </a:moveTo>
                <a:lnTo>
                  <a:pt x="1765300" y="661797"/>
                </a:lnTo>
              </a:path>
              <a:path w="2067560" h="1922145">
                <a:moveTo>
                  <a:pt x="710184" y="1918119"/>
                </a:moveTo>
                <a:lnTo>
                  <a:pt x="409194" y="1242822"/>
                </a:lnTo>
              </a:path>
              <a:path w="2067560" h="1922145">
                <a:moveTo>
                  <a:pt x="2067306" y="1921929"/>
                </a:moveTo>
                <a:lnTo>
                  <a:pt x="1766315" y="1246632"/>
                </a:lnTo>
              </a:path>
            </a:pathLst>
          </a:custGeom>
          <a:ln w="38100">
            <a:solidFill>
              <a:srgbClr val="000000"/>
            </a:solidFill>
          </a:ln>
        </p:spPr>
        <p:txBody>
          <a:bodyPr wrap="square" lIns="0" tIns="0" rIns="0" bIns="0" rtlCol="0"/>
          <a:lstStyle/>
          <a:p>
            <a:endParaRPr/>
          </a:p>
        </p:txBody>
      </p:sp>
      <p:sp>
        <p:nvSpPr>
          <p:cNvPr id="108" name="object 36">
            <a:extLst>
              <a:ext uri="{FF2B5EF4-FFF2-40B4-BE49-F238E27FC236}">
                <a16:creationId xmlns:a16="http://schemas.microsoft.com/office/drawing/2014/main" id="{2F3C373A-E073-3E4E-96DD-5F0874B0DF0D}"/>
              </a:ext>
            </a:extLst>
          </p:cNvPr>
          <p:cNvSpPr/>
          <p:nvPr/>
        </p:nvSpPr>
        <p:spPr>
          <a:xfrm>
            <a:off x="6429755" y="3650863"/>
            <a:ext cx="2159635" cy="1940560"/>
          </a:xfrm>
          <a:custGeom>
            <a:avLst/>
            <a:gdLst/>
            <a:ahLst/>
            <a:cxnLst/>
            <a:rect l="l" t="t" r="r" b="b"/>
            <a:pathLst>
              <a:path w="2159634" h="1940560">
                <a:moveTo>
                  <a:pt x="874522" y="0"/>
                </a:moveTo>
                <a:lnTo>
                  <a:pt x="315468" y="676402"/>
                </a:lnTo>
              </a:path>
              <a:path w="2159634" h="1940560">
                <a:moveTo>
                  <a:pt x="329057" y="1248156"/>
                </a:moveTo>
                <a:lnTo>
                  <a:pt x="0" y="1915248"/>
                </a:lnTo>
              </a:path>
              <a:path w="2159634" h="1940560">
                <a:moveTo>
                  <a:pt x="1669542" y="1258824"/>
                </a:moveTo>
                <a:lnTo>
                  <a:pt x="1449324" y="1939988"/>
                </a:lnTo>
              </a:path>
              <a:path w="2159634" h="1940560">
                <a:moveTo>
                  <a:pt x="938784" y="10668"/>
                </a:moveTo>
                <a:lnTo>
                  <a:pt x="1679575" y="676529"/>
                </a:lnTo>
              </a:path>
              <a:path w="2159634" h="1940560">
                <a:moveTo>
                  <a:pt x="738377" y="1939721"/>
                </a:moveTo>
                <a:lnTo>
                  <a:pt x="320801" y="1250442"/>
                </a:lnTo>
              </a:path>
              <a:path w="2159634" h="1940560">
                <a:moveTo>
                  <a:pt x="2159635" y="1937512"/>
                </a:moveTo>
                <a:lnTo>
                  <a:pt x="1682496" y="1261872"/>
                </a:lnTo>
              </a:path>
            </a:pathLst>
          </a:custGeom>
          <a:ln w="38100">
            <a:solidFill>
              <a:srgbClr val="000000"/>
            </a:solidFill>
          </a:ln>
        </p:spPr>
        <p:txBody>
          <a:bodyPr wrap="square" lIns="0" tIns="0" rIns="0" bIns="0" rtlCol="0"/>
          <a:lstStyle/>
          <a:p>
            <a:endParaRPr/>
          </a:p>
        </p:txBody>
      </p:sp>
      <p:sp>
        <p:nvSpPr>
          <p:cNvPr id="109" name="object 37">
            <a:extLst>
              <a:ext uri="{FF2B5EF4-FFF2-40B4-BE49-F238E27FC236}">
                <a16:creationId xmlns:a16="http://schemas.microsoft.com/office/drawing/2014/main" id="{733E1159-F5DA-8F4B-B350-0EA3586710E5}"/>
              </a:ext>
            </a:extLst>
          </p:cNvPr>
          <p:cNvSpPr/>
          <p:nvPr/>
        </p:nvSpPr>
        <p:spPr>
          <a:xfrm>
            <a:off x="9300209" y="3658482"/>
            <a:ext cx="2132330" cy="1927860"/>
          </a:xfrm>
          <a:custGeom>
            <a:avLst/>
            <a:gdLst/>
            <a:ahLst/>
            <a:cxnLst/>
            <a:rect l="l" t="t" r="r" b="b"/>
            <a:pathLst>
              <a:path w="2132329" h="1927860">
                <a:moveTo>
                  <a:pt x="615061" y="0"/>
                </a:moveTo>
                <a:lnTo>
                  <a:pt x="172974" y="669416"/>
                </a:lnTo>
              </a:path>
              <a:path w="2132329" h="1927860">
                <a:moveTo>
                  <a:pt x="146685" y="1244345"/>
                </a:moveTo>
                <a:lnTo>
                  <a:pt x="0" y="1927402"/>
                </a:lnTo>
              </a:path>
              <a:path w="2132329" h="1927860">
                <a:moveTo>
                  <a:pt x="1525143" y="1253489"/>
                </a:moveTo>
                <a:lnTo>
                  <a:pt x="1421130" y="1926958"/>
                </a:lnTo>
              </a:path>
              <a:path w="2132329" h="1927860">
                <a:moveTo>
                  <a:pt x="654558" y="4571"/>
                </a:moveTo>
                <a:lnTo>
                  <a:pt x="1537462" y="669416"/>
                </a:lnTo>
              </a:path>
              <a:path w="2132329" h="1927860">
                <a:moveTo>
                  <a:pt x="710438" y="1926983"/>
                </a:moveTo>
                <a:lnTo>
                  <a:pt x="164592" y="1255776"/>
                </a:lnTo>
              </a:path>
              <a:path w="2132329" h="1927860">
                <a:moveTo>
                  <a:pt x="2131822" y="1927288"/>
                </a:moveTo>
                <a:lnTo>
                  <a:pt x="1540764" y="1239773"/>
                </a:lnTo>
              </a:path>
            </a:pathLst>
          </a:custGeom>
          <a:ln w="38100">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39756394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38" name="object 3">
            <a:extLst>
              <a:ext uri="{FF2B5EF4-FFF2-40B4-BE49-F238E27FC236}">
                <a16:creationId xmlns:a16="http://schemas.microsoft.com/office/drawing/2014/main" id="{6843CCC3-8334-CF48-9AC7-BF029FE4CA08}"/>
              </a:ext>
            </a:extLst>
          </p:cNvPr>
          <p:cNvGraphicFramePr>
            <a:graphicFrameLocks noGrp="1"/>
          </p:cNvGraphicFramePr>
          <p:nvPr>
            <p:extLst>
              <p:ext uri="{D42A27DB-BD31-4B8C-83A1-F6EECF244321}">
                <p14:modId xmlns:p14="http://schemas.microsoft.com/office/powerpoint/2010/main" val="4228346649"/>
              </p:ext>
            </p:extLst>
          </p:nvPr>
        </p:nvGraphicFramePr>
        <p:xfrm>
          <a:off x="1458467" y="868752"/>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39" name="object 4">
            <a:extLst>
              <a:ext uri="{FF2B5EF4-FFF2-40B4-BE49-F238E27FC236}">
                <a16:creationId xmlns:a16="http://schemas.microsoft.com/office/drawing/2014/main" id="{A95DF235-3C83-7F46-AFAA-0BDE02001BC8}"/>
              </a:ext>
            </a:extLst>
          </p:cNvPr>
          <p:cNvGraphicFramePr>
            <a:graphicFrameLocks noGrp="1"/>
          </p:cNvGraphicFramePr>
          <p:nvPr>
            <p:extLst>
              <p:ext uri="{D42A27DB-BD31-4B8C-83A1-F6EECF244321}">
                <p14:modId xmlns:p14="http://schemas.microsoft.com/office/powerpoint/2010/main" val="1588005225"/>
              </p:ext>
            </p:extLst>
          </p:nvPr>
        </p:nvGraphicFramePr>
        <p:xfrm>
          <a:off x="1184376" y="1934154"/>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3" name="object 5">
            <a:extLst>
              <a:ext uri="{FF2B5EF4-FFF2-40B4-BE49-F238E27FC236}">
                <a16:creationId xmlns:a16="http://schemas.microsoft.com/office/drawing/2014/main" id="{2709E0C3-4465-5D4E-B332-35E47B852365}"/>
              </a:ext>
            </a:extLst>
          </p:cNvPr>
          <p:cNvGraphicFramePr>
            <a:graphicFrameLocks noGrp="1"/>
          </p:cNvGraphicFramePr>
          <p:nvPr>
            <p:extLst>
              <p:ext uri="{D42A27DB-BD31-4B8C-83A1-F6EECF244321}">
                <p14:modId xmlns:p14="http://schemas.microsoft.com/office/powerpoint/2010/main" val="2548988115"/>
              </p:ext>
            </p:extLst>
          </p:nvPr>
        </p:nvGraphicFramePr>
        <p:xfrm>
          <a:off x="6281165" y="1938726"/>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64" name="object 6">
            <a:extLst>
              <a:ext uri="{FF2B5EF4-FFF2-40B4-BE49-F238E27FC236}">
                <a16:creationId xmlns:a16="http://schemas.microsoft.com/office/drawing/2014/main" id="{D0047BCA-EB29-4646-8FF4-D3561EEFBF0E}"/>
              </a:ext>
            </a:extLst>
          </p:cNvPr>
          <p:cNvSpPr/>
          <p:nvPr/>
        </p:nvSpPr>
        <p:spPr>
          <a:xfrm>
            <a:off x="3507485" y="1465270"/>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65" name="object 7">
            <a:extLst>
              <a:ext uri="{FF2B5EF4-FFF2-40B4-BE49-F238E27FC236}">
                <a16:creationId xmlns:a16="http://schemas.microsoft.com/office/drawing/2014/main" id="{CA177238-C59C-2440-AD89-48B9BBD650BE}"/>
              </a:ext>
            </a:extLst>
          </p:cNvPr>
          <p:cNvGraphicFramePr>
            <a:graphicFrameLocks noGrp="1"/>
          </p:cNvGraphicFramePr>
          <p:nvPr>
            <p:extLst>
              <p:ext uri="{D42A27DB-BD31-4B8C-83A1-F6EECF244321}">
                <p14:modId xmlns:p14="http://schemas.microsoft.com/office/powerpoint/2010/main" val="1830053527"/>
              </p:ext>
            </p:extLst>
          </p:nvPr>
        </p:nvGraphicFramePr>
        <p:xfrm>
          <a:off x="961783" y="3086553"/>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6" name="object 8">
            <a:extLst>
              <a:ext uri="{FF2B5EF4-FFF2-40B4-BE49-F238E27FC236}">
                <a16:creationId xmlns:a16="http://schemas.microsoft.com/office/drawing/2014/main" id="{C0662C42-4739-2948-A9AE-A2D789EB401D}"/>
              </a:ext>
            </a:extLst>
          </p:cNvPr>
          <p:cNvGraphicFramePr>
            <a:graphicFrameLocks noGrp="1"/>
          </p:cNvGraphicFramePr>
          <p:nvPr>
            <p:extLst>
              <p:ext uri="{D42A27DB-BD31-4B8C-83A1-F6EECF244321}">
                <p14:modId xmlns:p14="http://schemas.microsoft.com/office/powerpoint/2010/main" val="3944653689"/>
              </p:ext>
            </p:extLst>
          </p:nvPr>
        </p:nvGraphicFramePr>
        <p:xfrm>
          <a:off x="3556253" y="3079948"/>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7" name="object 9">
            <a:extLst>
              <a:ext uri="{FF2B5EF4-FFF2-40B4-BE49-F238E27FC236}">
                <a16:creationId xmlns:a16="http://schemas.microsoft.com/office/drawing/2014/main" id="{98380D42-B1EA-C84A-8A08-C17FED046A0F}"/>
              </a:ext>
            </a:extLst>
          </p:cNvPr>
          <p:cNvGraphicFramePr>
            <a:graphicFrameLocks noGrp="1"/>
          </p:cNvGraphicFramePr>
          <p:nvPr>
            <p:extLst>
              <p:ext uri="{D42A27DB-BD31-4B8C-83A1-F6EECF244321}">
                <p14:modId xmlns:p14="http://schemas.microsoft.com/office/powerpoint/2010/main" val="42062785"/>
              </p:ext>
            </p:extLst>
          </p:nvPr>
        </p:nvGraphicFramePr>
        <p:xfrm>
          <a:off x="693140" y="4336233"/>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8" name="object 10">
            <a:extLst>
              <a:ext uri="{FF2B5EF4-FFF2-40B4-BE49-F238E27FC236}">
                <a16:creationId xmlns:a16="http://schemas.microsoft.com/office/drawing/2014/main" id="{B80AC50E-3BB0-E244-93EA-51B234697A47}"/>
              </a:ext>
            </a:extLst>
          </p:cNvPr>
          <p:cNvGraphicFramePr>
            <a:graphicFrameLocks noGrp="1"/>
          </p:cNvGraphicFramePr>
          <p:nvPr>
            <p:extLst>
              <p:ext uri="{D42A27DB-BD31-4B8C-83A1-F6EECF244321}">
                <p14:modId xmlns:p14="http://schemas.microsoft.com/office/powerpoint/2010/main" val="3589914256"/>
              </p:ext>
            </p:extLst>
          </p:nvPr>
        </p:nvGraphicFramePr>
        <p:xfrm>
          <a:off x="2057400" y="4331915"/>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9" name="object 11">
            <a:extLst>
              <a:ext uri="{FF2B5EF4-FFF2-40B4-BE49-F238E27FC236}">
                <a16:creationId xmlns:a16="http://schemas.microsoft.com/office/drawing/2014/main" id="{58A56E55-6C59-7448-8CE6-E6CEDE9BF209}"/>
              </a:ext>
            </a:extLst>
          </p:cNvPr>
          <p:cNvGraphicFramePr>
            <a:graphicFrameLocks noGrp="1"/>
          </p:cNvGraphicFramePr>
          <p:nvPr>
            <p:extLst>
              <p:ext uri="{D42A27DB-BD31-4B8C-83A1-F6EECF244321}">
                <p14:modId xmlns:p14="http://schemas.microsoft.com/office/powerpoint/2010/main" val="1727943401"/>
              </p:ext>
            </p:extLst>
          </p:nvPr>
        </p:nvGraphicFramePr>
        <p:xfrm>
          <a:off x="3421507" y="4331915"/>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0" name="object 12">
            <a:extLst>
              <a:ext uri="{FF2B5EF4-FFF2-40B4-BE49-F238E27FC236}">
                <a16:creationId xmlns:a16="http://schemas.microsoft.com/office/drawing/2014/main" id="{D176425B-3948-434A-B315-60F2F98F219B}"/>
              </a:ext>
            </a:extLst>
          </p:cNvPr>
          <p:cNvGraphicFramePr>
            <a:graphicFrameLocks noGrp="1"/>
          </p:cNvGraphicFramePr>
          <p:nvPr>
            <p:extLst>
              <p:ext uri="{D42A27DB-BD31-4B8C-83A1-F6EECF244321}">
                <p14:modId xmlns:p14="http://schemas.microsoft.com/office/powerpoint/2010/main" val="2508139524"/>
              </p:ext>
            </p:extLst>
          </p:nvPr>
        </p:nvGraphicFramePr>
        <p:xfrm>
          <a:off x="4785740" y="4336233"/>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1" name="object 13">
            <a:extLst>
              <a:ext uri="{FF2B5EF4-FFF2-40B4-BE49-F238E27FC236}">
                <a16:creationId xmlns:a16="http://schemas.microsoft.com/office/drawing/2014/main" id="{C698FCFB-0BCE-2C47-B8F4-E8FFE0943010}"/>
              </a:ext>
            </a:extLst>
          </p:cNvPr>
          <p:cNvGraphicFramePr>
            <a:graphicFrameLocks noGrp="1"/>
          </p:cNvGraphicFramePr>
          <p:nvPr>
            <p:extLst>
              <p:ext uri="{D42A27DB-BD31-4B8C-83A1-F6EECF244321}">
                <p14:modId xmlns:p14="http://schemas.microsoft.com/office/powerpoint/2010/main" val="3527489096"/>
              </p:ext>
            </p:extLst>
          </p:nvPr>
        </p:nvGraphicFramePr>
        <p:xfrm>
          <a:off x="6150736" y="3084521"/>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2" name="object 14">
            <a:extLst>
              <a:ext uri="{FF2B5EF4-FFF2-40B4-BE49-F238E27FC236}">
                <a16:creationId xmlns:a16="http://schemas.microsoft.com/office/drawing/2014/main" id="{2E0DA65B-ED9A-1842-80FB-AE348D4D6530}"/>
              </a:ext>
            </a:extLst>
          </p:cNvPr>
          <p:cNvGraphicFramePr>
            <a:graphicFrameLocks noGrp="1"/>
          </p:cNvGraphicFramePr>
          <p:nvPr>
            <p:extLst>
              <p:ext uri="{D42A27DB-BD31-4B8C-83A1-F6EECF244321}">
                <p14:modId xmlns:p14="http://schemas.microsoft.com/office/powerpoint/2010/main" val="1442519383"/>
              </p:ext>
            </p:extLst>
          </p:nvPr>
        </p:nvGraphicFramePr>
        <p:xfrm>
          <a:off x="8745219" y="3084521"/>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3" name="object 15">
            <a:extLst>
              <a:ext uri="{FF2B5EF4-FFF2-40B4-BE49-F238E27FC236}">
                <a16:creationId xmlns:a16="http://schemas.microsoft.com/office/drawing/2014/main" id="{BFCF0D8C-32EB-1B47-910C-0495DD6545DF}"/>
              </a:ext>
            </a:extLst>
          </p:cNvPr>
          <p:cNvGraphicFramePr>
            <a:graphicFrameLocks noGrp="1"/>
          </p:cNvGraphicFramePr>
          <p:nvPr>
            <p:extLst>
              <p:ext uri="{D42A27DB-BD31-4B8C-83A1-F6EECF244321}">
                <p14:modId xmlns:p14="http://schemas.microsoft.com/office/powerpoint/2010/main" val="1406310079"/>
              </p:ext>
            </p:extLst>
          </p:nvPr>
        </p:nvGraphicFramePr>
        <p:xfrm>
          <a:off x="6149975" y="4331915"/>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4" name="object 16">
            <a:extLst>
              <a:ext uri="{FF2B5EF4-FFF2-40B4-BE49-F238E27FC236}">
                <a16:creationId xmlns:a16="http://schemas.microsoft.com/office/drawing/2014/main" id="{1220B248-F538-1649-BBA9-56F3F9FA2603}"/>
              </a:ext>
            </a:extLst>
          </p:cNvPr>
          <p:cNvGraphicFramePr>
            <a:graphicFrameLocks noGrp="1"/>
          </p:cNvGraphicFramePr>
          <p:nvPr>
            <p:extLst>
              <p:ext uri="{D42A27DB-BD31-4B8C-83A1-F6EECF244321}">
                <p14:modId xmlns:p14="http://schemas.microsoft.com/office/powerpoint/2010/main" val="3731315137"/>
              </p:ext>
            </p:extLst>
          </p:nvPr>
        </p:nvGraphicFramePr>
        <p:xfrm>
          <a:off x="7514081" y="4331915"/>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5" name="object 17">
            <a:extLst>
              <a:ext uri="{FF2B5EF4-FFF2-40B4-BE49-F238E27FC236}">
                <a16:creationId xmlns:a16="http://schemas.microsoft.com/office/drawing/2014/main" id="{D61D4879-4D08-F14A-BF65-EF949147DD83}"/>
              </a:ext>
            </a:extLst>
          </p:cNvPr>
          <p:cNvGraphicFramePr>
            <a:graphicFrameLocks noGrp="1"/>
          </p:cNvGraphicFramePr>
          <p:nvPr>
            <p:extLst>
              <p:ext uri="{D42A27DB-BD31-4B8C-83A1-F6EECF244321}">
                <p14:modId xmlns:p14="http://schemas.microsoft.com/office/powerpoint/2010/main" val="575275817"/>
              </p:ext>
            </p:extLst>
          </p:nvPr>
        </p:nvGraphicFramePr>
        <p:xfrm>
          <a:off x="8878316" y="4331915"/>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6" name="object 18">
            <a:extLst>
              <a:ext uri="{FF2B5EF4-FFF2-40B4-BE49-F238E27FC236}">
                <a16:creationId xmlns:a16="http://schemas.microsoft.com/office/drawing/2014/main" id="{A507815A-D472-5E4B-9D12-5CC616F97F81}"/>
              </a:ext>
            </a:extLst>
          </p:cNvPr>
          <p:cNvGraphicFramePr>
            <a:graphicFrameLocks noGrp="1"/>
          </p:cNvGraphicFramePr>
          <p:nvPr>
            <p:extLst>
              <p:ext uri="{D42A27DB-BD31-4B8C-83A1-F6EECF244321}">
                <p14:modId xmlns:p14="http://schemas.microsoft.com/office/powerpoint/2010/main" val="1820208149"/>
              </p:ext>
            </p:extLst>
          </p:nvPr>
        </p:nvGraphicFramePr>
        <p:xfrm>
          <a:off x="10242550" y="4331915"/>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sp>
        <p:nvSpPr>
          <p:cNvPr id="77" name="object 19">
            <a:extLst>
              <a:ext uri="{FF2B5EF4-FFF2-40B4-BE49-F238E27FC236}">
                <a16:creationId xmlns:a16="http://schemas.microsoft.com/office/drawing/2014/main" id="{67D47BA2-783E-B945-A6FF-323D5FE3E58E}"/>
              </a:ext>
            </a:extLst>
          </p:cNvPr>
          <p:cNvSpPr/>
          <p:nvPr/>
        </p:nvSpPr>
        <p:spPr>
          <a:xfrm>
            <a:off x="773430" y="4910272"/>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78" name="object 20">
            <a:extLst>
              <a:ext uri="{FF2B5EF4-FFF2-40B4-BE49-F238E27FC236}">
                <a16:creationId xmlns:a16="http://schemas.microsoft.com/office/drawing/2014/main" id="{1506B84A-BB8D-8240-B5A4-89C93816AC4E}"/>
              </a:ext>
            </a:extLst>
          </p:cNvPr>
          <p:cNvSpPr/>
          <p:nvPr/>
        </p:nvSpPr>
        <p:spPr>
          <a:xfrm>
            <a:off x="2132838" y="2530546"/>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79" name="object 21">
            <a:extLst>
              <a:ext uri="{FF2B5EF4-FFF2-40B4-BE49-F238E27FC236}">
                <a16:creationId xmlns:a16="http://schemas.microsoft.com/office/drawing/2014/main" id="{2B243126-ADAA-D842-8C1B-043F443C3275}"/>
              </a:ext>
            </a:extLst>
          </p:cNvPr>
          <p:cNvSpPr/>
          <p:nvPr/>
        </p:nvSpPr>
        <p:spPr>
          <a:xfrm>
            <a:off x="7322057" y="2535119"/>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80" name="object 22">
            <a:extLst>
              <a:ext uri="{FF2B5EF4-FFF2-40B4-BE49-F238E27FC236}">
                <a16:creationId xmlns:a16="http://schemas.microsoft.com/office/drawing/2014/main" id="{D6F4139F-8059-C848-9B46-80C5628D1B1A}"/>
              </a:ext>
            </a:extLst>
          </p:cNvPr>
          <p:cNvSpPr/>
          <p:nvPr/>
        </p:nvSpPr>
        <p:spPr>
          <a:xfrm>
            <a:off x="1288541" y="3682690"/>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81" name="object 23">
            <a:extLst>
              <a:ext uri="{FF2B5EF4-FFF2-40B4-BE49-F238E27FC236}">
                <a16:creationId xmlns:a16="http://schemas.microsoft.com/office/drawing/2014/main" id="{49123742-F11E-5244-8CB4-866C159B5B60}"/>
              </a:ext>
            </a:extLst>
          </p:cNvPr>
          <p:cNvSpPr/>
          <p:nvPr/>
        </p:nvSpPr>
        <p:spPr>
          <a:xfrm>
            <a:off x="4016502" y="3693359"/>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82" name="object 24">
            <a:extLst>
              <a:ext uri="{FF2B5EF4-FFF2-40B4-BE49-F238E27FC236}">
                <a16:creationId xmlns:a16="http://schemas.microsoft.com/office/drawing/2014/main" id="{B6C53CCB-F85C-DE4A-B255-0A79883BF1B3}"/>
              </a:ext>
            </a:extLst>
          </p:cNvPr>
          <p:cNvSpPr/>
          <p:nvPr/>
        </p:nvSpPr>
        <p:spPr>
          <a:xfrm>
            <a:off x="6745223" y="3674309"/>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83" name="object 25">
            <a:extLst>
              <a:ext uri="{FF2B5EF4-FFF2-40B4-BE49-F238E27FC236}">
                <a16:creationId xmlns:a16="http://schemas.microsoft.com/office/drawing/2014/main" id="{1A8F3E42-5FF1-504C-B909-CB3412A0EE98}"/>
              </a:ext>
            </a:extLst>
          </p:cNvPr>
          <p:cNvSpPr/>
          <p:nvPr/>
        </p:nvSpPr>
        <p:spPr>
          <a:xfrm>
            <a:off x="9473183" y="3681928"/>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84" name="object 26">
            <a:extLst>
              <a:ext uri="{FF2B5EF4-FFF2-40B4-BE49-F238E27FC236}">
                <a16:creationId xmlns:a16="http://schemas.microsoft.com/office/drawing/2014/main" id="{DBCD51A3-97A8-4D4E-9026-D228A914D652}"/>
              </a:ext>
            </a:extLst>
          </p:cNvPr>
          <p:cNvSpPr/>
          <p:nvPr/>
        </p:nvSpPr>
        <p:spPr>
          <a:xfrm>
            <a:off x="2194560" y="4921703"/>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85" name="object 27">
            <a:extLst>
              <a:ext uri="{FF2B5EF4-FFF2-40B4-BE49-F238E27FC236}">
                <a16:creationId xmlns:a16="http://schemas.microsoft.com/office/drawing/2014/main" id="{A47CC372-9CDD-D148-B31B-6B5F9AA9B976}"/>
              </a:ext>
            </a:extLst>
          </p:cNvPr>
          <p:cNvSpPr/>
          <p:nvPr/>
        </p:nvSpPr>
        <p:spPr>
          <a:xfrm>
            <a:off x="3615690" y="4936180"/>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86" name="object 28">
            <a:extLst>
              <a:ext uri="{FF2B5EF4-FFF2-40B4-BE49-F238E27FC236}">
                <a16:creationId xmlns:a16="http://schemas.microsoft.com/office/drawing/2014/main" id="{81BA0B05-C670-5345-8506-66471684616F}"/>
              </a:ext>
            </a:extLst>
          </p:cNvPr>
          <p:cNvSpPr/>
          <p:nvPr/>
        </p:nvSpPr>
        <p:spPr>
          <a:xfrm>
            <a:off x="5036820" y="4939990"/>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87" name="object 29">
            <a:extLst>
              <a:ext uri="{FF2B5EF4-FFF2-40B4-BE49-F238E27FC236}">
                <a16:creationId xmlns:a16="http://schemas.microsoft.com/office/drawing/2014/main" id="{3CAD5C28-A4BA-8A43-BABC-9FA443CADAA0}"/>
              </a:ext>
            </a:extLst>
          </p:cNvPr>
          <p:cNvSpPr/>
          <p:nvPr/>
        </p:nvSpPr>
        <p:spPr>
          <a:xfrm>
            <a:off x="6429755" y="4922465"/>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88" name="object 30">
            <a:extLst>
              <a:ext uri="{FF2B5EF4-FFF2-40B4-BE49-F238E27FC236}">
                <a16:creationId xmlns:a16="http://schemas.microsoft.com/office/drawing/2014/main" id="{B4484ABB-4A2C-B143-8C69-5E41F1D8C2E4}"/>
              </a:ext>
            </a:extLst>
          </p:cNvPr>
          <p:cNvSpPr/>
          <p:nvPr/>
        </p:nvSpPr>
        <p:spPr>
          <a:xfrm>
            <a:off x="7879080" y="4933133"/>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89" name="object 31">
            <a:extLst>
              <a:ext uri="{FF2B5EF4-FFF2-40B4-BE49-F238E27FC236}">
                <a16:creationId xmlns:a16="http://schemas.microsoft.com/office/drawing/2014/main" id="{3DD22DF2-6A7D-D34F-A90B-925C8B8158D2}"/>
              </a:ext>
            </a:extLst>
          </p:cNvPr>
          <p:cNvSpPr/>
          <p:nvPr/>
        </p:nvSpPr>
        <p:spPr>
          <a:xfrm>
            <a:off x="9300209" y="4926274"/>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90" name="object 32">
            <a:extLst>
              <a:ext uri="{FF2B5EF4-FFF2-40B4-BE49-F238E27FC236}">
                <a16:creationId xmlns:a16="http://schemas.microsoft.com/office/drawing/2014/main" id="{84A0D8DA-30A1-C949-B6D3-E2E241191BD2}"/>
              </a:ext>
            </a:extLst>
          </p:cNvPr>
          <p:cNvSpPr/>
          <p:nvPr/>
        </p:nvSpPr>
        <p:spPr>
          <a:xfrm>
            <a:off x="10721340" y="4921703"/>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91" name="object 34">
            <a:extLst>
              <a:ext uri="{FF2B5EF4-FFF2-40B4-BE49-F238E27FC236}">
                <a16:creationId xmlns:a16="http://schemas.microsoft.com/office/drawing/2014/main" id="{576FB51B-CBD7-6949-A3BF-6916A1ED35CB}"/>
              </a:ext>
            </a:extLst>
          </p:cNvPr>
          <p:cNvSpPr txBox="1"/>
          <p:nvPr/>
        </p:nvSpPr>
        <p:spPr>
          <a:xfrm>
            <a:off x="485317" y="5611744"/>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92" name="object 35">
            <a:extLst>
              <a:ext uri="{FF2B5EF4-FFF2-40B4-BE49-F238E27FC236}">
                <a16:creationId xmlns:a16="http://schemas.microsoft.com/office/drawing/2014/main" id="{181159DE-51DD-C14E-B1CD-654174347CE2}"/>
              </a:ext>
            </a:extLst>
          </p:cNvPr>
          <p:cNvSpPr txBox="1"/>
          <p:nvPr/>
        </p:nvSpPr>
        <p:spPr>
          <a:xfrm>
            <a:off x="1195882" y="5611541"/>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93" name="object 36">
            <a:extLst>
              <a:ext uri="{FF2B5EF4-FFF2-40B4-BE49-F238E27FC236}">
                <a16:creationId xmlns:a16="http://schemas.microsoft.com/office/drawing/2014/main" id="{29134347-54F2-5F45-B050-B960ADE859E1}"/>
              </a:ext>
            </a:extLst>
          </p:cNvPr>
          <p:cNvSpPr txBox="1"/>
          <p:nvPr/>
        </p:nvSpPr>
        <p:spPr>
          <a:xfrm>
            <a:off x="1906397" y="5611541"/>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94" name="object 37">
            <a:extLst>
              <a:ext uri="{FF2B5EF4-FFF2-40B4-BE49-F238E27FC236}">
                <a16:creationId xmlns:a16="http://schemas.microsoft.com/office/drawing/2014/main" id="{C54073DE-564C-8946-94FF-28FD1C1C5975}"/>
              </a:ext>
            </a:extLst>
          </p:cNvPr>
          <p:cNvSpPr txBox="1"/>
          <p:nvPr/>
        </p:nvSpPr>
        <p:spPr>
          <a:xfrm>
            <a:off x="2616961" y="5611541"/>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95" name="object 38">
            <a:extLst>
              <a:ext uri="{FF2B5EF4-FFF2-40B4-BE49-F238E27FC236}">
                <a16:creationId xmlns:a16="http://schemas.microsoft.com/office/drawing/2014/main" id="{D92472A5-03B1-C441-A65B-7F18FD1523FF}"/>
              </a:ext>
            </a:extLst>
          </p:cNvPr>
          <p:cNvSpPr txBox="1"/>
          <p:nvPr/>
        </p:nvSpPr>
        <p:spPr>
          <a:xfrm>
            <a:off x="3327527" y="5611541"/>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96" name="object 39">
            <a:extLst>
              <a:ext uri="{FF2B5EF4-FFF2-40B4-BE49-F238E27FC236}">
                <a16:creationId xmlns:a16="http://schemas.microsoft.com/office/drawing/2014/main" id="{BC516B4C-622A-FD40-8577-A3E6271A4069}"/>
              </a:ext>
            </a:extLst>
          </p:cNvPr>
          <p:cNvSpPr txBox="1"/>
          <p:nvPr/>
        </p:nvSpPr>
        <p:spPr>
          <a:xfrm>
            <a:off x="4038219" y="5611541"/>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10" name="object 40">
            <a:extLst>
              <a:ext uri="{FF2B5EF4-FFF2-40B4-BE49-F238E27FC236}">
                <a16:creationId xmlns:a16="http://schemas.microsoft.com/office/drawing/2014/main" id="{372A8A0A-B3BB-A948-BCB0-EDC522E83E19}"/>
              </a:ext>
            </a:extLst>
          </p:cNvPr>
          <p:cNvSpPr txBox="1"/>
          <p:nvPr/>
        </p:nvSpPr>
        <p:spPr>
          <a:xfrm>
            <a:off x="4748784" y="5611541"/>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11" name="object 41">
            <a:extLst>
              <a:ext uri="{FF2B5EF4-FFF2-40B4-BE49-F238E27FC236}">
                <a16:creationId xmlns:a16="http://schemas.microsoft.com/office/drawing/2014/main" id="{05664D17-C575-9F4B-9A47-431672D772B5}"/>
              </a:ext>
            </a:extLst>
          </p:cNvPr>
          <p:cNvSpPr txBox="1"/>
          <p:nvPr/>
        </p:nvSpPr>
        <p:spPr>
          <a:xfrm>
            <a:off x="5459348" y="5611541"/>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12" name="object 42">
            <a:extLst>
              <a:ext uri="{FF2B5EF4-FFF2-40B4-BE49-F238E27FC236}">
                <a16:creationId xmlns:a16="http://schemas.microsoft.com/office/drawing/2014/main" id="{5715EF86-C4E3-B143-8936-B197131BA29A}"/>
              </a:ext>
            </a:extLst>
          </p:cNvPr>
          <p:cNvSpPr txBox="1"/>
          <p:nvPr/>
        </p:nvSpPr>
        <p:spPr>
          <a:xfrm>
            <a:off x="6169914" y="5614272"/>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13" name="object 43">
            <a:extLst>
              <a:ext uri="{FF2B5EF4-FFF2-40B4-BE49-F238E27FC236}">
                <a16:creationId xmlns:a16="http://schemas.microsoft.com/office/drawing/2014/main" id="{E4614D6C-E9B8-4F48-89AA-78C8BD0B13CC}"/>
              </a:ext>
            </a:extLst>
          </p:cNvPr>
          <p:cNvSpPr txBox="1"/>
          <p:nvPr/>
        </p:nvSpPr>
        <p:spPr>
          <a:xfrm>
            <a:off x="6880479" y="5614272"/>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14" name="object 44">
            <a:extLst>
              <a:ext uri="{FF2B5EF4-FFF2-40B4-BE49-F238E27FC236}">
                <a16:creationId xmlns:a16="http://schemas.microsoft.com/office/drawing/2014/main" id="{E9660AF8-9B61-5A44-A9DF-0E49C17C8FFC}"/>
              </a:ext>
            </a:extLst>
          </p:cNvPr>
          <p:cNvSpPr txBox="1"/>
          <p:nvPr/>
        </p:nvSpPr>
        <p:spPr>
          <a:xfrm>
            <a:off x="7591043" y="5614272"/>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15" name="object 45">
            <a:extLst>
              <a:ext uri="{FF2B5EF4-FFF2-40B4-BE49-F238E27FC236}">
                <a16:creationId xmlns:a16="http://schemas.microsoft.com/office/drawing/2014/main" id="{915A8AFC-2BE5-DB4A-AEFB-5F23053D8E46}"/>
              </a:ext>
            </a:extLst>
          </p:cNvPr>
          <p:cNvSpPr txBox="1"/>
          <p:nvPr/>
        </p:nvSpPr>
        <p:spPr>
          <a:xfrm>
            <a:off x="8301608" y="5611884"/>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16" name="object 46">
            <a:extLst>
              <a:ext uri="{FF2B5EF4-FFF2-40B4-BE49-F238E27FC236}">
                <a16:creationId xmlns:a16="http://schemas.microsoft.com/office/drawing/2014/main" id="{2D84709C-FE53-9948-81EE-6AB87FEA8CC7}"/>
              </a:ext>
            </a:extLst>
          </p:cNvPr>
          <p:cNvSpPr txBox="1"/>
          <p:nvPr/>
        </p:nvSpPr>
        <p:spPr>
          <a:xfrm>
            <a:off x="9012173" y="5609192"/>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17" name="object 47">
            <a:extLst>
              <a:ext uri="{FF2B5EF4-FFF2-40B4-BE49-F238E27FC236}">
                <a16:creationId xmlns:a16="http://schemas.microsoft.com/office/drawing/2014/main" id="{4941794B-362A-FC48-A862-0B9866894999}"/>
              </a:ext>
            </a:extLst>
          </p:cNvPr>
          <p:cNvSpPr txBox="1"/>
          <p:nvPr/>
        </p:nvSpPr>
        <p:spPr>
          <a:xfrm>
            <a:off x="9722739" y="5609192"/>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18" name="object 48">
            <a:extLst>
              <a:ext uri="{FF2B5EF4-FFF2-40B4-BE49-F238E27FC236}">
                <a16:creationId xmlns:a16="http://schemas.microsoft.com/office/drawing/2014/main" id="{E50219C1-E3BF-4E4D-A200-4323BF1F13FE}"/>
              </a:ext>
            </a:extLst>
          </p:cNvPr>
          <p:cNvSpPr txBox="1"/>
          <p:nvPr/>
        </p:nvSpPr>
        <p:spPr>
          <a:xfrm>
            <a:off x="10433304" y="5609192"/>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19" name="object 49">
            <a:extLst>
              <a:ext uri="{FF2B5EF4-FFF2-40B4-BE49-F238E27FC236}">
                <a16:creationId xmlns:a16="http://schemas.microsoft.com/office/drawing/2014/main" id="{3B660D84-1E35-9647-8A34-ECC1B77A6BB9}"/>
              </a:ext>
            </a:extLst>
          </p:cNvPr>
          <p:cNvSpPr txBox="1"/>
          <p:nvPr/>
        </p:nvSpPr>
        <p:spPr>
          <a:xfrm>
            <a:off x="11143868" y="5609192"/>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Tree>
    <p:extLst>
      <p:ext uri="{BB962C8B-B14F-4D97-AF65-F5344CB8AC3E}">
        <p14:creationId xmlns:p14="http://schemas.microsoft.com/office/powerpoint/2010/main" val="14980419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49" name="object 3">
            <a:extLst>
              <a:ext uri="{FF2B5EF4-FFF2-40B4-BE49-F238E27FC236}">
                <a16:creationId xmlns:a16="http://schemas.microsoft.com/office/drawing/2014/main" id="{F6D39309-A189-D942-AFF3-444FD3E2EB32}"/>
              </a:ext>
            </a:extLst>
          </p:cNvPr>
          <p:cNvGraphicFramePr>
            <a:graphicFrameLocks noGrp="1"/>
          </p:cNvGraphicFramePr>
          <p:nvPr>
            <p:extLst>
              <p:ext uri="{D42A27DB-BD31-4B8C-83A1-F6EECF244321}">
                <p14:modId xmlns:p14="http://schemas.microsoft.com/office/powerpoint/2010/main" val="2184957803"/>
              </p:ext>
            </p:extLst>
          </p:nvPr>
        </p:nvGraphicFramePr>
        <p:xfrm>
          <a:off x="1458467" y="857029"/>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0" name="object 4">
            <a:extLst>
              <a:ext uri="{FF2B5EF4-FFF2-40B4-BE49-F238E27FC236}">
                <a16:creationId xmlns:a16="http://schemas.microsoft.com/office/drawing/2014/main" id="{CE42C059-36AC-EE44-B684-4ACDE50785EE}"/>
              </a:ext>
            </a:extLst>
          </p:cNvPr>
          <p:cNvGraphicFramePr>
            <a:graphicFrameLocks noGrp="1"/>
          </p:cNvGraphicFramePr>
          <p:nvPr>
            <p:extLst>
              <p:ext uri="{D42A27DB-BD31-4B8C-83A1-F6EECF244321}">
                <p14:modId xmlns:p14="http://schemas.microsoft.com/office/powerpoint/2010/main" val="762182045"/>
              </p:ext>
            </p:extLst>
          </p:nvPr>
        </p:nvGraphicFramePr>
        <p:xfrm>
          <a:off x="1184376" y="1922431"/>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1" name="object 5">
            <a:extLst>
              <a:ext uri="{FF2B5EF4-FFF2-40B4-BE49-F238E27FC236}">
                <a16:creationId xmlns:a16="http://schemas.microsoft.com/office/drawing/2014/main" id="{AFD42C8A-1E97-7E48-BF13-C1CCE84007FB}"/>
              </a:ext>
            </a:extLst>
          </p:cNvPr>
          <p:cNvGraphicFramePr>
            <a:graphicFrameLocks noGrp="1"/>
          </p:cNvGraphicFramePr>
          <p:nvPr>
            <p:extLst>
              <p:ext uri="{D42A27DB-BD31-4B8C-83A1-F6EECF244321}">
                <p14:modId xmlns:p14="http://schemas.microsoft.com/office/powerpoint/2010/main" val="496303423"/>
              </p:ext>
            </p:extLst>
          </p:nvPr>
        </p:nvGraphicFramePr>
        <p:xfrm>
          <a:off x="6281165" y="1927003"/>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52" name="object 6">
            <a:extLst>
              <a:ext uri="{FF2B5EF4-FFF2-40B4-BE49-F238E27FC236}">
                <a16:creationId xmlns:a16="http://schemas.microsoft.com/office/drawing/2014/main" id="{6BA1D999-58E7-D24A-BD1D-6B2CE899FC77}"/>
              </a:ext>
            </a:extLst>
          </p:cNvPr>
          <p:cNvSpPr/>
          <p:nvPr/>
        </p:nvSpPr>
        <p:spPr>
          <a:xfrm>
            <a:off x="3507485" y="1453547"/>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53" name="object 7">
            <a:extLst>
              <a:ext uri="{FF2B5EF4-FFF2-40B4-BE49-F238E27FC236}">
                <a16:creationId xmlns:a16="http://schemas.microsoft.com/office/drawing/2014/main" id="{2F2F27C5-1730-2744-B3D8-443C446D7B67}"/>
              </a:ext>
            </a:extLst>
          </p:cNvPr>
          <p:cNvGraphicFramePr>
            <a:graphicFrameLocks noGrp="1"/>
          </p:cNvGraphicFramePr>
          <p:nvPr>
            <p:extLst>
              <p:ext uri="{D42A27DB-BD31-4B8C-83A1-F6EECF244321}">
                <p14:modId xmlns:p14="http://schemas.microsoft.com/office/powerpoint/2010/main" val="3219009103"/>
              </p:ext>
            </p:extLst>
          </p:nvPr>
        </p:nvGraphicFramePr>
        <p:xfrm>
          <a:off x="961783" y="3074830"/>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4" name="object 8">
            <a:extLst>
              <a:ext uri="{FF2B5EF4-FFF2-40B4-BE49-F238E27FC236}">
                <a16:creationId xmlns:a16="http://schemas.microsoft.com/office/drawing/2014/main" id="{BC4E9421-AFC7-D84E-A10E-DB4EFF136AFB}"/>
              </a:ext>
            </a:extLst>
          </p:cNvPr>
          <p:cNvGraphicFramePr>
            <a:graphicFrameLocks noGrp="1"/>
          </p:cNvGraphicFramePr>
          <p:nvPr>
            <p:extLst>
              <p:ext uri="{D42A27DB-BD31-4B8C-83A1-F6EECF244321}">
                <p14:modId xmlns:p14="http://schemas.microsoft.com/office/powerpoint/2010/main" val="1104289208"/>
              </p:ext>
            </p:extLst>
          </p:nvPr>
        </p:nvGraphicFramePr>
        <p:xfrm>
          <a:off x="3556253" y="3068225"/>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5" name="object 9">
            <a:extLst>
              <a:ext uri="{FF2B5EF4-FFF2-40B4-BE49-F238E27FC236}">
                <a16:creationId xmlns:a16="http://schemas.microsoft.com/office/drawing/2014/main" id="{19F32236-C327-B040-BB31-FD008D8289B6}"/>
              </a:ext>
            </a:extLst>
          </p:cNvPr>
          <p:cNvGraphicFramePr>
            <a:graphicFrameLocks noGrp="1"/>
          </p:cNvGraphicFramePr>
          <p:nvPr>
            <p:extLst>
              <p:ext uri="{D42A27DB-BD31-4B8C-83A1-F6EECF244321}">
                <p14:modId xmlns:p14="http://schemas.microsoft.com/office/powerpoint/2010/main" val="3851827111"/>
              </p:ext>
            </p:extLst>
          </p:nvPr>
        </p:nvGraphicFramePr>
        <p:xfrm>
          <a:off x="693140" y="4324510"/>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6" name="object 10">
            <a:extLst>
              <a:ext uri="{FF2B5EF4-FFF2-40B4-BE49-F238E27FC236}">
                <a16:creationId xmlns:a16="http://schemas.microsoft.com/office/drawing/2014/main" id="{0AEE3742-FB77-1E45-B901-BB2FBBFF03A6}"/>
              </a:ext>
            </a:extLst>
          </p:cNvPr>
          <p:cNvGraphicFramePr>
            <a:graphicFrameLocks noGrp="1"/>
          </p:cNvGraphicFramePr>
          <p:nvPr>
            <p:extLst>
              <p:ext uri="{D42A27DB-BD31-4B8C-83A1-F6EECF244321}">
                <p14:modId xmlns:p14="http://schemas.microsoft.com/office/powerpoint/2010/main" val="3930812581"/>
              </p:ext>
            </p:extLst>
          </p:nvPr>
        </p:nvGraphicFramePr>
        <p:xfrm>
          <a:off x="2057400"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7" name="object 11">
            <a:extLst>
              <a:ext uri="{FF2B5EF4-FFF2-40B4-BE49-F238E27FC236}">
                <a16:creationId xmlns:a16="http://schemas.microsoft.com/office/drawing/2014/main" id="{55C51694-B67D-644B-917E-E6B5CD6A77B4}"/>
              </a:ext>
            </a:extLst>
          </p:cNvPr>
          <p:cNvGraphicFramePr>
            <a:graphicFrameLocks noGrp="1"/>
          </p:cNvGraphicFramePr>
          <p:nvPr>
            <p:extLst>
              <p:ext uri="{D42A27DB-BD31-4B8C-83A1-F6EECF244321}">
                <p14:modId xmlns:p14="http://schemas.microsoft.com/office/powerpoint/2010/main" val="3396508480"/>
              </p:ext>
            </p:extLst>
          </p:nvPr>
        </p:nvGraphicFramePr>
        <p:xfrm>
          <a:off x="3421507"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8" name="object 12">
            <a:extLst>
              <a:ext uri="{FF2B5EF4-FFF2-40B4-BE49-F238E27FC236}">
                <a16:creationId xmlns:a16="http://schemas.microsoft.com/office/drawing/2014/main" id="{F826E309-F6AD-C244-9036-C20DC0C599DE}"/>
              </a:ext>
            </a:extLst>
          </p:cNvPr>
          <p:cNvGraphicFramePr>
            <a:graphicFrameLocks noGrp="1"/>
          </p:cNvGraphicFramePr>
          <p:nvPr>
            <p:extLst>
              <p:ext uri="{D42A27DB-BD31-4B8C-83A1-F6EECF244321}">
                <p14:modId xmlns:p14="http://schemas.microsoft.com/office/powerpoint/2010/main" val="527283787"/>
              </p:ext>
            </p:extLst>
          </p:nvPr>
        </p:nvGraphicFramePr>
        <p:xfrm>
          <a:off x="4785740" y="4324510"/>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9" name="object 13">
            <a:extLst>
              <a:ext uri="{FF2B5EF4-FFF2-40B4-BE49-F238E27FC236}">
                <a16:creationId xmlns:a16="http://schemas.microsoft.com/office/drawing/2014/main" id="{72A85B66-BED7-1C4C-BF1C-0C065E5958CC}"/>
              </a:ext>
            </a:extLst>
          </p:cNvPr>
          <p:cNvGraphicFramePr>
            <a:graphicFrameLocks noGrp="1"/>
          </p:cNvGraphicFramePr>
          <p:nvPr>
            <p:extLst>
              <p:ext uri="{D42A27DB-BD31-4B8C-83A1-F6EECF244321}">
                <p14:modId xmlns:p14="http://schemas.microsoft.com/office/powerpoint/2010/main" val="2163625868"/>
              </p:ext>
            </p:extLst>
          </p:nvPr>
        </p:nvGraphicFramePr>
        <p:xfrm>
          <a:off x="6150736" y="3072798"/>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0" name="object 14">
            <a:extLst>
              <a:ext uri="{FF2B5EF4-FFF2-40B4-BE49-F238E27FC236}">
                <a16:creationId xmlns:a16="http://schemas.microsoft.com/office/drawing/2014/main" id="{02448A83-D8E8-0E40-8035-BE71E3CF7461}"/>
              </a:ext>
            </a:extLst>
          </p:cNvPr>
          <p:cNvGraphicFramePr>
            <a:graphicFrameLocks noGrp="1"/>
          </p:cNvGraphicFramePr>
          <p:nvPr>
            <p:extLst>
              <p:ext uri="{D42A27DB-BD31-4B8C-83A1-F6EECF244321}">
                <p14:modId xmlns:p14="http://schemas.microsoft.com/office/powerpoint/2010/main" val="3234931043"/>
              </p:ext>
            </p:extLst>
          </p:nvPr>
        </p:nvGraphicFramePr>
        <p:xfrm>
          <a:off x="8745219" y="3072798"/>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7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1" name="object 15">
            <a:extLst>
              <a:ext uri="{FF2B5EF4-FFF2-40B4-BE49-F238E27FC236}">
                <a16:creationId xmlns:a16="http://schemas.microsoft.com/office/drawing/2014/main" id="{B7610D24-1BB0-4847-A103-78DDC4B75144}"/>
              </a:ext>
            </a:extLst>
          </p:cNvPr>
          <p:cNvGraphicFramePr>
            <a:graphicFrameLocks noGrp="1"/>
          </p:cNvGraphicFramePr>
          <p:nvPr>
            <p:extLst>
              <p:ext uri="{D42A27DB-BD31-4B8C-83A1-F6EECF244321}">
                <p14:modId xmlns:p14="http://schemas.microsoft.com/office/powerpoint/2010/main" val="1345942628"/>
              </p:ext>
            </p:extLst>
          </p:nvPr>
        </p:nvGraphicFramePr>
        <p:xfrm>
          <a:off x="6149975"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2" name="object 16">
            <a:extLst>
              <a:ext uri="{FF2B5EF4-FFF2-40B4-BE49-F238E27FC236}">
                <a16:creationId xmlns:a16="http://schemas.microsoft.com/office/drawing/2014/main" id="{DABE0828-71F4-4B47-8C2F-F4ED446E6B02}"/>
              </a:ext>
            </a:extLst>
          </p:cNvPr>
          <p:cNvGraphicFramePr>
            <a:graphicFrameLocks noGrp="1"/>
          </p:cNvGraphicFramePr>
          <p:nvPr>
            <p:extLst>
              <p:ext uri="{D42A27DB-BD31-4B8C-83A1-F6EECF244321}">
                <p14:modId xmlns:p14="http://schemas.microsoft.com/office/powerpoint/2010/main" val="3528339408"/>
              </p:ext>
            </p:extLst>
          </p:nvPr>
        </p:nvGraphicFramePr>
        <p:xfrm>
          <a:off x="7514081"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98" name="object 17">
            <a:extLst>
              <a:ext uri="{FF2B5EF4-FFF2-40B4-BE49-F238E27FC236}">
                <a16:creationId xmlns:a16="http://schemas.microsoft.com/office/drawing/2014/main" id="{E48AF2E6-05C2-FC46-ADD9-2D14F7D1DB7B}"/>
              </a:ext>
            </a:extLst>
          </p:cNvPr>
          <p:cNvGraphicFramePr>
            <a:graphicFrameLocks noGrp="1"/>
          </p:cNvGraphicFramePr>
          <p:nvPr>
            <p:extLst>
              <p:ext uri="{D42A27DB-BD31-4B8C-83A1-F6EECF244321}">
                <p14:modId xmlns:p14="http://schemas.microsoft.com/office/powerpoint/2010/main" val="3644814779"/>
              </p:ext>
            </p:extLst>
          </p:nvPr>
        </p:nvGraphicFramePr>
        <p:xfrm>
          <a:off x="8878316"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99" name="object 18">
            <a:extLst>
              <a:ext uri="{FF2B5EF4-FFF2-40B4-BE49-F238E27FC236}">
                <a16:creationId xmlns:a16="http://schemas.microsoft.com/office/drawing/2014/main" id="{CB86F050-5974-9E41-97CD-0324C1822A68}"/>
              </a:ext>
            </a:extLst>
          </p:cNvPr>
          <p:cNvGraphicFramePr>
            <a:graphicFrameLocks noGrp="1"/>
          </p:cNvGraphicFramePr>
          <p:nvPr>
            <p:extLst>
              <p:ext uri="{D42A27DB-BD31-4B8C-83A1-F6EECF244321}">
                <p14:modId xmlns:p14="http://schemas.microsoft.com/office/powerpoint/2010/main" val="3517239562"/>
              </p:ext>
            </p:extLst>
          </p:nvPr>
        </p:nvGraphicFramePr>
        <p:xfrm>
          <a:off x="10242550"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sp>
        <p:nvSpPr>
          <p:cNvPr id="100" name="object 19">
            <a:extLst>
              <a:ext uri="{FF2B5EF4-FFF2-40B4-BE49-F238E27FC236}">
                <a16:creationId xmlns:a16="http://schemas.microsoft.com/office/drawing/2014/main" id="{CE4F767B-4D6B-2940-987F-13FB2DA6356F}"/>
              </a:ext>
            </a:extLst>
          </p:cNvPr>
          <p:cNvSpPr/>
          <p:nvPr/>
        </p:nvSpPr>
        <p:spPr>
          <a:xfrm>
            <a:off x="773430" y="4898549"/>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101" name="object 20">
            <a:extLst>
              <a:ext uri="{FF2B5EF4-FFF2-40B4-BE49-F238E27FC236}">
                <a16:creationId xmlns:a16="http://schemas.microsoft.com/office/drawing/2014/main" id="{7322E015-9693-B642-BB4C-C9D591C9BD0F}"/>
              </a:ext>
            </a:extLst>
          </p:cNvPr>
          <p:cNvSpPr/>
          <p:nvPr/>
        </p:nvSpPr>
        <p:spPr>
          <a:xfrm>
            <a:off x="2132838" y="2518823"/>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102" name="object 21">
            <a:extLst>
              <a:ext uri="{FF2B5EF4-FFF2-40B4-BE49-F238E27FC236}">
                <a16:creationId xmlns:a16="http://schemas.microsoft.com/office/drawing/2014/main" id="{397CC043-DEF2-544C-A9AE-DD81FDE5998F}"/>
              </a:ext>
            </a:extLst>
          </p:cNvPr>
          <p:cNvSpPr/>
          <p:nvPr/>
        </p:nvSpPr>
        <p:spPr>
          <a:xfrm>
            <a:off x="7322057" y="2523396"/>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103" name="object 22">
            <a:extLst>
              <a:ext uri="{FF2B5EF4-FFF2-40B4-BE49-F238E27FC236}">
                <a16:creationId xmlns:a16="http://schemas.microsoft.com/office/drawing/2014/main" id="{5AF85214-4AF1-144C-8A07-4F1E3DBE7C8D}"/>
              </a:ext>
            </a:extLst>
          </p:cNvPr>
          <p:cNvSpPr/>
          <p:nvPr/>
        </p:nvSpPr>
        <p:spPr>
          <a:xfrm>
            <a:off x="1288541" y="3670967"/>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104" name="object 23">
            <a:extLst>
              <a:ext uri="{FF2B5EF4-FFF2-40B4-BE49-F238E27FC236}">
                <a16:creationId xmlns:a16="http://schemas.microsoft.com/office/drawing/2014/main" id="{6723CD80-D3E2-7C4A-9F44-1D2AF83778E2}"/>
              </a:ext>
            </a:extLst>
          </p:cNvPr>
          <p:cNvSpPr/>
          <p:nvPr/>
        </p:nvSpPr>
        <p:spPr>
          <a:xfrm>
            <a:off x="4016502" y="3681636"/>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105" name="object 24">
            <a:extLst>
              <a:ext uri="{FF2B5EF4-FFF2-40B4-BE49-F238E27FC236}">
                <a16:creationId xmlns:a16="http://schemas.microsoft.com/office/drawing/2014/main" id="{1260E871-74C7-154F-8015-79E871D5C286}"/>
              </a:ext>
            </a:extLst>
          </p:cNvPr>
          <p:cNvSpPr/>
          <p:nvPr/>
        </p:nvSpPr>
        <p:spPr>
          <a:xfrm>
            <a:off x="6745223" y="3662586"/>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106" name="object 25">
            <a:extLst>
              <a:ext uri="{FF2B5EF4-FFF2-40B4-BE49-F238E27FC236}">
                <a16:creationId xmlns:a16="http://schemas.microsoft.com/office/drawing/2014/main" id="{DDA46A81-D1B5-9041-B765-A56FB0EC1248}"/>
              </a:ext>
            </a:extLst>
          </p:cNvPr>
          <p:cNvSpPr/>
          <p:nvPr/>
        </p:nvSpPr>
        <p:spPr>
          <a:xfrm>
            <a:off x="9473183" y="3670205"/>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107" name="object 26">
            <a:extLst>
              <a:ext uri="{FF2B5EF4-FFF2-40B4-BE49-F238E27FC236}">
                <a16:creationId xmlns:a16="http://schemas.microsoft.com/office/drawing/2014/main" id="{00A5CFB8-7403-4D4A-9062-3E758956A716}"/>
              </a:ext>
            </a:extLst>
          </p:cNvPr>
          <p:cNvSpPr/>
          <p:nvPr/>
        </p:nvSpPr>
        <p:spPr>
          <a:xfrm>
            <a:off x="2194560" y="4909980"/>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108" name="object 27">
            <a:extLst>
              <a:ext uri="{FF2B5EF4-FFF2-40B4-BE49-F238E27FC236}">
                <a16:creationId xmlns:a16="http://schemas.microsoft.com/office/drawing/2014/main" id="{42E4B471-F024-FE4B-BFCC-550C2608B007}"/>
              </a:ext>
            </a:extLst>
          </p:cNvPr>
          <p:cNvSpPr/>
          <p:nvPr/>
        </p:nvSpPr>
        <p:spPr>
          <a:xfrm>
            <a:off x="3615690" y="4924457"/>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109" name="object 28">
            <a:extLst>
              <a:ext uri="{FF2B5EF4-FFF2-40B4-BE49-F238E27FC236}">
                <a16:creationId xmlns:a16="http://schemas.microsoft.com/office/drawing/2014/main" id="{F0AC597C-590E-A74F-978F-64788DAF16E1}"/>
              </a:ext>
            </a:extLst>
          </p:cNvPr>
          <p:cNvSpPr/>
          <p:nvPr/>
        </p:nvSpPr>
        <p:spPr>
          <a:xfrm>
            <a:off x="5036820" y="4928267"/>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120" name="object 29">
            <a:extLst>
              <a:ext uri="{FF2B5EF4-FFF2-40B4-BE49-F238E27FC236}">
                <a16:creationId xmlns:a16="http://schemas.microsoft.com/office/drawing/2014/main" id="{73166EB1-B918-5742-BA44-3EC203E26550}"/>
              </a:ext>
            </a:extLst>
          </p:cNvPr>
          <p:cNvSpPr/>
          <p:nvPr/>
        </p:nvSpPr>
        <p:spPr>
          <a:xfrm>
            <a:off x="6429755" y="4910742"/>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121" name="object 30">
            <a:extLst>
              <a:ext uri="{FF2B5EF4-FFF2-40B4-BE49-F238E27FC236}">
                <a16:creationId xmlns:a16="http://schemas.microsoft.com/office/drawing/2014/main" id="{25F2BED0-2AC9-AF41-A78D-A35B2CA49AC9}"/>
              </a:ext>
            </a:extLst>
          </p:cNvPr>
          <p:cNvSpPr/>
          <p:nvPr/>
        </p:nvSpPr>
        <p:spPr>
          <a:xfrm>
            <a:off x="7879080" y="4921410"/>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122" name="object 31">
            <a:extLst>
              <a:ext uri="{FF2B5EF4-FFF2-40B4-BE49-F238E27FC236}">
                <a16:creationId xmlns:a16="http://schemas.microsoft.com/office/drawing/2014/main" id="{58394C9F-4B24-B745-854A-3CC8599BAC5E}"/>
              </a:ext>
            </a:extLst>
          </p:cNvPr>
          <p:cNvSpPr/>
          <p:nvPr/>
        </p:nvSpPr>
        <p:spPr>
          <a:xfrm>
            <a:off x="9300209" y="4914551"/>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123" name="object 32">
            <a:extLst>
              <a:ext uri="{FF2B5EF4-FFF2-40B4-BE49-F238E27FC236}">
                <a16:creationId xmlns:a16="http://schemas.microsoft.com/office/drawing/2014/main" id="{9B869D7B-AC3B-8E4D-B29F-A45155B0F016}"/>
              </a:ext>
            </a:extLst>
          </p:cNvPr>
          <p:cNvSpPr/>
          <p:nvPr/>
        </p:nvSpPr>
        <p:spPr>
          <a:xfrm>
            <a:off x="10721340" y="4909980"/>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124" name="object 34">
            <a:extLst>
              <a:ext uri="{FF2B5EF4-FFF2-40B4-BE49-F238E27FC236}">
                <a16:creationId xmlns:a16="http://schemas.microsoft.com/office/drawing/2014/main" id="{50938BE4-DABE-0E4D-9DB9-B328C89E62A6}"/>
              </a:ext>
            </a:extLst>
          </p:cNvPr>
          <p:cNvSpPr/>
          <p:nvPr/>
        </p:nvSpPr>
        <p:spPr>
          <a:xfrm>
            <a:off x="617981" y="4269899"/>
            <a:ext cx="778510" cy="731520"/>
          </a:xfrm>
          <a:custGeom>
            <a:avLst/>
            <a:gdLst/>
            <a:ahLst/>
            <a:cxnLst/>
            <a:rect l="l" t="t" r="r" b="b"/>
            <a:pathLst>
              <a:path w="778510" h="731520">
                <a:moveTo>
                  <a:pt x="0" y="121920"/>
                </a:moveTo>
                <a:lnTo>
                  <a:pt x="9580" y="74473"/>
                </a:lnTo>
                <a:lnTo>
                  <a:pt x="35709" y="35718"/>
                </a:lnTo>
                <a:lnTo>
                  <a:pt x="74462" y="9584"/>
                </a:lnTo>
                <a:lnTo>
                  <a:pt x="121920" y="0"/>
                </a:lnTo>
                <a:lnTo>
                  <a:pt x="656082" y="0"/>
                </a:lnTo>
                <a:lnTo>
                  <a:pt x="703528" y="9584"/>
                </a:lnTo>
                <a:lnTo>
                  <a:pt x="742283" y="35718"/>
                </a:lnTo>
                <a:lnTo>
                  <a:pt x="768417" y="74473"/>
                </a:lnTo>
                <a:lnTo>
                  <a:pt x="778002" y="121920"/>
                </a:lnTo>
                <a:lnTo>
                  <a:pt x="778002" y="609600"/>
                </a:lnTo>
                <a:lnTo>
                  <a:pt x="768417" y="657046"/>
                </a:lnTo>
                <a:lnTo>
                  <a:pt x="742283" y="695801"/>
                </a:lnTo>
                <a:lnTo>
                  <a:pt x="703528" y="721935"/>
                </a:lnTo>
                <a:lnTo>
                  <a:pt x="656082" y="731520"/>
                </a:lnTo>
                <a:lnTo>
                  <a:pt x="121920" y="731520"/>
                </a:lnTo>
                <a:lnTo>
                  <a:pt x="74462" y="721935"/>
                </a:lnTo>
                <a:lnTo>
                  <a:pt x="35709" y="695801"/>
                </a:lnTo>
                <a:lnTo>
                  <a:pt x="9580" y="657046"/>
                </a:lnTo>
                <a:lnTo>
                  <a:pt x="0" y="609600"/>
                </a:lnTo>
                <a:lnTo>
                  <a:pt x="0" y="121920"/>
                </a:lnTo>
                <a:close/>
              </a:path>
            </a:pathLst>
          </a:custGeom>
          <a:ln w="38100">
            <a:solidFill>
              <a:srgbClr val="FF0000"/>
            </a:solidFill>
            <a:prstDash val="lgDash"/>
          </a:ln>
        </p:spPr>
        <p:txBody>
          <a:bodyPr wrap="square" lIns="0" tIns="0" rIns="0" bIns="0" rtlCol="0"/>
          <a:lstStyle/>
          <a:p>
            <a:endParaRPr/>
          </a:p>
        </p:txBody>
      </p:sp>
      <p:sp>
        <p:nvSpPr>
          <p:cNvPr id="125" name="object 35">
            <a:extLst>
              <a:ext uri="{FF2B5EF4-FFF2-40B4-BE49-F238E27FC236}">
                <a16:creationId xmlns:a16="http://schemas.microsoft.com/office/drawing/2014/main" id="{A0E34126-EF27-0B49-B2C1-F25DAB272C05}"/>
              </a:ext>
            </a:extLst>
          </p:cNvPr>
          <p:cNvSpPr txBox="1"/>
          <p:nvPr/>
        </p:nvSpPr>
        <p:spPr>
          <a:xfrm>
            <a:off x="485317" y="5600021"/>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126" name="object 36">
            <a:extLst>
              <a:ext uri="{FF2B5EF4-FFF2-40B4-BE49-F238E27FC236}">
                <a16:creationId xmlns:a16="http://schemas.microsoft.com/office/drawing/2014/main" id="{8558656B-CA20-6F47-83E0-B16E8DF26956}"/>
              </a:ext>
            </a:extLst>
          </p:cNvPr>
          <p:cNvSpPr txBox="1"/>
          <p:nvPr/>
        </p:nvSpPr>
        <p:spPr>
          <a:xfrm>
            <a:off x="1195882" y="559981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127" name="object 37">
            <a:extLst>
              <a:ext uri="{FF2B5EF4-FFF2-40B4-BE49-F238E27FC236}">
                <a16:creationId xmlns:a16="http://schemas.microsoft.com/office/drawing/2014/main" id="{CE353322-59C6-E846-8C53-B910EAA51EBD}"/>
              </a:ext>
            </a:extLst>
          </p:cNvPr>
          <p:cNvSpPr txBox="1"/>
          <p:nvPr/>
        </p:nvSpPr>
        <p:spPr>
          <a:xfrm>
            <a:off x="1906397" y="559981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28" name="object 38">
            <a:extLst>
              <a:ext uri="{FF2B5EF4-FFF2-40B4-BE49-F238E27FC236}">
                <a16:creationId xmlns:a16="http://schemas.microsoft.com/office/drawing/2014/main" id="{837A7BA9-3AB8-E64B-8ECF-31275EF2AEA8}"/>
              </a:ext>
            </a:extLst>
          </p:cNvPr>
          <p:cNvSpPr txBox="1"/>
          <p:nvPr/>
        </p:nvSpPr>
        <p:spPr>
          <a:xfrm>
            <a:off x="2616961" y="559981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129" name="object 39">
            <a:extLst>
              <a:ext uri="{FF2B5EF4-FFF2-40B4-BE49-F238E27FC236}">
                <a16:creationId xmlns:a16="http://schemas.microsoft.com/office/drawing/2014/main" id="{4B00BDF0-0FCC-6C46-B5F3-1EB2EA9AA5B7}"/>
              </a:ext>
            </a:extLst>
          </p:cNvPr>
          <p:cNvSpPr txBox="1"/>
          <p:nvPr/>
        </p:nvSpPr>
        <p:spPr>
          <a:xfrm>
            <a:off x="3327527" y="559981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130" name="object 40">
            <a:extLst>
              <a:ext uri="{FF2B5EF4-FFF2-40B4-BE49-F238E27FC236}">
                <a16:creationId xmlns:a16="http://schemas.microsoft.com/office/drawing/2014/main" id="{6CE47019-4ACF-214A-8472-0CF1264C01B9}"/>
              </a:ext>
            </a:extLst>
          </p:cNvPr>
          <p:cNvSpPr txBox="1"/>
          <p:nvPr/>
        </p:nvSpPr>
        <p:spPr>
          <a:xfrm>
            <a:off x="4038219" y="5599818"/>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31" name="object 41">
            <a:extLst>
              <a:ext uri="{FF2B5EF4-FFF2-40B4-BE49-F238E27FC236}">
                <a16:creationId xmlns:a16="http://schemas.microsoft.com/office/drawing/2014/main" id="{06667BF5-CC80-E046-B025-4E3A7B649020}"/>
              </a:ext>
            </a:extLst>
          </p:cNvPr>
          <p:cNvSpPr txBox="1"/>
          <p:nvPr/>
        </p:nvSpPr>
        <p:spPr>
          <a:xfrm>
            <a:off x="4748784" y="5599818"/>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32" name="object 42">
            <a:extLst>
              <a:ext uri="{FF2B5EF4-FFF2-40B4-BE49-F238E27FC236}">
                <a16:creationId xmlns:a16="http://schemas.microsoft.com/office/drawing/2014/main" id="{5D4180FE-3AA3-4244-82B0-20ECA525340A}"/>
              </a:ext>
            </a:extLst>
          </p:cNvPr>
          <p:cNvSpPr txBox="1"/>
          <p:nvPr/>
        </p:nvSpPr>
        <p:spPr>
          <a:xfrm>
            <a:off x="5459348" y="5599818"/>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33" name="object 43">
            <a:extLst>
              <a:ext uri="{FF2B5EF4-FFF2-40B4-BE49-F238E27FC236}">
                <a16:creationId xmlns:a16="http://schemas.microsoft.com/office/drawing/2014/main" id="{9A87D674-AE8F-D34A-8913-46E15EA1852E}"/>
              </a:ext>
            </a:extLst>
          </p:cNvPr>
          <p:cNvSpPr txBox="1"/>
          <p:nvPr/>
        </p:nvSpPr>
        <p:spPr>
          <a:xfrm>
            <a:off x="6169914" y="5602549"/>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34" name="object 44">
            <a:extLst>
              <a:ext uri="{FF2B5EF4-FFF2-40B4-BE49-F238E27FC236}">
                <a16:creationId xmlns:a16="http://schemas.microsoft.com/office/drawing/2014/main" id="{4729E495-0B93-0740-8070-175DF3DA5EB8}"/>
              </a:ext>
            </a:extLst>
          </p:cNvPr>
          <p:cNvSpPr txBox="1"/>
          <p:nvPr/>
        </p:nvSpPr>
        <p:spPr>
          <a:xfrm>
            <a:off x="6880479" y="5602549"/>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35" name="object 45">
            <a:extLst>
              <a:ext uri="{FF2B5EF4-FFF2-40B4-BE49-F238E27FC236}">
                <a16:creationId xmlns:a16="http://schemas.microsoft.com/office/drawing/2014/main" id="{5B592485-1115-474E-BC48-7FEBDD48DD74}"/>
              </a:ext>
            </a:extLst>
          </p:cNvPr>
          <p:cNvSpPr txBox="1"/>
          <p:nvPr/>
        </p:nvSpPr>
        <p:spPr>
          <a:xfrm>
            <a:off x="7591043" y="560254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36" name="object 46">
            <a:extLst>
              <a:ext uri="{FF2B5EF4-FFF2-40B4-BE49-F238E27FC236}">
                <a16:creationId xmlns:a16="http://schemas.microsoft.com/office/drawing/2014/main" id="{0D6C22C0-2F02-8B42-A8E2-20E9608025DE}"/>
              </a:ext>
            </a:extLst>
          </p:cNvPr>
          <p:cNvSpPr txBox="1"/>
          <p:nvPr/>
        </p:nvSpPr>
        <p:spPr>
          <a:xfrm>
            <a:off x="8301608" y="5600161"/>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37" name="object 47">
            <a:extLst>
              <a:ext uri="{FF2B5EF4-FFF2-40B4-BE49-F238E27FC236}">
                <a16:creationId xmlns:a16="http://schemas.microsoft.com/office/drawing/2014/main" id="{453E1A80-5AAA-F242-BFD2-DFDBE6E87D43}"/>
              </a:ext>
            </a:extLst>
          </p:cNvPr>
          <p:cNvSpPr txBox="1"/>
          <p:nvPr/>
        </p:nvSpPr>
        <p:spPr>
          <a:xfrm>
            <a:off x="9012173" y="559746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38" name="object 48">
            <a:extLst>
              <a:ext uri="{FF2B5EF4-FFF2-40B4-BE49-F238E27FC236}">
                <a16:creationId xmlns:a16="http://schemas.microsoft.com/office/drawing/2014/main" id="{723DFA0A-7D59-374A-86D9-920875B34449}"/>
              </a:ext>
            </a:extLst>
          </p:cNvPr>
          <p:cNvSpPr txBox="1"/>
          <p:nvPr/>
        </p:nvSpPr>
        <p:spPr>
          <a:xfrm>
            <a:off x="9722739" y="559746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39" name="object 49">
            <a:extLst>
              <a:ext uri="{FF2B5EF4-FFF2-40B4-BE49-F238E27FC236}">
                <a16:creationId xmlns:a16="http://schemas.microsoft.com/office/drawing/2014/main" id="{E7682A72-22A5-A247-A5B6-601D6AF83F2F}"/>
              </a:ext>
            </a:extLst>
          </p:cNvPr>
          <p:cNvSpPr txBox="1"/>
          <p:nvPr/>
        </p:nvSpPr>
        <p:spPr>
          <a:xfrm>
            <a:off x="10433304" y="559746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40" name="object 50">
            <a:extLst>
              <a:ext uri="{FF2B5EF4-FFF2-40B4-BE49-F238E27FC236}">
                <a16:creationId xmlns:a16="http://schemas.microsoft.com/office/drawing/2014/main" id="{3953EE2A-953E-F543-85C7-E345B0AC160B}"/>
              </a:ext>
            </a:extLst>
          </p:cNvPr>
          <p:cNvSpPr txBox="1"/>
          <p:nvPr/>
        </p:nvSpPr>
        <p:spPr>
          <a:xfrm>
            <a:off x="11143868" y="559746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Tree>
    <p:extLst>
      <p:ext uri="{BB962C8B-B14F-4D97-AF65-F5344CB8AC3E}">
        <p14:creationId xmlns:p14="http://schemas.microsoft.com/office/powerpoint/2010/main" val="37221630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63" name="object 3">
            <a:extLst>
              <a:ext uri="{FF2B5EF4-FFF2-40B4-BE49-F238E27FC236}">
                <a16:creationId xmlns:a16="http://schemas.microsoft.com/office/drawing/2014/main" id="{C88EDC8C-E242-7446-B4B3-A14312045AC2}"/>
              </a:ext>
            </a:extLst>
          </p:cNvPr>
          <p:cNvGraphicFramePr>
            <a:graphicFrameLocks noGrp="1"/>
          </p:cNvGraphicFramePr>
          <p:nvPr>
            <p:extLst>
              <p:ext uri="{D42A27DB-BD31-4B8C-83A1-F6EECF244321}">
                <p14:modId xmlns:p14="http://schemas.microsoft.com/office/powerpoint/2010/main" val="196590002"/>
              </p:ext>
            </p:extLst>
          </p:nvPr>
        </p:nvGraphicFramePr>
        <p:xfrm>
          <a:off x="1458467" y="857029"/>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4" name="object 4">
            <a:extLst>
              <a:ext uri="{FF2B5EF4-FFF2-40B4-BE49-F238E27FC236}">
                <a16:creationId xmlns:a16="http://schemas.microsoft.com/office/drawing/2014/main" id="{54F818A1-D3CF-D84E-BABD-147E9336F606}"/>
              </a:ext>
            </a:extLst>
          </p:cNvPr>
          <p:cNvGraphicFramePr>
            <a:graphicFrameLocks noGrp="1"/>
          </p:cNvGraphicFramePr>
          <p:nvPr>
            <p:extLst>
              <p:ext uri="{D42A27DB-BD31-4B8C-83A1-F6EECF244321}">
                <p14:modId xmlns:p14="http://schemas.microsoft.com/office/powerpoint/2010/main" val="553556676"/>
              </p:ext>
            </p:extLst>
          </p:nvPr>
        </p:nvGraphicFramePr>
        <p:xfrm>
          <a:off x="1184376" y="1922431"/>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5" name="object 5">
            <a:extLst>
              <a:ext uri="{FF2B5EF4-FFF2-40B4-BE49-F238E27FC236}">
                <a16:creationId xmlns:a16="http://schemas.microsoft.com/office/drawing/2014/main" id="{CB68CCA1-A795-3C43-82D3-FE8B847A77F5}"/>
              </a:ext>
            </a:extLst>
          </p:cNvPr>
          <p:cNvGraphicFramePr>
            <a:graphicFrameLocks noGrp="1"/>
          </p:cNvGraphicFramePr>
          <p:nvPr>
            <p:extLst>
              <p:ext uri="{D42A27DB-BD31-4B8C-83A1-F6EECF244321}">
                <p14:modId xmlns:p14="http://schemas.microsoft.com/office/powerpoint/2010/main" val="3228096075"/>
              </p:ext>
            </p:extLst>
          </p:nvPr>
        </p:nvGraphicFramePr>
        <p:xfrm>
          <a:off x="6281165" y="1927003"/>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66" name="object 6">
            <a:extLst>
              <a:ext uri="{FF2B5EF4-FFF2-40B4-BE49-F238E27FC236}">
                <a16:creationId xmlns:a16="http://schemas.microsoft.com/office/drawing/2014/main" id="{AAE03CD3-4ACA-C449-895E-F08C291F6BD4}"/>
              </a:ext>
            </a:extLst>
          </p:cNvPr>
          <p:cNvSpPr/>
          <p:nvPr/>
        </p:nvSpPr>
        <p:spPr>
          <a:xfrm>
            <a:off x="3507485" y="1453547"/>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67" name="object 7">
            <a:extLst>
              <a:ext uri="{FF2B5EF4-FFF2-40B4-BE49-F238E27FC236}">
                <a16:creationId xmlns:a16="http://schemas.microsoft.com/office/drawing/2014/main" id="{12943CBC-EC48-CA46-8858-C04EC78A550B}"/>
              </a:ext>
            </a:extLst>
          </p:cNvPr>
          <p:cNvGraphicFramePr>
            <a:graphicFrameLocks noGrp="1"/>
          </p:cNvGraphicFramePr>
          <p:nvPr>
            <p:extLst>
              <p:ext uri="{D42A27DB-BD31-4B8C-83A1-F6EECF244321}">
                <p14:modId xmlns:p14="http://schemas.microsoft.com/office/powerpoint/2010/main" val="1790291214"/>
              </p:ext>
            </p:extLst>
          </p:nvPr>
        </p:nvGraphicFramePr>
        <p:xfrm>
          <a:off x="961783" y="3074830"/>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8" name="object 8">
            <a:extLst>
              <a:ext uri="{FF2B5EF4-FFF2-40B4-BE49-F238E27FC236}">
                <a16:creationId xmlns:a16="http://schemas.microsoft.com/office/drawing/2014/main" id="{42C8B517-7F39-0D43-A009-B24316076CAC}"/>
              </a:ext>
            </a:extLst>
          </p:cNvPr>
          <p:cNvGraphicFramePr>
            <a:graphicFrameLocks noGrp="1"/>
          </p:cNvGraphicFramePr>
          <p:nvPr>
            <p:extLst>
              <p:ext uri="{D42A27DB-BD31-4B8C-83A1-F6EECF244321}">
                <p14:modId xmlns:p14="http://schemas.microsoft.com/office/powerpoint/2010/main" val="605703324"/>
              </p:ext>
            </p:extLst>
          </p:nvPr>
        </p:nvGraphicFramePr>
        <p:xfrm>
          <a:off x="3556253" y="3068225"/>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9" name="object 9">
            <a:extLst>
              <a:ext uri="{FF2B5EF4-FFF2-40B4-BE49-F238E27FC236}">
                <a16:creationId xmlns:a16="http://schemas.microsoft.com/office/drawing/2014/main" id="{6E86CBA3-788E-EC4E-B7EB-B7E606DFB7E0}"/>
              </a:ext>
            </a:extLst>
          </p:cNvPr>
          <p:cNvGraphicFramePr>
            <a:graphicFrameLocks noGrp="1"/>
          </p:cNvGraphicFramePr>
          <p:nvPr>
            <p:extLst>
              <p:ext uri="{D42A27DB-BD31-4B8C-83A1-F6EECF244321}">
                <p14:modId xmlns:p14="http://schemas.microsoft.com/office/powerpoint/2010/main" val="2700316995"/>
              </p:ext>
            </p:extLst>
          </p:nvPr>
        </p:nvGraphicFramePr>
        <p:xfrm>
          <a:off x="693140" y="4324510"/>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0" name="object 10">
            <a:extLst>
              <a:ext uri="{FF2B5EF4-FFF2-40B4-BE49-F238E27FC236}">
                <a16:creationId xmlns:a16="http://schemas.microsoft.com/office/drawing/2014/main" id="{68975DCC-ABE0-A844-B829-865F1E127011}"/>
              </a:ext>
            </a:extLst>
          </p:cNvPr>
          <p:cNvGraphicFramePr>
            <a:graphicFrameLocks noGrp="1"/>
          </p:cNvGraphicFramePr>
          <p:nvPr>
            <p:extLst>
              <p:ext uri="{D42A27DB-BD31-4B8C-83A1-F6EECF244321}">
                <p14:modId xmlns:p14="http://schemas.microsoft.com/office/powerpoint/2010/main" val="1157837162"/>
              </p:ext>
            </p:extLst>
          </p:nvPr>
        </p:nvGraphicFramePr>
        <p:xfrm>
          <a:off x="2057400"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1" name="object 11">
            <a:extLst>
              <a:ext uri="{FF2B5EF4-FFF2-40B4-BE49-F238E27FC236}">
                <a16:creationId xmlns:a16="http://schemas.microsoft.com/office/drawing/2014/main" id="{73257C84-2107-724A-B761-F0D639ABA316}"/>
              </a:ext>
            </a:extLst>
          </p:cNvPr>
          <p:cNvGraphicFramePr>
            <a:graphicFrameLocks noGrp="1"/>
          </p:cNvGraphicFramePr>
          <p:nvPr>
            <p:extLst>
              <p:ext uri="{D42A27DB-BD31-4B8C-83A1-F6EECF244321}">
                <p14:modId xmlns:p14="http://schemas.microsoft.com/office/powerpoint/2010/main" val="1357007991"/>
              </p:ext>
            </p:extLst>
          </p:nvPr>
        </p:nvGraphicFramePr>
        <p:xfrm>
          <a:off x="3421507"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2" name="object 12">
            <a:extLst>
              <a:ext uri="{FF2B5EF4-FFF2-40B4-BE49-F238E27FC236}">
                <a16:creationId xmlns:a16="http://schemas.microsoft.com/office/drawing/2014/main" id="{A67216D2-6542-2945-B4B6-E2AFB4747A3E}"/>
              </a:ext>
            </a:extLst>
          </p:cNvPr>
          <p:cNvGraphicFramePr>
            <a:graphicFrameLocks noGrp="1"/>
          </p:cNvGraphicFramePr>
          <p:nvPr>
            <p:extLst>
              <p:ext uri="{D42A27DB-BD31-4B8C-83A1-F6EECF244321}">
                <p14:modId xmlns:p14="http://schemas.microsoft.com/office/powerpoint/2010/main" val="4231753507"/>
              </p:ext>
            </p:extLst>
          </p:nvPr>
        </p:nvGraphicFramePr>
        <p:xfrm>
          <a:off x="4785740" y="4324510"/>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3" name="object 13">
            <a:extLst>
              <a:ext uri="{FF2B5EF4-FFF2-40B4-BE49-F238E27FC236}">
                <a16:creationId xmlns:a16="http://schemas.microsoft.com/office/drawing/2014/main" id="{BCCF152A-1E02-734B-8074-FDF287007B98}"/>
              </a:ext>
            </a:extLst>
          </p:cNvPr>
          <p:cNvGraphicFramePr>
            <a:graphicFrameLocks noGrp="1"/>
          </p:cNvGraphicFramePr>
          <p:nvPr>
            <p:extLst>
              <p:ext uri="{D42A27DB-BD31-4B8C-83A1-F6EECF244321}">
                <p14:modId xmlns:p14="http://schemas.microsoft.com/office/powerpoint/2010/main" val="99391585"/>
              </p:ext>
            </p:extLst>
          </p:nvPr>
        </p:nvGraphicFramePr>
        <p:xfrm>
          <a:off x="6150736" y="3072798"/>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4" name="object 14">
            <a:extLst>
              <a:ext uri="{FF2B5EF4-FFF2-40B4-BE49-F238E27FC236}">
                <a16:creationId xmlns:a16="http://schemas.microsoft.com/office/drawing/2014/main" id="{AC5D0E0F-2544-2049-8401-212D4F010B7E}"/>
              </a:ext>
            </a:extLst>
          </p:cNvPr>
          <p:cNvGraphicFramePr>
            <a:graphicFrameLocks noGrp="1"/>
          </p:cNvGraphicFramePr>
          <p:nvPr>
            <p:extLst>
              <p:ext uri="{D42A27DB-BD31-4B8C-83A1-F6EECF244321}">
                <p14:modId xmlns:p14="http://schemas.microsoft.com/office/powerpoint/2010/main" val="2669858814"/>
              </p:ext>
            </p:extLst>
          </p:nvPr>
        </p:nvGraphicFramePr>
        <p:xfrm>
          <a:off x="8745219" y="3072798"/>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5" name="object 15">
            <a:extLst>
              <a:ext uri="{FF2B5EF4-FFF2-40B4-BE49-F238E27FC236}">
                <a16:creationId xmlns:a16="http://schemas.microsoft.com/office/drawing/2014/main" id="{B081DEDE-92E7-284B-B788-B8039A5A40E7}"/>
              </a:ext>
            </a:extLst>
          </p:cNvPr>
          <p:cNvGraphicFramePr>
            <a:graphicFrameLocks noGrp="1"/>
          </p:cNvGraphicFramePr>
          <p:nvPr>
            <p:extLst>
              <p:ext uri="{D42A27DB-BD31-4B8C-83A1-F6EECF244321}">
                <p14:modId xmlns:p14="http://schemas.microsoft.com/office/powerpoint/2010/main" val="1812193326"/>
              </p:ext>
            </p:extLst>
          </p:nvPr>
        </p:nvGraphicFramePr>
        <p:xfrm>
          <a:off x="6149975"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6" name="object 16">
            <a:extLst>
              <a:ext uri="{FF2B5EF4-FFF2-40B4-BE49-F238E27FC236}">
                <a16:creationId xmlns:a16="http://schemas.microsoft.com/office/drawing/2014/main" id="{74C7CF57-AC5F-CA45-A272-54E8BE2B11BC}"/>
              </a:ext>
            </a:extLst>
          </p:cNvPr>
          <p:cNvGraphicFramePr>
            <a:graphicFrameLocks noGrp="1"/>
          </p:cNvGraphicFramePr>
          <p:nvPr>
            <p:extLst>
              <p:ext uri="{D42A27DB-BD31-4B8C-83A1-F6EECF244321}">
                <p14:modId xmlns:p14="http://schemas.microsoft.com/office/powerpoint/2010/main" val="2771351735"/>
              </p:ext>
            </p:extLst>
          </p:nvPr>
        </p:nvGraphicFramePr>
        <p:xfrm>
          <a:off x="7514081"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7" name="object 17">
            <a:extLst>
              <a:ext uri="{FF2B5EF4-FFF2-40B4-BE49-F238E27FC236}">
                <a16:creationId xmlns:a16="http://schemas.microsoft.com/office/drawing/2014/main" id="{C2A2F316-A0C6-BE45-86DA-8B413B822BD0}"/>
              </a:ext>
            </a:extLst>
          </p:cNvPr>
          <p:cNvGraphicFramePr>
            <a:graphicFrameLocks noGrp="1"/>
          </p:cNvGraphicFramePr>
          <p:nvPr>
            <p:extLst>
              <p:ext uri="{D42A27DB-BD31-4B8C-83A1-F6EECF244321}">
                <p14:modId xmlns:p14="http://schemas.microsoft.com/office/powerpoint/2010/main" val="2304256739"/>
              </p:ext>
            </p:extLst>
          </p:nvPr>
        </p:nvGraphicFramePr>
        <p:xfrm>
          <a:off x="8878316"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8" name="object 18">
            <a:extLst>
              <a:ext uri="{FF2B5EF4-FFF2-40B4-BE49-F238E27FC236}">
                <a16:creationId xmlns:a16="http://schemas.microsoft.com/office/drawing/2014/main" id="{5410F27A-8F99-7246-AB0E-EA820142B994}"/>
              </a:ext>
            </a:extLst>
          </p:cNvPr>
          <p:cNvGraphicFramePr>
            <a:graphicFrameLocks noGrp="1"/>
          </p:cNvGraphicFramePr>
          <p:nvPr>
            <p:extLst>
              <p:ext uri="{D42A27DB-BD31-4B8C-83A1-F6EECF244321}">
                <p14:modId xmlns:p14="http://schemas.microsoft.com/office/powerpoint/2010/main" val="358340085"/>
              </p:ext>
            </p:extLst>
          </p:nvPr>
        </p:nvGraphicFramePr>
        <p:xfrm>
          <a:off x="10242550" y="4320192"/>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sp>
        <p:nvSpPr>
          <p:cNvPr id="79" name="object 19">
            <a:extLst>
              <a:ext uri="{FF2B5EF4-FFF2-40B4-BE49-F238E27FC236}">
                <a16:creationId xmlns:a16="http://schemas.microsoft.com/office/drawing/2014/main" id="{B5CFFD06-2A77-A640-8050-2A2319EE14B9}"/>
              </a:ext>
            </a:extLst>
          </p:cNvPr>
          <p:cNvSpPr/>
          <p:nvPr/>
        </p:nvSpPr>
        <p:spPr>
          <a:xfrm>
            <a:off x="773430" y="4898549"/>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80" name="object 20">
            <a:extLst>
              <a:ext uri="{FF2B5EF4-FFF2-40B4-BE49-F238E27FC236}">
                <a16:creationId xmlns:a16="http://schemas.microsoft.com/office/drawing/2014/main" id="{ACAE431A-8116-8E47-BD9F-EFECE3FE40B2}"/>
              </a:ext>
            </a:extLst>
          </p:cNvPr>
          <p:cNvSpPr/>
          <p:nvPr/>
        </p:nvSpPr>
        <p:spPr>
          <a:xfrm>
            <a:off x="2132838" y="2518823"/>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81" name="object 21">
            <a:extLst>
              <a:ext uri="{FF2B5EF4-FFF2-40B4-BE49-F238E27FC236}">
                <a16:creationId xmlns:a16="http://schemas.microsoft.com/office/drawing/2014/main" id="{BF69E45E-294E-954E-9AC6-622EA10D7417}"/>
              </a:ext>
            </a:extLst>
          </p:cNvPr>
          <p:cNvSpPr/>
          <p:nvPr/>
        </p:nvSpPr>
        <p:spPr>
          <a:xfrm>
            <a:off x="7322057" y="2523396"/>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82" name="object 22">
            <a:extLst>
              <a:ext uri="{FF2B5EF4-FFF2-40B4-BE49-F238E27FC236}">
                <a16:creationId xmlns:a16="http://schemas.microsoft.com/office/drawing/2014/main" id="{2023CCC5-0A47-4349-86A1-532142C8E1C2}"/>
              </a:ext>
            </a:extLst>
          </p:cNvPr>
          <p:cNvSpPr/>
          <p:nvPr/>
        </p:nvSpPr>
        <p:spPr>
          <a:xfrm>
            <a:off x="1288541" y="3670967"/>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83" name="object 23">
            <a:extLst>
              <a:ext uri="{FF2B5EF4-FFF2-40B4-BE49-F238E27FC236}">
                <a16:creationId xmlns:a16="http://schemas.microsoft.com/office/drawing/2014/main" id="{1B4A3CF4-5684-1147-B936-A9555E8C2688}"/>
              </a:ext>
            </a:extLst>
          </p:cNvPr>
          <p:cNvSpPr/>
          <p:nvPr/>
        </p:nvSpPr>
        <p:spPr>
          <a:xfrm>
            <a:off x="4016502" y="3681636"/>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84" name="object 24">
            <a:extLst>
              <a:ext uri="{FF2B5EF4-FFF2-40B4-BE49-F238E27FC236}">
                <a16:creationId xmlns:a16="http://schemas.microsoft.com/office/drawing/2014/main" id="{67D93A14-B923-DE44-A1BC-4A8C40A0E6D4}"/>
              </a:ext>
            </a:extLst>
          </p:cNvPr>
          <p:cNvSpPr/>
          <p:nvPr/>
        </p:nvSpPr>
        <p:spPr>
          <a:xfrm>
            <a:off x="6745223" y="3662586"/>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85" name="object 25">
            <a:extLst>
              <a:ext uri="{FF2B5EF4-FFF2-40B4-BE49-F238E27FC236}">
                <a16:creationId xmlns:a16="http://schemas.microsoft.com/office/drawing/2014/main" id="{CC96F500-1BF1-334C-87CB-EB226CB1878E}"/>
              </a:ext>
            </a:extLst>
          </p:cNvPr>
          <p:cNvSpPr/>
          <p:nvPr/>
        </p:nvSpPr>
        <p:spPr>
          <a:xfrm>
            <a:off x="9473183" y="3670205"/>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86" name="object 26">
            <a:extLst>
              <a:ext uri="{FF2B5EF4-FFF2-40B4-BE49-F238E27FC236}">
                <a16:creationId xmlns:a16="http://schemas.microsoft.com/office/drawing/2014/main" id="{F974ECEA-3361-F54A-BE5C-99B6F2544E60}"/>
              </a:ext>
            </a:extLst>
          </p:cNvPr>
          <p:cNvSpPr/>
          <p:nvPr/>
        </p:nvSpPr>
        <p:spPr>
          <a:xfrm>
            <a:off x="2194560" y="4909980"/>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87" name="object 27">
            <a:extLst>
              <a:ext uri="{FF2B5EF4-FFF2-40B4-BE49-F238E27FC236}">
                <a16:creationId xmlns:a16="http://schemas.microsoft.com/office/drawing/2014/main" id="{17C8DF61-2845-B345-AEE2-AADEC964BC2A}"/>
              </a:ext>
            </a:extLst>
          </p:cNvPr>
          <p:cNvSpPr/>
          <p:nvPr/>
        </p:nvSpPr>
        <p:spPr>
          <a:xfrm>
            <a:off x="3615690" y="4924457"/>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88" name="object 28">
            <a:extLst>
              <a:ext uri="{FF2B5EF4-FFF2-40B4-BE49-F238E27FC236}">
                <a16:creationId xmlns:a16="http://schemas.microsoft.com/office/drawing/2014/main" id="{DFEAF691-D934-7045-9423-101517564646}"/>
              </a:ext>
            </a:extLst>
          </p:cNvPr>
          <p:cNvSpPr/>
          <p:nvPr/>
        </p:nvSpPr>
        <p:spPr>
          <a:xfrm>
            <a:off x="5036820" y="4928267"/>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89" name="object 29">
            <a:extLst>
              <a:ext uri="{FF2B5EF4-FFF2-40B4-BE49-F238E27FC236}">
                <a16:creationId xmlns:a16="http://schemas.microsoft.com/office/drawing/2014/main" id="{9FA885E3-D593-D34C-9E2B-909F3012A391}"/>
              </a:ext>
            </a:extLst>
          </p:cNvPr>
          <p:cNvSpPr/>
          <p:nvPr/>
        </p:nvSpPr>
        <p:spPr>
          <a:xfrm>
            <a:off x="6429755" y="4910742"/>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90" name="object 30">
            <a:extLst>
              <a:ext uri="{FF2B5EF4-FFF2-40B4-BE49-F238E27FC236}">
                <a16:creationId xmlns:a16="http://schemas.microsoft.com/office/drawing/2014/main" id="{E54FC145-CBA3-D649-A4F1-1204793A06B6}"/>
              </a:ext>
            </a:extLst>
          </p:cNvPr>
          <p:cNvSpPr/>
          <p:nvPr/>
        </p:nvSpPr>
        <p:spPr>
          <a:xfrm>
            <a:off x="7879080" y="4921410"/>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91" name="object 31">
            <a:extLst>
              <a:ext uri="{FF2B5EF4-FFF2-40B4-BE49-F238E27FC236}">
                <a16:creationId xmlns:a16="http://schemas.microsoft.com/office/drawing/2014/main" id="{ED59E88A-CA18-814E-ADB1-24FAD2E1F04B}"/>
              </a:ext>
            </a:extLst>
          </p:cNvPr>
          <p:cNvSpPr/>
          <p:nvPr/>
        </p:nvSpPr>
        <p:spPr>
          <a:xfrm>
            <a:off x="9300209" y="4914551"/>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92" name="object 32">
            <a:extLst>
              <a:ext uri="{FF2B5EF4-FFF2-40B4-BE49-F238E27FC236}">
                <a16:creationId xmlns:a16="http://schemas.microsoft.com/office/drawing/2014/main" id="{7C461A95-6185-974F-8C9E-598B261BEF20}"/>
              </a:ext>
            </a:extLst>
          </p:cNvPr>
          <p:cNvSpPr/>
          <p:nvPr/>
        </p:nvSpPr>
        <p:spPr>
          <a:xfrm>
            <a:off x="10721340" y="4909980"/>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93" name="object 34">
            <a:extLst>
              <a:ext uri="{FF2B5EF4-FFF2-40B4-BE49-F238E27FC236}">
                <a16:creationId xmlns:a16="http://schemas.microsoft.com/office/drawing/2014/main" id="{B71064B0-C763-0C4E-8920-2EAB5F6D3FD4}"/>
              </a:ext>
            </a:extLst>
          </p:cNvPr>
          <p:cNvSpPr txBox="1"/>
          <p:nvPr/>
        </p:nvSpPr>
        <p:spPr>
          <a:xfrm>
            <a:off x="485317" y="5600021"/>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94" name="object 35">
            <a:extLst>
              <a:ext uri="{FF2B5EF4-FFF2-40B4-BE49-F238E27FC236}">
                <a16:creationId xmlns:a16="http://schemas.microsoft.com/office/drawing/2014/main" id="{49973C9A-996B-6E4B-8D2C-01E9DB7CA6A5}"/>
              </a:ext>
            </a:extLst>
          </p:cNvPr>
          <p:cNvSpPr txBox="1"/>
          <p:nvPr/>
        </p:nvSpPr>
        <p:spPr>
          <a:xfrm>
            <a:off x="1195882" y="559981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95" name="object 36">
            <a:extLst>
              <a:ext uri="{FF2B5EF4-FFF2-40B4-BE49-F238E27FC236}">
                <a16:creationId xmlns:a16="http://schemas.microsoft.com/office/drawing/2014/main" id="{52ED2E96-4328-5949-9C12-EF5713420E0B}"/>
              </a:ext>
            </a:extLst>
          </p:cNvPr>
          <p:cNvSpPr txBox="1"/>
          <p:nvPr/>
        </p:nvSpPr>
        <p:spPr>
          <a:xfrm>
            <a:off x="1906397" y="559981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96" name="object 37">
            <a:extLst>
              <a:ext uri="{FF2B5EF4-FFF2-40B4-BE49-F238E27FC236}">
                <a16:creationId xmlns:a16="http://schemas.microsoft.com/office/drawing/2014/main" id="{AD477883-9EBF-EB45-9B88-AEE30C651A5E}"/>
              </a:ext>
            </a:extLst>
          </p:cNvPr>
          <p:cNvSpPr txBox="1"/>
          <p:nvPr/>
        </p:nvSpPr>
        <p:spPr>
          <a:xfrm>
            <a:off x="2616961" y="559981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110" name="object 38">
            <a:extLst>
              <a:ext uri="{FF2B5EF4-FFF2-40B4-BE49-F238E27FC236}">
                <a16:creationId xmlns:a16="http://schemas.microsoft.com/office/drawing/2014/main" id="{2C60FE33-4376-AB42-A2EE-3401E78220BA}"/>
              </a:ext>
            </a:extLst>
          </p:cNvPr>
          <p:cNvSpPr txBox="1"/>
          <p:nvPr/>
        </p:nvSpPr>
        <p:spPr>
          <a:xfrm>
            <a:off x="3327527" y="559981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111" name="object 39">
            <a:extLst>
              <a:ext uri="{FF2B5EF4-FFF2-40B4-BE49-F238E27FC236}">
                <a16:creationId xmlns:a16="http://schemas.microsoft.com/office/drawing/2014/main" id="{60C2F103-30B4-5444-B6CA-DC1ED3B7355E}"/>
              </a:ext>
            </a:extLst>
          </p:cNvPr>
          <p:cNvSpPr txBox="1"/>
          <p:nvPr/>
        </p:nvSpPr>
        <p:spPr>
          <a:xfrm>
            <a:off x="4038219" y="5599818"/>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12" name="object 40">
            <a:extLst>
              <a:ext uri="{FF2B5EF4-FFF2-40B4-BE49-F238E27FC236}">
                <a16:creationId xmlns:a16="http://schemas.microsoft.com/office/drawing/2014/main" id="{B9CBD8E0-41D1-214A-85EB-153B1A8350BF}"/>
              </a:ext>
            </a:extLst>
          </p:cNvPr>
          <p:cNvSpPr txBox="1"/>
          <p:nvPr/>
        </p:nvSpPr>
        <p:spPr>
          <a:xfrm>
            <a:off x="4748784" y="5599818"/>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13" name="object 41">
            <a:extLst>
              <a:ext uri="{FF2B5EF4-FFF2-40B4-BE49-F238E27FC236}">
                <a16:creationId xmlns:a16="http://schemas.microsoft.com/office/drawing/2014/main" id="{0901B5A5-9E8D-884C-8222-3DAD94BFCC03}"/>
              </a:ext>
            </a:extLst>
          </p:cNvPr>
          <p:cNvSpPr txBox="1"/>
          <p:nvPr/>
        </p:nvSpPr>
        <p:spPr>
          <a:xfrm>
            <a:off x="5459348" y="5599818"/>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14" name="object 42">
            <a:extLst>
              <a:ext uri="{FF2B5EF4-FFF2-40B4-BE49-F238E27FC236}">
                <a16:creationId xmlns:a16="http://schemas.microsoft.com/office/drawing/2014/main" id="{D6FA7B46-DF5B-EE40-93A9-1140D750EAB2}"/>
              </a:ext>
            </a:extLst>
          </p:cNvPr>
          <p:cNvSpPr txBox="1"/>
          <p:nvPr/>
        </p:nvSpPr>
        <p:spPr>
          <a:xfrm>
            <a:off x="6169914" y="5602549"/>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15" name="object 43">
            <a:extLst>
              <a:ext uri="{FF2B5EF4-FFF2-40B4-BE49-F238E27FC236}">
                <a16:creationId xmlns:a16="http://schemas.microsoft.com/office/drawing/2014/main" id="{228B48EC-800E-1F4B-B4E5-7B6700726D7B}"/>
              </a:ext>
            </a:extLst>
          </p:cNvPr>
          <p:cNvSpPr txBox="1"/>
          <p:nvPr/>
        </p:nvSpPr>
        <p:spPr>
          <a:xfrm>
            <a:off x="6880479" y="5602549"/>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16" name="object 44">
            <a:extLst>
              <a:ext uri="{FF2B5EF4-FFF2-40B4-BE49-F238E27FC236}">
                <a16:creationId xmlns:a16="http://schemas.microsoft.com/office/drawing/2014/main" id="{9BF29C56-E9F5-8B40-8C91-9DCF9D62F00E}"/>
              </a:ext>
            </a:extLst>
          </p:cNvPr>
          <p:cNvSpPr txBox="1"/>
          <p:nvPr/>
        </p:nvSpPr>
        <p:spPr>
          <a:xfrm>
            <a:off x="7591043" y="560254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17" name="object 45">
            <a:extLst>
              <a:ext uri="{FF2B5EF4-FFF2-40B4-BE49-F238E27FC236}">
                <a16:creationId xmlns:a16="http://schemas.microsoft.com/office/drawing/2014/main" id="{4368EF9B-AF1E-9F45-9960-E828FE861126}"/>
              </a:ext>
            </a:extLst>
          </p:cNvPr>
          <p:cNvSpPr txBox="1"/>
          <p:nvPr/>
        </p:nvSpPr>
        <p:spPr>
          <a:xfrm>
            <a:off x="8301608" y="5600161"/>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18" name="object 46">
            <a:extLst>
              <a:ext uri="{FF2B5EF4-FFF2-40B4-BE49-F238E27FC236}">
                <a16:creationId xmlns:a16="http://schemas.microsoft.com/office/drawing/2014/main" id="{1F02E4A7-9D93-DC41-A847-7C675F9814F9}"/>
              </a:ext>
            </a:extLst>
          </p:cNvPr>
          <p:cNvSpPr txBox="1"/>
          <p:nvPr/>
        </p:nvSpPr>
        <p:spPr>
          <a:xfrm>
            <a:off x="9012173" y="559746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19" name="object 47">
            <a:extLst>
              <a:ext uri="{FF2B5EF4-FFF2-40B4-BE49-F238E27FC236}">
                <a16:creationId xmlns:a16="http://schemas.microsoft.com/office/drawing/2014/main" id="{FF57EB64-D11B-EF45-BF83-6E598ADFF3FB}"/>
              </a:ext>
            </a:extLst>
          </p:cNvPr>
          <p:cNvSpPr txBox="1"/>
          <p:nvPr/>
        </p:nvSpPr>
        <p:spPr>
          <a:xfrm>
            <a:off x="9722739" y="559746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41" name="object 48">
            <a:extLst>
              <a:ext uri="{FF2B5EF4-FFF2-40B4-BE49-F238E27FC236}">
                <a16:creationId xmlns:a16="http://schemas.microsoft.com/office/drawing/2014/main" id="{A5D1C378-B4B0-9D49-91C0-03BF486FD138}"/>
              </a:ext>
            </a:extLst>
          </p:cNvPr>
          <p:cNvSpPr txBox="1"/>
          <p:nvPr/>
        </p:nvSpPr>
        <p:spPr>
          <a:xfrm>
            <a:off x="10433304" y="559746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42" name="object 49">
            <a:extLst>
              <a:ext uri="{FF2B5EF4-FFF2-40B4-BE49-F238E27FC236}">
                <a16:creationId xmlns:a16="http://schemas.microsoft.com/office/drawing/2014/main" id="{A726236D-4C8A-4042-B30D-1862E59A7D32}"/>
              </a:ext>
            </a:extLst>
          </p:cNvPr>
          <p:cNvSpPr txBox="1"/>
          <p:nvPr/>
        </p:nvSpPr>
        <p:spPr>
          <a:xfrm>
            <a:off x="11143868" y="559746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
        <p:nvSpPr>
          <p:cNvPr id="143" name="object 50">
            <a:extLst>
              <a:ext uri="{FF2B5EF4-FFF2-40B4-BE49-F238E27FC236}">
                <a16:creationId xmlns:a16="http://schemas.microsoft.com/office/drawing/2014/main" id="{0F03BBD3-707C-D945-AD93-5787949C8DCC}"/>
              </a:ext>
            </a:extLst>
          </p:cNvPr>
          <p:cNvSpPr/>
          <p:nvPr/>
        </p:nvSpPr>
        <p:spPr>
          <a:xfrm>
            <a:off x="1180338" y="4269899"/>
            <a:ext cx="779145" cy="731520"/>
          </a:xfrm>
          <a:custGeom>
            <a:avLst/>
            <a:gdLst/>
            <a:ahLst/>
            <a:cxnLst/>
            <a:rect l="l" t="t" r="r" b="b"/>
            <a:pathLst>
              <a:path w="779144" h="731520">
                <a:moveTo>
                  <a:pt x="0" y="121920"/>
                </a:moveTo>
                <a:lnTo>
                  <a:pt x="9580" y="74473"/>
                </a:lnTo>
                <a:lnTo>
                  <a:pt x="35709" y="35718"/>
                </a:lnTo>
                <a:lnTo>
                  <a:pt x="74462" y="9584"/>
                </a:lnTo>
                <a:lnTo>
                  <a:pt x="121920" y="0"/>
                </a:lnTo>
                <a:lnTo>
                  <a:pt x="656844" y="0"/>
                </a:lnTo>
                <a:lnTo>
                  <a:pt x="704290" y="9584"/>
                </a:lnTo>
                <a:lnTo>
                  <a:pt x="743045" y="35718"/>
                </a:lnTo>
                <a:lnTo>
                  <a:pt x="769179" y="74473"/>
                </a:lnTo>
                <a:lnTo>
                  <a:pt x="778763" y="121920"/>
                </a:lnTo>
                <a:lnTo>
                  <a:pt x="778763" y="609600"/>
                </a:lnTo>
                <a:lnTo>
                  <a:pt x="769179" y="657046"/>
                </a:lnTo>
                <a:lnTo>
                  <a:pt x="743045" y="695801"/>
                </a:lnTo>
                <a:lnTo>
                  <a:pt x="704290" y="721935"/>
                </a:lnTo>
                <a:lnTo>
                  <a:pt x="656844" y="731520"/>
                </a:lnTo>
                <a:lnTo>
                  <a:pt x="121920" y="731520"/>
                </a:lnTo>
                <a:lnTo>
                  <a:pt x="74462" y="721935"/>
                </a:lnTo>
                <a:lnTo>
                  <a:pt x="35709" y="695801"/>
                </a:lnTo>
                <a:lnTo>
                  <a:pt x="9580" y="657046"/>
                </a:lnTo>
                <a:lnTo>
                  <a:pt x="0" y="609600"/>
                </a:lnTo>
                <a:lnTo>
                  <a:pt x="0" y="121920"/>
                </a:lnTo>
                <a:close/>
              </a:path>
            </a:pathLst>
          </a:custGeom>
          <a:ln w="38099">
            <a:solidFill>
              <a:srgbClr val="FF0000"/>
            </a:solidFill>
            <a:prstDash val="lgDash"/>
          </a:ln>
        </p:spPr>
        <p:txBody>
          <a:bodyPr wrap="square" lIns="0" tIns="0" rIns="0" bIns="0" rtlCol="0"/>
          <a:lstStyle/>
          <a:p>
            <a:endParaRPr/>
          </a:p>
        </p:txBody>
      </p:sp>
    </p:spTree>
    <p:extLst>
      <p:ext uri="{BB962C8B-B14F-4D97-AF65-F5344CB8AC3E}">
        <p14:creationId xmlns:p14="http://schemas.microsoft.com/office/powerpoint/2010/main" val="15487545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50" name="object 3">
            <a:extLst>
              <a:ext uri="{FF2B5EF4-FFF2-40B4-BE49-F238E27FC236}">
                <a16:creationId xmlns:a16="http://schemas.microsoft.com/office/drawing/2014/main" id="{AEFC92CF-E6F5-6F43-ADA2-8C5E7736C82B}"/>
              </a:ext>
            </a:extLst>
          </p:cNvPr>
          <p:cNvGraphicFramePr>
            <a:graphicFrameLocks noGrp="1"/>
          </p:cNvGraphicFramePr>
          <p:nvPr>
            <p:extLst>
              <p:ext uri="{D42A27DB-BD31-4B8C-83A1-F6EECF244321}">
                <p14:modId xmlns:p14="http://schemas.microsoft.com/office/powerpoint/2010/main" val="2743423605"/>
              </p:ext>
            </p:extLst>
          </p:nvPr>
        </p:nvGraphicFramePr>
        <p:xfrm>
          <a:off x="1458467" y="845306"/>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1" name="object 4">
            <a:extLst>
              <a:ext uri="{FF2B5EF4-FFF2-40B4-BE49-F238E27FC236}">
                <a16:creationId xmlns:a16="http://schemas.microsoft.com/office/drawing/2014/main" id="{2C4D3633-7DF3-CC41-A8B6-7E5186D41AB7}"/>
              </a:ext>
            </a:extLst>
          </p:cNvPr>
          <p:cNvGraphicFramePr>
            <a:graphicFrameLocks noGrp="1"/>
          </p:cNvGraphicFramePr>
          <p:nvPr>
            <p:extLst>
              <p:ext uri="{D42A27DB-BD31-4B8C-83A1-F6EECF244321}">
                <p14:modId xmlns:p14="http://schemas.microsoft.com/office/powerpoint/2010/main" val="2510902793"/>
              </p:ext>
            </p:extLst>
          </p:nvPr>
        </p:nvGraphicFramePr>
        <p:xfrm>
          <a:off x="1184376" y="1910708"/>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2" name="object 5">
            <a:extLst>
              <a:ext uri="{FF2B5EF4-FFF2-40B4-BE49-F238E27FC236}">
                <a16:creationId xmlns:a16="http://schemas.microsoft.com/office/drawing/2014/main" id="{F9D8E1A3-2E79-954C-BEE9-C2C54FF24D5F}"/>
              </a:ext>
            </a:extLst>
          </p:cNvPr>
          <p:cNvGraphicFramePr>
            <a:graphicFrameLocks noGrp="1"/>
          </p:cNvGraphicFramePr>
          <p:nvPr>
            <p:extLst>
              <p:ext uri="{D42A27DB-BD31-4B8C-83A1-F6EECF244321}">
                <p14:modId xmlns:p14="http://schemas.microsoft.com/office/powerpoint/2010/main" val="1533768681"/>
              </p:ext>
            </p:extLst>
          </p:nvPr>
        </p:nvGraphicFramePr>
        <p:xfrm>
          <a:off x="6281165" y="1915280"/>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53" name="object 6">
            <a:extLst>
              <a:ext uri="{FF2B5EF4-FFF2-40B4-BE49-F238E27FC236}">
                <a16:creationId xmlns:a16="http://schemas.microsoft.com/office/drawing/2014/main" id="{B31C9A11-A0EE-2C44-93CD-E1BD74325B54}"/>
              </a:ext>
            </a:extLst>
          </p:cNvPr>
          <p:cNvSpPr/>
          <p:nvPr/>
        </p:nvSpPr>
        <p:spPr>
          <a:xfrm>
            <a:off x="3507485" y="1441824"/>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54" name="object 7">
            <a:extLst>
              <a:ext uri="{FF2B5EF4-FFF2-40B4-BE49-F238E27FC236}">
                <a16:creationId xmlns:a16="http://schemas.microsoft.com/office/drawing/2014/main" id="{D7073633-3C96-0F4E-81D6-461A09F76280}"/>
              </a:ext>
            </a:extLst>
          </p:cNvPr>
          <p:cNvGraphicFramePr>
            <a:graphicFrameLocks noGrp="1"/>
          </p:cNvGraphicFramePr>
          <p:nvPr>
            <p:extLst>
              <p:ext uri="{D42A27DB-BD31-4B8C-83A1-F6EECF244321}">
                <p14:modId xmlns:p14="http://schemas.microsoft.com/office/powerpoint/2010/main" val="1582884095"/>
              </p:ext>
            </p:extLst>
          </p:nvPr>
        </p:nvGraphicFramePr>
        <p:xfrm>
          <a:off x="961783" y="3063107"/>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5" name="object 8">
            <a:extLst>
              <a:ext uri="{FF2B5EF4-FFF2-40B4-BE49-F238E27FC236}">
                <a16:creationId xmlns:a16="http://schemas.microsoft.com/office/drawing/2014/main" id="{1CC8C63D-3E14-1848-A602-10B6974A3E0B}"/>
              </a:ext>
            </a:extLst>
          </p:cNvPr>
          <p:cNvGraphicFramePr>
            <a:graphicFrameLocks noGrp="1"/>
          </p:cNvGraphicFramePr>
          <p:nvPr>
            <p:extLst>
              <p:ext uri="{D42A27DB-BD31-4B8C-83A1-F6EECF244321}">
                <p14:modId xmlns:p14="http://schemas.microsoft.com/office/powerpoint/2010/main" val="1744118185"/>
              </p:ext>
            </p:extLst>
          </p:nvPr>
        </p:nvGraphicFramePr>
        <p:xfrm>
          <a:off x="3556253" y="3056502"/>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6" name="object 9">
            <a:extLst>
              <a:ext uri="{FF2B5EF4-FFF2-40B4-BE49-F238E27FC236}">
                <a16:creationId xmlns:a16="http://schemas.microsoft.com/office/drawing/2014/main" id="{0265B9D5-AA70-CE4D-9804-9E8D3AFCE4AC}"/>
              </a:ext>
            </a:extLst>
          </p:cNvPr>
          <p:cNvGraphicFramePr>
            <a:graphicFrameLocks noGrp="1"/>
          </p:cNvGraphicFramePr>
          <p:nvPr>
            <p:extLst>
              <p:ext uri="{D42A27DB-BD31-4B8C-83A1-F6EECF244321}">
                <p14:modId xmlns:p14="http://schemas.microsoft.com/office/powerpoint/2010/main" val="3522207630"/>
              </p:ext>
            </p:extLst>
          </p:nvPr>
        </p:nvGraphicFramePr>
        <p:xfrm>
          <a:off x="693140" y="4312787"/>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7" name="object 10">
            <a:extLst>
              <a:ext uri="{FF2B5EF4-FFF2-40B4-BE49-F238E27FC236}">
                <a16:creationId xmlns:a16="http://schemas.microsoft.com/office/drawing/2014/main" id="{1B67A174-664A-164E-8D92-19CDDF4DE0A5}"/>
              </a:ext>
            </a:extLst>
          </p:cNvPr>
          <p:cNvGraphicFramePr>
            <a:graphicFrameLocks noGrp="1"/>
          </p:cNvGraphicFramePr>
          <p:nvPr>
            <p:extLst>
              <p:ext uri="{D42A27DB-BD31-4B8C-83A1-F6EECF244321}">
                <p14:modId xmlns:p14="http://schemas.microsoft.com/office/powerpoint/2010/main" val="2259184548"/>
              </p:ext>
            </p:extLst>
          </p:nvPr>
        </p:nvGraphicFramePr>
        <p:xfrm>
          <a:off x="2057400"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8" name="object 11">
            <a:extLst>
              <a:ext uri="{FF2B5EF4-FFF2-40B4-BE49-F238E27FC236}">
                <a16:creationId xmlns:a16="http://schemas.microsoft.com/office/drawing/2014/main" id="{51CC8790-A749-C747-BD51-AD11A2C8766A}"/>
              </a:ext>
            </a:extLst>
          </p:cNvPr>
          <p:cNvGraphicFramePr>
            <a:graphicFrameLocks noGrp="1"/>
          </p:cNvGraphicFramePr>
          <p:nvPr>
            <p:extLst>
              <p:ext uri="{D42A27DB-BD31-4B8C-83A1-F6EECF244321}">
                <p14:modId xmlns:p14="http://schemas.microsoft.com/office/powerpoint/2010/main" val="611822024"/>
              </p:ext>
            </p:extLst>
          </p:nvPr>
        </p:nvGraphicFramePr>
        <p:xfrm>
          <a:off x="3421507"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9" name="object 12">
            <a:extLst>
              <a:ext uri="{FF2B5EF4-FFF2-40B4-BE49-F238E27FC236}">
                <a16:creationId xmlns:a16="http://schemas.microsoft.com/office/drawing/2014/main" id="{72344257-CF1E-B545-84EC-A5557CE7968E}"/>
              </a:ext>
            </a:extLst>
          </p:cNvPr>
          <p:cNvGraphicFramePr>
            <a:graphicFrameLocks noGrp="1"/>
          </p:cNvGraphicFramePr>
          <p:nvPr>
            <p:extLst>
              <p:ext uri="{D42A27DB-BD31-4B8C-83A1-F6EECF244321}">
                <p14:modId xmlns:p14="http://schemas.microsoft.com/office/powerpoint/2010/main" val="2397246357"/>
              </p:ext>
            </p:extLst>
          </p:nvPr>
        </p:nvGraphicFramePr>
        <p:xfrm>
          <a:off x="4785740" y="4312787"/>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0" name="object 13">
            <a:extLst>
              <a:ext uri="{FF2B5EF4-FFF2-40B4-BE49-F238E27FC236}">
                <a16:creationId xmlns:a16="http://schemas.microsoft.com/office/drawing/2014/main" id="{F62CBAD6-AB61-4B40-BBB5-4CFE5380F7F3}"/>
              </a:ext>
            </a:extLst>
          </p:cNvPr>
          <p:cNvGraphicFramePr>
            <a:graphicFrameLocks noGrp="1"/>
          </p:cNvGraphicFramePr>
          <p:nvPr>
            <p:extLst>
              <p:ext uri="{D42A27DB-BD31-4B8C-83A1-F6EECF244321}">
                <p14:modId xmlns:p14="http://schemas.microsoft.com/office/powerpoint/2010/main" val="1704396877"/>
              </p:ext>
            </p:extLst>
          </p:nvPr>
        </p:nvGraphicFramePr>
        <p:xfrm>
          <a:off x="6150736" y="3061075"/>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1" name="object 14">
            <a:extLst>
              <a:ext uri="{FF2B5EF4-FFF2-40B4-BE49-F238E27FC236}">
                <a16:creationId xmlns:a16="http://schemas.microsoft.com/office/drawing/2014/main" id="{A7B567B6-1A6B-E34A-91FF-07E9A3540AF7}"/>
              </a:ext>
            </a:extLst>
          </p:cNvPr>
          <p:cNvGraphicFramePr>
            <a:graphicFrameLocks noGrp="1"/>
          </p:cNvGraphicFramePr>
          <p:nvPr>
            <p:extLst>
              <p:ext uri="{D42A27DB-BD31-4B8C-83A1-F6EECF244321}">
                <p14:modId xmlns:p14="http://schemas.microsoft.com/office/powerpoint/2010/main" val="2343950491"/>
              </p:ext>
            </p:extLst>
          </p:nvPr>
        </p:nvGraphicFramePr>
        <p:xfrm>
          <a:off x="8745219" y="3061075"/>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2" name="object 15">
            <a:extLst>
              <a:ext uri="{FF2B5EF4-FFF2-40B4-BE49-F238E27FC236}">
                <a16:creationId xmlns:a16="http://schemas.microsoft.com/office/drawing/2014/main" id="{A349983C-13AE-3040-9D67-58A56E0B874E}"/>
              </a:ext>
            </a:extLst>
          </p:cNvPr>
          <p:cNvGraphicFramePr>
            <a:graphicFrameLocks noGrp="1"/>
          </p:cNvGraphicFramePr>
          <p:nvPr>
            <p:extLst>
              <p:ext uri="{D42A27DB-BD31-4B8C-83A1-F6EECF244321}">
                <p14:modId xmlns:p14="http://schemas.microsoft.com/office/powerpoint/2010/main" val="1905785276"/>
              </p:ext>
            </p:extLst>
          </p:nvPr>
        </p:nvGraphicFramePr>
        <p:xfrm>
          <a:off x="6149975"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98" name="object 16">
            <a:extLst>
              <a:ext uri="{FF2B5EF4-FFF2-40B4-BE49-F238E27FC236}">
                <a16:creationId xmlns:a16="http://schemas.microsoft.com/office/drawing/2014/main" id="{CE0AEC4B-F32A-0D42-AC5B-C8E9177353E0}"/>
              </a:ext>
            </a:extLst>
          </p:cNvPr>
          <p:cNvGraphicFramePr>
            <a:graphicFrameLocks noGrp="1"/>
          </p:cNvGraphicFramePr>
          <p:nvPr>
            <p:extLst>
              <p:ext uri="{D42A27DB-BD31-4B8C-83A1-F6EECF244321}">
                <p14:modId xmlns:p14="http://schemas.microsoft.com/office/powerpoint/2010/main" val="1120893963"/>
              </p:ext>
            </p:extLst>
          </p:nvPr>
        </p:nvGraphicFramePr>
        <p:xfrm>
          <a:off x="7514081"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99" name="object 17">
            <a:extLst>
              <a:ext uri="{FF2B5EF4-FFF2-40B4-BE49-F238E27FC236}">
                <a16:creationId xmlns:a16="http://schemas.microsoft.com/office/drawing/2014/main" id="{0C535D15-3FC8-CB4F-B96D-4EA147E1E341}"/>
              </a:ext>
            </a:extLst>
          </p:cNvPr>
          <p:cNvGraphicFramePr>
            <a:graphicFrameLocks noGrp="1"/>
          </p:cNvGraphicFramePr>
          <p:nvPr>
            <p:extLst>
              <p:ext uri="{D42A27DB-BD31-4B8C-83A1-F6EECF244321}">
                <p14:modId xmlns:p14="http://schemas.microsoft.com/office/powerpoint/2010/main" val="1831108888"/>
              </p:ext>
            </p:extLst>
          </p:nvPr>
        </p:nvGraphicFramePr>
        <p:xfrm>
          <a:off x="8878316"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100" name="object 18">
            <a:extLst>
              <a:ext uri="{FF2B5EF4-FFF2-40B4-BE49-F238E27FC236}">
                <a16:creationId xmlns:a16="http://schemas.microsoft.com/office/drawing/2014/main" id="{A87FEA15-2C0D-BE44-9247-8B0258AC7522}"/>
              </a:ext>
            </a:extLst>
          </p:cNvPr>
          <p:cNvGraphicFramePr>
            <a:graphicFrameLocks noGrp="1"/>
          </p:cNvGraphicFramePr>
          <p:nvPr>
            <p:extLst>
              <p:ext uri="{D42A27DB-BD31-4B8C-83A1-F6EECF244321}">
                <p14:modId xmlns:p14="http://schemas.microsoft.com/office/powerpoint/2010/main" val="2934554911"/>
              </p:ext>
            </p:extLst>
          </p:nvPr>
        </p:nvGraphicFramePr>
        <p:xfrm>
          <a:off x="10242550"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sp>
        <p:nvSpPr>
          <p:cNvPr id="101" name="object 19">
            <a:extLst>
              <a:ext uri="{FF2B5EF4-FFF2-40B4-BE49-F238E27FC236}">
                <a16:creationId xmlns:a16="http://schemas.microsoft.com/office/drawing/2014/main" id="{0E3B6B90-D57F-ED4E-9A42-A009D9A99072}"/>
              </a:ext>
            </a:extLst>
          </p:cNvPr>
          <p:cNvSpPr/>
          <p:nvPr/>
        </p:nvSpPr>
        <p:spPr>
          <a:xfrm>
            <a:off x="773430" y="4886826"/>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102" name="object 20">
            <a:extLst>
              <a:ext uri="{FF2B5EF4-FFF2-40B4-BE49-F238E27FC236}">
                <a16:creationId xmlns:a16="http://schemas.microsoft.com/office/drawing/2014/main" id="{6DB4F2F7-F12A-4042-B4E1-070E4E048F79}"/>
              </a:ext>
            </a:extLst>
          </p:cNvPr>
          <p:cNvSpPr/>
          <p:nvPr/>
        </p:nvSpPr>
        <p:spPr>
          <a:xfrm>
            <a:off x="2132838" y="2507100"/>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103" name="object 21">
            <a:extLst>
              <a:ext uri="{FF2B5EF4-FFF2-40B4-BE49-F238E27FC236}">
                <a16:creationId xmlns:a16="http://schemas.microsoft.com/office/drawing/2014/main" id="{3AE6CE1F-6C6E-EF4D-9756-A38837B92F0A}"/>
              </a:ext>
            </a:extLst>
          </p:cNvPr>
          <p:cNvSpPr/>
          <p:nvPr/>
        </p:nvSpPr>
        <p:spPr>
          <a:xfrm>
            <a:off x="7322057" y="2511673"/>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104" name="object 22">
            <a:extLst>
              <a:ext uri="{FF2B5EF4-FFF2-40B4-BE49-F238E27FC236}">
                <a16:creationId xmlns:a16="http://schemas.microsoft.com/office/drawing/2014/main" id="{DE934F0A-15EB-7145-9522-C9C78A82FDFE}"/>
              </a:ext>
            </a:extLst>
          </p:cNvPr>
          <p:cNvSpPr/>
          <p:nvPr/>
        </p:nvSpPr>
        <p:spPr>
          <a:xfrm>
            <a:off x="1288541" y="3659244"/>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105" name="object 23">
            <a:extLst>
              <a:ext uri="{FF2B5EF4-FFF2-40B4-BE49-F238E27FC236}">
                <a16:creationId xmlns:a16="http://schemas.microsoft.com/office/drawing/2014/main" id="{FF1B095B-C292-0E4D-87EC-DB15C8990F7B}"/>
              </a:ext>
            </a:extLst>
          </p:cNvPr>
          <p:cNvSpPr/>
          <p:nvPr/>
        </p:nvSpPr>
        <p:spPr>
          <a:xfrm>
            <a:off x="4016502" y="3669913"/>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106" name="object 24">
            <a:extLst>
              <a:ext uri="{FF2B5EF4-FFF2-40B4-BE49-F238E27FC236}">
                <a16:creationId xmlns:a16="http://schemas.microsoft.com/office/drawing/2014/main" id="{0B5B3018-7E32-D048-9BAA-5849C515216F}"/>
              </a:ext>
            </a:extLst>
          </p:cNvPr>
          <p:cNvSpPr/>
          <p:nvPr/>
        </p:nvSpPr>
        <p:spPr>
          <a:xfrm>
            <a:off x="6745223" y="3650863"/>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107" name="object 25">
            <a:extLst>
              <a:ext uri="{FF2B5EF4-FFF2-40B4-BE49-F238E27FC236}">
                <a16:creationId xmlns:a16="http://schemas.microsoft.com/office/drawing/2014/main" id="{4F7F32AA-A1C0-4242-AD87-3705C90C06CE}"/>
              </a:ext>
            </a:extLst>
          </p:cNvPr>
          <p:cNvSpPr/>
          <p:nvPr/>
        </p:nvSpPr>
        <p:spPr>
          <a:xfrm>
            <a:off x="9473183" y="3658482"/>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108" name="object 26">
            <a:extLst>
              <a:ext uri="{FF2B5EF4-FFF2-40B4-BE49-F238E27FC236}">
                <a16:creationId xmlns:a16="http://schemas.microsoft.com/office/drawing/2014/main" id="{DA1F6B1E-6615-6B4A-8F0E-C5A3D8E996DB}"/>
              </a:ext>
            </a:extLst>
          </p:cNvPr>
          <p:cNvSpPr/>
          <p:nvPr/>
        </p:nvSpPr>
        <p:spPr>
          <a:xfrm>
            <a:off x="2194560" y="4898257"/>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109" name="object 27">
            <a:extLst>
              <a:ext uri="{FF2B5EF4-FFF2-40B4-BE49-F238E27FC236}">
                <a16:creationId xmlns:a16="http://schemas.microsoft.com/office/drawing/2014/main" id="{AEBB335A-1B19-7645-816F-9AC785F6DF3D}"/>
              </a:ext>
            </a:extLst>
          </p:cNvPr>
          <p:cNvSpPr/>
          <p:nvPr/>
        </p:nvSpPr>
        <p:spPr>
          <a:xfrm>
            <a:off x="3615690" y="4912734"/>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120" name="object 28">
            <a:extLst>
              <a:ext uri="{FF2B5EF4-FFF2-40B4-BE49-F238E27FC236}">
                <a16:creationId xmlns:a16="http://schemas.microsoft.com/office/drawing/2014/main" id="{2A7F7DE9-ECFC-1B42-98EB-D5987825E679}"/>
              </a:ext>
            </a:extLst>
          </p:cNvPr>
          <p:cNvSpPr/>
          <p:nvPr/>
        </p:nvSpPr>
        <p:spPr>
          <a:xfrm>
            <a:off x="5036820" y="4916544"/>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121" name="object 29">
            <a:extLst>
              <a:ext uri="{FF2B5EF4-FFF2-40B4-BE49-F238E27FC236}">
                <a16:creationId xmlns:a16="http://schemas.microsoft.com/office/drawing/2014/main" id="{3F0FBF26-C34C-7640-AA4B-6CF5D793EEBF}"/>
              </a:ext>
            </a:extLst>
          </p:cNvPr>
          <p:cNvSpPr/>
          <p:nvPr/>
        </p:nvSpPr>
        <p:spPr>
          <a:xfrm>
            <a:off x="6429755" y="4899019"/>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122" name="object 30">
            <a:extLst>
              <a:ext uri="{FF2B5EF4-FFF2-40B4-BE49-F238E27FC236}">
                <a16:creationId xmlns:a16="http://schemas.microsoft.com/office/drawing/2014/main" id="{84932359-7005-5842-BF21-60127C20EA76}"/>
              </a:ext>
            </a:extLst>
          </p:cNvPr>
          <p:cNvSpPr/>
          <p:nvPr/>
        </p:nvSpPr>
        <p:spPr>
          <a:xfrm>
            <a:off x="7879080" y="4909687"/>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123" name="object 31">
            <a:extLst>
              <a:ext uri="{FF2B5EF4-FFF2-40B4-BE49-F238E27FC236}">
                <a16:creationId xmlns:a16="http://schemas.microsoft.com/office/drawing/2014/main" id="{B43DB573-21B4-C847-B80C-E853859E769B}"/>
              </a:ext>
            </a:extLst>
          </p:cNvPr>
          <p:cNvSpPr/>
          <p:nvPr/>
        </p:nvSpPr>
        <p:spPr>
          <a:xfrm>
            <a:off x="9300209" y="4902828"/>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124" name="object 32">
            <a:extLst>
              <a:ext uri="{FF2B5EF4-FFF2-40B4-BE49-F238E27FC236}">
                <a16:creationId xmlns:a16="http://schemas.microsoft.com/office/drawing/2014/main" id="{FDB1BBB9-E78A-084E-98D3-20E83F44DF84}"/>
              </a:ext>
            </a:extLst>
          </p:cNvPr>
          <p:cNvSpPr/>
          <p:nvPr/>
        </p:nvSpPr>
        <p:spPr>
          <a:xfrm>
            <a:off x="10721340" y="4898257"/>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125" name="object 34">
            <a:extLst>
              <a:ext uri="{FF2B5EF4-FFF2-40B4-BE49-F238E27FC236}">
                <a16:creationId xmlns:a16="http://schemas.microsoft.com/office/drawing/2014/main" id="{58CEEC1E-A94A-C747-B9BB-A0E989A2B9B6}"/>
              </a:ext>
            </a:extLst>
          </p:cNvPr>
          <p:cNvSpPr txBox="1"/>
          <p:nvPr/>
        </p:nvSpPr>
        <p:spPr>
          <a:xfrm>
            <a:off x="485317" y="558829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126" name="object 35">
            <a:extLst>
              <a:ext uri="{FF2B5EF4-FFF2-40B4-BE49-F238E27FC236}">
                <a16:creationId xmlns:a16="http://schemas.microsoft.com/office/drawing/2014/main" id="{06F49564-9762-0D48-A473-13E07B079AD2}"/>
              </a:ext>
            </a:extLst>
          </p:cNvPr>
          <p:cNvSpPr txBox="1"/>
          <p:nvPr/>
        </p:nvSpPr>
        <p:spPr>
          <a:xfrm>
            <a:off x="1195882" y="5588095"/>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127" name="object 36">
            <a:extLst>
              <a:ext uri="{FF2B5EF4-FFF2-40B4-BE49-F238E27FC236}">
                <a16:creationId xmlns:a16="http://schemas.microsoft.com/office/drawing/2014/main" id="{A8B23A7C-0992-5D4E-8D12-72EA3DE2FEC7}"/>
              </a:ext>
            </a:extLst>
          </p:cNvPr>
          <p:cNvSpPr txBox="1"/>
          <p:nvPr/>
        </p:nvSpPr>
        <p:spPr>
          <a:xfrm>
            <a:off x="1906397" y="5588095"/>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28" name="object 37">
            <a:extLst>
              <a:ext uri="{FF2B5EF4-FFF2-40B4-BE49-F238E27FC236}">
                <a16:creationId xmlns:a16="http://schemas.microsoft.com/office/drawing/2014/main" id="{043DE5A5-ED30-1841-BBCA-590429D5FDCD}"/>
              </a:ext>
            </a:extLst>
          </p:cNvPr>
          <p:cNvSpPr txBox="1"/>
          <p:nvPr/>
        </p:nvSpPr>
        <p:spPr>
          <a:xfrm>
            <a:off x="2616961" y="5588095"/>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129" name="object 38">
            <a:extLst>
              <a:ext uri="{FF2B5EF4-FFF2-40B4-BE49-F238E27FC236}">
                <a16:creationId xmlns:a16="http://schemas.microsoft.com/office/drawing/2014/main" id="{FE5E6F41-0985-7A41-853C-58A9802F15BA}"/>
              </a:ext>
            </a:extLst>
          </p:cNvPr>
          <p:cNvSpPr txBox="1"/>
          <p:nvPr/>
        </p:nvSpPr>
        <p:spPr>
          <a:xfrm>
            <a:off x="3327527" y="5588095"/>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130" name="object 39">
            <a:extLst>
              <a:ext uri="{FF2B5EF4-FFF2-40B4-BE49-F238E27FC236}">
                <a16:creationId xmlns:a16="http://schemas.microsoft.com/office/drawing/2014/main" id="{AA6AD430-DA1C-9A4F-9856-5A5501192A00}"/>
              </a:ext>
            </a:extLst>
          </p:cNvPr>
          <p:cNvSpPr txBox="1"/>
          <p:nvPr/>
        </p:nvSpPr>
        <p:spPr>
          <a:xfrm>
            <a:off x="4038219" y="5588095"/>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31" name="object 40">
            <a:extLst>
              <a:ext uri="{FF2B5EF4-FFF2-40B4-BE49-F238E27FC236}">
                <a16:creationId xmlns:a16="http://schemas.microsoft.com/office/drawing/2014/main" id="{ECA97659-1004-1C4B-A15D-949F465735FF}"/>
              </a:ext>
            </a:extLst>
          </p:cNvPr>
          <p:cNvSpPr txBox="1"/>
          <p:nvPr/>
        </p:nvSpPr>
        <p:spPr>
          <a:xfrm>
            <a:off x="4748784" y="5588095"/>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32" name="object 41">
            <a:extLst>
              <a:ext uri="{FF2B5EF4-FFF2-40B4-BE49-F238E27FC236}">
                <a16:creationId xmlns:a16="http://schemas.microsoft.com/office/drawing/2014/main" id="{9D6E142E-CD31-5F40-AD6F-C2F837EF8C3D}"/>
              </a:ext>
            </a:extLst>
          </p:cNvPr>
          <p:cNvSpPr txBox="1"/>
          <p:nvPr/>
        </p:nvSpPr>
        <p:spPr>
          <a:xfrm>
            <a:off x="5459348" y="5588095"/>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33" name="object 42">
            <a:extLst>
              <a:ext uri="{FF2B5EF4-FFF2-40B4-BE49-F238E27FC236}">
                <a16:creationId xmlns:a16="http://schemas.microsoft.com/office/drawing/2014/main" id="{8C95DDAA-BB44-0644-AE53-173EBEBB27DE}"/>
              </a:ext>
            </a:extLst>
          </p:cNvPr>
          <p:cNvSpPr txBox="1"/>
          <p:nvPr/>
        </p:nvSpPr>
        <p:spPr>
          <a:xfrm>
            <a:off x="6169914" y="5590826"/>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34" name="object 43">
            <a:extLst>
              <a:ext uri="{FF2B5EF4-FFF2-40B4-BE49-F238E27FC236}">
                <a16:creationId xmlns:a16="http://schemas.microsoft.com/office/drawing/2014/main" id="{31BF64CD-453D-F942-A4D0-6BF6FB7C8F9F}"/>
              </a:ext>
            </a:extLst>
          </p:cNvPr>
          <p:cNvSpPr txBox="1"/>
          <p:nvPr/>
        </p:nvSpPr>
        <p:spPr>
          <a:xfrm>
            <a:off x="6880479" y="5590826"/>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35" name="object 44">
            <a:extLst>
              <a:ext uri="{FF2B5EF4-FFF2-40B4-BE49-F238E27FC236}">
                <a16:creationId xmlns:a16="http://schemas.microsoft.com/office/drawing/2014/main" id="{F17B5D68-C8CE-4047-B9B5-89F8435ABA96}"/>
              </a:ext>
            </a:extLst>
          </p:cNvPr>
          <p:cNvSpPr txBox="1"/>
          <p:nvPr/>
        </p:nvSpPr>
        <p:spPr>
          <a:xfrm>
            <a:off x="7591043" y="559082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36" name="object 45">
            <a:extLst>
              <a:ext uri="{FF2B5EF4-FFF2-40B4-BE49-F238E27FC236}">
                <a16:creationId xmlns:a16="http://schemas.microsoft.com/office/drawing/2014/main" id="{FB0186E4-883A-9946-A952-10B6BAFC2735}"/>
              </a:ext>
            </a:extLst>
          </p:cNvPr>
          <p:cNvSpPr txBox="1"/>
          <p:nvPr/>
        </p:nvSpPr>
        <p:spPr>
          <a:xfrm>
            <a:off x="8301608" y="558843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37" name="object 46">
            <a:extLst>
              <a:ext uri="{FF2B5EF4-FFF2-40B4-BE49-F238E27FC236}">
                <a16:creationId xmlns:a16="http://schemas.microsoft.com/office/drawing/2014/main" id="{993D57C0-F255-2D45-BE66-9CBD1AA60ABF}"/>
              </a:ext>
            </a:extLst>
          </p:cNvPr>
          <p:cNvSpPr txBox="1"/>
          <p:nvPr/>
        </p:nvSpPr>
        <p:spPr>
          <a:xfrm>
            <a:off x="9012173" y="558574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38" name="object 47">
            <a:extLst>
              <a:ext uri="{FF2B5EF4-FFF2-40B4-BE49-F238E27FC236}">
                <a16:creationId xmlns:a16="http://schemas.microsoft.com/office/drawing/2014/main" id="{7761CC0E-B449-3549-B802-D4372F4B105D}"/>
              </a:ext>
            </a:extLst>
          </p:cNvPr>
          <p:cNvSpPr txBox="1"/>
          <p:nvPr/>
        </p:nvSpPr>
        <p:spPr>
          <a:xfrm>
            <a:off x="9722739" y="558574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39" name="object 48">
            <a:extLst>
              <a:ext uri="{FF2B5EF4-FFF2-40B4-BE49-F238E27FC236}">
                <a16:creationId xmlns:a16="http://schemas.microsoft.com/office/drawing/2014/main" id="{81560075-426B-F241-9D12-0CB3F1E84488}"/>
              </a:ext>
            </a:extLst>
          </p:cNvPr>
          <p:cNvSpPr txBox="1"/>
          <p:nvPr/>
        </p:nvSpPr>
        <p:spPr>
          <a:xfrm>
            <a:off x="10433304" y="558574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40" name="object 49">
            <a:extLst>
              <a:ext uri="{FF2B5EF4-FFF2-40B4-BE49-F238E27FC236}">
                <a16:creationId xmlns:a16="http://schemas.microsoft.com/office/drawing/2014/main" id="{EF3769F2-F74D-E240-8DAD-9709B7528E7E}"/>
              </a:ext>
            </a:extLst>
          </p:cNvPr>
          <p:cNvSpPr txBox="1"/>
          <p:nvPr/>
        </p:nvSpPr>
        <p:spPr>
          <a:xfrm>
            <a:off x="11143868" y="558574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
        <p:nvSpPr>
          <p:cNvPr id="144" name="object 50">
            <a:extLst>
              <a:ext uri="{FF2B5EF4-FFF2-40B4-BE49-F238E27FC236}">
                <a16:creationId xmlns:a16="http://schemas.microsoft.com/office/drawing/2014/main" id="{BEF339BE-6488-7E4F-9F8B-6595926CDAFA}"/>
              </a:ext>
            </a:extLst>
          </p:cNvPr>
          <p:cNvSpPr/>
          <p:nvPr/>
        </p:nvSpPr>
        <p:spPr>
          <a:xfrm>
            <a:off x="1962911" y="4258176"/>
            <a:ext cx="779145" cy="731520"/>
          </a:xfrm>
          <a:custGeom>
            <a:avLst/>
            <a:gdLst/>
            <a:ahLst/>
            <a:cxnLst/>
            <a:rect l="l" t="t" r="r" b="b"/>
            <a:pathLst>
              <a:path w="779144" h="731520">
                <a:moveTo>
                  <a:pt x="0" y="121920"/>
                </a:moveTo>
                <a:lnTo>
                  <a:pt x="9584" y="74473"/>
                </a:lnTo>
                <a:lnTo>
                  <a:pt x="35718" y="35718"/>
                </a:lnTo>
                <a:lnTo>
                  <a:pt x="74473" y="9584"/>
                </a:lnTo>
                <a:lnTo>
                  <a:pt x="121919" y="0"/>
                </a:lnTo>
                <a:lnTo>
                  <a:pt x="656844" y="0"/>
                </a:lnTo>
                <a:lnTo>
                  <a:pt x="704290" y="9584"/>
                </a:lnTo>
                <a:lnTo>
                  <a:pt x="743045" y="35718"/>
                </a:lnTo>
                <a:lnTo>
                  <a:pt x="769179" y="74473"/>
                </a:lnTo>
                <a:lnTo>
                  <a:pt x="778763" y="121920"/>
                </a:lnTo>
                <a:lnTo>
                  <a:pt x="778763" y="609600"/>
                </a:lnTo>
                <a:lnTo>
                  <a:pt x="769179" y="657046"/>
                </a:lnTo>
                <a:lnTo>
                  <a:pt x="743045" y="695801"/>
                </a:lnTo>
                <a:lnTo>
                  <a:pt x="704290" y="721935"/>
                </a:lnTo>
                <a:lnTo>
                  <a:pt x="656844" y="731520"/>
                </a:lnTo>
                <a:lnTo>
                  <a:pt x="121919" y="731520"/>
                </a:lnTo>
                <a:lnTo>
                  <a:pt x="74473" y="721935"/>
                </a:lnTo>
                <a:lnTo>
                  <a:pt x="35718" y="695801"/>
                </a:lnTo>
                <a:lnTo>
                  <a:pt x="9584" y="657046"/>
                </a:lnTo>
                <a:lnTo>
                  <a:pt x="0" y="609600"/>
                </a:lnTo>
                <a:lnTo>
                  <a:pt x="0" y="121920"/>
                </a:lnTo>
                <a:close/>
              </a:path>
            </a:pathLst>
          </a:custGeom>
          <a:ln w="38099">
            <a:solidFill>
              <a:srgbClr val="FF0000"/>
            </a:solidFill>
            <a:prstDash val="lgDash"/>
          </a:ln>
        </p:spPr>
        <p:txBody>
          <a:bodyPr wrap="square" lIns="0" tIns="0" rIns="0" bIns="0" rtlCol="0"/>
          <a:lstStyle/>
          <a:p>
            <a:endParaRPr/>
          </a:p>
        </p:txBody>
      </p:sp>
    </p:spTree>
    <p:extLst>
      <p:ext uri="{BB962C8B-B14F-4D97-AF65-F5344CB8AC3E}">
        <p14:creationId xmlns:p14="http://schemas.microsoft.com/office/powerpoint/2010/main" val="15691760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63" name="object 3">
            <a:extLst>
              <a:ext uri="{FF2B5EF4-FFF2-40B4-BE49-F238E27FC236}">
                <a16:creationId xmlns:a16="http://schemas.microsoft.com/office/drawing/2014/main" id="{AA6CD807-782C-1446-BD64-DC01C836C5B8}"/>
              </a:ext>
            </a:extLst>
          </p:cNvPr>
          <p:cNvGraphicFramePr>
            <a:graphicFrameLocks noGrp="1"/>
          </p:cNvGraphicFramePr>
          <p:nvPr>
            <p:extLst>
              <p:ext uri="{D42A27DB-BD31-4B8C-83A1-F6EECF244321}">
                <p14:modId xmlns:p14="http://schemas.microsoft.com/office/powerpoint/2010/main" val="3180824253"/>
              </p:ext>
            </p:extLst>
          </p:nvPr>
        </p:nvGraphicFramePr>
        <p:xfrm>
          <a:off x="1458467" y="845306"/>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4" name="object 4">
            <a:extLst>
              <a:ext uri="{FF2B5EF4-FFF2-40B4-BE49-F238E27FC236}">
                <a16:creationId xmlns:a16="http://schemas.microsoft.com/office/drawing/2014/main" id="{19D81D03-2E94-D34B-9AF5-4CB2CADE96D3}"/>
              </a:ext>
            </a:extLst>
          </p:cNvPr>
          <p:cNvGraphicFramePr>
            <a:graphicFrameLocks noGrp="1"/>
          </p:cNvGraphicFramePr>
          <p:nvPr>
            <p:extLst>
              <p:ext uri="{D42A27DB-BD31-4B8C-83A1-F6EECF244321}">
                <p14:modId xmlns:p14="http://schemas.microsoft.com/office/powerpoint/2010/main" val="2778968042"/>
              </p:ext>
            </p:extLst>
          </p:nvPr>
        </p:nvGraphicFramePr>
        <p:xfrm>
          <a:off x="1184376" y="1910708"/>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5" name="object 5">
            <a:extLst>
              <a:ext uri="{FF2B5EF4-FFF2-40B4-BE49-F238E27FC236}">
                <a16:creationId xmlns:a16="http://schemas.microsoft.com/office/drawing/2014/main" id="{18429801-904D-3A4B-B485-546F3247F9CD}"/>
              </a:ext>
            </a:extLst>
          </p:cNvPr>
          <p:cNvGraphicFramePr>
            <a:graphicFrameLocks noGrp="1"/>
          </p:cNvGraphicFramePr>
          <p:nvPr>
            <p:extLst>
              <p:ext uri="{D42A27DB-BD31-4B8C-83A1-F6EECF244321}">
                <p14:modId xmlns:p14="http://schemas.microsoft.com/office/powerpoint/2010/main" val="2238636766"/>
              </p:ext>
            </p:extLst>
          </p:nvPr>
        </p:nvGraphicFramePr>
        <p:xfrm>
          <a:off x="6281165" y="1915280"/>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66" name="object 6">
            <a:extLst>
              <a:ext uri="{FF2B5EF4-FFF2-40B4-BE49-F238E27FC236}">
                <a16:creationId xmlns:a16="http://schemas.microsoft.com/office/drawing/2014/main" id="{AFCACF04-C0CC-FF4C-888C-0BC6FFD53A42}"/>
              </a:ext>
            </a:extLst>
          </p:cNvPr>
          <p:cNvSpPr/>
          <p:nvPr/>
        </p:nvSpPr>
        <p:spPr>
          <a:xfrm>
            <a:off x="3507485" y="1441824"/>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67" name="object 7">
            <a:extLst>
              <a:ext uri="{FF2B5EF4-FFF2-40B4-BE49-F238E27FC236}">
                <a16:creationId xmlns:a16="http://schemas.microsoft.com/office/drawing/2014/main" id="{E359C03F-D33C-7247-94FE-872C3976BE36}"/>
              </a:ext>
            </a:extLst>
          </p:cNvPr>
          <p:cNvGraphicFramePr>
            <a:graphicFrameLocks noGrp="1"/>
          </p:cNvGraphicFramePr>
          <p:nvPr>
            <p:extLst>
              <p:ext uri="{D42A27DB-BD31-4B8C-83A1-F6EECF244321}">
                <p14:modId xmlns:p14="http://schemas.microsoft.com/office/powerpoint/2010/main" val="711672333"/>
              </p:ext>
            </p:extLst>
          </p:nvPr>
        </p:nvGraphicFramePr>
        <p:xfrm>
          <a:off x="961783" y="3063107"/>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8" name="object 8">
            <a:extLst>
              <a:ext uri="{FF2B5EF4-FFF2-40B4-BE49-F238E27FC236}">
                <a16:creationId xmlns:a16="http://schemas.microsoft.com/office/drawing/2014/main" id="{E17E23BF-EC13-7247-9FF6-AA5CF60612F1}"/>
              </a:ext>
            </a:extLst>
          </p:cNvPr>
          <p:cNvGraphicFramePr>
            <a:graphicFrameLocks noGrp="1"/>
          </p:cNvGraphicFramePr>
          <p:nvPr>
            <p:extLst>
              <p:ext uri="{D42A27DB-BD31-4B8C-83A1-F6EECF244321}">
                <p14:modId xmlns:p14="http://schemas.microsoft.com/office/powerpoint/2010/main" val="412014446"/>
              </p:ext>
            </p:extLst>
          </p:nvPr>
        </p:nvGraphicFramePr>
        <p:xfrm>
          <a:off x="3556253" y="3056502"/>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9" name="object 9">
            <a:extLst>
              <a:ext uri="{FF2B5EF4-FFF2-40B4-BE49-F238E27FC236}">
                <a16:creationId xmlns:a16="http://schemas.microsoft.com/office/drawing/2014/main" id="{ADD48A90-1B1E-0B4F-8FFA-16CC106BD57E}"/>
              </a:ext>
            </a:extLst>
          </p:cNvPr>
          <p:cNvGraphicFramePr>
            <a:graphicFrameLocks noGrp="1"/>
          </p:cNvGraphicFramePr>
          <p:nvPr>
            <p:extLst>
              <p:ext uri="{D42A27DB-BD31-4B8C-83A1-F6EECF244321}">
                <p14:modId xmlns:p14="http://schemas.microsoft.com/office/powerpoint/2010/main" val="2709072699"/>
              </p:ext>
            </p:extLst>
          </p:nvPr>
        </p:nvGraphicFramePr>
        <p:xfrm>
          <a:off x="693140" y="4312787"/>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0" name="object 10">
            <a:extLst>
              <a:ext uri="{FF2B5EF4-FFF2-40B4-BE49-F238E27FC236}">
                <a16:creationId xmlns:a16="http://schemas.microsoft.com/office/drawing/2014/main" id="{9C317ABD-CE75-284B-BAEA-254617954E8B}"/>
              </a:ext>
            </a:extLst>
          </p:cNvPr>
          <p:cNvGraphicFramePr>
            <a:graphicFrameLocks noGrp="1"/>
          </p:cNvGraphicFramePr>
          <p:nvPr>
            <p:extLst>
              <p:ext uri="{D42A27DB-BD31-4B8C-83A1-F6EECF244321}">
                <p14:modId xmlns:p14="http://schemas.microsoft.com/office/powerpoint/2010/main" val="887063252"/>
              </p:ext>
            </p:extLst>
          </p:nvPr>
        </p:nvGraphicFramePr>
        <p:xfrm>
          <a:off x="2057400"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1" name="object 11">
            <a:extLst>
              <a:ext uri="{FF2B5EF4-FFF2-40B4-BE49-F238E27FC236}">
                <a16:creationId xmlns:a16="http://schemas.microsoft.com/office/drawing/2014/main" id="{A58C55B6-60DC-8B40-A1A2-FA8E8ECE5269}"/>
              </a:ext>
            </a:extLst>
          </p:cNvPr>
          <p:cNvGraphicFramePr>
            <a:graphicFrameLocks noGrp="1"/>
          </p:cNvGraphicFramePr>
          <p:nvPr>
            <p:extLst>
              <p:ext uri="{D42A27DB-BD31-4B8C-83A1-F6EECF244321}">
                <p14:modId xmlns:p14="http://schemas.microsoft.com/office/powerpoint/2010/main" val="2552417787"/>
              </p:ext>
            </p:extLst>
          </p:nvPr>
        </p:nvGraphicFramePr>
        <p:xfrm>
          <a:off x="3421507"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2" name="object 12">
            <a:extLst>
              <a:ext uri="{FF2B5EF4-FFF2-40B4-BE49-F238E27FC236}">
                <a16:creationId xmlns:a16="http://schemas.microsoft.com/office/drawing/2014/main" id="{A0063881-00F4-7F4D-82CC-54BCF76DB885}"/>
              </a:ext>
            </a:extLst>
          </p:cNvPr>
          <p:cNvGraphicFramePr>
            <a:graphicFrameLocks noGrp="1"/>
          </p:cNvGraphicFramePr>
          <p:nvPr>
            <p:extLst>
              <p:ext uri="{D42A27DB-BD31-4B8C-83A1-F6EECF244321}">
                <p14:modId xmlns:p14="http://schemas.microsoft.com/office/powerpoint/2010/main" val="3199441489"/>
              </p:ext>
            </p:extLst>
          </p:nvPr>
        </p:nvGraphicFramePr>
        <p:xfrm>
          <a:off x="4785740" y="4312787"/>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3" name="object 13">
            <a:extLst>
              <a:ext uri="{FF2B5EF4-FFF2-40B4-BE49-F238E27FC236}">
                <a16:creationId xmlns:a16="http://schemas.microsoft.com/office/drawing/2014/main" id="{152575B4-603F-A94B-9F89-0857C354EA66}"/>
              </a:ext>
            </a:extLst>
          </p:cNvPr>
          <p:cNvGraphicFramePr>
            <a:graphicFrameLocks noGrp="1"/>
          </p:cNvGraphicFramePr>
          <p:nvPr>
            <p:extLst>
              <p:ext uri="{D42A27DB-BD31-4B8C-83A1-F6EECF244321}">
                <p14:modId xmlns:p14="http://schemas.microsoft.com/office/powerpoint/2010/main" val="853008874"/>
              </p:ext>
            </p:extLst>
          </p:nvPr>
        </p:nvGraphicFramePr>
        <p:xfrm>
          <a:off x="6150736" y="3061075"/>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4" name="object 14">
            <a:extLst>
              <a:ext uri="{FF2B5EF4-FFF2-40B4-BE49-F238E27FC236}">
                <a16:creationId xmlns:a16="http://schemas.microsoft.com/office/drawing/2014/main" id="{06B7CA85-0B8D-5F43-A426-7C9E64722A17}"/>
              </a:ext>
            </a:extLst>
          </p:cNvPr>
          <p:cNvGraphicFramePr>
            <a:graphicFrameLocks noGrp="1"/>
          </p:cNvGraphicFramePr>
          <p:nvPr>
            <p:extLst>
              <p:ext uri="{D42A27DB-BD31-4B8C-83A1-F6EECF244321}">
                <p14:modId xmlns:p14="http://schemas.microsoft.com/office/powerpoint/2010/main" val="1270434705"/>
              </p:ext>
            </p:extLst>
          </p:nvPr>
        </p:nvGraphicFramePr>
        <p:xfrm>
          <a:off x="8745219" y="3061075"/>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75" name="object 15">
            <a:extLst>
              <a:ext uri="{FF2B5EF4-FFF2-40B4-BE49-F238E27FC236}">
                <a16:creationId xmlns:a16="http://schemas.microsoft.com/office/drawing/2014/main" id="{646F0DBD-C54C-FB43-88E6-4D97C2B44B0F}"/>
              </a:ext>
            </a:extLst>
          </p:cNvPr>
          <p:cNvGraphicFramePr>
            <a:graphicFrameLocks noGrp="1"/>
          </p:cNvGraphicFramePr>
          <p:nvPr>
            <p:extLst>
              <p:ext uri="{D42A27DB-BD31-4B8C-83A1-F6EECF244321}">
                <p14:modId xmlns:p14="http://schemas.microsoft.com/office/powerpoint/2010/main" val="2842034060"/>
              </p:ext>
            </p:extLst>
          </p:nvPr>
        </p:nvGraphicFramePr>
        <p:xfrm>
          <a:off x="6149975"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6" name="object 16">
            <a:extLst>
              <a:ext uri="{FF2B5EF4-FFF2-40B4-BE49-F238E27FC236}">
                <a16:creationId xmlns:a16="http://schemas.microsoft.com/office/drawing/2014/main" id="{88DE37DA-7B48-F647-A049-66501131A6A4}"/>
              </a:ext>
            </a:extLst>
          </p:cNvPr>
          <p:cNvGraphicFramePr>
            <a:graphicFrameLocks noGrp="1"/>
          </p:cNvGraphicFramePr>
          <p:nvPr>
            <p:extLst>
              <p:ext uri="{D42A27DB-BD31-4B8C-83A1-F6EECF244321}">
                <p14:modId xmlns:p14="http://schemas.microsoft.com/office/powerpoint/2010/main" val="2494980073"/>
              </p:ext>
            </p:extLst>
          </p:nvPr>
        </p:nvGraphicFramePr>
        <p:xfrm>
          <a:off x="7514081"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7" name="object 17">
            <a:extLst>
              <a:ext uri="{FF2B5EF4-FFF2-40B4-BE49-F238E27FC236}">
                <a16:creationId xmlns:a16="http://schemas.microsoft.com/office/drawing/2014/main" id="{2049D35B-4319-3846-B756-15C057BE8DEC}"/>
              </a:ext>
            </a:extLst>
          </p:cNvPr>
          <p:cNvGraphicFramePr>
            <a:graphicFrameLocks noGrp="1"/>
          </p:cNvGraphicFramePr>
          <p:nvPr>
            <p:extLst>
              <p:ext uri="{D42A27DB-BD31-4B8C-83A1-F6EECF244321}">
                <p14:modId xmlns:p14="http://schemas.microsoft.com/office/powerpoint/2010/main" val="4083763332"/>
              </p:ext>
            </p:extLst>
          </p:nvPr>
        </p:nvGraphicFramePr>
        <p:xfrm>
          <a:off x="8878316"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8" name="object 18">
            <a:extLst>
              <a:ext uri="{FF2B5EF4-FFF2-40B4-BE49-F238E27FC236}">
                <a16:creationId xmlns:a16="http://schemas.microsoft.com/office/drawing/2014/main" id="{C1466869-A150-074E-87AF-6B2E3CAD1899}"/>
              </a:ext>
            </a:extLst>
          </p:cNvPr>
          <p:cNvGraphicFramePr>
            <a:graphicFrameLocks noGrp="1"/>
          </p:cNvGraphicFramePr>
          <p:nvPr>
            <p:extLst>
              <p:ext uri="{D42A27DB-BD31-4B8C-83A1-F6EECF244321}">
                <p14:modId xmlns:p14="http://schemas.microsoft.com/office/powerpoint/2010/main" val="2442061653"/>
              </p:ext>
            </p:extLst>
          </p:nvPr>
        </p:nvGraphicFramePr>
        <p:xfrm>
          <a:off x="10242550" y="4308469"/>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sp>
        <p:nvSpPr>
          <p:cNvPr id="79" name="object 19">
            <a:extLst>
              <a:ext uri="{FF2B5EF4-FFF2-40B4-BE49-F238E27FC236}">
                <a16:creationId xmlns:a16="http://schemas.microsoft.com/office/drawing/2014/main" id="{73B012C7-BD2B-2D48-887A-2722A7E295BC}"/>
              </a:ext>
            </a:extLst>
          </p:cNvPr>
          <p:cNvSpPr/>
          <p:nvPr/>
        </p:nvSpPr>
        <p:spPr>
          <a:xfrm>
            <a:off x="773430" y="4886826"/>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80" name="object 20">
            <a:extLst>
              <a:ext uri="{FF2B5EF4-FFF2-40B4-BE49-F238E27FC236}">
                <a16:creationId xmlns:a16="http://schemas.microsoft.com/office/drawing/2014/main" id="{F727F918-026C-674B-B2E0-B699E43546E1}"/>
              </a:ext>
            </a:extLst>
          </p:cNvPr>
          <p:cNvSpPr/>
          <p:nvPr/>
        </p:nvSpPr>
        <p:spPr>
          <a:xfrm>
            <a:off x="2132838" y="2507100"/>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81" name="object 21">
            <a:extLst>
              <a:ext uri="{FF2B5EF4-FFF2-40B4-BE49-F238E27FC236}">
                <a16:creationId xmlns:a16="http://schemas.microsoft.com/office/drawing/2014/main" id="{83195AA9-C85C-0940-97AD-5800783CDBA3}"/>
              </a:ext>
            </a:extLst>
          </p:cNvPr>
          <p:cNvSpPr/>
          <p:nvPr/>
        </p:nvSpPr>
        <p:spPr>
          <a:xfrm>
            <a:off x="7322057" y="2511673"/>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82" name="object 22">
            <a:extLst>
              <a:ext uri="{FF2B5EF4-FFF2-40B4-BE49-F238E27FC236}">
                <a16:creationId xmlns:a16="http://schemas.microsoft.com/office/drawing/2014/main" id="{6E7555C3-86C5-0746-AFD3-969C4E48973B}"/>
              </a:ext>
            </a:extLst>
          </p:cNvPr>
          <p:cNvSpPr/>
          <p:nvPr/>
        </p:nvSpPr>
        <p:spPr>
          <a:xfrm>
            <a:off x="1288541" y="3659244"/>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83" name="object 23">
            <a:extLst>
              <a:ext uri="{FF2B5EF4-FFF2-40B4-BE49-F238E27FC236}">
                <a16:creationId xmlns:a16="http://schemas.microsoft.com/office/drawing/2014/main" id="{BC45320D-7B86-B440-81FE-CD059B638A99}"/>
              </a:ext>
            </a:extLst>
          </p:cNvPr>
          <p:cNvSpPr/>
          <p:nvPr/>
        </p:nvSpPr>
        <p:spPr>
          <a:xfrm>
            <a:off x="4016502" y="3669913"/>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84" name="object 24">
            <a:extLst>
              <a:ext uri="{FF2B5EF4-FFF2-40B4-BE49-F238E27FC236}">
                <a16:creationId xmlns:a16="http://schemas.microsoft.com/office/drawing/2014/main" id="{B84CA2DD-ED1C-2C40-BD81-E66181D75C4F}"/>
              </a:ext>
            </a:extLst>
          </p:cNvPr>
          <p:cNvSpPr/>
          <p:nvPr/>
        </p:nvSpPr>
        <p:spPr>
          <a:xfrm>
            <a:off x="6745223" y="3650863"/>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85" name="object 25">
            <a:extLst>
              <a:ext uri="{FF2B5EF4-FFF2-40B4-BE49-F238E27FC236}">
                <a16:creationId xmlns:a16="http://schemas.microsoft.com/office/drawing/2014/main" id="{ABC60F5A-7464-6443-A2AF-DE91EBDEEC41}"/>
              </a:ext>
            </a:extLst>
          </p:cNvPr>
          <p:cNvSpPr/>
          <p:nvPr/>
        </p:nvSpPr>
        <p:spPr>
          <a:xfrm>
            <a:off x="9473183" y="3658482"/>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86" name="object 26">
            <a:extLst>
              <a:ext uri="{FF2B5EF4-FFF2-40B4-BE49-F238E27FC236}">
                <a16:creationId xmlns:a16="http://schemas.microsoft.com/office/drawing/2014/main" id="{8C60D167-7AE6-0D48-9085-0AB094B02AC8}"/>
              </a:ext>
            </a:extLst>
          </p:cNvPr>
          <p:cNvSpPr/>
          <p:nvPr/>
        </p:nvSpPr>
        <p:spPr>
          <a:xfrm>
            <a:off x="2194560" y="4898257"/>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87" name="object 27">
            <a:extLst>
              <a:ext uri="{FF2B5EF4-FFF2-40B4-BE49-F238E27FC236}">
                <a16:creationId xmlns:a16="http://schemas.microsoft.com/office/drawing/2014/main" id="{7EA595F6-709E-7844-A22C-95C0F2F65284}"/>
              </a:ext>
            </a:extLst>
          </p:cNvPr>
          <p:cNvSpPr/>
          <p:nvPr/>
        </p:nvSpPr>
        <p:spPr>
          <a:xfrm>
            <a:off x="3615690" y="4912734"/>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88" name="object 28">
            <a:extLst>
              <a:ext uri="{FF2B5EF4-FFF2-40B4-BE49-F238E27FC236}">
                <a16:creationId xmlns:a16="http://schemas.microsoft.com/office/drawing/2014/main" id="{75CFC133-23C2-FC4F-8297-D9AF210D6D4C}"/>
              </a:ext>
            </a:extLst>
          </p:cNvPr>
          <p:cNvSpPr/>
          <p:nvPr/>
        </p:nvSpPr>
        <p:spPr>
          <a:xfrm>
            <a:off x="5036820" y="4916544"/>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89" name="object 29">
            <a:extLst>
              <a:ext uri="{FF2B5EF4-FFF2-40B4-BE49-F238E27FC236}">
                <a16:creationId xmlns:a16="http://schemas.microsoft.com/office/drawing/2014/main" id="{6FA05898-BD74-BC4C-99E6-DC9092500A01}"/>
              </a:ext>
            </a:extLst>
          </p:cNvPr>
          <p:cNvSpPr/>
          <p:nvPr/>
        </p:nvSpPr>
        <p:spPr>
          <a:xfrm>
            <a:off x="6429755" y="4899019"/>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90" name="object 30">
            <a:extLst>
              <a:ext uri="{FF2B5EF4-FFF2-40B4-BE49-F238E27FC236}">
                <a16:creationId xmlns:a16="http://schemas.microsoft.com/office/drawing/2014/main" id="{38C4C03D-4110-E044-9886-8BE1AA8E6F62}"/>
              </a:ext>
            </a:extLst>
          </p:cNvPr>
          <p:cNvSpPr/>
          <p:nvPr/>
        </p:nvSpPr>
        <p:spPr>
          <a:xfrm>
            <a:off x="7879080" y="4909687"/>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91" name="object 31">
            <a:extLst>
              <a:ext uri="{FF2B5EF4-FFF2-40B4-BE49-F238E27FC236}">
                <a16:creationId xmlns:a16="http://schemas.microsoft.com/office/drawing/2014/main" id="{3F416EF2-AEDE-C348-8AE9-080781110FBA}"/>
              </a:ext>
            </a:extLst>
          </p:cNvPr>
          <p:cNvSpPr/>
          <p:nvPr/>
        </p:nvSpPr>
        <p:spPr>
          <a:xfrm>
            <a:off x="9300209" y="4902828"/>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92" name="object 32">
            <a:extLst>
              <a:ext uri="{FF2B5EF4-FFF2-40B4-BE49-F238E27FC236}">
                <a16:creationId xmlns:a16="http://schemas.microsoft.com/office/drawing/2014/main" id="{79792ED3-B850-5549-B348-4E79427B51B0}"/>
              </a:ext>
            </a:extLst>
          </p:cNvPr>
          <p:cNvSpPr/>
          <p:nvPr/>
        </p:nvSpPr>
        <p:spPr>
          <a:xfrm>
            <a:off x="10721340" y="4898257"/>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93" name="object 34">
            <a:extLst>
              <a:ext uri="{FF2B5EF4-FFF2-40B4-BE49-F238E27FC236}">
                <a16:creationId xmlns:a16="http://schemas.microsoft.com/office/drawing/2014/main" id="{C9ADACAE-1F8D-334F-A076-618670920FC6}"/>
              </a:ext>
            </a:extLst>
          </p:cNvPr>
          <p:cNvSpPr txBox="1"/>
          <p:nvPr/>
        </p:nvSpPr>
        <p:spPr>
          <a:xfrm>
            <a:off x="485317" y="558829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94" name="object 35">
            <a:extLst>
              <a:ext uri="{FF2B5EF4-FFF2-40B4-BE49-F238E27FC236}">
                <a16:creationId xmlns:a16="http://schemas.microsoft.com/office/drawing/2014/main" id="{B1E6CA99-3183-1446-9461-A68C2EDE2BC7}"/>
              </a:ext>
            </a:extLst>
          </p:cNvPr>
          <p:cNvSpPr txBox="1"/>
          <p:nvPr/>
        </p:nvSpPr>
        <p:spPr>
          <a:xfrm>
            <a:off x="1195882" y="5588095"/>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95" name="object 36">
            <a:extLst>
              <a:ext uri="{FF2B5EF4-FFF2-40B4-BE49-F238E27FC236}">
                <a16:creationId xmlns:a16="http://schemas.microsoft.com/office/drawing/2014/main" id="{C24D3A03-E6C2-6B49-9FFB-895CEF2E382A}"/>
              </a:ext>
            </a:extLst>
          </p:cNvPr>
          <p:cNvSpPr txBox="1"/>
          <p:nvPr/>
        </p:nvSpPr>
        <p:spPr>
          <a:xfrm>
            <a:off x="1906397" y="5588095"/>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96" name="object 37">
            <a:extLst>
              <a:ext uri="{FF2B5EF4-FFF2-40B4-BE49-F238E27FC236}">
                <a16:creationId xmlns:a16="http://schemas.microsoft.com/office/drawing/2014/main" id="{DF585D38-7991-EA4A-B489-DD8DB4439DB3}"/>
              </a:ext>
            </a:extLst>
          </p:cNvPr>
          <p:cNvSpPr txBox="1"/>
          <p:nvPr/>
        </p:nvSpPr>
        <p:spPr>
          <a:xfrm>
            <a:off x="2616961" y="5588095"/>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110" name="object 38">
            <a:extLst>
              <a:ext uri="{FF2B5EF4-FFF2-40B4-BE49-F238E27FC236}">
                <a16:creationId xmlns:a16="http://schemas.microsoft.com/office/drawing/2014/main" id="{318AE16E-42A3-594D-9ACC-35D31B664887}"/>
              </a:ext>
            </a:extLst>
          </p:cNvPr>
          <p:cNvSpPr txBox="1"/>
          <p:nvPr/>
        </p:nvSpPr>
        <p:spPr>
          <a:xfrm>
            <a:off x="3327527" y="5588095"/>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111" name="object 39">
            <a:extLst>
              <a:ext uri="{FF2B5EF4-FFF2-40B4-BE49-F238E27FC236}">
                <a16:creationId xmlns:a16="http://schemas.microsoft.com/office/drawing/2014/main" id="{6D0A546A-0ED3-6D40-A825-A4252640F3D1}"/>
              </a:ext>
            </a:extLst>
          </p:cNvPr>
          <p:cNvSpPr txBox="1"/>
          <p:nvPr/>
        </p:nvSpPr>
        <p:spPr>
          <a:xfrm>
            <a:off x="4038219" y="5588095"/>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12" name="object 40">
            <a:extLst>
              <a:ext uri="{FF2B5EF4-FFF2-40B4-BE49-F238E27FC236}">
                <a16:creationId xmlns:a16="http://schemas.microsoft.com/office/drawing/2014/main" id="{832F7EFA-4598-B34E-BB78-DCC57D377BF3}"/>
              </a:ext>
            </a:extLst>
          </p:cNvPr>
          <p:cNvSpPr txBox="1"/>
          <p:nvPr/>
        </p:nvSpPr>
        <p:spPr>
          <a:xfrm>
            <a:off x="4748784" y="5588095"/>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13" name="object 41">
            <a:extLst>
              <a:ext uri="{FF2B5EF4-FFF2-40B4-BE49-F238E27FC236}">
                <a16:creationId xmlns:a16="http://schemas.microsoft.com/office/drawing/2014/main" id="{70455706-2ABE-B44F-8D7E-1D4444CF299D}"/>
              </a:ext>
            </a:extLst>
          </p:cNvPr>
          <p:cNvSpPr txBox="1"/>
          <p:nvPr/>
        </p:nvSpPr>
        <p:spPr>
          <a:xfrm>
            <a:off x="5459348" y="5588095"/>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14" name="object 42">
            <a:extLst>
              <a:ext uri="{FF2B5EF4-FFF2-40B4-BE49-F238E27FC236}">
                <a16:creationId xmlns:a16="http://schemas.microsoft.com/office/drawing/2014/main" id="{4E2C1677-852A-2E4D-8FDE-C41A9B5E3EAC}"/>
              </a:ext>
            </a:extLst>
          </p:cNvPr>
          <p:cNvSpPr txBox="1"/>
          <p:nvPr/>
        </p:nvSpPr>
        <p:spPr>
          <a:xfrm>
            <a:off x="6169914" y="5590826"/>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15" name="object 43">
            <a:extLst>
              <a:ext uri="{FF2B5EF4-FFF2-40B4-BE49-F238E27FC236}">
                <a16:creationId xmlns:a16="http://schemas.microsoft.com/office/drawing/2014/main" id="{9F716726-AC61-EB45-91F5-8C30168C5F78}"/>
              </a:ext>
            </a:extLst>
          </p:cNvPr>
          <p:cNvSpPr txBox="1"/>
          <p:nvPr/>
        </p:nvSpPr>
        <p:spPr>
          <a:xfrm>
            <a:off x="6880479" y="5590826"/>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16" name="object 44">
            <a:extLst>
              <a:ext uri="{FF2B5EF4-FFF2-40B4-BE49-F238E27FC236}">
                <a16:creationId xmlns:a16="http://schemas.microsoft.com/office/drawing/2014/main" id="{FA0F1E9A-B77A-BC4A-909F-B51A52E97FC5}"/>
              </a:ext>
            </a:extLst>
          </p:cNvPr>
          <p:cNvSpPr txBox="1"/>
          <p:nvPr/>
        </p:nvSpPr>
        <p:spPr>
          <a:xfrm>
            <a:off x="7591043" y="559082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17" name="object 45">
            <a:extLst>
              <a:ext uri="{FF2B5EF4-FFF2-40B4-BE49-F238E27FC236}">
                <a16:creationId xmlns:a16="http://schemas.microsoft.com/office/drawing/2014/main" id="{0CFB8A95-6255-0E41-9258-C3D0DC71711C}"/>
              </a:ext>
            </a:extLst>
          </p:cNvPr>
          <p:cNvSpPr txBox="1"/>
          <p:nvPr/>
        </p:nvSpPr>
        <p:spPr>
          <a:xfrm>
            <a:off x="8301608" y="558843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18" name="object 46">
            <a:extLst>
              <a:ext uri="{FF2B5EF4-FFF2-40B4-BE49-F238E27FC236}">
                <a16:creationId xmlns:a16="http://schemas.microsoft.com/office/drawing/2014/main" id="{07287EED-A7B7-8847-8AEB-9AA83206DF6B}"/>
              </a:ext>
            </a:extLst>
          </p:cNvPr>
          <p:cNvSpPr txBox="1"/>
          <p:nvPr/>
        </p:nvSpPr>
        <p:spPr>
          <a:xfrm>
            <a:off x="9012173" y="558574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19" name="object 47">
            <a:extLst>
              <a:ext uri="{FF2B5EF4-FFF2-40B4-BE49-F238E27FC236}">
                <a16:creationId xmlns:a16="http://schemas.microsoft.com/office/drawing/2014/main" id="{48F7EE56-B904-6949-9E54-FD58861A79AB}"/>
              </a:ext>
            </a:extLst>
          </p:cNvPr>
          <p:cNvSpPr txBox="1"/>
          <p:nvPr/>
        </p:nvSpPr>
        <p:spPr>
          <a:xfrm>
            <a:off x="9722739" y="558574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41" name="object 48">
            <a:extLst>
              <a:ext uri="{FF2B5EF4-FFF2-40B4-BE49-F238E27FC236}">
                <a16:creationId xmlns:a16="http://schemas.microsoft.com/office/drawing/2014/main" id="{7AC4A3FC-19C2-7247-A729-4E924307DEB6}"/>
              </a:ext>
            </a:extLst>
          </p:cNvPr>
          <p:cNvSpPr txBox="1"/>
          <p:nvPr/>
        </p:nvSpPr>
        <p:spPr>
          <a:xfrm>
            <a:off x="10433304" y="558574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42" name="object 49">
            <a:extLst>
              <a:ext uri="{FF2B5EF4-FFF2-40B4-BE49-F238E27FC236}">
                <a16:creationId xmlns:a16="http://schemas.microsoft.com/office/drawing/2014/main" id="{11994439-7BD3-6C46-AB46-508628A33853}"/>
              </a:ext>
            </a:extLst>
          </p:cNvPr>
          <p:cNvSpPr txBox="1"/>
          <p:nvPr/>
        </p:nvSpPr>
        <p:spPr>
          <a:xfrm>
            <a:off x="11143868" y="558574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
        <p:nvSpPr>
          <p:cNvPr id="143" name="object 50">
            <a:extLst>
              <a:ext uri="{FF2B5EF4-FFF2-40B4-BE49-F238E27FC236}">
                <a16:creationId xmlns:a16="http://schemas.microsoft.com/office/drawing/2014/main" id="{D2B8B6D0-0376-6E48-80C9-D7E90CE005BD}"/>
              </a:ext>
            </a:extLst>
          </p:cNvPr>
          <p:cNvSpPr/>
          <p:nvPr/>
        </p:nvSpPr>
        <p:spPr>
          <a:xfrm>
            <a:off x="2549651" y="4250557"/>
            <a:ext cx="779145" cy="731520"/>
          </a:xfrm>
          <a:custGeom>
            <a:avLst/>
            <a:gdLst/>
            <a:ahLst/>
            <a:cxnLst/>
            <a:rect l="l" t="t" r="r" b="b"/>
            <a:pathLst>
              <a:path w="779145" h="731520">
                <a:moveTo>
                  <a:pt x="0" y="121920"/>
                </a:moveTo>
                <a:lnTo>
                  <a:pt x="9584" y="74473"/>
                </a:lnTo>
                <a:lnTo>
                  <a:pt x="35718" y="35718"/>
                </a:lnTo>
                <a:lnTo>
                  <a:pt x="74473" y="9584"/>
                </a:lnTo>
                <a:lnTo>
                  <a:pt x="121920" y="0"/>
                </a:lnTo>
                <a:lnTo>
                  <a:pt x="656844" y="0"/>
                </a:lnTo>
                <a:lnTo>
                  <a:pt x="704290" y="9584"/>
                </a:lnTo>
                <a:lnTo>
                  <a:pt x="743045" y="35718"/>
                </a:lnTo>
                <a:lnTo>
                  <a:pt x="769179" y="74473"/>
                </a:lnTo>
                <a:lnTo>
                  <a:pt x="778763" y="121920"/>
                </a:lnTo>
                <a:lnTo>
                  <a:pt x="778763" y="609600"/>
                </a:lnTo>
                <a:lnTo>
                  <a:pt x="769179" y="657046"/>
                </a:lnTo>
                <a:lnTo>
                  <a:pt x="743045" y="695801"/>
                </a:lnTo>
                <a:lnTo>
                  <a:pt x="704290" y="721935"/>
                </a:lnTo>
                <a:lnTo>
                  <a:pt x="656844" y="731520"/>
                </a:lnTo>
                <a:lnTo>
                  <a:pt x="121920" y="731520"/>
                </a:lnTo>
                <a:lnTo>
                  <a:pt x="74473" y="721935"/>
                </a:lnTo>
                <a:lnTo>
                  <a:pt x="35718" y="695801"/>
                </a:lnTo>
                <a:lnTo>
                  <a:pt x="9584" y="657046"/>
                </a:lnTo>
                <a:lnTo>
                  <a:pt x="0" y="609600"/>
                </a:lnTo>
                <a:lnTo>
                  <a:pt x="0" y="121920"/>
                </a:lnTo>
                <a:close/>
              </a:path>
            </a:pathLst>
          </a:custGeom>
          <a:ln w="38099">
            <a:solidFill>
              <a:srgbClr val="FF0000"/>
            </a:solidFill>
            <a:prstDash val="lgDash"/>
          </a:ln>
        </p:spPr>
        <p:txBody>
          <a:bodyPr wrap="square" lIns="0" tIns="0" rIns="0" bIns="0" rtlCol="0"/>
          <a:lstStyle/>
          <a:p>
            <a:endParaRPr/>
          </a:p>
        </p:txBody>
      </p:sp>
    </p:spTree>
    <p:extLst>
      <p:ext uri="{BB962C8B-B14F-4D97-AF65-F5344CB8AC3E}">
        <p14:creationId xmlns:p14="http://schemas.microsoft.com/office/powerpoint/2010/main" val="7122306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50" name="object 3">
            <a:extLst>
              <a:ext uri="{FF2B5EF4-FFF2-40B4-BE49-F238E27FC236}">
                <a16:creationId xmlns:a16="http://schemas.microsoft.com/office/drawing/2014/main" id="{DE96A647-4BA8-6D45-8120-B62644DB4265}"/>
              </a:ext>
            </a:extLst>
          </p:cNvPr>
          <p:cNvGraphicFramePr>
            <a:graphicFrameLocks noGrp="1"/>
          </p:cNvGraphicFramePr>
          <p:nvPr>
            <p:extLst>
              <p:ext uri="{D42A27DB-BD31-4B8C-83A1-F6EECF244321}">
                <p14:modId xmlns:p14="http://schemas.microsoft.com/office/powerpoint/2010/main" val="3793165764"/>
              </p:ext>
            </p:extLst>
          </p:nvPr>
        </p:nvGraphicFramePr>
        <p:xfrm>
          <a:off x="1458467" y="821860"/>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1" name="object 4">
            <a:extLst>
              <a:ext uri="{FF2B5EF4-FFF2-40B4-BE49-F238E27FC236}">
                <a16:creationId xmlns:a16="http://schemas.microsoft.com/office/drawing/2014/main" id="{6F2143A7-B8EA-104C-8965-65A35C6BB272}"/>
              </a:ext>
            </a:extLst>
          </p:cNvPr>
          <p:cNvGraphicFramePr>
            <a:graphicFrameLocks noGrp="1"/>
          </p:cNvGraphicFramePr>
          <p:nvPr>
            <p:extLst>
              <p:ext uri="{D42A27DB-BD31-4B8C-83A1-F6EECF244321}">
                <p14:modId xmlns:p14="http://schemas.microsoft.com/office/powerpoint/2010/main" val="329498188"/>
              </p:ext>
            </p:extLst>
          </p:nvPr>
        </p:nvGraphicFramePr>
        <p:xfrm>
          <a:off x="1184376" y="1887262"/>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2" name="object 5">
            <a:extLst>
              <a:ext uri="{FF2B5EF4-FFF2-40B4-BE49-F238E27FC236}">
                <a16:creationId xmlns:a16="http://schemas.microsoft.com/office/drawing/2014/main" id="{8E33F6F8-4248-8446-A569-634322A8EEFE}"/>
              </a:ext>
            </a:extLst>
          </p:cNvPr>
          <p:cNvGraphicFramePr>
            <a:graphicFrameLocks noGrp="1"/>
          </p:cNvGraphicFramePr>
          <p:nvPr>
            <p:extLst>
              <p:ext uri="{D42A27DB-BD31-4B8C-83A1-F6EECF244321}">
                <p14:modId xmlns:p14="http://schemas.microsoft.com/office/powerpoint/2010/main" val="406488833"/>
              </p:ext>
            </p:extLst>
          </p:nvPr>
        </p:nvGraphicFramePr>
        <p:xfrm>
          <a:off x="6281165" y="1891834"/>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53" name="object 6">
            <a:extLst>
              <a:ext uri="{FF2B5EF4-FFF2-40B4-BE49-F238E27FC236}">
                <a16:creationId xmlns:a16="http://schemas.microsoft.com/office/drawing/2014/main" id="{6642800A-7A30-2148-B54A-268158CC6CC4}"/>
              </a:ext>
            </a:extLst>
          </p:cNvPr>
          <p:cNvSpPr/>
          <p:nvPr/>
        </p:nvSpPr>
        <p:spPr>
          <a:xfrm>
            <a:off x="3507485" y="1418378"/>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54" name="object 7">
            <a:extLst>
              <a:ext uri="{FF2B5EF4-FFF2-40B4-BE49-F238E27FC236}">
                <a16:creationId xmlns:a16="http://schemas.microsoft.com/office/drawing/2014/main" id="{95C17FC9-343F-8540-B8FC-9E8AC29A4C76}"/>
              </a:ext>
            </a:extLst>
          </p:cNvPr>
          <p:cNvGraphicFramePr>
            <a:graphicFrameLocks noGrp="1"/>
          </p:cNvGraphicFramePr>
          <p:nvPr>
            <p:extLst>
              <p:ext uri="{D42A27DB-BD31-4B8C-83A1-F6EECF244321}">
                <p14:modId xmlns:p14="http://schemas.microsoft.com/office/powerpoint/2010/main" val="4193665424"/>
              </p:ext>
            </p:extLst>
          </p:nvPr>
        </p:nvGraphicFramePr>
        <p:xfrm>
          <a:off x="961783" y="3039661"/>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5" name="object 8">
            <a:extLst>
              <a:ext uri="{FF2B5EF4-FFF2-40B4-BE49-F238E27FC236}">
                <a16:creationId xmlns:a16="http://schemas.microsoft.com/office/drawing/2014/main" id="{ADD3E1CB-FE35-1A40-A766-527C4E458F48}"/>
              </a:ext>
            </a:extLst>
          </p:cNvPr>
          <p:cNvGraphicFramePr>
            <a:graphicFrameLocks noGrp="1"/>
          </p:cNvGraphicFramePr>
          <p:nvPr>
            <p:extLst>
              <p:ext uri="{D42A27DB-BD31-4B8C-83A1-F6EECF244321}">
                <p14:modId xmlns:p14="http://schemas.microsoft.com/office/powerpoint/2010/main" val="3467247844"/>
              </p:ext>
            </p:extLst>
          </p:nvPr>
        </p:nvGraphicFramePr>
        <p:xfrm>
          <a:off x="3556253" y="3033056"/>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6" name="object 9">
            <a:extLst>
              <a:ext uri="{FF2B5EF4-FFF2-40B4-BE49-F238E27FC236}">
                <a16:creationId xmlns:a16="http://schemas.microsoft.com/office/drawing/2014/main" id="{6A6B86D0-65F9-C345-939C-637312435979}"/>
              </a:ext>
            </a:extLst>
          </p:cNvPr>
          <p:cNvGraphicFramePr>
            <a:graphicFrameLocks noGrp="1"/>
          </p:cNvGraphicFramePr>
          <p:nvPr>
            <p:extLst>
              <p:ext uri="{D42A27DB-BD31-4B8C-83A1-F6EECF244321}">
                <p14:modId xmlns:p14="http://schemas.microsoft.com/office/powerpoint/2010/main" val="3981252703"/>
              </p:ext>
            </p:extLst>
          </p:nvPr>
        </p:nvGraphicFramePr>
        <p:xfrm>
          <a:off x="693140" y="4289341"/>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7" name="object 10">
            <a:extLst>
              <a:ext uri="{FF2B5EF4-FFF2-40B4-BE49-F238E27FC236}">
                <a16:creationId xmlns:a16="http://schemas.microsoft.com/office/drawing/2014/main" id="{22EFFE95-59F7-8844-99DB-79A2E2A16A50}"/>
              </a:ext>
            </a:extLst>
          </p:cNvPr>
          <p:cNvGraphicFramePr>
            <a:graphicFrameLocks noGrp="1"/>
          </p:cNvGraphicFramePr>
          <p:nvPr>
            <p:extLst>
              <p:ext uri="{D42A27DB-BD31-4B8C-83A1-F6EECF244321}">
                <p14:modId xmlns:p14="http://schemas.microsoft.com/office/powerpoint/2010/main" val="2100864162"/>
              </p:ext>
            </p:extLst>
          </p:nvPr>
        </p:nvGraphicFramePr>
        <p:xfrm>
          <a:off x="2057400"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8" name="object 11">
            <a:extLst>
              <a:ext uri="{FF2B5EF4-FFF2-40B4-BE49-F238E27FC236}">
                <a16:creationId xmlns:a16="http://schemas.microsoft.com/office/drawing/2014/main" id="{C2BF64D1-A4AA-F341-94EA-A28BB5E44F0D}"/>
              </a:ext>
            </a:extLst>
          </p:cNvPr>
          <p:cNvGraphicFramePr>
            <a:graphicFrameLocks noGrp="1"/>
          </p:cNvGraphicFramePr>
          <p:nvPr>
            <p:extLst>
              <p:ext uri="{D42A27DB-BD31-4B8C-83A1-F6EECF244321}">
                <p14:modId xmlns:p14="http://schemas.microsoft.com/office/powerpoint/2010/main" val="447690893"/>
              </p:ext>
            </p:extLst>
          </p:nvPr>
        </p:nvGraphicFramePr>
        <p:xfrm>
          <a:off x="3421507"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9" name="object 12">
            <a:extLst>
              <a:ext uri="{FF2B5EF4-FFF2-40B4-BE49-F238E27FC236}">
                <a16:creationId xmlns:a16="http://schemas.microsoft.com/office/drawing/2014/main" id="{497B8F73-4B42-614E-B380-5FF851A9B827}"/>
              </a:ext>
            </a:extLst>
          </p:cNvPr>
          <p:cNvGraphicFramePr>
            <a:graphicFrameLocks noGrp="1"/>
          </p:cNvGraphicFramePr>
          <p:nvPr>
            <p:extLst>
              <p:ext uri="{D42A27DB-BD31-4B8C-83A1-F6EECF244321}">
                <p14:modId xmlns:p14="http://schemas.microsoft.com/office/powerpoint/2010/main" val="2067310036"/>
              </p:ext>
            </p:extLst>
          </p:nvPr>
        </p:nvGraphicFramePr>
        <p:xfrm>
          <a:off x="4785740" y="4289341"/>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0" name="object 13">
            <a:extLst>
              <a:ext uri="{FF2B5EF4-FFF2-40B4-BE49-F238E27FC236}">
                <a16:creationId xmlns:a16="http://schemas.microsoft.com/office/drawing/2014/main" id="{8359589B-DA3E-2A45-A7B4-ADF5CA68552F}"/>
              </a:ext>
            </a:extLst>
          </p:cNvPr>
          <p:cNvGraphicFramePr>
            <a:graphicFrameLocks noGrp="1"/>
          </p:cNvGraphicFramePr>
          <p:nvPr>
            <p:extLst>
              <p:ext uri="{D42A27DB-BD31-4B8C-83A1-F6EECF244321}">
                <p14:modId xmlns:p14="http://schemas.microsoft.com/office/powerpoint/2010/main" val="3588299858"/>
              </p:ext>
            </p:extLst>
          </p:nvPr>
        </p:nvGraphicFramePr>
        <p:xfrm>
          <a:off x="6150736" y="3037629"/>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1" name="object 14">
            <a:extLst>
              <a:ext uri="{FF2B5EF4-FFF2-40B4-BE49-F238E27FC236}">
                <a16:creationId xmlns:a16="http://schemas.microsoft.com/office/drawing/2014/main" id="{9E1BC434-F3C1-3845-93D1-602A37057DBE}"/>
              </a:ext>
            </a:extLst>
          </p:cNvPr>
          <p:cNvGraphicFramePr>
            <a:graphicFrameLocks noGrp="1"/>
          </p:cNvGraphicFramePr>
          <p:nvPr>
            <p:extLst>
              <p:ext uri="{D42A27DB-BD31-4B8C-83A1-F6EECF244321}">
                <p14:modId xmlns:p14="http://schemas.microsoft.com/office/powerpoint/2010/main" val="1087966228"/>
              </p:ext>
            </p:extLst>
          </p:nvPr>
        </p:nvGraphicFramePr>
        <p:xfrm>
          <a:off x="8745219" y="3037629"/>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2" name="object 15">
            <a:extLst>
              <a:ext uri="{FF2B5EF4-FFF2-40B4-BE49-F238E27FC236}">
                <a16:creationId xmlns:a16="http://schemas.microsoft.com/office/drawing/2014/main" id="{CF261D88-BC61-D945-95F4-41B66730C3C9}"/>
              </a:ext>
            </a:extLst>
          </p:cNvPr>
          <p:cNvGraphicFramePr>
            <a:graphicFrameLocks noGrp="1"/>
          </p:cNvGraphicFramePr>
          <p:nvPr>
            <p:extLst>
              <p:ext uri="{D42A27DB-BD31-4B8C-83A1-F6EECF244321}">
                <p14:modId xmlns:p14="http://schemas.microsoft.com/office/powerpoint/2010/main" val="1290411048"/>
              </p:ext>
            </p:extLst>
          </p:nvPr>
        </p:nvGraphicFramePr>
        <p:xfrm>
          <a:off x="6149975"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98" name="object 16">
            <a:extLst>
              <a:ext uri="{FF2B5EF4-FFF2-40B4-BE49-F238E27FC236}">
                <a16:creationId xmlns:a16="http://schemas.microsoft.com/office/drawing/2014/main" id="{1BBF8CDE-CAE2-6045-BD57-D6ADBFCD2B65}"/>
              </a:ext>
            </a:extLst>
          </p:cNvPr>
          <p:cNvGraphicFramePr>
            <a:graphicFrameLocks noGrp="1"/>
          </p:cNvGraphicFramePr>
          <p:nvPr>
            <p:extLst>
              <p:ext uri="{D42A27DB-BD31-4B8C-83A1-F6EECF244321}">
                <p14:modId xmlns:p14="http://schemas.microsoft.com/office/powerpoint/2010/main" val="707019038"/>
              </p:ext>
            </p:extLst>
          </p:nvPr>
        </p:nvGraphicFramePr>
        <p:xfrm>
          <a:off x="7514081"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99" name="object 17">
            <a:extLst>
              <a:ext uri="{FF2B5EF4-FFF2-40B4-BE49-F238E27FC236}">
                <a16:creationId xmlns:a16="http://schemas.microsoft.com/office/drawing/2014/main" id="{37C5D984-431B-1447-81FF-966D28C43BB9}"/>
              </a:ext>
            </a:extLst>
          </p:cNvPr>
          <p:cNvGraphicFramePr>
            <a:graphicFrameLocks noGrp="1"/>
          </p:cNvGraphicFramePr>
          <p:nvPr>
            <p:extLst>
              <p:ext uri="{D42A27DB-BD31-4B8C-83A1-F6EECF244321}">
                <p14:modId xmlns:p14="http://schemas.microsoft.com/office/powerpoint/2010/main" val="3858739781"/>
              </p:ext>
            </p:extLst>
          </p:nvPr>
        </p:nvGraphicFramePr>
        <p:xfrm>
          <a:off x="8878316"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100" name="object 18">
            <a:extLst>
              <a:ext uri="{FF2B5EF4-FFF2-40B4-BE49-F238E27FC236}">
                <a16:creationId xmlns:a16="http://schemas.microsoft.com/office/drawing/2014/main" id="{5AD20640-F322-3048-82AD-C5771E7D1DA8}"/>
              </a:ext>
            </a:extLst>
          </p:cNvPr>
          <p:cNvGraphicFramePr>
            <a:graphicFrameLocks noGrp="1"/>
          </p:cNvGraphicFramePr>
          <p:nvPr>
            <p:extLst>
              <p:ext uri="{D42A27DB-BD31-4B8C-83A1-F6EECF244321}">
                <p14:modId xmlns:p14="http://schemas.microsoft.com/office/powerpoint/2010/main" val="790119073"/>
              </p:ext>
            </p:extLst>
          </p:nvPr>
        </p:nvGraphicFramePr>
        <p:xfrm>
          <a:off x="10242550"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sp>
        <p:nvSpPr>
          <p:cNvPr id="101" name="object 19">
            <a:extLst>
              <a:ext uri="{FF2B5EF4-FFF2-40B4-BE49-F238E27FC236}">
                <a16:creationId xmlns:a16="http://schemas.microsoft.com/office/drawing/2014/main" id="{E6F756D6-E87A-F14E-A6EC-209FFDF63F6A}"/>
              </a:ext>
            </a:extLst>
          </p:cNvPr>
          <p:cNvSpPr/>
          <p:nvPr/>
        </p:nvSpPr>
        <p:spPr>
          <a:xfrm>
            <a:off x="773430" y="4863380"/>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102" name="object 20">
            <a:extLst>
              <a:ext uri="{FF2B5EF4-FFF2-40B4-BE49-F238E27FC236}">
                <a16:creationId xmlns:a16="http://schemas.microsoft.com/office/drawing/2014/main" id="{A8E30EA2-5805-2B4F-909E-96F6ED0A6746}"/>
              </a:ext>
            </a:extLst>
          </p:cNvPr>
          <p:cNvSpPr/>
          <p:nvPr/>
        </p:nvSpPr>
        <p:spPr>
          <a:xfrm>
            <a:off x="2132838" y="2483654"/>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103" name="object 21">
            <a:extLst>
              <a:ext uri="{FF2B5EF4-FFF2-40B4-BE49-F238E27FC236}">
                <a16:creationId xmlns:a16="http://schemas.microsoft.com/office/drawing/2014/main" id="{9C59BE03-356E-8240-9DC4-D4957C646C1B}"/>
              </a:ext>
            </a:extLst>
          </p:cNvPr>
          <p:cNvSpPr/>
          <p:nvPr/>
        </p:nvSpPr>
        <p:spPr>
          <a:xfrm>
            <a:off x="7322057" y="2488227"/>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104" name="object 22">
            <a:extLst>
              <a:ext uri="{FF2B5EF4-FFF2-40B4-BE49-F238E27FC236}">
                <a16:creationId xmlns:a16="http://schemas.microsoft.com/office/drawing/2014/main" id="{DEFEBA94-379D-E24D-9BC9-D0FD241860DB}"/>
              </a:ext>
            </a:extLst>
          </p:cNvPr>
          <p:cNvSpPr/>
          <p:nvPr/>
        </p:nvSpPr>
        <p:spPr>
          <a:xfrm>
            <a:off x="1288541" y="3635798"/>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105" name="object 23">
            <a:extLst>
              <a:ext uri="{FF2B5EF4-FFF2-40B4-BE49-F238E27FC236}">
                <a16:creationId xmlns:a16="http://schemas.microsoft.com/office/drawing/2014/main" id="{05AC378E-D423-7242-989A-2CD11F12A05C}"/>
              </a:ext>
            </a:extLst>
          </p:cNvPr>
          <p:cNvSpPr/>
          <p:nvPr/>
        </p:nvSpPr>
        <p:spPr>
          <a:xfrm>
            <a:off x="4016502" y="3646467"/>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106" name="object 24">
            <a:extLst>
              <a:ext uri="{FF2B5EF4-FFF2-40B4-BE49-F238E27FC236}">
                <a16:creationId xmlns:a16="http://schemas.microsoft.com/office/drawing/2014/main" id="{37FA7616-D197-2940-93D6-E286A41EC483}"/>
              </a:ext>
            </a:extLst>
          </p:cNvPr>
          <p:cNvSpPr/>
          <p:nvPr/>
        </p:nvSpPr>
        <p:spPr>
          <a:xfrm>
            <a:off x="6745223" y="3627417"/>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107" name="object 25">
            <a:extLst>
              <a:ext uri="{FF2B5EF4-FFF2-40B4-BE49-F238E27FC236}">
                <a16:creationId xmlns:a16="http://schemas.microsoft.com/office/drawing/2014/main" id="{10AA3F4E-BE98-ED47-9DC9-9A7470B62B87}"/>
              </a:ext>
            </a:extLst>
          </p:cNvPr>
          <p:cNvSpPr/>
          <p:nvPr/>
        </p:nvSpPr>
        <p:spPr>
          <a:xfrm>
            <a:off x="9473183" y="3635036"/>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108" name="object 26">
            <a:extLst>
              <a:ext uri="{FF2B5EF4-FFF2-40B4-BE49-F238E27FC236}">
                <a16:creationId xmlns:a16="http://schemas.microsoft.com/office/drawing/2014/main" id="{ACE003D2-922B-244D-A56B-D0DF2879BE4A}"/>
              </a:ext>
            </a:extLst>
          </p:cNvPr>
          <p:cNvSpPr/>
          <p:nvPr/>
        </p:nvSpPr>
        <p:spPr>
          <a:xfrm>
            <a:off x="2194560" y="4874811"/>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109" name="object 27">
            <a:extLst>
              <a:ext uri="{FF2B5EF4-FFF2-40B4-BE49-F238E27FC236}">
                <a16:creationId xmlns:a16="http://schemas.microsoft.com/office/drawing/2014/main" id="{E06E9DAA-65D0-D94C-A169-3780A98E28BE}"/>
              </a:ext>
            </a:extLst>
          </p:cNvPr>
          <p:cNvSpPr/>
          <p:nvPr/>
        </p:nvSpPr>
        <p:spPr>
          <a:xfrm>
            <a:off x="3615690" y="4889288"/>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120" name="object 28">
            <a:extLst>
              <a:ext uri="{FF2B5EF4-FFF2-40B4-BE49-F238E27FC236}">
                <a16:creationId xmlns:a16="http://schemas.microsoft.com/office/drawing/2014/main" id="{85538054-1B11-864D-B5F4-ACBD5234242D}"/>
              </a:ext>
            </a:extLst>
          </p:cNvPr>
          <p:cNvSpPr/>
          <p:nvPr/>
        </p:nvSpPr>
        <p:spPr>
          <a:xfrm>
            <a:off x="5036820" y="4893098"/>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121" name="object 29">
            <a:extLst>
              <a:ext uri="{FF2B5EF4-FFF2-40B4-BE49-F238E27FC236}">
                <a16:creationId xmlns:a16="http://schemas.microsoft.com/office/drawing/2014/main" id="{23DB6C01-B412-B44B-9904-34D227DE435C}"/>
              </a:ext>
            </a:extLst>
          </p:cNvPr>
          <p:cNvSpPr/>
          <p:nvPr/>
        </p:nvSpPr>
        <p:spPr>
          <a:xfrm>
            <a:off x="6429755" y="4875573"/>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122" name="object 30">
            <a:extLst>
              <a:ext uri="{FF2B5EF4-FFF2-40B4-BE49-F238E27FC236}">
                <a16:creationId xmlns:a16="http://schemas.microsoft.com/office/drawing/2014/main" id="{588A1007-FE62-E143-9D3C-1BA5671EEB8C}"/>
              </a:ext>
            </a:extLst>
          </p:cNvPr>
          <p:cNvSpPr/>
          <p:nvPr/>
        </p:nvSpPr>
        <p:spPr>
          <a:xfrm>
            <a:off x="7879080" y="4886241"/>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123" name="object 31">
            <a:extLst>
              <a:ext uri="{FF2B5EF4-FFF2-40B4-BE49-F238E27FC236}">
                <a16:creationId xmlns:a16="http://schemas.microsoft.com/office/drawing/2014/main" id="{3AB941D5-832A-8D48-8572-1CEF075F1DD4}"/>
              </a:ext>
            </a:extLst>
          </p:cNvPr>
          <p:cNvSpPr/>
          <p:nvPr/>
        </p:nvSpPr>
        <p:spPr>
          <a:xfrm>
            <a:off x="9300209" y="4879382"/>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124" name="object 32">
            <a:extLst>
              <a:ext uri="{FF2B5EF4-FFF2-40B4-BE49-F238E27FC236}">
                <a16:creationId xmlns:a16="http://schemas.microsoft.com/office/drawing/2014/main" id="{843C57CB-982C-9A4A-AC1E-775AED0B4B9B}"/>
              </a:ext>
            </a:extLst>
          </p:cNvPr>
          <p:cNvSpPr/>
          <p:nvPr/>
        </p:nvSpPr>
        <p:spPr>
          <a:xfrm>
            <a:off x="10721340" y="4874811"/>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125" name="object 34">
            <a:extLst>
              <a:ext uri="{FF2B5EF4-FFF2-40B4-BE49-F238E27FC236}">
                <a16:creationId xmlns:a16="http://schemas.microsoft.com/office/drawing/2014/main" id="{C7689588-65B8-3C4D-A2A3-A3A16BF5BDA4}"/>
              </a:ext>
            </a:extLst>
          </p:cNvPr>
          <p:cNvSpPr txBox="1"/>
          <p:nvPr/>
        </p:nvSpPr>
        <p:spPr>
          <a:xfrm>
            <a:off x="485317" y="5564852"/>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126" name="object 35">
            <a:extLst>
              <a:ext uri="{FF2B5EF4-FFF2-40B4-BE49-F238E27FC236}">
                <a16:creationId xmlns:a16="http://schemas.microsoft.com/office/drawing/2014/main" id="{D6A00917-51BB-F748-8524-AEBEFC0BDBE6}"/>
              </a:ext>
            </a:extLst>
          </p:cNvPr>
          <p:cNvSpPr txBox="1"/>
          <p:nvPr/>
        </p:nvSpPr>
        <p:spPr>
          <a:xfrm>
            <a:off x="1195882" y="556464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127" name="object 36">
            <a:extLst>
              <a:ext uri="{FF2B5EF4-FFF2-40B4-BE49-F238E27FC236}">
                <a16:creationId xmlns:a16="http://schemas.microsoft.com/office/drawing/2014/main" id="{FF66F04A-8F6F-0748-B68E-87F82C2D6C3A}"/>
              </a:ext>
            </a:extLst>
          </p:cNvPr>
          <p:cNvSpPr txBox="1"/>
          <p:nvPr/>
        </p:nvSpPr>
        <p:spPr>
          <a:xfrm>
            <a:off x="1906397" y="556464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28" name="object 37">
            <a:extLst>
              <a:ext uri="{FF2B5EF4-FFF2-40B4-BE49-F238E27FC236}">
                <a16:creationId xmlns:a16="http://schemas.microsoft.com/office/drawing/2014/main" id="{F56EFB9C-648C-C54E-AED7-5C5C91FECBB9}"/>
              </a:ext>
            </a:extLst>
          </p:cNvPr>
          <p:cNvSpPr txBox="1"/>
          <p:nvPr/>
        </p:nvSpPr>
        <p:spPr>
          <a:xfrm>
            <a:off x="2616961" y="556464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129" name="object 38">
            <a:extLst>
              <a:ext uri="{FF2B5EF4-FFF2-40B4-BE49-F238E27FC236}">
                <a16:creationId xmlns:a16="http://schemas.microsoft.com/office/drawing/2014/main" id="{7B4ED56F-3A2F-FA4D-B034-FAC2136EF59A}"/>
              </a:ext>
            </a:extLst>
          </p:cNvPr>
          <p:cNvSpPr txBox="1"/>
          <p:nvPr/>
        </p:nvSpPr>
        <p:spPr>
          <a:xfrm>
            <a:off x="3327527" y="556464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130" name="object 39">
            <a:extLst>
              <a:ext uri="{FF2B5EF4-FFF2-40B4-BE49-F238E27FC236}">
                <a16:creationId xmlns:a16="http://schemas.microsoft.com/office/drawing/2014/main" id="{E1902922-9F7A-8C42-934A-F8D87820F717}"/>
              </a:ext>
            </a:extLst>
          </p:cNvPr>
          <p:cNvSpPr txBox="1"/>
          <p:nvPr/>
        </p:nvSpPr>
        <p:spPr>
          <a:xfrm>
            <a:off x="4038219" y="5564649"/>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31" name="object 40">
            <a:extLst>
              <a:ext uri="{FF2B5EF4-FFF2-40B4-BE49-F238E27FC236}">
                <a16:creationId xmlns:a16="http://schemas.microsoft.com/office/drawing/2014/main" id="{BE44C972-26B5-4145-92C3-C0CC9384A998}"/>
              </a:ext>
            </a:extLst>
          </p:cNvPr>
          <p:cNvSpPr txBox="1"/>
          <p:nvPr/>
        </p:nvSpPr>
        <p:spPr>
          <a:xfrm>
            <a:off x="4748784" y="5564649"/>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32" name="object 41">
            <a:extLst>
              <a:ext uri="{FF2B5EF4-FFF2-40B4-BE49-F238E27FC236}">
                <a16:creationId xmlns:a16="http://schemas.microsoft.com/office/drawing/2014/main" id="{2848E1DE-B3CA-D04B-B8E9-3B167628B439}"/>
              </a:ext>
            </a:extLst>
          </p:cNvPr>
          <p:cNvSpPr txBox="1"/>
          <p:nvPr/>
        </p:nvSpPr>
        <p:spPr>
          <a:xfrm>
            <a:off x="5459348" y="5564649"/>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33" name="object 42">
            <a:extLst>
              <a:ext uri="{FF2B5EF4-FFF2-40B4-BE49-F238E27FC236}">
                <a16:creationId xmlns:a16="http://schemas.microsoft.com/office/drawing/2014/main" id="{CAA2328E-A968-3642-9891-1EFF01A481D2}"/>
              </a:ext>
            </a:extLst>
          </p:cNvPr>
          <p:cNvSpPr txBox="1"/>
          <p:nvPr/>
        </p:nvSpPr>
        <p:spPr>
          <a:xfrm>
            <a:off x="6169914" y="5567380"/>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34" name="object 43">
            <a:extLst>
              <a:ext uri="{FF2B5EF4-FFF2-40B4-BE49-F238E27FC236}">
                <a16:creationId xmlns:a16="http://schemas.microsoft.com/office/drawing/2014/main" id="{2EE820B3-B161-944D-BBCE-147CC32EA538}"/>
              </a:ext>
            </a:extLst>
          </p:cNvPr>
          <p:cNvSpPr txBox="1"/>
          <p:nvPr/>
        </p:nvSpPr>
        <p:spPr>
          <a:xfrm>
            <a:off x="6880479" y="5567380"/>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35" name="object 44">
            <a:extLst>
              <a:ext uri="{FF2B5EF4-FFF2-40B4-BE49-F238E27FC236}">
                <a16:creationId xmlns:a16="http://schemas.microsoft.com/office/drawing/2014/main" id="{9C8B80D4-FE5C-DC4E-94F1-8407A17C38C9}"/>
              </a:ext>
            </a:extLst>
          </p:cNvPr>
          <p:cNvSpPr txBox="1"/>
          <p:nvPr/>
        </p:nvSpPr>
        <p:spPr>
          <a:xfrm>
            <a:off x="7591043" y="556738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36" name="object 45">
            <a:extLst>
              <a:ext uri="{FF2B5EF4-FFF2-40B4-BE49-F238E27FC236}">
                <a16:creationId xmlns:a16="http://schemas.microsoft.com/office/drawing/2014/main" id="{DF8FA98C-CC57-294D-B1A3-CE746A00DA4D}"/>
              </a:ext>
            </a:extLst>
          </p:cNvPr>
          <p:cNvSpPr txBox="1"/>
          <p:nvPr/>
        </p:nvSpPr>
        <p:spPr>
          <a:xfrm>
            <a:off x="8301608" y="5564992"/>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37" name="object 46">
            <a:extLst>
              <a:ext uri="{FF2B5EF4-FFF2-40B4-BE49-F238E27FC236}">
                <a16:creationId xmlns:a16="http://schemas.microsoft.com/office/drawing/2014/main" id="{160F9E07-50C3-5A4C-BF33-9BB167B7AE4E}"/>
              </a:ext>
            </a:extLst>
          </p:cNvPr>
          <p:cNvSpPr txBox="1"/>
          <p:nvPr/>
        </p:nvSpPr>
        <p:spPr>
          <a:xfrm>
            <a:off x="9012173" y="556230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38" name="object 47">
            <a:extLst>
              <a:ext uri="{FF2B5EF4-FFF2-40B4-BE49-F238E27FC236}">
                <a16:creationId xmlns:a16="http://schemas.microsoft.com/office/drawing/2014/main" id="{ACE02E63-A40D-864B-902A-51FA78231445}"/>
              </a:ext>
            </a:extLst>
          </p:cNvPr>
          <p:cNvSpPr txBox="1"/>
          <p:nvPr/>
        </p:nvSpPr>
        <p:spPr>
          <a:xfrm>
            <a:off x="9722739" y="556230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39" name="object 48">
            <a:extLst>
              <a:ext uri="{FF2B5EF4-FFF2-40B4-BE49-F238E27FC236}">
                <a16:creationId xmlns:a16="http://schemas.microsoft.com/office/drawing/2014/main" id="{4F0B3482-C4BD-3841-8C94-42B4651C924F}"/>
              </a:ext>
            </a:extLst>
          </p:cNvPr>
          <p:cNvSpPr txBox="1"/>
          <p:nvPr/>
        </p:nvSpPr>
        <p:spPr>
          <a:xfrm>
            <a:off x="10433304" y="556230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40" name="object 49">
            <a:extLst>
              <a:ext uri="{FF2B5EF4-FFF2-40B4-BE49-F238E27FC236}">
                <a16:creationId xmlns:a16="http://schemas.microsoft.com/office/drawing/2014/main" id="{B620A2D6-13D5-4D4A-A36C-539CFCD26A41}"/>
              </a:ext>
            </a:extLst>
          </p:cNvPr>
          <p:cNvSpPr txBox="1"/>
          <p:nvPr/>
        </p:nvSpPr>
        <p:spPr>
          <a:xfrm>
            <a:off x="11143868" y="556230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Tree>
    <p:extLst>
      <p:ext uri="{BB962C8B-B14F-4D97-AF65-F5344CB8AC3E}">
        <p14:creationId xmlns:p14="http://schemas.microsoft.com/office/powerpoint/2010/main" val="38965608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49" name="object 3">
            <a:extLst>
              <a:ext uri="{FF2B5EF4-FFF2-40B4-BE49-F238E27FC236}">
                <a16:creationId xmlns:a16="http://schemas.microsoft.com/office/drawing/2014/main" id="{EE8E1C16-8B0C-6441-807C-E78B8AB57C0C}"/>
              </a:ext>
            </a:extLst>
          </p:cNvPr>
          <p:cNvGraphicFramePr>
            <a:graphicFrameLocks noGrp="1"/>
          </p:cNvGraphicFramePr>
          <p:nvPr>
            <p:extLst>
              <p:ext uri="{D42A27DB-BD31-4B8C-83A1-F6EECF244321}">
                <p14:modId xmlns:p14="http://schemas.microsoft.com/office/powerpoint/2010/main" val="552564059"/>
              </p:ext>
            </p:extLst>
          </p:nvPr>
        </p:nvGraphicFramePr>
        <p:xfrm>
          <a:off x="1458467" y="821860"/>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3" name="object 4">
            <a:extLst>
              <a:ext uri="{FF2B5EF4-FFF2-40B4-BE49-F238E27FC236}">
                <a16:creationId xmlns:a16="http://schemas.microsoft.com/office/drawing/2014/main" id="{BCDECC18-D2A9-544C-A4D8-68710EF5F380}"/>
              </a:ext>
            </a:extLst>
          </p:cNvPr>
          <p:cNvGraphicFramePr>
            <a:graphicFrameLocks noGrp="1"/>
          </p:cNvGraphicFramePr>
          <p:nvPr>
            <p:extLst>
              <p:ext uri="{D42A27DB-BD31-4B8C-83A1-F6EECF244321}">
                <p14:modId xmlns:p14="http://schemas.microsoft.com/office/powerpoint/2010/main" val="334956376"/>
              </p:ext>
            </p:extLst>
          </p:nvPr>
        </p:nvGraphicFramePr>
        <p:xfrm>
          <a:off x="1184376" y="1887262"/>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4" name="object 5">
            <a:extLst>
              <a:ext uri="{FF2B5EF4-FFF2-40B4-BE49-F238E27FC236}">
                <a16:creationId xmlns:a16="http://schemas.microsoft.com/office/drawing/2014/main" id="{FACDF419-B49D-3A40-8027-A0F69696FD98}"/>
              </a:ext>
            </a:extLst>
          </p:cNvPr>
          <p:cNvGraphicFramePr>
            <a:graphicFrameLocks noGrp="1"/>
          </p:cNvGraphicFramePr>
          <p:nvPr>
            <p:extLst>
              <p:ext uri="{D42A27DB-BD31-4B8C-83A1-F6EECF244321}">
                <p14:modId xmlns:p14="http://schemas.microsoft.com/office/powerpoint/2010/main" val="2212200799"/>
              </p:ext>
            </p:extLst>
          </p:nvPr>
        </p:nvGraphicFramePr>
        <p:xfrm>
          <a:off x="6281165" y="1891834"/>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65" name="object 6">
            <a:extLst>
              <a:ext uri="{FF2B5EF4-FFF2-40B4-BE49-F238E27FC236}">
                <a16:creationId xmlns:a16="http://schemas.microsoft.com/office/drawing/2014/main" id="{36622ED2-DBB9-BA46-879A-87D5B32213FC}"/>
              </a:ext>
            </a:extLst>
          </p:cNvPr>
          <p:cNvSpPr/>
          <p:nvPr/>
        </p:nvSpPr>
        <p:spPr>
          <a:xfrm>
            <a:off x="3507485" y="1418378"/>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66" name="object 7">
            <a:extLst>
              <a:ext uri="{FF2B5EF4-FFF2-40B4-BE49-F238E27FC236}">
                <a16:creationId xmlns:a16="http://schemas.microsoft.com/office/drawing/2014/main" id="{27FDA4C5-1D75-2F4A-B8EB-4B82651784E5}"/>
              </a:ext>
            </a:extLst>
          </p:cNvPr>
          <p:cNvGraphicFramePr>
            <a:graphicFrameLocks noGrp="1"/>
          </p:cNvGraphicFramePr>
          <p:nvPr>
            <p:extLst>
              <p:ext uri="{D42A27DB-BD31-4B8C-83A1-F6EECF244321}">
                <p14:modId xmlns:p14="http://schemas.microsoft.com/office/powerpoint/2010/main" val="114395328"/>
              </p:ext>
            </p:extLst>
          </p:nvPr>
        </p:nvGraphicFramePr>
        <p:xfrm>
          <a:off x="961783" y="3039661"/>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7" name="object 8">
            <a:extLst>
              <a:ext uri="{FF2B5EF4-FFF2-40B4-BE49-F238E27FC236}">
                <a16:creationId xmlns:a16="http://schemas.microsoft.com/office/drawing/2014/main" id="{03DA980B-2150-314B-839A-8B352351DB51}"/>
              </a:ext>
            </a:extLst>
          </p:cNvPr>
          <p:cNvGraphicFramePr>
            <a:graphicFrameLocks noGrp="1"/>
          </p:cNvGraphicFramePr>
          <p:nvPr>
            <p:extLst>
              <p:ext uri="{D42A27DB-BD31-4B8C-83A1-F6EECF244321}">
                <p14:modId xmlns:p14="http://schemas.microsoft.com/office/powerpoint/2010/main" val="3311193411"/>
              </p:ext>
            </p:extLst>
          </p:nvPr>
        </p:nvGraphicFramePr>
        <p:xfrm>
          <a:off x="3556253" y="3033056"/>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8" name="object 9">
            <a:extLst>
              <a:ext uri="{FF2B5EF4-FFF2-40B4-BE49-F238E27FC236}">
                <a16:creationId xmlns:a16="http://schemas.microsoft.com/office/drawing/2014/main" id="{5ACB7AAD-ABE1-AE49-9F1A-E9FEAAAC2FB7}"/>
              </a:ext>
            </a:extLst>
          </p:cNvPr>
          <p:cNvGraphicFramePr>
            <a:graphicFrameLocks noGrp="1"/>
          </p:cNvGraphicFramePr>
          <p:nvPr>
            <p:extLst>
              <p:ext uri="{D42A27DB-BD31-4B8C-83A1-F6EECF244321}">
                <p14:modId xmlns:p14="http://schemas.microsoft.com/office/powerpoint/2010/main" val="3430991512"/>
              </p:ext>
            </p:extLst>
          </p:nvPr>
        </p:nvGraphicFramePr>
        <p:xfrm>
          <a:off x="693140" y="4289341"/>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69" name="object 10">
            <a:extLst>
              <a:ext uri="{FF2B5EF4-FFF2-40B4-BE49-F238E27FC236}">
                <a16:creationId xmlns:a16="http://schemas.microsoft.com/office/drawing/2014/main" id="{AB8716D1-1811-BD47-BDEF-672524D4E855}"/>
              </a:ext>
            </a:extLst>
          </p:cNvPr>
          <p:cNvGraphicFramePr>
            <a:graphicFrameLocks noGrp="1"/>
          </p:cNvGraphicFramePr>
          <p:nvPr>
            <p:extLst>
              <p:ext uri="{D42A27DB-BD31-4B8C-83A1-F6EECF244321}">
                <p14:modId xmlns:p14="http://schemas.microsoft.com/office/powerpoint/2010/main" val="3385820433"/>
              </p:ext>
            </p:extLst>
          </p:nvPr>
        </p:nvGraphicFramePr>
        <p:xfrm>
          <a:off x="2057400"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0" name="object 11">
            <a:extLst>
              <a:ext uri="{FF2B5EF4-FFF2-40B4-BE49-F238E27FC236}">
                <a16:creationId xmlns:a16="http://schemas.microsoft.com/office/drawing/2014/main" id="{D5ABE6E1-3FA1-8B40-90B0-23C24ED0BD7D}"/>
              </a:ext>
            </a:extLst>
          </p:cNvPr>
          <p:cNvGraphicFramePr>
            <a:graphicFrameLocks noGrp="1"/>
          </p:cNvGraphicFramePr>
          <p:nvPr>
            <p:extLst>
              <p:ext uri="{D42A27DB-BD31-4B8C-83A1-F6EECF244321}">
                <p14:modId xmlns:p14="http://schemas.microsoft.com/office/powerpoint/2010/main" val="3185479168"/>
              </p:ext>
            </p:extLst>
          </p:nvPr>
        </p:nvGraphicFramePr>
        <p:xfrm>
          <a:off x="3421507"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1" name="object 12">
            <a:extLst>
              <a:ext uri="{FF2B5EF4-FFF2-40B4-BE49-F238E27FC236}">
                <a16:creationId xmlns:a16="http://schemas.microsoft.com/office/drawing/2014/main" id="{3BC22214-642A-5043-8831-C09480F985EC}"/>
              </a:ext>
            </a:extLst>
          </p:cNvPr>
          <p:cNvGraphicFramePr>
            <a:graphicFrameLocks noGrp="1"/>
          </p:cNvGraphicFramePr>
          <p:nvPr>
            <p:extLst>
              <p:ext uri="{D42A27DB-BD31-4B8C-83A1-F6EECF244321}">
                <p14:modId xmlns:p14="http://schemas.microsoft.com/office/powerpoint/2010/main" val="3664075386"/>
              </p:ext>
            </p:extLst>
          </p:nvPr>
        </p:nvGraphicFramePr>
        <p:xfrm>
          <a:off x="4785740" y="4289341"/>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2" name="object 13">
            <a:extLst>
              <a:ext uri="{FF2B5EF4-FFF2-40B4-BE49-F238E27FC236}">
                <a16:creationId xmlns:a16="http://schemas.microsoft.com/office/drawing/2014/main" id="{DCE0B3B6-973E-9B43-818E-E674A50958AA}"/>
              </a:ext>
            </a:extLst>
          </p:cNvPr>
          <p:cNvGraphicFramePr>
            <a:graphicFrameLocks noGrp="1"/>
          </p:cNvGraphicFramePr>
          <p:nvPr>
            <p:extLst>
              <p:ext uri="{D42A27DB-BD31-4B8C-83A1-F6EECF244321}">
                <p14:modId xmlns:p14="http://schemas.microsoft.com/office/powerpoint/2010/main" val="1356075632"/>
              </p:ext>
            </p:extLst>
          </p:nvPr>
        </p:nvGraphicFramePr>
        <p:xfrm>
          <a:off x="6150736" y="3037629"/>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3" name="object 14">
            <a:extLst>
              <a:ext uri="{FF2B5EF4-FFF2-40B4-BE49-F238E27FC236}">
                <a16:creationId xmlns:a16="http://schemas.microsoft.com/office/drawing/2014/main" id="{8DB1EE2D-FF78-7C47-B017-D81F2A4C18D2}"/>
              </a:ext>
            </a:extLst>
          </p:cNvPr>
          <p:cNvGraphicFramePr>
            <a:graphicFrameLocks noGrp="1"/>
          </p:cNvGraphicFramePr>
          <p:nvPr>
            <p:extLst>
              <p:ext uri="{D42A27DB-BD31-4B8C-83A1-F6EECF244321}">
                <p14:modId xmlns:p14="http://schemas.microsoft.com/office/powerpoint/2010/main" val="1982626333"/>
              </p:ext>
            </p:extLst>
          </p:nvPr>
        </p:nvGraphicFramePr>
        <p:xfrm>
          <a:off x="8745219" y="3037629"/>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4" name="object 15">
            <a:extLst>
              <a:ext uri="{FF2B5EF4-FFF2-40B4-BE49-F238E27FC236}">
                <a16:creationId xmlns:a16="http://schemas.microsoft.com/office/drawing/2014/main" id="{BA8ACEFE-400D-B044-A484-E3B5D71ACF99}"/>
              </a:ext>
            </a:extLst>
          </p:cNvPr>
          <p:cNvGraphicFramePr>
            <a:graphicFrameLocks noGrp="1"/>
          </p:cNvGraphicFramePr>
          <p:nvPr>
            <p:extLst>
              <p:ext uri="{D42A27DB-BD31-4B8C-83A1-F6EECF244321}">
                <p14:modId xmlns:p14="http://schemas.microsoft.com/office/powerpoint/2010/main" val="2006153404"/>
              </p:ext>
            </p:extLst>
          </p:nvPr>
        </p:nvGraphicFramePr>
        <p:xfrm>
          <a:off x="6149975"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5" name="object 16">
            <a:extLst>
              <a:ext uri="{FF2B5EF4-FFF2-40B4-BE49-F238E27FC236}">
                <a16:creationId xmlns:a16="http://schemas.microsoft.com/office/drawing/2014/main" id="{365A4BD4-0914-634C-B1DF-36F37A6EB08B}"/>
              </a:ext>
            </a:extLst>
          </p:cNvPr>
          <p:cNvGraphicFramePr>
            <a:graphicFrameLocks noGrp="1"/>
          </p:cNvGraphicFramePr>
          <p:nvPr>
            <p:extLst>
              <p:ext uri="{D42A27DB-BD31-4B8C-83A1-F6EECF244321}">
                <p14:modId xmlns:p14="http://schemas.microsoft.com/office/powerpoint/2010/main" val="2550550124"/>
              </p:ext>
            </p:extLst>
          </p:nvPr>
        </p:nvGraphicFramePr>
        <p:xfrm>
          <a:off x="7514081"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6" name="object 17">
            <a:extLst>
              <a:ext uri="{FF2B5EF4-FFF2-40B4-BE49-F238E27FC236}">
                <a16:creationId xmlns:a16="http://schemas.microsoft.com/office/drawing/2014/main" id="{BF5E49A1-6DF9-9B47-AEAD-43496EBF19F7}"/>
              </a:ext>
            </a:extLst>
          </p:cNvPr>
          <p:cNvGraphicFramePr>
            <a:graphicFrameLocks noGrp="1"/>
          </p:cNvGraphicFramePr>
          <p:nvPr>
            <p:extLst>
              <p:ext uri="{D42A27DB-BD31-4B8C-83A1-F6EECF244321}">
                <p14:modId xmlns:p14="http://schemas.microsoft.com/office/powerpoint/2010/main" val="378818687"/>
              </p:ext>
            </p:extLst>
          </p:nvPr>
        </p:nvGraphicFramePr>
        <p:xfrm>
          <a:off x="8878316"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7" name="object 18">
            <a:extLst>
              <a:ext uri="{FF2B5EF4-FFF2-40B4-BE49-F238E27FC236}">
                <a16:creationId xmlns:a16="http://schemas.microsoft.com/office/drawing/2014/main" id="{D8623BFC-E37F-C944-9403-2863608C411F}"/>
              </a:ext>
            </a:extLst>
          </p:cNvPr>
          <p:cNvGraphicFramePr>
            <a:graphicFrameLocks noGrp="1"/>
          </p:cNvGraphicFramePr>
          <p:nvPr>
            <p:extLst>
              <p:ext uri="{D42A27DB-BD31-4B8C-83A1-F6EECF244321}">
                <p14:modId xmlns:p14="http://schemas.microsoft.com/office/powerpoint/2010/main" val="3145833915"/>
              </p:ext>
            </p:extLst>
          </p:nvPr>
        </p:nvGraphicFramePr>
        <p:xfrm>
          <a:off x="10242550" y="4285023"/>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sp>
        <p:nvSpPr>
          <p:cNvPr id="78" name="object 19">
            <a:extLst>
              <a:ext uri="{FF2B5EF4-FFF2-40B4-BE49-F238E27FC236}">
                <a16:creationId xmlns:a16="http://schemas.microsoft.com/office/drawing/2014/main" id="{BE310B6F-80F3-F741-86FF-0DFC615C5B5F}"/>
              </a:ext>
            </a:extLst>
          </p:cNvPr>
          <p:cNvSpPr/>
          <p:nvPr/>
        </p:nvSpPr>
        <p:spPr>
          <a:xfrm>
            <a:off x="773430" y="4863380"/>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79" name="object 20">
            <a:extLst>
              <a:ext uri="{FF2B5EF4-FFF2-40B4-BE49-F238E27FC236}">
                <a16:creationId xmlns:a16="http://schemas.microsoft.com/office/drawing/2014/main" id="{E9B8C332-2CB0-B24C-8701-AF6AF117DCCB}"/>
              </a:ext>
            </a:extLst>
          </p:cNvPr>
          <p:cNvSpPr/>
          <p:nvPr/>
        </p:nvSpPr>
        <p:spPr>
          <a:xfrm>
            <a:off x="2132838" y="2483654"/>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80" name="object 21">
            <a:extLst>
              <a:ext uri="{FF2B5EF4-FFF2-40B4-BE49-F238E27FC236}">
                <a16:creationId xmlns:a16="http://schemas.microsoft.com/office/drawing/2014/main" id="{F4E0A825-5BB1-0440-9321-CF534EAE06E8}"/>
              </a:ext>
            </a:extLst>
          </p:cNvPr>
          <p:cNvSpPr/>
          <p:nvPr/>
        </p:nvSpPr>
        <p:spPr>
          <a:xfrm>
            <a:off x="7322057" y="2488227"/>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81" name="object 22">
            <a:extLst>
              <a:ext uri="{FF2B5EF4-FFF2-40B4-BE49-F238E27FC236}">
                <a16:creationId xmlns:a16="http://schemas.microsoft.com/office/drawing/2014/main" id="{DDD61006-7551-AC4A-ACD4-207663DE8945}"/>
              </a:ext>
            </a:extLst>
          </p:cNvPr>
          <p:cNvSpPr/>
          <p:nvPr/>
        </p:nvSpPr>
        <p:spPr>
          <a:xfrm>
            <a:off x="1288541" y="3635798"/>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82" name="object 23">
            <a:extLst>
              <a:ext uri="{FF2B5EF4-FFF2-40B4-BE49-F238E27FC236}">
                <a16:creationId xmlns:a16="http://schemas.microsoft.com/office/drawing/2014/main" id="{57634B4F-25E7-504D-83E2-624B29D75DD7}"/>
              </a:ext>
            </a:extLst>
          </p:cNvPr>
          <p:cNvSpPr/>
          <p:nvPr/>
        </p:nvSpPr>
        <p:spPr>
          <a:xfrm>
            <a:off x="4016502" y="3646467"/>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83" name="object 24">
            <a:extLst>
              <a:ext uri="{FF2B5EF4-FFF2-40B4-BE49-F238E27FC236}">
                <a16:creationId xmlns:a16="http://schemas.microsoft.com/office/drawing/2014/main" id="{21C64899-ACA8-0D4C-92FA-E655CB942B72}"/>
              </a:ext>
            </a:extLst>
          </p:cNvPr>
          <p:cNvSpPr/>
          <p:nvPr/>
        </p:nvSpPr>
        <p:spPr>
          <a:xfrm>
            <a:off x="6745223" y="3627417"/>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84" name="object 25">
            <a:extLst>
              <a:ext uri="{FF2B5EF4-FFF2-40B4-BE49-F238E27FC236}">
                <a16:creationId xmlns:a16="http://schemas.microsoft.com/office/drawing/2014/main" id="{8EF6EB85-7EAC-4D48-9E4A-B51297401499}"/>
              </a:ext>
            </a:extLst>
          </p:cNvPr>
          <p:cNvSpPr/>
          <p:nvPr/>
        </p:nvSpPr>
        <p:spPr>
          <a:xfrm>
            <a:off x="9473183" y="3635036"/>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85" name="object 26">
            <a:extLst>
              <a:ext uri="{FF2B5EF4-FFF2-40B4-BE49-F238E27FC236}">
                <a16:creationId xmlns:a16="http://schemas.microsoft.com/office/drawing/2014/main" id="{A5A03012-EB65-7C45-A9B6-7D9AA41B2C29}"/>
              </a:ext>
            </a:extLst>
          </p:cNvPr>
          <p:cNvSpPr/>
          <p:nvPr/>
        </p:nvSpPr>
        <p:spPr>
          <a:xfrm>
            <a:off x="2194560" y="4874811"/>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86" name="object 27">
            <a:extLst>
              <a:ext uri="{FF2B5EF4-FFF2-40B4-BE49-F238E27FC236}">
                <a16:creationId xmlns:a16="http://schemas.microsoft.com/office/drawing/2014/main" id="{D4BC286D-448C-0C46-8417-A2A75EF0F4B4}"/>
              </a:ext>
            </a:extLst>
          </p:cNvPr>
          <p:cNvSpPr/>
          <p:nvPr/>
        </p:nvSpPr>
        <p:spPr>
          <a:xfrm>
            <a:off x="3615690" y="4889288"/>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87" name="object 28">
            <a:extLst>
              <a:ext uri="{FF2B5EF4-FFF2-40B4-BE49-F238E27FC236}">
                <a16:creationId xmlns:a16="http://schemas.microsoft.com/office/drawing/2014/main" id="{00D67961-2333-244B-B8D0-1E1575FC2BF4}"/>
              </a:ext>
            </a:extLst>
          </p:cNvPr>
          <p:cNvSpPr/>
          <p:nvPr/>
        </p:nvSpPr>
        <p:spPr>
          <a:xfrm>
            <a:off x="5036820" y="4893098"/>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88" name="object 29">
            <a:extLst>
              <a:ext uri="{FF2B5EF4-FFF2-40B4-BE49-F238E27FC236}">
                <a16:creationId xmlns:a16="http://schemas.microsoft.com/office/drawing/2014/main" id="{D8ACE62C-99BB-9144-A1E4-85DA4BDCDEFA}"/>
              </a:ext>
            </a:extLst>
          </p:cNvPr>
          <p:cNvSpPr/>
          <p:nvPr/>
        </p:nvSpPr>
        <p:spPr>
          <a:xfrm>
            <a:off x="6429755" y="4875573"/>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89" name="object 30">
            <a:extLst>
              <a:ext uri="{FF2B5EF4-FFF2-40B4-BE49-F238E27FC236}">
                <a16:creationId xmlns:a16="http://schemas.microsoft.com/office/drawing/2014/main" id="{86A0061D-B368-4041-A3C0-75B095D66F8A}"/>
              </a:ext>
            </a:extLst>
          </p:cNvPr>
          <p:cNvSpPr/>
          <p:nvPr/>
        </p:nvSpPr>
        <p:spPr>
          <a:xfrm>
            <a:off x="7879080" y="4886241"/>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90" name="object 31">
            <a:extLst>
              <a:ext uri="{FF2B5EF4-FFF2-40B4-BE49-F238E27FC236}">
                <a16:creationId xmlns:a16="http://schemas.microsoft.com/office/drawing/2014/main" id="{28B73267-EBC6-D14C-A17F-63482BA44B1D}"/>
              </a:ext>
            </a:extLst>
          </p:cNvPr>
          <p:cNvSpPr/>
          <p:nvPr/>
        </p:nvSpPr>
        <p:spPr>
          <a:xfrm>
            <a:off x="9300209" y="4879382"/>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91" name="object 32">
            <a:extLst>
              <a:ext uri="{FF2B5EF4-FFF2-40B4-BE49-F238E27FC236}">
                <a16:creationId xmlns:a16="http://schemas.microsoft.com/office/drawing/2014/main" id="{3915CCB2-1DA6-C84B-925F-8213B23C5BE7}"/>
              </a:ext>
            </a:extLst>
          </p:cNvPr>
          <p:cNvSpPr/>
          <p:nvPr/>
        </p:nvSpPr>
        <p:spPr>
          <a:xfrm>
            <a:off x="10721340" y="4874811"/>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92" name="object 34">
            <a:extLst>
              <a:ext uri="{FF2B5EF4-FFF2-40B4-BE49-F238E27FC236}">
                <a16:creationId xmlns:a16="http://schemas.microsoft.com/office/drawing/2014/main" id="{86D81FA3-83C2-534B-A5EE-EB2287BB1F87}"/>
              </a:ext>
            </a:extLst>
          </p:cNvPr>
          <p:cNvSpPr txBox="1"/>
          <p:nvPr/>
        </p:nvSpPr>
        <p:spPr>
          <a:xfrm>
            <a:off x="485317" y="5564852"/>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93" name="object 35">
            <a:extLst>
              <a:ext uri="{FF2B5EF4-FFF2-40B4-BE49-F238E27FC236}">
                <a16:creationId xmlns:a16="http://schemas.microsoft.com/office/drawing/2014/main" id="{2EECCBB5-ADDD-4349-8913-E87A08A9E529}"/>
              </a:ext>
            </a:extLst>
          </p:cNvPr>
          <p:cNvSpPr txBox="1"/>
          <p:nvPr/>
        </p:nvSpPr>
        <p:spPr>
          <a:xfrm>
            <a:off x="1195882" y="556464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94" name="object 36">
            <a:extLst>
              <a:ext uri="{FF2B5EF4-FFF2-40B4-BE49-F238E27FC236}">
                <a16:creationId xmlns:a16="http://schemas.microsoft.com/office/drawing/2014/main" id="{31589313-1224-404C-82B6-D3ADC5E94453}"/>
              </a:ext>
            </a:extLst>
          </p:cNvPr>
          <p:cNvSpPr txBox="1"/>
          <p:nvPr/>
        </p:nvSpPr>
        <p:spPr>
          <a:xfrm>
            <a:off x="1906397" y="556464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95" name="object 37">
            <a:extLst>
              <a:ext uri="{FF2B5EF4-FFF2-40B4-BE49-F238E27FC236}">
                <a16:creationId xmlns:a16="http://schemas.microsoft.com/office/drawing/2014/main" id="{65DF9CC2-AA93-CE4E-8742-F3422A982DCE}"/>
              </a:ext>
            </a:extLst>
          </p:cNvPr>
          <p:cNvSpPr txBox="1"/>
          <p:nvPr/>
        </p:nvSpPr>
        <p:spPr>
          <a:xfrm>
            <a:off x="2616961" y="556464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96" name="object 38">
            <a:extLst>
              <a:ext uri="{FF2B5EF4-FFF2-40B4-BE49-F238E27FC236}">
                <a16:creationId xmlns:a16="http://schemas.microsoft.com/office/drawing/2014/main" id="{3093A09C-0517-B741-80F0-B676AE953E53}"/>
              </a:ext>
            </a:extLst>
          </p:cNvPr>
          <p:cNvSpPr txBox="1"/>
          <p:nvPr/>
        </p:nvSpPr>
        <p:spPr>
          <a:xfrm>
            <a:off x="3327527" y="556464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110" name="object 39">
            <a:extLst>
              <a:ext uri="{FF2B5EF4-FFF2-40B4-BE49-F238E27FC236}">
                <a16:creationId xmlns:a16="http://schemas.microsoft.com/office/drawing/2014/main" id="{70BFA55A-D640-874C-ABED-52CBF4150465}"/>
              </a:ext>
            </a:extLst>
          </p:cNvPr>
          <p:cNvSpPr txBox="1"/>
          <p:nvPr/>
        </p:nvSpPr>
        <p:spPr>
          <a:xfrm>
            <a:off x="4038219" y="5564649"/>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11" name="object 40">
            <a:extLst>
              <a:ext uri="{FF2B5EF4-FFF2-40B4-BE49-F238E27FC236}">
                <a16:creationId xmlns:a16="http://schemas.microsoft.com/office/drawing/2014/main" id="{9400A977-1417-D647-AAD2-CF6F09A23E9A}"/>
              </a:ext>
            </a:extLst>
          </p:cNvPr>
          <p:cNvSpPr txBox="1"/>
          <p:nvPr/>
        </p:nvSpPr>
        <p:spPr>
          <a:xfrm>
            <a:off x="4748784" y="5564649"/>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12" name="object 41">
            <a:extLst>
              <a:ext uri="{FF2B5EF4-FFF2-40B4-BE49-F238E27FC236}">
                <a16:creationId xmlns:a16="http://schemas.microsoft.com/office/drawing/2014/main" id="{E5F57FE3-1D61-8047-AFE4-2C2E61A0D2BC}"/>
              </a:ext>
            </a:extLst>
          </p:cNvPr>
          <p:cNvSpPr txBox="1"/>
          <p:nvPr/>
        </p:nvSpPr>
        <p:spPr>
          <a:xfrm>
            <a:off x="5459348" y="5564649"/>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13" name="object 42">
            <a:extLst>
              <a:ext uri="{FF2B5EF4-FFF2-40B4-BE49-F238E27FC236}">
                <a16:creationId xmlns:a16="http://schemas.microsoft.com/office/drawing/2014/main" id="{DBE1AA33-977A-3C4C-8679-CD69857E8468}"/>
              </a:ext>
            </a:extLst>
          </p:cNvPr>
          <p:cNvSpPr txBox="1"/>
          <p:nvPr/>
        </p:nvSpPr>
        <p:spPr>
          <a:xfrm>
            <a:off x="6169914" y="5567380"/>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14" name="object 43">
            <a:extLst>
              <a:ext uri="{FF2B5EF4-FFF2-40B4-BE49-F238E27FC236}">
                <a16:creationId xmlns:a16="http://schemas.microsoft.com/office/drawing/2014/main" id="{D9B15E96-4936-4E45-BF74-844A4EA33722}"/>
              </a:ext>
            </a:extLst>
          </p:cNvPr>
          <p:cNvSpPr txBox="1"/>
          <p:nvPr/>
        </p:nvSpPr>
        <p:spPr>
          <a:xfrm>
            <a:off x="6880479" y="5567380"/>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15" name="object 44">
            <a:extLst>
              <a:ext uri="{FF2B5EF4-FFF2-40B4-BE49-F238E27FC236}">
                <a16:creationId xmlns:a16="http://schemas.microsoft.com/office/drawing/2014/main" id="{B2B49E8C-F512-4A4A-A3F1-A2F0D0E0156B}"/>
              </a:ext>
            </a:extLst>
          </p:cNvPr>
          <p:cNvSpPr txBox="1"/>
          <p:nvPr/>
        </p:nvSpPr>
        <p:spPr>
          <a:xfrm>
            <a:off x="7591043" y="556738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16" name="object 45">
            <a:extLst>
              <a:ext uri="{FF2B5EF4-FFF2-40B4-BE49-F238E27FC236}">
                <a16:creationId xmlns:a16="http://schemas.microsoft.com/office/drawing/2014/main" id="{CA053226-6EE4-1F46-9ECC-8F64903C0ECB}"/>
              </a:ext>
            </a:extLst>
          </p:cNvPr>
          <p:cNvSpPr txBox="1"/>
          <p:nvPr/>
        </p:nvSpPr>
        <p:spPr>
          <a:xfrm>
            <a:off x="8301608" y="5564992"/>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17" name="object 46">
            <a:extLst>
              <a:ext uri="{FF2B5EF4-FFF2-40B4-BE49-F238E27FC236}">
                <a16:creationId xmlns:a16="http://schemas.microsoft.com/office/drawing/2014/main" id="{D0FE1E0B-BDB8-8A4D-AF52-FCB1C0BD6FAF}"/>
              </a:ext>
            </a:extLst>
          </p:cNvPr>
          <p:cNvSpPr txBox="1"/>
          <p:nvPr/>
        </p:nvSpPr>
        <p:spPr>
          <a:xfrm>
            <a:off x="9012173" y="556230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18" name="object 47">
            <a:extLst>
              <a:ext uri="{FF2B5EF4-FFF2-40B4-BE49-F238E27FC236}">
                <a16:creationId xmlns:a16="http://schemas.microsoft.com/office/drawing/2014/main" id="{8167B55B-50EE-1141-ADE2-C14F9E3B94A2}"/>
              </a:ext>
            </a:extLst>
          </p:cNvPr>
          <p:cNvSpPr txBox="1"/>
          <p:nvPr/>
        </p:nvSpPr>
        <p:spPr>
          <a:xfrm>
            <a:off x="9722739" y="556230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19" name="object 48">
            <a:extLst>
              <a:ext uri="{FF2B5EF4-FFF2-40B4-BE49-F238E27FC236}">
                <a16:creationId xmlns:a16="http://schemas.microsoft.com/office/drawing/2014/main" id="{083D2681-8E00-CD4A-90B4-8B4F58817128}"/>
              </a:ext>
            </a:extLst>
          </p:cNvPr>
          <p:cNvSpPr txBox="1"/>
          <p:nvPr/>
        </p:nvSpPr>
        <p:spPr>
          <a:xfrm>
            <a:off x="10433304" y="556230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41" name="object 49">
            <a:extLst>
              <a:ext uri="{FF2B5EF4-FFF2-40B4-BE49-F238E27FC236}">
                <a16:creationId xmlns:a16="http://schemas.microsoft.com/office/drawing/2014/main" id="{8C6711C1-4BA4-F046-A1DC-91F31DBF5142}"/>
              </a:ext>
            </a:extLst>
          </p:cNvPr>
          <p:cNvSpPr txBox="1"/>
          <p:nvPr/>
        </p:nvSpPr>
        <p:spPr>
          <a:xfrm>
            <a:off x="11143868" y="556230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Tree>
    <p:extLst>
      <p:ext uri="{BB962C8B-B14F-4D97-AF65-F5344CB8AC3E}">
        <p14:creationId xmlns:p14="http://schemas.microsoft.com/office/powerpoint/2010/main" val="16341835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50" name="object 3">
            <a:extLst>
              <a:ext uri="{FF2B5EF4-FFF2-40B4-BE49-F238E27FC236}">
                <a16:creationId xmlns:a16="http://schemas.microsoft.com/office/drawing/2014/main" id="{F628F112-CD32-5C40-9247-69A3FB1AF47F}"/>
              </a:ext>
            </a:extLst>
          </p:cNvPr>
          <p:cNvGraphicFramePr>
            <a:graphicFrameLocks noGrp="1"/>
          </p:cNvGraphicFramePr>
          <p:nvPr>
            <p:extLst>
              <p:ext uri="{D42A27DB-BD31-4B8C-83A1-F6EECF244321}">
                <p14:modId xmlns:p14="http://schemas.microsoft.com/office/powerpoint/2010/main" val="452379642"/>
              </p:ext>
            </p:extLst>
          </p:nvPr>
        </p:nvGraphicFramePr>
        <p:xfrm>
          <a:off x="1458467" y="810137"/>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1" name="object 4">
            <a:extLst>
              <a:ext uri="{FF2B5EF4-FFF2-40B4-BE49-F238E27FC236}">
                <a16:creationId xmlns:a16="http://schemas.microsoft.com/office/drawing/2014/main" id="{2094FA8C-6419-8A4C-86DC-5CE97D5502EC}"/>
              </a:ext>
            </a:extLst>
          </p:cNvPr>
          <p:cNvGraphicFramePr>
            <a:graphicFrameLocks noGrp="1"/>
          </p:cNvGraphicFramePr>
          <p:nvPr>
            <p:extLst>
              <p:ext uri="{D42A27DB-BD31-4B8C-83A1-F6EECF244321}">
                <p14:modId xmlns:p14="http://schemas.microsoft.com/office/powerpoint/2010/main" val="1631359859"/>
              </p:ext>
            </p:extLst>
          </p:nvPr>
        </p:nvGraphicFramePr>
        <p:xfrm>
          <a:off x="1184376" y="1875539"/>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2" name="object 5">
            <a:extLst>
              <a:ext uri="{FF2B5EF4-FFF2-40B4-BE49-F238E27FC236}">
                <a16:creationId xmlns:a16="http://schemas.microsoft.com/office/drawing/2014/main" id="{A6D5FFA6-D125-8540-8F5C-B79A99222701}"/>
              </a:ext>
            </a:extLst>
          </p:cNvPr>
          <p:cNvGraphicFramePr>
            <a:graphicFrameLocks noGrp="1"/>
          </p:cNvGraphicFramePr>
          <p:nvPr>
            <p:extLst>
              <p:ext uri="{D42A27DB-BD31-4B8C-83A1-F6EECF244321}">
                <p14:modId xmlns:p14="http://schemas.microsoft.com/office/powerpoint/2010/main" val="2961988337"/>
              </p:ext>
            </p:extLst>
          </p:nvPr>
        </p:nvGraphicFramePr>
        <p:xfrm>
          <a:off x="6281165" y="1880111"/>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53" name="object 6">
            <a:extLst>
              <a:ext uri="{FF2B5EF4-FFF2-40B4-BE49-F238E27FC236}">
                <a16:creationId xmlns:a16="http://schemas.microsoft.com/office/drawing/2014/main" id="{EB1268CD-C999-DE49-99D7-B9E961E36A2B}"/>
              </a:ext>
            </a:extLst>
          </p:cNvPr>
          <p:cNvSpPr/>
          <p:nvPr/>
        </p:nvSpPr>
        <p:spPr>
          <a:xfrm>
            <a:off x="3507485" y="1406655"/>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54" name="object 7">
            <a:extLst>
              <a:ext uri="{FF2B5EF4-FFF2-40B4-BE49-F238E27FC236}">
                <a16:creationId xmlns:a16="http://schemas.microsoft.com/office/drawing/2014/main" id="{3DBAED93-F00A-8C45-9218-5685334AD130}"/>
              </a:ext>
            </a:extLst>
          </p:cNvPr>
          <p:cNvGraphicFramePr>
            <a:graphicFrameLocks noGrp="1"/>
          </p:cNvGraphicFramePr>
          <p:nvPr>
            <p:extLst>
              <p:ext uri="{D42A27DB-BD31-4B8C-83A1-F6EECF244321}">
                <p14:modId xmlns:p14="http://schemas.microsoft.com/office/powerpoint/2010/main" val="2845395329"/>
              </p:ext>
            </p:extLst>
          </p:nvPr>
        </p:nvGraphicFramePr>
        <p:xfrm>
          <a:off x="961783" y="3027938"/>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5" name="object 8">
            <a:extLst>
              <a:ext uri="{FF2B5EF4-FFF2-40B4-BE49-F238E27FC236}">
                <a16:creationId xmlns:a16="http://schemas.microsoft.com/office/drawing/2014/main" id="{EA22EE81-D189-8C4F-B42F-09365CEF3404}"/>
              </a:ext>
            </a:extLst>
          </p:cNvPr>
          <p:cNvGraphicFramePr>
            <a:graphicFrameLocks noGrp="1"/>
          </p:cNvGraphicFramePr>
          <p:nvPr>
            <p:extLst>
              <p:ext uri="{D42A27DB-BD31-4B8C-83A1-F6EECF244321}">
                <p14:modId xmlns:p14="http://schemas.microsoft.com/office/powerpoint/2010/main" val="3960441224"/>
              </p:ext>
            </p:extLst>
          </p:nvPr>
        </p:nvGraphicFramePr>
        <p:xfrm>
          <a:off x="3556253" y="3021333"/>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6" name="object 9">
            <a:extLst>
              <a:ext uri="{FF2B5EF4-FFF2-40B4-BE49-F238E27FC236}">
                <a16:creationId xmlns:a16="http://schemas.microsoft.com/office/drawing/2014/main" id="{91C51A41-3069-A144-9776-31C65221F3D9}"/>
              </a:ext>
            </a:extLst>
          </p:cNvPr>
          <p:cNvGraphicFramePr>
            <a:graphicFrameLocks noGrp="1"/>
          </p:cNvGraphicFramePr>
          <p:nvPr>
            <p:extLst>
              <p:ext uri="{D42A27DB-BD31-4B8C-83A1-F6EECF244321}">
                <p14:modId xmlns:p14="http://schemas.microsoft.com/office/powerpoint/2010/main" val="3670073912"/>
              </p:ext>
            </p:extLst>
          </p:nvPr>
        </p:nvGraphicFramePr>
        <p:xfrm>
          <a:off x="693140" y="4277618"/>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7" name="object 10">
            <a:extLst>
              <a:ext uri="{FF2B5EF4-FFF2-40B4-BE49-F238E27FC236}">
                <a16:creationId xmlns:a16="http://schemas.microsoft.com/office/drawing/2014/main" id="{6A5B1E8C-097A-2C48-9D39-F5DFF7F4EA35}"/>
              </a:ext>
            </a:extLst>
          </p:cNvPr>
          <p:cNvGraphicFramePr>
            <a:graphicFrameLocks noGrp="1"/>
          </p:cNvGraphicFramePr>
          <p:nvPr>
            <p:extLst>
              <p:ext uri="{D42A27DB-BD31-4B8C-83A1-F6EECF244321}">
                <p14:modId xmlns:p14="http://schemas.microsoft.com/office/powerpoint/2010/main" val="3673102352"/>
              </p:ext>
            </p:extLst>
          </p:nvPr>
        </p:nvGraphicFramePr>
        <p:xfrm>
          <a:off x="2057400"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8" name="object 11">
            <a:extLst>
              <a:ext uri="{FF2B5EF4-FFF2-40B4-BE49-F238E27FC236}">
                <a16:creationId xmlns:a16="http://schemas.microsoft.com/office/drawing/2014/main" id="{2B8FD499-F15D-FD4F-91A3-5BBAF78DF2C8}"/>
              </a:ext>
            </a:extLst>
          </p:cNvPr>
          <p:cNvGraphicFramePr>
            <a:graphicFrameLocks noGrp="1"/>
          </p:cNvGraphicFramePr>
          <p:nvPr>
            <p:extLst>
              <p:ext uri="{D42A27DB-BD31-4B8C-83A1-F6EECF244321}">
                <p14:modId xmlns:p14="http://schemas.microsoft.com/office/powerpoint/2010/main" val="1873980824"/>
              </p:ext>
            </p:extLst>
          </p:nvPr>
        </p:nvGraphicFramePr>
        <p:xfrm>
          <a:off x="3421507"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9" name="object 12">
            <a:extLst>
              <a:ext uri="{FF2B5EF4-FFF2-40B4-BE49-F238E27FC236}">
                <a16:creationId xmlns:a16="http://schemas.microsoft.com/office/drawing/2014/main" id="{1EAD75F3-9615-B744-BDD1-0C635B6F93DF}"/>
              </a:ext>
            </a:extLst>
          </p:cNvPr>
          <p:cNvGraphicFramePr>
            <a:graphicFrameLocks noGrp="1"/>
          </p:cNvGraphicFramePr>
          <p:nvPr>
            <p:extLst>
              <p:ext uri="{D42A27DB-BD31-4B8C-83A1-F6EECF244321}">
                <p14:modId xmlns:p14="http://schemas.microsoft.com/office/powerpoint/2010/main" val="1262808789"/>
              </p:ext>
            </p:extLst>
          </p:nvPr>
        </p:nvGraphicFramePr>
        <p:xfrm>
          <a:off x="4785740" y="4277618"/>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60" name="object 13">
            <a:extLst>
              <a:ext uri="{FF2B5EF4-FFF2-40B4-BE49-F238E27FC236}">
                <a16:creationId xmlns:a16="http://schemas.microsoft.com/office/drawing/2014/main" id="{9F7A866A-8835-CF43-8D66-882E50FE04B6}"/>
              </a:ext>
            </a:extLst>
          </p:cNvPr>
          <p:cNvGraphicFramePr>
            <a:graphicFrameLocks noGrp="1"/>
          </p:cNvGraphicFramePr>
          <p:nvPr>
            <p:extLst>
              <p:ext uri="{D42A27DB-BD31-4B8C-83A1-F6EECF244321}">
                <p14:modId xmlns:p14="http://schemas.microsoft.com/office/powerpoint/2010/main" val="3154980560"/>
              </p:ext>
            </p:extLst>
          </p:nvPr>
        </p:nvGraphicFramePr>
        <p:xfrm>
          <a:off x="6150736" y="3025906"/>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1" name="object 14">
            <a:extLst>
              <a:ext uri="{FF2B5EF4-FFF2-40B4-BE49-F238E27FC236}">
                <a16:creationId xmlns:a16="http://schemas.microsoft.com/office/drawing/2014/main" id="{9DEAB425-F02E-A748-B142-0048BB0774D5}"/>
              </a:ext>
            </a:extLst>
          </p:cNvPr>
          <p:cNvGraphicFramePr>
            <a:graphicFrameLocks noGrp="1"/>
          </p:cNvGraphicFramePr>
          <p:nvPr>
            <p:extLst>
              <p:ext uri="{D42A27DB-BD31-4B8C-83A1-F6EECF244321}">
                <p14:modId xmlns:p14="http://schemas.microsoft.com/office/powerpoint/2010/main" val="2672849491"/>
              </p:ext>
            </p:extLst>
          </p:nvPr>
        </p:nvGraphicFramePr>
        <p:xfrm>
          <a:off x="8745219" y="3025906"/>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2" name="object 15">
            <a:extLst>
              <a:ext uri="{FF2B5EF4-FFF2-40B4-BE49-F238E27FC236}">
                <a16:creationId xmlns:a16="http://schemas.microsoft.com/office/drawing/2014/main" id="{DF4E4F10-3D4C-BE43-BCDF-A31E287D50DF}"/>
              </a:ext>
            </a:extLst>
          </p:cNvPr>
          <p:cNvGraphicFramePr>
            <a:graphicFrameLocks noGrp="1"/>
          </p:cNvGraphicFramePr>
          <p:nvPr>
            <p:extLst>
              <p:ext uri="{D42A27DB-BD31-4B8C-83A1-F6EECF244321}">
                <p14:modId xmlns:p14="http://schemas.microsoft.com/office/powerpoint/2010/main" val="767636979"/>
              </p:ext>
            </p:extLst>
          </p:nvPr>
        </p:nvGraphicFramePr>
        <p:xfrm>
          <a:off x="6149975"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98" name="object 16">
            <a:extLst>
              <a:ext uri="{FF2B5EF4-FFF2-40B4-BE49-F238E27FC236}">
                <a16:creationId xmlns:a16="http://schemas.microsoft.com/office/drawing/2014/main" id="{3EC2E184-105A-6540-B96D-CC91C2D4A7DA}"/>
              </a:ext>
            </a:extLst>
          </p:cNvPr>
          <p:cNvGraphicFramePr>
            <a:graphicFrameLocks noGrp="1"/>
          </p:cNvGraphicFramePr>
          <p:nvPr>
            <p:extLst>
              <p:ext uri="{D42A27DB-BD31-4B8C-83A1-F6EECF244321}">
                <p14:modId xmlns:p14="http://schemas.microsoft.com/office/powerpoint/2010/main" val="781376248"/>
              </p:ext>
            </p:extLst>
          </p:nvPr>
        </p:nvGraphicFramePr>
        <p:xfrm>
          <a:off x="7514081"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99" name="object 17">
            <a:extLst>
              <a:ext uri="{FF2B5EF4-FFF2-40B4-BE49-F238E27FC236}">
                <a16:creationId xmlns:a16="http://schemas.microsoft.com/office/drawing/2014/main" id="{80F21E51-5E05-BC43-9889-F416370A51F1}"/>
              </a:ext>
            </a:extLst>
          </p:cNvPr>
          <p:cNvGraphicFramePr>
            <a:graphicFrameLocks noGrp="1"/>
          </p:cNvGraphicFramePr>
          <p:nvPr>
            <p:extLst>
              <p:ext uri="{D42A27DB-BD31-4B8C-83A1-F6EECF244321}">
                <p14:modId xmlns:p14="http://schemas.microsoft.com/office/powerpoint/2010/main" val="92033395"/>
              </p:ext>
            </p:extLst>
          </p:nvPr>
        </p:nvGraphicFramePr>
        <p:xfrm>
          <a:off x="8878316"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100" name="object 18">
            <a:extLst>
              <a:ext uri="{FF2B5EF4-FFF2-40B4-BE49-F238E27FC236}">
                <a16:creationId xmlns:a16="http://schemas.microsoft.com/office/drawing/2014/main" id="{9F833D45-78DA-384F-9BE5-25ECC45D4898}"/>
              </a:ext>
            </a:extLst>
          </p:cNvPr>
          <p:cNvGraphicFramePr>
            <a:graphicFrameLocks noGrp="1"/>
          </p:cNvGraphicFramePr>
          <p:nvPr>
            <p:extLst>
              <p:ext uri="{D42A27DB-BD31-4B8C-83A1-F6EECF244321}">
                <p14:modId xmlns:p14="http://schemas.microsoft.com/office/powerpoint/2010/main" val="4016445461"/>
              </p:ext>
            </p:extLst>
          </p:nvPr>
        </p:nvGraphicFramePr>
        <p:xfrm>
          <a:off x="10242550"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sp>
        <p:nvSpPr>
          <p:cNvPr id="101" name="object 19">
            <a:extLst>
              <a:ext uri="{FF2B5EF4-FFF2-40B4-BE49-F238E27FC236}">
                <a16:creationId xmlns:a16="http://schemas.microsoft.com/office/drawing/2014/main" id="{408F1057-5983-9D4B-95E9-6E9FA02B690A}"/>
              </a:ext>
            </a:extLst>
          </p:cNvPr>
          <p:cNvSpPr/>
          <p:nvPr/>
        </p:nvSpPr>
        <p:spPr>
          <a:xfrm>
            <a:off x="773430" y="4851657"/>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102" name="object 20">
            <a:extLst>
              <a:ext uri="{FF2B5EF4-FFF2-40B4-BE49-F238E27FC236}">
                <a16:creationId xmlns:a16="http://schemas.microsoft.com/office/drawing/2014/main" id="{4BF0AD20-EBA9-D14D-8E87-9687F4B1FD50}"/>
              </a:ext>
            </a:extLst>
          </p:cNvPr>
          <p:cNvSpPr/>
          <p:nvPr/>
        </p:nvSpPr>
        <p:spPr>
          <a:xfrm>
            <a:off x="2132838" y="2471931"/>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103" name="object 21">
            <a:extLst>
              <a:ext uri="{FF2B5EF4-FFF2-40B4-BE49-F238E27FC236}">
                <a16:creationId xmlns:a16="http://schemas.microsoft.com/office/drawing/2014/main" id="{F4016C3B-D3A4-F347-9B41-0FC0F70B8567}"/>
              </a:ext>
            </a:extLst>
          </p:cNvPr>
          <p:cNvSpPr/>
          <p:nvPr/>
        </p:nvSpPr>
        <p:spPr>
          <a:xfrm>
            <a:off x="7322057" y="2476504"/>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104" name="object 22">
            <a:extLst>
              <a:ext uri="{FF2B5EF4-FFF2-40B4-BE49-F238E27FC236}">
                <a16:creationId xmlns:a16="http://schemas.microsoft.com/office/drawing/2014/main" id="{E159BDE2-BA6F-4C4F-B4AF-106CFA6B187A}"/>
              </a:ext>
            </a:extLst>
          </p:cNvPr>
          <p:cNvSpPr/>
          <p:nvPr/>
        </p:nvSpPr>
        <p:spPr>
          <a:xfrm>
            <a:off x="1288541" y="3624075"/>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105" name="object 23">
            <a:extLst>
              <a:ext uri="{FF2B5EF4-FFF2-40B4-BE49-F238E27FC236}">
                <a16:creationId xmlns:a16="http://schemas.microsoft.com/office/drawing/2014/main" id="{EE733F34-19CA-CF45-8621-4370AEB5D81D}"/>
              </a:ext>
            </a:extLst>
          </p:cNvPr>
          <p:cNvSpPr/>
          <p:nvPr/>
        </p:nvSpPr>
        <p:spPr>
          <a:xfrm>
            <a:off x="4016502" y="3634744"/>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106" name="object 24">
            <a:extLst>
              <a:ext uri="{FF2B5EF4-FFF2-40B4-BE49-F238E27FC236}">
                <a16:creationId xmlns:a16="http://schemas.microsoft.com/office/drawing/2014/main" id="{927654FB-6CA0-814A-8BD0-2B5BAC71C597}"/>
              </a:ext>
            </a:extLst>
          </p:cNvPr>
          <p:cNvSpPr/>
          <p:nvPr/>
        </p:nvSpPr>
        <p:spPr>
          <a:xfrm>
            <a:off x="6745223" y="3615694"/>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107" name="object 25">
            <a:extLst>
              <a:ext uri="{FF2B5EF4-FFF2-40B4-BE49-F238E27FC236}">
                <a16:creationId xmlns:a16="http://schemas.microsoft.com/office/drawing/2014/main" id="{3E9E2BB5-EA89-6141-B852-3EAD233323DE}"/>
              </a:ext>
            </a:extLst>
          </p:cNvPr>
          <p:cNvSpPr/>
          <p:nvPr/>
        </p:nvSpPr>
        <p:spPr>
          <a:xfrm>
            <a:off x="9473183" y="3623313"/>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108" name="object 26">
            <a:extLst>
              <a:ext uri="{FF2B5EF4-FFF2-40B4-BE49-F238E27FC236}">
                <a16:creationId xmlns:a16="http://schemas.microsoft.com/office/drawing/2014/main" id="{9490044F-52BC-B84D-A2C4-A08415EA0155}"/>
              </a:ext>
            </a:extLst>
          </p:cNvPr>
          <p:cNvSpPr/>
          <p:nvPr/>
        </p:nvSpPr>
        <p:spPr>
          <a:xfrm>
            <a:off x="2194560" y="4863088"/>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109" name="object 27">
            <a:extLst>
              <a:ext uri="{FF2B5EF4-FFF2-40B4-BE49-F238E27FC236}">
                <a16:creationId xmlns:a16="http://schemas.microsoft.com/office/drawing/2014/main" id="{36A5FDCD-144F-A142-A2DE-9C925716B883}"/>
              </a:ext>
            </a:extLst>
          </p:cNvPr>
          <p:cNvSpPr/>
          <p:nvPr/>
        </p:nvSpPr>
        <p:spPr>
          <a:xfrm>
            <a:off x="3615690" y="4877565"/>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120" name="object 28">
            <a:extLst>
              <a:ext uri="{FF2B5EF4-FFF2-40B4-BE49-F238E27FC236}">
                <a16:creationId xmlns:a16="http://schemas.microsoft.com/office/drawing/2014/main" id="{5C5059E5-2E61-4746-873B-E08D666986A1}"/>
              </a:ext>
            </a:extLst>
          </p:cNvPr>
          <p:cNvSpPr/>
          <p:nvPr/>
        </p:nvSpPr>
        <p:spPr>
          <a:xfrm>
            <a:off x="5036820" y="4881375"/>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121" name="object 29">
            <a:extLst>
              <a:ext uri="{FF2B5EF4-FFF2-40B4-BE49-F238E27FC236}">
                <a16:creationId xmlns:a16="http://schemas.microsoft.com/office/drawing/2014/main" id="{FC4CC84C-B047-ED4F-80CC-38F7C4BA6F91}"/>
              </a:ext>
            </a:extLst>
          </p:cNvPr>
          <p:cNvSpPr/>
          <p:nvPr/>
        </p:nvSpPr>
        <p:spPr>
          <a:xfrm>
            <a:off x="6429755" y="4863850"/>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122" name="object 30">
            <a:extLst>
              <a:ext uri="{FF2B5EF4-FFF2-40B4-BE49-F238E27FC236}">
                <a16:creationId xmlns:a16="http://schemas.microsoft.com/office/drawing/2014/main" id="{22E2B5E2-937B-8344-A061-689808779C08}"/>
              </a:ext>
            </a:extLst>
          </p:cNvPr>
          <p:cNvSpPr/>
          <p:nvPr/>
        </p:nvSpPr>
        <p:spPr>
          <a:xfrm>
            <a:off x="7879080" y="4874518"/>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123" name="object 31">
            <a:extLst>
              <a:ext uri="{FF2B5EF4-FFF2-40B4-BE49-F238E27FC236}">
                <a16:creationId xmlns:a16="http://schemas.microsoft.com/office/drawing/2014/main" id="{AD246E28-5C94-7D49-A300-72A8D1A2F32F}"/>
              </a:ext>
            </a:extLst>
          </p:cNvPr>
          <p:cNvSpPr/>
          <p:nvPr/>
        </p:nvSpPr>
        <p:spPr>
          <a:xfrm>
            <a:off x="9300209" y="4867659"/>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124" name="object 32">
            <a:extLst>
              <a:ext uri="{FF2B5EF4-FFF2-40B4-BE49-F238E27FC236}">
                <a16:creationId xmlns:a16="http://schemas.microsoft.com/office/drawing/2014/main" id="{4A677643-531C-884D-8948-E3908D4826D0}"/>
              </a:ext>
            </a:extLst>
          </p:cNvPr>
          <p:cNvSpPr/>
          <p:nvPr/>
        </p:nvSpPr>
        <p:spPr>
          <a:xfrm>
            <a:off x="10721340" y="4863088"/>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125" name="object 34">
            <a:extLst>
              <a:ext uri="{FF2B5EF4-FFF2-40B4-BE49-F238E27FC236}">
                <a16:creationId xmlns:a16="http://schemas.microsoft.com/office/drawing/2014/main" id="{75AA62FB-DB02-964E-ABE2-686CC68D0D72}"/>
              </a:ext>
            </a:extLst>
          </p:cNvPr>
          <p:cNvSpPr txBox="1"/>
          <p:nvPr/>
        </p:nvSpPr>
        <p:spPr>
          <a:xfrm>
            <a:off x="485317" y="555312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126" name="object 35">
            <a:extLst>
              <a:ext uri="{FF2B5EF4-FFF2-40B4-BE49-F238E27FC236}">
                <a16:creationId xmlns:a16="http://schemas.microsoft.com/office/drawing/2014/main" id="{CE43E85E-A3E4-6846-A908-38267B1480F8}"/>
              </a:ext>
            </a:extLst>
          </p:cNvPr>
          <p:cNvSpPr txBox="1"/>
          <p:nvPr/>
        </p:nvSpPr>
        <p:spPr>
          <a:xfrm>
            <a:off x="1195882" y="555292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127" name="object 36">
            <a:extLst>
              <a:ext uri="{FF2B5EF4-FFF2-40B4-BE49-F238E27FC236}">
                <a16:creationId xmlns:a16="http://schemas.microsoft.com/office/drawing/2014/main" id="{4A8F849B-96CE-C743-89A7-C9CAE8811602}"/>
              </a:ext>
            </a:extLst>
          </p:cNvPr>
          <p:cNvSpPr txBox="1"/>
          <p:nvPr/>
        </p:nvSpPr>
        <p:spPr>
          <a:xfrm>
            <a:off x="1906397" y="555292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28" name="object 37">
            <a:extLst>
              <a:ext uri="{FF2B5EF4-FFF2-40B4-BE49-F238E27FC236}">
                <a16:creationId xmlns:a16="http://schemas.microsoft.com/office/drawing/2014/main" id="{5CA64796-3FC2-0D4C-A972-8968A4883B2F}"/>
              </a:ext>
            </a:extLst>
          </p:cNvPr>
          <p:cNvSpPr txBox="1"/>
          <p:nvPr/>
        </p:nvSpPr>
        <p:spPr>
          <a:xfrm>
            <a:off x="2616961" y="555292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129" name="object 38">
            <a:extLst>
              <a:ext uri="{FF2B5EF4-FFF2-40B4-BE49-F238E27FC236}">
                <a16:creationId xmlns:a16="http://schemas.microsoft.com/office/drawing/2014/main" id="{48BE66F7-817A-B445-B8D8-60BB80223E81}"/>
              </a:ext>
            </a:extLst>
          </p:cNvPr>
          <p:cNvSpPr txBox="1"/>
          <p:nvPr/>
        </p:nvSpPr>
        <p:spPr>
          <a:xfrm>
            <a:off x="3327527" y="555292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130" name="object 39">
            <a:extLst>
              <a:ext uri="{FF2B5EF4-FFF2-40B4-BE49-F238E27FC236}">
                <a16:creationId xmlns:a16="http://schemas.microsoft.com/office/drawing/2014/main" id="{6020BFBA-37AD-2E4B-8878-07D9CC243234}"/>
              </a:ext>
            </a:extLst>
          </p:cNvPr>
          <p:cNvSpPr txBox="1"/>
          <p:nvPr/>
        </p:nvSpPr>
        <p:spPr>
          <a:xfrm>
            <a:off x="4038219" y="5552926"/>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31" name="object 40">
            <a:extLst>
              <a:ext uri="{FF2B5EF4-FFF2-40B4-BE49-F238E27FC236}">
                <a16:creationId xmlns:a16="http://schemas.microsoft.com/office/drawing/2014/main" id="{022250F5-71B1-0640-9CD6-6C451F4E4E30}"/>
              </a:ext>
            </a:extLst>
          </p:cNvPr>
          <p:cNvSpPr txBox="1"/>
          <p:nvPr/>
        </p:nvSpPr>
        <p:spPr>
          <a:xfrm>
            <a:off x="4748784" y="5552926"/>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32" name="object 41">
            <a:extLst>
              <a:ext uri="{FF2B5EF4-FFF2-40B4-BE49-F238E27FC236}">
                <a16:creationId xmlns:a16="http://schemas.microsoft.com/office/drawing/2014/main" id="{50719640-10A1-A442-996D-66F3949AB38D}"/>
              </a:ext>
            </a:extLst>
          </p:cNvPr>
          <p:cNvSpPr txBox="1"/>
          <p:nvPr/>
        </p:nvSpPr>
        <p:spPr>
          <a:xfrm>
            <a:off x="5459348" y="5552926"/>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33" name="object 42">
            <a:extLst>
              <a:ext uri="{FF2B5EF4-FFF2-40B4-BE49-F238E27FC236}">
                <a16:creationId xmlns:a16="http://schemas.microsoft.com/office/drawing/2014/main" id="{F64FE16E-55BF-A444-8B9D-CB32E2E7048D}"/>
              </a:ext>
            </a:extLst>
          </p:cNvPr>
          <p:cNvSpPr txBox="1"/>
          <p:nvPr/>
        </p:nvSpPr>
        <p:spPr>
          <a:xfrm>
            <a:off x="6169914" y="5555657"/>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34" name="object 43">
            <a:extLst>
              <a:ext uri="{FF2B5EF4-FFF2-40B4-BE49-F238E27FC236}">
                <a16:creationId xmlns:a16="http://schemas.microsoft.com/office/drawing/2014/main" id="{0D9FC404-C9B4-0747-8F3F-67347F7D7DF5}"/>
              </a:ext>
            </a:extLst>
          </p:cNvPr>
          <p:cNvSpPr txBox="1"/>
          <p:nvPr/>
        </p:nvSpPr>
        <p:spPr>
          <a:xfrm>
            <a:off x="6880479" y="5555657"/>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35" name="object 44">
            <a:extLst>
              <a:ext uri="{FF2B5EF4-FFF2-40B4-BE49-F238E27FC236}">
                <a16:creationId xmlns:a16="http://schemas.microsoft.com/office/drawing/2014/main" id="{06ED0A86-62A2-3742-BDB4-ECC2509B1C57}"/>
              </a:ext>
            </a:extLst>
          </p:cNvPr>
          <p:cNvSpPr txBox="1"/>
          <p:nvPr/>
        </p:nvSpPr>
        <p:spPr>
          <a:xfrm>
            <a:off x="7591043" y="555565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36" name="object 45">
            <a:extLst>
              <a:ext uri="{FF2B5EF4-FFF2-40B4-BE49-F238E27FC236}">
                <a16:creationId xmlns:a16="http://schemas.microsoft.com/office/drawing/2014/main" id="{956FE558-D946-A548-8870-4FDD3D359001}"/>
              </a:ext>
            </a:extLst>
          </p:cNvPr>
          <p:cNvSpPr txBox="1"/>
          <p:nvPr/>
        </p:nvSpPr>
        <p:spPr>
          <a:xfrm>
            <a:off x="8301608" y="555326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37" name="object 46">
            <a:extLst>
              <a:ext uri="{FF2B5EF4-FFF2-40B4-BE49-F238E27FC236}">
                <a16:creationId xmlns:a16="http://schemas.microsoft.com/office/drawing/2014/main" id="{61173B30-208B-9947-BE40-E182B12B226B}"/>
              </a:ext>
            </a:extLst>
          </p:cNvPr>
          <p:cNvSpPr txBox="1"/>
          <p:nvPr/>
        </p:nvSpPr>
        <p:spPr>
          <a:xfrm>
            <a:off x="9012173" y="555057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38" name="object 47">
            <a:extLst>
              <a:ext uri="{FF2B5EF4-FFF2-40B4-BE49-F238E27FC236}">
                <a16:creationId xmlns:a16="http://schemas.microsoft.com/office/drawing/2014/main" id="{283A7A8A-A6CD-5C4D-B203-D32A5FDE83F6}"/>
              </a:ext>
            </a:extLst>
          </p:cNvPr>
          <p:cNvSpPr txBox="1"/>
          <p:nvPr/>
        </p:nvSpPr>
        <p:spPr>
          <a:xfrm>
            <a:off x="9722739" y="555057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39" name="object 48">
            <a:extLst>
              <a:ext uri="{FF2B5EF4-FFF2-40B4-BE49-F238E27FC236}">
                <a16:creationId xmlns:a16="http://schemas.microsoft.com/office/drawing/2014/main" id="{4DCDE5F3-3236-E241-8FFB-A4BD4F3AAD97}"/>
              </a:ext>
            </a:extLst>
          </p:cNvPr>
          <p:cNvSpPr txBox="1"/>
          <p:nvPr/>
        </p:nvSpPr>
        <p:spPr>
          <a:xfrm>
            <a:off x="10433304" y="555057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40" name="object 49">
            <a:extLst>
              <a:ext uri="{FF2B5EF4-FFF2-40B4-BE49-F238E27FC236}">
                <a16:creationId xmlns:a16="http://schemas.microsoft.com/office/drawing/2014/main" id="{3898FFF5-E372-0C4C-9557-797A2A695774}"/>
              </a:ext>
            </a:extLst>
          </p:cNvPr>
          <p:cNvSpPr txBox="1"/>
          <p:nvPr/>
        </p:nvSpPr>
        <p:spPr>
          <a:xfrm>
            <a:off x="11143868" y="555057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
        <p:nvSpPr>
          <p:cNvPr id="142" name="object 50">
            <a:extLst>
              <a:ext uri="{FF2B5EF4-FFF2-40B4-BE49-F238E27FC236}">
                <a16:creationId xmlns:a16="http://schemas.microsoft.com/office/drawing/2014/main" id="{7737D8AE-3F2E-474C-A29B-A7511675C93D}"/>
              </a:ext>
            </a:extLst>
          </p:cNvPr>
          <p:cNvSpPr/>
          <p:nvPr/>
        </p:nvSpPr>
        <p:spPr>
          <a:xfrm>
            <a:off x="3478529" y="2981709"/>
            <a:ext cx="779145" cy="731520"/>
          </a:xfrm>
          <a:custGeom>
            <a:avLst/>
            <a:gdLst/>
            <a:ahLst/>
            <a:cxnLst/>
            <a:rect l="l" t="t" r="r" b="b"/>
            <a:pathLst>
              <a:path w="779145" h="731520">
                <a:moveTo>
                  <a:pt x="0" y="121920"/>
                </a:moveTo>
                <a:lnTo>
                  <a:pt x="9584" y="74473"/>
                </a:lnTo>
                <a:lnTo>
                  <a:pt x="35718" y="35718"/>
                </a:lnTo>
                <a:lnTo>
                  <a:pt x="74473" y="9584"/>
                </a:lnTo>
                <a:lnTo>
                  <a:pt x="121920" y="0"/>
                </a:lnTo>
                <a:lnTo>
                  <a:pt x="656844" y="0"/>
                </a:lnTo>
                <a:lnTo>
                  <a:pt x="704290" y="9584"/>
                </a:lnTo>
                <a:lnTo>
                  <a:pt x="743045" y="35718"/>
                </a:lnTo>
                <a:lnTo>
                  <a:pt x="769179" y="74473"/>
                </a:lnTo>
                <a:lnTo>
                  <a:pt x="778764" y="121920"/>
                </a:lnTo>
                <a:lnTo>
                  <a:pt x="778764" y="609600"/>
                </a:lnTo>
                <a:lnTo>
                  <a:pt x="769179" y="657046"/>
                </a:lnTo>
                <a:lnTo>
                  <a:pt x="743045" y="695801"/>
                </a:lnTo>
                <a:lnTo>
                  <a:pt x="704290" y="721935"/>
                </a:lnTo>
                <a:lnTo>
                  <a:pt x="656844" y="731520"/>
                </a:lnTo>
                <a:lnTo>
                  <a:pt x="121920" y="731520"/>
                </a:lnTo>
                <a:lnTo>
                  <a:pt x="74473" y="721935"/>
                </a:lnTo>
                <a:lnTo>
                  <a:pt x="35718" y="695801"/>
                </a:lnTo>
                <a:lnTo>
                  <a:pt x="9584" y="657046"/>
                </a:lnTo>
                <a:lnTo>
                  <a:pt x="0" y="609600"/>
                </a:lnTo>
                <a:lnTo>
                  <a:pt x="0" y="121920"/>
                </a:lnTo>
                <a:close/>
              </a:path>
            </a:pathLst>
          </a:custGeom>
          <a:ln w="38100">
            <a:solidFill>
              <a:srgbClr val="FF0000"/>
            </a:solidFill>
            <a:prstDash val="lgDash"/>
          </a:ln>
        </p:spPr>
        <p:txBody>
          <a:bodyPr wrap="square" lIns="0" tIns="0" rIns="0" bIns="0" rtlCol="0"/>
          <a:lstStyle/>
          <a:p>
            <a:endParaRPr/>
          </a:p>
        </p:txBody>
      </p:sp>
    </p:spTree>
    <p:extLst>
      <p:ext uri="{BB962C8B-B14F-4D97-AF65-F5344CB8AC3E}">
        <p14:creationId xmlns:p14="http://schemas.microsoft.com/office/powerpoint/2010/main" val="28053282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63" name="object 3">
            <a:extLst>
              <a:ext uri="{FF2B5EF4-FFF2-40B4-BE49-F238E27FC236}">
                <a16:creationId xmlns:a16="http://schemas.microsoft.com/office/drawing/2014/main" id="{CB11D407-D5EA-634D-B089-F07A36B206E1}"/>
              </a:ext>
            </a:extLst>
          </p:cNvPr>
          <p:cNvGraphicFramePr>
            <a:graphicFrameLocks noGrp="1"/>
          </p:cNvGraphicFramePr>
          <p:nvPr>
            <p:extLst>
              <p:ext uri="{D42A27DB-BD31-4B8C-83A1-F6EECF244321}">
                <p14:modId xmlns:p14="http://schemas.microsoft.com/office/powerpoint/2010/main" val="4246793974"/>
              </p:ext>
            </p:extLst>
          </p:nvPr>
        </p:nvGraphicFramePr>
        <p:xfrm>
          <a:off x="1458467" y="810137"/>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4" name="object 4">
            <a:extLst>
              <a:ext uri="{FF2B5EF4-FFF2-40B4-BE49-F238E27FC236}">
                <a16:creationId xmlns:a16="http://schemas.microsoft.com/office/drawing/2014/main" id="{1BF13A2E-94FE-7F43-AD86-471ED67E1D88}"/>
              </a:ext>
            </a:extLst>
          </p:cNvPr>
          <p:cNvGraphicFramePr>
            <a:graphicFrameLocks noGrp="1"/>
          </p:cNvGraphicFramePr>
          <p:nvPr>
            <p:extLst>
              <p:ext uri="{D42A27DB-BD31-4B8C-83A1-F6EECF244321}">
                <p14:modId xmlns:p14="http://schemas.microsoft.com/office/powerpoint/2010/main" val="3097931914"/>
              </p:ext>
            </p:extLst>
          </p:nvPr>
        </p:nvGraphicFramePr>
        <p:xfrm>
          <a:off x="1184376" y="1875539"/>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5" name="object 5">
            <a:extLst>
              <a:ext uri="{FF2B5EF4-FFF2-40B4-BE49-F238E27FC236}">
                <a16:creationId xmlns:a16="http://schemas.microsoft.com/office/drawing/2014/main" id="{4CAD42DE-F80A-1248-BFE3-6DC1DD7C4C9E}"/>
              </a:ext>
            </a:extLst>
          </p:cNvPr>
          <p:cNvGraphicFramePr>
            <a:graphicFrameLocks noGrp="1"/>
          </p:cNvGraphicFramePr>
          <p:nvPr>
            <p:extLst>
              <p:ext uri="{D42A27DB-BD31-4B8C-83A1-F6EECF244321}">
                <p14:modId xmlns:p14="http://schemas.microsoft.com/office/powerpoint/2010/main" val="3928516598"/>
              </p:ext>
            </p:extLst>
          </p:nvPr>
        </p:nvGraphicFramePr>
        <p:xfrm>
          <a:off x="6281165" y="1880111"/>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66" name="object 6">
            <a:extLst>
              <a:ext uri="{FF2B5EF4-FFF2-40B4-BE49-F238E27FC236}">
                <a16:creationId xmlns:a16="http://schemas.microsoft.com/office/drawing/2014/main" id="{C9528B1B-9806-F54C-965B-DB586FDB93C0}"/>
              </a:ext>
            </a:extLst>
          </p:cNvPr>
          <p:cNvSpPr/>
          <p:nvPr/>
        </p:nvSpPr>
        <p:spPr>
          <a:xfrm>
            <a:off x="3507485" y="1406655"/>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67" name="object 7">
            <a:extLst>
              <a:ext uri="{FF2B5EF4-FFF2-40B4-BE49-F238E27FC236}">
                <a16:creationId xmlns:a16="http://schemas.microsoft.com/office/drawing/2014/main" id="{7AF62B77-84FC-0944-9882-C8544D45DE64}"/>
              </a:ext>
            </a:extLst>
          </p:cNvPr>
          <p:cNvGraphicFramePr>
            <a:graphicFrameLocks noGrp="1"/>
          </p:cNvGraphicFramePr>
          <p:nvPr>
            <p:extLst>
              <p:ext uri="{D42A27DB-BD31-4B8C-83A1-F6EECF244321}">
                <p14:modId xmlns:p14="http://schemas.microsoft.com/office/powerpoint/2010/main" val="3925979470"/>
              </p:ext>
            </p:extLst>
          </p:nvPr>
        </p:nvGraphicFramePr>
        <p:xfrm>
          <a:off x="961783" y="3027938"/>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8" name="object 8">
            <a:extLst>
              <a:ext uri="{FF2B5EF4-FFF2-40B4-BE49-F238E27FC236}">
                <a16:creationId xmlns:a16="http://schemas.microsoft.com/office/drawing/2014/main" id="{A5AAB916-51B6-3B4B-8008-38552FA733CD}"/>
              </a:ext>
            </a:extLst>
          </p:cNvPr>
          <p:cNvGraphicFramePr>
            <a:graphicFrameLocks noGrp="1"/>
          </p:cNvGraphicFramePr>
          <p:nvPr>
            <p:extLst>
              <p:ext uri="{D42A27DB-BD31-4B8C-83A1-F6EECF244321}">
                <p14:modId xmlns:p14="http://schemas.microsoft.com/office/powerpoint/2010/main" val="287995365"/>
              </p:ext>
            </p:extLst>
          </p:nvPr>
        </p:nvGraphicFramePr>
        <p:xfrm>
          <a:off x="3556253" y="3021333"/>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69" name="object 9">
            <a:extLst>
              <a:ext uri="{FF2B5EF4-FFF2-40B4-BE49-F238E27FC236}">
                <a16:creationId xmlns:a16="http://schemas.microsoft.com/office/drawing/2014/main" id="{75807E3A-CBFE-964A-B4CA-A41FF72118DD}"/>
              </a:ext>
            </a:extLst>
          </p:cNvPr>
          <p:cNvGraphicFramePr>
            <a:graphicFrameLocks noGrp="1"/>
          </p:cNvGraphicFramePr>
          <p:nvPr>
            <p:extLst>
              <p:ext uri="{D42A27DB-BD31-4B8C-83A1-F6EECF244321}">
                <p14:modId xmlns:p14="http://schemas.microsoft.com/office/powerpoint/2010/main" val="3748534813"/>
              </p:ext>
            </p:extLst>
          </p:nvPr>
        </p:nvGraphicFramePr>
        <p:xfrm>
          <a:off x="693140" y="4277618"/>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0" name="object 10">
            <a:extLst>
              <a:ext uri="{FF2B5EF4-FFF2-40B4-BE49-F238E27FC236}">
                <a16:creationId xmlns:a16="http://schemas.microsoft.com/office/drawing/2014/main" id="{DA082CE7-62E9-2F47-97B1-5018F1DACC9A}"/>
              </a:ext>
            </a:extLst>
          </p:cNvPr>
          <p:cNvGraphicFramePr>
            <a:graphicFrameLocks noGrp="1"/>
          </p:cNvGraphicFramePr>
          <p:nvPr>
            <p:extLst>
              <p:ext uri="{D42A27DB-BD31-4B8C-83A1-F6EECF244321}">
                <p14:modId xmlns:p14="http://schemas.microsoft.com/office/powerpoint/2010/main" val="2915703715"/>
              </p:ext>
            </p:extLst>
          </p:nvPr>
        </p:nvGraphicFramePr>
        <p:xfrm>
          <a:off x="2057400"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1" name="object 11">
            <a:extLst>
              <a:ext uri="{FF2B5EF4-FFF2-40B4-BE49-F238E27FC236}">
                <a16:creationId xmlns:a16="http://schemas.microsoft.com/office/drawing/2014/main" id="{749958E8-6CE9-E44A-80D3-A77A882A837C}"/>
              </a:ext>
            </a:extLst>
          </p:cNvPr>
          <p:cNvGraphicFramePr>
            <a:graphicFrameLocks noGrp="1"/>
          </p:cNvGraphicFramePr>
          <p:nvPr>
            <p:extLst>
              <p:ext uri="{D42A27DB-BD31-4B8C-83A1-F6EECF244321}">
                <p14:modId xmlns:p14="http://schemas.microsoft.com/office/powerpoint/2010/main" val="2317277106"/>
              </p:ext>
            </p:extLst>
          </p:nvPr>
        </p:nvGraphicFramePr>
        <p:xfrm>
          <a:off x="3421507"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2" name="object 12">
            <a:extLst>
              <a:ext uri="{FF2B5EF4-FFF2-40B4-BE49-F238E27FC236}">
                <a16:creationId xmlns:a16="http://schemas.microsoft.com/office/drawing/2014/main" id="{0817CFCF-7E85-4F40-A0E2-965D4CDA2298}"/>
              </a:ext>
            </a:extLst>
          </p:cNvPr>
          <p:cNvGraphicFramePr>
            <a:graphicFrameLocks noGrp="1"/>
          </p:cNvGraphicFramePr>
          <p:nvPr>
            <p:extLst>
              <p:ext uri="{D42A27DB-BD31-4B8C-83A1-F6EECF244321}">
                <p14:modId xmlns:p14="http://schemas.microsoft.com/office/powerpoint/2010/main" val="4015296398"/>
              </p:ext>
            </p:extLst>
          </p:nvPr>
        </p:nvGraphicFramePr>
        <p:xfrm>
          <a:off x="4785740" y="4277618"/>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3" name="object 13">
            <a:extLst>
              <a:ext uri="{FF2B5EF4-FFF2-40B4-BE49-F238E27FC236}">
                <a16:creationId xmlns:a16="http://schemas.microsoft.com/office/drawing/2014/main" id="{745758CC-538C-0447-92D8-3B39C96266B2}"/>
              </a:ext>
            </a:extLst>
          </p:cNvPr>
          <p:cNvGraphicFramePr>
            <a:graphicFrameLocks noGrp="1"/>
          </p:cNvGraphicFramePr>
          <p:nvPr>
            <p:extLst>
              <p:ext uri="{D42A27DB-BD31-4B8C-83A1-F6EECF244321}">
                <p14:modId xmlns:p14="http://schemas.microsoft.com/office/powerpoint/2010/main" val="2211173182"/>
              </p:ext>
            </p:extLst>
          </p:nvPr>
        </p:nvGraphicFramePr>
        <p:xfrm>
          <a:off x="6150736" y="3025906"/>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4" name="object 14">
            <a:extLst>
              <a:ext uri="{FF2B5EF4-FFF2-40B4-BE49-F238E27FC236}">
                <a16:creationId xmlns:a16="http://schemas.microsoft.com/office/drawing/2014/main" id="{3D7338F6-DBC1-D949-8723-1A06AE7D3251}"/>
              </a:ext>
            </a:extLst>
          </p:cNvPr>
          <p:cNvGraphicFramePr>
            <a:graphicFrameLocks noGrp="1"/>
          </p:cNvGraphicFramePr>
          <p:nvPr>
            <p:extLst>
              <p:ext uri="{D42A27DB-BD31-4B8C-83A1-F6EECF244321}">
                <p14:modId xmlns:p14="http://schemas.microsoft.com/office/powerpoint/2010/main" val="3777044265"/>
              </p:ext>
            </p:extLst>
          </p:nvPr>
        </p:nvGraphicFramePr>
        <p:xfrm>
          <a:off x="8745219" y="3025906"/>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75" name="object 15">
            <a:extLst>
              <a:ext uri="{FF2B5EF4-FFF2-40B4-BE49-F238E27FC236}">
                <a16:creationId xmlns:a16="http://schemas.microsoft.com/office/drawing/2014/main" id="{DD352EC9-D5E1-B24E-9EDA-F1E0A4FDFBDF}"/>
              </a:ext>
            </a:extLst>
          </p:cNvPr>
          <p:cNvGraphicFramePr>
            <a:graphicFrameLocks noGrp="1"/>
          </p:cNvGraphicFramePr>
          <p:nvPr>
            <p:extLst>
              <p:ext uri="{D42A27DB-BD31-4B8C-83A1-F6EECF244321}">
                <p14:modId xmlns:p14="http://schemas.microsoft.com/office/powerpoint/2010/main" val="2992714333"/>
              </p:ext>
            </p:extLst>
          </p:nvPr>
        </p:nvGraphicFramePr>
        <p:xfrm>
          <a:off x="6149975"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6" name="object 16">
            <a:extLst>
              <a:ext uri="{FF2B5EF4-FFF2-40B4-BE49-F238E27FC236}">
                <a16:creationId xmlns:a16="http://schemas.microsoft.com/office/drawing/2014/main" id="{C4E0A9BC-B754-2544-A784-E4D0441577C3}"/>
              </a:ext>
            </a:extLst>
          </p:cNvPr>
          <p:cNvGraphicFramePr>
            <a:graphicFrameLocks noGrp="1"/>
          </p:cNvGraphicFramePr>
          <p:nvPr>
            <p:extLst>
              <p:ext uri="{D42A27DB-BD31-4B8C-83A1-F6EECF244321}">
                <p14:modId xmlns:p14="http://schemas.microsoft.com/office/powerpoint/2010/main" val="2777445260"/>
              </p:ext>
            </p:extLst>
          </p:nvPr>
        </p:nvGraphicFramePr>
        <p:xfrm>
          <a:off x="7514081"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7" name="object 17">
            <a:extLst>
              <a:ext uri="{FF2B5EF4-FFF2-40B4-BE49-F238E27FC236}">
                <a16:creationId xmlns:a16="http://schemas.microsoft.com/office/drawing/2014/main" id="{7CE7A3CE-A65B-7D41-BD75-F4C31DDC1B11}"/>
              </a:ext>
            </a:extLst>
          </p:cNvPr>
          <p:cNvGraphicFramePr>
            <a:graphicFrameLocks noGrp="1"/>
          </p:cNvGraphicFramePr>
          <p:nvPr>
            <p:extLst>
              <p:ext uri="{D42A27DB-BD31-4B8C-83A1-F6EECF244321}">
                <p14:modId xmlns:p14="http://schemas.microsoft.com/office/powerpoint/2010/main" val="2345277314"/>
              </p:ext>
            </p:extLst>
          </p:nvPr>
        </p:nvGraphicFramePr>
        <p:xfrm>
          <a:off x="8878316"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8" name="object 18">
            <a:extLst>
              <a:ext uri="{FF2B5EF4-FFF2-40B4-BE49-F238E27FC236}">
                <a16:creationId xmlns:a16="http://schemas.microsoft.com/office/drawing/2014/main" id="{46837ECB-3EED-1246-B8E4-D69526436A46}"/>
              </a:ext>
            </a:extLst>
          </p:cNvPr>
          <p:cNvGraphicFramePr>
            <a:graphicFrameLocks noGrp="1"/>
          </p:cNvGraphicFramePr>
          <p:nvPr>
            <p:extLst>
              <p:ext uri="{D42A27DB-BD31-4B8C-83A1-F6EECF244321}">
                <p14:modId xmlns:p14="http://schemas.microsoft.com/office/powerpoint/2010/main" val="3723355348"/>
              </p:ext>
            </p:extLst>
          </p:nvPr>
        </p:nvGraphicFramePr>
        <p:xfrm>
          <a:off x="10242550" y="4273300"/>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sp>
        <p:nvSpPr>
          <p:cNvPr id="79" name="object 19">
            <a:extLst>
              <a:ext uri="{FF2B5EF4-FFF2-40B4-BE49-F238E27FC236}">
                <a16:creationId xmlns:a16="http://schemas.microsoft.com/office/drawing/2014/main" id="{7C5E4C00-25BF-484B-88FD-7CFF11F1FAE2}"/>
              </a:ext>
            </a:extLst>
          </p:cNvPr>
          <p:cNvSpPr/>
          <p:nvPr/>
        </p:nvSpPr>
        <p:spPr>
          <a:xfrm>
            <a:off x="773430" y="4851657"/>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80" name="object 20">
            <a:extLst>
              <a:ext uri="{FF2B5EF4-FFF2-40B4-BE49-F238E27FC236}">
                <a16:creationId xmlns:a16="http://schemas.microsoft.com/office/drawing/2014/main" id="{8D3827FE-C5FC-7E45-BDBB-F2EA3C304E11}"/>
              </a:ext>
            </a:extLst>
          </p:cNvPr>
          <p:cNvSpPr/>
          <p:nvPr/>
        </p:nvSpPr>
        <p:spPr>
          <a:xfrm>
            <a:off x="2132838" y="2471931"/>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81" name="object 21">
            <a:extLst>
              <a:ext uri="{FF2B5EF4-FFF2-40B4-BE49-F238E27FC236}">
                <a16:creationId xmlns:a16="http://schemas.microsoft.com/office/drawing/2014/main" id="{1BB2A84D-C5C6-B84D-9F60-4345AFB40D25}"/>
              </a:ext>
            </a:extLst>
          </p:cNvPr>
          <p:cNvSpPr/>
          <p:nvPr/>
        </p:nvSpPr>
        <p:spPr>
          <a:xfrm>
            <a:off x="7322057" y="2476504"/>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82" name="object 22">
            <a:extLst>
              <a:ext uri="{FF2B5EF4-FFF2-40B4-BE49-F238E27FC236}">
                <a16:creationId xmlns:a16="http://schemas.microsoft.com/office/drawing/2014/main" id="{54B5B3CF-9078-4F41-BFE7-7F0EA22ECD02}"/>
              </a:ext>
            </a:extLst>
          </p:cNvPr>
          <p:cNvSpPr/>
          <p:nvPr/>
        </p:nvSpPr>
        <p:spPr>
          <a:xfrm>
            <a:off x="1288541" y="3624075"/>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83" name="object 23">
            <a:extLst>
              <a:ext uri="{FF2B5EF4-FFF2-40B4-BE49-F238E27FC236}">
                <a16:creationId xmlns:a16="http://schemas.microsoft.com/office/drawing/2014/main" id="{0123559A-1D9A-014A-B358-52F27B7DD7E6}"/>
              </a:ext>
            </a:extLst>
          </p:cNvPr>
          <p:cNvSpPr/>
          <p:nvPr/>
        </p:nvSpPr>
        <p:spPr>
          <a:xfrm>
            <a:off x="4016502" y="3634744"/>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84" name="object 24">
            <a:extLst>
              <a:ext uri="{FF2B5EF4-FFF2-40B4-BE49-F238E27FC236}">
                <a16:creationId xmlns:a16="http://schemas.microsoft.com/office/drawing/2014/main" id="{993B8CB4-D6FB-824B-9E93-10D29221C0DB}"/>
              </a:ext>
            </a:extLst>
          </p:cNvPr>
          <p:cNvSpPr/>
          <p:nvPr/>
        </p:nvSpPr>
        <p:spPr>
          <a:xfrm>
            <a:off x="6745223" y="3615694"/>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85" name="object 25">
            <a:extLst>
              <a:ext uri="{FF2B5EF4-FFF2-40B4-BE49-F238E27FC236}">
                <a16:creationId xmlns:a16="http://schemas.microsoft.com/office/drawing/2014/main" id="{1E2A2A45-E58F-6042-93A5-2EF27881B270}"/>
              </a:ext>
            </a:extLst>
          </p:cNvPr>
          <p:cNvSpPr/>
          <p:nvPr/>
        </p:nvSpPr>
        <p:spPr>
          <a:xfrm>
            <a:off x="9473183" y="3623313"/>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86" name="object 26">
            <a:extLst>
              <a:ext uri="{FF2B5EF4-FFF2-40B4-BE49-F238E27FC236}">
                <a16:creationId xmlns:a16="http://schemas.microsoft.com/office/drawing/2014/main" id="{FF42A2ED-7269-494E-8FD3-6F6A449C4A12}"/>
              </a:ext>
            </a:extLst>
          </p:cNvPr>
          <p:cNvSpPr/>
          <p:nvPr/>
        </p:nvSpPr>
        <p:spPr>
          <a:xfrm>
            <a:off x="2194560" y="4863088"/>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87" name="object 27">
            <a:extLst>
              <a:ext uri="{FF2B5EF4-FFF2-40B4-BE49-F238E27FC236}">
                <a16:creationId xmlns:a16="http://schemas.microsoft.com/office/drawing/2014/main" id="{D9987D8E-A957-C040-BA7C-885FCA82F374}"/>
              </a:ext>
            </a:extLst>
          </p:cNvPr>
          <p:cNvSpPr/>
          <p:nvPr/>
        </p:nvSpPr>
        <p:spPr>
          <a:xfrm>
            <a:off x="3615690" y="4877565"/>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88" name="object 28">
            <a:extLst>
              <a:ext uri="{FF2B5EF4-FFF2-40B4-BE49-F238E27FC236}">
                <a16:creationId xmlns:a16="http://schemas.microsoft.com/office/drawing/2014/main" id="{19FC7380-B325-0449-B085-1E145B92E4DA}"/>
              </a:ext>
            </a:extLst>
          </p:cNvPr>
          <p:cNvSpPr/>
          <p:nvPr/>
        </p:nvSpPr>
        <p:spPr>
          <a:xfrm>
            <a:off x="5036820" y="4881375"/>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89" name="object 29">
            <a:extLst>
              <a:ext uri="{FF2B5EF4-FFF2-40B4-BE49-F238E27FC236}">
                <a16:creationId xmlns:a16="http://schemas.microsoft.com/office/drawing/2014/main" id="{A685CEAB-12A3-3F4C-B633-23D6C1F3443F}"/>
              </a:ext>
            </a:extLst>
          </p:cNvPr>
          <p:cNvSpPr/>
          <p:nvPr/>
        </p:nvSpPr>
        <p:spPr>
          <a:xfrm>
            <a:off x="6429755" y="4863850"/>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90" name="object 30">
            <a:extLst>
              <a:ext uri="{FF2B5EF4-FFF2-40B4-BE49-F238E27FC236}">
                <a16:creationId xmlns:a16="http://schemas.microsoft.com/office/drawing/2014/main" id="{3953C9AF-FBA2-6749-932E-B5754B8D00D4}"/>
              </a:ext>
            </a:extLst>
          </p:cNvPr>
          <p:cNvSpPr/>
          <p:nvPr/>
        </p:nvSpPr>
        <p:spPr>
          <a:xfrm>
            <a:off x="7879080" y="4874518"/>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91" name="object 31">
            <a:extLst>
              <a:ext uri="{FF2B5EF4-FFF2-40B4-BE49-F238E27FC236}">
                <a16:creationId xmlns:a16="http://schemas.microsoft.com/office/drawing/2014/main" id="{34BCD425-49B8-154E-8D29-492379519926}"/>
              </a:ext>
            </a:extLst>
          </p:cNvPr>
          <p:cNvSpPr/>
          <p:nvPr/>
        </p:nvSpPr>
        <p:spPr>
          <a:xfrm>
            <a:off x="9300209" y="4867659"/>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92" name="object 32">
            <a:extLst>
              <a:ext uri="{FF2B5EF4-FFF2-40B4-BE49-F238E27FC236}">
                <a16:creationId xmlns:a16="http://schemas.microsoft.com/office/drawing/2014/main" id="{8BB925F5-5439-5E40-9F23-C3ADE7461A86}"/>
              </a:ext>
            </a:extLst>
          </p:cNvPr>
          <p:cNvSpPr/>
          <p:nvPr/>
        </p:nvSpPr>
        <p:spPr>
          <a:xfrm>
            <a:off x="10721340" y="4863088"/>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93" name="object 34">
            <a:extLst>
              <a:ext uri="{FF2B5EF4-FFF2-40B4-BE49-F238E27FC236}">
                <a16:creationId xmlns:a16="http://schemas.microsoft.com/office/drawing/2014/main" id="{74E079DE-07D6-DE49-943B-5C5D0366BC2E}"/>
              </a:ext>
            </a:extLst>
          </p:cNvPr>
          <p:cNvSpPr txBox="1"/>
          <p:nvPr/>
        </p:nvSpPr>
        <p:spPr>
          <a:xfrm>
            <a:off x="485317" y="555312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94" name="object 35">
            <a:extLst>
              <a:ext uri="{FF2B5EF4-FFF2-40B4-BE49-F238E27FC236}">
                <a16:creationId xmlns:a16="http://schemas.microsoft.com/office/drawing/2014/main" id="{03C89131-5D83-8F43-8A8F-DBAF9643FB10}"/>
              </a:ext>
            </a:extLst>
          </p:cNvPr>
          <p:cNvSpPr txBox="1"/>
          <p:nvPr/>
        </p:nvSpPr>
        <p:spPr>
          <a:xfrm>
            <a:off x="1195882" y="555292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95" name="object 36">
            <a:extLst>
              <a:ext uri="{FF2B5EF4-FFF2-40B4-BE49-F238E27FC236}">
                <a16:creationId xmlns:a16="http://schemas.microsoft.com/office/drawing/2014/main" id="{86A1401A-1960-CC43-B634-54C64EBE3746}"/>
              </a:ext>
            </a:extLst>
          </p:cNvPr>
          <p:cNvSpPr txBox="1"/>
          <p:nvPr/>
        </p:nvSpPr>
        <p:spPr>
          <a:xfrm>
            <a:off x="1906397" y="555292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96" name="object 37">
            <a:extLst>
              <a:ext uri="{FF2B5EF4-FFF2-40B4-BE49-F238E27FC236}">
                <a16:creationId xmlns:a16="http://schemas.microsoft.com/office/drawing/2014/main" id="{C68049D3-CB28-7A49-92E7-EE15FCE3A824}"/>
              </a:ext>
            </a:extLst>
          </p:cNvPr>
          <p:cNvSpPr txBox="1"/>
          <p:nvPr/>
        </p:nvSpPr>
        <p:spPr>
          <a:xfrm>
            <a:off x="2616961" y="555292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110" name="object 38">
            <a:extLst>
              <a:ext uri="{FF2B5EF4-FFF2-40B4-BE49-F238E27FC236}">
                <a16:creationId xmlns:a16="http://schemas.microsoft.com/office/drawing/2014/main" id="{BCAA4842-7079-964A-AEFC-952BB04B2F8C}"/>
              </a:ext>
            </a:extLst>
          </p:cNvPr>
          <p:cNvSpPr txBox="1"/>
          <p:nvPr/>
        </p:nvSpPr>
        <p:spPr>
          <a:xfrm>
            <a:off x="3327527" y="555292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111" name="object 39">
            <a:extLst>
              <a:ext uri="{FF2B5EF4-FFF2-40B4-BE49-F238E27FC236}">
                <a16:creationId xmlns:a16="http://schemas.microsoft.com/office/drawing/2014/main" id="{F904F0C6-5556-094A-8EE2-CB3DD1F7A32E}"/>
              </a:ext>
            </a:extLst>
          </p:cNvPr>
          <p:cNvSpPr txBox="1"/>
          <p:nvPr/>
        </p:nvSpPr>
        <p:spPr>
          <a:xfrm>
            <a:off x="4038219" y="5552926"/>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12" name="object 40">
            <a:extLst>
              <a:ext uri="{FF2B5EF4-FFF2-40B4-BE49-F238E27FC236}">
                <a16:creationId xmlns:a16="http://schemas.microsoft.com/office/drawing/2014/main" id="{63735934-126E-B94B-B5F3-4564AD7DEA82}"/>
              </a:ext>
            </a:extLst>
          </p:cNvPr>
          <p:cNvSpPr txBox="1"/>
          <p:nvPr/>
        </p:nvSpPr>
        <p:spPr>
          <a:xfrm>
            <a:off x="4748784" y="5552926"/>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13" name="object 41">
            <a:extLst>
              <a:ext uri="{FF2B5EF4-FFF2-40B4-BE49-F238E27FC236}">
                <a16:creationId xmlns:a16="http://schemas.microsoft.com/office/drawing/2014/main" id="{BA204B39-E44C-B040-BBFA-38BB3324EC46}"/>
              </a:ext>
            </a:extLst>
          </p:cNvPr>
          <p:cNvSpPr txBox="1"/>
          <p:nvPr/>
        </p:nvSpPr>
        <p:spPr>
          <a:xfrm>
            <a:off x="5459348" y="5552926"/>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14" name="object 42">
            <a:extLst>
              <a:ext uri="{FF2B5EF4-FFF2-40B4-BE49-F238E27FC236}">
                <a16:creationId xmlns:a16="http://schemas.microsoft.com/office/drawing/2014/main" id="{DC0D5F35-F67E-E94E-BD35-02F0F3A75C68}"/>
              </a:ext>
            </a:extLst>
          </p:cNvPr>
          <p:cNvSpPr txBox="1"/>
          <p:nvPr/>
        </p:nvSpPr>
        <p:spPr>
          <a:xfrm>
            <a:off x="6169914" y="5555657"/>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15" name="object 43">
            <a:extLst>
              <a:ext uri="{FF2B5EF4-FFF2-40B4-BE49-F238E27FC236}">
                <a16:creationId xmlns:a16="http://schemas.microsoft.com/office/drawing/2014/main" id="{D33E4164-C1F7-D84B-9CE1-0B7CDDF7C23E}"/>
              </a:ext>
            </a:extLst>
          </p:cNvPr>
          <p:cNvSpPr txBox="1"/>
          <p:nvPr/>
        </p:nvSpPr>
        <p:spPr>
          <a:xfrm>
            <a:off x="6880479" y="5555657"/>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16" name="object 44">
            <a:extLst>
              <a:ext uri="{FF2B5EF4-FFF2-40B4-BE49-F238E27FC236}">
                <a16:creationId xmlns:a16="http://schemas.microsoft.com/office/drawing/2014/main" id="{8E53D1E6-F3F6-684C-A49F-4728FC4D812F}"/>
              </a:ext>
            </a:extLst>
          </p:cNvPr>
          <p:cNvSpPr txBox="1"/>
          <p:nvPr/>
        </p:nvSpPr>
        <p:spPr>
          <a:xfrm>
            <a:off x="7591043" y="555565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17" name="object 45">
            <a:extLst>
              <a:ext uri="{FF2B5EF4-FFF2-40B4-BE49-F238E27FC236}">
                <a16:creationId xmlns:a16="http://schemas.microsoft.com/office/drawing/2014/main" id="{69873C85-28D8-4540-9069-80CC468B02FD}"/>
              </a:ext>
            </a:extLst>
          </p:cNvPr>
          <p:cNvSpPr txBox="1"/>
          <p:nvPr/>
        </p:nvSpPr>
        <p:spPr>
          <a:xfrm>
            <a:off x="8301608" y="5553269"/>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18" name="object 46">
            <a:extLst>
              <a:ext uri="{FF2B5EF4-FFF2-40B4-BE49-F238E27FC236}">
                <a16:creationId xmlns:a16="http://schemas.microsoft.com/office/drawing/2014/main" id="{D6DD838C-A37D-104A-88C7-2973AB8CF3B8}"/>
              </a:ext>
            </a:extLst>
          </p:cNvPr>
          <p:cNvSpPr txBox="1"/>
          <p:nvPr/>
        </p:nvSpPr>
        <p:spPr>
          <a:xfrm>
            <a:off x="9012173" y="555057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19" name="object 47">
            <a:extLst>
              <a:ext uri="{FF2B5EF4-FFF2-40B4-BE49-F238E27FC236}">
                <a16:creationId xmlns:a16="http://schemas.microsoft.com/office/drawing/2014/main" id="{C2500572-279D-B74A-817B-7BA57F6F90C1}"/>
              </a:ext>
            </a:extLst>
          </p:cNvPr>
          <p:cNvSpPr txBox="1"/>
          <p:nvPr/>
        </p:nvSpPr>
        <p:spPr>
          <a:xfrm>
            <a:off x="9722739" y="555057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41" name="object 48">
            <a:extLst>
              <a:ext uri="{FF2B5EF4-FFF2-40B4-BE49-F238E27FC236}">
                <a16:creationId xmlns:a16="http://schemas.microsoft.com/office/drawing/2014/main" id="{3EA8B64E-D7E0-154A-8001-D555C254E4D7}"/>
              </a:ext>
            </a:extLst>
          </p:cNvPr>
          <p:cNvSpPr txBox="1"/>
          <p:nvPr/>
        </p:nvSpPr>
        <p:spPr>
          <a:xfrm>
            <a:off x="10433304" y="555057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43" name="object 49">
            <a:extLst>
              <a:ext uri="{FF2B5EF4-FFF2-40B4-BE49-F238E27FC236}">
                <a16:creationId xmlns:a16="http://schemas.microsoft.com/office/drawing/2014/main" id="{2F6916DB-56D7-1944-9369-A6D35C3DA369}"/>
              </a:ext>
            </a:extLst>
          </p:cNvPr>
          <p:cNvSpPr txBox="1"/>
          <p:nvPr/>
        </p:nvSpPr>
        <p:spPr>
          <a:xfrm>
            <a:off x="11143868" y="555057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
        <p:nvSpPr>
          <p:cNvPr id="144" name="object 50">
            <a:extLst>
              <a:ext uri="{FF2B5EF4-FFF2-40B4-BE49-F238E27FC236}">
                <a16:creationId xmlns:a16="http://schemas.microsoft.com/office/drawing/2014/main" id="{0E76E2B6-399E-7B44-906A-51A0BEBE8C55}"/>
              </a:ext>
            </a:extLst>
          </p:cNvPr>
          <p:cNvSpPr/>
          <p:nvPr/>
        </p:nvSpPr>
        <p:spPr>
          <a:xfrm>
            <a:off x="2608326" y="2981709"/>
            <a:ext cx="778510" cy="731520"/>
          </a:xfrm>
          <a:custGeom>
            <a:avLst/>
            <a:gdLst/>
            <a:ahLst/>
            <a:cxnLst/>
            <a:rect l="l" t="t" r="r" b="b"/>
            <a:pathLst>
              <a:path w="778510" h="731520">
                <a:moveTo>
                  <a:pt x="0" y="121920"/>
                </a:moveTo>
                <a:lnTo>
                  <a:pt x="9584" y="74473"/>
                </a:lnTo>
                <a:lnTo>
                  <a:pt x="35718" y="35718"/>
                </a:lnTo>
                <a:lnTo>
                  <a:pt x="74473" y="9584"/>
                </a:lnTo>
                <a:lnTo>
                  <a:pt x="121919" y="0"/>
                </a:lnTo>
                <a:lnTo>
                  <a:pt x="656082" y="0"/>
                </a:lnTo>
                <a:lnTo>
                  <a:pt x="703528" y="9584"/>
                </a:lnTo>
                <a:lnTo>
                  <a:pt x="742283" y="35718"/>
                </a:lnTo>
                <a:lnTo>
                  <a:pt x="768417" y="74473"/>
                </a:lnTo>
                <a:lnTo>
                  <a:pt x="778001" y="121920"/>
                </a:lnTo>
                <a:lnTo>
                  <a:pt x="778001" y="609600"/>
                </a:lnTo>
                <a:lnTo>
                  <a:pt x="768417" y="657046"/>
                </a:lnTo>
                <a:lnTo>
                  <a:pt x="742283" y="695801"/>
                </a:lnTo>
                <a:lnTo>
                  <a:pt x="703528" y="721935"/>
                </a:lnTo>
                <a:lnTo>
                  <a:pt x="656082" y="731520"/>
                </a:lnTo>
                <a:lnTo>
                  <a:pt x="121919" y="731520"/>
                </a:lnTo>
                <a:lnTo>
                  <a:pt x="74473" y="721935"/>
                </a:lnTo>
                <a:lnTo>
                  <a:pt x="35718" y="695801"/>
                </a:lnTo>
                <a:lnTo>
                  <a:pt x="9584" y="657046"/>
                </a:lnTo>
                <a:lnTo>
                  <a:pt x="0" y="609600"/>
                </a:lnTo>
                <a:lnTo>
                  <a:pt x="0" y="121920"/>
                </a:lnTo>
                <a:close/>
              </a:path>
            </a:pathLst>
          </a:custGeom>
          <a:ln w="38099">
            <a:solidFill>
              <a:srgbClr val="FF0000"/>
            </a:solidFill>
            <a:prstDash val="lgDash"/>
          </a:ln>
        </p:spPr>
        <p:txBody>
          <a:bodyPr wrap="square" lIns="0" tIns="0" rIns="0" bIns="0" rtlCol="0"/>
          <a:lstStyle/>
          <a:p>
            <a:endParaRPr/>
          </a:p>
        </p:txBody>
      </p:sp>
    </p:spTree>
    <p:extLst>
      <p:ext uri="{BB962C8B-B14F-4D97-AF65-F5344CB8AC3E}">
        <p14:creationId xmlns:p14="http://schemas.microsoft.com/office/powerpoint/2010/main" val="23283911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50" name="object 3">
            <a:extLst>
              <a:ext uri="{FF2B5EF4-FFF2-40B4-BE49-F238E27FC236}">
                <a16:creationId xmlns:a16="http://schemas.microsoft.com/office/drawing/2014/main" id="{C43A3DEC-E81D-6347-978D-E391B13565A9}"/>
              </a:ext>
            </a:extLst>
          </p:cNvPr>
          <p:cNvGraphicFramePr>
            <a:graphicFrameLocks noGrp="1"/>
          </p:cNvGraphicFramePr>
          <p:nvPr>
            <p:extLst>
              <p:ext uri="{D42A27DB-BD31-4B8C-83A1-F6EECF244321}">
                <p14:modId xmlns:p14="http://schemas.microsoft.com/office/powerpoint/2010/main" val="3042516173"/>
              </p:ext>
            </p:extLst>
          </p:nvPr>
        </p:nvGraphicFramePr>
        <p:xfrm>
          <a:off x="1458467" y="798414"/>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51" name="object 4">
            <a:extLst>
              <a:ext uri="{FF2B5EF4-FFF2-40B4-BE49-F238E27FC236}">
                <a16:creationId xmlns:a16="http://schemas.microsoft.com/office/drawing/2014/main" id="{47EA28F1-CADE-304F-A39C-23AD5F7F0228}"/>
              </a:ext>
            </a:extLst>
          </p:cNvPr>
          <p:cNvGraphicFramePr>
            <a:graphicFrameLocks noGrp="1"/>
          </p:cNvGraphicFramePr>
          <p:nvPr>
            <p:extLst>
              <p:ext uri="{D42A27DB-BD31-4B8C-83A1-F6EECF244321}">
                <p14:modId xmlns:p14="http://schemas.microsoft.com/office/powerpoint/2010/main" val="3617396596"/>
              </p:ext>
            </p:extLst>
          </p:nvPr>
        </p:nvGraphicFramePr>
        <p:xfrm>
          <a:off x="1184376" y="1863816"/>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2" name="object 5">
            <a:extLst>
              <a:ext uri="{FF2B5EF4-FFF2-40B4-BE49-F238E27FC236}">
                <a16:creationId xmlns:a16="http://schemas.microsoft.com/office/drawing/2014/main" id="{F0778804-5F64-E842-A6EB-4B535082F791}"/>
              </a:ext>
            </a:extLst>
          </p:cNvPr>
          <p:cNvGraphicFramePr>
            <a:graphicFrameLocks noGrp="1"/>
          </p:cNvGraphicFramePr>
          <p:nvPr>
            <p:extLst>
              <p:ext uri="{D42A27DB-BD31-4B8C-83A1-F6EECF244321}">
                <p14:modId xmlns:p14="http://schemas.microsoft.com/office/powerpoint/2010/main" val="3126900826"/>
              </p:ext>
            </p:extLst>
          </p:nvPr>
        </p:nvGraphicFramePr>
        <p:xfrm>
          <a:off x="6281165" y="1868388"/>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53" name="object 6">
            <a:extLst>
              <a:ext uri="{FF2B5EF4-FFF2-40B4-BE49-F238E27FC236}">
                <a16:creationId xmlns:a16="http://schemas.microsoft.com/office/drawing/2014/main" id="{AEC98A6D-1227-734F-8C86-0E9063DE5CCE}"/>
              </a:ext>
            </a:extLst>
          </p:cNvPr>
          <p:cNvSpPr/>
          <p:nvPr/>
        </p:nvSpPr>
        <p:spPr>
          <a:xfrm>
            <a:off x="3507485" y="1394932"/>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54" name="object 7">
            <a:extLst>
              <a:ext uri="{FF2B5EF4-FFF2-40B4-BE49-F238E27FC236}">
                <a16:creationId xmlns:a16="http://schemas.microsoft.com/office/drawing/2014/main" id="{FFDD367E-493A-FC42-93FD-F9826E2ECFF0}"/>
              </a:ext>
            </a:extLst>
          </p:cNvPr>
          <p:cNvGraphicFramePr>
            <a:graphicFrameLocks noGrp="1"/>
          </p:cNvGraphicFramePr>
          <p:nvPr>
            <p:extLst>
              <p:ext uri="{D42A27DB-BD31-4B8C-83A1-F6EECF244321}">
                <p14:modId xmlns:p14="http://schemas.microsoft.com/office/powerpoint/2010/main" val="731229842"/>
              </p:ext>
            </p:extLst>
          </p:nvPr>
        </p:nvGraphicFramePr>
        <p:xfrm>
          <a:off x="961783" y="3016215"/>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5" name="object 8">
            <a:extLst>
              <a:ext uri="{FF2B5EF4-FFF2-40B4-BE49-F238E27FC236}">
                <a16:creationId xmlns:a16="http://schemas.microsoft.com/office/drawing/2014/main" id="{247085E1-0E7B-5148-8205-E1CF9A0E84CF}"/>
              </a:ext>
            </a:extLst>
          </p:cNvPr>
          <p:cNvGraphicFramePr>
            <a:graphicFrameLocks noGrp="1"/>
          </p:cNvGraphicFramePr>
          <p:nvPr>
            <p:extLst>
              <p:ext uri="{D42A27DB-BD31-4B8C-83A1-F6EECF244321}">
                <p14:modId xmlns:p14="http://schemas.microsoft.com/office/powerpoint/2010/main" val="3546290571"/>
              </p:ext>
            </p:extLst>
          </p:nvPr>
        </p:nvGraphicFramePr>
        <p:xfrm>
          <a:off x="3556253" y="3009610"/>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6" name="object 9">
            <a:extLst>
              <a:ext uri="{FF2B5EF4-FFF2-40B4-BE49-F238E27FC236}">
                <a16:creationId xmlns:a16="http://schemas.microsoft.com/office/drawing/2014/main" id="{DF9EECCA-0956-5143-9236-9AA5E9518003}"/>
              </a:ext>
            </a:extLst>
          </p:cNvPr>
          <p:cNvGraphicFramePr>
            <a:graphicFrameLocks noGrp="1"/>
          </p:cNvGraphicFramePr>
          <p:nvPr>
            <p:extLst>
              <p:ext uri="{D42A27DB-BD31-4B8C-83A1-F6EECF244321}">
                <p14:modId xmlns:p14="http://schemas.microsoft.com/office/powerpoint/2010/main" val="1513969069"/>
              </p:ext>
            </p:extLst>
          </p:nvPr>
        </p:nvGraphicFramePr>
        <p:xfrm>
          <a:off x="693140" y="4265895"/>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7" name="object 10">
            <a:extLst>
              <a:ext uri="{FF2B5EF4-FFF2-40B4-BE49-F238E27FC236}">
                <a16:creationId xmlns:a16="http://schemas.microsoft.com/office/drawing/2014/main" id="{94E4ECB6-D06F-6346-93D3-9596CCA3AF55}"/>
              </a:ext>
            </a:extLst>
          </p:cNvPr>
          <p:cNvGraphicFramePr>
            <a:graphicFrameLocks noGrp="1"/>
          </p:cNvGraphicFramePr>
          <p:nvPr>
            <p:extLst>
              <p:ext uri="{D42A27DB-BD31-4B8C-83A1-F6EECF244321}">
                <p14:modId xmlns:p14="http://schemas.microsoft.com/office/powerpoint/2010/main" val="1046527352"/>
              </p:ext>
            </p:extLst>
          </p:nvPr>
        </p:nvGraphicFramePr>
        <p:xfrm>
          <a:off x="2057400" y="426157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8" name="object 11">
            <a:extLst>
              <a:ext uri="{FF2B5EF4-FFF2-40B4-BE49-F238E27FC236}">
                <a16:creationId xmlns:a16="http://schemas.microsoft.com/office/drawing/2014/main" id="{08818675-F239-AC4E-A3B7-23A0ACAF039A}"/>
              </a:ext>
            </a:extLst>
          </p:cNvPr>
          <p:cNvGraphicFramePr>
            <a:graphicFrameLocks noGrp="1"/>
          </p:cNvGraphicFramePr>
          <p:nvPr>
            <p:extLst>
              <p:ext uri="{D42A27DB-BD31-4B8C-83A1-F6EECF244321}">
                <p14:modId xmlns:p14="http://schemas.microsoft.com/office/powerpoint/2010/main" val="1792312411"/>
              </p:ext>
            </p:extLst>
          </p:nvPr>
        </p:nvGraphicFramePr>
        <p:xfrm>
          <a:off x="3421507" y="426157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9" name="object 12">
            <a:extLst>
              <a:ext uri="{FF2B5EF4-FFF2-40B4-BE49-F238E27FC236}">
                <a16:creationId xmlns:a16="http://schemas.microsoft.com/office/drawing/2014/main" id="{973A06CA-D15C-8541-B8B7-40608D6E1B68}"/>
              </a:ext>
            </a:extLst>
          </p:cNvPr>
          <p:cNvGraphicFramePr>
            <a:graphicFrameLocks noGrp="1"/>
          </p:cNvGraphicFramePr>
          <p:nvPr>
            <p:extLst>
              <p:ext uri="{D42A27DB-BD31-4B8C-83A1-F6EECF244321}">
                <p14:modId xmlns:p14="http://schemas.microsoft.com/office/powerpoint/2010/main" val="1860367941"/>
              </p:ext>
            </p:extLst>
          </p:nvPr>
        </p:nvGraphicFramePr>
        <p:xfrm>
          <a:off x="4785740" y="4265895"/>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60" name="object 13">
            <a:extLst>
              <a:ext uri="{FF2B5EF4-FFF2-40B4-BE49-F238E27FC236}">
                <a16:creationId xmlns:a16="http://schemas.microsoft.com/office/drawing/2014/main" id="{DBCABB12-0F44-0842-92FE-7AF1B93F8F91}"/>
              </a:ext>
            </a:extLst>
          </p:cNvPr>
          <p:cNvGraphicFramePr>
            <a:graphicFrameLocks noGrp="1"/>
          </p:cNvGraphicFramePr>
          <p:nvPr>
            <p:extLst>
              <p:ext uri="{D42A27DB-BD31-4B8C-83A1-F6EECF244321}">
                <p14:modId xmlns:p14="http://schemas.microsoft.com/office/powerpoint/2010/main" val="2148081905"/>
              </p:ext>
            </p:extLst>
          </p:nvPr>
        </p:nvGraphicFramePr>
        <p:xfrm>
          <a:off x="6150736" y="3014183"/>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1" name="object 14">
            <a:extLst>
              <a:ext uri="{FF2B5EF4-FFF2-40B4-BE49-F238E27FC236}">
                <a16:creationId xmlns:a16="http://schemas.microsoft.com/office/drawing/2014/main" id="{C72E32B9-CAF8-2849-80D0-3D7FD97139EB}"/>
              </a:ext>
            </a:extLst>
          </p:cNvPr>
          <p:cNvGraphicFramePr>
            <a:graphicFrameLocks noGrp="1"/>
          </p:cNvGraphicFramePr>
          <p:nvPr>
            <p:extLst>
              <p:ext uri="{D42A27DB-BD31-4B8C-83A1-F6EECF244321}">
                <p14:modId xmlns:p14="http://schemas.microsoft.com/office/powerpoint/2010/main" val="2086748886"/>
              </p:ext>
            </p:extLst>
          </p:nvPr>
        </p:nvGraphicFramePr>
        <p:xfrm>
          <a:off x="8745219" y="3014183"/>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2" name="object 15">
            <a:extLst>
              <a:ext uri="{FF2B5EF4-FFF2-40B4-BE49-F238E27FC236}">
                <a16:creationId xmlns:a16="http://schemas.microsoft.com/office/drawing/2014/main" id="{3066AB38-9267-C140-838F-30C0B15B9C5A}"/>
              </a:ext>
            </a:extLst>
          </p:cNvPr>
          <p:cNvGraphicFramePr>
            <a:graphicFrameLocks noGrp="1"/>
          </p:cNvGraphicFramePr>
          <p:nvPr>
            <p:extLst>
              <p:ext uri="{D42A27DB-BD31-4B8C-83A1-F6EECF244321}">
                <p14:modId xmlns:p14="http://schemas.microsoft.com/office/powerpoint/2010/main" val="36620161"/>
              </p:ext>
            </p:extLst>
          </p:nvPr>
        </p:nvGraphicFramePr>
        <p:xfrm>
          <a:off x="6149975" y="426157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98" name="object 16">
            <a:extLst>
              <a:ext uri="{FF2B5EF4-FFF2-40B4-BE49-F238E27FC236}">
                <a16:creationId xmlns:a16="http://schemas.microsoft.com/office/drawing/2014/main" id="{9BE66B24-AC07-9D4E-A1AA-000A7CB0A89B}"/>
              </a:ext>
            </a:extLst>
          </p:cNvPr>
          <p:cNvGraphicFramePr>
            <a:graphicFrameLocks noGrp="1"/>
          </p:cNvGraphicFramePr>
          <p:nvPr>
            <p:extLst>
              <p:ext uri="{D42A27DB-BD31-4B8C-83A1-F6EECF244321}">
                <p14:modId xmlns:p14="http://schemas.microsoft.com/office/powerpoint/2010/main" val="456827674"/>
              </p:ext>
            </p:extLst>
          </p:nvPr>
        </p:nvGraphicFramePr>
        <p:xfrm>
          <a:off x="7514081" y="426157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99" name="object 17">
            <a:extLst>
              <a:ext uri="{FF2B5EF4-FFF2-40B4-BE49-F238E27FC236}">
                <a16:creationId xmlns:a16="http://schemas.microsoft.com/office/drawing/2014/main" id="{7910D05E-0C15-4C48-A82C-7D6CC8B1C550}"/>
              </a:ext>
            </a:extLst>
          </p:cNvPr>
          <p:cNvGraphicFramePr>
            <a:graphicFrameLocks noGrp="1"/>
          </p:cNvGraphicFramePr>
          <p:nvPr>
            <p:extLst>
              <p:ext uri="{D42A27DB-BD31-4B8C-83A1-F6EECF244321}">
                <p14:modId xmlns:p14="http://schemas.microsoft.com/office/powerpoint/2010/main" val="4274083691"/>
              </p:ext>
            </p:extLst>
          </p:nvPr>
        </p:nvGraphicFramePr>
        <p:xfrm>
          <a:off x="8878316" y="426157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100" name="object 18">
            <a:extLst>
              <a:ext uri="{FF2B5EF4-FFF2-40B4-BE49-F238E27FC236}">
                <a16:creationId xmlns:a16="http://schemas.microsoft.com/office/drawing/2014/main" id="{F7816D81-2CC1-DA49-9505-E64CE9374973}"/>
              </a:ext>
            </a:extLst>
          </p:cNvPr>
          <p:cNvGraphicFramePr>
            <a:graphicFrameLocks noGrp="1"/>
          </p:cNvGraphicFramePr>
          <p:nvPr>
            <p:extLst>
              <p:ext uri="{D42A27DB-BD31-4B8C-83A1-F6EECF244321}">
                <p14:modId xmlns:p14="http://schemas.microsoft.com/office/powerpoint/2010/main" val="2066961444"/>
              </p:ext>
            </p:extLst>
          </p:nvPr>
        </p:nvGraphicFramePr>
        <p:xfrm>
          <a:off x="10242550" y="4261577"/>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sp>
        <p:nvSpPr>
          <p:cNvPr id="101" name="object 19">
            <a:extLst>
              <a:ext uri="{FF2B5EF4-FFF2-40B4-BE49-F238E27FC236}">
                <a16:creationId xmlns:a16="http://schemas.microsoft.com/office/drawing/2014/main" id="{B7B7BCFC-85F8-6A49-91B9-948C9E5729DF}"/>
              </a:ext>
            </a:extLst>
          </p:cNvPr>
          <p:cNvSpPr/>
          <p:nvPr/>
        </p:nvSpPr>
        <p:spPr>
          <a:xfrm>
            <a:off x="773430" y="4839934"/>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102" name="object 20">
            <a:extLst>
              <a:ext uri="{FF2B5EF4-FFF2-40B4-BE49-F238E27FC236}">
                <a16:creationId xmlns:a16="http://schemas.microsoft.com/office/drawing/2014/main" id="{56B68ACE-0B13-FE42-B828-333CDEFFAC73}"/>
              </a:ext>
            </a:extLst>
          </p:cNvPr>
          <p:cNvSpPr/>
          <p:nvPr/>
        </p:nvSpPr>
        <p:spPr>
          <a:xfrm>
            <a:off x="2132838" y="2460208"/>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103" name="object 21">
            <a:extLst>
              <a:ext uri="{FF2B5EF4-FFF2-40B4-BE49-F238E27FC236}">
                <a16:creationId xmlns:a16="http://schemas.microsoft.com/office/drawing/2014/main" id="{5DD8A207-4CBE-E04C-AD7F-0E222A76DFA7}"/>
              </a:ext>
            </a:extLst>
          </p:cNvPr>
          <p:cNvSpPr/>
          <p:nvPr/>
        </p:nvSpPr>
        <p:spPr>
          <a:xfrm>
            <a:off x="7322057" y="2464781"/>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104" name="object 22">
            <a:extLst>
              <a:ext uri="{FF2B5EF4-FFF2-40B4-BE49-F238E27FC236}">
                <a16:creationId xmlns:a16="http://schemas.microsoft.com/office/drawing/2014/main" id="{A5878CBF-BAC8-1944-B477-B63D08DFF8CD}"/>
              </a:ext>
            </a:extLst>
          </p:cNvPr>
          <p:cNvSpPr/>
          <p:nvPr/>
        </p:nvSpPr>
        <p:spPr>
          <a:xfrm>
            <a:off x="1288541" y="3612352"/>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105" name="object 23">
            <a:extLst>
              <a:ext uri="{FF2B5EF4-FFF2-40B4-BE49-F238E27FC236}">
                <a16:creationId xmlns:a16="http://schemas.microsoft.com/office/drawing/2014/main" id="{112FD99B-F416-AA48-BE3C-5378DB77212B}"/>
              </a:ext>
            </a:extLst>
          </p:cNvPr>
          <p:cNvSpPr/>
          <p:nvPr/>
        </p:nvSpPr>
        <p:spPr>
          <a:xfrm>
            <a:off x="4016502" y="3623021"/>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106" name="object 24">
            <a:extLst>
              <a:ext uri="{FF2B5EF4-FFF2-40B4-BE49-F238E27FC236}">
                <a16:creationId xmlns:a16="http://schemas.microsoft.com/office/drawing/2014/main" id="{4D0303B2-CF1E-6C47-9935-B0307A1176CB}"/>
              </a:ext>
            </a:extLst>
          </p:cNvPr>
          <p:cNvSpPr/>
          <p:nvPr/>
        </p:nvSpPr>
        <p:spPr>
          <a:xfrm>
            <a:off x="6745223" y="3603971"/>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107" name="object 25">
            <a:extLst>
              <a:ext uri="{FF2B5EF4-FFF2-40B4-BE49-F238E27FC236}">
                <a16:creationId xmlns:a16="http://schemas.microsoft.com/office/drawing/2014/main" id="{60F8AC9D-8825-6A4A-87C5-CDA5F07CFF01}"/>
              </a:ext>
            </a:extLst>
          </p:cNvPr>
          <p:cNvSpPr/>
          <p:nvPr/>
        </p:nvSpPr>
        <p:spPr>
          <a:xfrm>
            <a:off x="9473183" y="3611590"/>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108" name="object 26">
            <a:extLst>
              <a:ext uri="{FF2B5EF4-FFF2-40B4-BE49-F238E27FC236}">
                <a16:creationId xmlns:a16="http://schemas.microsoft.com/office/drawing/2014/main" id="{838F73BD-6B3F-794C-81C7-BA3CFB44B1F7}"/>
              </a:ext>
            </a:extLst>
          </p:cNvPr>
          <p:cNvSpPr/>
          <p:nvPr/>
        </p:nvSpPr>
        <p:spPr>
          <a:xfrm>
            <a:off x="2194560" y="4851365"/>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109" name="object 27">
            <a:extLst>
              <a:ext uri="{FF2B5EF4-FFF2-40B4-BE49-F238E27FC236}">
                <a16:creationId xmlns:a16="http://schemas.microsoft.com/office/drawing/2014/main" id="{3A0B01E8-53F2-8649-850B-539058999B04}"/>
              </a:ext>
            </a:extLst>
          </p:cNvPr>
          <p:cNvSpPr/>
          <p:nvPr/>
        </p:nvSpPr>
        <p:spPr>
          <a:xfrm>
            <a:off x="3615690" y="4865842"/>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120" name="object 28">
            <a:extLst>
              <a:ext uri="{FF2B5EF4-FFF2-40B4-BE49-F238E27FC236}">
                <a16:creationId xmlns:a16="http://schemas.microsoft.com/office/drawing/2014/main" id="{E4C901F9-92AB-CA48-928F-CBEF2339173F}"/>
              </a:ext>
            </a:extLst>
          </p:cNvPr>
          <p:cNvSpPr/>
          <p:nvPr/>
        </p:nvSpPr>
        <p:spPr>
          <a:xfrm>
            <a:off x="5036820" y="4869652"/>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121" name="object 29">
            <a:extLst>
              <a:ext uri="{FF2B5EF4-FFF2-40B4-BE49-F238E27FC236}">
                <a16:creationId xmlns:a16="http://schemas.microsoft.com/office/drawing/2014/main" id="{37EDA9DF-33D0-834F-BD50-CFA2E3D9A193}"/>
              </a:ext>
            </a:extLst>
          </p:cNvPr>
          <p:cNvSpPr/>
          <p:nvPr/>
        </p:nvSpPr>
        <p:spPr>
          <a:xfrm>
            <a:off x="6429755" y="4852127"/>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122" name="object 30">
            <a:extLst>
              <a:ext uri="{FF2B5EF4-FFF2-40B4-BE49-F238E27FC236}">
                <a16:creationId xmlns:a16="http://schemas.microsoft.com/office/drawing/2014/main" id="{96F07F2B-733E-154C-A6CE-1EB37BF30BFB}"/>
              </a:ext>
            </a:extLst>
          </p:cNvPr>
          <p:cNvSpPr/>
          <p:nvPr/>
        </p:nvSpPr>
        <p:spPr>
          <a:xfrm>
            <a:off x="7879080" y="4862795"/>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123" name="object 31">
            <a:extLst>
              <a:ext uri="{FF2B5EF4-FFF2-40B4-BE49-F238E27FC236}">
                <a16:creationId xmlns:a16="http://schemas.microsoft.com/office/drawing/2014/main" id="{B3497719-312B-FB42-A394-3753112FCA38}"/>
              </a:ext>
            </a:extLst>
          </p:cNvPr>
          <p:cNvSpPr/>
          <p:nvPr/>
        </p:nvSpPr>
        <p:spPr>
          <a:xfrm>
            <a:off x="9300209" y="4855936"/>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124" name="object 32">
            <a:extLst>
              <a:ext uri="{FF2B5EF4-FFF2-40B4-BE49-F238E27FC236}">
                <a16:creationId xmlns:a16="http://schemas.microsoft.com/office/drawing/2014/main" id="{924F8C7F-7DD7-274B-9DC6-7ADDB9FB94D8}"/>
              </a:ext>
            </a:extLst>
          </p:cNvPr>
          <p:cNvSpPr/>
          <p:nvPr/>
        </p:nvSpPr>
        <p:spPr>
          <a:xfrm>
            <a:off x="10721340" y="4851365"/>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125" name="object 34">
            <a:extLst>
              <a:ext uri="{FF2B5EF4-FFF2-40B4-BE49-F238E27FC236}">
                <a16:creationId xmlns:a16="http://schemas.microsoft.com/office/drawing/2014/main" id="{F9E8910F-6DF4-A649-A745-66553312C2F9}"/>
              </a:ext>
            </a:extLst>
          </p:cNvPr>
          <p:cNvSpPr txBox="1"/>
          <p:nvPr/>
        </p:nvSpPr>
        <p:spPr>
          <a:xfrm>
            <a:off x="485317" y="554140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126" name="object 35">
            <a:extLst>
              <a:ext uri="{FF2B5EF4-FFF2-40B4-BE49-F238E27FC236}">
                <a16:creationId xmlns:a16="http://schemas.microsoft.com/office/drawing/2014/main" id="{D1F9C570-4D7A-7641-B244-9595AB3B2AD4}"/>
              </a:ext>
            </a:extLst>
          </p:cNvPr>
          <p:cNvSpPr txBox="1"/>
          <p:nvPr/>
        </p:nvSpPr>
        <p:spPr>
          <a:xfrm>
            <a:off x="1195882" y="5541203"/>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127" name="object 36">
            <a:extLst>
              <a:ext uri="{FF2B5EF4-FFF2-40B4-BE49-F238E27FC236}">
                <a16:creationId xmlns:a16="http://schemas.microsoft.com/office/drawing/2014/main" id="{CF3C673D-4C47-C44B-9712-F490A2FF4FC1}"/>
              </a:ext>
            </a:extLst>
          </p:cNvPr>
          <p:cNvSpPr txBox="1"/>
          <p:nvPr/>
        </p:nvSpPr>
        <p:spPr>
          <a:xfrm>
            <a:off x="1906397" y="5541203"/>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28" name="object 37">
            <a:extLst>
              <a:ext uri="{FF2B5EF4-FFF2-40B4-BE49-F238E27FC236}">
                <a16:creationId xmlns:a16="http://schemas.microsoft.com/office/drawing/2014/main" id="{66C2DEDE-AB5D-274D-835E-90CDB64BE512}"/>
              </a:ext>
            </a:extLst>
          </p:cNvPr>
          <p:cNvSpPr txBox="1"/>
          <p:nvPr/>
        </p:nvSpPr>
        <p:spPr>
          <a:xfrm>
            <a:off x="2616961" y="5541203"/>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129" name="object 38">
            <a:extLst>
              <a:ext uri="{FF2B5EF4-FFF2-40B4-BE49-F238E27FC236}">
                <a16:creationId xmlns:a16="http://schemas.microsoft.com/office/drawing/2014/main" id="{5952153C-9E2F-A84F-A50B-E8F8E63BB664}"/>
              </a:ext>
            </a:extLst>
          </p:cNvPr>
          <p:cNvSpPr txBox="1"/>
          <p:nvPr/>
        </p:nvSpPr>
        <p:spPr>
          <a:xfrm>
            <a:off x="3327527" y="5541203"/>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130" name="object 39">
            <a:extLst>
              <a:ext uri="{FF2B5EF4-FFF2-40B4-BE49-F238E27FC236}">
                <a16:creationId xmlns:a16="http://schemas.microsoft.com/office/drawing/2014/main" id="{8A28FB9A-E689-F04A-A5DA-4526825F5A3A}"/>
              </a:ext>
            </a:extLst>
          </p:cNvPr>
          <p:cNvSpPr txBox="1"/>
          <p:nvPr/>
        </p:nvSpPr>
        <p:spPr>
          <a:xfrm>
            <a:off x="4038219" y="5541203"/>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31" name="object 40">
            <a:extLst>
              <a:ext uri="{FF2B5EF4-FFF2-40B4-BE49-F238E27FC236}">
                <a16:creationId xmlns:a16="http://schemas.microsoft.com/office/drawing/2014/main" id="{9681AB48-6E86-7E47-8473-E397DB72A68B}"/>
              </a:ext>
            </a:extLst>
          </p:cNvPr>
          <p:cNvSpPr txBox="1"/>
          <p:nvPr/>
        </p:nvSpPr>
        <p:spPr>
          <a:xfrm>
            <a:off x="4748784" y="5541203"/>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32" name="object 41">
            <a:extLst>
              <a:ext uri="{FF2B5EF4-FFF2-40B4-BE49-F238E27FC236}">
                <a16:creationId xmlns:a16="http://schemas.microsoft.com/office/drawing/2014/main" id="{1B3B79BF-E240-EC4F-94A6-C07D0FDA6703}"/>
              </a:ext>
            </a:extLst>
          </p:cNvPr>
          <p:cNvSpPr txBox="1"/>
          <p:nvPr/>
        </p:nvSpPr>
        <p:spPr>
          <a:xfrm>
            <a:off x="5459348" y="5541203"/>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33" name="object 42">
            <a:extLst>
              <a:ext uri="{FF2B5EF4-FFF2-40B4-BE49-F238E27FC236}">
                <a16:creationId xmlns:a16="http://schemas.microsoft.com/office/drawing/2014/main" id="{7CDF2988-138B-0E42-827F-131F2C0C21D8}"/>
              </a:ext>
            </a:extLst>
          </p:cNvPr>
          <p:cNvSpPr txBox="1"/>
          <p:nvPr/>
        </p:nvSpPr>
        <p:spPr>
          <a:xfrm>
            <a:off x="6169914" y="5543934"/>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34" name="object 43">
            <a:extLst>
              <a:ext uri="{FF2B5EF4-FFF2-40B4-BE49-F238E27FC236}">
                <a16:creationId xmlns:a16="http://schemas.microsoft.com/office/drawing/2014/main" id="{BC762C3A-4A08-3E42-8EEB-C12780162CE8}"/>
              </a:ext>
            </a:extLst>
          </p:cNvPr>
          <p:cNvSpPr txBox="1"/>
          <p:nvPr/>
        </p:nvSpPr>
        <p:spPr>
          <a:xfrm>
            <a:off x="6880479" y="5543934"/>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35" name="object 44">
            <a:extLst>
              <a:ext uri="{FF2B5EF4-FFF2-40B4-BE49-F238E27FC236}">
                <a16:creationId xmlns:a16="http://schemas.microsoft.com/office/drawing/2014/main" id="{2D5D790A-1C19-8347-A1CD-FACEA05820FC}"/>
              </a:ext>
            </a:extLst>
          </p:cNvPr>
          <p:cNvSpPr txBox="1"/>
          <p:nvPr/>
        </p:nvSpPr>
        <p:spPr>
          <a:xfrm>
            <a:off x="7591043" y="5543934"/>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36" name="object 45">
            <a:extLst>
              <a:ext uri="{FF2B5EF4-FFF2-40B4-BE49-F238E27FC236}">
                <a16:creationId xmlns:a16="http://schemas.microsoft.com/office/drawing/2014/main" id="{48CA4B80-33C4-1247-B97C-C9BB5FDAC3C2}"/>
              </a:ext>
            </a:extLst>
          </p:cNvPr>
          <p:cNvSpPr txBox="1"/>
          <p:nvPr/>
        </p:nvSpPr>
        <p:spPr>
          <a:xfrm>
            <a:off x="8301608" y="5541546"/>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37" name="object 46">
            <a:extLst>
              <a:ext uri="{FF2B5EF4-FFF2-40B4-BE49-F238E27FC236}">
                <a16:creationId xmlns:a16="http://schemas.microsoft.com/office/drawing/2014/main" id="{A7E24DD1-9705-0940-9D64-CF1EC6C138CF}"/>
              </a:ext>
            </a:extLst>
          </p:cNvPr>
          <p:cNvSpPr txBox="1"/>
          <p:nvPr/>
        </p:nvSpPr>
        <p:spPr>
          <a:xfrm>
            <a:off x="9012173" y="5538854"/>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38" name="object 47">
            <a:extLst>
              <a:ext uri="{FF2B5EF4-FFF2-40B4-BE49-F238E27FC236}">
                <a16:creationId xmlns:a16="http://schemas.microsoft.com/office/drawing/2014/main" id="{90CC17C2-49FA-FD4F-AD0F-A805677652E0}"/>
              </a:ext>
            </a:extLst>
          </p:cNvPr>
          <p:cNvSpPr txBox="1"/>
          <p:nvPr/>
        </p:nvSpPr>
        <p:spPr>
          <a:xfrm>
            <a:off x="9722739" y="5538854"/>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39" name="object 48">
            <a:extLst>
              <a:ext uri="{FF2B5EF4-FFF2-40B4-BE49-F238E27FC236}">
                <a16:creationId xmlns:a16="http://schemas.microsoft.com/office/drawing/2014/main" id="{9CAFE439-84D6-9C44-ABB0-ABDE85ECCBE0}"/>
              </a:ext>
            </a:extLst>
          </p:cNvPr>
          <p:cNvSpPr txBox="1"/>
          <p:nvPr/>
        </p:nvSpPr>
        <p:spPr>
          <a:xfrm>
            <a:off x="10433304" y="5538854"/>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40" name="object 49">
            <a:extLst>
              <a:ext uri="{FF2B5EF4-FFF2-40B4-BE49-F238E27FC236}">
                <a16:creationId xmlns:a16="http://schemas.microsoft.com/office/drawing/2014/main" id="{0EABE140-2D7A-654D-B816-FD7F7539FDB2}"/>
              </a:ext>
            </a:extLst>
          </p:cNvPr>
          <p:cNvSpPr txBox="1"/>
          <p:nvPr/>
        </p:nvSpPr>
        <p:spPr>
          <a:xfrm>
            <a:off x="11143868" y="5538854"/>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Tree>
    <p:extLst>
      <p:ext uri="{BB962C8B-B14F-4D97-AF65-F5344CB8AC3E}">
        <p14:creationId xmlns:p14="http://schemas.microsoft.com/office/powerpoint/2010/main" val="9681731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49" name="object 3">
            <a:extLst>
              <a:ext uri="{FF2B5EF4-FFF2-40B4-BE49-F238E27FC236}">
                <a16:creationId xmlns:a16="http://schemas.microsoft.com/office/drawing/2014/main" id="{5A23A683-62EF-C546-B565-C65CC184734F}"/>
              </a:ext>
            </a:extLst>
          </p:cNvPr>
          <p:cNvGraphicFramePr>
            <a:graphicFrameLocks noGrp="1"/>
          </p:cNvGraphicFramePr>
          <p:nvPr>
            <p:extLst>
              <p:ext uri="{D42A27DB-BD31-4B8C-83A1-F6EECF244321}">
                <p14:modId xmlns:p14="http://schemas.microsoft.com/office/powerpoint/2010/main" val="42061791"/>
              </p:ext>
            </p:extLst>
          </p:nvPr>
        </p:nvGraphicFramePr>
        <p:xfrm>
          <a:off x="1458467" y="774968"/>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a:lnSpc>
                          <a:spcPct val="100000"/>
                        </a:lnSpc>
                      </a:pPr>
                      <a:endParaRPr sz="2600">
                        <a:latin typeface="Times New Roman"/>
                        <a:cs typeface="Times New Roman"/>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63" name="object 4">
            <a:extLst>
              <a:ext uri="{FF2B5EF4-FFF2-40B4-BE49-F238E27FC236}">
                <a16:creationId xmlns:a16="http://schemas.microsoft.com/office/drawing/2014/main" id="{F01456EE-F936-D047-860B-DC36F6FE5FD5}"/>
              </a:ext>
            </a:extLst>
          </p:cNvPr>
          <p:cNvGraphicFramePr>
            <a:graphicFrameLocks noGrp="1"/>
          </p:cNvGraphicFramePr>
          <p:nvPr>
            <p:extLst>
              <p:ext uri="{D42A27DB-BD31-4B8C-83A1-F6EECF244321}">
                <p14:modId xmlns:p14="http://schemas.microsoft.com/office/powerpoint/2010/main" val="3049572667"/>
              </p:ext>
            </p:extLst>
          </p:nvPr>
        </p:nvGraphicFramePr>
        <p:xfrm>
          <a:off x="1184376" y="1840370"/>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64" name="object 5">
            <a:extLst>
              <a:ext uri="{FF2B5EF4-FFF2-40B4-BE49-F238E27FC236}">
                <a16:creationId xmlns:a16="http://schemas.microsoft.com/office/drawing/2014/main" id="{B84966FD-724D-CF4D-A56D-5D93FC5B1EED}"/>
              </a:ext>
            </a:extLst>
          </p:cNvPr>
          <p:cNvGraphicFramePr>
            <a:graphicFrameLocks noGrp="1"/>
          </p:cNvGraphicFramePr>
          <p:nvPr>
            <p:extLst>
              <p:ext uri="{D42A27DB-BD31-4B8C-83A1-F6EECF244321}">
                <p14:modId xmlns:p14="http://schemas.microsoft.com/office/powerpoint/2010/main" val="3997869673"/>
              </p:ext>
            </p:extLst>
          </p:nvPr>
        </p:nvGraphicFramePr>
        <p:xfrm>
          <a:off x="6281165" y="1844942"/>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635"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sp>
        <p:nvSpPr>
          <p:cNvPr id="65" name="object 6">
            <a:extLst>
              <a:ext uri="{FF2B5EF4-FFF2-40B4-BE49-F238E27FC236}">
                <a16:creationId xmlns:a16="http://schemas.microsoft.com/office/drawing/2014/main" id="{8F56430A-6880-934F-A129-249C147B6029}"/>
              </a:ext>
            </a:extLst>
          </p:cNvPr>
          <p:cNvSpPr/>
          <p:nvPr/>
        </p:nvSpPr>
        <p:spPr>
          <a:xfrm>
            <a:off x="3507485" y="1371486"/>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66" name="object 7">
            <a:extLst>
              <a:ext uri="{FF2B5EF4-FFF2-40B4-BE49-F238E27FC236}">
                <a16:creationId xmlns:a16="http://schemas.microsoft.com/office/drawing/2014/main" id="{903406AF-10D0-5146-9CA0-BFA1F972BCDB}"/>
              </a:ext>
            </a:extLst>
          </p:cNvPr>
          <p:cNvGraphicFramePr>
            <a:graphicFrameLocks noGrp="1"/>
          </p:cNvGraphicFramePr>
          <p:nvPr>
            <p:extLst>
              <p:ext uri="{D42A27DB-BD31-4B8C-83A1-F6EECF244321}">
                <p14:modId xmlns:p14="http://schemas.microsoft.com/office/powerpoint/2010/main" val="333199595"/>
              </p:ext>
            </p:extLst>
          </p:nvPr>
        </p:nvGraphicFramePr>
        <p:xfrm>
          <a:off x="961783" y="2992769"/>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67" name="object 8">
            <a:extLst>
              <a:ext uri="{FF2B5EF4-FFF2-40B4-BE49-F238E27FC236}">
                <a16:creationId xmlns:a16="http://schemas.microsoft.com/office/drawing/2014/main" id="{2677057A-3676-DB4D-96A0-1D6C76730278}"/>
              </a:ext>
            </a:extLst>
          </p:cNvPr>
          <p:cNvGraphicFramePr>
            <a:graphicFrameLocks noGrp="1"/>
          </p:cNvGraphicFramePr>
          <p:nvPr>
            <p:extLst>
              <p:ext uri="{D42A27DB-BD31-4B8C-83A1-F6EECF244321}">
                <p14:modId xmlns:p14="http://schemas.microsoft.com/office/powerpoint/2010/main" val="3289455498"/>
              </p:ext>
            </p:extLst>
          </p:nvPr>
        </p:nvGraphicFramePr>
        <p:xfrm>
          <a:off x="3556253" y="2986164"/>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68" name="object 9">
            <a:extLst>
              <a:ext uri="{FF2B5EF4-FFF2-40B4-BE49-F238E27FC236}">
                <a16:creationId xmlns:a16="http://schemas.microsoft.com/office/drawing/2014/main" id="{848516D6-6297-4F42-BBCD-2AE5E06372A9}"/>
              </a:ext>
            </a:extLst>
          </p:cNvPr>
          <p:cNvGraphicFramePr>
            <a:graphicFrameLocks noGrp="1"/>
          </p:cNvGraphicFramePr>
          <p:nvPr>
            <p:extLst>
              <p:ext uri="{D42A27DB-BD31-4B8C-83A1-F6EECF244321}">
                <p14:modId xmlns:p14="http://schemas.microsoft.com/office/powerpoint/2010/main" val="2276848376"/>
              </p:ext>
            </p:extLst>
          </p:nvPr>
        </p:nvGraphicFramePr>
        <p:xfrm>
          <a:off x="693140" y="4242449"/>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69" name="object 10">
            <a:extLst>
              <a:ext uri="{FF2B5EF4-FFF2-40B4-BE49-F238E27FC236}">
                <a16:creationId xmlns:a16="http://schemas.microsoft.com/office/drawing/2014/main" id="{BAF82395-27D8-1A44-83A8-8EE984DA9988}"/>
              </a:ext>
            </a:extLst>
          </p:cNvPr>
          <p:cNvGraphicFramePr>
            <a:graphicFrameLocks noGrp="1"/>
          </p:cNvGraphicFramePr>
          <p:nvPr>
            <p:extLst>
              <p:ext uri="{D42A27DB-BD31-4B8C-83A1-F6EECF244321}">
                <p14:modId xmlns:p14="http://schemas.microsoft.com/office/powerpoint/2010/main" val="141475910"/>
              </p:ext>
            </p:extLst>
          </p:nvPr>
        </p:nvGraphicFramePr>
        <p:xfrm>
          <a:off x="2057400"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0" name="object 11">
            <a:extLst>
              <a:ext uri="{FF2B5EF4-FFF2-40B4-BE49-F238E27FC236}">
                <a16:creationId xmlns:a16="http://schemas.microsoft.com/office/drawing/2014/main" id="{6EB4D8E1-7B88-1F47-B1C4-8E1D8976758C}"/>
              </a:ext>
            </a:extLst>
          </p:cNvPr>
          <p:cNvGraphicFramePr>
            <a:graphicFrameLocks noGrp="1"/>
          </p:cNvGraphicFramePr>
          <p:nvPr>
            <p:extLst>
              <p:ext uri="{D42A27DB-BD31-4B8C-83A1-F6EECF244321}">
                <p14:modId xmlns:p14="http://schemas.microsoft.com/office/powerpoint/2010/main" val="356986739"/>
              </p:ext>
            </p:extLst>
          </p:nvPr>
        </p:nvGraphicFramePr>
        <p:xfrm>
          <a:off x="3421507"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1" name="object 12">
            <a:extLst>
              <a:ext uri="{FF2B5EF4-FFF2-40B4-BE49-F238E27FC236}">
                <a16:creationId xmlns:a16="http://schemas.microsoft.com/office/drawing/2014/main" id="{E1422C11-AD95-6543-9144-545E802437E9}"/>
              </a:ext>
            </a:extLst>
          </p:cNvPr>
          <p:cNvGraphicFramePr>
            <a:graphicFrameLocks noGrp="1"/>
          </p:cNvGraphicFramePr>
          <p:nvPr>
            <p:extLst>
              <p:ext uri="{D42A27DB-BD31-4B8C-83A1-F6EECF244321}">
                <p14:modId xmlns:p14="http://schemas.microsoft.com/office/powerpoint/2010/main" val="3180256890"/>
              </p:ext>
            </p:extLst>
          </p:nvPr>
        </p:nvGraphicFramePr>
        <p:xfrm>
          <a:off x="4785740" y="4242449"/>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2" name="object 13">
            <a:extLst>
              <a:ext uri="{FF2B5EF4-FFF2-40B4-BE49-F238E27FC236}">
                <a16:creationId xmlns:a16="http://schemas.microsoft.com/office/drawing/2014/main" id="{AA2E2892-53B9-5441-829B-5654FC697927}"/>
              </a:ext>
            </a:extLst>
          </p:cNvPr>
          <p:cNvGraphicFramePr>
            <a:graphicFrameLocks noGrp="1"/>
          </p:cNvGraphicFramePr>
          <p:nvPr>
            <p:extLst>
              <p:ext uri="{D42A27DB-BD31-4B8C-83A1-F6EECF244321}">
                <p14:modId xmlns:p14="http://schemas.microsoft.com/office/powerpoint/2010/main" val="4025010899"/>
              </p:ext>
            </p:extLst>
          </p:nvPr>
        </p:nvGraphicFramePr>
        <p:xfrm>
          <a:off x="6150736" y="2990737"/>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3" name="object 14">
            <a:extLst>
              <a:ext uri="{FF2B5EF4-FFF2-40B4-BE49-F238E27FC236}">
                <a16:creationId xmlns:a16="http://schemas.microsoft.com/office/drawing/2014/main" id="{389E9770-CAF1-D343-B512-391E0584C662}"/>
              </a:ext>
            </a:extLst>
          </p:cNvPr>
          <p:cNvGraphicFramePr>
            <a:graphicFrameLocks noGrp="1"/>
          </p:cNvGraphicFramePr>
          <p:nvPr>
            <p:extLst>
              <p:ext uri="{D42A27DB-BD31-4B8C-83A1-F6EECF244321}">
                <p14:modId xmlns:p14="http://schemas.microsoft.com/office/powerpoint/2010/main" val="1316674845"/>
              </p:ext>
            </p:extLst>
          </p:nvPr>
        </p:nvGraphicFramePr>
        <p:xfrm>
          <a:off x="8745219" y="2990737"/>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4" name="object 15">
            <a:extLst>
              <a:ext uri="{FF2B5EF4-FFF2-40B4-BE49-F238E27FC236}">
                <a16:creationId xmlns:a16="http://schemas.microsoft.com/office/drawing/2014/main" id="{D40CD6B9-090A-F64C-8F6F-D1662D79E163}"/>
              </a:ext>
            </a:extLst>
          </p:cNvPr>
          <p:cNvGraphicFramePr>
            <a:graphicFrameLocks noGrp="1"/>
          </p:cNvGraphicFramePr>
          <p:nvPr>
            <p:extLst>
              <p:ext uri="{D42A27DB-BD31-4B8C-83A1-F6EECF244321}">
                <p14:modId xmlns:p14="http://schemas.microsoft.com/office/powerpoint/2010/main" val="653217565"/>
              </p:ext>
            </p:extLst>
          </p:nvPr>
        </p:nvGraphicFramePr>
        <p:xfrm>
          <a:off x="6149975"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5" name="object 16">
            <a:extLst>
              <a:ext uri="{FF2B5EF4-FFF2-40B4-BE49-F238E27FC236}">
                <a16:creationId xmlns:a16="http://schemas.microsoft.com/office/drawing/2014/main" id="{6E17A8EE-6E41-F345-80E7-5C8F50335DFC}"/>
              </a:ext>
            </a:extLst>
          </p:cNvPr>
          <p:cNvGraphicFramePr>
            <a:graphicFrameLocks noGrp="1"/>
          </p:cNvGraphicFramePr>
          <p:nvPr>
            <p:extLst>
              <p:ext uri="{D42A27DB-BD31-4B8C-83A1-F6EECF244321}">
                <p14:modId xmlns:p14="http://schemas.microsoft.com/office/powerpoint/2010/main" val="1862852796"/>
              </p:ext>
            </p:extLst>
          </p:nvPr>
        </p:nvGraphicFramePr>
        <p:xfrm>
          <a:off x="7514081"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6" name="object 17">
            <a:extLst>
              <a:ext uri="{FF2B5EF4-FFF2-40B4-BE49-F238E27FC236}">
                <a16:creationId xmlns:a16="http://schemas.microsoft.com/office/drawing/2014/main" id="{1F5DAA15-0C9B-994B-A437-B7B5D603D736}"/>
              </a:ext>
            </a:extLst>
          </p:cNvPr>
          <p:cNvGraphicFramePr>
            <a:graphicFrameLocks noGrp="1"/>
          </p:cNvGraphicFramePr>
          <p:nvPr>
            <p:extLst>
              <p:ext uri="{D42A27DB-BD31-4B8C-83A1-F6EECF244321}">
                <p14:modId xmlns:p14="http://schemas.microsoft.com/office/powerpoint/2010/main" val="2105467820"/>
              </p:ext>
            </p:extLst>
          </p:nvPr>
        </p:nvGraphicFramePr>
        <p:xfrm>
          <a:off x="8878316"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77" name="object 18">
            <a:extLst>
              <a:ext uri="{FF2B5EF4-FFF2-40B4-BE49-F238E27FC236}">
                <a16:creationId xmlns:a16="http://schemas.microsoft.com/office/drawing/2014/main" id="{ED3FBE90-5BB1-A44A-AA51-33F32091CB36}"/>
              </a:ext>
            </a:extLst>
          </p:cNvPr>
          <p:cNvGraphicFramePr>
            <a:graphicFrameLocks noGrp="1"/>
          </p:cNvGraphicFramePr>
          <p:nvPr>
            <p:extLst>
              <p:ext uri="{D42A27DB-BD31-4B8C-83A1-F6EECF244321}">
                <p14:modId xmlns:p14="http://schemas.microsoft.com/office/powerpoint/2010/main" val="277678478"/>
              </p:ext>
            </p:extLst>
          </p:nvPr>
        </p:nvGraphicFramePr>
        <p:xfrm>
          <a:off x="10242550"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sp>
        <p:nvSpPr>
          <p:cNvPr id="78" name="object 19">
            <a:extLst>
              <a:ext uri="{FF2B5EF4-FFF2-40B4-BE49-F238E27FC236}">
                <a16:creationId xmlns:a16="http://schemas.microsoft.com/office/drawing/2014/main" id="{2A82649C-BE3C-1F45-827A-DEB9769B2C48}"/>
              </a:ext>
            </a:extLst>
          </p:cNvPr>
          <p:cNvSpPr/>
          <p:nvPr/>
        </p:nvSpPr>
        <p:spPr>
          <a:xfrm>
            <a:off x="773430" y="4816488"/>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79" name="object 20">
            <a:extLst>
              <a:ext uri="{FF2B5EF4-FFF2-40B4-BE49-F238E27FC236}">
                <a16:creationId xmlns:a16="http://schemas.microsoft.com/office/drawing/2014/main" id="{C1CCF69A-9418-BA45-85F8-7EC3002FB1D5}"/>
              </a:ext>
            </a:extLst>
          </p:cNvPr>
          <p:cNvSpPr/>
          <p:nvPr/>
        </p:nvSpPr>
        <p:spPr>
          <a:xfrm>
            <a:off x="2132838" y="2436762"/>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80" name="object 21">
            <a:extLst>
              <a:ext uri="{FF2B5EF4-FFF2-40B4-BE49-F238E27FC236}">
                <a16:creationId xmlns:a16="http://schemas.microsoft.com/office/drawing/2014/main" id="{86494384-928D-B445-8287-1CA23C3B8235}"/>
              </a:ext>
            </a:extLst>
          </p:cNvPr>
          <p:cNvSpPr/>
          <p:nvPr/>
        </p:nvSpPr>
        <p:spPr>
          <a:xfrm>
            <a:off x="7322057" y="2441335"/>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81" name="object 22">
            <a:extLst>
              <a:ext uri="{FF2B5EF4-FFF2-40B4-BE49-F238E27FC236}">
                <a16:creationId xmlns:a16="http://schemas.microsoft.com/office/drawing/2014/main" id="{17DEB98B-C080-C842-BB4C-75BDF109B71C}"/>
              </a:ext>
            </a:extLst>
          </p:cNvPr>
          <p:cNvSpPr/>
          <p:nvPr/>
        </p:nvSpPr>
        <p:spPr>
          <a:xfrm>
            <a:off x="1288541" y="3588906"/>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82" name="object 23">
            <a:extLst>
              <a:ext uri="{FF2B5EF4-FFF2-40B4-BE49-F238E27FC236}">
                <a16:creationId xmlns:a16="http://schemas.microsoft.com/office/drawing/2014/main" id="{7F14B625-C414-824F-B521-39EA84B20945}"/>
              </a:ext>
            </a:extLst>
          </p:cNvPr>
          <p:cNvSpPr/>
          <p:nvPr/>
        </p:nvSpPr>
        <p:spPr>
          <a:xfrm>
            <a:off x="4016502" y="3599575"/>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83" name="object 24">
            <a:extLst>
              <a:ext uri="{FF2B5EF4-FFF2-40B4-BE49-F238E27FC236}">
                <a16:creationId xmlns:a16="http://schemas.microsoft.com/office/drawing/2014/main" id="{976B2627-A9B4-574F-87C2-B8926F6D8697}"/>
              </a:ext>
            </a:extLst>
          </p:cNvPr>
          <p:cNvSpPr/>
          <p:nvPr/>
        </p:nvSpPr>
        <p:spPr>
          <a:xfrm>
            <a:off x="6745223" y="3580525"/>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84" name="object 25">
            <a:extLst>
              <a:ext uri="{FF2B5EF4-FFF2-40B4-BE49-F238E27FC236}">
                <a16:creationId xmlns:a16="http://schemas.microsoft.com/office/drawing/2014/main" id="{B9968EE9-9E4F-8544-AD27-A8F2866FFD3F}"/>
              </a:ext>
            </a:extLst>
          </p:cNvPr>
          <p:cNvSpPr/>
          <p:nvPr/>
        </p:nvSpPr>
        <p:spPr>
          <a:xfrm>
            <a:off x="9473183" y="3588144"/>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85" name="object 26">
            <a:extLst>
              <a:ext uri="{FF2B5EF4-FFF2-40B4-BE49-F238E27FC236}">
                <a16:creationId xmlns:a16="http://schemas.microsoft.com/office/drawing/2014/main" id="{DE90830A-D30A-9044-81DA-74C083175091}"/>
              </a:ext>
            </a:extLst>
          </p:cNvPr>
          <p:cNvSpPr/>
          <p:nvPr/>
        </p:nvSpPr>
        <p:spPr>
          <a:xfrm>
            <a:off x="2194560" y="4827919"/>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86" name="object 27">
            <a:extLst>
              <a:ext uri="{FF2B5EF4-FFF2-40B4-BE49-F238E27FC236}">
                <a16:creationId xmlns:a16="http://schemas.microsoft.com/office/drawing/2014/main" id="{CF0F924F-4C0D-E84B-AAA9-DE480DBC1BA0}"/>
              </a:ext>
            </a:extLst>
          </p:cNvPr>
          <p:cNvSpPr/>
          <p:nvPr/>
        </p:nvSpPr>
        <p:spPr>
          <a:xfrm>
            <a:off x="3615690" y="4842396"/>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87" name="object 28">
            <a:extLst>
              <a:ext uri="{FF2B5EF4-FFF2-40B4-BE49-F238E27FC236}">
                <a16:creationId xmlns:a16="http://schemas.microsoft.com/office/drawing/2014/main" id="{7C653AB1-A8EB-984E-8F16-6A1EC58BEB9A}"/>
              </a:ext>
            </a:extLst>
          </p:cNvPr>
          <p:cNvSpPr/>
          <p:nvPr/>
        </p:nvSpPr>
        <p:spPr>
          <a:xfrm>
            <a:off x="5036820" y="4846206"/>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88" name="object 29">
            <a:extLst>
              <a:ext uri="{FF2B5EF4-FFF2-40B4-BE49-F238E27FC236}">
                <a16:creationId xmlns:a16="http://schemas.microsoft.com/office/drawing/2014/main" id="{1AB825F0-6CA9-C04B-ADE1-D3D588709169}"/>
              </a:ext>
            </a:extLst>
          </p:cNvPr>
          <p:cNvSpPr/>
          <p:nvPr/>
        </p:nvSpPr>
        <p:spPr>
          <a:xfrm>
            <a:off x="6429755" y="4828681"/>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89" name="object 30">
            <a:extLst>
              <a:ext uri="{FF2B5EF4-FFF2-40B4-BE49-F238E27FC236}">
                <a16:creationId xmlns:a16="http://schemas.microsoft.com/office/drawing/2014/main" id="{AA8FEC65-BBB6-934F-846D-58D1DB91C9F5}"/>
              </a:ext>
            </a:extLst>
          </p:cNvPr>
          <p:cNvSpPr/>
          <p:nvPr/>
        </p:nvSpPr>
        <p:spPr>
          <a:xfrm>
            <a:off x="7879080" y="4839349"/>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90" name="object 31">
            <a:extLst>
              <a:ext uri="{FF2B5EF4-FFF2-40B4-BE49-F238E27FC236}">
                <a16:creationId xmlns:a16="http://schemas.microsoft.com/office/drawing/2014/main" id="{8688606C-657E-8D4A-9F9C-0616A3EAB4EA}"/>
              </a:ext>
            </a:extLst>
          </p:cNvPr>
          <p:cNvSpPr/>
          <p:nvPr/>
        </p:nvSpPr>
        <p:spPr>
          <a:xfrm>
            <a:off x="9300209" y="4832490"/>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91" name="object 32">
            <a:extLst>
              <a:ext uri="{FF2B5EF4-FFF2-40B4-BE49-F238E27FC236}">
                <a16:creationId xmlns:a16="http://schemas.microsoft.com/office/drawing/2014/main" id="{BDCB2B4E-64F7-6541-ABF6-4891866BB09A}"/>
              </a:ext>
            </a:extLst>
          </p:cNvPr>
          <p:cNvSpPr/>
          <p:nvPr/>
        </p:nvSpPr>
        <p:spPr>
          <a:xfrm>
            <a:off x="10721340" y="4827919"/>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92" name="object 34">
            <a:extLst>
              <a:ext uri="{FF2B5EF4-FFF2-40B4-BE49-F238E27FC236}">
                <a16:creationId xmlns:a16="http://schemas.microsoft.com/office/drawing/2014/main" id="{20FB59E8-4B65-4040-B233-0B89C498BF92}"/>
              </a:ext>
            </a:extLst>
          </p:cNvPr>
          <p:cNvSpPr txBox="1"/>
          <p:nvPr/>
        </p:nvSpPr>
        <p:spPr>
          <a:xfrm>
            <a:off x="485317" y="551796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93" name="object 35">
            <a:extLst>
              <a:ext uri="{FF2B5EF4-FFF2-40B4-BE49-F238E27FC236}">
                <a16:creationId xmlns:a16="http://schemas.microsoft.com/office/drawing/2014/main" id="{CEB74AFB-B861-434B-8632-A0137EFB0E6B}"/>
              </a:ext>
            </a:extLst>
          </p:cNvPr>
          <p:cNvSpPr txBox="1"/>
          <p:nvPr/>
        </p:nvSpPr>
        <p:spPr>
          <a:xfrm>
            <a:off x="1195882" y="551775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94" name="object 36">
            <a:extLst>
              <a:ext uri="{FF2B5EF4-FFF2-40B4-BE49-F238E27FC236}">
                <a16:creationId xmlns:a16="http://schemas.microsoft.com/office/drawing/2014/main" id="{5774A538-AD9D-D64A-9D00-ED01A2B90E83}"/>
              </a:ext>
            </a:extLst>
          </p:cNvPr>
          <p:cNvSpPr txBox="1"/>
          <p:nvPr/>
        </p:nvSpPr>
        <p:spPr>
          <a:xfrm>
            <a:off x="1906397" y="551775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95" name="object 37">
            <a:extLst>
              <a:ext uri="{FF2B5EF4-FFF2-40B4-BE49-F238E27FC236}">
                <a16:creationId xmlns:a16="http://schemas.microsoft.com/office/drawing/2014/main" id="{9B786810-5D6C-0241-90C9-0019B7093CBA}"/>
              </a:ext>
            </a:extLst>
          </p:cNvPr>
          <p:cNvSpPr txBox="1"/>
          <p:nvPr/>
        </p:nvSpPr>
        <p:spPr>
          <a:xfrm>
            <a:off x="2616961" y="551775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96" name="object 38">
            <a:extLst>
              <a:ext uri="{FF2B5EF4-FFF2-40B4-BE49-F238E27FC236}">
                <a16:creationId xmlns:a16="http://schemas.microsoft.com/office/drawing/2014/main" id="{B7994AFC-1587-8A4B-8141-5BB49B5E2226}"/>
              </a:ext>
            </a:extLst>
          </p:cNvPr>
          <p:cNvSpPr txBox="1"/>
          <p:nvPr/>
        </p:nvSpPr>
        <p:spPr>
          <a:xfrm>
            <a:off x="3327527" y="551775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110" name="object 39">
            <a:extLst>
              <a:ext uri="{FF2B5EF4-FFF2-40B4-BE49-F238E27FC236}">
                <a16:creationId xmlns:a16="http://schemas.microsoft.com/office/drawing/2014/main" id="{F1BACEAF-191E-214A-8C41-FA3424E0DFC1}"/>
              </a:ext>
            </a:extLst>
          </p:cNvPr>
          <p:cNvSpPr txBox="1"/>
          <p:nvPr/>
        </p:nvSpPr>
        <p:spPr>
          <a:xfrm>
            <a:off x="4038219" y="5517757"/>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11" name="object 40">
            <a:extLst>
              <a:ext uri="{FF2B5EF4-FFF2-40B4-BE49-F238E27FC236}">
                <a16:creationId xmlns:a16="http://schemas.microsoft.com/office/drawing/2014/main" id="{F1276619-E498-5D4B-9950-587A529DC166}"/>
              </a:ext>
            </a:extLst>
          </p:cNvPr>
          <p:cNvSpPr txBox="1"/>
          <p:nvPr/>
        </p:nvSpPr>
        <p:spPr>
          <a:xfrm>
            <a:off x="4748784" y="5517757"/>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12" name="object 41">
            <a:extLst>
              <a:ext uri="{FF2B5EF4-FFF2-40B4-BE49-F238E27FC236}">
                <a16:creationId xmlns:a16="http://schemas.microsoft.com/office/drawing/2014/main" id="{7008EB37-72A3-9B4E-BCC8-A1B08ACDB173}"/>
              </a:ext>
            </a:extLst>
          </p:cNvPr>
          <p:cNvSpPr txBox="1"/>
          <p:nvPr/>
        </p:nvSpPr>
        <p:spPr>
          <a:xfrm>
            <a:off x="5459348" y="5517757"/>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13" name="object 42">
            <a:extLst>
              <a:ext uri="{FF2B5EF4-FFF2-40B4-BE49-F238E27FC236}">
                <a16:creationId xmlns:a16="http://schemas.microsoft.com/office/drawing/2014/main" id="{61042AAA-8381-DE4E-953B-39C4A1FB00F5}"/>
              </a:ext>
            </a:extLst>
          </p:cNvPr>
          <p:cNvSpPr txBox="1"/>
          <p:nvPr/>
        </p:nvSpPr>
        <p:spPr>
          <a:xfrm>
            <a:off x="6169914" y="5520488"/>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14" name="object 43">
            <a:extLst>
              <a:ext uri="{FF2B5EF4-FFF2-40B4-BE49-F238E27FC236}">
                <a16:creationId xmlns:a16="http://schemas.microsoft.com/office/drawing/2014/main" id="{B37B3097-D4A0-B241-B510-A8BF2EC6DD73}"/>
              </a:ext>
            </a:extLst>
          </p:cNvPr>
          <p:cNvSpPr txBox="1"/>
          <p:nvPr/>
        </p:nvSpPr>
        <p:spPr>
          <a:xfrm>
            <a:off x="6880479" y="5520488"/>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15" name="object 44">
            <a:extLst>
              <a:ext uri="{FF2B5EF4-FFF2-40B4-BE49-F238E27FC236}">
                <a16:creationId xmlns:a16="http://schemas.microsoft.com/office/drawing/2014/main" id="{E6CFEF12-7FB8-BC4F-BDCF-78C0C31811A3}"/>
              </a:ext>
            </a:extLst>
          </p:cNvPr>
          <p:cNvSpPr txBox="1"/>
          <p:nvPr/>
        </p:nvSpPr>
        <p:spPr>
          <a:xfrm>
            <a:off x="7591043" y="552048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16" name="object 45">
            <a:extLst>
              <a:ext uri="{FF2B5EF4-FFF2-40B4-BE49-F238E27FC236}">
                <a16:creationId xmlns:a16="http://schemas.microsoft.com/office/drawing/2014/main" id="{B2B3FC14-55B2-614D-8263-80CEE69B86D7}"/>
              </a:ext>
            </a:extLst>
          </p:cNvPr>
          <p:cNvSpPr txBox="1"/>
          <p:nvPr/>
        </p:nvSpPr>
        <p:spPr>
          <a:xfrm>
            <a:off x="8301608" y="551810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17" name="object 46">
            <a:extLst>
              <a:ext uri="{FF2B5EF4-FFF2-40B4-BE49-F238E27FC236}">
                <a16:creationId xmlns:a16="http://schemas.microsoft.com/office/drawing/2014/main" id="{6D523367-129F-084E-ACFC-3ADBDB30EE01}"/>
              </a:ext>
            </a:extLst>
          </p:cNvPr>
          <p:cNvSpPr txBox="1"/>
          <p:nvPr/>
        </p:nvSpPr>
        <p:spPr>
          <a:xfrm>
            <a:off x="9012173" y="551540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18" name="object 47">
            <a:extLst>
              <a:ext uri="{FF2B5EF4-FFF2-40B4-BE49-F238E27FC236}">
                <a16:creationId xmlns:a16="http://schemas.microsoft.com/office/drawing/2014/main" id="{26AC8FE0-8615-7344-9239-18A68641396F}"/>
              </a:ext>
            </a:extLst>
          </p:cNvPr>
          <p:cNvSpPr txBox="1"/>
          <p:nvPr/>
        </p:nvSpPr>
        <p:spPr>
          <a:xfrm>
            <a:off x="9722739" y="551540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19" name="object 48">
            <a:extLst>
              <a:ext uri="{FF2B5EF4-FFF2-40B4-BE49-F238E27FC236}">
                <a16:creationId xmlns:a16="http://schemas.microsoft.com/office/drawing/2014/main" id="{731A418F-FB5D-BD48-A78D-BFBA821CE937}"/>
              </a:ext>
            </a:extLst>
          </p:cNvPr>
          <p:cNvSpPr txBox="1"/>
          <p:nvPr/>
        </p:nvSpPr>
        <p:spPr>
          <a:xfrm>
            <a:off x="10433304" y="551540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41" name="object 49">
            <a:extLst>
              <a:ext uri="{FF2B5EF4-FFF2-40B4-BE49-F238E27FC236}">
                <a16:creationId xmlns:a16="http://schemas.microsoft.com/office/drawing/2014/main" id="{39227F32-83E3-CE4D-8231-FD87FE41027A}"/>
              </a:ext>
            </a:extLst>
          </p:cNvPr>
          <p:cNvSpPr txBox="1"/>
          <p:nvPr/>
        </p:nvSpPr>
        <p:spPr>
          <a:xfrm>
            <a:off x="11143868" y="551540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Tree>
    <p:extLst>
      <p:ext uri="{BB962C8B-B14F-4D97-AF65-F5344CB8AC3E}">
        <p14:creationId xmlns:p14="http://schemas.microsoft.com/office/powerpoint/2010/main" val="19088365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object 37">
            <a:extLst>
              <a:ext uri="{FF2B5EF4-FFF2-40B4-BE49-F238E27FC236}">
                <a16:creationId xmlns:a16="http://schemas.microsoft.com/office/drawing/2014/main" id="{88C21584-BBF1-3F47-AF07-0F3B6CC2918A}"/>
              </a:ext>
            </a:extLst>
          </p:cNvPr>
          <p:cNvSpPr txBox="1"/>
          <p:nvPr/>
        </p:nvSpPr>
        <p:spPr>
          <a:xfrm>
            <a:off x="1279969" y="147684"/>
            <a:ext cx="4283075" cy="452755"/>
          </a:xfrm>
          <a:prstGeom prst="rect">
            <a:avLst/>
          </a:prstGeom>
        </p:spPr>
        <p:txBody>
          <a:bodyPr vert="horz" wrap="square" lIns="0" tIns="12700" rIns="0" bIns="0" rtlCol="0">
            <a:spAutoFit/>
          </a:bodyPr>
          <a:lstStyle/>
          <a:p>
            <a:pPr marL="12700">
              <a:lnSpc>
                <a:spcPct val="100000"/>
              </a:lnSpc>
              <a:spcBef>
                <a:spcPts val="100"/>
              </a:spcBef>
              <a:buClr>
                <a:srgbClr val="8092F0"/>
              </a:buClr>
              <a:buSzPct val="69642"/>
              <a:tabLst>
                <a:tab pos="354965" algn="l"/>
                <a:tab pos="355600" algn="l"/>
              </a:tabLst>
            </a:pPr>
            <a:r>
              <a:rPr sz="2800" b="1" spc="-5" dirty="0" err="1">
                <a:latin typeface="宋体"/>
                <a:cs typeface="宋体"/>
              </a:rPr>
              <a:t>构建有序数组：两两合并</a:t>
            </a:r>
            <a:endParaRPr sz="2800" b="1" dirty="0">
              <a:latin typeface="宋体"/>
              <a:cs typeface="宋体"/>
            </a:endParaRPr>
          </a:p>
        </p:txBody>
      </p:sp>
      <p:graphicFrame>
        <p:nvGraphicFramePr>
          <p:cNvPr id="50" name="object 3">
            <a:extLst>
              <a:ext uri="{FF2B5EF4-FFF2-40B4-BE49-F238E27FC236}">
                <a16:creationId xmlns:a16="http://schemas.microsoft.com/office/drawing/2014/main" id="{3262F0EA-8A8C-2A41-9659-D93743019D7A}"/>
              </a:ext>
            </a:extLst>
          </p:cNvPr>
          <p:cNvGraphicFramePr>
            <a:graphicFrameLocks noGrp="1"/>
          </p:cNvGraphicFramePr>
          <p:nvPr>
            <p:extLst>
              <p:ext uri="{D42A27DB-BD31-4B8C-83A1-F6EECF244321}">
                <p14:modId xmlns:p14="http://schemas.microsoft.com/office/powerpoint/2010/main" val="1554585251"/>
              </p:ext>
            </p:extLst>
          </p:nvPr>
        </p:nvGraphicFramePr>
        <p:xfrm>
          <a:off x="1458467" y="774968"/>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635"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51" name="object 4">
            <a:extLst>
              <a:ext uri="{FF2B5EF4-FFF2-40B4-BE49-F238E27FC236}">
                <a16:creationId xmlns:a16="http://schemas.microsoft.com/office/drawing/2014/main" id="{277E96E6-A8DF-CB4E-8062-3DC549AEF4B6}"/>
              </a:ext>
            </a:extLst>
          </p:cNvPr>
          <p:cNvGraphicFramePr>
            <a:graphicFrameLocks noGrp="1"/>
          </p:cNvGraphicFramePr>
          <p:nvPr>
            <p:extLst>
              <p:ext uri="{D42A27DB-BD31-4B8C-83A1-F6EECF244321}">
                <p14:modId xmlns:p14="http://schemas.microsoft.com/office/powerpoint/2010/main" val="3321443841"/>
              </p:ext>
            </p:extLst>
          </p:nvPr>
        </p:nvGraphicFramePr>
        <p:xfrm>
          <a:off x="1184376" y="1840370"/>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2" name="object 5">
            <a:extLst>
              <a:ext uri="{FF2B5EF4-FFF2-40B4-BE49-F238E27FC236}">
                <a16:creationId xmlns:a16="http://schemas.microsoft.com/office/drawing/2014/main" id="{F1DB41B5-0443-4B41-B0AF-CD6BB816F6E8}"/>
              </a:ext>
            </a:extLst>
          </p:cNvPr>
          <p:cNvGraphicFramePr>
            <a:graphicFrameLocks noGrp="1"/>
          </p:cNvGraphicFramePr>
          <p:nvPr>
            <p:extLst>
              <p:ext uri="{D42A27DB-BD31-4B8C-83A1-F6EECF244321}">
                <p14:modId xmlns:p14="http://schemas.microsoft.com/office/powerpoint/2010/main" val="4038385354"/>
              </p:ext>
            </p:extLst>
          </p:nvPr>
        </p:nvGraphicFramePr>
        <p:xfrm>
          <a:off x="6281165" y="1844942"/>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635"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sp>
        <p:nvSpPr>
          <p:cNvPr id="53" name="object 6">
            <a:extLst>
              <a:ext uri="{FF2B5EF4-FFF2-40B4-BE49-F238E27FC236}">
                <a16:creationId xmlns:a16="http://schemas.microsoft.com/office/drawing/2014/main" id="{CE83B498-BD05-3E45-ADCC-CA94825AA106}"/>
              </a:ext>
            </a:extLst>
          </p:cNvPr>
          <p:cNvSpPr/>
          <p:nvPr/>
        </p:nvSpPr>
        <p:spPr>
          <a:xfrm>
            <a:off x="3507485" y="1371486"/>
            <a:ext cx="5097145" cy="492759"/>
          </a:xfrm>
          <a:custGeom>
            <a:avLst/>
            <a:gdLst/>
            <a:ahLst/>
            <a:cxnLst/>
            <a:rect l="l" t="t" r="r" b="b"/>
            <a:pathLst>
              <a:path w="5097145" h="492759">
                <a:moveTo>
                  <a:pt x="2578227" y="0"/>
                </a:moveTo>
                <a:lnTo>
                  <a:pt x="0" y="488188"/>
                </a:lnTo>
              </a:path>
              <a:path w="5097145" h="492759">
                <a:moveTo>
                  <a:pt x="2578608" y="0"/>
                </a:moveTo>
                <a:lnTo>
                  <a:pt x="5097145" y="492760"/>
                </a:lnTo>
              </a:path>
            </a:pathLst>
          </a:custGeom>
          <a:ln w="38100">
            <a:solidFill>
              <a:srgbClr val="000000"/>
            </a:solidFill>
          </a:ln>
        </p:spPr>
        <p:txBody>
          <a:bodyPr wrap="square" lIns="0" tIns="0" rIns="0" bIns="0" rtlCol="0"/>
          <a:lstStyle/>
          <a:p>
            <a:endParaRPr/>
          </a:p>
        </p:txBody>
      </p:sp>
      <p:graphicFrame>
        <p:nvGraphicFramePr>
          <p:cNvPr id="54" name="object 7">
            <a:extLst>
              <a:ext uri="{FF2B5EF4-FFF2-40B4-BE49-F238E27FC236}">
                <a16:creationId xmlns:a16="http://schemas.microsoft.com/office/drawing/2014/main" id="{92F65D8E-FF62-0544-ADB7-94A6E8E1CC09}"/>
              </a:ext>
            </a:extLst>
          </p:cNvPr>
          <p:cNvGraphicFramePr>
            <a:graphicFrameLocks noGrp="1"/>
          </p:cNvGraphicFramePr>
          <p:nvPr>
            <p:extLst>
              <p:ext uri="{D42A27DB-BD31-4B8C-83A1-F6EECF244321}">
                <p14:modId xmlns:p14="http://schemas.microsoft.com/office/powerpoint/2010/main" val="968596321"/>
              </p:ext>
            </p:extLst>
          </p:nvPr>
        </p:nvGraphicFramePr>
        <p:xfrm>
          <a:off x="961783" y="2992769"/>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5" name="object 8">
            <a:extLst>
              <a:ext uri="{FF2B5EF4-FFF2-40B4-BE49-F238E27FC236}">
                <a16:creationId xmlns:a16="http://schemas.microsoft.com/office/drawing/2014/main" id="{83082BD4-1C76-AB43-933E-BCA35C75D11B}"/>
              </a:ext>
            </a:extLst>
          </p:cNvPr>
          <p:cNvGraphicFramePr>
            <a:graphicFrameLocks noGrp="1"/>
          </p:cNvGraphicFramePr>
          <p:nvPr>
            <p:extLst>
              <p:ext uri="{D42A27DB-BD31-4B8C-83A1-F6EECF244321}">
                <p14:modId xmlns:p14="http://schemas.microsoft.com/office/powerpoint/2010/main" val="2083890921"/>
              </p:ext>
            </p:extLst>
          </p:nvPr>
        </p:nvGraphicFramePr>
        <p:xfrm>
          <a:off x="3556253" y="2986164"/>
          <a:ext cx="2303779"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6580">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6" name="object 9">
            <a:extLst>
              <a:ext uri="{FF2B5EF4-FFF2-40B4-BE49-F238E27FC236}">
                <a16:creationId xmlns:a16="http://schemas.microsoft.com/office/drawing/2014/main" id="{B422AF4E-9056-364C-8B87-771E11E7A9B2}"/>
              </a:ext>
            </a:extLst>
          </p:cNvPr>
          <p:cNvGraphicFramePr>
            <a:graphicFrameLocks noGrp="1"/>
          </p:cNvGraphicFramePr>
          <p:nvPr>
            <p:extLst>
              <p:ext uri="{D42A27DB-BD31-4B8C-83A1-F6EECF244321}">
                <p14:modId xmlns:p14="http://schemas.microsoft.com/office/powerpoint/2010/main" val="1554654121"/>
              </p:ext>
            </p:extLst>
          </p:nvPr>
        </p:nvGraphicFramePr>
        <p:xfrm>
          <a:off x="693140" y="4242449"/>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1920">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7" name="object 10">
            <a:extLst>
              <a:ext uri="{FF2B5EF4-FFF2-40B4-BE49-F238E27FC236}">
                <a16:creationId xmlns:a16="http://schemas.microsoft.com/office/drawing/2014/main" id="{3C4A3F48-A08B-D745-9AFF-298C23C263F4}"/>
              </a:ext>
            </a:extLst>
          </p:cNvPr>
          <p:cNvGraphicFramePr>
            <a:graphicFrameLocks noGrp="1"/>
          </p:cNvGraphicFramePr>
          <p:nvPr>
            <p:extLst>
              <p:ext uri="{D42A27DB-BD31-4B8C-83A1-F6EECF244321}">
                <p14:modId xmlns:p14="http://schemas.microsoft.com/office/powerpoint/2010/main" val="3563373078"/>
              </p:ext>
            </p:extLst>
          </p:nvPr>
        </p:nvGraphicFramePr>
        <p:xfrm>
          <a:off x="2057400"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8" name="object 11">
            <a:extLst>
              <a:ext uri="{FF2B5EF4-FFF2-40B4-BE49-F238E27FC236}">
                <a16:creationId xmlns:a16="http://schemas.microsoft.com/office/drawing/2014/main" id="{BC45DEDE-322C-5C4D-B064-D0A613117A4A}"/>
              </a:ext>
            </a:extLst>
          </p:cNvPr>
          <p:cNvGraphicFramePr>
            <a:graphicFrameLocks noGrp="1"/>
          </p:cNvGraphicFramePr>
          <p:nvPr>
            <p:extLst>
              <p:ext uri="{D42A27DB-BD31-4B8C-83A1-F6EECF244321}">
                <p14:modId xmlns:p14="http://schemas.microsoft.com/office/powerpoint/2010/main" val="4286847623"/>
              </p:ext>
            </p:extLst>
          </p:nvPr>
        </p:nvGraphicFramePr>
        <p:xfrm>
          <a:off x="3421507"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59" name="object 12">
            <a:extLst>
              <a:ext uri="{FF2B5EF4-FFF2-40B4-BE49-F238E27FC236}">
                <a16:creationId xmlns:a16="http://schemas.microsoft.com/office/drawing/2014/main" id="{B180A0C8-1F71-6146-8AD0-C62968DA11DE}"/>
              </a:ext>
            </a:extLst>
          </p:cNvPr>
          <p:cNvGraphicFramePr>
            <a:graphicFrameLocks noGrp="1"/>
          </p:cNvGraphicFramePr>
          <p:nvPr>
            <p:extLst>
              <p:ext uri="{D42A27DB-BD31-4B8C-83A1-F6EECF244321}">
                <p14:modId xmlns:p14="http://schemas.microsoft.com/office/powerpoint/2010/main" val="3925617867"/>
              </p:ext>
            </p:extLst>
          </p:nvPr>
        </p:nvGraphicFramePr>
        <p:xfrm>
          <a:off x="4785740" y="4242449"/>
          <a:ext cx="1151890"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6580">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60" name="object 13">
            <a:extLst>
              <a:ext uri="{FF2B5EF4-FFF2-40B4-BE49-F238E27FC236}">
                <a16:creationId xmlns:a16="http://schemas.microsoft.com/office/drawing/2014/main" id="{5040BF2A-3C03-114E-BB64-9F1FCBF04C39}"/>
              </a:ext>
            </a:extLst>
          </p:cNvPr>
          <p:cNvGraphicFramePr>
            <a:graphicFrameLocks noGrp="1"/>
          </p:cNvGraphicFramePr>
          <p:nvPr>
            <p:extLst>
              <p:ext uri="{D42A27DB-BD31-4B8C-83A1-F6EECF244321}">
                <p14:modId xmlns:p14="http://schemas.microsoft.com/office/powerpoint/2010/main" val="915083769"/>
              </p:ext>
            </p:extLst>
          </p:nvPr>
        </p:nvGraphicFramePr>
        <p:xfrm>
          <a:off x="6150736" y="2990737"/>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61" name="object 14">
            <a:extLst>
              <a:ext uri="{FF2B5EF4-FFF2-40B4-BE49-F238E27FC236}">
                <a16:creationId xmlns:a16="http://schemas.microsoft.com/office/drawing/2014/main" id="{80EDC928-E6C0-4642-A685-EF13E4324841}"/>
              </a:ext>
            </a:extLst>
          </p:cNvPr>
          <p:cNvGraphicFramePr>
            <a:graphicFrameLocks noGrp="1"/>
          </p:cNvGraphicFramePr>
          <p:nvPr>
            <p:extLst>
              <p:ext uri="{D42A27DB-BD31-4B8C-83A1-F6EECF244321}">
                <p14:modId xmlns:p14="http://schemas.microsoft.com/office/powerpoint/2010/main" val="3731256093"/>
              </p:ext>
            </p:extLst>
          </p:nvPr>
        </p:nvGraphicFramePr>
        <p:xfrm>
          <a:off x="8745219" y="2990737"/>
          <a:ext cx="2303779"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tblGrid>
              <a:tr h="577215">
                <a:tc>
                  <a:txBody>
                    <a:bodyPr/>
                    <a:lstStyle/>
                    <a:p>
                      <a:pPr marL="635"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62" name="object 15">
            <a:extLst>
              <a:ext uri="{FF2B5EF4-FFF2-40B4-BE49-F238E27FC236}">
                <a16:creationId xmlns:a16="http://schemas.microsoft.com/office/drawing/2014/main" id="{8631A88E-8E8D-A24B-AA76-F0A51E3E2E2B}"/>
              </a:ext>
            </a:extLst>
          </p:cNvPr>
          <p:cNvGraphicFramePr>
            <a:graphicFrameLocks noGrp="1"/>
          </p:cNvGraphicFramePr>
          <p:nvPr>
            <p:extLst>
              <p:ext uri="{D42A27DB-BD31-4B8C-83A1-F6EECF244321}">
                <p14:modId xmlns:p14="http://schemas.microsoft.com/office/powerpoint/2010/main" val="779424604"/>
              </p:ext>
            </p:extLst>
          </p:nvPr>
        </p:nvGraphicFramePr>
        <p:xfrm>
          <a:off x="6149975"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98" name="object 16">
            <a:extLst>
              <a:ext uri="{FF2B5EF4-FFF2-40B4-BE49-F238E27FC236}">
                <a16:creationId xmlns:a16="http://schemas.microsoft.com/office/drawing/2014/main" id="{DA510732-D22B-A54F-B442-685EE53D4CB7}"/>
              </a:ext>
            </a:extLst>
          </p:cNvPr>
          <p:cNvGraphicFramePr>
            <a:graphicFrameLocks noGrp="1"/>
          </p:cNvGraphicFramePr>
          <p:nvPr>
            <p:extLst>
              <p:ext uri="{D42A27DB-BD31-4B8C-83A1-F6EECF244321}">
                <p14:modId xmlns:p14="http://schemas.microsoft.com/office/powerpoint/2010/main" val="3878378373"/>
              </p:ext>
            </p:extLst>
          </p:nvPr>
        </p:nvGraphicFramePr>
        <p:xfrm>
          <a:off x="7514081"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635" algn="ctr">
                        <a:lnSpc>
                          <a:spcPct val="100000"/>
                        </a:lnSpc>
                        <a:spcBef>
                          <a:spcPts val="625"/>
                        </a:spcBef>
                      </a:pPr>
                      <a:r>
                        <a:rPr sz="2600" b="1">
                          <a:latin typeface="Times New Roman"/>
                          <a:cs typeface="Times New Roman"/>
                        </a:rPr>
                        <a:t>4</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5"/>
                        </a:spcBef>
                      </a:pPr>
                      <a:r>
                        <a:rPr sz="2600" b="1" spc="-25">
                          <a:latin typeface="Times New Roman"/>
                          <a:cs typeface="Times New Roman"/>
                        </a:rPr>
                        <a:t>48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99" name="object 17">
            <a:extLst>
              <a:ext uri="{FF2B5EF4-FFF2-40B4-BE49-F238E27FC236}">
                <a16:creationId xmlns:a16="http://schemas.microsoft.com/office/drawing/2014/main" id="{302559D9-7A91-444C-8CF4-BC9C2EC0A2BD}"/>
              </a:ext>
            </a:extLst>
          </p:cNvPr>
          <p:cNvGraphicFramePr>
            <a:graphicFrameLocks noGrp="1"/>
          </p:cNvGraphicFramePr>
          <p:nvPr>
            <p:extLst>
              <p:ext uri="{D42A27DB-BD31-4B8C-83A1-F6EECF244321}">
                <p14:modId xmlns:p14="http://schemas.microsoft.com/office/powerpoint/2010/main" val="4137306367"/>
              </p:ext>
            </p:extLst>
          </p:nvPr>
        </p:nvGraphicFramePr>
        <p:xfrm>
          <a:off x="8878316"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70" algn="ctr">
                        <a:lnSpc>
                          <a:spcPct val="100000"/>
                        </a:lnSpc>
                        <a:spcBef>
                          <a:spcPts val="625"/>
                        </a:spcBef>
                      </a:pPr>
                      <a:r>
                        <a:rPr sz="2600" b="1">
                          <a:latin typeface="Times New Roman"/>
                          <a:cs typeface="Times New Roman"/>
                        </a:rPr>
                        <a:t>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100" name="object 18">
            <a:extLst>
              <a:ext uri="{FF2B5EF4-FFF2-40B4-BE49-F238E27FC236}">
                <a16:creationId xmlns:a16="http://schemas.microsoft.com/office/drawing/2014/main" id="{580696D3-5E34-D442-949D-688E9602A482}"/>
              </a:ext>
            </a:extLst>
          </p:cNvPr>
          <p:cNvGraphicFramePr>
            <a:graphicFrameLocks noGrp="1"/>
          </p:cNvGraphicFramePr>
          <p:nvPr>
            <p:extLst>
              <p:ext uri="{D42A27DB-BD31-4B8C-83A1-F6EECF244321}">
                <p14:modId xmlns:p14="http://schemas.microsoft.com/office/powerpoint/2010/main" val="435379438"/>
              </p:ext>
            </p:extLst>
          </p:nvPr>
        </p:nvGraphicFramePr>
        <p:xfrm>
          <a:off x="10242550" y="4238131"/>
          <a:ext cx="1151890" cy="577215"/>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tblGrid>
              <a:tr h="577215">
                <a:tc>
                  <a:txBody>
                    <a:bodyPr/>
                    <a:lstStyle/>
                    <a:p>
                      <a:pPr marL="123189">
                        <a:lnSpc>
                          <a:spcPct val="100000"/>
                        </a:lnSpc>
                        <a:spcBef>
                          <a:spcPts val="625"/>
                        </a:spcBef>
                      </a:pPr>
                      <a:r>
                        <a:rPr sz="2600" b="1" spc="-25">
                          <a:latin typeface="Times New Roman"/>
                          <a:cs typeface="Times New Roman"/>
                        </a:rPr>
                        <a:t>18</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5"/>
                        </a:spcBef>
                      </a:pPr>
                      <a:r>
                        <a:rPr sz="2600" b="1" spc="-25">
                          <a:latin typeface="Times New Roman"/>
                          <a:cs typeface="Times New Roman"/>
                        </a:rPr>
                        <a:t>37</a:t>
                      </a:r>
                      <a:endParaRPr sz="2600">
                        <a:latin typeface="Times New Roman"/>
                        <a:cs typeface="Times New Roman"/>
                      </a:endParaRPr>
                    </a:p>
                  </a:txBody>
                  <a:tcPr marL="0" marR="0" marT="7937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sp>
        <p:nvSpPr>
          <p:cNvPr id="101" name="object 19">
            <a:extLst>
              <a:ext uri="{FF2B5EF4-FFF2-40B4-BE49-F238E27FC236}">
                <a16:creationId xmlns:a16="http://schemas.microsoft.com/office/drawing/2014/main" id="{6B328025-4ED6-A345-A54E-11E7AD3744DC}"/>
              </a:ext>
            </a:extLst>
          </p:cNvPr>
          <p:cNvSpPr/>
          <p:nvPr/>
        </p:nvSpPr>
        <p:spPr>
          <a:xfrm>
            <a:off x="773430" y="4816488"/>
            <a:ext cx="711200" cy="701675"/>
          </a:xfrm>
          <a:custGeom>
            <a:avLst/>
            <a:gdLst/>
            <a:ahLst/>
            <a:cxnLst/>
            <a:rect l="l" t="t" r="r" b="b"/>
            <a:pathLst>
              <a:path w="711200" h="701675">
                <a:moveTo>
                  <a:pt x="543433" y="0"/>
                </a:moveTo>
                <a:lnTo>
                  <a:pt x="0" y="701141"/>
                </a:lnTo>
              </a:path>
              <a:path w="711200" h="701675">
                <a:moveTo>
                  <a:pt x="710819" y="701230"/>
                </a:moveTo>
                <a:lnTo>
                  <a:pt x="515111" y="22098"/>
                </a:lnTo>
              </a:path>
            </a:pathLst>
          </a:custGeom>
          <a:ln w="38100">
            <a:solidFill>
              <a:srgbClr val="000000"/>
            </a:solidFill>
          </a:ln>
        </p:spPr>
        <p:txBody>
          <a:bodyPr wrap="square" lIns="0" tIns="0" rIns="0" bIns="0" rtlCol="0"/>
          <a:lstStyle/>
          <a:p>
            <a:endParaRPr/>
          </a:p>
        </p:txBody>
      </p:sp>
      <p:sp>
        <p:nvSpPr>
          <p:cNvPr id="102" name="object 20">
            <a:extLst>
              <a:ext uri="{FF2B5EF4-FFF2-40B4-BE49-F238E27FC236}">
                <a16:creationId xmlns:a16="http://schemas.microsoft.com/office/drawing/2014/main" id="{AF14D039-63EE-F440-B3F6-CDC8FA8A6C5D}"/>
              </a:ext>
            </a:extLst>
          </p:cNvPr>
          <p:cNvSpPr/>
          <p:nvPr/>
        </p:nvSpPr>
        <p:spPr>
          <a:xfrm>
            <a:off x="2132838" y="2436762"/>
            <a:ext cx="2594610" cy="575310"/>
          </a:xfrm>
          <a:custGeom>
            <a:avLst/>
            <a:gdLst/>
            <a:ahLst/>
            <a:cxnLst/>
            <a:rect l="l" t="t" r="r" b="b"/>
            <a:pathLst>
              <a:path w="2594610" h="575310">
                <a:moveTo>
                  <a:pt x="1374648" y="0"/>
                </a:moveTo>
                <a:lnTo>
                  <a:pt x="0" y="575183"/>
                </a:lnTo>
              </a:path>
              <a:path w="2594610" h="575310">
                <a:moveTo>
                  <a:pt x="1374648" y="0"/>
                </a:moveTo>
                <a:lnTo>
                  <a:pt x="2594356" y="568579"/>
                </a:lnTo>
              </a:path>
            </a:pathLst>
          </a:custGeom>
          <a:ln w="38100">
            <a:solidFill>
              <a:srgbClr val="000000"/>
            </a:solidFill>
          </a:ln>
        </p:spPr>
        <p:txBody>
          <a:bodyPr wrap="square" lIns="0" tIns="0" rIns="0" bIns="0" rtlCol="0"/>
          <a:lstStyle/>
          <a:p>
            <a:endParaRPr/>
          </a:p>
        </p:txBody>
      </p:sp>
      <p:sp>
        <p:nvSpPr>
          <p:cNvPr id="103" name="object 21">
            <a:extLst>
              <a:ext uri="{FF2B5EF4-FFF2-40B4-BE49-F238E27FC236}">
                <a16:creationId xmlns:a16="http://schemas.microsoft.com/office/drawing/2014/main" id="{86E81800-5369-2F46-9F76-1698BABA4F1B}"/>
              </a:ext>
            </a:extLst>
          </p:cNvPr>
          <p:cNvSpPr/>
          <p:nvPr/>
        </p:nvSpPr>
        <p:spPr>
          <a:xfrm>
            <a:off x="7322057" y="2441335"/>
            <a:ext cx="2594610" cy="568960"/>
          </a:xfrm>
          <a:custGeom>
            <a:avLst/>
            <a:gdLst/>
            <a:ahLst/>
            <a:cxnLst/>
            <a:rect l="l" t="t" r="r" b="b"/>
            <a:pathLst>
              <a:path w="2594609" h="568960">
                <a:moveTo>
                  <a:pt x="1282573" y="0"/>
                </a:moveTo>
                <a:lnTo>
                  <a:pt x="0" y="568579"/>
                </a:lnTo>
              </a:path>
              <a:path w="2594609" h="568960">
                <a:moveTo>
                  <a:pt x="1282446" y="0"/>
                </a:moveTo>
                <a:lnTo>
                  <a:pt x="2594356" y="568579"/>
                </a:lnTo>
              </a:path>
            </a:pathLst>
          </a:custGeom>
          <a:ln w="38100">
            <a:solidFill>
              <a:srgbClr val="000000"/>
            </a:solidFill>
          </a:ln>
        </p:spPr>
        <p:txBody>
          <a:bodyPr wrap="square" lIns="0" tIns="0" rIns="0" bIns="0" rtlCol="0"/>
          <a:lstStyle/>
          <a:p>
            <a:endParaRPr/>
          </a:p>
        </p:txBody>
      </p:sp>
      <p:sp>
        <p:nvSpPr>
          <p:cNvPr id="104" name="object 22">
            <a:extLst>
              <a:ext uri="{FF2B5EF4-FFF2-40B4-BE49-F238E27FC236}">
                <a16:creationId xmlns:a16="http://schemas.microsoft.com/office/drawing/2014/main" id="{673631E1-62F8-3645-B0AB-0989EB20FA1B}"/>
              </a:ext>
            </a:extLst>
          </p:cNvPr>
          <p:cNvSpPr/>
          <p:nvPr/>
        </p:nvSpPr>
        <p:spPr>
          <a:xfrm>
            <a:off x="1288541" y="3588906"/>
            <a:ext cx="1363980" cy="673100"/>
          </a:xfrm>
          <a:custGeom>
            <a:avLst/>
            <a:gdLst/>
            <a:ahLst/>
            <a:cxnLst/>
            <a:rect l="l" t="t" r="r" b="b"/>
            <a:pathLst>
              <a:path w="1363980" h="673100">
                <a:moveTo>
                  <a:pt x="844677" y="0"/>
                </a:moveTo>
                <a:lnTo>
                  <a:pt x="0" y="672591"/>
                </a:lnTo>
              </a:path>
              <a:path w="1363980" h="673100">
                <a:moveTo>
                  <a:pt x="844296" y="0"/>
                </a:moveTo>
                <a:lnTo>
                  <a:pt x="1363726" y="668273"/>
                </a:lnTo>
              </a:path>
            </a:pathLst>
          </a:custGeom>
          <a:ln w="38100">
            <a:solidFill>
              <a:srgbClr val="000000"/>
            </a:solidFill>
          </a:ln>
        </p:spPr>
        <p:txBody>
          <a:bodyPr wrap="square" lIns="0" tIns="0" rIns="0" bIns="0" rtlCol="0"/>
          <a:lstStyle/>
          <a:p>
            <a:endParaRPr/>
          </a:p>
        </p:txBody>
      </p:sp>
      <p:sp>
        <p:nvSpPr>
          <p:cNvPr id="105" name="object 23">
            <a:extLst>
              <a:ext uri="{FF2B5EF4-FFF2-40B4-BE49-F238E27FC236}">
                <a16:creationId xmlns:a16="http://schemas.microsoft.com/office/drawing/2014/main" id="{3C577FC2-9490-C049-95DB-219121146979}"/>
              </a:ext>
            </a:extLst>
          </p:cNvPr>
          <p:cNvSpPr/>
          <p:nvPr/>
        </p:nvSpPr>
        <p:spPr>
          <a:xfrm>
            <a:off x="4016502" y="3599575"/>
            <a:ext cx="1364615" cy="662305"/>
          </a:xfrm>
          <a:custGeom>
            <a:avLst/>
            <a:gdLst/>
            <a:ahLst/>
            <a:cxnLst/>
            <a:rect l="l" t="t" r="r" b="b"/>
            <a:pathLst>
              <a:path w="1364614" h="662304">
                <a:moveTo>
                  <a:pt x="710819" y="0"/>
                </a:moveTo>
                <a:lnTo>
                  <a:pt x="0" y="657606"/>
                </a:lnTo>
              </a:path>
              <a:path w="1364614" h="662304">
                <a:moveTo>
                  <a:pt x="718565" y="1524"/>
                </a:moveTo>
                <a:lnTo>
                  <a:pt x="1364488" y="661797"/>
                </a:lnTo>
              </a:path>
            </a:pathLst>
          </a:custGeom>
          <a:ln w="38100">
            <a:solidFill>
              <a:srgbClr val="000000"/>
            </a:solidFill>
          </a:ln>
        </p:spPr>
        <p:txBody>
          <a:bodyPr wrap="square" lIns="0" tIns="0" rIns="0" bIns="0" rtlCol="0"/>
          <a:lstStyle/>
          <a:p>
            <a:endParaRPr/>
          </a:p>
        </p:txBody>
      </p:sp>
      <p:sp>
        <p:nvSpPr>
          <p:cNvPr id="106" name="object 24">
            <a:extLst>
              <a:ext uri="{FF2B5EF4-FFF2-40B4-BE49-F238E27FC236}">
                <a16:creationId xmlns:a16="http://schemas.microsoft.com/office/drawing/2014/main" id="{BAA0A202-3850-804D-BCBB-57377C6BD74D}"/>
              </a:ext>
            </a:extLst>
          </p:cNvPr>
          <p:cNvSpPr/>
          <p:nvPr/>
        </p:nvSpPr>
        <p:spPr>
          <a:xfrm>
            <a:off x="6745223" y="3580525"/>
            <a:ext cx="1364615" cy="676910"/>
          </a:xfrm>
          <a:custGeom>
            <a:avLst/>
            <a:gdLst/>
            <a:ahLst/>
            <a:cxnLst/>
            <a:rect l="l" t="t" r="r" b="b"/>
            <a:pathLst>
              <a:path w="1364615" h="676910">
                <a:moveTo>
                  <a:pt x="559053" y="0"/>
                </a:moveTo>
                <a:lnTo>
                  <a:pt x="0" y="676402"/>
                </a:lnTo>
              </a:path>
              <a:path w="1364615" h="676910">
                <a:moveTo>
                  <a:pt x="623316" y="10668"/>
                </a:moveTo>
                <a:lnTo>
                  <a:pt x="1364106" y="676529"/>
                </a:lnTo>
              </a:path>
            </a:pathLst>
          </a:custGeom>
          <a:ln w="38100">
            <a:solidFill>
              <a:srgbClr val="000000"/>
            </a:solidFill>
          </a:ln>
        </p:spPr>
        <p:txBody>
          <a:bodyPr wrap="square" lIns="0" tIns="0" rIns="0" bIns="0" rtlCol="0"/>
          <a:lstStyle/>
          <a:p>
            <a:endParaRPr/>
          </a:p>
        </p:txBody>
      </p:sp>
      <p:sp>
        <p:nvSpPr>
          <p:cNvPr id="107" name="object 25">
            <a:extLst>
              <a:ext uri="{FF2B5EF4-FFF2-40B4-BE49-F238E27FC236}">
                <a16:creationId xmlns:a16="http://schemas.microsoft.com/office/drawing/2014/main" id="{8CB3EB46-970E-3A48-9F53-C987A0176160}"/>
              </a:ext>
            </a:extLst>
          </p:cNvPr>
          <p:cNvSpPr/>
          <p:nvPr/>
        </p:nvSpPr>
        <p:spPr>
          <a:xfrm>
            <a:off x="9473183" y="3588144"/>
            <a:ext cx="1364615" cy="669925"/>
          </a:xfrm>
          <a:custGeom>
            <a:avLst/>
            <a:gdLst/>
            <a:ahLst/>
            <a:cxnLst/>
            <a:rect l="l" t="t" r="r" b="b"/>
            <a:pathLst>
              <a:path w="1364615" h="669925">
                <a:moveTo>
                  <a:pt x="442087" y="0"/>
                </a:moveTo>
                <a:lnTo>
                  <a:pt x="0" y="669416"/>
                </a:lnTo>
              </a:path>
              <a:path w="1364615" h="669925">
                <a:moveTo>
                  <a:pt x="481584" y="4571"/>
                </a:moveTo>
                <a:lnTo>
                  <a:pt x="1364488" y="669416"/>
                </a:lnTo>
              </a:path>
            </a:pathLst>
          </a:custGeom>
          <a:ln w="38100">
            <a:solidFill>
              <a:srgbClr val="000000"/>
            </a:solidFill>
          </a:ln>
        </p:spPr>
        <p:txBody>
          <a:bodyPr wrap="square" lIns="0" tIns="0" rIns="0" bIns="0" rtlCol="0"/>
          <a:lstStyle/>
          <a:p>
            <a:endParaRPr/>
          </a:p>
        </p:txBody>
      </p:sp>
      <p:sp>
        <p:nvSpPr>
          <p:cNvPr id="108" name="object 26">
            <a:extLst>
              <a:ext uri="{FF2B5EF4-FFF2-40B4-BE49-F238E27FC236}">
                <a16:creationId xmlns:a16="http://schemas.microsoft.com/office/drawing/2014/main" id="{A6116149-7D26-2F46-9F5B-50DB58C91F30}"/>
              </a:ext>
            </a:extLst>
          </p:cNvPr>
          <p:cNvSpPr/>
          <p:nvPr/>
        </p:nvSpPr>
        <p:spPr>
          <a:xfrm>
            <a:off x="2194560" y="4827919"/>
            <a:ext cx="710565" cy="690245"/>
          </a:xfrm>
          <a:custGeom>
            <a:avLst/>
            <a:gdLst/>
            <a:ahLst/>
            <a:cxnLst/>
            <a:rect l="l" t="t" r="r" b="b"/>
            <a:pathLst>
              <a:path w="710564" h="690245">
                <a:moveTo>
                  <a:pt x="464946" y="9143"/>
                </a:moveTo>
                <a:lnTo>
                  <a:pt x="0" y="689787"/>
                </a:lnTo>
              </a:path>
              <a:path w="710564" h="690245">
                <a:moveTo>
                  <a:pt x="710438" y="689863"/>
                </a:moveTo>
                <a:lnTo>
                  <a:pt x="462533" y="0"/>
                </a:lnTo>
              </a:path>
            </a:pathLst>
          </a:custGeom>
          <a:ln w="38100">
            <a:solidFill>
              <a:srgbClr val="000000"/>
            </a:solidFill>
          </a:ln>
        </p:spPr>
        <p:txBody>
          <a:bodyPr wrap="square" lIns="0" tIns="0" rIns="0" bIns="0" rtlCol="0"/>
          <a:lstStyle/>
          <a:p>
            <a:endParaRPr/>
          </a:p>
        </p:txBody>
      </p:sp>
      <p:sp>
        <p:nvSpPr>
          <p:cNvPr id="109" name="object 27">
            <a:extLst>
              <a:ext uri="{FF2B5EF4-FFF2-40B4-BE49-F238E27FC236}">
                <a16:creationId xmlns:a16="http://schemas.microsoft.com/office/drawing/2014/main" id="{245E43B1-AA6C-0649-8B31-6AA4DDC51034}"/>
              </a:ext>
            </a:extLst>
          </p:cNvPr>
          <p:cNvSpPr/>
          <p:nvPr/>
        </p:nvSpPr>
        <p:spPr>
          <a:xfrm>
            <a:off x="3615690" y="4842396"/>
            <a:ext cx="710565" cy="675640"/>
          </a:xfrm>
          <a:custGeom>
            <a:avLst/>
            <a:gdLst/>
            <a:ahLst/>
            <a:cxnLst/>
            <a:rect l="l" t="t" r="r" b="b"/>
            <a:pathLst>
              <a:path w="710564" h="675639">
                <a:moveTo>
                  <a:pt x="407162" y="3047"/>
                </a:moveTo>
                <a:lnTo>
                  <a:pt x="0" y="675322"/>
                </a:lnTo>
              </a:path>
              <a:path w="710564" h="675639">
                <a:moveTo>
                  <a:pt x="710184" y="675297"/>
                </a:moveTo>
                <a:lnTo>
                  <a:pt x="409194" y="0"/>
                </a:lnTo>
              </a:path>
            </a:pathLst>
          </a:custGeom>
          <a:ln w="38100">
            <a:solidFill>
              <a:srgbClr val="000000"/>
            </a:solidFill>
          </a:ln>
        </p:spPr>
        <p:txBody>
          <a:bodyPr wrap="square" lIns="0" tIns="0" rIns="0" bIns="0" rtlCol="0"/>
          <a:lstStyle/>
          <a:p>
            <a:endParaRPr/>
          </a:p>
        </p:txBody>
      </p:sp>
      <p:sp>
        <p:nvSpPr>
          <p:cNvPr id="120" name="object 28">
            <a:extLst>
              <a:ext uri="{FF2B5EF4-FFF2-40B4-BE49-F238E27FC236}">
                <a16:creationId xmlns:a16="http://schemas.microsoft.com/office/drawing/2014/main" id="{57970B52-9F0E-B848-A36A-FA47CA4CDC36}"/>
              </a:ext>
            </a:extLst>
          </p:cNvPr>
          <p:cNvSpPr/>
          <p:nvPr/>
        </p:nvSpPr>
        <p:spPr>
          <a:xfrm>
            <a:off x="5036820" y="4846206"/>
            <a:ext cx="646430" cy="675640"/>
          </a:xfrm>
          <a:custGeom>
            <a:avLst/>
            <a:gdLst/>
            <a:ahLst/>
            <a:cxnLst/>
            <a:rect l="l" t="t" r="r" b="b"/>
            <a:pathLst>
              <a:path w="646429" h="675639">
                <a:moveTo>
                  <a:pt x="329056" y="4571"/>
                </a:moveTo>
                <a:lnTo>
                  <a:pt x="0" y="671664"/>
                </a:lnTo>
              </a:path>
              <a:path w="646429" h="675639">
                <a:moveTo>
                  <a:pt x="646176" y="675297"/>
                </a:moveTo>
                <a:lnTo>
                  <a:pt x="345185" y="0"/>
                </a:lnTo>
              </a:path>
            </a:pathLst>
          </a:custGeom>
          <a:ln w="38100">
            <a:solidFill>
              <a:srgbClr val="000000"/>
            </a:solidFill>
          </a:ln>
        </p:spPr>
        <p:txBody>
          <a:bodyPr wrap="square" lIns="0" tIns="0" rIns="0" bIns="0" rtlCol="0"/>
          <a:lstStyle/>
          <a:p>
            <a:endParaRPr/>
          </a:p>
        </p:txBody>
      </p:sp>
      <p:sp>
        <p:nvSpPr>
          <p:cNvPr id="121" name="object 29">
            <a:extLst>
              <a:ext uri="{FF2B5EF4-FFF2-40B4-BE49-F238E27FC236}">
                <a16:creationId xmlns:a16="http://schemas.microsoft.com/office/drawing/2014/main" id="{B554CAF8-C05B-834D-871B-3CA933DD301F}"/>
              </a:ext>
            </a:extLst>
          </p:cNvPr>
          <p:cNvSpPr/>
          <p:nvPr/>
        </p:nvSpPr>
        <p:spPr>
          <a:xfrm>
            <a:off x="6429755" y="4828681"/>
            <a:ext cx="738505" cy="692150"/>
          </a:xfrm>
          <a:custGeom>
            <a:avLst/>
            <a:gdLst/>
            <a:ahLst/>
            <a:cxnLst/>
            <a:rect l="l" t="t" r="r" b="b"/>
            <a:pathLst>
              <a:path w="738504" h="692150">
                <a:moveTo>
                  <a:pt x="329057" y="0"/>
                </a:moveTo>
                <a:lnTo>
                  <a:pt x="0" y="667092"/>
                </a:lnTo>
              </a:path>
              <a:path w="738504" h="692150">
                <a:moveTo>
                  <a:pt x="738377" y="691565"/>
                </a:moveTo>
                <a:lnTo>
                  <a:pt x="320801" y="2285"/>
                </a:lnTo>
              </a:path>
            </a:pathLst>
          </a:custGeom>
          <a:ln w="38100">
            <a:solidFill>
              <a:srgbClr val="000000"/>
            </a:solidFill>
          </a:ln>
        </p:spPr>
        <p:txBody>
          <a:bodyPr wrap="square" lIns="0" tIns="0" rIns="0" bIns="0" rtlCol="0"/>
          <a:lstStyle/>
          <a:p>
            <a:endParaRPr/>
          </a:p>
        </p:txBody>
      </p:sp>
      <p:sp>
        <p:nvSpPr>
          <p:cNvPr id="122" name="object 30">
            <a:extLst>
              <a:ext uri="{FF2B5EF4-FFF2-40B4-BE49-F238E27FC236}">
                <a16:creationId xmlns:a16="http://schemas.microsoft.com/office/drawing/2014/main" id="{77AE97AD-105B-2A4C-A81A-84322EEA8C99}"/>
              </a:ext>
            </a:extLst>
          </p:cNvPr>
          <p:cNvSpPr/>
          <p:nvPr/>
        </p:nvSpPr>
        <p:spPr>
          <a:xfrm>
            <a:off x="7879080" y="4839349"/>
            <a:ext cx="710565" cy="681355"/>
          </a:xfrm>
          <a:custGeom>
            <a:avLst/>
            <a:gdLst/>
            <a:ahLst/>
            <a:cxnLst/>
            <a:rect l="l" t="t" r="r" b="b"/>
            <a:pathLst>
              <a:path w="710565" h="681354">
                <a:moveTo>
                  <a:pt x="220218" y="0"/>
                </a:moveTo>
                <a:lnTo>
                  <a:pt x="0" y="681164"/>
                </a:lnTo>
              </a:path>
              <a:path w="710565" h="681354">
                <a:moveTo>
                  <a:pt x="710311" y="678688"/>
                </a:moveTo>
                <a:lnTo>
                  <a:pt x="233172" y="3048"/>
                </a:lnTo>
              </a:path>
            </a:pathLst>
          </a:custGeom>
          <a:ln w="38100">
            <a:solidFill>
              <a:srgbClr val="000000"/>
            </a:solidFill>
          </a:ln>
        </p:spPr>
        <p:txBody>
          <a:bodyPr wrap="square" lIns="0" tIns="0" rIns="0" bIns="0" rtlCol="0"/>
          <a:lstStyle/>
          <a:p>
            <a:endParaRPr/>
          </a:p>
        </p:txBody>
      </p:sp>
      <p:sp>
        <p:nvSpPr>
          <p:cNvPr id="123" name="object 31">
            <a:extLst>
              <a:ext uri="{FF2B5EF4-FFF2-40B4-BE49-F238E27FC236}">
                <a16:creationId xmlns:a16="http://schemas.microsoft.com/office/drawing/2014/main" id="{7E951477-76BD-2548-BDD1-C53395AE83B3}"/>
              </a:ext>
            </a:extLst>
          </p:cNvPr>
          <p:cNvSpPr/>
          <p:nvPr/>
        </p:nvSpPr>
        <p:spPr>
          <a:xfrm>
            <a:off x="9300209" y="4832490"/>
            <a:ext cx="710565" cy="683260"/>
          </a:xfrm>
          <a:custGeom>
            <a:avLst/>
            <a:gdLst/>
            <a:ahLst/>
            <a:cxnLst/>
            <a:rect l="l" t="t" r="r" b="b"/>
            <a:pathLst>
              <a:path w="710565" h="683260">
                <a:moveTo>
                  <a:pt x="146685" y="0"/>
                </a:moveTo>
                <a:lnTo>
                  <a:pt x="0" y="683056"/>
                </a:lnTo>
              </a:path>
              <a:path w="710565" h="683260">
                <a:moveTo>
                  <a:pt x="710438" y="682637"/>
                </a:moveTo>
                <a:lnTo>
                  <a:pt x="164592" y="11430"/>
                </a:lnTo>
              </a:path>
            </a:pathLst>
          </a:custGeom>
          <a:ln w="38100">
            <a:solidFill>
              <a:srgbClr val="000000"/>
            </a:solidFill>
          </a:ln>
        </p:spPr>
        <p:txBody>
          <a:bodyPr wrap="square" lIns="0" tIns="0" rIns="0" bIns="0" rtlCol="0"/>
          <a:lstStyle/>
          <a:p>
            <a:endParaRPr/>
          </a:p>
        </p:txBody>
      </p:sp>
      <p:sp>
        <p:nvSpPr>
          <p:cNvPr id="124" name="object 32">
            <a:extLst>
              <a:ext uri="{FF2B5EF4-FFF2-40B4-BE49-F238E27FC236}">
                <a16:creationId xmlns:a16="http://schemas.microsoft.com/office/drawing/2014/main" id="{DC983904-F732-E049-8ED6-F94C57B1F590}"/>
              </a:ext>
            </a:extLst>
          </p:cNvPr>
          <p:cNvSpPr/>
          <p:nvPr/>
        </p:nvSpPr>
        <p:spPr>
          <a:xfrm>
            <a:off x="10721340" y="4827919"/>
            <a:ext cx="711200" cy="687705"/>
          </a:xfrm>
          <a:custGeom>
            <a:avLst/>
            <a:gdLst/>
            <a:ahLst/>
            <a:cxnLst/>
            <a:rect l="l" t="t" r="r" b="b"/>
            <a:pathLst>
              <a:path w="711200" h="687704">
                <a:moveTo>
                  <a:pt x="104012" y="13715"/>
                </a:moveTo>
                <a:lnTo>
                  <a:pt x="0" y="687184"/>
                </a:lnTo>
              </a:path>
              <a:path w="711200" h="687704">
                <a:moveTo>
                  <a:pt x="710691" y="687514"/>
                </a:moveTo>
                <a:lnTo>
                  <a:pt x="119633" y="0"/>
                </a:lnTo>
              </a:path>
            </a:pathLst>
          </a:custGeom>
          <a:ln w="38100">
            <a:solidFill>
              <a:srgbClr val="000000"/>
            </a:solidFill>
          </a:ln>
        </p:spPr>
        <p:txBody>
          <a:bodyPr wrap="square" lIns="0" tIns="0" rIns="0" bIns="0" rtlCol="0"/>
          <a:lstStyle/>
          <a:p>
            <a:endParaRPr/>
          </a:p>
        </p:txBody>
      </p:sp>
      <p:sp>
        <p:nvSpPr>
          <p:cNvPr id="125" name="object 34">
            <a:extLst>
              <a:ext uri="{FF2B5EF4-FFF2-40B4-BE49-F238E27FC236}">
                <a16:creationId xmlns:a16="http://schemas.microsoft.com/office/drawing/2014/main" id="{61C0BB64-79AF-6B49-95DC-C3A571D8AB17}"/>
              </a:ext>
            </a:extLst>
          </p:cNvPr>
          <p:cNvSpPr txBox="1"/>
          <p:nvPr/>
        </p:nvSpPr>
        <p:spPr>
          <a:xfrm>
            <a:off x="485317" y="551796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1920">
              <a:lnSpc>
                <a:spcPct val="100000"/>
              </a:lnSpc>
              <a:spcBef>
                <a:spcPts val="625"/>
              </a:spcBef>
            </a:pPr>
            <a:r>
              <a:rPr sz="2600" b="1" spc="-25">
                <a:latin typeface="Times New Roman"/>
                <a:cs typeface="Times New Roman"/>
              </a:rPr>
              <a:t>24</a:t>
            </a:r>
            <a:endParaRPr sz="2600">
              <a:latin typeface="Times New Roman"/>
              <a:cs typeface="Times New Roman"/>
            </a:endParaRPr>
          </a:p>
        </p:txBody>
      </p:sp>
      <p:sp>
        <p:nvSpPr>
          <p:cNvPr id="126" name="object 35">
            <a:extLst>
              <a:ext uri="{FF2B5EF4-FFF2-40B4-BE49-F238E27FC236}">
                <a16:creationId xmlns:a16="http://schemas.microsoft.com/office/drawing/2014/main" id="{2FCA0595-B8A5-C342-9D6F-74E2DFBB071F}"/>
              </a:ext>
            </a:extLst>
          </p:cNvPr>
          <p:cNvSpPr txBox="1"/>
          <p:nvPr/>
        </p:nvSpPr>
        <p:spPr>
          <a:xfrm>
            <a:off x="1195882" y="551775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17</a:t>
            </a:r>
            <a:endParaRPr sz="2600">
              <a:latin typeface="Times New Roman"/>
              <a:cs typeface="Times New Roman"/>
            </a:endParaRPr>
          </a:p>
        </p:txBody>
      </p:sp>
      <p:sp>
        <p:nvSpPr>
          <p:cNvPr id="127" name="object 36">
            <a:extLst>
              <a:ext uri="{FF2B5EF4-FFF2-40B4-BE49-F238E27FC236}">
                <a16:creationId xmlns:a16="http://schemas.microsoft.com/office/drawing/2014/main" id="{2EA76FE7-A0F5-C845-8EA3-1B8458AAB546}"/>
              </a:ext>
            </a:extLst>
          </p:cNvPr>
          <p:cNvSpPr txBox="1"/>
          <p:nvPr/>
        </p:nvSpPr>
        <p:spPr>
          <a:xfrm>
            <a:off x="1906397" y="551775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28" name="object 37">
            <a:extLst>
              <a:ext uri="{FF2B5EF4-FFF2-40B4-BE49-F238E27FC236}">
                <a16:creationId xmlns:a16="http://schemas.microsoft.com/office/drawing/2014/main" id="{4E548482-3054-A64D-BC58-B59660D524FE}"/>
              </a:ext>
            </a:extLst>
          </p:cNvPr>
          <p:cNvSpPr txBox="1"/>
          <p:nvPr/>
        </p:nvSpPr>
        <p:spPr>
          <a:xfrm>
            <a:off x="2616961" y="551775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28</a:t>
            </a:r>
            <a:endParaRPr sz="2600">
              <a:latin typeface="Times New Roman"/>
              <a:cs typeface="Times New Roman"/>
            </a:endParaRPr>
          </a:p>
        </p:txBody>
      </p:sp>
      <p:sp>
        <p:nvSpPr>
          <p:cNvPr id="129" name="object 38">
            <a:extLst>
              <a:ext uri="{FF2B5EF4-FFF2-40B4-BE49-F238E27FC236}">
                <a16:creationId xmlns:a16="http://schemas.microsoft.com/office/drawing/2014/main" id="{26CF59D4-F4D9-434F-B458-D10128512049}"/>
              </a:ext>
            </a:extLst>
          </p:cNvPr>
          <p:cNvSpPr txBox="1"/>
          <p:nvPr/>
        </p:nvSpPr>
        <p:spPr>
          <a:xfrm>
            <a:off x="3327527" y="5517757"/>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13</a:t>
            </a:r>
            <a:endParaRPr sz="2600">
              <a:latin typeface="Times New Roman"/>
              <a:cs typeface="Times New Roman"/>
            </a:endParaRPr>
          </a:p>
        </p:txBody>
      </p:sp>
      <p:sp>
        <p:nvSpPr>
          <p:cNvPr id="130" name="object 39">
            <a:extLst>
              <a:ext uri="{FF2B5EF4-FFF2-40B4-BE49-F238E27FC236}">
                <a16:creationId xmlns:a16="http://schemas.microsoft.com/office/drawing/2014/main" id="{E308F71B-9119-A04D-9FF0-029BD0A40DAD}"/>
              </a:ext>
            </a:extLst>
          </p:cNvPr>
          <p:cNvSpPr txBox="1"/>
          <p:nvPr/>
        </p:nvSpPr>
        <p:spPr>
          <a:xfrm>
            <a:off x="4038219" y="5517757"/>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14</a:t>
            </a:r>
            <a:endParaRPr sz="2600">
              <a:latin typeface="Times New Roman"/>
              <a:cs typeface="Times New Roman"/>
            </a:endParaRPr>
          </a:p>
        </p:txBody>
      </p:sp>
      <p:sp>
        <p:nvSpPr>
          <p:cNvPr id="131" name="object 40">
            <a:extLst>
              <a:ext uri="{FF2B5EF4-FFF2-40B4-BE49-F238E27FC236}">
                <a16:creationId xmlns:a16="http://schemas.microsoft.com/office/drawing/2014/main" id="{94F968BE-A267-5540-B301-0CAF8A727898}"/>
              </a:ext>
            </a:extLst>
          </p:cNvPr>
          <p:cNvSpPr txBox="1"/>
          <p:nvPr/>
        </p:nvSpPr>
        <p:spPr>
          <a:xfrm>
            <a:off x="4748784" y="5517757"/>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22</a:t>
            </a:r>
            <a:endParaRPr sz="2600">
              <a:latin typeface="Times New Roman"/>
              <a:cs typeface="Times New Roman"/>
            </a:endParaRPr>
          </a:p>
        </p:txBody>
      </p:sp>
      <p:sp>
        <p:nvSpPr>
          <p:cNvPr id="132" name="object 41">
            <a:extLst>
              <a:ext uri="{FF2B5EF4-FFF2-40B4-BE49-F238E27FC236}">
                <a16:creationId xmlns:a16="http://schemas.microsoft.com/office/drawing/2014/main" id="{F88BA058-6147-B841-9759-8EEFC0603574}"/>
              </a:ext>
            </a:extLst>
          </p:cNvPr>
          <p:cNvSpPr txBox="1"/>
          <p:nvPr/>
        </p:nvSpPr>
        <p:spPr>
          <a:xfrm>
            <a:off x="5459348" y="5517757"/>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32</a:t>
            </a:r>
            <a:endParaRPr sz="2600">
              <a:latin typeface="Times New Roman"/>
              <a:cs typeface="Times New Roman"/>
            </a:endParaRPr>
          </a:p>
        </p:txBody>
      </p:sp>
      <p:sp>
        <p:nvSpPr>
          <p:cNvPr id="133" name="object 42">
            <a:extLst>
              <a:ext uri="{FF2B5EF4-FFF2-40B4-BE49-F238E27FC236}">
                <a16:creationId xmlns:a16="http://schemas.microsoft.com/office/drawing/2014/main" id="{72475C44-1E24-4945-A331-0463DE52C31C}"/>
              </a:ext>
            </a:extLst>
          </p:cNvPr>
          <p:cNvSpPr txBox="1"/>
          <p:nvPr/>
        </p:nvSpPr>
        <p:spPr>
          <a:xfrm>
            <a:off x="6169914" y="5520488"/>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40</a:t>
            </a:r>
            <a:endParaRPr sz="2600">
              <a:latin typeface="Times New Roman"/>
              <a:cs typeface="Times New Roman"/>
            </a:endParaRPr>
          </a:p>
        </p:txBody>
      </p:sp>
      <p:sp>
        <p:nvSpPr>
          <p:cNvPr id="134" name="object 43">
            <a:extLst>
              <a:ext uri="{FF2B5EF4-FFF2-40B4-BE49-F238E27FC236}">
                <a16:creationId xmlns:a16="http://schemas.microsoft.com/office/drawing/2014/main" id="{17726A1B-E6EA-1E4B-B187-C147B0ACF037}"/>
              </a:ext>
            </a:extLst>
          </p:cNvPr>
          <p:cNvSpPr txBox="1"/>
          <p:nvPr/>
        </p:nvSpPr>
        <p:spPr>
          <a:xfrm>
            <a:off x="6880479" y="5520488"/>
            <a:ext cx="575945"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21</a:t>
            </a:r>
            <a:endParaRPr sz="2600">
              <a:latin typeface="Times New Roman"/>
              <a:cs typeface="Times New Roman"/>
            </a:endParaRPr>
          </a:p>
        </p:txBody>
      </p:sp>
      <p:sp>
        <p:nvSpPr>
          <p:cNvPr id="135" name="object 44">
            <a:extLst>
              <a:ext uri="{FF2B5EF4-FFF2-40B4-BE49-F238E27FC236}">
                <a16:creationId xmlns:a16="http://schemas.microsoft.com/office/drawing/2014/main" id="{DBE751E5-0447-1445-9563-FD5AF352BF4A}"/>
              </a:ext>
            </a:extLst>
          </p:cNvPr>
          <p:cNvSpPr txBox="1"/>
          <p:nvPr/>
        </p:nvSpPr>
        <p:spPr>
          <a:xfrm>
            <a:off x="7591043" y="552048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48</a:t>
            </a:r>
            <a:endParaRPr sz="2600">
              <a:latin typeface="Times New Roman"/>
              <a:cs typeface="Times New Roman"/>
            </a:endParaRPr>
          </a:p>
        </p:txBody>
      </p:sp>
      <p:sp>
        <p:nvSpPr>
          <p:cNvPr id="136" name="object 45">
            <a:extLst>
              <a:ext uri="{FF2B5EF4-FFF2-40B4-BE49-F238E27FC236}">
                <a16:creationId xmlns:a16="http://schemas.microsoft.com/office/drawing/2014/main" id="{0C7B1D6A-ED42-F547-8FDC-C94A839DBCFE}"/>
              </a:ext>
            </a:extLst>
          </p:cNvPr>
          <p:cNvSpPr txBox="1"/>
          <p:nvPr/>
        </p:nvSpPr>
        <p:spPr>
          <a:xfrm>
            <a:off x="8301608" y="5518100"/>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4</a:t>
            </a:r>
            <a:endParaRPr sz="2600">
              <a:latin typeface="Times New Roman"/>
              <a:cs typeface="Times New Roman"/>
            </a:endParaRPr>
          </a:p>
        </p:txBody>
      </p:sp>
      <p:sp>
        <p:nvSpPr>
          <p:cNvPr id="137" name="object 46">
            <a:extLst>
              <a:ext uri="{FF2B5EF4-FFF2-40B4-BE49-F238E27FC236}">
                <a16:creationId xmlns:a16="http://schemas.microsoft.com/office/drawing/2014/main" id="{69E9A6ED-C4AE-3940-AA9B-64CD13DDCAEA}"/>
              </a:ext>
            </a:extLst>
          </p:cNvPr>
          <p:cNvSpPr txBox="1"/>
          <p:nvPr/>
        </p:nvSpPr>
        <p:spPr>
          <a:xfrm>
            <a:off x="9012173" y="551540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47</a:t>
            </a:r>
            <a:endParaRPr sz="2600">
              <a:latin typeface="Times New Roman"/>
              <a:cs typeface="Times New Roman"/>
            </a:endParaRPr>
          </a:p>
        </p:txBody>
      </p:sp>
      <p:sp>
        <p:nvSpPr>
          <p:cNvPr id="138" name="object 47">
            <a:extLst>
              <a:ext uri="{FF2B5EF4-FFF2-40B4-BE49-F238E27FC236}">
                <a16:creationId xmlns:a16="http://schemas.microsoft.com/office/drawing/2014/main" id="{DDFC3FB3-8037-6140-A19E-925BE8F1AEE2}"/>
              </a:ext>
            </a:extLst>
          </p:cNvPr>
          <p:cNvSpPr txBox="1"/>
          <p:nvPr/>
        </p:nvSpPr>
        <p:spPr>
          <a:xfrm>
            <a:off x="9722739" y="551540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635" algn="ctr">
              <a:lnSpc>
                <a:spcPct val="100000"/>
              </a:lnSpc>
              <a:spcBef>
                <a:spcPts val="625"/>
              </a:spcBef>
            </a:pPr>
            <a:r>
              <a:rPr sz="2600" b="1" spc="-5">
                <a:latin typeface="Times New Roman"/>
                <a:cs typeface="Times New Roman"/>
              </a:rPr>
              <a:t>8</a:t>
            </a:r>
            <a:endParaRPr sz="2600">
              <a:latin typeface="Times New Roman"/>
              <a:cs typeface="Times New Roman"/>
            </a:endParaRPr>
          </a:p>
        </p:txBody>
      </p:sp>
      <p:sp>
        <p:nvSpPr>
          <p:cNvPr id="139" name="object 48">
            <a:extLst>
              <a:ext uri="{FF2B5EF4-FFF2-40B4-BE49-F238E27FC236}">
                <a16:creationId xmlns:a16="http://schemas.microsoft.com/office/drawing/2014/main" id="{7C5A7F04-3AC4-6F41-B1D0-89FAB3A3D97C}"/>
              </a:ext>
            </a:extLst>
          </p:cNvPr>
          <p:cNvSpPr txBox="1"/>
          <p:nvPr/>
        </p:nvSpPr>
        <p:spPr>
          <a:xfrm>
            <a:off x="10433304" y="551540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3189">
              <a:lnSpc>
                <a:spcPct val="100000"/>
              </a:lnSpc>
              <a:spcBef>
                <a:spcPts val="625"/>
              </a:spcBef>
            </a:pPr>
            <a:r>
              <a:rPr sz="2600" b="1" spc="-25">
                <a:latin typeface="Times New Roman"/>
                <a:cs typeface="Times New Roman"/>
              </a:rPr>
              <a:t>37</a:t>
            </a:r>
            <a:endParaRPr sz="2600">
              <a:latin typeface="Times New Roman"/>
              <a:cs typeface="Times New Roman"/>
            </a:endParaRPr>
          </a:p>
        </p:txBody>
      </p:sp>
      <p:sp>
        <p:nvSpPr>
          <p:cNvPr id="140" name="object 49">
            <a:extLst>
              <a:ext uri="{FF2B5EF4-FFF2-40B4-BE49-F238E27FC236}">
                <a16:creationId xmlns:a16="http://schemas.microsoft.com/office/drawing/2014/main" id="{22AA0544-C548-4741-863D-079CC10E180D}"/>
              </a:ext>
            </a:extLst>
          </p:cNvPr>
          <p:cNvSpPr txBox="1"/>
          <p:nvPr/>
        </p:nvSpPr>
        <p:spPr>
          <a:xfrm>
            <a:off x="11143868" y="5515408"/>
            <a:ext cx="576580" cy="577215"/>
          </a:xfrm>
          <a:prstGeom prst="rect">
            <a:avLst/>
          </a:prstGeom>
          <a:solidFill>
            <a:srgbClr val="D9D9D9"/>
          </a:solidFill>
          <a:ln w="38100">
            <a:solidFill>
              <a:srgbClr val="000000"/>
            </a:solidFill>
          </a:ln>
        </p:spPr>
        <p:txBody>
          <a:bodyPr vert="horz" wrap="square" lIns="0" tIns="79375" rIns="0" bIns="0" rtlCol="0">
            <a:spAutoFit/>
          </a:bodyPr>
          <a:lstStyle/>
          <a:p>
            <a:pPr marL="122555">
              <a:lnSpc>
                <a:spcPct val="100000"/>
              </a:lnSpc>
              <a:spcBef>
                <a:spcPts val="625"/>
              </a:spcBef>
            </a:pPr>
            <a:r>
              <a:rPr sz="2600" b="1" spc="-25">
                <a:latin typeface="Times New Roman"/>
                <a:cs typeface="Times New Roman"/>
              </a:rPr>
              <a:t>18</a:t>
            </a:r>
            <a:endParaRPr sz="2600">
              <a:latin typeface="Times New Roman"/>
              <a:cs typeface="Times New Roman"/>
            </a:endParaRPr>
          </a:p>
        </p:txBody>
      </p:sp>
    </p:spTree>
    <p:extLst>
      <p:ext uri="{BB962C8B-B14F-4D97-AF65-F5344CB8AC3E}">
        <p14:creationId xmlns:p14="http://schemas.microsoft.com/office/powerpoint/2010/main" val="11091944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5A152288-E81F-F042-B332-4AD1AF8F3292}"/>
              </a:ext>
            </a:extLst>
          </p:cNvPr>
          <p:cNvSpPr txBox="1">
            <a:spLocks noGrp="1"/>
          </p:cNvSpPr>
          <p:nvPr>
            <p:ph type="title"/>
          </p:nvPr>
        </p:nvSpPr>
        <p:spPr>
          <a:xfrm>
            <a:off x="1249776" y="316090"/>
            <a:ext cx="2243701" cy="627736"/>
          </a:xfrm>
          <a:prstGeom prst="rect">
            <a:avLst/>
          </a:prstGeom>
        </p:spPr>
        <p:txBody>
          <a:bodyPr vert="horz" wrap="square" lIns="0" tIns="12065" rIns="0" bIns="0" rtlCol="0">
            <a:spAutoFit/>
          </a:bodyPr>
          <a:lstStyle/>
          <a:p>
            <a:pPr marL="12700">
              <a:lnSpc>
                <a:spcPct val="100000"/>
              </a:lnSpc>
              <a:spcBef>
                <a:spcPts val="95"/>
              </a:spcBef>
            </a:pPr>
            <a:r>
              <a:rPr sz="4000" spc="-40" dirty="0" err="1">
                <a:latin typeface="SimSun" panose="02010600030101010101" pitchFamily="2" charset="-122"/>
                <a:ea typeface="SimSun" panose="02010600030101010101" pitchFamily="2" charset="-122"/>
              </a:rPr>
              <a:t>归并排</a:t>
            </a:r>
            <a:r>
              <a:rPr sz="4000" spc="-50" dirty="0" err="1">
                <a:latin typeface="SimSun" panose="02010600030101010101" pitchFamily="2" charset="-122"/>
                <a:ea typeface="SimSun" panose="02010600030101010101" pitchFamily="2" charset="-122"/>
              </a:rPr>
              <a:t>序</a:t>
            </a:r>
            <a:endParaRPr sz="4000" spc="-50" dirty="0">
              <a:latin typeface="SimSun" panose="02010600030101010101" pitchFamily="2" charset="-122"/>
              <a:ea typeface="SimSun" panose="02010600030101010101" pitchFamily="2" charset="-122"/>
            </a:endParaRPr>
          </a:p>
        </p:txBody>
      </p:sp>
      <p:sp>
        <p:nvSpPr>
          <p:cNvPr id="4" name="object 2">
            <a:extLst>
              <a:ext uri="{FF2B5EF4-FFF2-40B4-BE49-F238E27FC236}">
                <a16:creationId xmlns:a16="http://schemas.microsoft.com/office/drawing/2014/main" id="{940DC533-AC13-D44C-BE14-CDA4E0AC5008}"/>
              </a:ext>
            </a:extLst>
          </p:cNvPr>
          <p:cNvSpPr txBox="1"/>
          <p:nvPr/>
        </p:nvSpPr>
        <p:spPr>
          <a:xfrm>
            <a:off x="864187" y="3236596"/>
            <a:ext cx="5706110" cy="452755"/>
          </a:xfrm>
          <a:prstGeom prst="rect">
            <a:avLst/>
          </a:prstGeom>
        </p:spPr>
        <p:txBody>
          <a:bodyPr vert="horz" wrap="square" lIns="0" tIns="12700" rIns="0" bIns="0" rtlCol="0">
            <a:spAutoFit/>
          </a:bodyPr>
          <a:lstStyle/>
          <a:p>
            <a:pPr marL="355600" indent="-342900">
              <a:lnSpc>
                <a:spcPct val="100000"/>
              </a:lnSpc>
              <a:spcBef>
                <a:spcPts val="100"/>
              </a:spcBef>
              <a:buClr>
                <a:srgbClr val="8092F0"/>
              </a:buClr>
              <a:buSzPct val="69642"/>
              <a:buFont typeface="Wingdings"/>
              <a:buChar char=""/>
              <a:tabLst>
                <a:tab pos="354965" algn="l"/>
                <a:tab pos="355600" algn="l"/>
              </a:tabLst>
            </a:pPr>
            <a:r>
              <a:rPr sz="2800" b="1" dirty="0">
                <a:latin typeface="Times New Roman"/>
                <a:cs typeface="Times New Roman"/>
              </a:rPr>
              <a:t>1945</a:t>
            </a:r>
            <a:r>
              <a:rPr sz="2800" spc="-5" dirty="0">
                <a:latin typeface="宋体"/>
                <a:cs typeface="宋体"/>
              </a:rPr>
              <a:t>年，冯</a:t>
            </a:r>
            <a:r>
              <a:rPr sz="2800" dirty="0">
                <a:latin typeface="宋体"/>
                <a:cs typeface="宋体"/>
              </a:rPr>
              <a:t>·</a:t>
            </a:r>
            <a:r>
              <a:rPr sz="2800" spc="-10" dirty="0">
                <a:latin typeface="宋体"/>
                <a:cs typeface="宋体"/>
              </a:rPr>
              <a:t>诺伊曼提出归并排序</a:t>
            </a:r>
            <a:endParaRPr sz="2800" dirty="0">
              <a:latin typeface="宋体"/>
              <a:cs typeface="宋体"/>
            </a:endParaRPr>
          </a:p>
        </p:txBody>
      </p:sp>
      <p:graphicFrame>
        <p:nvGraphicFramePr>
          <p:cNvPr id="5" name="object 4">
            <a:extLst>
              <a:ext uri="{FF2B5EF4-FFF2-40B4-BE49-F238E27FC236}">
                <a16:creationId xmlns:a16="http://schemas.microsoft.com/office/drawing/2014/main" id="{AD9B9355-450C-1D48-A2A3-DB7904D8FEEF}"/>
              </a:ext>
            </a:extLst>
          </p:cNvPr>
          <p:cNvGraphicFramePr>
            <a:graphicFrameLocks noGrp="1"/>
          </p:cNvGraphicFramePr>
          <p:nvPr>
            <p:extLst>
              <p:ext uri="{D42A27DB-BD31-4B8C-83A1-F6EECF244321}">
                <p14:modId xmlns:p14="http://schemas.microsoft.com/office/powerpoint/2010/main" val="1625223409"/>
              </p:ext>
            </p:extLst>
          </p:nvPr>
        </p:nvGraphicFramePr>
        <p:xfrm>
          <a:off x="1329514" y="1234995"/>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pic>
        <p:nvPicPr>
          <p:cNvPr id="6" name="object 5">
            <a:extLst>
              <a:ext uri="{FF2B5EF4-FFF2-40B4-BE49-F238E27FC236}">
                <a16:creationId xmlns:a16="http://schemas.microsoft.com/office/drawing/2014/main" id="{C0E1F559-86F3-9A45-ACB9-C1CCAA011037}"/>
              </a:ext>
            </a:extLst>
          </p:cNvPr>
          <p:cNvPicPr/>
          <p:nvPr/>
        </p:nvPicPr>
        <p:blipFill>
          <a:blip r:embed="rId2"/>
          <a:stretch>
            <a:fillRect/>
          </a:stretch>
        </p:blipFill>
        <p:spPr>
          <a:xfrm>
            <a:off x="4492485" y="3896477"/>
            <a:ext cx="1836360" cy="2323981"/>
          </a:xfrm>
          <a:prstGeom prst="rect">
            <a:avLst/>
          </a:prstGeom>
        </p:spPr>
      </p:pic>
      <p:sp>
        <p:nvSpPr>
          <p:cNvPr id="7" name="object 6">
            <a:extLst>
              <a:ext uri="{FF2B5EF4-FFF2-40B4-BE49-F238E27FC236}">
                <a16:creationId xmlns:a16="http://schemas.microsoft.com/office/drawing/2014/main" id="{56F6AD2D-4C2C-7D44-ADE0-8F2139C69AEC}"/>
              </a:ext>
            </a:extLst>
          </p:cNvPr>
          <p:cNvSpPr txBox="1"/>
          <p:nvPr/>
        </p:nvSpPr>
        <p:spPr>
          <a:xfrm>
            <a:off x="6769613" y="4631747"/>
            <a:ext cx="1952356" cy="853440"/>
          </a:xfrm>
          <a:prstGeom prst="rect">
            <a:avLst/>
          </a:prstGeom>
        </p:spPr>
        <p:txBody>
          <a:bodyPr vert="horz" wrap="square" lIns="0" tIns="10160" rIns="0" bIns="0" rtlCol="0">
            <a:spAutoFit/>
          </a:bodyPr>
          <a:lstStyle/>
          <a:p>
            <a:pPr marL="12700" marR="5080" indent="635" algn="ctr">
              <a:lnSpc>
                <a:spcPct val="100800"/>
              </a:lnSpc>
              <a:spcBef>
                <a:spcPts val="80"/>
              </a:spcBef>
            </a:pPr>
            <a:r>
              <a:rPr sz="1800" spc="-10" dirty="0" err="1">
                <a:latin typeface="宋体"/>
                <a:cs typeface="宋体"/>
              </a:rPr>
              <a:t>现代计算机之父</a:t>
            </a:r>
            <a:r>
              <a:rPr sz="1800" dirty="0">
                <a:latin typeface="宋体"/>
                <a:cs typeface="宋体"/>
              </a:rPr>
              <a:t> </a:t>
            </a:r>
            <a:r>
              <a:rPr sz="1800" dirty="0" err="1">
                <a:latin typeface="宋体"/>
                <a:cs typeface="宋体"/>
              </a:rPr>
              <a:t>约翰·冯·</a:t>
            </a:r>
            <a:r>
              <a:rPr sz="1800" spc="-20" dirty="0" err="1">
                <a:latin typeface="宋体"/>
                <a:cs typeface="宋体"/>
              </a:rPr>
              <a:t>诺伊曼</a:t>
            </a:r>
            <a:r>
              <a:rPr sz="1800" spc="-50" dirty="0">
                <a:latin typeface="宋体"/>
                <a:cs typeface="宋体"/>
              </a:rPr>
              <a:t> </a:t>
            </a:r>
            <a:r>
              <a:rPr sz="1800" b="1" dirty="0">
                <a:latin typeface="Times New Roman"/>
                <a:cs typeface="Times New Roman"/>
              </a:rPr>
              <a:t>John</a:t>
            </a:r>
            <a:r>
              <a:rPr sz="1800" b="1" spc="-20" dirty="0">
                <a:latin typeface="Times New Roman"/>
                <a:cs typeface="Times New Roman"/>
              </a:rPr>
              <a:t> </a:t>
            </a:r>
            <a:r>
              <a:rPr sz="1800" b="1" dirty="0">
                <a:latin typeface="Times New Roman"/>
                <a:cs typeface="Times New Roman"/>
              </a:rPr>
              <a:t>von</a:t>
            </a:r>
            <a:r>
              <a:rPr sz="1800" b="1" spc="-20" dirty="0">
                <a:latin typeface="Times New Roman"/>
                <a:cs typeface="Times New Roman"/>
              </a:rPr>
              <a:t> </a:t>
            </a:r>
            <a:r>
              <a:rPr sz="1800" b="1" spc="-10" dirty="0">
                <a:latin typeface="Times New Roman"/>
                <a:cs typeface="Times New Roman"/>
              </a:rPr>
              <a:t>Neumann</a:t>
            </a:r>
            <a:endParaRPr sz="1800" dirty="0">
              <a:latin typeface="Times New Roman"/>
              <a:cs typeface="Times New Roman"/>
            </a:endParaRPr>
          </a:p>
        </p:txBody>
      </p:sp>
      <p:graphicFrame>
        <p:nvGraphicFramePr>
          <p:cNvPr id="8" name="object 7">
            <a:extLst>
              <a:ext uri="{FF2B5EF4-FFF2-40B4-BE49-F238E27FC236}">
                <a16:creationId xmlns:a16="http://schemas.microsoft.com/office/drawing/2014/main" id="{D15C87B3-92C5-EF46-9EE6-C14ABEF4D4CC}"/>
              </a:ext>
            </a:extLst>
          </p:cNvPr>
          <p:cNvGraphicFramePr>
            <a:graphicFrameLocks noGrp="1"/>
          </p:cNvGraphicFramePr>
          <p:nvPr>
            <p:extLst>
              <p:ext uri="{D42A27DB-BD31-4B8C-83A1-F6EECF244321}">
                <p14:modId xmlns:p14="http://schemas.microsoft.com/office/powerpoint/2010/main" val="3609505174"/>
              </p:ext>
            </p:extLst>
          </p:nvPr>
        </p:nvGraphicFramePr>
        <p:xfrm>
          <a:off x="1055423" y="2300272"/>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9" name="object 8">
            <a:extLst>
              <a:ext uri="{FF2B5EF4-FFF2-40B4-BE49-F238E27FC236}">
                <a16:creationId xmlns:a16="http://schemas.microsoft.com/office/drawing/2014/main" id="{F7C2C6C3-B3A5-7D49-962E-CE8D6F02F327}"/>
              </a:ext>
            </a:extLst>
          </p:cNvPr>
          <p:cNvGraphicFramePr>
            <a:graphicFrameLocks noGrp="1"/>
          </p:cNvGraphicFramePr>
          <p:nvPr>
            <p:extLst>
              <p:ext uri="{D42A27DB-BD31-4B8C-83A1-F6EECF244321}">
                <p14:modId xmlns:p14="http://schemas.microsoft.com/office/powerpoint/2010/main" val="660884117"/>
              </p:ext>
            </p:extLst>
          </p:nvPr>
        </p:nvGraphicFramePr>
        <p:xfrm>
          <a:off x="6152212" y="2304970"/>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3189">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0" name="object 9">
            <a:extLst>
              <a:ext uri="{FF2B5EF4-FFF2-40B4-BE49-F238E27FC236}">
                <a16:creationId xmlns:a16="http://schemas.microsoft.com/office/drawing/2014/main" id="{667B7FA7-E7CC-F041-A945-527B6570F6E5}"/>
              </a:ext>
            </a:extLst>
          </p:cNvPr>
          <p:cNvSpPr/>
          <p:nvPr/>
        </p:nvSpPr>
        <p:spPr>
          <a:xfrm>
            <a:off x="3378532" y="1831260"/>
            <a:ext cx="5097145" cy="492759"/>
          </a:xfrm>
          <a:custGeom>
            <a:avLst/>
            <a:gdLst/>
            <a:ahLst/>
            <a:cxnLst/>
            <a:rect l="l" t="t" r="r" b="b"/>
            <a:pathLst>
              <a:path w="5097145" h="492759">
                <a:moveTo>
                  <a:pt x="2578227" y="0"/>
                </a:moveTo>
                <a:lnTo>
                  <a:pt x="0" y="488188"/>
                </a:lnTo>
              </a:path>
              <a:path w="5097145" h="492759">
                <a:moveTo>
                  <a:pt x="2578608" y="0"/>
                </a:moveTo>
                <a:lnTo>
                  <a:pt x="5097145" y="492759"/>
                </a:lnTo>
              </a:path>
            </a:pathLst>
          </a:custGeom>
          <a:ln w="38100">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3538397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5A152288-E81F-F042-B332-4AD1AF8F3292}"/>
              </a:ext>
            </a:extLst>
          </p:cNvPr>
          <p:cNvSpPr txBox="1">
            <a:spLocks noGrp="1"/>
          </p:cNvSpPr>
          <p:nvPr>
            <p:ph type="title"/>
          </p:nvPr>
        </p:nvSpPr>
        <p:spPr>
          <a:xfrm>
            <a:off x="1249776" y="316090"/>
            <a:ext cx="2243701" cy="627736"/>
          </a:xfrm>
          <a:prstGeom prst="rect">
            <a:avLst/>
          </a:prstGeom>
        </p:spPr>
        <p:txBody>
          <a:bodyPr vert="horz" wrap="square" lIns="0" tIns="12065" rIns="0" bIns="0" rtlCol="0">
            <a:spAutoFit/>
          </a:bodyPr>
          <a:lstStyle/>
          <a:p>
            <a:pPr marL="12700">
              <a:lnSpc>
                <a:spcPct val="100000"/>
              </a:lnSpc>
              <a:spcBef>
                <a:spcPts val="95"/>
              </a:spcBef>
            </a:pPr>
            <a:r>
              <a:rPr sz="4000" spc="-40" dirty="0" err="1">
                <a:latin typeface="SimSun" panose="02010600030101010101" pitchFamily="2" charset="-122"/>
                <a:ea typeface="SimSun" panose="02010600030101010101" pitchFamily="2" charset="-122"/>
              </a:rPr>
              <a:t>归并排</a:t>
            </a:r>
            <a:r>
              <a:rPr sz="4000" spc="-50" dirty="0" err="1">
                <a:latin typeface="SimSun" panose="02010600030101010101" pitchFamily="2" charset="-122"/>
                <a:ea typeface="SimSun" panose="02010600030101010101" pitchFamily="2" charset="-122"/>
              </a:rPr>
              <a:t>序</a:t>
            </a:r>
            <a:endParaRPr sz="4000" spc="-50" dirty="0">
              <a:latin typeface="SimSun" panose="02010600030101010101" pitchFamily="2" charset="-122"/>
              <a:ea typeface="SimSun" panose="02010600030101010101" pitchFamily="2" charset="-122"/>
            </a:endParaRPr>
          </a:p>
        </p:txBody>
      </p:sp>
      <p:graphicFrame>
        <p:nvGraphicFramePr>
          <p:cNvPr id="5" name="object 4">
            <a:extLst>
              <a:ext uri="{FF2B5EF4-FFF2-40B4-BE49-F238E27FC236}">
                <a16:creationId xmlns:a16="http://schemas.microsoft.com/office/drawing/2014/main" id="{AD9B9355-450C-1D48-A2A3-DB7904D8FEEF}"/>
              </a:ext>
            </a:extLst>
          </p:cNvPr>
          <p:cNvGraphicFramePr>
            <a:graphicFrameLocks noGrp="1"/>
          </p:cNvGraphicFramePr>
          <p:nvPr/>
        </p:nvGraphicFramePr>
        <p:xfrm>
          <a:off x="1329514" y="1234995"/>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8" name="object 7">
            <a:extLst>
              <a:ext uri="{FF2B5EF4-FFF2-40B4-BE49-F238E27FC236}">
                <a16:creationId xmlns:a16="http://schemas.microsoft.com/office/drawing/2014/main" id="{D15C87B3-92C5-EF46-9EE6-C14ABEF4D4CC}"/>
              </a:ext>
            </a:extLst>
          </p:cNvPr>
          <p:cNvGraphicFramePr>
            <a:graphicFrameLocks noGrp="1"/>
          </p:cNvGraphicFramePr>
          <p:nvPr/>
        </p:nvGraphicFramePr>
        <p:xfrm>
          <a:off x="1055423" y="2300272"/>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9" name="object 8">
            <a:extLst>
              <a:ext uri="{FF2B5EF4-FFF2-40B4-BE49-F238E27FC236}">
                <a16:creationId xmlns:a16="http://schemas.microsoft.com/office/drawing/2014/main" id="{F7C2C6C3-B3A5-7D49-962E-CE8D6F02F327}"/>
              </a:ext>
            </a:extLst>
          </p:cNvPr>
          <p:cNvGraphicFramePr>
            <a:graphicFrameLocks noGrp="1"/>
          </p:cNvGraphicFramePr>
          <p:nvPr/>
        </p:nvGraphicFramePr>
        <p:xfrm>
          <a:off x="6152212" y="2304970"/>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3189">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0" name="object 9">
            <a:extLst>
              <a:ext uri="{FF2B5EF4-FFF2-40B4-BE49-F238E27FC236}">
                <a16:creationId xmlns:a16="http://schemas.microsoft.com/office/drawing/2014/main" id="{667B7FA7-E7CC-F041-A945-527B6570F6E5}"/>
              </a:ext>
            </a:extLst>
          </p:cNvPr>
          <p:cNvSpPr/>
          <p:nvPr/>
        </p:nvSpPr>
        <p:spPr>
          <a:xfrm>
            <a:off x="3378532" y="1831260"/>
            <a:ext cx="5097145" cy="492759"/>
          </a:xfrm>
          <a:custGeom>
            <a:avLst/>
            <a:gdLst/>
            <a:ahLst/>
            <a:cxnLst/>
            <a:rect l="l" t="t" r="r" b="b"/>
            <a:pathLst>
              <a:path w="5097145" h="492759">
                <a:moveTo>
                  <a:pt x="2578227" y="0"/>
                </a:moveTo>
                <a:lnTo>
                  <a:pt x="0" y="488188"/>
                </a:lnTo>
              </a:path>
              <a:path w="5097145" h="492759">
                <a:moveTo>
                  <a:pt x="2578608" y="0"/>
                </a:moveTo>
                <a:lnTo>
                  <a:pt x="5097145" y="492759"/>
                </a:lnTo>
              </a:path>
            </a:pathLst>
          </a:custGeom>
          <a:ln w="38100">
            <a:solidFill>
              <a:srgbClr val="000000"/>
            </a:solidFill>
          </a:ln>
        </p:spPr>
        <p:txBody>
          <a:bodyPr wrap="square" lIns="0" tIns="0" rIns="0" bIns="0" rtlCol="0"/>
          <a:lstStyle/>
          <a:p>
            <a:endParaRPr/>
          </a:p>
        </p:txBody>
      </p:sp>
      <p:sp>
        <p:nvSpPr>
          <p:cNvPr id="12" name="object 2">
            <a:extLst>
              <a:ext uri="{FF2B5EF4-FFF2-40B4-BE49-F238E27FC236}">
                <a16:creationId xmlns:a16="http://schemas.microsoft.com/office/drawing/2014/main" id="{DDB5EFA9-C7BC-AF45-9CB4-E7627F45C017}"/>
              </a:ext>
            </a:extLst>
          </p:cNvPr>
          <p:cNvSpPr/>
          <p:nvPr/>
        </p:nvSpPr>
        <p:spPr>
          <a:xfrm>
            <a:off x="3173163" y="3952729"/>
            <a:ext cx="66675" cy="283210"/>
          </a:xfrm>
          <a:custGeom>
            <a:avLst/>
            <a:gdLst/>
            <a:ahLst/>
            <a:cxnLst/>
            <a:rect l="l" t="t" r="r" b="b"/>
            <a:pathLst>
              <a:path w="66675" h="283210">
                <a:moveTo>
                  <a:pt x="66421" y="0"/>
                </a:moveTo>
                <a:lnTo>
                  <a:pt x="0" y="0"/>
                </a:lnTo>
                <a:lnTo>
                  <a:pt x="0" y="11430"/>
                </a:lnTo>
                <a:lnTo>
                  <a:pt x="41783" y="11430"/>
                </a:lnTo>
                <a:lnTo>
                  <a:pt x="41783" y="271780"/>
                </a:lnTo>
                <a:lnTo>
                  <a:pt x="0" y="271780"/>
                </a:lnTo>
                <a:lnTo>
                  <a:pt x="0" y="283210"/>
                </a:lnTo>
                <a:lnTo>
                  <a:pt x="66421" y="283210"/>
                </a:lnTo>
                <a:lnTo>
                  <a:pt x="66421" y="271780"/>
                </a:lnTo>
                <a:lnTo>
                  <a:pt x="66421" y="11430"/>
                </a:lnTo>
                <a:lnTo>
                  <a:pt x="66421" y="0"/>
                </a:lnTo>
                <a:close/>
              </a:path>
            </a:pathLst>
          </a:custGeom>
          <a:solidFill>
            <a:srgbClr val="000000"/>
          </a:solidFill>
        </p:spPr>
        <p:txBody>
          <a:bodyPr wrap="square" lIns="0" tIns="0" rIns="0" bIns="0" rtlCol="0"/>
          <a:lstStyle/>
          <a:p>
            <a:endParaRPr/>
          </a:p>
        </p:txBody>
      </p:sp>
      <p:sp>
        <p:nvSpPr>
          <p:cNvPr id="13" name="object 3">
            <a:extLst>
              <a:ext uri="{FF2B5EF4-FFF2-40B4-BE49-F238E27FC236}">
                <a16:creationId xmlns:a16="http://schemas.microsoft.com/office/drawing/2014/main" id="{6E4C482F-3F7A-8044-B41A-AC3E6E9C5E44}"/>
              </a:ext>
            </a:extLst>
          </p:cNvPr>
          <p:cNvSpPr/>
          <p:nvPr/>
        </p:nvSpPr>
        <p:spPr>
          <a:xfrm>
            <a:off x="2601790" y="3952729"/>
            <a:ext cx="66675" cy="283210"/>
          </a:xfrm>
          <a:custGeom>
            <a:avLst/>
            <a:gdLst/>
            <a:ahLst/>
            <a:cxnLst/>
            <a:rect l="l" t="t" r="r" b="b"/>
            <a:pathLst>
              <a:path w="66675" h="283210">
                <a:moveTo>
                  <a:pt x="66421" y="0"/>
                </a:moveTo>
                <a:lnTo>
                  <a:pt x="0" y="0"/>
                </a:lnTo>
                <a:lnTo>
                  <a:pt x="0" y="11430"/>
                </a:lnTo>
                <a:lnTo>
                  <a:pt x="0" y="271780"/>
                </a:lnTo>
                <a:lnTo>
                  <a:pt x="0" y="283210"/>
                </a:lnTo>
                <a:lnTo>
                  <a:pt x="66421" y="283210"/>
                </a:lnTo>
                <a:lnTo>
                  <a:pt x="66421" y="271780"/>
                </a:lnTo>
                <a:lnTo>
                  <a:pt x="24765" y="271780"/>
                </a:lnTo>
                <a:lnTo>
                  <a:pt x="24765" y="11430"/>
                </a:lnTo>
                <a:lnTo>
                  <a:pt x="66421" y="11430"/>
                </a:lnTo>
                <a:lnTo>
                  <a:pt x="66421" y="0"/>
                </a:lnTo>
                <a:close/>
              </a:path>
            </a:pathLst>
          </a:custGeom>
          <a:solidFill>
            <a:srgbClr val="000000"/>
          </a:solidFill>
        </p:spPr>
        <p:txBody>
          <a:bodyPr wrap="square" lIns="0" tIns="0" rIns="0" bIns="0" rtlCol="0"/>
          <a:lstStyle/>
          <a:p>
            <a:endParaRPr/>
          </a:p>
        </p:txBody>
      </p:sp>
      <p:sp>
        <p:nvSpPr>
          <p:cNvPr id="14" name="object 4">
            <a:extLst>
              <a:ext uri="{FF2B5EF4-FFF2-40B4-BE49-F238E27FC236}">
                <a16:creationId xmlns:a16="http://schemas.microsoft.com/office/drawing/2014/main" id="{5452ECCF-8EC1-2A49-A756-40917E152861}"/>
              </a:ext>
            </a:extLst>
          </p:cNvPr>
          <p:cNvSpPr txBox="1"/>
          <p:nvPr/>
        </p:nvSpPr>
        <p:spPr>
          <a:xfrm>
            <a:off x="746955" y="3206223"/>
            <a:ext cx="5226050" cy="1049020"/>
          </a:xfrm>
          <a:prstGeom prst="rect">
            <a:avLst/>
          </a:prstGeom>
        </p:spPr>
        <p:txBody>
          <a:bodyPr vert="horz" wrap="square" lIns="0" tIns="12700" rIns="0" bIns="0" rtlCol="0">
            <a:spAutoFit/>
          </a:bodyPr>
          <a:lstStyle/>
          <a:p>
            <a:pPr marL="355600" indent="-342900">
              <a:lnSpc>
                <a:spcPct val="100000"/>
              </a:lnSpc>
              <a:spcBef>
                <a:spcPts val="100"/>
              </a:spcBef>
              <a:buClr>
                <a:srgbClr val="8092F0"/>
              </a:buClr>
              <a:buSzPct val="69642"/>
              <a:buFont typeface="Wingdings"/>
              <a:buChar char=""/>
              <a:tabLst>
                <a:tab pos="354965" algn="l"/>
                <a:tab pos="355600" algn="l"/>
              </a:tabLst>
            </a:pPr>
            <a:r>
              <a:rPr sz="2800" spc="-15" dirty="0" err="1">
                <a:latin typeface="宋体"/>
                <a:cs typeface="宋体"/>
              </a:rPr>
              <a:t>算法流程</a:t>
            </a:r>
            <a:endParaRPr sz="2800" dirty="0">
              <a:latin typeface="宋体"/>
              <a:cs typeface="宋体"/>
            </a:endParaRPr>
          </a:p>
          <a:p>
            <a:pPr marL="704215" lvl="1" indent="-347980">
              <a:lnSpc>
                <a:spcPct val="100000"/>
              </a:lnSpc>
              <a:spcBef>
                <a:spcPts val="1814"/>
              </a:spcBef>
              <a:buClr>
                <a:srgbClr val="DAB6FB"/>
              </a:buClr>
              <a:buSzPct val="68750"/>
              <a:buFont typeface="Wingdings"/>
              <a:buChar char=""/>
              <a:tabLst>
                <a:tab pos="704215" algn="l"/>
                <a:tab pos="704850" algn="l"/>
              </a:tabLst>
            </a:pPr>
            <a:r>
              <a:rPr sz="2400" dirty="0" err="1">
                <a:latin typeface="宋体"/>
                <a:cs typeface="宋体"/>
              </a:rPr>
              <a:t>将数组</a:t>
            </a:r>
            <a:r>
              <a:rPr sz="2400" dirty="0">
                <a:latin typeface="Cambria Math"/>
                <a:cs typeface="Cambria Math"/>
              </a:rPr>
              <a:t>𝑨</a:t>
            </a:r>
            <a:r>
              <a:rPr sz="2400" spc="310" dirty="0">
                <a:latin typeface="Cambria Math"/>
                <a:cs typeface="Cambria Math"/>
              </a:rPr>
              <a:t> </a:t>
            </a:r>
            <a:r>
              <a:rPr sz="2400" dirty="0">
                <a:latin typeface="Cambria Math"/>
                <a:cs typeface="Cambria Math"/>
              </a:rPr>
              <a:t>𝟏,</a:t>
            </a:r>
            <a:r>
              <a:rPr sz="2400" spc="-140" dirty="0">
                <a:latin typeface="Cambria Math"/>
                <a:cs typeface="Cambria Math"/>
              </a:rPr>
              <a:t> </a:t>
            </a:r>
            <a:r>
              <a:rPr sz="2400" dirty="0">
                <a:latin typeface="Cambria Math"/>
                <a:cs typeface="Cambria Math"/>
              </a:rPr>
              <a:t>𝒏</a:t>
            </a:r>
            <a:r>
              <a:rPr sz="2400" spc="300" dirty="0">
                <a:latin typeface="Cambria Math"/>
                <a:cs typeface="Cambria Math"/>
              </a:rPr>
              <a:t> </a:t>
            </a:r>
            <a:r>
              <a:rPr sz="2400" dirty="0" err="1">
                <a:latin typeface="宋体"/>
                <a:cs typeface="宋体"/>
              </a:rPr>
              <a:t>排序问题</a:t>
            </a:r>
            <a:r>
              <a:rPr sz="2400" dirty="0" err="1">
                <a:solidFill>
                  <a:srgbClr val="FF0000"/>
                </a:solidFill>
                <a:latin typeface="宋体"/>
                <a:cs typeface="宋体"/>
              </a:rPr>
              <a:t>分解</a:t>
            </a:r>
            <a:r>
              <a:rPr sz="2400" dirty="0" err="1">
                <a:latin typeface="宋体"/>
                <a:cs typeface="宋体"/>
              </a:rPr>
              <a:t>为</a:t>
            </a:r>
            <a:r>
              <a:rPr sz="2400" spc="-20" dirty="0">
                <a:latin typeface="Cambria Math"/>
                <a:cs typeface="Cambria Math"/>
              </a:rPr>
              <a:t>𝑨[𝟏,</a:t>
            </a:r>
            <a:endParaRPr sz="2400" dirty="0">
              <a:latin typeface="Cambria Math"/>
              <a:cs typeface="Cambria Math"/>
            </a:endParaRPr>
          </a:p>
        </p:txBody>
      </p:sp>
      <p:sp>
        <p:nvSpPr>
          <p:cNvPr id="15" name="object 5">
            <a:extLst>
              <a:ext uri="{FF2B5EF4-FFF2-40B4-BE49-F238E27FC236}">
                <a16:creationId xmlns:a16="http://schemas.microsoft.com/office/drawing/2014/main" id="{1450FE1D-6E59-3A4B-8E1B-7418B0B9ECE0}"/>
              </a:ext>
            </a:extLst>
          </p:cNvPr>
          <p:cNvSpPr/>
          <p:nvPr/>
        </p:nvSpPr>
        <p:spPr>
          <a:xfrm>
            <a:off x="6042982" y="3843509"/>
            <a:ext cx="300355" cy="500380"/>
          </a:xfrm>
          <a:custGeom>
            <a:avLst/>
            <a:gdLst/>
            <a:ahLst/>
            <a:cxnLst/>
            <a:rect l="l" t="t" r="r" b="b"/>
            <a:pathLst>
              <a:path w="300354" h="500379">
                <a:moveTo>
                  <a:pt x="70739" y="487680"/>
                </a:moveTo>
                <a:lnTo>
                  <a:pt x="27686" y="487680"/>
                </a:lnTo>
                <a:lnTo>
                  <a:pt x="27686" y="0"/>
                </a:lnTo>
                <a:lnTo>
                  <a:pt x="0" y="0"/>
                </a:lnTo>
                <a:lnTo>
                  <a:pt x="0" y="487680"/>
                </a:lnTo>
                <a:lnTo>
                  <a:pt x="0" y="500380"/>
                </a:lnTo>
                <a:lnTo>
                  <a:pt x="70739" y="500380"/>
                </a:lnTo>
                <a:lnTo>
                  <a:pt x="70739" y="487680"/>
                </a:lnTo>
                <a:close/>
              </a:path>
              <a:path w="300354" h="500379">
                <a:moveTo>
                  <a:pt x="222885" y="240665"/>
                </a:moveTo>
                <a:lnTo>
                  <a:pt x="78105" y="240665"/>
                </a:lnTo>
                <a:lnTo>
                  <a:pt x="78105" y="260477"/>
                </a:lnTo>
                <a:lnTo>
                  <a:pt x="222885" y="260477"/>
                </a:lnTo>
                <a:lnTo>
                  <a:pt x="222885" y="240665"/>
                </a:lnTo>
                <a:close/>
              </a:path>
              <a:path w="300354" h="500379">
                <a:moveTo>
                  <a:pt x="300228" y="0"/>
                </a:moveTo>
                <a:lnTo>
                  <a:pt x="271907" y="0"/>
                </a:lnTo>
                <a:lnTo>
                  <a:pt x="271907" y="487680"/>
                </a:lnTo>
                <a:lnTo>
                  <a:pt x="229616" y="487680"/>
                </a:lnTo>
                <a:lnTo>
                  <a:pt x="229616" y="500380"/>
                </a:lnTo>
                <a:lnTo>
                  <a:pt x="300228" y="500380"/>
                </a:lnTo>
                <a:lnTo>
                  <a:pt x="300228" y="487680"/>
                </a:lnTo>
                <a:lnTo>
                  <a:pt x="300228" y="0"/>
                </a:lnTo>
                <a:close/>
              </a:path>
            </a:pathLst>
          </a:custGeom>
          <a:solidFill>
            <a:srgbClr val="000000"/>
          </a:solidFill>
        </p:spPr>
        <p:txBody>
          <a:bodyPr wrap="square" lIns="0" tIns="0" rIns="0" bIns="0" rtlCol="0"/>
          <a:lstStyle/>
          <a:p>
            <a:endParaRPr/>
          </a:p>
        </p:txBody>
      </p:sp>
      <p:sp>
        <p:nvSpPr>
          <p:cNvPr id="16" name="object 6">
            <a:extLst>
              <a:ext uri="{FF2B5EF4-FFF2-40B4-BE49-F238E27FC236}">
                <a16:creationId xmlns:a16="http://schemas.microsoft.com/office/drawing/2014/main" id="{E64ACD9B-C4D4-2240-BD8C-62C5DDF9620B}"/>
              </a:ext>
            </a:extLst>
          </p:cNvPr>
          <p:cNvSpPr/>
          <p:nvPr/>
        </p:nvSpPr>
        <p:spPr>
          <a:xfrm>
            <a:off x="7130356" y="3843509"/>
            <a:ext cx="299720" cy="500380"/>
          </a:xfrm>
          <a:custGeom>
            <a:avLst/>
            <a:gdLst/>
            <a:ahLst/>
            <a:cxnLst/>
            <a:rect l="l" t="t" r="r" b="b"/>
            <a:pathLst>
              <a:path w="299720" h="500379">
                <a:moveTo>
                  <a:pt x="70739" y="487680"/>
                </a:moveTo>
                <a:lnTo>
                  <a:pt x="27686" y="487680"/>
                </a:lnTo>
                <a:lnTo>
                  <a:pt x="27686" y="0"/>
                </a:lnTo>
                <a:lnTo>
                  <a:pt x="0" y="0"/>
                </a:lnTo>
                <a:lnTo>
                  <a:pt x="0" y="487680"/>
                </a:lnTo>
                <a:lnTo>
                  <a:pt x="0" y="500380"/>
                </a:lnTo>
                <a:lnTo>
                  <a:pt x="70739" y="500380"/>
                </a:lnTo>
                <a:lnTo>
                  <a:pt x="70739" y="487680"/>
                </a:lnTo>
                <a:close/>
              </a:path>
              <a:path w="299720" h="500379">
                <a:moveTo>
                  <a:pt x="222110" y="240665"/>
                </a:moveTo>
                <a:lnTo>
                  <a:pt x="77343" y="240665"/>
                </a:lnTo>
                <a:lnTo>
                  <a:pt x="77343" y="260477"/>
                </a:lnTo>
                <a:lnTo>
                  <a:pt x="222110" y="260477"/>
                </a:lnTo>
                <a:lnTo>
                  <a:pt x="222110" y="240665"/>
                </a:lnTo>
                <a:close/>
              </a:path>
              <a:path w="299720" h="500379">
                <a:moveTo>
                  <a:pt x="299466" y="0"/>
                </a:moveTo>
                <a:lnTo>
                  <a:pt x="271145" y="0"/>
                </a:lnTo>
                <a:lnTo>
                  <a:pt x="271145" y="487680"/>
                </a:lnTo>
                <a:lnTo>
                  <a:pt x="228854" y="487680"/>
                </a:lnTo>
                <a:lnTo>
                  <a:pt x="228854" y="500380"/>
                </a:lnTo>
                <a:lnTo>
                  <a:pt x="299466" y="500380"/>
                </a:lnTo>
                <a:lnTo>
                  <a:pt x="299466" y="487680"/>
                </a:lnTo>
                <a:lnTo>
                  <a:pt x="299466" y="0"/>
                </a:lnTo>
                <a:close/>
              </a:path>
            </a:pathLst>
          </a:custGeom>
          <a:solidFill>
            <a:srgbClr val="000000"/>
          </a:solidFill>
        </p:spPr>
        <p:txBody>
          <a:bodyPr wrap="square" lIns="0" tIns="0" rIns="0" bIns="0" rtlCol="0"/>
          <a:lstStyle/>
          <a:p>
            <a:endParaRPr/>
          </a:p>
        </p:txBody>
      </p:sp>
      <p:sp>
        <p:nvSpPr>
          <p:cNvPr id="17" name="object 7">
            <a:extLst>
              <a:ext uri="{FF2B5EF4-FFF2-40B4-BE49-F238E27FC236}">
                <a16:creationId xmlns:a16="http://schemas.microsoft.com/office/drawing/2014/main" id="{21C40492-E63C-5F49-96A5-624F4827C834}"/>
              </a:ext>
            </a:extLst>
          </p:cNvPr>
          <p:cNvSpPr txBox="1"/>
          <p:nvPr/>
        </p:nvSpPr>
        <p:spPr>
          <a:xfrm>
            <a:off x="6070794" y="3863830"/>
            <a:ext cx="1332230" cy="528320"/>
          </a:xfrm>
          <a:prstGeom prst="rect">
            <a:avLst/>
          </a:prstGeom>
        </p:spPr>
        <p:txBody>
          <a:bodyPr vert="horz" wrap="square" lIns="0" tIns="12700" rIns="0" bIns="0" rtlCol="0">
            <a:spAutoFit/>
          </a:bodyPr>
          <a:lstStyle/>
          <a:p>
            <a:pPr marL="50800">
              <a:lnSpc>
                <a:spcPts val="2370"/>
              </a:lnSpc>
              <a:spcBef>
                <a:spcPts val="100"/>
              </a:spcBef>
            </a:pPr>
            <a:r>
              <a:rPr sz="2625" baseline="44444">
                <a:latin typeface="Cambria Math"/>
                <a:cs typeface="Cambria Math"/>
              </a:rPr>
              <a:t>𝒏</a:t>
            </a:r>
            <a:r>
              <a:rPr sz="2625" spc="742" baseline="44444">
                <a:latin typeface="Cambria Math"/>
                <a:cs typeface="Cambria Math"/>
              </a:rPr>
              <a:t> </a:t>
            </a:r>
            <a:r>
              <a:rPr sz="2400" spc="-10">
                <a:latin typeface="Cambria Math"/>
                <a:cs typeface="Cambria Math"/>
              </a:rPr>
              <a:t>]</a:t>
            </a:r>
            <a:r>
              <a:rPr sz="2400">
                <a:latin typeface="宋体"/>
                <a:cs typeface="宋体"/>
              </a:rPr>
              <a:t>和</a:t>
            </a:r>
            <a:r>
              <a:rPr sz="2400">
                <a:latin typeface="Cambria Math"/>
                <a:cs typeface="Cambria Math"/>
              </a:rPr>
              <a:t>𝑨[</a:t>
            </a:r>
            <a:r>
              <a:rPr sz="2400" spc="340">
                <a:latin typeface="Cambria Math"/>
                <a:cs typeface="Cambria Math"/>
              </a:rPr>
              <a:t> </a:t>
            </a:r>
            <a:r>
              <a:rPr sz="2625" spc="-75" baseline="44444">
                <a:latin typeface="Cambria Math"/>
                <a:cs typeface="Cambria Math"/>
              </a:rPr>
              <a:t>𝒏</a:t>
            </a:r>
            <a:endParaRPr sz="2625" baseline="44444">
              <a:latin typeface="Cambria Math"/>
              <a:cs typeface="Cambria Math"/>
            </a:endParaRPr>
          </a:p>
          <a:p>
            <a:pPr marL="55880">
              <a:lnSpc>
                <a:spcPts val="1590"/>
              </a:lnSpc>
              <a:tabLst>
                <a:tab pos="1142365" algn="l"/>
              </a:tabLst>
            </a:pPr>
            <a:r>
              <a:rPr sz="1750" spc="-50">
                <a:latin typeface="Cambria Math"/>
                <a:cs typeface="Cambria Math"/>
              </a:rPr>
              <a:t>𝟐</a:t>
            </a:r>
            <a:r>
              <a:rPr sz="1750">
                <a:latin typeface="Cambria Math"/>
                <a:cs typeface="Cambria Math"/>
              </a:rPr>
              <a:t>	</a:t>
            </a:r>
            <a:r>
              <a:rPr sz="1750" spc="-50">
                <a:latin typeface="Cambria Math"/>
                <a:cs typeface="Cambria Math"/>
              </a:rPr>
              <a:t>𝟐</a:t>
            </a:r>
            <a:endParaRPr sz="1750">
              <a:latin typeface="Cambria Math"/>
              <a:cs typeface="Cambria Math"/>
            </a:endParaRPr>
          </a:p>
        </p:txBody>
      </p:sp>
      <p:sp>
        <p:nvSpPr>
          <p:cNvPr id="18" name="object 8">
            <a:extLst>
              <a:ext uri="{FF2B5EF4-FFF2-40B4-BE49-F238E27FC236}">
                <a16:creationId xmlns:a16="http://schemas.microsoft.com/office/drawing/2014/main" id="{A15B12E2-36E4-F249-A19F-94214C34A59A}"/>
              </a:ext>
            </a:extLst>
          </p:cNvPr>
          <p:cNvSpPr txBox="1"/>
          <p:nvPr/>
        </p:nvSpPr>
        <p:spPr>
          <a:xfrm>
            <a:off x="7518595" y="3863830"/>
            <a:ext cx="2138045" cy="391160"/>
          </a:xfrm>
          <a:prstGeom prst="rect">
            <a:avLst/>
          </a:prstGeom>
        </p:spPr>
        <p:txBody>
          <a:bodyPr vert="horz" wrap="square" lIns="0" tIns="12700" rIns="0" bIns="0" rtlCol="0">
            <a:spAutoFit/>
          </a:bodyPr>
          <a:lstStyle/>
          <a:p>
            <a:pPr marL="12700">
              <a:lnSpc>
                <a:spcPct val="100000"/>
              </a:lnSpc>
              <a:spcBef>
                <a:spcPts val="100"/>
              </a:spcBef>
            </a:pPr>
            <a:r>
              <a:rPr sz="2400" spc="-5">
                <a:latin typeface="Cambria Math"/>
                <a:cs typeface="Cambria Math"/>
              </a:rPr>
              <a:t>+ </a:t>
            </a:r>
            <a:r>
              <a:rPr sz="2400">
                <a:latin typeface="Cambria Math"/>
                <a:cs typeface="Cambria Math"/>
              </a:rPr>
              <a:t>𝟏,</a:t>
            </a:r>
            <a:r>
              <a:rPr sz="2400" spc="-130">
                <a:latin typeface="Cambria Math"/>
                <a:cs typeface="Cambria Math"/>
              </a:rPr>
              <a:t> </a:t>
            </a:r>
            <a:r>
              <a:rPr sz="2400" spc="-10">
                <a:latin typeface="Cambria Math"/>
                <a:cs typeface="Cambria Math"/>
              </a:rPr>
              <a:t>𝒏]</a:t>
            </a:r>
            <a:r>
              <a:rPr sz="2400" spc="-15">
                <a:latin typeface="宋体"/>
                <a:cs typeface="宋体"/>
              </a:rPr>
              <a:t>排序问题</a:t>
            </a:r>
            <a:endParaRPr sz="2400">
              <a:latin typeface="宋体"/>
              <a:cs typeface="宋体"/>
            </a:endParaRPr>
          </a:p>
        </p:txBody>
      </p:sp>
      <p:sp>
        <p:nvSpPr>
          <p:cNvPr id="19" name="object 14">
            <a:extLst>
              <a:ext uri="{FF2B5EF4-FFF2-40B4-BE49-F238E27FC236}">
                <a16:creationId xmlns:a16="http://schemas.microsoft.com/office/drawing/2014/main" id="{D75440A3-C297-AC4F-83F3-A163A0BE72AE}"/>
              </a:ext>
            </a:extLst>
          </p:cNvPr>
          <p:cNvSpPr/>
          <p:nvPr/>
        </p:nvSpPr>
        <p:spPr>
          <a:xfrm>
            <a:off x="10019859" y="3783185"/>
            <a:ext cx="1896110" cy="652780"/>
          </a:xfrm>
          <a:custGeom>
            <a:avLst/>
            <a:gdLst/>
            <a:ahLst/>
            <a:cxnLst/>
            <a:rect l="l" t="t" r="r" b="b"/>
            <a:pathLst>
              <a:path w="1896108" h="652779">
                <a:moveTo>
                  <a:pt x="1787144" y="0"/>
                </a:moveTo>
                <a:lnTo>
                  <a:pt x="108711" y="0"/>
                </a:lnTo>
                <a:lnTo>
                  <a:pt x="66383" y="8538"/>
                </a:lnTo>
                <a:lnTo>
                  <a:pt x="31829" y="31829"/>
                </a:lnTo>
                <a:lnTo>
                  <a:pt x="8538" y="66383"/>
                </a:lnTo>
                <a:lnTo>
                  <a:pt x="0" y="108711"/>
                </a:lnTo>
                <a:lnTo>
                  <a:pt x="0" y="543559"/>
                </a:lnTo>
                <a:lnTo>
                  <a:pt x="8538" y="585888"/>
                </a:lnTo>
                <a:lnTo>
                  <a:pt x="31829" y="620442"/>
                </a:lnTo>
                <a:lnTo>
                  <a:pt x="66383" y="643733"/>
                </a:lnTo>
                <a:lnTo>
                  <a:pt x="108711" y="652271"/>
                </a:lnTo>
                <a:lnTo>
                  <a:pt x="1787144" y="652271"/>
                </a:lnTo>
                <a:lnTo>
                  <a:pt x="1829472" y="643733"/>
                </a:lnTo>
                <a:lnTo>
                  <a:pt x="1864026" y="620442"/>
                </a:lnTo>
                <a:lnTo>
                  <a:pt x="1887317" y="585888"/>
                </a:lnTo>
                <a:lnTo>
                  <a:pt x="1895855" y="543559"/>
                </a:lnTo>
                <a:lnTo>
                  <a:pt x="1895855" y="108711"/>
                </a:lnTo>
                <a:lnTo>
                  <a:pt x="1887317" y="66383"/>
                </a:lnTo>
                <a:lnTo>
                  <a:pt x="1864026" y="31829"/>
                </a:lnTo>
                <a:lnTo>
                  <a:pt x="1829472" y="8538"/>
                </a:lnTo>
                <a:lnTo>
                  <a:pt x="1787144" y="0"/>
                </a:lnTo>
                <a:close/>
              </a:path>
            </a:pathLst>
          </a:custGeom>
          <a:solidFill>
            <a:srgbClr val="006FC0"/>
          </a:solidFill>
        </p:spPr>
        <p:txBody>
          <a:bodyPr wrap="square" lIns="0" tIns="0" rIns="0" bIns="0" rtlCol="0"/>
          <a:lstStyle/>
          <a:p>
            <a:endParaRPr/>
          </a:p>
        </p:txBody>
      </p:sp>
      <p:sp>
        <p:nvSpPr>
          <p:cNvPr id="20" name="object 15">
            <a:extLst>
              <a:ext uri="{FF2B5EF4-FFF2-40B4-BE49-F238E27FC236}">
                <a16:creationId xmlns:a16="http://schemas.microsoft.com/office/drawing/2014/main" id="{41A818A7-2E05-4D45-A4B0-CA79319E9B72}"/>
              </a:ext>
            </a:extLst>
          </p:cNvPr>
          <p:cNvSpPr txBox="1"/>
          <p:nvPr/>
        </p:nvSpPr>
        <p:spPr>
          <a:xfrm>
            <a:off x="10192960" y="3862051"/>
            <a:ext cx="1550035" cy="391160"/>
          </a:xfrm>
          <a:prstGeom prst="rect">
            <a:avLst/>
          </a:prstGeom>
        </p:spPr>
        <p:txBody>
          <a:bodyPr vert="horz" wrap="square" lIns="0" tIns="12700" rIns="0" bIns="0" rtlCol="0">
            <a:spAutoFit/>
          </a:bodyPr>
          <a:lstStyle/>
          <a:p>
            <a:pPr marL="12700">
              <a:lnSpc>
                <a:spcPct val="100000"/>
              </a:lnSpc>
              <a:spcBef>
                <a:spcPts val="100"/>
              </a:spcBef>
            </a:pPr>
            <a:r>
              <a:rPr sz="2400">
                <a:solidFill>
                  <a:srgbClr val="FFC000"/>
                </a:solidFill>
                <a:latin typeface="宋体"/>
                <a:cs typeface="宋体"/>
              </a:rPr>
              <a:t>分解</a:t>
            </a:r>
            <a:r>
              <a:rPr sz="2400" spc="-20">
                <a:solidFill>
                  <a:srgbClr val="FFFFFF"/>
                </a:solidFill>
                <a:latin typeface="宋体"/>
                <a:cs typeface="宋体"/>
              </a:rPr>
              <a:t>原问题</a:t>
            </a:r>
            <a:endParaRPr sz="2400">
              <a:latin typeface="宋体"/>
              <a:cs typeface="宋体"/>
            </a:endParaRPr>
          </a:p>
        </p:txBody>
      </p:sp>
    </p:spTree>
    <p:extLst>
      <p:ext uri="{BB962C8B-B14F-4D97-AF65-F5344CB8AC3E}">
        <p14:creationId xmlns:p14="http://schemas.microsoft.com/office/powerpoint/2010/main" val="42776677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5A152288-E81F-F042-B332-4AD1AF8F3292}"/>
              </a:ext>
            </a:extLst>
          </p:cNvPr>
          <p:cNvSpPr txBox="1">
            <a:spLocks noGrp="1"/>
          </p:cNvSpPr>
          <p:nvPr>
            <p:ph type="title"/>
          </p:nvPr>
        </p:nvSpPr>
        <p:spPr>
          <a:xfrm>
            <a:off x="1249776" y="316090"/>
            <a:ext cx="2243701" cy="627736"/>
          </a:xfrm>
          <a:prstGeom prst="rect">
            <a:avLst/>
          </a:prstGeom>
        </p:spPr>
        <p:txBody>
          <a:bodyPr vert="horz" wrap="square" lIns="0" tIns="12065" rIns="0" bIns="0" rtlCol="0">
            <a:spAutoFit/>
          </a:bodyPr>
          <a:lstStyle/>
          <a:p>
            <a:pPr marL="12700">
              <a:lnSpc>
                <a:spcPct val="100000"/>
              </a:lnSpc>
              <a:spcBef>
                <a:spcPts val="95"/>
              </a:spcBef>
            </a:pPr>
            <a:r>
              <a:rPr sz="4000" spc="-40" dirty="0" err="1">
                <a:latin typeface="SimSun" panose="02010600030101010101" pitchFamily="2" charset="-122"/>
                <a:ea typeface="SimSun" panose="02010600030101010101" pitchFamily="2" charset="-122"/>
              </a:rPr>
              <a:t>归并排</a:t>
            </a:r>
            <a:r>
              <a:rPr sz="4000" spc="-50" dirty="0" err="1">
                <a:latin typeface="SimSun" panose="02010600030101010101" pitchFamily="2" charset="-122"/>
                <a:ea typeface="SimSun" panose="02010600030101010101" pitchFamily="2" charset="-122"/>
              </a:rPr>
              <a:t>序</a:t>
            </a:r>
            <a:endParaRPr sz="4000" spc="-50" dirty="0">
              <a:latin typeface="SimSun" panose="02010600030101010101" pitchFamily="2" charset="-122"/>
              <a:ea typeface="SimSun" panose="02010600030101010101" pitchFamily="2" charset="-122"/>
            </a:endParaRPr>
          </a:p>
        </p:txBody>
      </p:sp>
      <p:graphicFrame>
        <p:nvGraphicFramePr>
          <p:cNvPr id="5" name="object 4">
            <a:extLst>
              <a:ext uri="{FF2B5EF4-FFF2-40B4-BE49-F238E27FC236}">
                <a16:creationId xmlns:a16="http://schemas.microsoft.com/office/drawing/2014/main" id="{AD9B9355-450C-1D48-A2A3-DB7904D8FEEF}"/>
              </a:ext>
            </a:extLst>
          </p:cNvPr>
          <p:cNvGraphicFramePr>
            <a:graphicFrameLocks noGrp="1"/>
          </p:cNvGraphicFramePr>
          <p:nvPr/>
        </p:nvGraphicFramePr>
        <p:xfrm>
          <a:off x="1329514" y="1234995"/>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70"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8" name="object 7">
            <a:extLst>
              <a:ext uri="{FF2B5EF4-FFF2-40B4-BE49-F238E27FC236}">
                <a16:creationId xmlns:a16="http://schemas.microsoft.com/office/drawing/2014/main" id="{D15C87B3-92C5-EF46-9EE6-C14ABEF4D4CC}"/>
              </a:ext>
            </a:extLst>
          </p:cNvPr>
          <p:cNvGraphicFramePr>
            <a:graphicFrameLocks noGrp="1"/>
          </p:cNvGraphicFramePr>
          <p:nvPr>
            <p:extLst>
              <p:ext uri="{D42A27DB-BD31-4B8C-83A1-F6EECF244321}">
                <p14:modId xmlns:p14="http://schemas.microsoft.com/office/powerpoint/2010/main" val="1485398582"/>
              </p:ext>
            </p:extLst>
          </p:nvPr>
        </p:nvGraphicFramePr>
        <p:xfrm>
          <a:off x="1055423" y="2288549"/>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graphicFrame>
        <p:nvGraphicFramePr>
          <p:cNvPr id="9" name="object 8">
            <a:extLst>
              <a:ext uri="{FF2B5EF4-FFF2-40B4-BE49-F238E27FC236}">
                <a16:creationId xmlns:a16="http://schemas.microsoft.com/office/drawing/2014/main" id="{F7C2C6C3-B3A5-7D49-962E-CE8D6F02F327}"/>
              </a:ext>
            </a:extLst>
          </p:cNvPr>
          <p:cNvGraphicFramePr>
            <a:graphicFrameLocks noGrp="1"/>
          </p:cNvGraphicFramePr>
          <p:nvPr>
            <p:extLst>
              <p:ext uri="{D42A27DB-BD31-4B8C-83A1-F6EECF244321}">
                <p14:modId xmlns:p14="http://schemas.microsoft.com/office/powerpoint/2010/main" val="874948623"/>
              </p:ext>
            </p:extLst>
          </p:nvPr>
        </p:nvGraphicFramePr>
        <p:xfrm>
          <a:off x="6152212" y="2293247"/>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635"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123189">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bl>
          </a:graphicData>
        </a:graphic>
      </p:graphicFrame>
      <p:sp>
        <p:nvSpPr>
          <p:cNvPr id="10" name="object 9">
            <a:extLst>
              <a:ext uri="{FF2B5EF4-FFF2-40B4-BE49-F238E27FC236}">
                <a16:creationId xmlns:a16="http://schemas.microsoft.com/office/drawing/2014/main" id="{667B7FA7-E7CC-F041-A945-527B6570F6E5}"/>
              </a:ext>
            </a:extLst>
          </p:cNvPr>
          <p:cNvSpPr/>
          <p:nvPr/>
        </p:nvSpPr>
        <p:spPr>
          <a:xfrm>
            <a:off x="3378532" y="1819537"/>
            <a:ext cx="5097145" cy="492759"/>
          </a:xfrm>
          <a:custGeom>
            <a:avLst/>
            <a:gdLst/>
            <a:ahLst/>
            <a:cxnLst/>
            <a:rect l="l" t="t" r="r" b="b"/>
            <a:pathLst>
              <a:path w="5097145" h="492759">
                <a:moveTo>
                  <a:pt x="2578227" y="0"/>
                </a:moveTo>
                <a:lnTo>
                  <a:pt x="0" y="488188"/>
                </a:lnTo>
              </a:path>
              <a:path w="5097145" h="492759">
                <a:moveTo>
                  <a:pt x="2578608" y="0"/>
                </a:moveTo>
                <a:lnTo>
                  <a:pt x="5097145" y="492759"/>
                </a:lnTo>
              </a:path>
            </a:pathLst>
          </a:custGeom>
          <a:ln w="38100">
            <a:solidFill>
              <a:srgbClr val="000000"/>
            </a:solidFill>
          </a:ln>
        </p:spPr>
        <p:txBody>
          <a:bodyPr wrap="square" lIns="0" tIns="0" rIns="0" bIns="0" rtlCol="0"/>
          <a:lstStyle/>
          <a:p>
            <a:endParaRPr/>
          </a:p>
        </p:txBody>
      </p:sp>
      <p:sp>
        <p:nvSpPr>
          <p:cNvPr id="12" name="object 2">
            <a:extLst>
              <a:ext uri="{FF2B5EF4-FFF2-40B4-BE49-F238E27FC236}">
                <a16:creationId xmlns:a16="http://schemas.microsoft.com/office/drawing/2014/main" id="{DDB5EFA9-C7BC-AF45-9CB4-E7627F45C017}"/>
              </a:ext>
            </a:extLst>
          </p:cNvPr>
          <p:cNvSpPr/>
          <p:nvPr/>
        </p:nvSpPr>
        <p:spPr>
          <a:xfrm>
            <a:off x="3173163" y="3952729"/>
            <a:ext cx="66675" cy="283210"/>
          </a:xfrm>
          <a:custGeom>
            <a:avLst/>
            <a:gdLst/>
            <a:ahLst/>
            <a:cxnLst/>
            <a:rect l="l" t="t" r="r" b="b"/>
            <a:pathLst>
              <a:path w="66675" h="283210">
                <a:moveTo>
                  <a:pt x="66421" y="0"/>
                </a:moveTo>
                <a:lnTo>
                  <a:pt x="0" y="0"/>
                </a:lnTo>
                <a:lnTo>
                  <a:pt x="0" y="11430"/>
                </a:lnTo>
                <a:lnTo>
                  <a:pt x="41783" y="11430"/>
                </a:lnTo>
                <a:lnTo>
                  <a:pt x="41783" y="271780"/>
                </a:lnTo>
                <a:lnTo>
                  <a:pt x="0" y="271780"/>
                </a:lnTo>
                <a:lnTo>
                  <a:pt x="0" y="283210"/>
                </a:lnTo>
                <a:lnTo>
                  <a:pt x="66421" y="283210"/>
                </a:lnTo>
                <a:lnTo>
                  <a:pt x="66421" y="271780"/>
                </a:lnTo>
                <a:lnTo>
                  <a:pt x="66421" y="11430"/>
                </a:lnTo>
                <a:lnTo>
                  <a:pt x="66421" y="0"/>
                </a:lnTo>
                <a:close/>
              </a:path>
            </a:pathLst>
          </a:custGeom>
          <a:solidFill>
            <a:srgbClr val="000000"/>
          </a:solidFill>
        </p:spPr>
        <p:txBody>
          <a:bodyPr wrap="square" lIns="0" tIns="0" rIns="0" bIns="0" rtlCol="0"/>
          <a:lstStyle/>
          <a:p>
            <a:endParaRPr/>
          </a:p>
        </p:txBody>
      </p:sp>
      <p:sp>
        <p:nvSpPr>
          <p:cNvPr id="13" name="object 3">
            <a:extLst>
              <a:ext uri="{FF2B5EF4-FFF2-40B4-BE49-F238E27FC236}">
                <a16:creationId xmlns:a16="http://schemas.microsoft.com/office/drawing/2014/main" id="{6E4C482F-3F7A-8044-B41A-AC3E6E9C5E44}"/>
              </a:ext>
            </a:extLst>
          </p:cNvPr>
          <p:cNvSpPr/>
          <p:nvPr/>
        </p:nvSpPr>
        <p:spPr>
          <a:xfrm>
            <a:off x="2601790" y="3952729"/>
            <a:ext cx="66675" cy="283210"/>
          </a:xfrm>
          <a:custGeom>
            <a:avLst/>
            <a:gdLst/>
            <a:ahLst/>
            <a:cxnLst/>
            <a:rect l="l" t="t" r="r" b="b"/>
            <a:pathLst>
              <a:path w="66675" h="283210">
                <a:moveTo>
                  <a:pt x="66421" y="0"/>
                </a:moveTo>
                <a:lnTo>
                  <a:pt x="0" y="0"/>
                </a:lnTo>
                <a:lnTo>
                  <a:pt x="0" y="11430"/>
                </a:lnTo>
                <a:lnTo>
                  <a:pt x="0" y="271780"/>
                </a:lnTo>
                <a:lnTo>
                  <a:pt x="0" y="283210"/>
                </a:lnTo>
                <a:lnTo>
                  <a:pt x="66421" y="283210"/>
                </a:lnTo>
                <a:lnTo>
                  <a:pt x="66421" y="271780"/>
                </a:lnTo>
                <a:lnTo>
                  <a:pt x="24765" y="271780"/>
                </a:lnTo>
                <a:lnTo>
                  <a:pt x="24765" y="11430"/>
                </a:lnTo>
                <a:lnTo>
                  <a:pt x="66421" y="11430"/>
                </a:lnTo>
                <a:lnTo>
                  <a:pt x="66421" y="0"/>
                </a:lnTo>
                <a:close/>
              </a:path>
            </a:pathLst>
          </a:custGeom>
          <a:solidFill>
            <a:srgbClr val="000000"/>
          </a:solidFill>
        </p:spPr>
        <p:txBody>
          <a:bodyPr wrap="square" lIns="0" tIns="0" rIns="0" bIns="0" rtlCol="0"/>
          <a:lstStyle/>
          <a:p>
            <a:endParaRPr/>
          </a:p>
        </p:txBody>
      </p:sp>
      <p:sp>
        <p:nvSpPr>
          <p:cNvPr id="14" name="object 4">
            <a:extLst>
              <a:ext uri="{FF2B5EF4-FFF2-40B4-BE49-F238E27FC236}">
                <a16:creationId xmlns:a16="http://schemas.microsoft.com/office/drawing/2014/main" id="{5452ECCF-8EC1-2A49-A756-40917E152861}"/>
              </a:ext>
            </a:extLst>
          </p:cNvPr>
          <p:cNvSpPr txBox="1"/>
          <p:nvPr/>
        </p:nvSpPr>
        <p:spPr>
          <a:xfrm>
            <a:off x="746955" y="3206223"/>
            <a:ext cx="5226050" cy="1049020"/>
          </a:xfrm>
          <a:prstGeom prst="rect">
            <a:avLst/>
          </a:prstGeom>
        </p:spPr>
        <p:txBody>
          <a:bodyPr vert="horz" wrap="square" lIns="0" tIns="12700" rIns="0" bIns="0" rtlCol="0">
            <a:spAutoFit/>
          </a:bodyPr>
          <a:lstStyle/>
          <a:p>
            <a:pPr marL="355600" indent="-342900">
              <a:lnSpc>
                <a:spcPct val="100000"/>
              </a:lnSpc>
              <a:spcBef>
                <a:spcPts val="100"/>
              </a:spcBef>
              <a:buClr>
                <a:srgbClr val="8092F0"/>
              </a:buClr>
              <a:buSzPct val="69642"/>
              <a:buFont typeface="Wingdings"/>
              <a:buChar char=""/>
              <a:tabLst>
                <a:tab pos="354965" algn="l"/>
                <a:tab pos="355600" algn="l"/>
              </a:tabLst>
            </a:pPr>
            <a:r>
              <a:rPr sz="2800" spc="-15" dirty="0" err="1">
                <a:latin typeface="宋体"/>
                <a:cs typeface="宋体"/>
              </a:rPr>
              <a:t>算法流程</a:t>
            </a:r>
            <a:endParaRPr sz="2800" dirty="0">
              <a:latin typeface="宋体"/>
              <a:cs typeface="宋体"/>
            </a:endParaRPr>
          </a:p>
          <a:p>
            <a:pPr marL="704215" lvl="1" indent="-347980">
              <a:lnSpc>
                <a:spcPct val="100000"/>
              </a:lnSpc>
              <a:spcBef>
                <a:spcPts val="1814"/>
              </a:spcBef>
              <a:buClr>
                <a:srgbClr val="DAB6FB"/>
              </a:buClr>
              <a:buSzPct val="68750"/>
              <a:buFont typeface="Wingdings"/>
              <a:buChar char=""/>
              <a:tabLst>
                <a:tab pos="704215" algn="l"/>
                <a:tab pos="704850" algn="l"/>
              </a:tabLst>
            </a:pPr>
            <a:r>
              <a:rPr sz="2400" dirty="0" err="1">
                <a:latin typeface="宋体"/>
                <a:cs typeface="宋体"/>
              </a:rPr>
              <a:t>将数组</a:t>
            </a:r>
            <a:r>
              <a:rPr sz="2400" dirty="0">
                <a:latin typeface="Cambria Math"/>
                <a:cs typeface="Cambria Math"/>
              </a:rPr>
              <a:t>𝑨</a:t>
            </a:r>
            <a:r>
              <a:rPr sz="2400" spc="310" dirty="0">
                <a:latin typeface="Cambria Math"/>
                <a:cs typeface="Cambria Math"/>
              </a:rPr>
              <a:t> </a:t>
            </a:r>
            <a:r>
              <a:rPr sz="2400" dirty="0">
                <a:latin typeface="Cambria Math"/>
                <a:cs typeface="Cambria Math"/>
              </a:rPr>
              <a:t>𝟏,</a:t>
            </a:r>
            <a:r>
              <a:rPr sz="2400" spc="-140" dirty="0">
                <a:latin typeface="Cambria Math"/>
                <a:cs typeface="Cambria Math"/>
              </a:rPr>
              <a:t> </a:t>
            </a:r>
            <a:r>
              <a:rPr sz="2400" dirty="0">
                <a:latin typeface="Cambria Math"/>
                <a:cs typeface="Cambria Math"/>
              </a:rPr>
              <a:t>𝒏</a:t>
            </a:r>
            <a:r>
              <a:rPr sz="2400" spc="300" dirty="0">
                <a:latin typeface="Cambria Math"/>
                <a:cs typeface="Cambria Math"/>
              </a:rPr>
              <a:t> </a:t>
            </a:r>
            <a:r>
              <a:rPr sz="2400" dirty="0" err="1">
                <a:latin typeface="宋体"/>
                <a:cs typeface="宋体"/>
              </a:rPr>
              <a:t>排序问题</a:t>
            </a:r>
            <a:r>
              <a:rPr sz="2400" dirty="0" err="1">
                <a:solidFill>
                  <a:srgbClr val="FF0000"/>
                </a:solidFill>
                <a:latin typeface="宋体"/>
                <a:cs typeface="宋体"/>
              </a:rPr>
              <a:t>分解</a:t>
            </a:r>
            <a:r>
              <a:rPr sz="2400" dirty="0" err="1">
                <a:latin typeface="宋体"/>
                <a:cs typeface="宋体"/>
              </a:rPr>
              <a:t>为</a:t>
            </a:r>
            <a:r>
              <a:rPr sz="2400" spc="-20" dirty="0">
                <a:latin typeface="Cambria Math"/>
                <a:cs typeface="Cambria Math"/>
              </a:rPr>
              <a:t>𝑨[𝟏,</a:t>
            </a:r>
            <a:endParaRPr sz="2400" dirty="0">
              <a:latin typeface="Cambria Math"/>
              <a:cs typeface="Cambria Math"/>
            </a:endParaRPr>
          </a:p>
        </p:txBody>
      </p:sp>
      <p:sp>
        <p:nvSpPr>
          <p:cNvPr id="15" name="object 5">
            <a:extLst>
              <a:ext uri="{FF2B5EF4-FFF2-40B4-BE49-F238E27FC236}">
                <a16:creationId xmlns:a16="http://schemas.microsoft.com/office/drawing/2014/main" id="{1450FE1D-6E59-3A4B-8E1B-7418B0B9ECE0}"/>
              </a:ext>
            </a:extLst>
          </p:cNvPr>
          <p:cNvSpPr/>
          <p:nvPr/>
        </p:nvSpPr>
        <p:spPr>
          <a:xfrm>
            <a:off x="6042982" y="3843509"/>
            <a:ext cx="300355" cy="500380"/>
          </a:xfrm>
          <a:custGeom>
            <a:avLst/>
            <a:gdLst/>
            <a:ahLst/>
            <a:cxnLst/>
            <a:rect l="l" t="t" r="r" b="b"/>
            <a:pathLst>
              <a:path w="300354" h="500379">
                <a:moveTo>
                  <a:pt x="70739" y="487680"/>
                </a:moveTo>
                <a:lnTo>
                  <a:pt x="27686" y="487680"/>
                </a:lnTo>
                <a:lnTo>
                  <a:pt x="27686" y="0"/>
                </a:lnTo>
                <a:lnTo>
                  <a:pt x="0" y="0"/>
                </a:lnTo>
                <a:lnTo>
                  <a:pt x="0" y="487680"/>
                </a:lnTo>
                <a:lnTo>
                  <a:pt x="0" y="500380"/>
                </a:lnTo>
                <a:lnTo>
                  <a:pt x="70739" y="500380"/>
                </a:lnTo>
                <a:lnTo>
                  <a:pt x="70739" y="487680"/>
                </a:lnTo>
                <a:close/>
              </a:path>
              <a:path w="300354" h="500379">
                <a:moveTo>
                  <a:pt x="222885" y="240665"/>
                </a:moveTo>
                <a:lnTo>
                  <a:pt x="78105" y="240665"/>
                </a:lnTo>
                <a:lnTo>
                  <a:pt x="78105" y="260477"/>
                </a:lnTo>
                <a:lnTo>
                  <a:pt x="222885" y="260477"/>
                </a:lnTo>
                <a:lnTo>
                  <a:pt x="222885" y="240665"/>
                </a:lnTo>
                <a:close/>
              </a:path>
              <a:path w="300354" h="500379">
                <a:moveTo>
                  <a:pt x="300228" y="0"/>
                </a:moveTo>
                <a:lnTo>
                  <a:pt x="271907" y="0"/>
                </a:lnTo>
                <a:lnTo>
                  <a:pt x="271907" y="487680"/>
                </a:lnTo>
                <a:lnTo>
                  <a:pt x="229616" y="487680"/>
                </a:lnTo>
                <a:lnTo>
                  <a:pt x="229616" y="500380"/>
                </a:lnTo>
                <a:lnTo>
                  <a:pt x="300228" y="500380"/>
                </a:lnTo>
                <a:lnTo>
                  <a:pt x="300228" y="487680"/>
                </a:lnTo>
                <a:lnTo>
                  <a:pt x="300228" y="0"/>
                </a:lnTo>
                <a:close/>
              </a:path>
            </a:pathLst>
          </a:custGeom>
          <a:solidFill>
            <a:srgbClr val="000000"/>
          </a:solidFill>
        </p:spPr>
        <p:txBody>
          <a:bodyPr wrap="square" lIns="0" tIns="0" rIns="0" bIns="0" rtlCol="0"/>
          <a:lstStyle/>
          <a:p>
            <a:endParaRPr/>
          </a:p>
        </p:txBody>
      </p:sp>
      <p:sp>
        <p:nvSpPr>
          <p:cNvPr id="16" name="object 6">
            <a:extLst>
              <a:ext uri="{FF2B5EF4-FFF2-40B4-BE49-F238E27FC236}">
                <a16:creationId xmlns:a16="http://schemas.microsoft.com/office/drawing/2014/main" id="{E64ACD9B-C4D4-2240-BD8C-62C5DDF9620B}"/>
              </a:ext>
            </a:extLst>
          </p:cNvPr>
          <p:cNvSpPr/>
          <p:nvPr/>
        </p:nvSpPr>
        <p:spPr>
          <a:xfrm>
            <a:off x="7130356" y="3843509"/>
            <a:ext cx="299720" cy="500380"/>
          </a:xfrm>
          <a:custGeom>
            <a:avLst/>
            <a:gdLst/>
            <a:ahLst/>
            <a:cxnLst/>
            <a:rect l="l" t="t" r="r" b="b"/>
            <a:pathLst>
              <a:path w="299720" h="500379">
                <a:moveTo>
                  <a:pt x="70739" y="487680"/>
                </a:moveTo>
                <a:lnTo>
                  <a:pt x="27686" y="487680"/>
                </a:lnTo>
                <a:lnTo>
                  <a:pt x="27686" y="0"/>
                </a:lnTo>
                <a:lnTo>
                  <a:pt x="0" y="0"/>
                </a:lnTo>
                <a:lnTo>
                  <a:pt x="0" y="487680"/>
                </a:lnTo>
                <a:lnTo>
                  <a:pt x="0" y="500380"/>
                </a:lnTo>
                <a:lnTo>
                  <a:pt x="70739" y="500380"/>
                </a:lnTo>
                <a:lnTo>
                  <a:pt x="70739" y="487680"/>
                </a:lnTo>
                <a:close/>
              </a:path>
              <a:path w="299720" h="500379">
                <a:moveTo>
                  <a:pt x="222110" y="240665"/>
                </a:moveTo>
                <a:lnTo>
                  <a:pt x="77343" y="240665"/>
                </a:lnTo>
                <a:lnTo>
                  <a:pt x="77343" y="260477"/>
                </a:lnTo>
                <a:lnTo>
                  <a:pt x="222110" y="260477"/>
                </a:lnTo>
                <a:lnTo>
                  <a:pt x="222110" y="240665"/>
                </a:lnTo>
                <a:close/>
              </a:path>
              <a:path w="299720" h="500379">
                <a:moveTo>
                  <a:pt x="299466" y="0"/>
                </a:moveTo>
                <a:lnTo>
                  <a:pt x="271145" y="0"/>
                </a:lnTo>
                <a:lnTo>
                  <a:pt x="271145" y="487680"/>
                </a:lnTo>
                <a:lnTo>
                  <a:pt x="228854" y="487680"/>
                </a:lnTo>
                <a:lnTo>
                  <a:pt x="228854" y="500380"/>
                </a:lnTo>
                <a:lnTo>
                  <a:pt x="299466" y="500380"/>
                </a:lnTo>
                <a:lnTo>
                  <a:pt x="299466" y="487680"/>
                </a:lnTo>
                <a:lnTo>
                  <a:pt x="299466" y="0"/>
                </a:lnTo>
                <a:close/>
              </a:path>
            </a:pathLst>
          </a:custGeom>
          <a:solidFill>
            <a:srgbClr val="000000"/>
          </a:solidFill>
        </p:spPr>
        <p:txBody>
          <a:bodyPr wrap="square" lIns="0" tIns="0" rIns="0" bIns="0" rtlCol="0"/>
          <a:lstStyle/>
          <a:p>
            <a:endParaRPr/>
          </a:p>
        </p:txBody>
      </p:sp>
      <p:sp>
        <p:nvSpPr>
          <p:cNvPr id="17" name="object 7">
            <a:extLst>
              <a:ext uri="{FF2B5EF4-FFF2-40B4-BE49-F238E27FC236}">
                <a16:creationId xmlns:a16="http://schemas.microsoft.com/office/drawing/2014/main" id="{21C40492-E63C-5F49-96A5-624F4827C834}"/>
              </a:ext>
            </a:extLst>
          </p:cNvPr>
          <p:cNvSpPr txBox="1"/>
          <p:nvPr/>
        </p:nvSpPr>
        <p:spPr>
          <a:xfrm>
            <a:off x="6070794" y="3863830"/>
            <a:ext cx="1332230" cy="528320"/>
          </a:xfrm>
          <a:prstGeom prst="rect">
            <a:avLst/>
          </a:prstGeom>
        </p:spPr>
        <p:txBody>
          <a:bodyPr vert="horz" wrap="square" lIns="0" tIns="12700" rIns="0" bIns="0" rtlCol="0">
            <a:spAutoFit/>
          </a:bodyPr>
          <a:lstStyle/>
          <a:p>
            <a:pPr marL="50800">
              <a:lnSpc>
                <a:spcPts val="2370"/>
              </a:lnSpc>
              <a:spcBef>
                <a:spcPts val="100"/>
              </a:spcBef>
            </a:pPr>
            <a:r>
              <a:rPr sz="2625" baseline="44444">
                <a:latin typeface="Cambria Math"/>
                <a:cs typeface="Cambria Math"/>
              </a:rPr>
              <a:t>𝒏</a:t>
            </a:r>
            <a:r>
              <a:rPr sz="2625" spc="742" baseline="44444">
                <a:latin typeface="Cambria Math"/>
                <a:cs typeface="Cambria Math"/>
              </a:rPr>
              <a:t> </a:t>
            </a:r>
            <a:r>
              <a:rPr sz="2400" spc="-10">
                <a:latin typeface="Cambria Math"/>
                <a:cs typeface="Cambria Math"/>
              </a:rPr>
              <a:t>]</a:t>
            </a:r>
            <a:r>
              <a:rPr sz="2400">
                <a:latin typeface="宋体"/>
                <a:cs typeface="宋体"/>
              </a:rPr>
              <a:t>和</a:t>
            </a:r>
            <a:r>
              <a:rPr sz="2400">
                <a:latin typeface="Cambria Math"/>
                <a:cs typeface="Cambria Math"/>
              </a:rPr>
              <a:t>𝑨[</a:t>
            </a:r>
            <a:r>
              <a:rPr sz="2400" spc="340">
                <a:latin typeface="Cambria Math"/>
                <a:cs typeface="Cambria Math"/>
              </a:rPr>
              <a:t> </a:t>
            </a:r>
            <a:r>
              <a:rPr sz="2625" spc="-75" baseline="44444">
                <a:latin typeface="Cambria Math"/>
                <a:cs typeface="Cambria Math"/>
              </a:rPr>
              <a:t>𝒏</a:t>
            </a:r>
            <a:endParaRPr sz="2625" baseline="44444">
              <a:latin typeface="Cambria Math"/>
              <a:cs typeface="Cambria Math"/>
            </a:endParaRPr>
          </a:p>
          <a:p>
            <a:pPr marL="55880">
              <a:lnSpc>
                <a:spcPts val="1590"/>
              </a:lnSpc>
              <a:tabLst>
                <a:tab pos="1142365" algn="l"/>
              </a:tabLst>
            </a:pPr>
            <a:r>
              <a:rPr sz="1750" spc="-50">
                <a:latin typeface="Cambria Math"/>
                <a:cs typeface="Cambria Math"/>
              </a:rPr>
              <a:t>𝟐</a:t>
            </a:r>
            <a:r>
              <a:rPr sz="1750">
                <a:latin typeface="Cambria Math"/>
                <a:cs typeface="Cambria Math"/>
              </a:rPr>
              <a:t>	</a:t>
            </a:r>
            <a:r>
              <a:rPr sz="1750" spc="-50">
                <a:latin typeface="Cambria Math"/>
                <a:cs typeface="Cambria Math"/>
              </a:rPr>
              <a:t>𝟐</a:t>
            </a:r>
            <a:endParaRPr sz="1750">
              <a:latin typeface="Cambria Math"/>
              <a:cs typeface="Cambria Math"/>
            </a:endParaRPr>
          </a:p>
        </p:txBody>
      </p:sp>
      <p:sp>
        <p:nvSpPr>
          <p:cNvPr id="18" name="object 8">
            <a:extLst>
              <a:ext uri="{FF2B5EF4-FFF2-40B4-BE49-F238E27FC236}">
                <a16:creationId xmlns:a16="http://schemas.microsoft.com/office/drawing/2014/main" id="{A15B12E2-36E4-F249-A19F-94214C34A59A}"/>
              </a:ext>
            </a:extLst>
          </p:cNvPr>
          <p:cNvSpPr txBox="1"/>
          <p:nvPr/>
        </p:nvSpPr>
        <p:spPr>
          <a:xfrm>
            <a:off x="7518595" y="3863830"/>
            <a:ext cx="2138045" cy="391160"/>
          </a:xfrm>
          <a:prstGeom prst="rect">
            <a:avLst/>
          </a:prstGeom>
        </p:spPr>
        <p:txBody>
          <a:bodyPr vert="horz" wrap="square" lIns="0" tIns="12700" rIns="0" bIns="0" rtlCol="0">
            <a:spAutoFit/>
          </a:bodyPr>
          <a:lstStyle/>
          <a:p>
            <a:pPr marL="12700">
              <a:lnSpc>
                <a:spcPct val="100000"/>
              </a:lnSpc>
              <a:spcBef>
                <a:spcPts val="100"/>
              </a:spcBef>
            </a:pPr>
            <a:r>
              <a:rPr sz="2400" spc="-5">
                <a:latin typeface="Cambria Math"/>
                <a:cs typeface="Cambria Math"/>
              </a:rPr>
              <a:t>+ </a:t>
            </a:r>
            <a:r>
              <a:rPr sz="2400">
                <a:latin typeface="Cambria Math"/>
                <a:cs typeface="Cambria Math"/>
              </a:rPr>
              <a:t>𝟏,</a:t>
            </a:r>
            <a:r>
              <a:rPr sz="2400" spc="-130">
                <a:latin typeface="Cambria Math"/>
                <a:cs typeface="Cambria Math"/>
              </a:rPr>
              <a:t> </a:t>
            </a:r>
            <a:r>
              <a:rPr sz="2400" spc="-10">
                <a:latin typeface="Cambria Math"/>
                <a:cs typeface="Cambria Math"/>
              </a:rPr>
              <a:t>𝒏]</a:t>
            </a:r>
            <a:r>
              <a:rPr sz="2400" spc="-15">
                <a:latin typeface="宋体"/>
                <a:cs typeface="宋体"/>
              </a:rPr>
              <a:t>排序问题</a:t>
            </a:r>
            <a:endParaRPr sz="2400">
              <a:latin typeface="宋体"/>
              <a:cs typeface="宋体"/>
            </a:endParaRPr>
          </a:p>
        </p:txBody>
      </p:sp>
      <p:sp>
        <p:nvSpPr>
          <p:cNvPr id="19" name="object 14">
            <a:extLst>
              <a:ext uri="{FF2B5EF4-FFF2-40B4-BE49-F238E27FC236}">
                <a16:creationId xmlns:a16="http://schemas.microsoft.com/office/drawing/2014/main" id="{D75440A3-C297-AC4F-83F3-A163A0BE72AE}"/>
              </a:ext>
            </a:extLst>
          </p:cNvPr>
          <p:cNvSpPr/>
          <p:nvPr/>
        </p:nvSpPr>
        <p:spPr>
          <a:xfrm>
            <a:off x="10019859" y="3783185"/>
            <a:ext cx="1896110" cy="652780"/>
          </a:xfrm>
          <a:custGeom>
            <a:avLst/>
            <a:gdLst/>
            <a:ahLst/>
            <a:cxnLst/>
            <a:rect l="l" t="t" r="r" b="b"/>
            <a:pathLst>
              <a:path w="1896108" h="652779">
                <a:moveTo>
                  <a:pt x="1787144" y="0"/>
                </a:moveTo>
                <a:lnTo>
                  <a:pt x="108711" y="0"/>
                </a:lnTo>
                <a:lnTo>
                  <a:pt x="66383" y="8538"/>
                </a:lnTo>
                <a:lnTo>
                  <a:pt x="31829" y="31829"/>
                </a:lnTo>
                <a:lnTo>
                  <a:pt x="8538" y="66383"/>
                </a:lnTo>
                <a:lnTo>
                  <a:pt x="0" y="108711"/>
                </a:lnTo>
                <a:lnTo>
                  <a:pt x="0" y="543559"/>
                </a:lnTo>
                <a:lnTo>
                  <a:pt x="8538" y="585888"/>
                </a:lnTo>
                <a:lnTo>
                  <a:pt x="31829" y="620442"/>
                </a:lnTo>
                <a:lnTo>
                  <a:pt x="66383" y="643733"/>
                </a:lnTo>
                <a:lnTo>
                  <a:pt x="108711" y="652271"/>
                </a:lnTo>
                <a:lnTo>
                  <a:pt x="1787144" y="652271"/>
                </a:lnTo>
                <a:lnTo>
                  <a:pt x="1829472" y="643733"/>
                </a:lnTo>
                <a:lnTo>
                  <a:pt x="1864026" y="620442"/>
                </a:lnTo>
                <a:lnTo>
                  <a:pt x="1887317" y="585888"/>
                </a:lnTo>
                <a:lnTo>
                  <a:pt x="1895855" y="543559"/>
                </a:lnTo>
                <a:lnTo>
                  <a:pt x="1895855" y="108711"/>
                </a:lnTo>
                <a:lnTo>
                  <a:pt x="1887317" y="66383"/>
                </a:lnTo>
                <a:lnTo>
                  <a:pt x="1864026" y="31829"/>
                </a:lnTo>
                <a:lnTo>
                  <a:pt x="1829472" y="8538"/>
                </a:lnTo>
                <a:lnTo>
                  <a:pt x="1787144" y="0"/>
                </a:lnTo>
                <a:close/>
              </a:path>
            </a:pathLst>
          </a:custGeom>
          <a:solidFill>
            <a:srgbClr val="006FC0"/>
          </a:solidFill>
        </p:spPr>
        <p:txBody>
          <a:bodyPr wrap="square" lIns="0" tIns="0" rIns="0" bIns="0" rtlCol="0"/>
          <a:lstStyle/>
          <a:p>
            <a:endParaRPr/>
          </a:p>
        </p:txBody>
      </p:sp>
      <p:sp>
        <p:nvSpPr>
          <p:cNvPr id="20" name="object 15">
            <a:extLst>
              <a:ext uri="{FF2B5EF4-FFF2-40B4-BE49-F238E27FC236}">
                <a16:creationId xmlns:a16="http://schemas.microsoft.com/office/drawing/2014/main" id="{41A818A7-2E05-4D45-A4B0-CA79319E9B72}"/>
              </a:ext>
            </a:extLst>
          </p:cNvPr>
          <p:cNvSpPr txBox="1"/>
          <p:nvPr/>
        </p:nvSpPr>
        <p:spPr>
          <a:xfrm>
            <a:off x="10192960" y="3862051"/>
            <a:ext cx="1550035" cy="391160"/>
          </a:xfrm>
          <a:prstGeom prst="rect">
            <a:avLst/>
          </a:prstGeom>
        </p:spPr>
        <p:txBody>
          <a:bodyPr vert="horz" wrap="square" lIns="0" tIns="12700" rIns="0" bIns="0" rtlCol="0">
            <a:spAutoFit/>
          </a:bodyPr>
          <a:lstStyle/>
          <a:p>
            <a:pPr marL="12700">
              <a:lnSpc>
                <a:spcPct val="100000"/>
              </a:lnSpc>
              <a:spcBef>
                <a:spcPts val="100"/>
              </a:spcBef>
            </a:pPr>
            <a:r>
              <a:rPr sz="2400">
                <a:solidFill>
                  <a:srgbClr val="FFC000"/>
                </a:solidFill>
                <a:latin typeface="宋体"/>
                <a:cs typeface="宋体"/>
              </a:rPr>
              <a:t>分解</a:t>
            </a:r>
            <a:r>
              <a:rPr sz="2400" spc="-20">
                <a:solidFill>
                  <a:srgbClr val="FFFFFF"/>
                </a:solidFill>
                <a:latin typeface="宋体"/>
                <a:cs typeface="宋体"/>
              </a:rPr>
              <a:t>原问题</a:t>
            </a:r>
            <a:endParaRPr sz="2400">
              <a:latin typeface="宋体"/>
              <a:cs typeface="宋体"/>
            </a:endParaRPr>
          </a:p>
        </p:txBody>
      </p:sp>
      <p:graphicFrame>
        <p:nvGraphicFramePr>
          <p:cNvPr id="21" name="object 12">
            <a:extLst>
              <a:ext uri="{FF2B5EF4-FFF2-40B4-BE49-F238E27FC236}">
                <a16:creationId xmlns:a16="http://schemas.microsoft.com/office/drawing/2014/main" id="{43D2785B-A5B9-7243-AC41-6C72D3E81D86}"/>
              </a:ext>
            </a:extLst>
          </p:cNvPr>
          <p:cNvGraphicFramePr>
            <a:graphicFrameLocks noGrp="1"/>
          </p:cNvGraphicFramePr>
          <p:nvPr>
            <p:extLst>
              <p:ext uri="{D42A27DB-BD31-4B8C-83A1-F6EECF244321}">
                <p14:modId xmlns:p14="http://schemas.microsoft.com/office/powerpoint/2010/main" val="3243117421"/>
              </p:ext>
            </p:extLst>
          </p:nvPr>
        </p:nvGraphicFramePr>
        <p:xfrm>
          <a:off x="1043700" y="2288549"/>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22" name="object 13">
            <a:extLst>
              <a:ext uri="{FF2B5EF4-FFF2-40B4-BE49-F238E27FC236}">
                <a16:creationId xmlns:a16="http://schemas.microsoft.com/office/drawing/2014/main" id="{C00AE585-15BE-BA46-B523-A3AEDD2AFF35}"/>
              </a:ext>
            </a:extLst>
          </p:cNvPr>
          <p:cNvGraphicFramePr>
            <a:graphicFrameLocks noGrp="1"/>
          </p:cNvGraphicFramePr>
          <p:nvPr>
            <p:extLst>
              <p:ext uri="{D42A27DB-BD31-4B8C-83A1-F6EECF244321}">
                <p14:modId xmlns:p14="http://schemas.microsoft.com/office/powerpoint/2010/main" val="510224193"/>
              </p:ext>
            </p:extLst>
          </p:nvPr>
        </p:nvGraphicFramePr>
        <p:xfrm>
          <a:off x="6140489" y="2293247"/>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635"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sp>
        <p:nvSpPr>
          <p:cNvPr id="23" name="object 14">
            <a:extLst>
              <a:ext uri="{FF2B5EF4-FFF2-40B4-BE49-F238E27FC236}">
                <a16:creationId xmlns:a16="http://schemas.microsoft.com/office/drawing/2014/main" id="{CFD9667A-CF8D-1F4A-B17F-DE9250767EA1}"/>
              </a:ext>
            </a:extLst>
          </p:cNvPr>
          <p:cNvSpPr/>
          <p:nvPr/>
        </p:nvSpPr>
        <p:spPr>
          <a:xfrm>
            <a:off x="3366809" y="1819537"/>
            <a:ext cx="5097145" cy="492759"/>
          </a:xfrm>
          <a:custGeom>
            <a:avLst/>
            <a:gdLst/>
            <a:ahLst/>
            <a:cxnLst/>
            <a:rect l="l" t="t" r="r" b="b"/>
            <a:pathLst>
              <a:path w="5097145" h="492759">
                <a:moveTo>
                  <a:pt x="2578227" y="0"/>
                </a:moveTo>
                <a:lnTo>
                  <a:pt x="0" y="488188"/>
                </a:lnTo>
              </a:path>
              <a:path w="5097145" h="492759">
                <a:moveTo>
                  <a:pt x="2578608" y="0"/>
                </a:moveTo>
                <a:lnTo>
                  <a:pt x="5097145" y="492759"/>
                </a:lnTo>
              </a:path>
            </a:pathLst>
          </a:custGeom>
          <a:ln w="38100">
            <a:solidFill>
              <a:srgbClr val="000000"/>
            </a:solidFill>
          </a:ln>
        </p:spPr>
        <p:txBody>
          <a:bodyPr wrap="square" lIns="0" tIns="0" rIns="0" bIns="0" rtlCol="0"/>
          <a:lstStyle/>
          <a:p>
            <a:endParaRPr/>
          </a:p>
        </p:txBody>
      </p:sp>
      <p:sp>
        <p:nvSpPr>
          <p:cNvPr id="24" name="object 9">
            <a:extLst>
              <a:ext uri="{FF2B5EF4-FFF2-40B4-BE49-F238E27FC236}">
                <a16:creationId xmlns:a16="http://schemas.microsoft.com/office/drawing/2014/main" id="{899DEB69-A987-2E4D-BEB2-8544118E0414}"/>
              </a:ext>
            </a:extLst>
          </p:cNvPr>
          <p:cNvSpPr txBox="1"/>
          <p:nvPr/>
        </p:nvSpPr>
        <p:spPr>
          <a:xfrm>
            <a:off x="1091378" y="4629343"/>
            <a:ext cx="5554980" cy="391160"/>
          </a:xfrm>
          <a:prstGeom prst="rect">
            <a:avLst/>
          </a:prstGeom>
        </p:spPr>
        <p:txBody>
          <a:bodyPr vert="horz" wrap="square" lIns="0" tIns="12700" rIns="0" bIns="0" rtlCol="0">
            <a:spAutoFit/>
          </a:bodyPr>
          <a:lstStyle/>
          <a:p>
            <a:pPr marL="360045" indent="-347980">
              <a:lnSpc>
                <a:spcPct val="100000"/>
              </a:lnSpc>
              <a:spcBef>
                <a:spcPts val="100"/>
              </a:spcBef>
              <a:buClr>
                <a:srgbClr val="DAB6FB"/>
              </a:buClr>
              <a:buSzPct val="68750"/>
              <a:buFont typeface="Wingdings"/>
              <a:buChar char=""/>
              <a:tabLst>
                <a:tab pos="360045" algn="l"/>
                <a:tab pos="360680" algn="l"/>
              </a:tabLst>
            </a:pPr>
            <a:r>
              <a:rPr sz="2400" dirty="0" err="1">
                <a:solidFill>
                  <a:srgbClr val="FF0000"/>
                </a:solidFill>
                <a:latin typeface="宋体"/>
                <a:cs typeface="宋体"/>
              </a:rPr>
              <a:t>递归解决</a:t>
            </a:r>
            <a:r>
              <a:rPr sz="2400" spc="-5" dirty="0" err="1">
                <a:latin typeface="宋体"/>
                <a:cs typeface="宋体"/>
              </a:rPr>
              <a:t>子问题得到两个有序的子数组</a:t>
            </a:r>
            <a:endParaRPr sz="2400" dirty="0">
              <a:latin typeface="宋体"/>
              <a:cs typeface="宋体"/>
            </a:endParaRPr>
          </a:p>
        </p:txBody>
      </p:sp>
      <p:sp>
        <p:nvSpPr>
          <p:cNvPr id="25" name="object 15">
            <a:extLst>
              <a:ext uri="{FF2B5EF4-FFF2-40B4-BE49-F238E27FC236}">
                <a16:creationId xmlns:a16="http://schemas.microsoft.com/office/drawing/2014/main" id="{1E07C3E3-082F-564C-BA6F-A328D5FB378B}"/>
              </a:ext>
            </a:extLst>
          </p:cNvPr>
          <p:cNvSpPr/>
          <p:nvPr/>
        </p:nvSpPr>
        <p:spPr>
          <a:xfrm>
            <a:off x="10019859" y="4555556"/>
            <a:ext cx="1896110" cy="651510"/>
          </a:xfrm>
          <a:custGeom>
            <a:avLst/>
            <a:gdLst/>
            <a:ahLst/>
            <a:cxnLst/>
            <a:rect l="l" t="t" r="r" b="b"/>
            <a:pathLst>
              <a:path w="1896108" h="651510">
                <a:moveTo>
                  <a:pt x="1787271" y="0"/>
                </a:moveTo>
                <a:lnTo>
                  <a:pt x="108584" y="0"/>
                </a:lnTo>
                <a:lnTo>
                  <a:pt x="66329" y="8536"/>
                </a:lnTo>
                <a:lnTo>
                  <a:pt x="31813" y="31813"/>
                </a:lnTo>
                <a:lnTo>
                  <a:pt x="8536" y="66329"/>
                </a:lnTo>
                <a:lnTo>
                  <a:pt x="0" y="108584"/>
                </a:lnTo>
                <a:lnTo>
                  <a:pt x="0" y="542924"/>
                </a:lnTo>
                <a:lnTo>
                  <a:pt x="8536" y="585180"/>
                </a:lnTo>
                <a:lnTo>
                  <a:pt x="31813" y="619696"/>
                </a:lnTo>
                <a:lnTo>
                  <a:pt x="66329" y="642973"/>
                </a:lnTo>
                <a:lnTo>
                  <a:pt x="108584" y="651509"/>
                </a:lnTo>
                <a:lnTo>
                  <a:pt x="1787271" y="651509"/>
                </a:lnTo>
                <a:lnTo>
                  <a:pt x="1829526" y="642973"/>
                </a:lnTo>
                <a:lnTo>
                  <a:pt x="1864042" y="619696"/>
                </a:lnTo>
                <a:lnTo>
                  <a:pt x="1887319" y="585180"/>
                </a:lnTo>
                <a:lnTo>
                  <a:pt x="1895855" y="542924"/>
                </a:lnTo>
                <a:lnTo>
                  <a:pt x="1895855" y="108584"/>
                </a:lnTo>
                <a:lnTo>
                  <a:pt x="1887319" y="66329"/>
                </a:lnTo>
                <a:lnTo>
                  <a:pt x="1864042" y="31813"/>
                </a:lnTo>
                <a:lnTo>
                  <a:pt x="1829526" y="8536"/>
                </a:lnTo>
                <a:lnTo>
                  <a:pt x="1787271" y="0"/>
                </a:lnTo>
                <a:close/>
              </a:path>
            </a:pathLst>
          </a:custGeom>
          <a:solidFill>
            <a:srgbClr val="006FC0"/>
          </a:solidFill>
        </p:spPr>
        <p:txBody>
          <a:bodyPr wrap="square" lIns="0" tIns="0" rIns="0" bIns="0" rtlCol="0"/>
          <a:lstStyle/>
          <a:p>
            <a:endParaRPr/>
          </a:p>
        </p:txBody>
      </p:sp>
      <p:sp>
        <p:nvSpPr>
          <p:cNvPr id="26" name="object 16">
            <a:extLst>
              <a:ext uri="{FF2B5EF4-FFF2-40B4-BE49-F238E27FC236}">
                <a16:creationId xmlns:a16="http://schemas.microsoft.com/office/drawing/2014/main" id="{E8609146-8EF2-0F4B-A6BB-DCB783023B15}"/>
              </a:ext>
            </a:extLst>
          </p:cNvPr>
          <p:cNvSpPr txBox="1"/>
          <p:nvPr/>
        </p:nvSpPr>
        <p:spPr>
          <a:xfrm>
            <a:off x="10192960" y="4633916"/>
            <a:ext cx="1550035" cy="391160"/>
          </a:xfrm>
          <a:prstGeom prst="rect">
            <a:avLst/>
          </a:prstGeom>
        </p:spPr>
        <p:txBody>
          <a:bodyPr vert="horz" wrap="square" lIns="0" tIns="12700" rIns="0" bIns="0" rtlCol="0">
            <a:spAutoFit/>
          </a:bodyPr>
          <a:lstStyle/>
          <a:p>
            <a:pPr marL="12700">
              <a:lnSpc>
                <a:spcPct val="100000"/>
              </a:lnSpc>
              <a:spcBef>
                <a:spcPts val="100"/>
              </a:spcBef>
            </a:pPr>
            <a:r>
              <a:rPr sz="2400">
                <a:solidFill>
                  <a:srgbClr val="FFC000"/>
                </a:solidFill>
                <a:latin typeface="宋体"/>
                <a:cs typeface="宋体"/>
              </a:rPr>
              <a:t>解决</a:t>
            </a:r>
            <a:r>
              <a:rPr sz="2400" spc="-20">
                <a:solidFill>
                  <a:srgbClr val="FFFFFF"/>
                </a:solidFill>
                <a:latin typeface="宋体"/>
                <a:cs typeface="宋体"/>
              </a:rPr>
              <a:t>子问题</a:t>
            </a:r>
            <a:endParaRPr sz="2400">
              <a:latin typeface="宋体"/>
              <a:cs typeface="宋体"/>
            </a:endParaRPr>
          </a:p>
        </p:txBody>
      </p:sp>
    </p:spTree>
    <p:extLst>
      <p:ext uri="{BB962C8B-B14F-4D97-AF65-F5344CB8AC3E}">
        <p14:creationId xmlns:p14="http://schemas.microsoft.com/office/powerpoint/2010/main" val="39558011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5A152288-E81F-F042-B332-4AD1AF8F3292}"/>
              </a:ext>
            </a:extLst>
          </p:cNvPr>
          <p:cNvSpPr txBox="1">
            <a:spLocks noGrp="1"/>
          </p:cNvSpPr>
          <p:nvPr>
            <p:ph type="title"/>
          </p:nvPr>
        </p:nvSpPr>
        <p:spPr>
          <a:xfrm>
            <a:off x="1249776" y="316090"/>
            <a:ext cx="2243701" cy="627736"/>
          </a:xfrm>
          <a:prstGeom prst="rect">
            <a:avLst/>
          </a:prstGeom>
        </p:spPr>
        <p:txBody>
          <a:bodyPr vert="horz" wrap="square" lIns="0" tIns="12065" rIns="0" bIns="0" rtlCol="0">
            <a:spAutoFit/>
          </a:bodyPr>
          <a:lstStyle/>
          <a:p>
            <a:pPr marL="12700">
              <a:lnSpc>
                <a:spcPct val="100000"/>
              </a:lnSpc>
              <a:spcBef>
                <a:spcPts val="95"/>
              </a:spcBef>
            </a:pPr>
            <a:r>
              <a:rPr sz="4000" spc="-40" dirty="0" err="1">
                <a:latin typeface="SimSun" panose="02010600030101010101" pitchFamily="2" charset="-122"/>
                <a:ea typeface="SimSun" panose="02010600030101010101" pitchFamily="2" charset="-122"/>
              </a:rPr>
              <a:t>归并排</a:t>
            </a:r>
            <a:r>
              <a:rPr sz="4000" spc="-50" dirty="0" err="1">
                <a:latin typeface="SimSun" panose="02010600030101010101" pitchFamily="2" charset="-122"/>
                <a:ea typeface="SimSun" panose="02010600030101010101" pitchFamily="2" charset="-122"/>
              </a:rPr>
              <a:t>序</a:t>
            </a:r>
            <a:endParaRPr sz="4000" spc="-50" dirty="0">
              <a:latin typeface="SimSun" panose="02010600030101010101" pitchFamily="2" charset="-122"/>
              <a:ea typeface="SimSun" panose="02010600030101010101" pitchFamily="2" charset="-122"/>
            </a:endParaRPr>
          </a:p>
        </p:txBody>
      </p:sp>
      <p:sp>
        <p:nvSpPr>
          <p:cNvPr id="12" name="object 2">
            <a:extLst>
              <a:ext uri="{FF2B5EF4-FFF2-40B4-BE49-F238E27FC236}">
                <a16:creationId xmlns:a16="http://schemas.microsoft.com/office/drawing/2014/main" id="{DDB5EFA9-C7BC-AF45-9CB4-E7627F45C017}"/>
              </a:ext>
            </a:extLst>
          </p:cNvPr>
          <p:cNvSpPr/>
          <p:nvPr/>
        </p:nvSpPr>
        <p:spPr>
          <a:xfrm>
            <a:off x="3173163" y="3952729"/>
            <a:ext cx="66675" cy="283210"/>
          </a:xfrm>
          <a:custGeom>
            <a:avLst/>
            <a:gdLst/>
            <a:ahLst/>
            <a:cxnLst/>
            <a:rect l="l" t="t" r="r" b="b"/>
            <a:pathLst>
              <a:path w="66675" h="283210">
                <a:moveTo>
                  <a:pt x="66421" y="0"/>
                </a:moveTo>
                <a:lnTo>
                  <a:pt x="0" y="0"/>
                </a:lnTo>
                <a:lnTo>
                  <a:pt x="0" y="11430"/>
                </a:lnTo>
                <a:lnTo>
                  <a:pt x="41783" y="11430"/>
                </a:lnTo>
                <a:lnTo>
                  <a:pt x="41783" y="271780"/>
                </a:lnTo>
                <a:lnTo>
                  <a:pt x="0" y="271780"/>
                </a:lnTo>
                <a:lnTo>
                  <a:pt x="0" y="283210"/>
                </a:lnTo>
                <a:lnTo>
                  <a:pt x="66421" y="283210"/>
                </a:lnTo>
                <a:lnTo>
                  <a:pt x="66421" y="271780"/>
                </a:lnTo>
                <a:lnTo>
                  <a:pt x="66421" y="11430"/>
                </a:lnTo>
                <a:lnTo>
                  <a:pt x="66421" y="0"/>
                </a:lnTo>
                <a:close/>
              </a:path>
            </a:pathLst>
          </a:custGeom>
          <a:solidFill>
            <a:srgbClr val="000000"/>
          </a:solidFill>
        </p:spPr>
        <p:txBody>
          <a:bodyPr wrap="square" lIns="0" tIns="0" rIns="0" bIns="0" rtlCol="0"/>
          <a:lstStyle/>
          <a:p>
            <a:endParaRPr/>
          </a:p>
        </p:txBody>
      </p:sp>
      <p:sp>
        <p:nvSpPr>
          <p:cNvPr id="13" name="object 3">
            <a:extLst>
              <a:ext uri="{FF2B5EF4-FFF2-40B4-BE49-F238E27FC236}">
                <a16:creationId xmlns:a16="http://schemas.microsoft.com/office/drawing/2014/main" id="{6E4C482F-3F7A-8044-B41A-AC3E6E9C5E44}"/>
              </a:ext>
            </a:extLst>
          </p:cNvPr>
          <p:cNvSpPr/>
          <p:nvPr/>
        </p:nvSpPr>
        <p:spPr>
          <a:xfrm>
            <a:off x="2601790" y="3952729"/>
            <a:ext cx="66675" cy="283210"/>
          </a:xfrm>
          <a:custGeom>
            <a:avLst/>
            <a:gdLst/>
            <a:ahLst/>
            <a:cxnLst/>
            <a:rect l="l" t="t" r="r" b="b"/>
            <a:pathLst>
              <a:path w="66675" h="283210">
                <a:moveTo>
                  <a:pt x="66421" y="0"/>
                </a:moveTo>
                <a:lnTo>
                  <a:pt x="0" y="0"/>
                </a:lnTo>
                <a:lnTo>
                  <a:pt x="0" y="11430"/>
                </a:lnTo>
                <a:lnTo>
                  <a:pt x="0" y="271780"/>
                </a:lnTo>
                <a:lnTo>
                  <a:pt x="0" y="283210"/>
                </a:lnTo>
                <a:lnTo>
                  <a:pt x="66421" y="283210"/>
                </a:lnTo>
                <a:lnTo>
                  <a:pt x="66421" y="271780"/>
                </a:lnTo>
                <a:lnTo>
                  <a:pt x="24765" y="271780"/>
                </a:lnTo>
                <a:lnTo>
                  <a:pt x="24765" y="11430"/>
                </a:lnTo>
                <a:lnTo>
                  <a:pt x="66421" y="11430"/>
                </a:lnTo>
                <a:lnTo>
                  <a:pt x="66421" y="0"/>
                </a:lnTo>
                <a:close/>
              </a:path>
            </a:pathLst>
          </a:custGeom>
          <a:solidFill>
            <a:srgbClr val="000000"/>
          </a:solidFill>
        </p:spPr>
        <p:txBody>
          <a:bodyPr wrap="square" lIns="0" tIns="0" rIns="0" bIns="0" rtlCol="0"/>
          <a:lstStyle/>
          <a:p>
            <a:endParaRPr/>
          </a:p>
        </p:txBody>
      </p:sp>
      <p:sp>
        <p:nvSpPr>
          <p:cNvPr id="14" name="object 4">
            <a:extLst>
              <a:ext uri="{FF2B5EF4-FFF2-40B4-BE49-F238E27FC236}">
                <a16:creationId xmlns:a16="http://schemas.microsoft.com/office/drawing/2014/main" id="{5452ECCF-8EC1-2A49-A756-40917E152861}"/>
              </a:ext>
            </a:extLst>
          </p:cNvPr>
          <p:cNvSpPr txBox="1"/>
          <p:nvPr/>
        </p:nvSpPr>
        <p:spPr>
          <a:xfrm>
            <a:off x="746955" y="3206223"/>
            <a:ext cx="5226050" cy="1049020"/>
          </a:xfrm>
          <a:prstGeom prst="rect">
            <a:avLst/>
          </a:prstGeom>
        </p:spPr>
        <p:txBody>
          <a:bodyPr vert="horz" wrap="square" lIns="0" tIns="12700" rIns="0" bIns="0" rtlCol="0">
            <a:spAutoFit/>
          </a:bodyPr>
          <a:lstStyle/>
          <a:p>
            <a:pPr marL="355600" indent="-342900">
              <a:lnSpc>
                <a:spcPct val="100000"/>
              </a:lnSpc>
              <a:spcBef>
                <a:spcPts val="100"/>
              </a:spcBef>
              <a:buClr>
                <a:srgbClr val="8092F0"/>
              </a:buClr>
              <a:buSzPct val="69642"/>
              <a:buFont typeface="Wingdings"/>
              <a:buChar char=""/>
              <a:tabLst>
                <a:tab pos="354965" algn="l"/>
                <a:tab pos="355600" algn="l"/>
              </a:tabLst>
            </a:pPr>
            <a:r>
              <a:rPr sz="2800" spc="-15" dirty="0" err="1">
                <a:latin typeface="宋体"/>
                <a:cs typeface="宋体"/>
              </a:rPr>
              <a:t>算法流程</a:t>
            </a:r>
            <a:endParaRPr sz="2800" dirty="0">
              <a:latin typeface="宋体"/>
              <a:cs typeface="宋体"/>
            </a:endParaRPr>
          </a:p>
          <a:p>
            <a:pPr marL="704215" lvl="1" indent="-347980">
              <a:lnSpc>
                <a:spcPct val="100000"/>
              </a:lnSpc>
              <a:spcBef>
                <a:spcPts val="1814"/>
              </a:spcBef>
              <a:buClr>
                <a:srgbClr val="DAB6FB"/>
              </a:buClr>
              <a:buSzPct val="68750"/>
              <a:buFont typeface="Wingdings"/>
              <a:buChar char=""/>
              <a:tabLst>
                <a:tab pos="704215" algn="l"/>
                <a:tab pos="704850" algn="l"/>
              </a:tabLst>
            </a:pPr>
            <a:r>
              <a:rPr sz="2400" dirty="0" err="1">
                <a:latin typeface="宋体"/>
                <a:cs typeface="宋体"/>
              </a:rPr>
              <a:t>将数组</a:t>
            </a:r>
            <a:r>
              <a:rPr sz="2400" dirty="0">
                <a:latin typeface="Cambria Math"/>
                <a:cs typeface="Cambria Math"/>
              </a:rPr>
              <a:t>𝑨</a:t>
            </a:r>
            <a:r>
              <a:rPr sz="2400" spc="310" dirty="0">
                <a:latin typeface="Cambria Math"/>
                <a:cs typeface="Cambria Math"/>
              </a:rPr>
              <a:t> </a:t>
            </a:r>
            <a:r>
              <a:rPr sz="2400" dirty="0">
                <a:latin typeface="Cambria Math"/>
                <a:cs typeface="Cambria Math"/>
              </a:rPr>
              <a:t>𝟏,</a:t>
            </a:r>
            <a:r>
              <a:rPr sz="2400" spc="-140" dirty="0">
                <a:latin typeface="Cambria Math"/>
                <a:cs typeface="Cambria Math"/>
              </a:rPr>
              <a:t> </a:t>
            </a:r>
            <a:r>
              <a:rPr sz="2400" dirty="0">
                <a:latin typeface="Cambria Math"/>
                <a:cs typeface="Cambria Math"/>
              </a:rPr>
              <a:t>𝒏</a:t>
            </a:r>
            <a:r>
              <a:rPr sz="2400" spc="300" dirty="0">
                <a:latin typeface="Cambria Math"/>
                <a:cs typeface="Cambria Math"/>
              </a:rPr>
              <a:t> </a:t>
            </a:r>
            <a:r>
              <a:rPr sz="2400" dirty="0" err="1">
                <a:latin typeface="宋体"/>
                <a:cs typeface="宋体"/>
              </a:rPr>
              <a:t>排序问题</a:t>
            </a:r>
            <a:r>
              <a:rPr sz="2400" dirty="0" err="1">
                <a:solidFill>
                  <a:srgbClr val="FF0000"/>
                </a:solidFill>
                <a:latin typeface="宋体"/>
                <a:cs typeface="宋体"/>
              </a:rPr>
              <a:t>分解</a:t>
            </a:r>
            <a:r>
              <a:rPr sz="2400" dirty="0" err="1">
                <a:latin typeface="宋体"/>
                <a:cs typeface="宋体"/>
              </a:rPr>
              <a:t>为</a:t>
            </a:r>
            <a:r>
              <a:rPr sz="2400" spc="-20" dirty="0">
                <a:latin typeface="Cambria Math"/>
                <a:cs typeface="Cambria Math"/>
              </a:rPr>
              <a:t>𝑨[𝟏,</a:t>
            </a:r>
            <a:endParaRPr sz="2400" dirty="0">
              <a:latin typeface="Cambria Math"/>
              <a:cs typeface="Cambria Math"/>
            </a:endParaRPr>
          </a:p>
        </p:txBody>
      </p:sp>
      <p:sp>
        <p:nvSpPr>
          <p:cNvPr id="15" name="object 5">
            <a:extLst>
              <a:ext uri="{FF2B5EF4-FFF2-40B4-BE49-F238E27FC236}">
                <a16:creationId xmlns:a16="http://schemas.microsoft.com/office/drawing/2014/main" id="{1450FE1D-6E59-3A4B-8E1B-7418B0B9ECE0}"/>
              </a:ext>
            </a:extLst>
          </p:cNvPr>
          <p:cNvSpPr/>
          <p:nvPr/>
        </p:nvSpPr>
        <p:spPr>
          <a:xfrm>
            <a:off x="6042982" y="3843509"/>
            <a:ext cx="300355" cy="500380"/>
          </a:xfrm>
          <a:custGeom>
            <a:avLst/>
            <a:gdLst/>
            <a:ahLst/>
            <a:cxnLst/>
            <a:rect l="l" t="t" r="r" b="b"/>
            <a:pathLst>
              <a:path w="300354" h="500379">
                <a:moveTo>
                  <a:pt x="70739" y="487680"/>
                </a:moveTo>
                <a:lnTo>
                  <a:pt x="27686" y="487680"/>
                </a:lnTo>
                <a:lnTo>
                  <a:pt x="27686" y="0"/>
                </a:lnTo>
                <a:lnTo>
                  <a:pt x="0" y="0"/>
                </a:lnTo>
                <a:lnTo>
                  <a:pt x="0" y="487680"/>
                </a:lnTo>
                <a:lnTo>
                  <a:pt x="0" y="500380"/>
                </a:lnTo>
                <a:lnTo>
                  <a:pt x="70739" y="500380"/>
                </a:lnTo>
                <a:lnTo>
                  <a:pt x="70739" y="487680"/>
                </a:lnTo>
                <a:close/>
              </a:path>
              <a:path w="300354" h="500379">
                <a:moveTo>
                  <a:pt x="222885" y="240665"/>
                </a:moveTo>
                <a:lnTo>
                  <a:pt x="78105" y="240665"/>
                </a:lnTo>
                <a:lnTo>
                  <a:pt x="78105" y="260477"/>
                </a:lnTo>
                <a:lnTo>
                  <a:pt x="222885" y="260477"/>
                </a:lnTo>
                <a:lnTo>
                  <a:pt x="222885" y="240665"/>
                </a:lnTo>
                <a:close/>
              </a:path>
              <a:path w="300354" h="500379">
                <a:moveTo>
                  <a:pt x="300228" y="0"/>
                </a:moveTo>
                <a:lnTo>
                  <a:pt x="271907" y="0"/>
                </a:lnTo>
                <a:lnTo>
                  <a:pt x="271907" y="487680"/>
                </a:lnTo>
                <a:lnTo>
                  <a:pt x="229616" y="487680"/>
                </a:lnTo>
                <a:lnTo>
                  <a:pt x="229616" y="500380"/>
                </a:lnTo>
                <a:lnTo>
                  <a:pt x="300228" y="500380"/>
                </a:lnTo>
                <a:lnTo>
                  <a:pt x="300228" y="487680"/>
                </a:lnTo>
                <a:lnTo>
                  <a:pt x="300228" y="0"/>
                </a:lnTo>
                <a:close/>
              </a:path>
            </a:pathLst>
          </a:custGeom>
          <a:solidFill>
            <a:srgbClr val="000000"/>
          </a:solidFill>
        </p:spPr>
        <p:txBody>
          <a:bodyPr wrap="square" lIns="0" tIns="0" rIns="0" bIns="0" rtlCol="0"/>
          <a:lstStyle/>
          <a:p>
            <a:endParaRPr/>
          </a:p>
        </p:txBody>
      </p:sp>
      <p:sp>
        <p:nvSpPr>
          <p:cNvPr id="16" name="object 6">
            <a:extLst>
              <a:ext uri="{FF2B5EF4-FFF2-40B4-BE49-F238E27FC236}">
                <a16:creationId xmlns:a16="http://schemas.microsoft.com/office/drawing/2014/main" id="{E64ACD9B-C4D4-2240-BD8C-62C5DDF9620B}"/>
              </a:ext>
            </a:extLst>
          </p:cNvPr>
          <p:cNvSpPr/>
          <p:nvPr/>
        </p:nvSpPr>
        <p:spPr>
          <a:xfrm>
            <a:off x="7130356" y="3843509"/>
            <a:ext cx="299720" cy="500380"/>
          </a:xfrm>
          <a:custGeom>
            <a:avLst/>
            <a:gdLst/>
            <a:ahLst/>
            <a:cxnLst/>
            <a:rect l="l" t="t" r="r" b="b"/>
            <a:pathLst>
              <a:path w="299720" h="500379">
                <a:moveTo>
                  <a:pt x="70739" y="487680"/>
                </a:moveTo>
                <a:lnTo>
                  <a:pt x="27686" y="487680"/>
                </a:lnTo>
                <a:lnTo>
                  <a:pt x="27686" y="0"/>
                </a:lnTo>
                <a:lnTo>
                  <a:pt x="0" y="0"/>
                </a:lnTo>
                <a:lnTo>
                  <a:pt x="0" y="487680"/>
                </a:lnTo>
                <a:lnTo>
                  <a:pt x="0" y="500380"/>
                </a:lnTo>
                <a:lnTo>
                  <a:pt x="70739" y="500380"/>
                </a:lnTo>
                <a:lnTo>
                  <a:pt x="70739" y="487680"/>
                </a:lnTo>
                <a:close/>
              </a:path>
              <a:path w="299720" h="500379">
                <a:moveTo>
                  <a:pt x="222110" y="240665"/>
                </a:moveTo>
                <a:lnTo>
                  <a:pt x="77343" y="240665"/>
                </a:lnTo>
                <a:lnTo>
                  <a:pt x="77343" y="260477"/>
                </a:lnTo>
                <a:lnTo>
                  <a:pt x="222110" y="260477"/>
                </a:lnTo>
                <a:lnTo>
                  <a:pt x="222110" y="240665"/>
                </a:lnTo>
                <a:close/>
              </a:path>
              <a:path w="299720" h="500379">
                <a:moveTo>
                  <a:pt x="299466" y="0"/>
                </a:moveTo>
                <a:lnTo>
                  <a:pt x="271145" y="0"/>
                </a:lnTo>
                <a:lnTo>
                  <a:pt x="271145" y="487680"/>
                </a:lnTo>
                <a:lnTo>
                  <a:pt x="228854" y="487680"/>
                </a:lnTo>
                <a:lnTo>
                  <a:pt x="228854" y="500380"/>
                </a:lnTo>
                <a:lnTo>
                  <a:pt x="299466" y="500380"/>
                </a:lnTo>
                <a:lnTo>
                  <a:pt x="299466" y="487680"/>
                </a:lnTo>
                <a:lnTo>
                  <a:pt x="299466" y="0"/>
                </a:lnTo>
                <a:close/>
              </a:path>
            </a:pathLst>
          </a:custGeom>
          <a:solidFill>
            <a:srgbClr val="000000"/>
          </a:solidFill>
        </p:spPr>
        <p:txBody>
          <a:bodyPr wrap="square" lIns="0" tIns="0" rIns="0" bIns="0" rtlCol="0"/>
          <a:lstStyle/>
          <a:p>
            <a:endParaRPr/>
          </a:p>
        </p:txBody>
      </p:sp>
      <p:sp>
        <p:nvSpPr>
          <p:cNvPr id="17" name="object 7">
            <a:extLst>
              <a:ext uri="{FF2B5EF4-FFF2-40B4-BE49-F238E27FC236}">
                <a16:creationId xmlns:a16="http://schemas.microsoft.com/office/drawing/2014/main" id="{21C40492-E63C-5F49-96A5-624F4827C834}"/>
              </a:ext>
            </a:extLst>
          </p:cNvPr>
          <p:cNvSpPr txBox="1"/>
          <p:nvPr/>
        </p:nvSpPr>
        <p:spPr>
          <a:xfrm>
            <a:off x="6070794" y="3863830"/>
            <a:ext cx="1332230" cy="528320"/>
          </a:xfrm>
          <a:prstGeom prst="rect">
            <a:avLst/>
          </a:prstGeom>
        </p:spPr>
        <p:txBody>
          <a:bodyPr vert="horz" wrap="square" lIns="0" tIns="12700" rIns="0" bIns="0" rtlCol="0">
            <a:spAutoFit/>
          </a:bodyPr>
          <a:lstStyle/>
          <a:p>
            <a:pPr marL="50800">
              <a:lnSpc>
                <a:spcPts val="2370"/>
              </a:lnSpc>
              <a:spcBef>
                <a:spcPts val="100"/>
              </a:spcBef>
            </a:pPr>
            <a:r>
              <a:rPr sz="2625" baseline="44444">
                <a:latin typeface="Cambria Math"/>
                <a:cs typeface="Cambria Math"/>
              </a:rPr>
              <a:t>𝒏</a:t>
            </a:r>
            <a:r>
              <a:rPr sz="2625" spc="742" baseline="44444">
                <a:latin typeface="Cambria Math"/>
                <a:cs typeface="Cambria Math"/>
              </a:rPr>
              <a:t> </a:t>
            </a:r>
            <a:r>
              <a:rPr sz="2400" spc="-10">
                <a:latin typeface="Cambria Math"/>
                <a:cs typeface="Cambria Math"/>
              </a:rPr>
              <a:t>]</a:t>
            </a:r>
            <a:r>
              <a:rPr sz="2400">
                <a:latin typeface="宋体"/>
                <a:cs typeface="宋体"/>
              </a:rPr>
              <a:t>和</a:t>
            </a:r>
            <a:r>
              <a:rPr sz="2400">
                <a:latin typeface="Cambria Math"/>
                <a:cs typeface="Cambria Math"/>
              </a:rPr>
              <a:t>𝑨[</a:t>
            </a:r>
            <a:r>
              <a:rPr sz="2400" spc="340">
                <a:latin typeface="Cambria Math"/>
                <a:cs typeface="Cambria Math"/>
              </a:rPr>
              <a:t> </a:t>
            </a:r>
            <a:r>
              <a:rPr sz="2625" spc="-75" baseline="44444">
                <a:latin typeface="Cambria Math"/>
                <a:cs typeface="Cambria Math"/>
              </a:rPr>
              <a:t>𝒏</a:t>
            </a:r>
            <a:endParaRPr sz="2625" baseline="44444">
              <a:latin typeface="Cambria Math"/>
              <a:cs typeface="Cambria Math"/>
            </a:endParaRPr>
          </a:p>
          <a:p>
            <a:pPr marL="55880">
              <a:lnSpc>
                <a:spcPts val="1590"/>
              </a:lnSpc>
              <a:tabLst>
                <a:tab pos="1142365" algn="l"/>
              </a:tabLst>
            </a:pPr>
            <a:r>
              <a:rPr sz="1750" spc="-50">
                <a:latin typeface="Cambria Math"/>
                <a:cs typeface="Cambria Math"/>
              </a:rPr>
              <a:t>𝟐</a:t>
            </a:r>
            <a:r>
              <a:rPr sz="1750">
                <a:latin typeface="Cambria Math"/>
                <a:cs typeface="Cambria Math"/>
              </a:rPr>
              <a:t>	</a:t>
            </a:r>
            <a:r>
              <a:rPr sz="1750" spc="-50">
                <a:latin typeface="Cambria Math"/>
                <a:cs typeface="Cambria Math"/>
              </a:rPr>
              <a:t>𝟐</a:t>
            </a:r>
            <a:endParaRPr sz="1750">
              <a:latin typeface="Cambria Math"/>
              <a:cs typeface="Cambria Math"/>
            </a:endParaRPr>
          </a:p>
        </p:txBody>
      </p:sp>
      <p:sp>
        <p:nvSpPr>
          <p:cNvPr id="18" name="object 8">
            <a:extLst>
              <a:ext uri="{FF2B5EF4-FFF2-40B4-BE49-F238E27FC236}">
                <a16:creationId xmlns:a16="http://schemas.microsoft.com/office/drawing/2014/main" id="{A15B12E2-36E4-F249-A19F-94214C34A59A}"/>
              </a:ext>
            </a:extLst>
          </p:cNvPr>
          <p:cNvSpPr txBox="1"/>
          <p:nvPr/>
        </p:nvSpPr>
        <p:spPr>
          <a:xfrm>
            <a:off x="7518595" y="3863830"/>
            <a:ext cx="2138045" cy="391160"/>
          </a:xfrm>
          <a:prstGeom prst="rect">
            <a:avLst/>
          </a:prstGeom>
        </p:spPr>
        <p:txBody>
          <a:bodyPr vert="horz" wrap="square" lIns="0" tIns="12700" rIns="0" bIns="0" rtlCol="0">
            <a:spAutoFit/>
          </a:bodyPr>
          <a:lstStyle/>
          <a:p>
            <a:pPr marL="12700">
              <a:lnSpc>
                <a:spcPct val="100000"/>
              </a:lnSpc>
              <a:spcBef>
                <a:spcPts val="100"/>
              </a:spcBef>
            </a:pPr>
            <a:r>
              <a:rPr sz="2400" spc="-5">
                <a:latin typeface="Cambria Math"/>
                <a:cs typeface="Cambria Math"/>
              </a:rPr>
              <a:t>+ </a:t>
            </a:r>
            <a:r>
              <a:rPr sz="2400">
                <a:latin typeface="Cambria Math"/>
                <a:cs typeface="Cambria Math"/>
              </a:rPr>
              <a:t>𝟏,</a:t>
            </a:r>
            <a:r>
              <a:rPr sz="2400" spc="-130">
                <a:latin typeface="Cambria Math"/>
                <a:cs typeface="Cambria Math"/>
              </a:rPr>
              <a:t> </a:t>
            </a:r>
            <a:r>
              <a:rPr sz="2400" spc="-10">
                <a:latin typeface="Cambria Math"/>
                <a:cs typeface="Cambria Math"/>
              </a:rPr>
              <a:t>𝒏]</a:t>
            </a:r>
            <a:r>
              <a:rPr sz="2400" spc="-15">
                <a:latin typeface="宋体"/>
                <a:cs typeface="宋体"/>
              </a:rPr>
              <a:t>排序问题</a:t>
            </a:r>
            <a:endParaRPr sz="2400">
              <a:latin typeface="宋体"/>
              <a:cs typeface="宋体"/>
            </a:endParaRPr>
          </a:p>
        </p:txBody>
      </p:sp>
      <p:sp>
        <p:nvSpPr>
          <p:cNvPr id="19" name="object 14">
            <a:extLst>
              <a:ext uri="{FF2B5EF4-FFF2-40B4-BE49-F238E27FC236}">
                <a16:creationId xmlns:a16="http://schemas.microsoft.com/office/drawing/2014/main" id="{D75440A3-C297-AC4F-83F3-A163A0BE72AE}"/>
              </a:ext>
            </a:extLst>
          </p:cNvPr>
          <p:cNvSpPr/>
          <p:nvPr/>
        </p:nvSpPr>
        <p:spPr>
          <a:xfrm>
            <a:off x="10019859" y="3783185"/>
            <a:ext cx="1896110" cy="652780"/>
          </a:xfrm>
          <a:custGeom>
            <a:avLst/>
            <a:gdLst/>
            <a:ahLst/>
            <a:cxnLst/>
            <a:rect l="l" t="t" r="r" b="b"/>
            <a:pathLst>
              <a:path w="1896108" h="652779">
                <a:moveTo>
                  <a:pt x="1787144" y="0"/>
                </a:moveTo>
                <a:lnTo>
                  <a:pt x="108711" y="0"/>
                </a:lnTo>
                <a:lnTo>
                  <a:pt x="66383" y="8538"/>
                </a:lnTo>
                <a:lnTo>
                  <a:pt x="31829" y="31829"/>
                </a:lnTo>
                <a:lnTo>
                  <a:pt x="8538" y="66383"/>
                </a:lnTo>
                <a:lnTo>
                  <a:pt x="0" y="108711"/>
                </a:lnTo>
                <a:lnTo>
                  <a:pt x="0" y="543559"/>
                </a:lnTo>
                <a:lnTo>
                  <a:pt x="8538" y="585888"/>
                </a:lnTo>
                <a:lnTo>
                  <a:pt x="31829" y="620442"/>
                </a:lnTo>
                <a:lnTo>
                  <a:pt x="66383" y="643733"/>
                </a:lnTo>
                <a:lnTo>
                  <a:pt x="108711" y="652271"/>
                </a:lnTo>
                <a:lnTo>
                  <a:pt x="1787144" y="652271"/>
                </a:lnTo>
                <a:lnTo>
                  <a:pt x="1829472" y="643733"/>
                </a:lnTo>
                <a:lnTo>
                  <a:pt x="1864026" y="620442"/>
                </a:lnTo>
                <a:lnTo>
                  <a:pt x="1887317" y="585888"/>
                </a:lnTo>
                <a:lnTo>
                  <a:pt x="1895855" y="543559"/>
                </a:lnTo>
                <a:lnTo>
                  <a:pt x="1895855" y="108711"/>
                </a:lnTo>
                <a:lnTo>
                  <a:pt x="1887317" y="66383"/>
                </a:lnTo>
                <a:lnTo>
                  <a:pt x="1864026" y="31829"/>
                </a:lnTo>
                <a:lnTo>
                  <a:pt x="1829472" y="8538"/>
                </a:lnTo>
                <a:lnTo>
                  <a:pt x="1787144" y="0"/>
                </a:lnTo>
                <a:close/>
              </a:path>
            </a:pathLst>
          </a:custGeom>
          <a:solidFill>
            <a:srgbClr val="006FC0"/>
          </a:solidFill>
        </p:spPr>
        <p:txBody>
          <a:bodyPr wrap="square" lIns="0" tIns="0" rIns="0" bIns="0" rtlCol="0"/>
          <a:lstStyle/>
          <a:p>
            <a:endParaRPr/>
          </a:p>
        </p:txBody>
      </p:sp>
      <p:sp>
        <p:nvSpPr>
          <p:cNvPr id="20" name="object 15">
            <a:extLst>
              <a:ext uri="{FF2B5EF4-FFF2-40B4-BE49-F238E27FC236}">
                <a16:creationId xmlns:a16="http://schemas.microsoft.com/office/drawing/2014/main" id="{41A818A7-2E05-4D45-A4B0-CA79319E9B72}"/>
              </a:ext>
            </a:extLst>
          </p:cNvPr>
          <p:cNvSpPr txBox="1"/>
          <p:nvPr/>
        </p:nvSpPr>
        <p:spPr>
          <a:xfrm>
            <a:off x="10192960" y="3862051"/>
            <a:ext cx="1550035" cy="391160"/>
          </a:xfrm>
          <a:prstGeom prst="rect">
            <a:avLst/>
          </a:prstGeom>
        </p:spPr>
        <p:txBody>
          <a:bodyPr vert="horz" wrap="square" lIns="0" tIns="12700" rIns="0" bIns="0" rtlCol="0">
            <a:spAutoFit/>
          </a:bodyPr>
          <a:lstStyle/>
          <a:p>
            <a:pPr marL="12700">
              <a:lnSpc>
                <a:spcPct val="100000"/>
              </a:lnSpc>
              <a:spcBef>
                <a:spcPts val="100"/>
              </a:spcBef>
            </a:pPr>
            <a:r>
              <a:rPr sz="2400">
                <a:solidFill>
                  <a:srgbClr val="FFC000"/>
                </a:solidFill>
                <a:latin typeface="宋体"/>
                <a:cs typeface="宋体"/>
              </a:rPr>
              <a:t>分解</a:t>
            </a:r>
            <a:r>
              <a:rPr sz="2400" spc="-20">
                <a:solidFill>
                  <a:srgbClr val="FFFFFF"/>
                </a:solidFill>
                <a:latin typeface="宋体"/>
                <a:cs typeface="宋体"/>
              </a:rPr>
              <a:t>原问题</a:t>
            </a:r>
            <a:endParaRPr sz="2400">
              <a:latin typeface="宋体"/>
              <a:cs typeface="宋体"/>
            </a:endParaRPr>
          </a:p>
        </p:txBody>
      </p:sp>
      <p:sp>
        <p:nvSpPr>
          <p:cNvPr id="24" name="object 9">
            <a:extLst>
              <a:ext uri="{FF2B5EF4-FFF2-40B4-BE49-F238E27FC236}">
                <a16:creationId xmlns:a16="http://schemas.microsoft.com/office/drawing/2014/main" id="{899DEB69-A987-2E4D-BEB2-8544118E0414}"/>
              </a:ext>
            </a:extLst>
          </p:cNvPr>
          <p:cNvSpPr txBox="1"/>
          <p:nvPr/>
        </p:nvSpPr>
        <p:spPr>
          <a:xfrm>
            <a:off x="1091378" y="4629343"/>
            <a:ext cx="5554980" cy="391160"/>
          </a:xfrm>
          <a:prstGeom prst="rect">
            <a:avLst/>
          </a:prstGeom>
        </p:spPr>
        <p:txBody>
          <a:bodyPr vert="horz" wrap="square" lIns="0" tIns="12700" rIns="0" bIns="0" rtlCol="0">
            <a:spAutoFit/>
          </a:bodyPr>
          <a:lstStyle/>
          <a:p>
            <a:pPr marL="360045" indent="-347980">
              <a:lnSpc>
                <a:spcPct val="100000"/>
              </a:lnSpc>
              <a:spcBef>
                <a:spcPts val="100"/>
              </a:spcBef>
              <a:buClr>
                <a:srgbClr val="DAB6FB"/>
              </a:buClr>
              <a:buSzPct val="68750"/>
              <a:buFont typeface="Wingdings"/>
              <a:buChar char=""/>
              <a:tabLst>
                <a:tab pos="360045" algn="l"/>
                <a:tab pos="360680" algn="l"/>
              </a:tabLst>
            </a:pPr>
            <a:r>
              <a:rPr sz="2400" dirty="0" err="1">
                <a:solidFill>
                  <a:srgbClr val="FF0000"/>
                </a:solidFill>
                <a:latin typeface="宋体"/>
                <a:cs typeface="宋体"/>
              </a:rPr>
              <a:t>递归解决</a:t>
            </a:r>
            <a:r>
              <a:rPr sz="2400" spc="-5" dirty="0" err="1">
                <a:latin typeface="宋体"/>
                <a:cs typeface="宋体"/>
              </a:rPr>
              <a:t>子问题得到两个有序的子数组</a:t>
            </a:r>
            <a:endParaRPr sz="2400" dirty="0">
              <a:latin typeface="宋体"/>
              <a:cs typeface="宋体"/>
            </a:endParaRPr>
          </a:p>
        </p:txBody>
      </p:sp>
      <p:sp>
        <p:nvSpPr>
          <p:cNvPr id="25" name="object 15">
            <a:extLst>
              <a:ext uri="{FF2B5EF4-FFF2-40B4-BE49-F238E27FC236}">
                <a16:creationId xmlns:a16="http://schemas.microsoft.com/office/drawing/2014/main" id="{1E07C3E3-082F-564C-BA6F-A328D5FB378B}"/>
              </a:ext>
            </a:extLst>
          </p:cNvPr>
          <p:cNvSpPr/>
          <p:nvPr/>
        </p:nvSpPr>
        <p:spPr>
          <a:xfrm>
            <a:off x="10019859" y="4555556"/>
            <a:ext cx="1896110" cy="651510"/>
          </a:xfrm>
          <a:custGeom>
            <a:avLst/>
            <a:gdLst/>
            <a:ahLst/>
            <a:cxnLst/>
            <a:rect l="l" t="t" r="r" b="b"/>
            <a:pathLst>
              <a:path w="1896108" h="651510">
                <a:moveTo>
                  <a:pt x="1787271" y="0"/>
                </a:moveTo>
                <a:lnTo>
                  <a:pt x="108584" y="0"/>
                </a:lnTo>
                <a:lnTo>
                  <a:pt x="66329" y="8536"/>
                </a:lnTo>
                <a:lnTo>
                  <a:pt x="31813" y="31813"/>
                </a:lnTo>
                <a:lnTo>
                  <a:pt x="8536" y="66329"/>
                </a:lnTo>
                <a:lnTo>
                  <a:pt x="0" y="108584"/>
                </a:lnTo>
                <a:lnTo>
                  <a:pt x="0" y="542924"/>
                </a:lnTo>
                <a:lnTo>
                  <a:pt x="8536" y="585180"/>
                </a:lnTo>
                <a:lnTo>
                  <a:pt x="31813" y="619696"/>
                </a:lnTo>
                <a:lnTo>
                  <a:pt x="66329" y="642973"/>
                </a:lnTo>
                <a:lnTo>
                  <a:pt x="108584" y="651509"/>
                </a:lnTo>
                <a:lnTo>
                  <a:pt x="1787271" y="651509"/>
                </a:lnTo>
                <a:lnTo>
                  <a:pt x="1829526" y="642973"/>
                </a:lnTo>
                <a:lnTo>
                  <a:pt x="1864042" y="619696"/>
                </a:lnTo>
                <a:lnTo>
                  <a:pt x="1887319" y="585180"/>
                </a:lnTo>
                <a:lnTo>
                  <a:pt x="1895855" y="542924"/>
                </a:lnTo>
                <a:lnTo>
                  <a:pt x="1895855" y="108584"/>
                </a:lnTo>
                <a:lnTo>
                  <a:pt x="1887319" y="66329"/>
                </a:lnTo>
                <a:lnTo>
                  <a:pt x="1864042" y="31813"/>
                </a:lnTo>
                <a:lnTo>
                  <a:pt x="1829526" y="8536"/>
                </a:lnTo>
                <a:lnTo>
                  <a:pt x="1787271" y="0"/>
                </a:lnTo>
                <a:close/>
              </a:path>
            </a:pathLst>
          </a:custGeom>
          <a:solidFill>
            <a:srgbClr val="006FC0"/>
          </a:solidFill>
        </p:spPr>
        <p:txBody>
          <a:bodyPr wrap="square" lIns="0" tIns="0" rIns="0" bIns="0" rtlCol="0"/>
          <a:lstStyle/>
          <a:p>
            <a:endParaRPr/>
          </a:p>
        </p:txBody>
      </p:sp>
      <p:sp>
        <p:nvSpPr>
          <p:cNvPr id="26" name="object 16">
            <a:extLst>
              <a:ext uri="{FF2B5EF4-FFF2-40B4-BE49-F238E27FC236}">
                <a16:creationId xmlns:a16="http://schemas.microsoft.com/office/drawing/2014/main" id="{E8609146-8EF2-0F4B-A6BB-DCB783023B15}"/>
              </a:ext>
            </a:extLst>
          </p:cNvPr>
          <p:cNvSpPr txBox="1"/>
          <p:nvPr/>
        </p:nvSpPr>
        <p:spPr>
          <a:xfrm>
            <a:off x="10192960" y="4633916"/>
            <a:ext cx="1550035" cy="391160"/>
          </a:xfrm>
          <a:prstGeom prst="rect">
            <a:avLst/>
          </a:prstGeom>
        </p:spPr>
        <p:txBody>
          <a:bodyPr vert="horz" wrap="square" lIns="0" tIns="12700" rIns="0" bIns="0" rtlCol="0">
            <a:spAutoFit/>
          </a:bodyPr>
          <a:lstStyle/>
          <a:p>
            <a:pPr marL="12700">
              <a:lnSpc>
                <a:spcPct val="100000"/>
              </a:lnSpc>
              <a:spcBef>
                <a:spcPts val="100"/>
              </a:spcBef>
            </a:pPr>
            <a:r>
              <a:rPr sz="2400">
                <a:solidFill>
                  <a:srgbClr val="FFC000"/>
                </a:solidFill>
                <a:latin typeface="宋体"/>
                <a:cs typeface="宋体"/>
              </a:rPr>
              <a:t>解决</a:t>
            </a:r>
            <a:r>
              <a:rPr sz="2400" spc="-20">
                <a:solidFill>
                  <a:srgbClr val="FFFFFF"/>
                </a:solidFill>
                <a:latin typeface="宋体"/>
                <a:cs typeface="宋体"/>
              </a:rPr>
              <a:t>子问题</a:t>
            </a:r>
            <a:endParaRPr sz="2400">
              <a:latin typeface="宋体"/>
              <a:cs typeface="宋体"/>
            </a:endParaRPr>
          </a:p>
        </p:txBody>
      </p:sp>
      <p:graphicFrame>
        <p:nvGraphicFramePr>
          <p:cNvPr id="27" name="object 18">
            <a:extLst>
              <a:ext uri="{FF2B5EF4-FFF2-40B4-BE49-F238E27FC236}">
                <a16:creationId xmlns:a16="http://schemas.microsoft.com/office/drawing/2014/main" id="{418D46D6-5E18-7F49-8763-A6FD6F4418B8}"/>
              </a:ext>
            </a:extLst>
          </p:cNvPr>
          <p:cNvGraphicFramePr>
            <a:graphicFrameLocks noGrp="1"/>
          </p:cNvGraphicFramePr>
          <p:nvPr>
            <p:extLst>
              <p:ext uri="{D42A27DB-BD31-4B8C-83A1-F6EECF244321}">
                <p14:modId xmlns:p14="http://schemas.microsoft.com/office/powerpoint/2010/main" val="2729159847"/>
              </p:ext>
            </p:extLst>
          </p:nvPr>
        </p:nvGraphicFramePr>
        <p:xfrm>
          <a:off x="1458467" y="1141211"/>
          <a:ext cx="921511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gridCol w="575945">
                  <a:extLst>
                    <a:ext uri="{9D8B030D-6E8A-4147-A177-3AD203B41FA5}">
                      <a16:colId xmlns:a16="http://schemas.microsoft.com/office/drawing/2014/main" val="20008"/>
                    </a:ext>
                  </a:extLst>
                </a:gridCol>
                <a:gridCol w="575945">
                  <a:extLst>
                    <a:ext uri="{9D8B030D-6E8A-4147-A177-3AD203B41FA5}">
                      <a16:colId xmlns:a16="http://schemas.microsoft.com/office/drawing/2014/main" val="20009"/>
                    </a:ext>
                  </a:extLst>
                </a:gridCol>
                <a:gridCol w="575945">
                  <a:extLst>
                    <a:ext uri="{9D8B030D-6E8A-4147-A177-3AD203B41FA5}">
                      <a16:colId xmlns:a16="http://schemas.microsoft.com/office/drawing/2014/main" val="20010"/>
                    </a:ext>
                  </a:extLst>
                </a:gridCol>
                <a:gridCol w="575945">
                  <a:extLst>
                    <a:ext uri="{9D8B030D-6E8A-4147-A177-3AD203B41FA5}">
                      <a16:colId xmlns:a16="http://schemas.microsoft.com/office/drawing/2014/main" val="20011"/>
                    </a:ext>
                  </a:extLst>
                </a:gridCol>
                <a:gridCol w="575945">
                  <a:extLst>
                    <a:ext uri="{9D8B030D-6E8A-4147-A177-3AD203B41FA5}">
                      <a16:colId xmlns:a16="http://schemas.microsoft.com/office/drawing/2014/main" val="20012"/>
                    </a:ext>
                  </a:extLst>
                </a:gridCol>
                <a:gridCol w="575945">
                  <a:extLst>
                    <a:ext uri="{9D8B030D-6E8A-4147-A177-3AD203B41FA5}">
                      <a16:colId xmlns:a16="http://schemas.microsoft.com/office/drawing/2014/main" val="20013"/>
                    </a:ext>
                  </a:extLst>
                </a:gridCol>
                <a:gridCol w="575945">
                  <a:extLst>
                    <a:ext uri="{9D8B030D-6E8A-4147-A177-3AD203B41FA5}">
                      <a16:colId xmlns:a16="http://schemas.microsoft.com/office/drawing/2014/main" val="20014"/>
                    </a:ext>
                  </a:extLst>
                </a:gridCol>
                <a:gridCol w="575945">
                  <a:extLst>
                    <a:ext uri="{9D8B030D-6E8A-4147-A177-3AD203B41FA5}">
                      <a16:colId xmlns:a16="http://schemas.microsoft.com/office/drawing/2014/main" val="20015"/>
                    </a:ext>
                  </a:extLst>
                </a:gridCol>
              </a:tblGrid>
              <a:tr h="576580">
                <a:tc>
                  <a:txBody>
                    <a:bodyPr/>
                    <a:lstStyle/>
                    <a:p>
                      <a:pPr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635"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3189">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tc>
                  <a:txBody>
                    <a:bodyPr/>
                    <a:lstStyle/>
                    <a:p>
                      <a:pPr marL="122555">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92D050"/>
                    </a:solidFill>
                  </a:tcPr>
                </a:tc>
                <a:extLst>
                  <a:ext uri="{0D108BD9-81ED-4DB2-BD59-A6C34878D82A}">
                    <a16:rowId xmlns:a16="http://schemas.microsoft.com/office/drawing/2014/main" val="10000"/>
                  </a:ext>
                </a:extLst>
              </a:tr>
            </a:tbl>
          </a:graphicData>
        </a:graphic>
      </p:graphicFrame>
      <p:graphicFrame>
        <p:nvGraphicFramePr>
          <p:cNvPr id="28" name="object 19">
            <a:extLst>
              <a:ext uri="{FF2B5EF4-FFF2-40B4-BE49-F238E27FC236}">
                <a16:creationId xmlns:a16="http://schemas.microsoft.com/office/drawing/2014/main" id="{2A375A6A-C8A1-FE43-A44B-C7D18D2AA03D}"/>
              </a:ext>
            </a:extLst>
          </p:cNvPr>
          <p:cNvGraphicFramePr>
            <a:graphicFrameLocks noGrp="1"/>
          </p:cNvGraphicFramePr>
          <p:nvPr>
            <p:extLst>
              <p:ext uri="{D42A27DB-BD31-4B8C-83A1-F6EECF244321}">
                <p14:modId xmlns:p14="http://schemas.microsoft.com/office/powerpoint/2010/main" val="1692965897"/>
              </p:ext>
            </p:extLst>
          </p:nvPr>
        </p:nvGraphicFramePr>
        <p:xfrm>
          <a:off x="1184376" y="2206488"/>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121920">
                        <a:lnSpc>
                          <a:spcPct val="100000"/>
                        </a:lnSpc>
                        <a:spcBef>
                          <a:spcPts val="620"/>
                        </a:spcBef>
                      </a:pPr>
                      <a:r>
                        <a:rPr sz="2600" b="1" spc="-25">
                          <a:latin typeface="Times New Roman"/>
                          <a:cs typeface="Times New Roman"/>
                        </a:rPr>
                        <a:t>13</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14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17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32</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graphicFrame>
        <p:nvGraphicFramePr>
          <p:cNvPr id="29" name="object 20">
            <a:extLst>
              <a:ext uri="{FF2B5EF4-FFF2-40B4-BE49-F238E27FC236}">
                <a16:creationId xmlns:a16="http://schemas.microsoft.com/office/drawing/2014/main" id="{37F46772-5AE8-2B42-B51B-D4E6EE7B1A04}"/>
              </a:ext>
            </a:extLst>
          </p:cNvPr>
          <p:cNvGraphicFramePr>
            <a:graphicFrameLocks noGrp="1"/>
          </p:cNvGraphicFramePr>
          <p:nvPr>
            <p:extLst>
              <p:ext uri="{D42A27DB-BD31-4B8C-83A1-F6EECF244321}">
                <p14:modId xmlns:p14="http://schemas.microsoft.com/office/powerpoint/2010/main" val="1118624214"/>
              </p:ext>
            </p:extLst>
          </p:nvPr>
        </p:nvGraphicFramePr>
        <p:xfrm>
          <a:off x="6281165" y="2211186"/>
          <a:ext cx="4607558" cy="576580"/>
        </p:xfrm>
        <a:graphic>
          <a:graphicData uri="http://schemas.openxmlformats.org/drawingml/2006/table">
            <a:tbl>
              <a:tblPr firstRow="1" bandRow="1">
                <a:tableStyleId>{2D5ABB26-0587-4C30-8999-92F81FD0307C}</a:tableStyleId>
              </a:tblPr>
              <a:tblGrid>
                <a:gridCol w="575945">
                  <a:extLst>
                    <a:ext uri="{9D8B030D-6E8A-4147-A177-3AD203B41FA5}">
                      <a16:colId xmlns:a16="http://schemas.microsoft.com/office/drawing/2014/main" val="20000"/>
                    </a:ext>
                  </a:extLst>
                </a:gridCol>
                <a:gridCol w="575945">
                  <a:extLst>
                    <a:ext uri="{9D8B030D-6E8A-4147-A177-3AD203B41FA5}">
                      <a16:colId xmlns:a16="http://schemas.microsoft.com/office/drawing/2014/main" val="20001"/>
                    </a:ext>
                  </a:extLst>
                </a:gridCol>
                <a:gridCol w="575945">
                  <a:extLst>
                    <a:ext uri="{9D8B030D-6E8A-4147-A177-3AD203B41FA5}">
                      <a16:colId xmlns:a16="http://schemas.microsoft.com/office/drawing/2014/main" val="20002"/>
                    </a:ext>
                  </a:extLst>
                </a:gridCol>
                <a:gridCol w="575944">
                  <a:extLst>
                    <a:ext uri="{9D8B030D-6E8A-4147-A177-3AD203B41FA5}">
                      <a16:colId xmlns:a16="http://schemas.microsoft.com/office/drawing/2014/main" val="20003"/>
                    </a:ext>
                  </a:extLst>
                </a:gridCol>
                <a:gridCol w="575944">
                  <a:extLst>
                    <a:ext uri="{9D8B030D-6E8A-4147-A177-3AD203B41FA5}">
                      <a16:colId xmlns:a16="http://schemas.microsoft.com/office/drawing/2014/main" val="20004"/>
                    </a:ext>
                  </a:extLst>
                </a:gridCol>
                <a:gridCol w="575945">
                  <a:extLst>
                    <a:ext uri="{9D8B030D-6E8A-4147-A177-3AD203B41FA5}">
                      <a16:colId xmlns:a16="http://schemas.microsoft.com/office/drawing/2014/main" val="20005"/>
                    </a:ext>
                  </a:extLst>
                </a:gridCol>
                <a:gridCol w="575945">
                  <a:extLst>
                    <a:ext uri="{9D8B030D-6E8A-4147-A177-3AD203B41FA5}">
                      <a16:colId xmlns:a16="http://schemas.microsoft.com/office/drawing/2014/main" val="20006"/>
                    </a:ext>
                  </a:extLst>
                </a:gridCol>
                <a:gridCol w="575945">
                  <a:extLst>
                    <a:ext uri="{9D8B030D-6E8A-4147-A177-3AD203B41FA5}">
                      <a16:colId xmlns:a16="http://schemas.microsoft.com/office/drawing/2014/main" val="20007"/>
                    </a:ext>
                  </a:extLst>
                </a:gridCol>
              </a:tblGrid>
              <a:tr h="576580">
                <a:tc>
                  <a:txBody>
                    <a:bodyPr/>
                    <a:lstStyle/>
                    <a:p>
                      <a:pPr marL="635" algn="ctr">
                        <a:lnSpc>
                          <a:spcPct val="100000"/>
                        </a:lnSpc>
                        <a:spcBef>
                          <a:spcPts val="620"/>
                        </a:spcBef>
                      </a:pPr>
                      <a:r>
                        <a:rPr sz="2600" b="1">
                          <a:latin typeface="Times New Roman"/>
                          <a:cs typeface="Times New Roman"/>
                        </a:rPr>
                        <a:t>4</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635" algn="ctr">
                        <a:lnSpc>
                          <a:spcPct val="100000"/>
                        </a:lnSpc>
                        <a:spcBef>
                          <a:spcPts val="620"/>
                        </a:spcBef>
                      </a:pPr>
                      <a:r>
                        <a:rPr sz="2600" b="1">
                          <a:latin typeface="Times New Roman"/>
                          <a:cs typeface="Times New Roman"/>
                        </a:rPr>
                        <a:t>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18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21</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37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40</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2555">
                        <a:lnSpc>
                          <a:spcPct val="100000"/>
                        </a:lnSpc>
                        <a:spcBef>
                          <a:spcPts val="620"/>
                        </a:spcBef>
                      </a:pPr>
                      <a:r>
                        <a:rPr sz="2600" b="1" spc="-25">
                          <a:latin typeface="Times New Roman"/>
                          <a:cs typeface="Times New Roman"/>
                        </a:rPr>
                        <a:t>47</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tc>
                  <a:txBody>
                    <a:bodyPr/>
                    <a:lstStyle/>
                    <a:p>
                      <a:pPr marL="123189">
                        <a:lnSpc>
                          <a:spcPct val="100000"/>
                        </a:lnSpc>
                        <a:spcBef>
                          <a:spcPts val="620"/>
                        </a:spcBef>
                      </a:pPr>
                      <a:r>
                        <a:rPr sz="2600" b="1" spc="-25">
                          <a:latin typeface="Times New Roman"/>
                          <a:cs typeface="Times New Roman"/>
                        </a:rPr>
                        <a:t>48</a:t>
                      </a:r>
                      <a:endParaRPr sz="2600">
                        <a:latin typeface="Times New Roman"/>
                        <a:cs typeface="Times New Roman"/>
                      </a:endParaRPr>
                    </a:p>
                  </a:txBody>
                  <a:tcPr marL="0" marR="0" marT="787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D9D9D9"/>
                    </a:solidFill>
                  </a:tcPr>
                </a:tc>
                <a:extLst>
                  <a:ext uri="{0D108BD9-81ED-4DB2-BD59-A6C34878D82A}">
                    <a16:rowId xmlns:a16="http://schemas.microsoft.com/office/drawing/2014/main" val="10000"/>
                  </a:ext>
                </a:extLst>
              </a:tr>
            </a:tbl>
          </a:graphicData>
        </a:graphic>
      </p:graphicFrame>
      <p:sp>
        <p:nvSpPr>
          <p:cNvPr id="30" name="object 21">
            <a:extLst>
              <a:ext uri="{FF2B5EF4-FFF2-40B4-BE49-F238E27FC236}">
                <a16:creationId xmlns:a16="http://schemas.microsoft.com/office/drawing/2014/main" id="{0FD6CB1E-0A73-3F40-AC3F-EE5C955E296B}"/>
              </a:ext>
            </a:extLst>
          </p:cNvPr>
          <p:cNvSpPr/>
          <p:nvPr/>
        </p:nvSpPr>
        <p:spPr>
          <a:xfrm>
            <a:off x="3507485" y="1737476"/>
            <a:ext cx="5097145" cy="492759"/>
          </a:xfrm>
          <a:custGeom>
            <a:avLst/>
            <a:gdLst/>
            <a:ahLst/>
            <a:cxnLst/>
            <a:rect l="l" t="t" r="r" b="b"/>
            <a:pathLst>
              <a:path w="5097145" h="492759">
                <a:moveTo>
                  <a:pt x="2578227" y="0"/>
                </a:moveTo>
                <a:lnTo>
                  <a:pt x="0" y="488188"/>
                </a:lnTo>
              </a:path>
              <a:path w="5097145" h="492759">
                <a:moveTo>
                  <a:pt x="2578608" y="0"/>
                </a:moveTo>
                <a:lnTo>
                  <a:pt x="5097145" y="492759"/>
                </a:lnTo>
              </a:path>
            </a:pathLst>
          </a:custGeom>
          <a:ln w="38100">
            <a:solidFill>
              <a:srgbClr val="000000"/>
            </a:solidFill>
          </a:ln>
        </p:spPr>
        <p:txBody>
          <a:bodyPr wrap="square" lIns="0" tIns="0" rIns="0" bIns="0" rtlCol="0"/>
          <a:lstStyle/>
          <a:p>
            <a:endParaRPr/>
          </a:p>
        </p:txBody>
      </p:sp>
      <p:sp>
        <p:nvSpPr>
          <p:cNvPr id="31" name="object 10">
            <a:extLst>
              <a:ext uri="{FF2B5EF4-FFF2-40B4-BE49-F238E27FC236}">
                <a16:creationId xmlns:a16="http://schemas.microsoft.com/office/drawing/2014/main" id="{B9184B96-0C21-AB49-B68F-B15F23B33C2E}"/>
              </a:ext>
            </a:extLst>
          </p:cNvPr>
          <p:cNvSpPr txBox="1"/>
          <p:nvPr/>
        </p:nvSpPr>
        <p:spPr>
          <a:xfrm>
            <a:off x="1091378" y="5375401"/>
            <a:ext cx="5554980" cy="391160"/>
          </a:xfrm>
          <a:prstGeom prst="rect">
            <a:avLst/>
          </a:prstGeom>
        </p:spPr>
        <p:txBody>
          <a:bodyPr vert="horz" wrap="square" lIns="0" tIns="12700" rIns="0" bIns="0" rtlCol="0">
            <a:spAutoFit/>
          </a:bodyPr>
          <a:lstStyle/>
          <a:p>
            <a:pPr marL="360045" indent="-347980">
              <a:lnSpc>
                <a:spcPct val="100000"/>
              </a:lnSpc>
              <a:spcBef>
                <a:spcPts val="100"/>
              </a:spcBef>
              <a:buClr>
                <a:srgbClr val="DAB6FB"/>
              </a:buClr>
              <a:buSzPct val="68750"/>
              <a:buFont typeface="Wingdings"/>
              <a:buChar char=""/>
              <a:tabLst>
                <a:tab pos="360045" algn="l"/>
                <a:tab pos="360680" algn="l"/>
              </a:tabLst>
            </a:pPr>
            <a:r>
              <a:rPr sz="2400">
                <a:latin typeface="宋体"/>
                <a:cs typeface="宋体"/>
              </a:rPr>
              <a:t>将两个有序子数组</a:t>
            </a:r>
            <a:r>
              <a:rPr sz="2400">
                <a:solidFill>
                  <a:srgbClr val="FF0000"/>
                </a:solidFill>
                <a:latin typeface="宋体"/>
                <a:cs typeface="宋体"/>
              </a:rPr>
              <a:t>合并</a:t>
            </a:r>
            <a:r>
              <a:rPr sz="2400" spc="-10">
                <a:latin typeface="宋体"/>
                <a:cs typeface="宋体"/>
              </a:rPr>
              <a:t>为一个有序数组</a:t>
            </a:r>
            <a:endParaRPr sz="2400">
              <a:latin typeface="宋体"/>
              <a:cs typeface="宋体"/>
            </a:endParaRPr>
          </a:p>
        </p:txBody>
      </p:sp>
      <p:sp>
        <p:nvSpPr>
          <p:cNvPr id="32" name="object 12">
            <a:extLst>
              <a:ext uri="{FF2B5EF4-FFF2-40B4-BE49-F238E27FC236}">
                <a16:creationId xmlns:a16="http://schemas.microsoft.com/office/drawing/2014/main" id="{CE6DE83A-7E96-2746-A37A-7E765CA4A918}"/>
              </a:ext>
            </a:extLst>
          </p:cNvPr>
          <p:cNvSpPr/>
          <p:nvPr/>
        </p:nvSpPr>
        <p:spPr>
          <a:xfrm>
            <a:off x="10019859" y="5280277"/>
            <a:ext cx="1896110" cy="652780"/>
          </a:xfrm>
          <a:custGeom>
            <a:avLst/>
            <a:gdLst/>
            <a:ahLst/>
            <a:cxnLst/>
            <a:rect l="l" t="t" r="r" b="b"/>
            <a:pathLst>
              <a:path w="1896108" h="652779">
                <a:moveTo>
                  <a:pt x="1787144" y="0"/>
                </a:moveTo>
                <a:lnTo>
                  <a:pt x="108711" y="0"/>
                </a:lnTo>
                <a:lnTo>
                  <a:pt x="66383" y="8538"/>
                </a:lnTo>
                <a:lnTo>
                  <a:pt x="31829" y="31829"/>
                </a:lnTo>
                <a:lnTo>
                  <a:pt x="8538" y="66383"/>
                </a:lnTo>
                <a:lnTo>
                  <a:pt x="0" y="108712"/>
                </a:lnTo>
                <a:lnTo>
                  <a:pt x="0" y="543560"/>
                </a:lnTo>
                <a:lnTo>
                  <a:pt x="8538" y="585872"/>
                </a:lnTo>
                <a:lnTo>
                  <a:pt x="31829" y="620428"/>
                </a:lnTo>
                <a:lnTo>
                  <a:pt x="66383" y="643727"/>
                </a:lnTo>
                <a:lnTo>
                  <a:pt x="108711" y="652272"/>
                </a:lnTo>
                <a:lnTo>
                  <a:pt x="1787144" y="652272"/>
                </a:lnTo>
                <a:lnTo>
                  <a:pt x="1829472" y="643727"/>
                </a:lnTo>
                <a:lnTo>
                  <a:pt x="1864026" y="620428"/>
                </a:lnTo>
                <a:lnTo>
                  <a:pt x="1887317" y="585872"/>
                </a:lnTo>
                <a:lnTo>
                  <a:pt x="1895855" y="543560"/>
                </a:lnTo>
                <a:lnTo>
                  <a:pt x="1895855" y="108712"/>
                </a:lnTo>
                <a:lnTo>
                  <a:pt x="1887317" y="66383"/>
                </a:lnTo>
                <a:lnTo>
                  <a:pt x="1864026" y="31829"/>
                </a:lnTo>
                <a:lnTo>
                  <a:pt x="1829472" y="8538"/>
                </a:lnTo>
                <a:lnTo>
                  <a:pt x="1787144" y="0"/>
                </a:lnTo>
                <a:close/>
              </a:path>
            </a:pathLst>
          </a:custGeom>
          <a:solidFill>
            <a:srgbClr val="04499F"/>
          </a:solidFill>
        </p:spPr>
        <p:txBody>
          <a:bodyPr wrap="square" lIns="0" tIns="0" rIns="0" bIns="0" rtlCol="0"/>
          <a:lstStyle/>
          <a:p>
            <a:endParaRPr/>
          </a:p>
        </p:txBody>
      </p:sp>
      <p:sp>
        <p:nvSpPr>
          <p:cNvPr id="33" name="object 13">
            <a:extLst>
              <a:ext uri="{FF2B5EF4-FFF2-40B4-BE49-F238E27FC236}">
                <a16:creationId xmlns:a16="http://schemas.microsoft.com/office/drawing/2014/main" id="{BB64545D-2AFC-0B43-B6C0-702E45124B2B}"/>
              </a:ext>
            </a:extLst>
          </p:cNvPr>
          <p:cNvSpPr txBox="1"/>
          <p:nvPr/>
        </p:nvSpPr>
        <p:spPr>
          <a:xfrm>
            <a:off x="10192960" y="5358890"/>
            <a:ext cx="1550035" cy="391160"/>
          </a:xfrm>
          <a:prstGeom prst="rect">
            <a:avLst/>
          </a:prstGeom>
        </p:spPr>
        <p:txBody>
          <a:bodyPr vert="horz" wrap="square" lIns="0" tIns="12700" rIns="0" bIns="0" rtlCol="0">
            <a:spAutoFit/>
          </a:bodyPr>
          <a:lstStyle/>
          <a:p>
            <a:pPr marL="12700">
              <a:lnSpc>
                <a:spcPct val="100000"/>
              </a:lnSpc>
              <a:spcBef>
                <a:spcPts val="100"/>
              </a:spcBef>
            </a:pPr>
            <a:r>
              <a:rPr sz="2400">
                <a:solidFill>
                  <a:srgbClr val="FFC000"/>
                </a:solidFill>
                <a:latin typeface="宋体"/>
                <a:cs typeface="宋体"/>
              </a:rPr>
              <a:t>合并</a:t>
            </a:r>
            <a:r>
              <a:rPr sz="2400" spc="-20">
                <a:solidFill>
                  <a:srgbClr val="FFFFFF"/>
                </a:solidFill>
                <a:latin typeface="宋体"/>
                <a:cs typeface="宋体"/>
              </a:rPr>
              <a:t>问题解</a:t>
            </a:r>
            <a:endParaRPr sz="2400">
              <a:latin typeface="宋体"/>
              <a:cs typeface="宋体"/>
            </a:endParaRPr>
          </a:p>
        </p:txBody>
      </p:sp>
      <p:sp>
        <p:nvSpPr>
          <p:cNvPr id="34" name="object 22">
            <a:extLst>
              <a:ext uri="{FF2B5EF4-FFF2-40B4-BE49-F238E27FC236}">
                <a16:creationId xmlns:a16="http://schemas.microsoft.com/office/drawing/2014/main" id="{097BA438-52C7-E741-8B1F-5641A7921CE0}"/>
              </a:ext>
            </a:extLst>
          </p:cNvPr>
          <p:cNvSpPr txBox="1"/>
          <p:nvPr/>
        </p:nvSpPr>
        <p:spPr>
          <a:xfrm>
            <a:off x="2123694" y="6051041"/>
            <a:ext cx="7377430" cy="595630"/>
          </a:xfrm>
          <a:prstGeom prst="rect">
            <a:avLst/>
          </a:prstGeom>
          <a:solidFill>
            <a:srgbClr val="006FC0"/>
          </a:solidFill>
        </p:spPr>
        <p:txBody>
          <a:bodyPr vert="horz" wrap="square" lIns="0" tIns="76835" rIns="0" bIns="0" rtlCol="0">
            <a:spAutoFit/>
          </a:bodyPr>
          <a:lstStyle/>
          <a:p>
            <a:pPr marL="792480">
              <a:lnSpc>
                <a:spcPct val="100000"/>
              </a:lnSpc>
              <a:spcBef>
                <a:spcPts val="605"/>
              </a:spcBef>
            </a:pPr>
            <a:r>
              <a:rPr sz="2400">
                <a:solidFill>
                  <a:srgbClr val="FFFFFF"/>
                </a:solidFill>
                <a:latin typeface="宋体"/>
                <a:cs typeface="宋体"/>
              </a:rPr>
              <a:t>归并排序：分解数组，递</a:t>
            </a:r>
            <a:r>
              <a:rPr sz="2400">
                <a:solidFill>
                  <a:srgbClr val="FFC000"/>
                </a:solidFill>
                <a:latin typeface="宋体"/>
                <a:cs typeface="宋体"/>
              </a:rPr>
              <a:t>归</a:t>
            </a:r>
            <a:r>
              <a:rPr sz="2400">
                <a:solidFill>
                  <a:srgbClr val="FFFFFF"/>
                </a:solidFill>
                <a:latin typeface="宋体"/>
                <a:cs typeface="宋体"/>
              </a:rPr>
              <a:t>求解，合</a:t>
            </a:r>
            <a:r>
              <a:rPr sz="2400" spc="-20">
                <a:solidFill>
                  <a:srgbClr val="FFC000"/>
                </a:solidFill>
                <a:latin typeface="宋体"/>
                <a:cs typeface="宋体"/>
              </a:rPr>
              <a:t>并排序</a:t>
            </a:r>
            <a:endParaRPr sz="2400">
              <a:latin typeface="宋体"/>
              <a:cs typeface="宋体"/>
            </a:endParaRPr>
          </a:p>
        </p:txBody>
      </p:sp>
      <p:sp>
        <p:nvSpPr>
          <p:cNvPr id="2" name="圆角矩形 1">
            <a:extLst>
              <a:ext uri="{FF2B5EF4-FFF2-40B4-BE49-F238E27FC236}">
                <a16:creationId xmlns:a16="http://schemas.microsoft.com/office/drawing/2014/main" id="{E059E070-E0F1-7047-A360-B733B28F0D3D}"/>
              </a:ext>
            </a:extLst>
          </p:cNvPr>
          <p:cNvSpPr/>
          <p:nvPr/>
        </p:nvSpPr>
        <p:spPr>
          <a:xfrm>
            <a:off x="9906000" y="3540369"/>
            <a:ext cx="2145323" cy="3106302"/>
          </a:xfrm>
          <a:prstGeom prst="round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233DC328-8875-7945-8440-B3871FEAB7A2}"/>
              </a:ext>
            </a:extLst>
          </p:cNvPr>
          <p:cNvSpPr txBox="1"/>
          <p:nvPr/>
        </p:nvSpPr>
        <p:spPr>
          <a:xfrm>
            <a:off x="10103475" y="6099399"/>
            <a:ext cx="1682662" cy="461665"/>
          </a:xfrm>
          <a:prstGeom prst="rect">
            <a:avLst/>
          </a:prstGeom>
          <a:noFill/>
        </p:spPr>
        <p:txBody>
          <a:bodyPr wrap="square" rtlCol="0">
            <a:spAutoFit/>
          </a:bodyPr>
          <a:lstStyle/>
          <a:p>
            <a:pPr algn="ctr"/>
            <a:r>
              <a:rPr kumimoji="1" lang="zh-CN" altLang="en-US" sz="2400" b="1" dirty="0">
                <a:solidFill>
                  <a:srgbClr val="FF0000"/>
                </a:solidFill>
                <a:latin typeface="SimSun" panose="02010600030101010101" pitchFamily="2" charset="-122"/>
                <a:ea typeface="SimSun" panose="02010600030101010101" pitchFamily="2" charset="-122"/>
              </a:rPr>
              <a:t>分而治之</a:t>
            </a:r>
          </a:p>
        </p:txBody>
      </p:sp>
      <p:cxnSp>
        <p:nvCxnSpPr>
          <p:cNvPr id="7" name="直线箭头连接符 6">
            <a:extLst>
              <a:ext uri="{FF2B5EF4-FFF2-40B4-BE49-F238E27FC236}">
                <a16:creationId xmlns:a16="http://schemas.microsoft.com/office/drawing/2014/main" id="{B0C9EA33-0957-E645-AB70-D66A38CC19C7}"/>
              </a:ext>
            </a:extLst>
          </p:cNvPr>
          <p:cNvCxnSpPr/>
          <p:nvPr/>
        </p:nvCxnSpPr>
        <p:spPr>
          <a:xfrm>
            <a:off x="9530858" y="6342179"/>
            <a:ext cx="328246"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862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2" grpId="0" animBg="1"/>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6EEC8EAB-113D-E944-8247-A200BF8FD401}"/>
              </a:ext>
            </a:extLst>
          </p:cNvPr>
          <p:cNvSpPr txBox="1">
            <a:spLocks noGrp="1"/>
          </p:cNvSpPr>
          <p:nvPr>
            <p:ph type="title"/>
          </p:nvPr>
        </p:nvSpPr>
        <p:spPr>
          <a:xfrm>
            <a:off x="1249776" y="346867"/>
            <a:ext cx="4846224" cy="566181"/>
          </a:xfrm>
          <a:prstGeom prst="rect">
            <a:avLst/>
          </a:prstGeom>
        </p:spPr>
        <p:txBody>
          <a:bodyPr vert="horz" wrap="square" lIns="0" tIns="12065" rIns="0" bIns="0" rtlCol="0">
            <a:spAutoFit/>
          </a:bodyPr>
          <a:lstStyle/>
          <a:p>
            <a:pPr marL="12700">
              <a:lnSpc>
                <a:spcPct val="100000"/>
              </a:lnSpc>
              <a:spcBef>
                <a:spcPts val="95"/>
              </a:spcBef>
            </a:pPr>
            <a:r>
              <a:rPr lang="zh-CN" altLang="en-US" sz="3600" spc="-40" dirty="0">
                <a:latin typeface="SimSun" panose="02010600030101010101" pitchFamily="2" charset="-122"/>
                <a:ea typeface="SimSun" panose="02010600030101010101" pitchFamily="2" charset="-122"/>
              </a:rPr>
              <a:t>分而治之：一般步骤</a:t>
            </a:r>
            <a:endParaRPr sz="3600" spc="-50" dirty="0">
              <a:latin typeface="SimSun" panose="02010600030101010101" pitchFamily="2" charset="-122"/>
              <a:ea typeface="SimSun" panose="02010600030101010101" pitchFamily="2" charset="-122"/>
            </a:endParaRPr>
          </a:p>
        </p:txBody>
      </p:sp>
      <p:sp>
        <p:nvSpPr>
          <p:cNvPr id="4" name="object 3">
            <a:extLst>
              <a:ext uri="{FF2B5EF4-FFF2-40B4-BE49-F238E27FC236}">
                <a16:creationId xmlns:a16="http://schemas.microsoft.com/office/drawing/2014/main" id="{5E748A7F-0E30-CF40-90CB-B6B22C48576D}"/>
              </a:ext>
            </a:extLst>
          </p:cNvPr>
          <p:cNvSpPr/>
          <p:nvPr/>
        </p:nvSpPr>
        <p:spPr>
          <a:xfrm>
            <a:off x="1874139" y="1288569"/>
            <a:ext cx="2117725" cy="902335"/>
          </a:xfrm>
          <a:custGeom>
            <a:avLst/>
            <a:gdLst/>
            <a:ahLst/>
            <a:cxnLst/>
            <a:rect l="l" t="t" r="r" b="b"/>
            <a:pathLst>
              <a:path w="2117725" h="902335">
                <a:moveTo>
                  <a:pt x="2027427" y="0"/>
                </a:moveTo>
                <a:lnTo>
                  <a:pt x="90169" y="0"/>
                </a:lnTo>
                <a:lnTo>
                  <a:pt x="55078" y="7088"/>
                </a:lnTo>
                <a:lnTo>
                  <a:pt x="26415" y="26416"/>
                </a:lnTo>
                <a:lnTo>
                  <a:pt x="7088" y="55078"/>
                </a:lnTo>
                <a:lnTo>
                  <a:pt x="0" y="90170"/>
                </a:lnTo>
                <a:lnTo>
                  <a:pt x="0" y="812038"/>
                </a:lnTo>
                <a:lnTo>
                  <a:pt x="7088" y="847129"/>
                </a:lnTo>
                <a:lnTo>
                  <a:pt x="26415" y="875791"/>
                </a:lnTo>
                <a:lnTo>
                  <a:pt x="55078" y="895119"/>
                </a:lnTo>
                <a:lnTo>
                  <a:pt x="90169" y="902208"/>
                </a:lnTo>
                <a:lnTo>
                  <a:pt x="2027427" y="902208"/>
                </a:lnTo>
                <a:lnTo>
                  <a:pt x="2062519" y="895119"/>
                </a:lnTo>
                <a:lnTo>
                  <a:pt x="2091181" y="875791"/>
                </a:lnTo>
                <a:lnTo>
                  <a:pt x="2110509" y="847129"/>
                </a:lnTo>
                <a:lnTo>
                  <a:pt x="2117598" y="812038"/>
                </a:lnTo>
                <a:lnTo>
                  <a:pt x="2117598" y="90170"/>
                </a:lnTo>
                <a:lnTo>
                  <a:pt x="2110509" y="55078"/>
                </a:lnTo>
                <a:lnTo>
                  <a:pt x="2091181" y="26416"/>
                </a:lnTo>
                <a:lnTo>
                  <a:pt x="2062519" y="7088"/>
                </a:lnTo>
                <a:lnTo>
                  <a:pt x="2027427" y="0"/>
                </a:lnTo>
                <a:close/>
              </a:path>
            </a:pathLst>
          </a:custGeom>
          <a:solidFill>
            <a:srgbClr val="25ADEF"/>
          </a:solidFill>
        </p:spPr>
        <p:txBody>
          <a:bodyPr wrap="square" lIns="0" tIns="0" rIns="0" bIns="0" rtlCol="0"/>
          <a:lstStyle/>
          <a:p>
            <a:endParaRPr/>
          </a:p>
        </p:txBody>
      </p:sp>
      <p:sp>
        <p:nvSpPr>
          <p:cNvPr id="5" name="object 4">
            <a:extLst>
              <a:ext uri="{FF2B5EF4-FFF2-40B4-BE49-F238E27FC236}">
                <a16:creationId xmlns:a16="http://schemas.microsoft.com/office/drawing/2014/main" id="{E767CB25-F465-ED41-B2D3-91C4D7F2BDAD}"/>
              </a:ext>
            </a:extLst>
          </p:cNvPr>
          <p:cNvSpPr txBox="1"/>
          <p:nvPr/>
        </p:nvSpPr>
        <p:spPr>
          <a:xfrm>
            <a:off x="2094992" y="1470560"/>
            <a:ext cx="1675130" cy="421640"/>
          </a:xfrm>
          <a:prstGeom prst="rect">
            <a:avLst/>
          </a:prstGeom>
        </p:spPr>
        <p:txBody>
          <a:bodyPr vert="horz" wrap="square" lIns="0" tIns="12065" rIns="0" bIns="0" rtlCol="0">
            <a:spAutoFit/>
          </a:bodyPr>
          <a:lstStyle/>
          <a:p>
            <a:pPr marL="12700">
              <a:lnSpc>
                <a:spcPct val="100000"/>
              </a:lnSpc>
              <a:spcBef>
                <a:spcPts val="95"/>
              </a:spcBef>
            </a:pPr>
            <a:r>
              <a:rPr sz="2600" spc="-35">
                <a:solidFill>
                  <a:srgbClr val="FFC000"/>
                </a:solidFill>
                <a:latin typeface="宋体"/>
                <a:cs typeface="宋体"/>
              </a:rPr>
              <a:t>分解</a:t>
            </a:r>
            <a:r>
              <a:rPr sz="2600" spc="-35">
                <a:solidFill>
                  <a:srgbClr val="FFFFFF"/>
                </a:solidFill>
                <a:latin typeface="宋体"/>
                <a:cs typeface="宋体"/>
              </a:rPr>
              <a:t>原问</a:t>
            </a:r>
            <a:r>
              <a:rPr sz="2600" spc="-50">
                <a:solidFill>
                  <a:srgbClr val="FFFFFF"/>
                </a:solidFill>
                <a:latin typeface="宋体"/>
                <a:cs typeface="宋体"/>
              </a:rPr>
              <a:t>题</a:t>
            </a:r>
            <a:endParaRPr sz="2600">
              <a:latin typeface="宋体"/>
              <a:cs typeface="宋体"/>
            </a:endParaRPr>
          </a:p>
        </p:txBody>
      </p:sp>
      <p:sp>
        <p:nvSpPr>
          <p:cNvPr id="6" name="object 5">
            <a:extLst>
              <a:ext uri="{FF2B5EF4-FFF2-40B4-BE49-F238E27FC236}">
                <a16:creationId xmlns:a16="http://schemas.microsoft.com/office/drawing/2014/main" id="{DC36A797-24A3-D148-87A5-FC83798DED3E}"/>
              </a:ext>
            </a:extLst>
          </p:cNvPr>
          <p:cNvSpPr/>
          <p:nvPr/>
        </p:nvSpPr>
        <p:spPr>
          <a:xfrm>
            <a:off x="2622804" y="2315364"/>
            <a:ext cx="620395" cy="750570"/>
          </a:xfrm>
          <a:custGeom>
            <a:avLst/>
            <a:gdLst/>
            <a:ahLst/>
            <a:cxnLst/>
            <a:rect l="l" t="t" r="r" b="b"/>
            <a:pathLst>
              <a:path w="620394" h="750569">
                <a:moveTo>
                  <a:pt x="496188" y="0"/>
                </a:moveTo>
                <a:lnTo>
                  <a:pt x="124078" y="0"/>
                </a:lnTo>
                <a:lnTo>
                  <a:pt x="124078" y="440436"/>
                </a:lnTo>
                <a:lnTo>
                  <a:pt x="0" y="440436"/>
                </a:lnTo>
                <a:lnTo>
                  <a:pt x="310133" y="750570"/>
                </a:lnTo>
                <a:lnTo>
                  <a:pt x="620268" y="440436"/>
                </a:lnTo>
                <a:lnTo>
                  <a:pt x="496188" y="440436"/>
                </a:lnTo>
                <a:lnTo>
                  <a:pt x="496188" y="0"/>
                </a:lnTo>
                <a:close/>
              </a:path>
            </a:pathLst>
          </a:custGeom>
          <a:solidFill>
            <a:srgbClr val="BEBEBE"/>
          </a:solidFill>
        </p:spPr>
        <p:txBody>
          <a:bodyPr wrap="square" lIns="0" tIns="0" rIns="0" bIns="0" rtlCol="0"/>
          <a:lstStyle/>
          <a:p>
            <a:endParaRPr/>
          </a:p>
        </p:txBody>
      </p:sp>
      <p:sp>
        <p:nvSpPr>
          <p:cNvPr id="7" name="object 6">
            <a:extLst>
              <a:ext uri="{FF2B5EF4-FFF2-40B4-BE49-F238E27FC236}">
                <a16:creationId xmlns:a16="http://schemas.microsoft.com/office/drawing/2014/main" id="{FBDF4D93-B60A-304D-B9C3-1423734AE853}"/>
              </a:ext>
            </a:extLst>
          </p:cNvPr>
          <p:cNvSpPr/>
          <p:nvPr/>
        </p:nvSpPr>
        <p:spPr>
          <a:xfrm>
            <a:off x="1874139" y="3191283"/>
            <a:ext cx="2117725" cy="902335"/>
          </a:xfrm>
          <a:custGeom>
            <a:avLst/>
            <a:gdLst/>
            <a:ahLst/>
            <a:cxnLst/>
            <a:rect l="l" t="t" r="r" b="b"/>
            <a:pathLst>
              <a:path w="2117725" h="902335">
                <a:moveTo>
                  <a:pt x="2027427" y="0"/>
                </a:moveTo>
                <a:lnTo>
                  <a:pt x="90169" y="0"/>
                </a:lnTo>
                <a:lnTo>
                  <a:pt x="55078" y="7088"/>
                </a:lnTo>
                <a:lnTo>
                  <a:pt x="26415" y="26416"/>
                </a:lnTo>
                <a:lnTo>
                  <a:pt x="7088" y="55078"/>
                </a:lnTo>
                <a:lnTo>
                  <a:pt x="0" y="90170"/>
                </a:lnTo>
                <a:lnTo>
                  <a:pt x="0" y="812038"/>
                </a:lnTo>
                <a:lnTo>
                  <a:pt x="7088" y="847129"/>
                </a:lnTo>
                <a:lnTo>
                  <a:pt x="26415" y="875792"/>
                </a:lnTo>
                <a:lnTo>
                  <a:pt x="55078" y="895119"/>
                </a:lnTo>
                <a:lnTo>
                  <a:pt x="90169" y="902208"/>
                </a:lnTo>
                <a:lnTo>
                  <a:pt x="2027427" y="902208"/>
                </a:lnTo>
                <a:lnTo>
                  <a:pt x="2062519" y="895119"/>
                </a:lnTo>
                <a:lnTo>
                  <a:pt x="2091181" y="875792"/>
                </a:lnTo>
                <a:lnTo>
                  <a:pt x="2110509" y="847129"/>
                </a:lnTo>
                <a:lnTo>
                  <a:pt x="2117598" y="812038"/>
                </a:lnTo>
                <a:lnTo>
                  <a:pt x="2117598" y="90170"/>
                </a:lnTo>
                <a:lnTo>
                  <a:pt x="2110509" y="55078"/>
                </a:lnTo>
                <a:lnTo>
                  <a:pt x="2091181" y="26416"/>
                </a:lnTo>
                <a:lnTo>
                  <a:pt x="2062519" y="7088"/>
                </a:lnTo>
                <a:lnTo>
                  <a:pt x="2027427" y="0"/>
                </a:lnTo>
                <a:close/>
              </a:path>
            </a:pathLst>
          </a:custGeom>
          <a:solidFill>
            <a:srgbClr val="25ADEF"/>
          </a:solidFill>
        </p:spPr>
        <p:txBody>
          <a:bodyPr wrap="square" lIns="0" tIns="0" rIns="0" bIns="0" rtlCol="0"/>
          <a:lstStyle/>
          <a:p>
            <a:endParaRPr/>
          </a:p>
        </p:txBody>
      </p:sp>
      <p:sp>
        <p:nvSpPr>
          <p:cNvPr id="8" name="object 7">
            <a:extLst>
              <a:ext uri="{FF2B5EF4-FFF2-40B4-BE49-F238E27FC236}">
                <a16:creationId xmlns:a16="http://schemas.microsoft.com/office/drawing/2014/main" id="{612B8261-623F-3843-8015-DF28C69DE7D1}"/>
              </a:ext>
            </a:extLst>
          </p:cNvPr>
          <p:cNvSpPr txBox="1"/>
          <p:nvPr/>
        </p:nvSpPr>
        <p:spPr>
          <a:xfrm>
            <a:off x="2094992" y="3372766"/>
            <a:ext cx="1675130" cy="421640"/>
          </a:xfrm>
          <a:prstGeom prst="rect">
            <a:avLst/>
          </a:prstGeom>
        </p:spPr>
        <p:txBody>
          <a:bodyPr vert="horz" wrap="square" lIns="0" tIns="12065" rIns="0" bIns="0" rtlCol="0">
            <a:spAutoFit/>
          </a:bodyPr>
          <a:lstStyle/>
          <a:p>
            <a:pPr marL="12700">
              <a:lnSpc>
                <a:spcPct val="100000"/>
              </a:lnSpc>
              <a:spcBef>
                <a:spcPts val="95"/>
              </a:spcBef>
            </a:pPr>
            <a:r>
              <a:rPr sz="2600" spc="-35">
                <a:solidFill>
                  <a:srgbClr val="FFC000"/>
                </a:solidFill>
                <a:latin typeface="宋体"/>
                <a:cs typeface="宋体"/>
              </a:rPr>
              <a:t>解决</a:t>
            </a:r>
            <a:r>
              <a:rPr sz="2600" spc="-35">
                <a:solidFill>
                  <a:srgbClr val="FFFFFF"/>
                </a:solidFill>
                <a:latin typeface="宋体"/>
                <a:cs typeface="宋体"/>
              </a:rPr>
              <a:t>子问</a:t>
            </a:r>
            <a:r>
              <a:rPr sz="2600" spc="-50">
                <a:solidFill>
                  <a:srgbClr val="FFFFFF"/>
                </a:solidFill>
                <a:latin typeface="宋体"/>
                <a:cs typeface="宋体"/>
              </a:rPr>
              <a:t>题</a:t>
            </a:r>
            <a:endParaRPr sz="2600">
              <a:latin typeface="宋体"/>
              <a:cs typeface="宋体"/>
            </a:endParaRPr>
          </a:p>
        </p:txBody>
      </p:sp>
      <p:sp>
        <p:nvSpPr>
          <p:cNvPr id="9" name="object 8">
            <a:extLst>
              <a:ext uri="{FF2B5EF4-FFF2-40B4-BE49-F238E27FC236}">
                <a16:creationId xmlns:a16="http://schemas.microsoft.com/office/drawing/2014/main" id="{90DED55D-B7B7-FD43-B038-F94E413DAC27}"/>
              </a:ext>
            </a:extLst>
          </p:cNvPr>
          <p:cNvSpPr/>
          <p:nvPr/>
        </p:nvSpPr>
        <p:spPr>
          <a:xfrm>
            <a:off x="2622804" y="4218079"/>
            <a:ext cx="620395" cy="749935"/>
          </a:xfrm>
          <a:custGeom>
            <a:avLst/>
            <a:gdLst/>
            <a:ahLst/>
            <a:cxnLst/>
            <a:rect l="l" t="t" r="r" b="b"/>
            <a:pathLst>
              <a:path w="620394" h="749935">
                <a:moveTo>
                  <a:pt x="496188" y="0"/>
                </a:moveTo>
                <a:lnTo>
                  <a:pt x="124078" y="0"/>
                </a:lnTo>
                <a:lnTo>
                  <a:pt x="124078" y="439674"/>
                </a:lnTo>
                <a:lnTo>
                  <a:pt x="0" y="439674"/>
                </a:lnTo>
                <a:lnTo>
                  <a:pt x="310133" y="749807"/>
                </a:lnTo>
                <a:lnTo>
                  <a:pt x="620268" y="439674"/>
                </a:lnTo>
                <a:lnTo>
                  <a:pt x="496188" y="439674"/>
                </a:lnTo>
                <a:lnTo>
                  <a:pt x="496188" y="0"/>
                </a:lnTo>
                <a:close/>
              </a:path>
            </a:pathLst>
          </a:custGeom>
          <a:solidFill>
            <a:srgbClr val="BEBEBE"/>
          </a:solidFill>
        </p:spPr>
        <p:txBody>
          <a:bodyPr wrap="square" lIns="0" tIns="0" rIns="0" bIns="0" rtlCol="0"/>
          <a:lstStyle/>
          <a:p>
            <a:endParaRPr/>
          </a:p>
        </p:txBody>
      </p:sp>
      <p:sp>
        <p:nvSpPr>
          <p:cNvPr id="10" name="object 9">
            <a:extLst>
              <a:ext uri="{FF2B5EF4-FFF2-40B4-BE49-F238E27FC236}">
                <a16:creationId xmlns:a16="http://schemas.microsoft.com/office/drawing/2014/main" id="{BC99F854-136F-844D-B983-1EE965A3AC90}"/>
              </a:ext>
            </a:extLst>
          </p:cNvPr>
          <p:cNvSpPr/>
          <p:nvPr/>
        </p:nvSpPr>
        <p:spPr>
          <a:xfrm>
            <a:off x="1874139" y="5093236"/>
            <a:ext cx="2117725" cy="901700"/>
          </a:xfrm>
          <a:custGeom>
            <a:avLst/>
            <a:gdLst/>
            <a:ahLst/>
            <a:cxnLst/>
            <a:rect l="l" t="t" r="r" b="b"/>
            <a:pathLst>
              <a:path w="2117725" h="901700">
                <a:moveTo>
                  <a:pt x="2027427" y="0"/>
                </a:moveTo>
                <a:lnTo>
                  <a:pt x="90169" y="0"/>
                </a:lnTo>
                <a:lnTo>
                  <a:pt x="55078" y="7088"/>
                </a:lnTo>
                <a:lnTo>
                  <a:pt x="26415" y="26415"/>
                </a:lnTo>
                <a:lnTo>
                  <a:pt x="7088" y="55078"/>
                </a:lnTo>
                <a:lnTo>
                  <a:pt x="0" y="90169"/>
                </a:lnTo>
                <a:lnTo>
                  <a:pt x="0" y="811301"/>
                </a:lnTo>
                <a:lnTo>
                  <a:pt x="7088" y="846389"/>
                </a:lnTo>
                <a:lnTo>
                  <a:pt x="26415" y="875042"/>
                </a:lnTo>
                <a:lnTo>
                  <a:pt x="55078" y="894361"/>
                </a:lnTo>
                <a:lnTo>
                  <a:pt x="90169" y="901445"/>
                </a:lnTo>
                <a:lnTo>
                  <a:pt x="2027427" y="901445"/>
                </a:lnTo>
                <a:lnTo>
                  <a:pt x="2062519" y="894361"/>
                </a:lnTo>
                <a:lnTo>
                  <a:pt x="2091181" y="875042"/>
                </a:lnTo>
                <a:lnTo>
                  <a:pt x="2110509" y="846389"/>
                </a:lnTo>
                <a:lnTo>
                  <a:pt x="2117598" y="811301"/>
                </a:lnTo>
                <a:lnTo>
                  <a:pt x="2117598" y="90169"/>
                </a:lnTo>
                <a:lnTo>
                  <a:pt x="2110509" y="55078"/>
                </a:lnTo>
                <a:lnTo>
                  <a:pt x="2091181" y="26415"/>
                </a:lnTo>
                <a:lnTo>
                  <a:pt x="2062519" y="7088"/>
                </a:lnTo>
                <a:lnTo>
                  <a:pt x="2027427" y="0"/>
                </a:lnTo>
                <a:close/>
              </a:path>
            </a:pathLst>
          </a:custGeom>
          <a:solidFill>
            <a:srgbClr val="18AEEF"/>
          </a:solidFill>
        </p:spPr>
        <p:txBody>
          <a:bodyPr wrap="square" lIns="0" tIns="0" rIns="0" bIns="0" rtlCol="0"/>
          <a:lstStyle/>
          <a:p>
            <a:endParaRPr/>
          </a:p>
        </p:txBody>
      </p:sp>
      <p:sp>
        <p:nvSpPr>
          <p:cNvPr id="11" name="object 10">
            <a:extLst>
              <a:ext uri="{FF2B5EF4-FFF2-40B4-BE49-F238E27FC236}">
                <a16:creationId xmlns:a16="http://schemas.microsoft.com/office/drawing/2014/main" id="{E4D2940E-AB00-664C-BAB6-A519C499657E}"/>
              </a:ext>
            </a:extLst>
          </p:cNvPr>
          <p:cNvSpPr txBox="1"/>
          <p:nvPr/>
        </p:nvSpPr>
        <p:spPr>
          <a:xfrm>
            <a:off x="2094992" y="5274464"/>
            <a:ext cx="1675130" cy="421640"/>
          </a:xfrm>
          <a:prstGeom prst="rect">
            <a:avLst/>
          </a:prstGeom>
        </p:spPr>
        <p:txBody>
          <a:bodyPr vert="horz" wrap="square" lIns="0" tIns="12700" rIns="0" bIns="0" rtlCol="0">
            <a:spAutoFit/>
          </a:bodyPr>
          <a:lstStyle/>
          <a:p>
            <a:pPr marL="12700">
              <a:lnSpc>
                <a:spcPct val="100000"/>
              </a:lnSpc>
              <a:spcBef>
                <a:spcPts val="100"/>
              </a:spcBef>
            </a:pPr>
            <a:r>
              <a:rPr sz="2600" spc="-10">
                <a:solidFill>
                  <a:srgbClr val="FFC000"/>
                </a:solidFill>
                <a:latin typeface="宋体"/>
                <a:cs typeface="宋体"/>
              </a:rPr>
              <a:t>合并</a:t>
            </a:r>
            <a:r>
              <a:rPr sz="2600" spc="-25">
                <a:solidFill>
                  <a:srgbClr val="FFFFFF"/>
                </a:solidFill>
                <a:latin typeface="宋体"/>
                <a:cs typeface="宋体"/>
              </a:rPr>
              <a:t>问题解</a:t>
            </a:r>
            <a:endParaRPr sz="2600">
              <a:latin typeface="宋体"/>
              <a:cs typeface="宋体"/>
            </a:endParaRPr>
          </a:p>
        </p:txBody>
      </p:sp>
      <p:sp>
        <p:nvSpPr>
          <p:cNvPr id="12" name="object 11">
            <a:extLst>
              <a:ext uri="{FF2B5EF4-FFF2-40B4-BE49-F238E27FC236}">
                <a16:creationId xmlns:a16="http://schemas.microsoft.com/office/drawing/2014/main" id="{A7C01172-E82C-9742-8D5C-36FBD611B133}"/>
              </a:ext>
            </a:extLst>
          </p:cNvPr>
          <p:cNvSpPr txBox="1"/>
          <p:nvPr/>
        </p:nvSpPr>
        <p:spPr>
          <a:xfrm>
            <a:off x="5836539" y="1324383"/>
            <a:ext cx="4607560" cy="811530"/>
          </a:xfrm>
          <a:prstGeom prst="rect">
            <a:avLst/>
          </a:prstGeom>
          <a:ln w="9905">
            <a:solidFill>
              <a:srgbClr val="000000"/>
            </a:solidFill>
          </a:ln>
        </p:spPr>
        <p:txBody>
          <a:bodyPr vert="horz" wrap="square" lIns="0" tIns="165735" rIns="0" bIns="0" rtlCol="0">
            <a:spAutoFit/>
          </a:bodyPr>
          <a:lstStyle/>
          <a:p>
            <a:pPr marL="488315">
              <a:lnSpc>
                <a:spcPct val="100000"/>
              </a:lnSpc>
              <a:spcBef>
                <a:spcPts val="1305"/>
              </a:spcBef>
            </a:pPr>
            <a:r>
              <a:rPr sz="2600" spc="-35">
                <a:latin typeface="宋体"/>
                <a:cs typeface="宋体"/>
              </a:rPr>
              <a:t>原问题分解成多个子问</a:t>
            </a:r>
            <a:r>
              <a:rPr sz="2600" spc="-50">
                <a:latin typeface="宋体"/>
                <a:cs typeface="宋体"/>
              </a:rPr>
              <a:t>题</a:t>
            </a:r>
            <a:endParaRPr sz="2600">
              <a:latin typeface="宋体"/>
              <a:cs typeface="宋体"/>
            </a:endParaRPr>
          </a:p>
        </p:txBody>
      </p:sp>
      <p:sp>
        <p:nvSpPr>
          <p:cNvPr id="13" name="object 12">
            <a:extLst>
              <a:ext uri="{FF2B5EF4-FFF2-40B4-BE49-F238E27FC236}">
                <a16:creationId xmlns:a16="http://schemas.microsoft.com/office/drawing/2014/main" id="{30F75F1E-E282-714B-A9FA-BC8B7B53C1F7}"/>
              </a:ext>
            </a:extLst>
          </p:cNvPr>
          <p:cNvSpPr txBox="1"/>
          <p:nvPr/>
        </p:nvSpPr>
        <p:spPr>
          <a:xfrm>
            <a:off x="5836539" y="3236242"/>
            <a:ext cx="4607560" cy="811530"/>
          </a:xfrm>
          <a:prstGeom prst="rect">
            <a:avLst/>
          </a:prstGeom>
          <a:ln w="9905">
            <a:solidFill>
              <a:srgbClr val="000000"/>
            </a:solidFill>
          </a:ln>
        </p:spPr>
        <p:txBody>
          <a:bodyPr vert="horz" wrap="square" lIns="0" tIns="166370" rIns="0" bIns="0" rtlCol="0">
            <a:spAutoFit/>
          </a:bodyPr>
          <a:lstStyle/>
          <a:p>
            <a:pPr algn="ctr">
              <a:lnSpc>
                <a:spcPct val="100000"/>
              </a:lnSpc>
              <a:spcBef>
                <a:spcPts val="1310"/>
              </a:spcBef>
            </a:pPr>
            <a:r>
              <a:rPr sz="2600" spc="-35">
                <a:latin typeface="宋体"/>
                <a:cs typeface="宋体"/>
              </a:rPr>
              <a:t>递归地求解各个子问</a:t>
            </a:r>
            <a:r>
              <a:rPr sz="2600" spc="-50">
                <a:latin typeface="宋体"/>
                <a:cs typeface="宋体"/>
              </a:rPr>
              <a:t>题</a:t>
            </a:r>
            <a:endParaRPr sz="2600">
              <a:latin typeface="宋体"/>
              <a:cs typeface="宋体"/>
            </a:endParaRPr>
          </a:p>
        </p:txBody>
      </p:sp>
      <p:sp>
        <p:nvSpPr>
          <p:cNvPr id="14" name="object 13">
            <a:extLst>
              <a:ext uri="{FF2B5EF4-FFF2-40B4-BE49-F238E27FC236}">
                <a16:creationId xmlns:a16="http://schemas.microsoft.com/office/drawing/2014/main" id="{912C0C9D-5941-5642-93C0-79B369045C7F}"/>
              </a:ext>
            </a:extLst>
          </p:cNvPr>
          <p:cNvSpPr txBox="1"/>
          <p:nvPr/>
        </p:nvSpPr>
        <p:spPr>
          <a:xfrm>
            <a:off x="5836539" y="5124477"/>
            <a:ext cx="4607560" cy="810895"/>
          </a:xfrm>
          <a:prstGeom prst="rect">
            <a:avLst/>
          </a:prstGeom>
          <a:ln w="9905">
            <a:solidFill>
              <a:srgbClr val="000000"/>
            </a:solidFill>
          </a:ln>
        </p:spPr>
        <p:txBody>
          <a:bodyPr vert="horz" wrap="square" lIns="0" tIns="165735" rIns="0" bIns="0" rtlCol="0">
            <a:spAutoFit/>
          </a:bodyPr>
          <a:lstStyle/>
          <a:p>
            <a:pPr algn="ctr">
              <a:lnSpc>
                <a:spcPct val="100000"/>
              </a:lnSpc>
              <a:spcBef>
                <a:spcPts val="1305"/>
              </a:spcBef>
            </a:pPr>
            <a:r>
              <a:rPr sz="2600" spc="-35">
                <a:latin typeface="宋体"/>
                <a:cs typeface="宋体"/>
              </a:rPr>
              <a:t>将结果合并为原问题</a:t>
            </a:r>
            <a:r>
              <a:rPr sz="2600" spc="-50">
                <a:latin typeface="宋体"/>
                <a:cs typeface="宋体"/>
              </a:rPr>
              <a:t>解</a:t>
            </a:r>
            <a:endParaRPr sz="2600">
              <a:latin typeface="宋体"/>
              <a:cs typeface="宋体"/>
            </a:endParaRPr>
          </a:p>
        </p:txBody>
      </p:sp>
    </p:spTree>
    <p:extLst>
      <p:ext uri="{BB962C8B-B14F-4D97-AF65-F5344CB8AC3E}">
        <p14:creationId xmlns:p14="http://schemas.microsoft.com/office/powerpoint/2010/main" val="27731327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89F25AF-86B9-C443-AC0F-408445C8B7A5}"/>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分而治之法</a:t>
            </a:r>
          </a:p>
        </p:txBody>
      </p:sp>
      <p:sp>
        <p:nvSpPr>
          <p:cNvPr id="4" name="矩形 36867">
            <a:extLst>
              <a:ext uri="{FF2B5EF4-FFF2-40B4-BE49-F238E27FC236}">
                <a16:creationId xmlns:a16="http://schemas.microsoft.com/office/drawing/2014/main" id="{C9D47A4A-C6AC-434A-B110-EC4B1B32FF0D}"/>
              </a:ext>
            </a:extLst>
          </p:cNvPr>
          <p:cNvSpPr>
            <a:spLocks noChangeArrowheads="1"/>
          </p:cNvSpPr>
          <p:nvPr/>
        </p:nvSpPr>
        <p:spPr bwMode="auto">
          <a:xfrm>
            <a:off x="602127" y="1437772"/>
            <a:ext cx="11318526" cy="3845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b="1">
                <a:solidFill>
                  <a:schemeClr val="tx1"/>
                </a:solidFill>
                <a:latin typeface="Arial" panose="020B0604020202020204" pitchFamily="34" charset="0"/>
                <a:ea typeface="宋体" panose="02010600030101010101" pitchFamily="2" charset="-122"/>
              </a:defRPr>
            </a:lvl1pPr>
            <a:lvl2pPr>
              <a:defRPr sz="1600" b="1">
                <a:solidFill>
                  <a:schemeClr val="tx1"/>
                </a:solidFill>
                <a:latin typeface="Arial" panose="020B0604020202020204" pitchFamily="34" charset="0"/>
                <a:ea typeface="宋体" panose="02010600030101010101" pitchFamily="2" charset="-122"/>
              </a:defRPr>
            </a:lvl2pPr>
            <a:lvl3pPr>
              <a:defRPr sz="1600" b="1">
                <a:solidFill>
                  <a:schemeClr val="tx1"/>
                </a:solidFill>
                <a:latin typeface="Arial" panose="020B0604020202020204" pitchFamily="34" charset="0"/>
                <a:ea typeface="宋体" panose="02010600030101010101" pitchFamily="2" charset="-122"/>
              </a:defRPr>
            </a:lvl3pPr>
            <a:lvl4pPr>
              <a:defRPr sz="1600" b="1">
                <a:solidFill>
                  <a:schemeClr val="tx1"/>
                </a:solidFill>
                <a:latin typeface="Arial" panose="020B0604020202020204" pitchFamily="34" charset="0"/>
                <a:ea typeface="宋体" panose="02010600030101010101" pitchFamily="2" charset="-122"/>
              </a:defRPr>
            </a:lvl4pPr>
            <a:lvl5pPr>
              <a:defRPr sz="1600" b="1">
                <a:solidFill>
                  <a:schemeClr val="tx1"/>
                </a:solidFill>
                <a:latin typeface="Arial" panose="020B0604020202020204" pitchFamily="34" charset="0"/>
                <a:ea typeface="宋体" panose="02010600030101010101" pitchFamily="2" charset="-122"/>
              </a:defRPr>
            </a:lvl5pPr>
            <a:lvl6pPr fontAlgn="base">
              <a:lnSpc>
                <a:spcPct val="125000"/>
              </a:lnSpc>
              <a:spcBef>
                <a:spcPct val="20000"/>
              </a:spcBef>
              <a:spcAft>
                <a:spcPct val="0"/>
              </a:spcAft>
              <a:buClr>
                <a:srgbClr val="008000"/>
              </a:buClr>
              <a:buFont typeface="Wingdings" pitchFamily="2" charset="2"/>
              <a:defRPr sz="1600" b="1">
                <a:solidFill>
                  <a:schemeClr val="tx1"/>
                </a:solidFill>
                <a:latin typeface="Arial" panose="020B0604020202020204" pitchFamily="34" charset="0"/>
                <a:ea typeface="宋体" panose="02010600030101010101" pitchFamily="2" charset="-122"/>
              </a:defRPr>
            </a:lvl6pPr>
            <a:lvl7pPr fontAlgn="base">
              <a:lnSpc>
                <a:spcPct val="125000"/>
              </a:lnSpc>
              <a:spcBef>
                <a:spcPct val="20000"/>
              </a:spcBef>
              <a:spcAft>
                <a:spcPct val="0"/>
              </a:spcAft>
              <a:buClr>
                <a:srgbClr val="008000"/>
              </a:buClr>
              <a:buFont typeface="Wingdings" pitchFamily="2" charset="2"/>
              <a:defRPr sz="1600" b="1">
                <a:solidFill>
                  <a:schemeClr val="tx1"/>
                </a:solidFill>
                <a:latin typeface="Arial" panose="020B0604020202020204" pitchFamily="34" charset="0"/>
                <a:ea typeface="宋体" panose="02010600030101010101" pitchFamily="2" charset="-122"/>
              </a:defRPr>
            </a:lvl7pPr>
            <a:lvl8pPr fontAlgn="base">
              <a:lnSpc>
                <a:spcPct val="125000"/>
              </a:lnSpc>
              <a:spcBef>
                <a:spcPct val="20000"/>
              </a:spcBef>
              <a:spcAft>
                <a:spcPct val="0"/>
              </a:spcAft>
              <a:buClr>
                <a:srgbClr val="008000"/>
              </a:buClr>
              <a:buFont typeface="Wingdings" pitchFamily="2" charset="2"/>
              <a:defRPr sz="1600" b="1">
                <a:solidFill>
                  <a:schemeClr val="tx1"/>
                </a:solidFill>
                <a:latin typeface="Arial" panose="020B0604020202020204" pitchFamily="34" charset="0"/>
                <a:ea typeface="宋体" panose="02010600030101010101" pitchFamily="2" charset="-122"/>
              </a:defRPr>
            </a:lvl8pPr>
            <a:lvl9pPr fontAlgn="base">
              <a:lnSpc>
                <a:spcPct val="125000"/>
              </a:lnSpc>
              <a:spcBef>
                <a:spcPct val="20000"/>
              </a:spcBef>
              <a:spcAft>
                <a:spcPct val="0"/>
              </a:spcAft>
              <a:buClr>
                <a:srgbClr val="008000"/>
              </a:buClr>
              <a:buFont typeface="Wingdings" pitchFamily="2" charset="2"/>
              <a:defRPr sz="1600" b="1">
                <a:solidFill>
                  <a:schemeClr val="tx1"/>
                </a:solidFill>
                <a:latin typeface="Arial" panose="020B0604020202020204" pitchFamily="34" charset="0"/>
                <a:ea typeface="宋体" panose="02010600030101010101" pitchFamily="2" charset="-122"/>
              </a:defRPr>
            </a:lvl9pPr>
          </a:lstStyle>
          <a:p>
            <a:pPr algn="just"/>
            <a:r>
              <a:rPr lang="zh-CN" altLang="en-US" sz="2800" dirty="0">
                <a:solidFill>
                  <a:schemeClr val="tx2"/>
                </a:solidFill>
                <a:latin typeface="SimSun" panose="02010600030101010101" pitchFamily="2" charset="-122"/>
                <a:ea typeface="SimSun" panose="02010600030101010101" pitchFamily="2" charset="-122"/>
              </a:rPr>
              <a:t>分治算法思想：</a:t>
            </a:r>
          </a:p>
          <a:p>
            <a:pPr algn="just">
              <a:lnSpc>
                <a:spcPct val="130000"/>
              </a:lnSpc>
              <a:spcBef>
                <a:spcPct val="30000"/>
              </a:spcBef>
            </a:pPr>
            <a:r>
              <a:rPr lang="zh-CN" altLang="en-US" sz="2800" dirty="0">
                <a:latin typeface="SimSun" panose="02010600030101010101" pitchFamily="2" charset="-122"/>
                <a:ea typeface="SimSun" panose="02010600030101010101" pitchFamily="2" charset="-122"/>
              </a:rPr>
              <a:t>将一个难以直接解决的大问题，分割成一些规模较小的几个</a:t>
            </a:r>
            <a:r>
              <a:rPr lang="zh-CN" altLang="en-US" sz="2800" dirty="0">
                <a:solidFill>
                  <a:schemeClr val="tx2"/>
                </a:solidFill>
                <a:latin typeface="SimSun" panose="02010600030101010101" pitchFamily="2" charset="-122"/>
                <a:ea typeface="SimSun" panose="02010600030101010101" pitchFamily="2" charset="-122"/>
              </a:rPr>
              <a:t>相似</a:t>
            </a:r>
            <a:r>
              <a:rPr lang="zh-CN" altLang="en-US" sz="2800" dirty="0">
                <a:latin typeface="SimSun" panose="02010600030101010101" pitchFamily="2" charset="-122"/>
                <a:ea typeface="SimSun" panose="02010600030101010101" pitchFamily="2" charset="-122"/>
              </a:rPr>
              <a:t>问题，</a:t>
            </a:r>
            <a:endParaRPr lang="en-US" altLang="zh-CN" sz="2800" dirty="0">
              <a:latin typeface="SimSun" panose="02010600030101010101" pitchFamily="2" charset="-122"/>
              <a:ea typeface="SimSun" panose="02010600030101010101" pitchFamily="2" charset="-122"/>
            </a:endParaRPr>
          </a:p>
          <a:p>
            <a:pPr algn="just">
              <a:lnSpc>
                <a:spcPct val="130000"/>
              </a:lnSpc>
              <a:spcBef>
                <a:spcPct val="30000"/>
              </a:spcBef>
            </a:pPr>
            <a:r>
              <a:rPr lang="zh-CN" altLang="en-US" sz="2800" dirty="0">
                <a:latin typeface="SimSun" panose="02010600030101010101" pitchFamily="2" charset="-122"/>
                <a:ea typeface="SimSun" panose="02010600030101010101" pitchFamily="2" charset="-122"/>
              </a:rPr>
              <a:t>以便各个击破，分而治之。</a:t>
            </a:r>
            <a:endParaRPr lang="en-US" altLang="zh-CN" sz="2800" dirty="0">
              <a:latin typeface="SimSun" panose="02010600030101010101" pitchFamily="2" charset="-122"/>
              <a:ea typeface="SimSun" panose="02010600030101010101" pitchFamily="2" charset="-122"/>
            </a:endParaRPr>
          </a:p>
          <a:p>
            <a:pPr algn="just">
              <a:lnSpc>
                <a:spcPct val="200000"/>
              </a:lnSpc>
              <a:spcBef>
                <a:spcPct val="30000"/>
              </a:spcBef>
            </a:pPr>
            <a:r>
              <a:rPr kumimoji="1" lang="zh-CN" altLang="en-US" sz="2800" dirty="0">
                <a:solidFill>
                  <a:srgbClr val="0070C0"/>
                </a:solidFill>
                <a:latin typeface="SimSun" panose="02010600030101010101" pitchFamily="2" charset="-122"/>
                <a:ea typeface="SimSun" panose="02010600030101010101" pitchFamily="2" charset="-122"/>
              </a:rPr>
              <a:t>思考</a:t>
            </a:r>
            <a:r>
              <a:rPr kumimoji="1" lang="en-US" altLang="zh-CN" sz="2800" dirty="0">
                <a:solidFill>
                  <a:srgbClr val="0070C0"/>
                </a:solidFill>
                <a:latin typeface="SimSun" panose="02010600030101010101" pitchFamily="2" charset="-122"/>
                <a:ea typeface="SimSun" panose="02010600030101010101" pitchFamily="2" charset="-122"/>
              </a:rPr>
              <a:t>:</a:t>
            </a:r>
            <a:r>
              <a:rPr kumimoji="1" lang="zh-CN" altLang="en-US" sz="2800" dirty="0">
                <a:solidFill>
                  <a:srgbClr val="0070C0"/>
                </a:solidFill>
                <a:latin typeface="SimSun" panose="02010600030101010101" pitchFamily="2" charset="-122"/>
                <a:ea typeface="SimSun" panose="02010600030101010101" pitchFamily="2" charset="-122"/>
              </a:rPr>
              <a:t>该思想与什么方法的思路相似？</a:t>
            </a:r>
            <a:endParaRPr lang="zh-CN" altLang="en-US" sz="2800" dirty="0">
              <a:solidFill>
                <a:srgbClr val="0070C0"/>
              </a:solidFill>
              <a:latin typeface="SimSun" panose="02010600030101010101" pitchFamily="2" charset="-122"/>
              <a:ea typeface="SimSun" panose="02010600030101010101" pitchFamily="2" charset="-122"/>
            </a:endParaRPr>
          </a:p>
          <a:p>
            <a:pPr algn="just">
              <a:lnSpc>
                <a:spcPct val="200000"/>
              </a:lnSpc>
              <a:spcBef>
                <a:spcPct val="30000"/>
              </a:spcBef>
            </a:pPr>
            <a:r>
              <a:rPr lang="zh-CN" altLang="en-US" sz="2800" dirty="0">
                <a:solidFill>
                  <a:srgbClr val="FF0000"/>
                </a:solidFill>
                <a:latin typeface="SimSun" panose="02010600030101010101" pitchFamily="2" charset="-122"/>
                <a:ea typeface="SimSun" panose="02010600030101010101" pitchFamily="2" charset="-122"/>
              </a:rPr>
              <a:t>是递归设计方法的一种具体策略。</a:t>
            </a:r>
          </a:p>
        </p:txBody>
      </p:sp>
    </p:spTree>
    <p:extLst>
      <p:ext uri="{BB962C8B-B14F-4D97-AF65-F5344CB8AC3E}">
        <p14:creationId xmlns:p14="http://schemas.microsoft.com/office/powerpoint/2010/main" val="2808203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 calcmode="lin" valueType="num">
                                      <p:cBhvr additive="base">
                                        <p:cTn id="1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89F25AF-86B9-C443-AC0F-408445C8B7A5}"/>
              </a:ext>
            </a:extLst>
          </p:cNvPr>
          <p:cNvSpPr txBox="1"/>
          <p:nvPr/>
        </p:nvSpPr>
        <p:spPr>
          <a:xfrm>
            <a:off x="1268729" y="232528"/>
            <a:ext cx="4541055" cy="769441"/>
          </a:xfrm>
          <a:prstGeom prst="rect">
            <a:avLst/>
          </a:prstGeom>
          <a:noFill/>
        </p:spPr>
        <p:txBody>
          <a:bodyPr wrap="square">
            <a:spAutoFit/>
          </a:bodyPr>
          <a:lstStyle/>
          <a:p>
            <a:r>
              <a:rPr lang="zh-CN" altLang="en-US" sz="4400" dirty="0">
                <a:latin typeface="SimSun" panose="02010600030101010101" pitchFamily="2" charset="-122"/>
                <a:ea typeface="SimSun" panose="02010600030101010101" pitchFamily="2" charset="-122"/>
              </a:rPr>
              <a:t>分而治之法</a:t>
            </a:r>
          </a:p>
        </p:txBody>
      </p:sp>
      <p:sp>
        <p:nvSpPr>
          <p:cNvPr id="6" name="文本框 37891">
            <a:extLst>
              <a:ext uri="{FF2B5EF4-FFF2-40B4-BE49-F238E27FC236}">
                <a16:creationId xmlns:a16="http://schemas.microsoft.com/office/drawing/2014/main" id="{4A945547-A68C-7B4C-9F63-D87D6DF42E2D}"/>
              </a:ext>
            </a:extLst>
          </p:cNvPr>
          <p:cNvSpPr txBox="1">
            <a:spLocks noChangeArrowheads="1"/>
          </p:cNvSpPr>
          <p:nvPr/>
        </p:nvSpPr>
        <p:spPr bwMode="auto">
          <a:xfrm>
            <a:off x="651340" y="1093492"/>
            <a:ext cx="10095682" cy="506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spcBef>
                <a:spcPct val="50000"/>
              </a:spcBef>
              <a:buClrTx/>
              <a:buFontTx/>
              <a:buNone/>
            </a:pPr>
            <a:r>
              <a:rPr lang="en-US" altLang="zh-CN" sz="2800" b="1" dirty="0">
                <a:solidFill>
                  <a:schemeClr val="tx2"/>
                </a:solidFill>
                <a:latin typeface="SimSun" panose="02010600030101010101" pitchFamily="2" charset="-122"/>
                <a:ea typeface="SimSun" panose="02010600030101010101" pitchFamily="2" charset="-122"/>
              </a:rPr>
              <a:t>1</a:t>
            </a:r>
            <a:r>
              <a:rPr lang="zh-CN" altLang="en-US" sz="2800" b="1" dirty="0">
                <a:solidFill>
                  <a:schemeClr val="tx2"/>
                </a:solidFill>
                <a:latin typeface="SimSun" panose="02010600030101010101" pitchFamily="2" charset="-122"/>
                <a:ea typeface="SimSun" panose="02010600030101010101" pitchFamily="2" charset="-122"/>
              </a:rPr>
              <a:t>、算法的设计思想</a:t>
            </a:r>
          </a:p>
          <a:p>
            <a:pPr algn="just">
              <a:lnSpc>
                <a:spcPct val="150000"/>
              </a:lnSpc>
              <a:spcBef>
                <a:spcPts val="504"/>
              </a:spcBef>
              <a:buClrTx/>
              <a:buFontTx/>
              <a:buNone/>
            </a:pPr>
            <a:r>
              <a:rPr lang="zh-CN" altLang="en-US" sz="2400" dirty="0">
                <a:latin typeface="SimSun" panose="02010600030101010101" pitchFamily="2" charset="-122"/>
                <a:ea typeface="SimSun" panose="02010600030101010101" pitchFamily="2" charset="-122"/>
              </a:rPr>
              <a:t>分治法的基本步骤在每一层递归上都有三个步骤：</a:t>
            </a:r>
          </a:p>
          <a:p>
            <a:pPr>
              <a:lnSpc>
                <a:spcPct val="105000"/>
              </a:lnSpc>
              <a:spcBef>
                <a:spcPct val="40000"/>
              </a:spcBef>
              <a:buClrTx/>
              <a:buFontTx/>
              <a:buNone/>
            </a:pPr>
            <a:r>
              <a:rPr lang="en-US" altLang="zh-CN" sz="2400" dirty="0">
                <a:latin typeface="SimSun" panose="02010600030101010101" pitchFamily="2" charset="-122"/>
                <a:ea typeface="SimSun" panose="02010600030101010101" pitchFamily="2" charset="-122"/>
              </a:rPr>
              <a:t>1</a:t>
            </a:r>
            <a:r>
              <a:rPr lang="zh-CN" altLang="en-US" sz="2400" dirty="0">
                <a:latin typeface="SimSun" panose="02010600030101010101" pitchFamily="2" charset="-122"/>
                <a:ea typeface="SimSun" panose="02010600030101010101" pitchFamily="2" charset="-122"/>
              </a:rPr>
              <a:t>）分解：</a:t>
            </a:r>
            <a:endParaRPr lang="en-US" altLang="zh-CN" sz="2400" dirty="0">
              <a:latin typeface="SimSun" panose="02010600030101010101" pitchFamily="2" charset="-122"/>
              <a:ea typeface="SimSun" panose="02010600030101010101" pitchFamily="2" charset="-122"/>
            </a:endParaRPr>
          </a:p>
          <a:p>
            <a:pPr>
              <a:lnSpc>
                <a:spcPct val="105000"/>
              </a:lnSpc>
              <a:spcBef>
                <a:spcPct val="40000"/>
              </a:spcBef>
              <a:buClrTx/>
              <a:buFontTx/>
              <a:buNone/>
            </a:pPr>
            <a:r>
              <a:rPr lang="zh-CN" altLang="en-US" sz="2400" dirty="0">
                <a:latin typeface="SimSun" panose="02010600030101010101" pitchFamily="2" charset="-122"/>
                <a:ea typeface="SimSun" panose="02010600030101010101" pitchFamily="2" charset="-122"/>
              </a:rPr>
              <a:t>将原问题分解为若干个</a:t>
            </a:r>
            <a:r>
              <a:rPr lang="zh-CN" altLang="en-US" sz="2400" dirty="0">
                <a:solidFill>
                  <a:schemeClr val="tx2"/>
                </a:solidFill>
                <a:latin typeface="SimSun" panose="02010600030101010101" pitchFamily="2" charset="-122"/>
                <a:ea typeface="SimSun" panose="02010600030101010101" pitchFamily="2" charset="-122"/>
              </a:rPr>
              <a:t>规模较小</a:t>
            </a:r>
            <a:r>
              <a:rPr lang="zh-CN" altLang="en-US" sz="2400" dirty="0">
                <a:latin typeface="SimSun" panose="02010600030101010101" pitchFamily="2" charset="-122"/>
                <a:ea typeface="SimSun" panose="02010600030101010101" pitchFamily="2" charset="-122"/>
              </a:rPr>
              <a:t>、</a:t>
            </a:r>
            <a:r>
              <a:rPr lang="zh-CN" altLang="en-US" sz="2400" dirty="0">
                <a:solidFill>
                  <a:schemeClr val="tx2"/>
                </a:solidFill>
                <a:latin typeface="SimSun" panose="02010600030101010101" pitchFamily="2" charset="-122"/>
                <a:ea typeface="SimSun" panose="02010600030101010101" pitchFamily="2" charset="-122"/>
              </a:rPr>
              <a:t>相互独立</a:t>
            </a:r>
            <a:r>
              <a:rPr lang="zh-CN" altLang="en-US" sz="2400" dirty="0">
                <a:latin typeface="SimSun" panose="02010600030101010101" pitchFamily="2" charset="-122"/>
                <a:ea typeface="SimSun" panose="02010600030101010101" pitchFamily="2" charset="-122"/>
              </a:rPr>
              <a:t>且与原问题</a:t>
            </a:r>
            <a:r>
              <a:rPr lang="zh-CN" altLang="en-US" sz="2400" dirty="0">
                <a:solidFill>
                  <a:schemeClr val="tx2"/>
                </a:solidFill>
                <a:latin typeface="SimSun" panose="02010600030101010101" pitchFamily="2" charset="-122"/>
                <a:ea typeface="SimSun" panose="02010600030101010101" pitchFamily="2" charset="-122"/>
              </a:rPr>
              <a:t>形式相同</a:t>
            </a:r>
            <a:r>
              <a:rPr lang="zh-CN" altLang="en-US" sz="2400" dirty="0">
                <a:latin typeface="SimSun" panose="02010600030101010101" pitchFamily="2" charset="-122"/>
                <a:ea typeface="SimSun" panose="02010600030101010101" pitchFamily="2" charset="-122"/>
              </a:rPr>
              <a:t>的子问题；</a:t>
            </a:r>
          </a:p>
          <a:p>
            <a:pPr>
              <a:lnSpc>
                <a:spcPct val="105000"/>
              </a:lnSpc>
              <a:spcBef>
                <a:spcPct val="40000"/>
              </a:spcBef>
              <a:buClrTx/>
              <a:buFontTx/>
              <a:buNone/>
            </a:pPr>
            <a:r>
              <a:rPr lang="en-US" altLang="zh-CN" sz="2400" dirty="0">
                <a:latin typeface="SimSun" panose="02010600030101010101" pitchFamily="2" charset="-122"/>
                <a:ea typeface="SimSun" panose="02010600030101010101" pitchFamily="2" charset="-122"/>
              </a:rPr>
              <a:t>2</a:t>
            </a:r>
            <a:r>
              <a:rPr lang="zh-CN" altLang="en-US" sz="2400" dirty="0">
                <a:latin typeface="SimSun" panose="02010600030101010101" pitchFamily="2" charset="-122"/>
                <a:ea typeface="SimSun" panose="02010600030101010101" pitchFamily="2" charset="-122"/>
              </a:rPr>
              <a:t>）解决：</a:t>
            </a:r>
            <a:endParaRPr lang="en-US" altLang="zh-CN" sz="2400" dirty="0">
              <a:latin typeface="SimSun" panose="02010600030101010101" pitchFamily="2" charset="-122"/>
              <a:ea typeface="SimSun" panose="02010600030101010101" pitchFamily="2" charset="-122"/>
            </a:endParaRPr>
          </a:p>
          <a:p>
            <a:pPr>
              <a:lnSpc>
                <a:spcPct val="105000"/>
              </a:lnSpc>
              <a:spcBef>
                <a:spcPct val="40000"/>
              </a:spcBef>
              <a:buClrTx/>
              <a:buFontTx/>
              <a:buNone/>
            </a:pPr>
            <a:r>
              <a:rPr lang="zh-CN" altLang="en-US" sz="2400" dirty="0">
                <a:latin typeface="SimSun" panose="02010600030101010101" pitchFamily="2" charset="-122"/>
                <a:ea typeface="SimSun" panose="02010600030101010101" pitchFamily="2" charset="-122"/>
              </a:rPr>
              <a:t>若子问题规模较小而容易被解决则直接解，</a:t>
            </a:r>
            <a:endParaRPr lang="en-US" altLang="zh-CN" sz="2400" dirty="0">
              <a:latin typeface="SimSun" panose="02010600030101010101" pitchFamily="2" charset="-122"/>
              <a:ea typeface="SimSun" panose="02010600030101010101" pitchFamily="2" charset="-122"/>
            </a:endParaRPr>
          </a:p>
          <a:p>
            <a:pPr>
              <a:lnSpc>
                <a:spcPct val="105000"/>
              </a:lnSpc>
              <a:spcBef>
                <a:spcPct val="40000"/>
              </a:spcBef>
              <a:buClrTx/>
              <a:buFontTx/>
              <a:buNone/>
            </a:pPr>
            <a:r>
              <a:rPr lang="zh-CN" altLang="en-US" sz="2400" dirty="0">
                <a:latin typeface="SimSun" panose="02010600030101010101" pitchFamily="2" charset="-122"/>
                <a:ea typeface="SimSun" panose="02010600030101010101" pitchFamily="2" charset="-122"/>
              </a:rPr>
              <a:t>否则再继续分解为更小的子问题，直到容易解决；</a:t>
            </a:r>
          </a:p>
          <a:p>
            <a:pPr>
              <a:lnSpc>
                <a:spcPct val="105000"/>
              </a:lnSpc>
              <a:spcBef>
                <a:spcPct val="40000"/>
              </a:spcBef>
              <a:buClrTx/>
              <a:buFontTx/>
              <a:buNone/>
            </a:pPr>
            <a:r>
              <a:rPr lang="en-US" altLang="zh-CN" sz="2400" dirty="0">
                <a:latin typeface="SimSun" panose="02010600030101010101" pitchFamily="2" charset="-122"/>
                <a:ea typeface="SimSun" panose="02010600030101010101" pitchFamily="2" charset="-122"/>
              </a:rPr>
              <a:t>3</a:t>
            </a:r>
            <a:r>
              <a:rPr lang="zh-CN" altLang="en-US" sz="2400" dirty="0">
                <a:latin typeface="SimSun" panose="02010600030101010101" pitchFamily="2" charset="-122"/>
                <a:ea typeface="SimSun" panose="02010600030101010101" pitchFamily="2" charset="-122"/>
              </a:rPr>
              <a:t>）合并：</a:t>
            </a:r>
            <a:endParaRPr lang="en-US" altLang="zh-CN" sz="2400" dirty="0">
              <a:latin typeface="SimSun" panose="02010600030101010101" pitchFamily="2" charset="-122"/>
              <a:ea typeface="SimSun" panose="02010600030101010101" pitchFamily="2" charset="-122"/>
            </a:endParaRPr>
          </a:p>
          <a:p>
            <a:pPr>
              <a:lnSpc>
                <a:spcPct val="105000"/>
              </a:lnSpc>
              <a:spcBef>
                <a:spcPct val="40000"/>
              </a:spcBef>
              <a:buClrTx/>
              <a:buFontTx/>
              <a:buNone/>
            </a:pPr>
            <a:r>
              <a:rPr lang="zh-CN" altLang="en-US" sz="2400" dirty="0">
                <a:latin typeface="SimSun" panose="02010600030101010101" pitchFamily="2" charset="-122"/>
                <a:ea typeface="SimSun" panose="02010600030101010101" pitchFamily="2" charset="-122"/>
              </a:rPr>
              <a:t>将已求解的各个子问题的解，逐步合并为原问题的解。</a:t>
            </a:r>
          </a:p>
        </p:txBody>
      </p:sp>
    </p:spTree>
    <p:extLst>
      <p:ext uri="{BB962C8B-B14F-4D97-AF65-F5344CB8AC3E}">
        <p14:creationId xmlns:p14="http://schemas.microsoft.com/office/powerpoint/2010/main" val="25294926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ICON" val="#53131;#53131;#177509;#76194;#8151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18722</TotalTime>
  <Words>2862</Words>
  <Application>Microsoft Macintosh PowerPoint</Application>
  <PresentationFormat>宽屏</PresentationFormat>
  <Paragraphs>1860</Paragraphs>
  <Slides>62</Slides>
  <Notes>25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62</vt:i4>
      </vt:variant>
    </vt:vector>
  </HeadingPairs>
  <TitlesOfParts>
    <vt:vector size="75" baseType="lpstr">
      <vt:lpstr>等线</vt:lpstr>
      <vt:lpstr>等线 Light</vt:lpstr>
      <vt:lpstr>方正大标宋简体</vt:lpstr>
      <vt:lpstr>方正清刻本悦宋简体</vt:lpstr>
      <vt:lpstr>SimSun</vt:lpstr>
      <vt:lpstr>SimSun</vt:lpstr>
      <vt:lpstr>微软雅黑</vt:lpstr>
      <vt:lpstr>Times New Roman Regular</vt:lpstr>
      <vt:lpstr>Arial</vt:lpstr>
      <vt:lpstr>Cambria Math</vt:lpstr>
      <vt:lpstr>Times New Roman</vt:lpstr>
      <vt:lpstr>Wingdings</vt:lpstr>
      <vt:lpstr>Office 主题​​</vt:lpstr>
      <vt:lpstr>算法设计与分析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从杠铃增重问题到排序问题</vt:lpstr>
      <vt:lpstr>从杠铃增重问题到排序问题</vt:lpstr>
      <vt:lpstr>从杠铃增重问题到排序问题</vt:lpstr>
      <vt:lpstr>从杠铃增重问题到排序问题</vt:lpstr>
      <vt:lpstr>从杠铃增重问题到排序问题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归并排序</vt:lpstr>
      <vt:lpstr>归并排序</vt:lpstr>
      <vt:lpstr>归并排序</vt:lpstr>
      <vt:lpstr>归并排序</vt:lpstr>
      <vt:lpstr>分而治之：一般步骤</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赵 浩然</dc:creator>
  <cp:lastModifiedBy>赵 浩然</cp:lastModifiedBy>
  <cp:revision>543</cp:revision>
  <dcterms:created xsi:type="dcterms:W3CDTF">2022-08-31T02:13:47Z</dcterms:created>
  <dcterms:modified xsi:type="dcterms:W3CDTF">2023-05-08T01:39:48Z</dcterms:modified>
</cp:coreProperties>
</file>